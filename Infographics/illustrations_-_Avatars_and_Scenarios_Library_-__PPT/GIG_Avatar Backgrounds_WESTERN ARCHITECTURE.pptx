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viewProps" Target="viewProps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theme" Target="theme/theme1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customXml" Target="../customXml/item3.xml"/><Relationship Id="rId5" Type="http://schemas.openxmlformats.org/officeDocument/2006/relationships/tableStyles" Target="tableStyles.xml"/><Relationship Id="rId15" Type="http://schemas.openxmlformats.org/officeDocument/2006/relationships/slide" Target="slides/slide10.xml"/><Relationship Id="rId23" Type="http://schemas.openxmlformats.org/officeDocument/2006/relationships/customXml" Target="../customXml/item2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presProps" Target="presProps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Relationship Id="rId16" Type="http://schemas.openxmlformats.org/officeDocument/2006/relationships/image" Target="../media/image17.png"/><Relationship Id="rId17" Type="http://schemas.openxmlformats.org/officeDocument/2006/relationships/image" Target="../media/image18.png"/><Relationship Id="rId18" Type="http://schemas.openxmlformats.org/officeDocument/2006/relationships/image" Target="../media/image19.png"/><Relationship Id="rId19" Type="http://schemas.openxmlformats.org/officeDocument/2006/relationships/image" Target="../media/image20.png"/><Relationship Id="rId20" Type="http://schemas.openxmlformats.org/officeDocument/2006/relationships/image" Target="../media/image21.png"/><Relationship Id="rId21" Type="http://schemas.openxmlformats.org/officeDocument/2006/relationships/image" Target="../media/image22.png"/><Relationship Id="rId22" Type="http://schemas.openxmlformats.org/officeDocument/2006/relationships/image" Target="../media/image23.png"/><Relationship Id="rId23" Type="http://schemas.openxmlformats.org/officeDocument/2006/relationships/image" Target="../media/image24.png"/><Relationship Id="rId24" Type="http://schemas.openxmlformats.org/officeDocument/2006/relationships/image" Target="../media/image25.png"/><Relationship Id="rId25" Type="http://schemas.openxmlformats.org/officeDocument/2006/relationships/image" Target="../media/image26.png"/><Relationship Id="rId26" Type="http://schemas.openxmlformats.org/officeDocument/2006/relationships/image" Target="../media/image27.png"/><Relationship Id="rId27" Type="http://schemas.openxmlformats.org/officeDocument/2006/relationships/image" Target="../media/image28.png"/><Relationship Id="rId28" Type="http://schemas.openxmlformats.org/officeDocument/2006/relationships/image" Target="../media/image29.png"/><Relationship Id="rId29" Type="http://schemas.openxmlformats.org/officeDocument/2006/relationships/image" Target="../media/image30.png"/><Relationship Id="rId30" Type="http://schemas.openxmlformats.org/officeDocument/2006/relationships/image" Target="../media/image31.png"/><Relationship Id="rId31" Type="http://schemas.openxmlformats.org/officeDocument/2006/relationships/image" Target="../media/image32.png"/><Relationship Id="rId32" Type="http://schemas.openxmlformats.org/officeDocument/2006/relationships/image" Target="../media/image33.png"/><Relationship Id="rId33" Type="http://schemas.openxmlformats.org/officeDocument/2006/relationships/image" Target="../media/image34.png"/><Relationship Id="rId34" Type="http://schemas.openxmlformats.org/officeDocument/2006/relationships/image" Target="../media/image35.png"/><Relationship Id="rId35" Type="http://schemas.openxmlformats.org/officeDocument/2006/relationships/image" Target="../media/image36.png"/><Relationship Id="rId36" Type="http://schemas.openxmlformats.org/officeDocument/2006/relationships/image" Target="../media/image37.png"/><Relationship Id="rId37" Type="http://schemas.openxmlformats.org/officeDocument/2006/relationships/image" Target="../media/image38.png"/><Relationship Id="rId38" Type="http://schemas.openxmlformats.org/officeDocument/2006/relationships/image" Target="../media/image39.png"/><Relationship Id="rId39" Type="http://schemas.openxmlformats.org/officeDocument/2006/relationships/image" Target="../media/image40.png"/><Relationship Id="rId40" Type="http://schemas.openxmlformats.org/officeDocument/2006/relationships/image" Target="../media/image41.png"/><Relationship Id="rId41" Type="http://schemas.openxmlformats.org/officeDocument/2006/relationships/image" Target="../media/image42.png"/><Relationship Id="rId42" Type="http://schemas.openxmlformats.org/officeDocument/2006/relationships/image" Target="../media/image43.png"/><Relationship Id="rId43" Type="http://schemas.openxmlformats.org/officeDocument/2006/relationships/image" Target="../media/image44.png"/><Relationship Id="rId44" Type="http://schemas.openxmlformats.org/officeDocument/2006/relationships/image" Target="../media/image45.png"/><Relationship Id="rId45" Type="http://schemas.openxmlformats.org/officeDocument/2006/relationships/image" Target="../media/image46.png"/><Relationship Id="rId46" Type="http://schemas.openxmlformats.org/officeDocument/2006/relationships/image" Target="../media/image47.png"/><Relationship Id="rId47" Type="http://schemas.openxmlformats.org/officeDocument/2006/relationships/image" Target="../media/image48.png"/><Relationship Id="rId48" Type="http://schemas.openxmlformats.org/officeDocument/2006/relationships/image" Target="../media/image49.png"/><Relationship Id="rId49" Type="http://schemas.openxmlformats.org/officeDocument/2006/relationships/image" Target="../media/image50.png"/><Relationship Id="rId50" Type="http://schemas.openxmlformats.org/officeDocument/2006/relationships/image" Target="../media/image51.png"/><Relationship Id="rId51" Type="http://schemas.openxmlformats.org/officeDocument/2006/relationships/image" Target="../media/image52.png"/><Relationship Id="rId52" Type="http://schemas.openxmlformats.org/officeDocument/2006/relationships/image" Target="../media/image53.png"/><Relationship Id="rId53" Type="http://schemas.openxmlformats.org/officeDocument/2006/relationships/image" Target="../media/image54.png"/><Relationship Id="rId54" Type="http://schemas.openxmlformats.org/officeDocument/2006/relationships/image" Target="../media/image55.png"/><Relationship Id="rId55" Type="http://schemas.openxmlformats.org/officeDocument/2006/relationships/image" Target="../media/image56.png"/><Relationship Id="rId56" Type="http://schemas.openxmlformats.org/officeDocument/2006/relationships/image" Target="../media/image57.png"/><Relationship Id="rId57" Type="http://schemas.openxmlformats.org/officeDocument/2006/relationships/image" Target="../media/image58.png"/><Relationship Id="rId58" Type="http://schemas.openxmlformats.org/officeDocument/2006/relationships/image" Target="../media/image59.png"/><Relationship Id="rId59" Type="http://schemas.openxmlformats.org/officeDocument/2006/relationships/image" Target="../media/image60.png"/><Relationship Id="rId60" Type="http://schemas.openxmlformats.org/officeDocument/2006/relationships/image" Target="../media/image61.png"/><Relationship Id="rId61" Type="http://schemas.openxmlformats.org/officeDocument/2006/relationships/image" Target="../media/image62.png"/><Relationship Id="rId62" Type="http://schemas.openxmlformats.org/officeDocument/2006/relationships/image" Target="../media/image63.png"/><Relationship Id="rId63" Type="http://schemas.openxmlformats.org/officeDocument/2006/relationships/image" Target="../media/image64.png"/><Relationship Id="rId64" Type="http://schemas.openxmlformats.org/officeDocument/2006/relationships/image" Target="../media/image65.png"/><Relationship Id="rId65" Type="http://schemas.openxmlformats.org/officeDocument/2006/relationships/image" Target="../media/image66.png"/><Relationship Id="rId66" Type="http://schemas.openxmlformats.org/officeDocument/2006/relationships/image" Target="../media/image67.png"/><Relationship Id="rId67" Type="http://schemas.openxmlformats.org/officeDocument/2006/relationships/image" Target="../media/image68.png"/><Relationship Id="rId68" Type="http://schemas.openxmlformats.org/officeDocument/2006/relationships/image" Target="../media/image69.png"/><Relationship Id="rId69" Type="http://schemas.openxmlformats.org/officeDocument/2006/relationships/image" Target="../media/image70.png"/><Relationship Id="rId70" Type="http://schemas.openxmlformats.org/officeDocument/2006/relationships/image" Target="../media/image71.png"/><Relationship Id="rId71" Type="http://schemas.openxmlformats.org/officeDocument/2006/relationships/image" Target="../media/image72.png"/><Relationship Id="rId72" Type="http://schemas.openxmlformats.org/officeDocument/2006/relationships/image" Target="../media/image73.png"/><Relationship Id="rId73" Type="http://schemas.openxmlformats.org/officeDocument/2006/relationships/image" Target="../media/image74.png"/><Relationship Id="rId74" Type="http://schemas.openxmlformats.org/officeDocument/2006/relationships/image" Target="../media/image75.png"/><Relationship Id="rId75" Type="http://schemas.openxmlformats.org/officeDocument/2006/relationships/image" Target="../media/image76.png"/><Relationship Id="rId76" Type="http://schemas.openxmlformats.org/officeDocument/2006/relationships/image" Target="../media/image77.png"/><Relationship Id="rId77" Type="http://schemas.openxmlformats.org/officeDocument/2006/relationships/image" Target="../media/image78.png"/><Relationship Id="rId78" Type="http://schemas.openxmlformats.org/officeDocument/2006/relationships/image" Target="../media/image79.png"/><Relationship Id="rId79" Type="http://schemas.openxmlformats.org/officeDocument/2006/relationships/image" Target="../media/image80.png"/><Relationship Id="rId80" Type="http://schemas.openxmlformats.org/officeDocument/2006/relationships/image" Target="../media/image81.png"/><Relationship Id="rId81" Type="http://schemas.openxmlformats.org/officeDocument/2006/relationships/image" Target="../media/image82.png"/><Relationship Id="rId82" Type="http://schemas.openxmlformats.org/officeDocument/2006/relationships/image" Target="../media/image83.png"/><Relationship Id="rId83" Type="http://schemas.openxmlformats.org/officeDocument/2006/relationships/image" Target="../media/image84.png"/><Relationship Id="rId84" Type="http://schemas.openxmlformats.org/officeDocument/2006/relationships/image" Target="../media/image85.png"/><Relationship Id="rId85" Type="http://schemas.openxmlformats.org/officeDocument/2006/relationships/image" Target="../media/image86.png"/><Relationship Id="rId86" Type="http://schemas.openxmlformats.org/officeDocument/2006/relationships/image" Target="../media/image87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8.png"/><Relationship Id="rId3" Type="http://schemas.openxmlformats.org/officeDocument/2006/relationships/image" Target="../media/image89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Relationship Id="rId6" Type="http://schemas.openxmlformats.org/officeDocument/2006/relationships/image" Target="../media/image92.png"/><Relationship Id="rId7" Type="http://schemas.openxmlformats.org/officeDocument/2006/relationships/image" Target="../media/image93.png"/><Relationship Id="rId8" Type="http://schemas.openxmlformats.org/officeDocument/2006/relationships/image" Target="../media/image94.png"/><Relationship Id="rId9" Type="http://schemas.openxmlformats.org/officeDocument/2006/relationships/image" Target="../media/image95.png"/><Relationship Id="rId10" Type="http://schemas.openxmlformats.org/officeDocument/2006/relationships/image" Target="../media/image96.png"/><Relationship Id="rId11" Type="http://schemas.openxmlformats.org/officeDocument/2006/relationships/image" Target="../media/image97.png"/><Relationship Id="rId12" Type="http://schemas.openxmlformats.org/officeDocument/2006/relationships/image" Target="../media/image98.png"/><Relationship Id="rId13" Type="http://schemas.openxmlformats.org/officeDocument/2006/relationships/image" Target="../media/image99.png"/><Relationship Id="rId14" Type="http://schemas.openxmlformats.org/officeDocument/2006/relationships/image" Target="../media/image100.png"/><Relationship Id="rId15" Type="http://schemas.openxmlformats.org/officeDocument/2006/relationships/image" Target="../media/image101.png"/><Relationship Id="rId16" Type="http://schemas.openxmlformats.org/officeDocument/2006/relationships/image" Target="../media/image102.png"/><Relationship Id="rId17" Type="http://schemas.openxmlformats.org/officeDocument/2006/relationships/image" Target="../media/image103.png"/><Relationship Id="rId18" Type="http://schemas.openxmlformats.org/officeDocument/2006/relationships/image" Target="../media/image104.png"/><Relationship Id="rId19" Type="http://schemas.openxmlformats.org/officeDocument/2006/relationships/image" Target="../media/image105.png"/><Relationship Id="rId20" Type="http://schemas.openxmlformats.org/officeDocument/2006/relationships/image" Target="../media/image106.png"/><Relationship Id="rId21" Type="http://schemas.openxmlformats.org/officeDocument/2006/relationships/image" Target="../media/image107.png"/><Relationship Id="rId22" Type="http://schemas.openxmlformats.org/officeDocument/2006/relationships/image" Target="../media/image108.png"/><Relationship Id="rId23" Type="http://schemas.openxmlformats.org/officeDocument/2006/relationships/image" Target="../media/image109.png"/><Relationship Id="rId24" Type="http://schemas.openxmlformats.org/officeDocument/2006/relationships/image" Target="../media/image110.png"/><Relationship Id="rId25" Type="http://schemas.openxmlformats.org/officeDocument/2006/relationships/image" Target="../media/image111.png"/><Relationship Id="rId26" Type="http://schemas.openxmlformats.org/officeDocument/2006/relationships/image" Target="../media/image112.png"/><Relationship Id="rId27" Type="http://schemas.openxmlformats.org/officeDocument/2006/relationships/image" Target="../media/image113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4.png"/><Relationship Id="rId3" Type="http://schemas.openxmlformats.org/officeDocument/2006/relationships/image" Target="../media/image115.png"/><Relationship Id="rId4" Type="http://schemas.openxmlformats.org/officeDocument/2006/relationships/image" Target="../media/image116.png"/><Relationship Id="rId5" Type="http://schemas.openxmlformats.org/officeDocument/2006/relationships/image" Target="../media/image117.png"/><Relationship Id="rId6" Type="http://schemas.openxmlformats.org/officeDocument/2006/relationships/image" Target="../media/image118.png"/><Relationship Id="rId7" Type="http://schemas.openxmlformats.org/officeDocument/2006/relationships/image" Target="../media/image119.png"/><Relationship Id="rId8" Type="http://schemas.openxmlformats.org/officeDocument/2006/relationships/image" Target="../media/image120.png"/><Relationship Id="rId9" Type="http://schemas.openxmlformats.org/officeDocument/2006/relationships/image" Target="../media/image121.png"/><Relationship Id="rId10" Type="http://schemas.openxmlformats.org/officeDocument/2006/relationships/image" Target="../media/image122.png"/><Relationship Id="rId11" Type="http://schemas.openxmlformats.org/officeDocument/2006/relationships/image" Target="../media/image123.png"/><Relationship Id="rId12" Type="http://schemas.openxmlformats.org/officeDocument/2006/relationships/image" Target="../media/image124.png"/><Relationship Id="rId13" Type="http://schemas.openxmlformats.org/officeDocument/2006/relationships/image" Target="../media/image125.png"/><Relationship Id="rId14" Type="http://schemas.openxmlformats.org/officeDocument/2006/relationships/image" Target="../media/image126.png"/><Relationship Id="rId15" Type="http://schemas.openxmlformats.org/officeDocument/2006/relationships/image" Target="../media/image127.png"/><Relationship Id="rId16" Type="http://schemas.openxmlformats.org/officeDocument/2006/relationships/image" Target="../media/image128.png"/><Relationship Id="rId17" Type="http://schemas.openxmlformats.org/officeDocument/2006/relationships/image" Target="../media/image129.png"/><Relationship Id="rId18" Type="http://schemas.openxmlformats.org/officeDocument/2006/relationships/image" Target="../media/image130.png"/><Relationship Id="rId19" Type="http://schemas.openxmlformats.org/officeDocument/2006/relationships/image" Target="../media/image131.png"/><Relationship Id="rId20" Type="http://schemas.openxmlformats.org/officeDocument/2006/relationships/image" Target="../media/image132.png"/><Relationship Id="rId21" Type="http://schemas.openxmlformats.org/officeDocument/2006/relationships/image" Target="../media/image133.png"/><Relationship Id="rId22" Type="http://schemas.openxmlformats.org/officeDocument/2006/relationships/image" Target="../media/image134.png"/><Relationship Id="rId23" Type="http://schemas.openxmlformats.org/officeDocument/2006/relationships/image" Target="../media/image135.png"/><Relationship Id="rId24" Type="http://schemas.openxmlformats.org/officeDocument/2006/relationships/image" Target="../media/image136.png"/><Relationship Id="rId25" Type="http://schemas.openxmlformats.org/officeDocument/2006/relationships/image" Target="../media/image137.png"/><Relationship Id="rId26" Type="http://schemas.openxmlformats.org/officeDocument/2006/relationships/image" Target="../media/image138.png"/><Relationship Id="rId27" Type="http://schemas.openxmlformats.org/officeDocument/2006/relationships/image" Target="../media/image139.png"/><Relationship Id="rId28" Type="http://schemas.openxmlformats.org/officeDocument/2006/relationships/image" Target="../media/image140.png"/><Relationship Id="rId29" Type="http://schemas.openxmlformats.org/officeDocument/2006/relationships/image" Target="../media/image141.png"/><Relationship Id="rId30" Type="http://schemas.openxmlformats.org/officeDocument/2006/relationships/image" Target="../media/image142.png"/><Relationship Id="rId31" Type="http://schemas.openxmlformats.org/officeDocument/2006/relationships/image" Target="../media/image143.png"/><Relationship Id="rId32" Type="http://schemas.openxmlformats.org/officeDocument/2006/relationships/image" Target="../media/image144.png"/><Relationship Id="rId33" Type="http://schemas.openxmlformats.org/officeDocument/2006/relationships/image" Target="../media/image145.png"/><Relationship Id="rId34" Type="http://schemas.openxmlformats.org/officeDocument/2006/relationships/image" Target="../media/image146.png"/><Relationship Id="rId35" Type="http://schemas.openxmlformats.org/officeDocument/2006/relationships/image" Target="../media/image147.png"/><Relationship Id="rId36" Type="http://schemas.openxmlformats.org/officeDocument/2006/relationships/image" Target="../media/image148.png"/><Relationship Id="rId37" Type="http://schemas.openxmlformats.org/officeDocument/2006/relationships/image" Target="../media/image149.png"/><Relationship Id="rId38" Type="http://schemas.openxmlformats.org/officeDocument/2006/relationships/image" Target="../media/image150.png"/><Relationship Id="rId39" Type="http://schemas.openxmlformats.org/officeDocument/2006/relationships/image" Target="../media/image151.png"/><Relationship Id="rId40" Type="http://schemas.openxmlformats.org/officeDocument/2006/relationships/image" Target="../media/image152.png"/><Relationship Id="rId41" Type="http://schemas.openxmlformats.org/officeDocument/2006/relationships/image" Target="../media/image153.png"/><Relationship Id="rId42" Type="http://schemas.openxmlformats.org/officeDocument/2006/relationships/image" Target="../media/image154.png"/><Relationship Id="rId43" Type="http://schemas.openxmlformats.org/officeDocument/2006/relationships/image" Target="../media/image155.png"/><Relationship Id="rId44" Type="http://schemas.openxmlformats.org/officeDocument/2006/relationships/image" Target="../media/image156.png"/><Relationship Id="rId45" Type="http://schemas.openxmlformats.org/officeDocument/2006/relationships/image" Target="../media/image157.png"/><Relationship Id="rId46" Type="http://schemas.openxmlformats.org/officeDocument/2006/relationships/image" Target="../media/image158.png"/><Relationship Id="rId47" Type="http://schemas.openxmlformats.org/officeDocument/2006/relationships/image" Target="../media/image159.png"/><Relationship Id="rId48" Type="http://schemas.openxmlformats.org/officeDocument/2006/relationships/image" Target="../media/image160.png"/><Relationship Id="rId49" Type="http://schemas.openxmlformats.org/officeDocument/2006/relationships/image" Target="../media/image161.png"/><Relationship Id="rId50" Type="http://schemas.openxmlformats.org/officeDocument/2006/relationships/image" Target="../media/image162.png"/><Relationship Id="rId51" Type="http://schemas.openxmlformats.org/officeDocument/2006/relationships/image" Target="../media/image163.png"/><Relationship Id="rId52" Type="http://schemas.openxmlformats.org/officeDocument/2006/relationships/image" Target="../media/image164.png"/><Relationship Id="rId53" Type="http://schemas.openxmlformats.org/officeDocument/2006/relationships/image" Target="../media/image165.png"/><Relationship Id="rId54" Type="http://schemas.openxmlformats.org/officeDocument/2006/relationships/image" Target="../media/image166.png"/><Relationship Id="rId55" Type="http://schemas.openxmlformats.org/officeDocument/2006/relationships/image" Target="../media/image167.png"/><Relationship Id="rId56" Type="http://schemas.openxmlformats.org/officeDocument/2006/relationships/image" Target="../media/image168.png"/><Relationship Id="rId57" Type="http://schemas.openxmlformats.org/officeDocument/2006/relationships/image" Target="../media/image169.png"/><Relationship Id="rId58" Type="http://schemas.openxmlformats.org/officeDocument/2006/relationships/image" Target="../media/image170.png"/><Relationship Id="rId59" Type="http://schemas.openxmlformats.org/officeDocument/2006/relationships/image" Target="../media/image171.png"/><Relationship Id="rId60" Type="http://schemas.openxmlformats.org/officeDocument/2006/relationships/image" Target="../media/image172.png"/><Relationship Id="rId61" Type="http://schemas.openxmlformats.org/officeDocument/2006/relationships/image" Target="../media/image173.png"/><Relationship Id="rId62" Type="http://schemas.openxmlformats.org/officeDocument/2006/relationships/image" Target="../media/image174.png"/><Relationship Id="rId63" Type="http://schemas.openxmlformats.org/officeDocument/2006/relationships/image" Target="../media/image175.png"/><Relationship Id="rId64" Type="http://schemas.openxmlformats.org/officeDocument/2006/relationships/image" Target="../media/image176.png"/><Relationship Id="rId65" Type="http://schemas.openxmlformats.org/officeDocument/2006/relationships/image" Target="../media/image177.png"/><Relationship Id="rId66" Type="http://schemas.openxmlformats.org/officeDocument/2006/relationships/image" Target="../media/image178.png"/><Relationship Id="rId67" Type="http://schemas.openxmlformats.org/officeDocument/2006/relationships/image" Target="../media/image179.png"/><Relationship Id="rId68" Type="http://schemas.openxmlformats.org/officeDocument/2006/relationships/image" Target="../media/image180.png"/><Relationship Id="rId69" Type="http://schemas.openxmlformats.org/officeDocument/2006/relationships/image" Target="../media/image181.png"/><Relationship Id="rId70" Type="http://schemas.openxmlformats.org/officeDocument/2006/relationships/image" Target="../media/image182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3.png"/><Relationship Id="rId3" Type="http://schemas.openxmlformats.org/officeDocument/2006/relationships/image" Target="../media/image184.png"/><Relationship Id="rId4" Type="http://schemas.openxmlformats.org/officeDocument/2006/relationships/image" Target="../media/image185.png"/><Relationship Id="rId5" Type="http://schemas.openxmlformats.org/officeDocument/2006/relationships/image" Target="../media/image186.png"/><Relationship Id="rId6" Type="http://schemas.openxmlformats.org/officeDocument/2006/relationships/image" Target="../media/image187.png"/><Relationship Id="rId7" Type="http://schemas.openxmlformats.org/officeDocument/2006/relationships/image" Target="../media/image188.png"/><Relationship Id="rId8" Type="http://schemas.openxmlformats.org/officeDocument/2006/relationships/image" Target="../media/image189.png"/><Relationship Id="rId9" Type="http://schemas.openxmlformats.org/officeDocument/2006/relationships/image" Target="../media/image190.png"/><Relationship Id="rId10" Type="http://schemas.openxmlformats.org/officeDocument/2006/relationships/image" Target="../media/image191.png"/><Relationship Id="rId11" Type="http://schemas.openxmlformats.org/officeDocument/2006/relationships/image" Target="../media/image192.png"/><Relationship Id="rId12" Type="http://schemas.openxmlformats.org/officeDocument/2006/relationships/image" Target="../media/image193.png"/><Relationship Id="rId13" Type="http://schemas.openxmlformats.org/officeDocument/2006/relationships/image" Target="../media/image194.png"/><Relationship Id="rId14" Type="http://schemas.openxmlformats.org/officeDocument/2006/relationships/image" Target="../media/image195.png"/><Relationship Id="rId15" Type="http://schemas.openxmlformats.org/officeDocument/2006/relationships/image" Target="../media/image196.png"/><Relationship Id="rId16" Type="http://schemas.openxmlformats.org/officeDocument/2006/relationships/image" Target="../media/image197.png"/><Relationship Id="rId17" Type="http://schemas.openxmlformats.org/officeDocument/2006/relationships/image" Target="../media/image198.png"/><Relationship Id="rId18" Type="http://schemas.openxmlformats.org/officeDocument/2006/relationships/image" Target="../media/image199.png"/><Relationship Id="rId19" Type="http://schemas.openxmlformats.org/officeDocument/2006/relationships/image" Target="../media/image200.png"/><Relationship Id="rId20" Type="http://schemas.openxmlformats.org/officeDocument/2006/relationships/image" Target="../media/image201.png"/><Relationship Id="rId21" Type="http://schemas.openxmlformats.org/officeDocument/2006/relationships/image" Target="../media/image202.png"/><Relationship Id="rId22" Type="http://schemas.openxmlformats.org/officeDocument/2006/relationships/image" Target="../media/image203.png"/><Relationship Id="rId23" Type="http://schemas.openxmlformats.org/officeDocument/2006/relationships/image" Target="../media/image204.png"/><Relationship Id="rId24" Type="http://schemas.openxmlformats.org/officeDocument/2006/relationships/image" Target="../media/image205.png"/><Relationship Id="rId25" Type="http://schemas.openxmlformats.org/officeDocument/2006/relationships/image" Target="../media/image206.png"/><Relationship Id="rId26" Type="http://schemas.openxmlformats.org/officeDocument/2006/relationships/image" Target="../media/image207.png"/><Relationship Id="rId27" Type="http://schemas.openxmlformats.org/officeDocument/2006/relationships/image" Target="../media/image208.png"/><Relationship Id="rId28" Type="http://schemas.openxmlformats.org/officeDocument/2006/relationships/image" Target="../media/image209.png"/><Relationship Id="rId29" Type="http://schemas.openxmlformats.org/officeDocument/2006/relationships/image" Target="../media/image210.png"/><Relationship Id="rId30" Type="http://schemas.openxmlformats.org/officeDocument/2006/relationships/image" Target="../media/image211.png"/><Relationship Id="rId31" Type="http://schemas.openxmlformats.org/officeDocument/2006/relationships/image" Target="../media/image212.png"/><Relationship Id="rId32" Type="http://schemas.openxmlformats.org/officeDocument/2006/relationships/image" Target="../media/image213.png"/><Relationship Id="rId33" Type="http://schemas.openxmlformats.org/officeDocument/2006/relationships/image" Target="../media/image214.png"/><Relationship Id="rId34" Type="http://schemas.openxmlformats.org/officeDocument/2006/relationships/image" Target="../media/image215.png"/><Relationship Id="rId35" Type="http://schemas.openxmlformats.org/officeDocument/2006/relationships/image" Target="../media/image216.png"/><Relationship Id="rId36" Type="http://schemas.openxmlformats.org/officeDocument/2006/relationships/image" Target="../media/image217.png"/><Relationship Id="rId37" Type="http://schemas.openxmlformats.org/officeDocument/2006/relationships/image" Target="../media/image218.png"/><Relationship Id="rId38" Type="http://schemas.openxmlformats.org/officeDocument/2006/relationships/image" Target="../media/image219.png"/><Relationship Id="rId39" Type="http://schemas.openxmlformats.org/officeDocument/2006/relationships/image" Target="../media/image220.png"/><Relationship Id="rId40" Type="http://schemas.openxmlformats.org/officeDocument/2006/relationships/image" Target="../media/image221.png"/><Relationship Id="rId41" Type="http://schemas.openxmlformats.org/officeDocument/2006/relationships/image" Target="../media/image222.png"/><Relationship Id="rId42" Type="http://schemas.openxmlformats.org/officeDocument/2006/relationships/image" Target="../media/image223.png"/><Relationship Id="rId43" Type="http://schemas.openxmlformats.org/officeDocument/2006/relationships/image" Target="../media/image224.png"/><Relationship Id="rId44" Type="http://schemas.openxmlformats.org/officeDocument/2006/relationships/image" Target="../media/image225.png"/><Relationship Id="rId45" Type="http://schemas.openxmlformats.org/officeDocument/2006/relationships/image" Target="../media/image226.png"/><Relationship Id="rId46" Type="http://schemas.openxmlformats.org/officeDocument/2006/relationships/image" Target="../media/image227.png"/><Relationship Id="rId47" Type="http://schemas.openxmlformats.org/officeDocument/2006/relationships/image" Target="../media/image228.png"/><Relationship Id="rId48" Type="http://schemas.openxmlformats.org/officeDocument/2006/relationships/image" Target="../media/image229.png"/><Relationship Id="rId49" Type="http://schemas.openxmlformats.org/officeDocument/2006/relationships/image" Target="../media/image230.png"/><Relationship Id="rId50" Type="http://schemas.openxmlformats.org/officeDocument/2006/relationships/image" Target="../media/image231.png"/><Relationship Id="rId51" Type="http://schemas.openxmlformats.org/officeDocument/2006/relationships/image" Target="../media/image232.png"/><Relationship Id="rId52" Type="http://schemas.openxmlformats.org/officeDocument/2006/relationships/image" Target="../media/image233.png"/><Relationship Id="rId53" Type="http://schemas.openxmlformats.org/officeDocument/2006/relationships/image" Target="../media/image234.png"/><Relationship Id="rId54" Type="http://schemas.openxmlformats.org/officeDocument/2006/relationships/image" Target="../media/image235.png"/><Relationship Id="rId55" Type="http://schemas.openxmlformats.org/officeDocument/2006/relationships/image" Target="../media/image236.png"/><Relationship Id="rId56" Type="http://schemas.openxmlformats.org/officeDocument/2006/relationships/image" Target="../media/image237.png"/><Relationship Id="rId57" Type="http://schemas.openxmlformats.org/officeDocument/2006/relationships/image" Target="../media/image238.png"/><Relationship Id="rId58" Type="http://schemas.openxmlformats.org/officeDocument/2006/relationships/image" Target="../media/image239.png"/><Relationship Id="rId59" Type="http://schemas.openxmlformats.org/officeDocument/2006/relationships/image" Target="../media/image240.png"/><Relationship Id="rId60" Type="http://schemas.openxmlformats.org/officeDocument/2006/relationships/image" Target="../media/image241.png"/><Relationship Id="rId61" Type="http://schemas.openxmlformats.org/officeDocument/2006/relationships/image" Target="../media/image242.png"/><Relationship Id="rId62" Type="http://schemas.openxmlformats.org/officeDocument/2006/relationships/image" Target="../media/image243.png"/><Relationship Id="rId63" Type="http://schemas.openxmlformats.org/officeDocument/2006/relationships/image" Target="../media/image244.png"/><Relationship Id="rId64" Type="http://schemas.openxmlformats.org/officeDocument/2006/relationships/image" Target="../media/image245.png"/><Relationship Id="rId65" Type="http://schemas.openxmlformats.org/officeDocument/2006/relationships/image" Target="../media/image246.png"/><Relationship Id="rId66" Type="http://schemas.openxmlformats.org/officeDocument/2006/relationships/image" Target="../media/image247.png"/><Relationship Id="rId67" Type="http://schemas.openxmlformats.org/officeDocument/2006/relationships/image" Target="../media/image248.png"/><Relationship Id="rId68" Type="http://schemas.openxmlformats.org/officeDocument/2006/relationships/image" Target="../media/image249.png"/><Relationship Id="rId69" Type="http://schemas.openxmlformats.org/officeDocument/2006/relationships/image" Target="../media/image250.png"/><Relationship Id="rId70" Type="http://schemas.openxmlformats.org/officeDocument/2006/relationships/image" Target="../media/image251.png"/><Relationship Id="rId71" Type="http://schemas.openxmlformats.org/officeDocument/2006/relationships/image" Target="../media/image252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3.png"/><Relationship Id="rId3" Type="http://schemas.openxmlformats.org/officeDocument/2006/relationships/image" Target="../media/image254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5.png"/><Relationship Id="rId3" Type="http://schemas.openxmlformats.org/officeDocument/2006/relationships/image" Target="../media/image256.png"/><Relationship Id="rId4" Type="http://schemas.openxmlformats.org/officeDocument/2006/relationships/image" Target="../media/image257.png"/><Relationship Id="rId5" Type="http://schemas.openxmlformats.org/officeDocument/2006/relationships/image" Target="../media/image258.png"/><Relationship Id="rId6" Type="http://schemas.openxmlformats.org/officeDocument/2006/relationships/image" Target="../media/image259.png"/><Relationship Id="rId7" Type="http://schemas.openxmlformats.org/officeDocument/2006/relationships/image" Target="../media/image260.png"/><Relationship Id="rId8" Type="http://schemas.openxmlformats.org/officeDocument/2006/relationships/image" Target="../media/image261.png"/><Relationship Id="rId9" Type="http://schemas.openxmlformats.org/officeDocument/2006/relationships/image" Target="../media/image262.png"/><Relationship Id="rId10" Type="http://schemas.openxmlformats.org/officeDocument/2006/relationships/image" Target="../media/image263.png"/><Relationship Id="rId11" Type="http://schemas.openxmlformats.org/officeDocument/2006/relationships/image" Target="../media/image264.png"/><Relationship Id="rId12" Type="http://schemas.openxmlformats.org/officeDocument/2006/relationships/image" Target="../media/image265.png"/><Relationship Id="rId13" Type="http://schemas.openxmlformats.org/officeDocument/2006/relationships/image" Target="../media/image266.png"/><Relationship Id="rId14" Type="http://schemas.openxmlformats.org/officeDocument/2006/relationships/image" Target="../media/image267.png"/><Relationship Id="rId15" Type="http://schemas.openxmlformats.org/officeDocument/2006/relationships/image" Target="../media/image268.png"/><Relationship Id="rId16" Type="http://schemas.openxmlformats.org/officeDocument/2006/relationships/image" Target="../media/image269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0.png"/><Relationship Id="rId3" Type="http://schemas.openxmlformats.org/officeDocument/2006/relationships/image" Target="../media/image271.png"/><Relationship Id="rId4" Type="http://schemas.openxmlformats.org/officeDocument/2006/relationships/image" Target="../media/image272.png"/><Relationship Id="rId5" Type="http://schemas.openxmlformats.org/officeDocument/2006/relationships/image" Target="../media/image273.png"/><Relationship Id="rId6" Type="http://schemas.openxmlformats.org/officeDocument/2006/relationships/image" Target="../media/image274.png"/><Relationship Id="rId7" Type="http://schemas.openxmlformats.org/officeDocument/2006/relationships/image" Target="../media/image275.png"/><Relationship Id="rId8" Type="http://schemas.openxmlformats.org/officeDocument/2006/relationships/image" Target="../media/image276.png"/><Relationship Id="rId9" Type="http://schemas.openxmlformats.org/officeDocument/2006/relationships/image" Target="../media/image277.png"/><Relationship Id="rId10" Type="http://schemas.openxmlformats.org/officeDocument/2006/relationships/image" Target="../media/image278.png"/><Relationship Id="rId11" Type="http://schemas.openxmlformats.org/officeDocument/2006/relationships/image" Target="../media/image279.png"/><Relationship Id="rId12" Type="http://schemas.openxmlformats.org/officeDocument/2006/relationships/image" Target="../media/image280.png"/><Relationship Id="rId13" Type="http://schemas.openxmlformats.org/officeDocument/2006/relationships/image" Target="../media/image281.png"/><Relationship Id="rId14" Type="http://schemas.openxmlformats.org/officeDocument/2006/relationships/image" Target="../media/image282.png"/><Relationship Id="rId15" Type="http://schemas.openxmlformats.org/officeDocument/2006/relationships/image" Target="../media/image283.png"/><Relationship Id="rId16" Type="http://schemas.openxmlformats.org/officeDocument/2006/relationships/image" Target="../media/image284.png"/><Relationship Id="rId17" Type="http://schemas.openxmlformats.org/officeDocument/2006/relationships/image" Target="../media/image285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6.png"/><Relationship Id="rId3" Type="http://schemas.openxmlformats.org/officeDocument/2006/relationships/image" Target="../media/image287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8.png"/><Relationship Id="rId3" Type="http://schemas.openxmlformats.org/officeDocument/2006/relationships/image" Target="../media/image289.png"/><Relationship Id="rId4" Type="http://schemas.openxmlformats.org/officeDocument/2006/relationships/image" Target="../media/image290.png"/><Relationship Id="rId5" Type="http://schemas.openxmlformats.org/officeDocument/2006/relationships/image" Target="../media/image291.png"/><Relationship Id="rId6" Type="http://schemas.openxmlformats.org/officeDocument/2006/relationships/image" Target="../media/image292.png"/><Relationship Id="rId7" Type="http://schemas.openxmlformats.org/officeDocument/2006/relationships/image" Target="../media/image293.png"/><Relationship Id="rId8" Type="http://schemas.openxmlformats.org/officeDocument/2006/relationships/image" Target="../media/image294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5.png"/><Relationship Id="rId3" Type="http://schemas.openxmlformats.org/officeDocument/2006/relationships/image" Target="../media/image296.png"/><Relationship Id="rId4" Type="http://schemas.openxmlformats.org/officeDocument/2006/relationships/image" Target="../media/image297.png"/><Relationship Id="rId5" Type="http://schemas.openxmlformats.org/officeDocument/2006/relationships/image" Target="../media/image298.png"/><Relationship Id="rId6" Type="http://schemas.openxmlformats.org/officeDocument/2006/relationships/image" Target="../media/image299.png"/><Relationship Id="rId7" Type="http://schemas.openxmlformats.org/officeDocument/2006/relationships/image" Target="../media/image300.png"/><Relationship Id="rId8" Type="http://schemas.openxmlformats.org/officeDocument/2006/relationships/image" Target="../media/image301.png"/><Relationship Id="rId9" Type="http://schemas.openxmlformats.org/officeDocument/2006/relationships/image" Target="../media/image302.png"/><Relationship Id="rId10" Type="http://schemas.openxmlformats.org/officeDocument/2006/relationships/image" Target="../media/image303.png"/><Relationship Id="rId11" Type="http://schemas.openxmlformats.org/officeDocument/2006/relationships/image" Target="../media/image304.png"/><Relationship Id="rId12" Type="http://schemas.openxmlformats.org/officeDocument/2006/relationships/image" Target="../media/image305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6.png"/><Relationship Id="rId3" Type="http://schemas.openxmlformats.org/officeDocument/2006/relationships/image" Target="../media/image307.png"/><Relationship Id="rId4" Type="http://schemas.openxmlformats.org/officeDocument/2006/relationships/image" Target="../media/image308.png"/><Relationship Id="rId5" Type="http://schemas.openxmlformats.org/officeDocument/2006/relationships/image" Target="../media/image309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0.png"/><Relationship Id="rId3" Type="http://schemas.openxmlformats.org/officeDocument/2006/relationships/image" Target="../media/image311.png"/><Relationship Id="rId4" Type="http://schemas.openxmlformats.org/officeDocument/2006/relationships/image" Target="../media/image312.png"/><Relationship Id="rId5" Type="http://schemas.openxmlformats.org/officeDocument/2006/relationships/image" Target="../media/image313.png"/><Relationship Id="rId6" Type="http://schemas.openxmlformats.org/officeDocument/2006/relationships/image" Target="../media/image314.png"/><Relationship Id="rId7" Type="http://schemas.openxmlformats.org/officeDocument/2006/relationships/image" Target="../media/image315.png"/><Relationship Id="rId8" Type="http://schemas.openxmlformats.org/officeDocument/2006/relationships/image" Target="../media/image316.png"/><Relationship Id="rId9" Type="http://schemas.openxmlformats.org/officeDocument/2006/relationships/image" Target="../media/image317.png"/><Relationship Id="rId10" Type="http://schemas.openxmlformats.org/officeDocument/2006/relationships/image" Target="../media/image318.png"/><Relationship Id="rId11" Type="http://schemas.openxmlformats.org/officeDocument/2006/relationships/image" Target="../media/image319.png"/><Relationship Id="rId12" Type="http://schemas.openxmlformats.org/officeDocument/2006/relationships/image" Target="../media/image320.png"/><Relationship Id="rId13" Type="http://schemas.openxmlformats.org/officeDocument/2006/relationships/image" Target="../media/image321.png"/><Relationship Id="rId14" Type="http://schemas.openxmlformats.org/officeDocument/2006/relationships/image" Target="../media/image322.png"/><Relationship Id="rId15" Type="http://schemas.openxmlformats.org/officeDocument/2006/relationships/image" Target="../media/image323.png"/><Relationship Id="rId16" Type="http://schemas.openxmlformats.org/officeDocument/2006/relationships/image" Target="../media/image324.png"/><Relationship Id="rId17" Type="http://schemas.openxmlformats.org/officeDocument/2006/relationships/image" Target="../media/image325.png"/><Relationship Id="rId18" Type="http://schemas.openxmlformats.org/officeDocument/2006/relationships/image" Target="../media/image326.png"/><Relationship Id="rId19" Type="http://schemas.openxmlformats.org/officeDocument/2006/relationships/image" Target="../media/image327.png"/><Relationship Id="rId20" Type="http://schemas.openxmlformats.org/officeDocument/2006/relationships/image" Target="../media/image328.png"/><Relationship Id="rId21" Type="http://schemas.openxmlformats.org/officeDocument/2006/relationships/image" Target="../media/image329.png"/><Relationship Id="rId22" Type="http://schemas.openxmlformats.org/officeDocument/2006/relationships/image" Target="../media/image330.png"/><Relationship Id="rId23" Type="http://schemas.openxmlformats.org/officeDocument/2006/relationships/image" Target="../media/image331.png"/><Relationship Id="rId24" Type="http://schemas.openxmlformats.org/officeDocument/2006/relationships/image" Target="../media/image332.png"/><Relationship Id="rId25" Type="http://schemas.openxmlformats.org/officeDocument/2006/relationships/image" Target="../media/image333.png"/><Relationship Id="rId26" Type="http://schemas.openxmlformats.org/officeDocument/2006/relationships/image" Target="../media/image334.png"/><Relationship Id="rId27" Type="http://schemas.openxmlformats.org/officeDocument/2006/relationships/image" Target="../media/image335.png"/><Relationship Id="rId28" Type="http://schemas.openxmlformats.org/officeDocument/2006/relationships/image" Target="../media/image336.png"/><Relationship Id="rId29" Type="http://schemas.openxmlformats.org/officeDocument/2006/relationships/image" Target="../media/image337.png"/><Relationship Id="rId30" Type="http://schemas.openxmlformats.org/officeDocument/2006/relationships/image" Target="../media/image338.png"/><Relationship Id="rId31" Type="http://schemas.openxmlformats.org/officeDocument/2006/relationships/image" Target="../media/image339.png"/><Relationship Id="rId32" Type="http://schemas.openxmlformats.org/officeDocument/2006/relationships/image" Target="../media/image340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1.png"/><Relationship Id="rId3" Type="http://schemas.openxmlformats.org/officeDocument/2006/relationships/image" Target="../media/image342.png"/><Relationship Id="rId4" Type="http://schemas.openxmlformats.org/officeDocument/2006/relationships/image" Target="../media/image343.png"/><Relationship Id="rId5" Type="http://schemas.openxmlformats.org/officeDocument/2006/relationships/image" Target="../media/image344.png"/><Relationship Id="rId6" Type="http://schemas.openxmlformats.org/officeDocument/2006/relationships/image" Target="../media/image345.png"/><Relationship Id="rId7" Type="http://schemas.openxmlformats.org/officeDocument/2006/relationships/image" Target="../media/image346.png"/><Relationship Id="rId8" Type="http://schemas.openxmlformats.org/officeDocument/2006/relationships/image" Target="../media/image347.png"/><Relationship Id="rId9" Type="http://schemas.openxmlformats.org/officeDocument/2006/relationships/image" Target="../media/image348.png"/><Relationship Id="rId10" Type="http://schemas.openxmlformats.org/officeDocument/2006/relationships/image" Target="../media/image349.png"/><Relationship Id="rId11" Type="http://schemas.openxmlformats.org/officeDocument/2006/relationships/image" Target="../media/image350.png"/><Relationship Id="rId12" Type="http://schemas.openxmlformats.org/officeDocument/2006/relationships/image" Target="../media/image351.png"/><Relationship Id="rId13" Type="http://schemas.openxmlformats.org/officeDocument/2006/relationships/image" Target="../media/image352.png"/><Relationship Id="rId14" Type="http://schemas.openxmlformats.org/officeDocument/2006/relationships/image" Target="../media/image353.png"/><Relationship Id="rId15" Type="http://schemas.openxmlformats.org/officeDocument/2006/relationships/image" Target="../media/image354.png"/><Relationship Id="rId16" Type="http://schemas.openxmlformats.org/officeDocument/2006/relationships/image" Target="../media/image355.png"/><Relationship Id="rId17" Type="http://schemas.openxmlformats.org/officeDocument/2006/relationships/image" Target="../media/image356.png"/><Relationship Id="rId18" Type="http://schemas.openxmlformats.org/officeDocument/2006/relationships/image" Target="../media/image357.png"/><Relationship Id="rId19" Type="http://schemas.openxmlformats.org/officeDocument/2006/relationships/image" Target="../media/image358.png"/><Relationship Id="rId20" Type="http://schemas.openxmlformats.org/officeDocument/2006/relationships/image" Target="../media/image359.png"/><Relationship Id="rId21" Type="http://schemas.openxmlformats.org/officeDocument/2006/relationships/image" Target="../media/image360.png"/><Relationship Id="rId22" Type="http://schemas.openxmlformats.org/officeDocument/2006/relationships/image" Target="../media/image361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62.png"/><Relationship Id="rId3" Type="http://schemas.openxmlformats.org/officeDocument/2006/relationships/image" Target="../media/image363.png"/><Relationship Id="rId4" Type="http://schemas.openxmlformats.org/officeDocument/2006/relationships/image" Target="../media/image364.png"/><Relationship Id="rId5" Type="http://schemas.openxmlformats.org/officeDocument/2006/relationships/image" Target="../media/image365.png"/><Relationship Id="rId6" Type="http://schemas.openxmlformats.org/officeDocument/2006/relationships/hyperlink" Target="http://www/" TargetMode="Externa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387" y="0"/>
            <a:ext cx="20097750" cy="11304905"/>
          </a:xfrm>
          <a:custGeom>
            <a:avLst/>
            <a:gdLst/>
            <a:ahLst/>
            <a:cxnLst/>
            <a:rect l="l" t="t" r="r" b="b"/>
            <a:pathLst>
              <a:path w="20097750" h="11304905">
                <a:moveTo>
                  <a:pt x="20097702" y="0"/>
                </a:moveTo>
                <a:lnTo>
                  <a:pt x="0" y="0"/>
                </a:lnTo>
                <a:lnTo>
                  <a:pt x="0" y="11304451"/>
                </a:lnTo>
                <a:lnTo>
                  <a:pt x="20097702" y="11304451"/>
                </a:lnTo>
                <a:lnTo>
                  <a:pt x="200977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818144" y="7395281"/>
            <a:ext cx="5722620" cy="21939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1554480">
              <a:lnSpc>
                <a:spcPct val="100000"/>
              </a:lnSpc>
              <a:spcBef>
                <a:spcPts val="90"/>
              </a:spcBef>
              <a:tabLst>
                <a:tab pos="2464435" algn="l"/>
              </a:tabLst>
            </a:pPr>
            <a:r>
              <a:rPr dirty="0" sz="4750" spc="-10" b="0">
                <a:solidFill>
                  <a:srgbClr val="7FC241"/>
                </a:solidFill>
                <a:latin typeface="Open Sans Light"/>
                <a:cs typeface="Open Sans Light"/>
              </a:rPr>
              <a:t>Avatars scenario</a:t>
            </a:r>
            <a:r>
              <a:rPr dirty="0" sz="4750" b="0">
                <a:solidFill>
                  <a:srgbClr val="7FC241"/>
                </a:solidFill>
                <a:latin typeface="Open Sans Light"/>
                <a:cs typeface="Open Sans Light"/>
              </a:rPr>
              <a:t>	</a:t>
            </a:r>
            <a:r>
              <a:rPr dirty="0" sz="4750" spc="-10" b="0">
                <a:solidFill>
                  <a:srgbClr val="7FC241"/>
                </a:solidFill>
                <a:latin typeface="Open Sans Light"/>
                <a:cs typeface="Open Sans Light"/>
              </a:rPr>
              <a:t>library</a:t>
            </a:r>
            <a:endParaRPr sz="4750">
              <a:latin typeface="Open Sans Light"/>
              <a:cs typeface="Open Sans Light"/>
            </a:endParaRPr>
          </a:p>
          <a:p>
            <a:pPr marL="12700">
              <a:lnSpc>
                <a:spcPts val="5680"/>
              </a:lnSpc>
            </a:pPr>
            <a:r>
              <a:rPr dirty="0" sz="4750" b="0">
                <a:solidFill>
                  <a:srgbClr val="FFFFFF"/>
                </a:solidFill>
                <a:latin typeface="Open Sans Light"/>
                <a:cs typeface="Open Sans Light"/>
              </a:rPr>
              <a:t>Western</a:t>
            </a:r>
            <a:r>
              <a:rPr dirty="0" sz="4750" spc="-215" b="0">
                <a:solidFill>
                  <a:srgbClr val="FFFFFF"/>
                </a:solidFill>
                <a:latin typeface="Open Sans Light"/>
                <a:cs typeface="Open Sans Light"/>
              </a:rPr>
              <a:t> </a:t>
            </a:r>
            <a:r>
              <a:rPr dirty="0" sz="4750" spc="-10" b="0">
                <a:solidFill>
                  <a:srgbClr val="FFFFFF"/>
                </a:solidFill>
                <a:latin typeface="Open Sans Light"/>
                <a:cs typeface="Open Sans Light"/>
              </a:rPr>
              <a:t>architecture</a:t>
            </a:r>
            <a:endParaRPr sz="4750">
              <a:latin typeface="Open Sans Light"/>
              <a:cs typeface="Open Sans Ligh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79099" y="10190748"/>
            <a:ext cx="192151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10" b="1">
                <a:solidFill>
                  <a:srgbClr val="FFFFFF"/>
                </a:solidFill>
                <a:latin typeface="Open Sans"/>
                <a:cs typeface="Open Sans"/>
              </a:rPr>
              <a:t>DECEMBER</a:t>
            </a:r>
            <a:r>
              <a:rPr dirty="0" sz="1900" spc="-6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900" spc="-20" b="1">
                <a:solidFill>
                  <a:srgbClr val="FFFFFF"/>
                </a:solidFill>
                <a:latin typeface="Open Sans"/>
                <a:cs typeface="Open Sans"/>
              </a:rPr>
              <a:t>2021</a:t>
            </a:r>
            <a:endParaRPr sz="1900">
              <a:latin typeface="Open Sans"/>
              <a:cs typeface="Open Sans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1811766" y="860821"/>
            <a:ext cx="137160" cy="546735"/>
          </a:xfrm>
          <a:custGeom>
            <a:avLst/>
            <a:gdLst/>
            <a:ahLst/>
            <a:cxnLst/>
            <a:rect l="l" t="t" r="r" b="b"/>
            <a:pathLst>
              <a:path w="137160" h="546735">
                <a:moveTo>
                  <a:pt x="136739" y="0"/>
                </a:moveTo>
                <a:lnTo>
                  <a:pt x="0" y="0"/>
                </a:lnTo>
                <a:lnTo>
                  <a:pt x="0" y="546245"/>
                </a:lnTo>
                <a:lnTo>
                  <a:pt x="136739" y="546245"/>
                </a:lnTo>
                <a:lnTo>
                  <a:pt x="1367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001734" y="994148"/>
            <a:ext cx="395605" cy="420370"/>
          </a:xfrm>
          <a:custGeom>
            <a:avLst/>
            <a:gdLst/>
            <a:ahLst/>
            <a:cxnLst/>
            <a:rect l="l" t="t" r="r" b="b"/>
            <a:pathLst>
              <a:path w="395605" h="420369">
                <a:moveTo>
                  <a:pt x="198999" y="0"/>
                </a:moveTo>
                <a:lnTo>
                  <a:pt x="154420" y="3435"/>
                </a:lnTo>
                <a:lnTo>
                  <a:pt x="115109" y="13741"/>
                </a:lnTo>
                <a:lnTo>
                  <a:pt x="81063" y="30917"/>
                </a:lnTo>
                <a:lnTo>
                  <a:pt x="29402" y="85215"/>
                </a:lnTo>
                <a:lnTo>
                  <a:pt x="13065" y="121002"/>
                </a:lnTo>
                <a:lnTo>
                  <a:pt x="3265" y="162320"/>
                </a:lnTo>
                <a:lnTo>
                  <a:pt x="0" y="209166"/>
                </a:lnTo>
                <a:lnTo>
                  <a:pt x="3340" y="255212"/>
                </a:lnTo>
                <a:lnTo>
                  <a:pt x="13332" y="296176"/>
                </a:lnTo>
                <a:lnTo>
                  <a:pt x="30003" y="332158"/>
                </a:lnTo>
                <a:lnTo>
                  <a:pt x="53349" y="363130"/>
                </a:lnTo>
                <a:lnTo>
                  <a:pt x="82311" y="388046"/>
                </a:lnTo>
                <a:lnTo>
                  <a:pt x="154085" y="416522"/>
                </a:lnTo>
                <a:lnTo>
                  <a:pt x="196894" y="420081"/>
                </a:lnTo>
                <a:lnTo>
                  <a:pt x="241311" y="416600"/>
                </a:lnTo>
                <a:lnTo>
                  <a:pt x="280509" y="406157"/>
                </a:lnTo>
                <a:lnTo>
                  <a:pt x="314485" y="388753"/>
                </a:lnTo>
                <a:lnTo>
                  <a:pt x="366117" y="333807"/>
                </a:lnTo>
                <a:lnTo>
                  <a:pt x="374081" y="316220"/>
                </a:lnTo>
                <a:lnTo>
                  <a:pt x="198276" y="316220"/>
                </a:lnTo>
                <a:lnTo>
                  <a:pt x="183353" y="314508"/>
                </a:lnTo>
                <a:lnTo>
                  <a:pt x="152477" y="288818"/>
                </a:lnTo>
                <a:lnTo>
                  <a:pt x="139696" y="233742"/>
                </a:lnTo>
                <a:lnTo>
                  <a:pt x="138843" y="209166"/>
                </a:lnTo>
                <a:lnTo>
                  <a:pt x="139696" y="184640"/>
                </a:lnTo>
                <a:lnTo>
                  <a:pt x="146512" y="145334"/>
                </a:lnTo>
                <a:lnTo>
                  <a:pt x="170569" y="110806"/>
                </a:lnTo>
                <a:lnTo>
                  <a:pt x="197575" y="104216"/>
                </a:lnTo>
                <a:lnTo>
                  <a:pt x="373745" y="104216"/>
                </a:lnTo>
                <a:lnTo>
                  <a:pt x="371213" y="98332"/>
                </a:lnTo>
                <a:lnTo>
                  <a:pt x="341797" y="56379"/>
                </a:lnTo>
                <a:lnTo>
                  <a:pt x="302147" y="25444"/>
                </a:lnTo>
                <a:lnTo>
                  <a:pt x="253977" y="6361"/>
                </a:lnTo>
                <a:lnTo>
                  <a:pt x="227336" y="1590"/>
                </a:lnTo>
                <a:lnTo>
                  <a:pt x="198999" y="0"/>
                </a:lnTo>
                <a:close/>
              </a:path>
              <a:path w="395605" h="420369">
                <a:moveTo>
                  <a:pt x="373745" y="104216"/>
                </a:moveTo>
                <a:lnTo>
                  <a:pt x="197575" y="104216"/>
                </a:lnTo>
                <a:lnTo>
                  <a:pt x="212489" y="105875"/>
                </a:lnTo>
                <a:lnTo>
                  <a:pt x="225036" y="110851"/>
                </a:lnTo>
                <a:lnTo>
                  <a:pt x="248861" y="145573"/>
                </a:lnTo>
                <a:lnTo>
                  <a:pt x="255498" y="184777"/>
                </a:lnTo>
                <a:lnTo>
                  <a:pt x="256327" y="209166"/>
                </a:lnTo>
                <a:lnTo>
                  <a:pt x="255510" y="233742"/>
                </a:lnTo>
                <a:lnTo>
                  <a:pt x="248963" y="273572"/>
                </a:lnTo>
                <a:lnTo>
                  <a:pt x="225432" y="309371"/>
                </a:lnTo>
                <a:lnTo>
                  <a:pt x="198276" y="316220"/>
                </a:lnTo>
                <a:lnTo>
                  <a:pt x="374081" y="316220"/>
                </a:lnTo>
                <a:lnTo>
                  <a:pt x="382450" y="297739"/>
                </a:lnTo>
                <a:lnTo>
                  <a:pt x="392243" y="256189"/>
                </a:lnTo>
                <a:lnTo>
                  <a:pt x="395506" y="209166"/>
                </a:lnTo>
                <a:lnTo>
                  <a:pt x="393988" y="178459"/>
                </a:lnTo>
                <a:lnTo>
                  <a:pt x="389434" y="149748"/>
                </a:lnTo>
                <a:lnTo>
                  <a:pt x="381843" y="123037"/>
                </a:lnTo>
                <a:lnTo>
                  <a:pt x="373745" y="1042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451534" y="1001322"/>
            <a:ext cx="137160" cy="405765"/>
          </a:xfrm>
          <a:custGeom>
            <a:avLst/>
            <a:gdLst/>
            <a:ahLst/>
            <a:cxnLst/>
            <a:rect l="l" t="t" r="r" b="b"/>
            <a:pathLst>
              <a:path w="137160" h="405765">
                <a:moveTo>
                  <a:pt x="136749" y="0"/>
                </a:moveTo>
                <a:lnTo>
                  <a:pt x="0" y="0"/>
                </a:lnTo>
                <a:lnTo>
                  <a:pt x="0" y="405746"/>
                </a:lnTo>
                <a:lnTo>
                  <a:pt x="136749" y="405746"/>
                </a:lnTo>
                <a:lnTo>
                  <a:pt x="1367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451537" y="860821"/>
            <a:ext cx="137160" cy="91440"/>
          </a:xfrm>
          <a:custGeom>
            <a:avLst/>
            <a:gdLst/>
            <a:ahLst/>
            <a:cxnLst/>
            <a:rect l="l" t="t" r="r" b="b"/>
            <a:pathLst>
              <a:path w="137160" h="91440">
                <a:moveTo>
                  <a:pt x="136749" y="0"/>
                </a:moveTo>
                <a:lnTo>
                  <a:pt x="0" y="0"/>
                </a:lnTo>
                <a:lnTo>
                  <a:pt x="0" y="91431"/>
                </a:lnTo>
                <a:lnTo>
                  <a:pt x="136749" y="91431"/>
                </a:lnTo>
                <a:lnTo>
                  <a:pt x="1367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2642633" y="873767"/>
            <a:ext cx="1210945" cy="542290"/>
            <a:chOff x="2642633" y="873767"/>
            <a:chExt cx="1210945" cy="542290"/>
          </a:xfrm>
        </p:grpSpPr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95687" y="1258431"/>
              <a:ext cx="157314" cy="157304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2642628" y="873778"/>
              <a:ext cx="1019810" cy="541020"/>
            </a:xfrm>
            <a:custGeom>
              <a:avLst/>
              <a:gdLst/>
              <a:ahLst/>
              <a:cxnLst/>
              <a:rect l="l" t="t" r="r" b="b"/>
              <a:pathLst>
                <a:path w="1019810" h="541019">
                  <a:moveTo>
                    <a:pt x="288836" y="415810"/>
                  </a:moveTo>
                  <a:lnTo>
                    <a:pt x="270281" y="421932"/>
                  </a:lnTo>
                  <a:lnTo>
                    <a:pt x="253072" y="426300"/>
                  </a:lnTo>
                  <a:lnTo>
                    <a:pt x="237223" y="428929"/>
                  </a:lnTo>
                  <a:lnTo>
                    <a:pt x="222719" y="429806"/>
                  </a:lnTo>
                  <a:lnTo>
                    <a:pt x="206527" y="427342"/>
                  </a:lnTo>
                  <a:lnTo>
                    <a:pt x="194945" y="419950"/>
                  </a:lnTo>
                  <a:lnTo>
                    <a:pt x="187998" y="407631"/>
                  </a:lnTo>
                  <a:lnTo>
                    <a:pt x="185674" y="390398"/>
                  </a:lnTo>
                  <a:lnTo>
                    <a:pt x="185674" y="232473"/>
                  </a:lnTo>
                  <a:lnTo>
                    <a:pt x="272935" y="232473"/>
                  </a:lnTo>
                  <a:lnTo>
                    <a:pt x="272935" y="127571"/>
                  </a:lnTo>
                  <a:lnTo>
                    <a:pt x="185674" y="127571"/>
                  </a:lnTo>
                  <a:lnTo>
                    <a:pt x="185674" y="0"/>
                  </a:lnTo>
                  <a:lnTo>
                    <a:pt x="47891" y="23977"/>
                  </a:lnTo>
                  <a:lnTo>
                    <a:pt x="47891" y="127571"/>
                  </a:lnTo>
                  <a:lnTo>
                    <a:pt x="0" y="127571"/>
                  </a:lnTo>
                  <a:lnTo>
                    <a:pt x="0" y="232473"/>
                  </a:lnTo>
                  <a:lnTo>
                    <a:pt x="47891" y="232473"/>
                  </a:lnTo>
                  <a:lnTo>
                    <a:pt x="47891" y="399732"/>
                  </a:lnTo>
                  <a:lnTo>
                    <a:pt x="49796" y="433222"/>
                  </a:lnTo>
                  <a:lnTo>
                    <a:pt x="64985" y="486295"/>
                  </a:lnTo>
                  <a:lnTo>
                    <a:pt x="95910" y="521004"/>
                  </a:lnTo>
                  <a:lnTo>
                    <a:pt x="145580" y="538289"/>
                  </a:lnTo>
                  <a:lnTo>
                    <a:pt x="177609" y="540448"/>
                  </a:lnTo>
                  <a:lnTo>
                    <a:pt x="193865" y="540131"/>
                  </a:lnTo>
                  <a:lnTo>
                    <a:pt x="236194" y="535241"/>
                  </a:lnTo>
                  <a:lnTo>
                    <a:pt x="275170" y="523544"/>
                  </a:lnTo>
                  <a:lnTo>
                    <a:pt x="288836" y="517906"/>
                  </a:lnTo>
                  <a:lnTo>
                    <a:pt x="288836" y="415810"/>
                  </a:lnTo>
                  <a:close/>
                </a:path>
                <a:path w="1019810" h="541019">
                  <a:moveTo>
                    <a:pt x="605332" y="415810"/>
                  </a:moveTo>
                  <a:lnTo>
                    <a:pt x="586778" y="421932"/>
                  </a:lnTo>
                  <a:lnTo>
                    <a:pt x="569582" y="426300"/>
                  </a:lnTo>
                  <a:lnTo>
                    <a:pt x="553732" y="428929"/>
                  </a:lnTo>
                  <a:lnTo>
                    <a:pt x="539229" y="429806"/>
                  </a:lnTo>
                  <a:lnTo>
                    <a:pt x="523024" y="427342"/>
                  </a:lnTo>
                  <a:lnTo>
                    <a:pt x="511454" y="419950"/>
                  </a:lnTo>
                  <a:lnTo>
                    <a:pt x="504507" y="407631"/>
                  </a:lnTo>
                  <a:lnTo>
                    <a:pt x="502183" y="390398"/>
                  </a:lnTo>
                  <a:lnTo>
                    <a:pt x="502183" y="232473"/>
                  </a:lnTo>
                  <a:lnTo>
                    <a:pt x="589470" y="232473"/>
                  </a:lnTo>
                  <a:lnTo>
                    <a:pt x="589470" y="127571"/>
                  </a:lnTo>
                  <a:lnTo>
                    <a:pt x="502183" y="127571"/>
                  </a:lnTo>
                  <a:lnTo>
                    <a:pt x="502183" y="0"/>
                  </a:lnTo>
                  <a:lnTo>
                    <a:pt x="364401" y="22402"/>
                  </a:lnTo>
                  <a:lnTo>
                    <a:pt x="364401" y="127571"/>
                  </a:lnTo>
                  <a:lnTo>
                    <a:pt x="316471" y="127571"/>
                  </a:lnTo>
                  <a:lnTo>
                    <a:pt x="316471" y="232473"/>
                  </a:lnTo>
                  <a:lnTo>
                    <a:pt x="364401" y="232473"/>
                  </a:lnTo>
                  <a:lnTo>
                    <a:pt x="364401" y="399732"/>
                  </a:lnTo>
                  <a:lnTo>
                    <a:pt x="366306" y="433222"/>
                  </a:lnTo>
                  <a:lnTo>
                    <a:pt x="381508" y="486295"/>
                  </a:lnTo>
                  <a:lnTo>
                    <a:pt x="412432" y="521004"/>
                  </a:lnTo>
                  <a:lnTo>
                    <a:pt x="462089" y="538289"/>
                  </a:lnTo>
                  <a:lnTo>
                    <a:pt x="494118" y="540448"/>
                  </a:lnTo>
                  <a:lnTo>
                    <a:pt x="510387" y="540131"/>
                  </a:lnTo>
                  <a:lnTo>
                    <a:pt x="552716" y="535241"/>
                  </a:lnTo>
                  <a:lnTo>
                    <a:pt x="591693" y="523544"/>
                  </a:lnTo>
                  <a:lnTo>
                    <a:pt x="605332" y="517906"/>
                  </a:lnTo>
                  <a:lnTo>
                    <a:pt x="605332" y="415810"/>
                  </a:lnTo>
                  <a:close/>
                </a:path>
                <a:path w="1019810" h="541019">
                  <a:moveTo>
                    <a:pt x="1019530" y="305917"/>
                  </a:moveTo>
                  <a:lnTo>
                    <a:pt x="1016482" y="263588"/>
                  </a:lnTo>
                  <a:lnTo>
                    <a:pt x="1007325" y="226529"/>
                  </a:lnTo>
                  <a:lnTo>
                    <a:pt x="970737" y="168198"/>
                  </a:lnTo>
                  <a:lnTo>
                    <a:pt x="911783" y="132346"/>
                  </a:lnTo>
                  <a:lnTo>
                    <a:pt x="895375" y="128384"/>
                  </a:lnTo>
                  <a:lnTo>
                    <a:pt x="895375" y="280111"/>
                  </a:lnTo>
                  <a:lnTo>
                    <a:pt x="777900" y="280111"/>
                  </a:lnTo>
                  <a:lnTo>
                    <a:pt x="789660" y="240118"/>
                  </a:lnTo>
                  <a:lnTo>
                    <a:pt x="825779" y="216611"/>
                  </a:lnTo>
                  <a:lnTo>
                    <a:pt x="837336" y="215646"/>
                  </a:lnTo>
                  <a:lnTo>
                    <a:pt x="849795" y="216738"/>
                  </a:lnTo>
                  <a:lnTo>
                    <a:pt x="885990" y="242722"/>
                  </a:lnTo>
                  <a:lnTo>
                    <a:pt x="895375" y="280111"/>
                  </a:lnTo>
                  <a:lnTo>
                    <a:pt x="895375" y="128384"/>
                  </a:lnTo>
                  <a:lnTo>
                    <a:pt x="874661" y="123380"/>
                  </a:lnTo>
                  <a:lnTo>
                    <a:pt x="832459" y="120396"/>
                  </a:lnTo>
                  <a:lnTo>
                    <a:pt x="788136" y="123825"/>
                  </a:lnTo>
                  <a:lnTo>
                    <a:pt x="749223" y="134124"/>
                  </a:lnTo>
                  <a:lnTo>
                    <a:pt x="687654" y="175361"/>
                  </a:lnTo>
                  <a:lnTo>
                    <a:pt x="649643" y="242277"/>
                  </a:lnTo>
                  <a:lnTo>
                    <a:pt x="640130" y="284708"/>
                  </a:lnTo>
                  <a:lnTo>
                    <a:pt x="636955" y="333108"/>
                  </a:lnTo>
                  <a:lnTo>
                    <a:pt x="640384" y="380022"/>
                  </a:lnTo>
                  <a:lnTo>
                    <a:pt x="650646" y="421246"/>
                  </a:lnTo>
                  <a:lnTo>
                    <a:pt x="667753" y="456755"/>
                  </a:lnTo>
                  <a:lnTo>
                    <a:pt x="691692" y="486562"/>
                  </a:lnTo>
                  <a:lnTo>
                    <a:pt x="721829" y="510133"/>
                  </a:lnTo>
                  <a:lnTo>
                    <a:pt x="757491" y="526973"/>
                  </a:lnTo>
                  <a:lnTo>
                    <a:pt x="798677" y="537083"/>
                  </a:lnTo>
                  <a:lnTo>
                    <a:pt x="845400" y="540448"/>
                  </a:lnTo>
                  <a:lnTo>
                    <a:pt x="868349" y="540042"/>
                  </a:lnTo>
                  <a:lnTo>
                    <a:pt x="909256" y="536816"/>
                  </a:lnTo>
                  <a:lnTo>
                    <a:pt x="960755" y="525030"/>
                  </a:lnTo>
                  <a:lnTo>
                    <a:pt x="993267" y="510921"/>
                  </a:lnTo>
                  <a:lnTo>
                    <a:pt x="977176" y="440918"/>
                  </a:lnTo>
                  <a:lnTo>
                    <a:pt x="972261" y="419506"/>
                  </a:lnTo>
                  <a:lnTo>
                    <a:pt x="928065" y="433908"/>
                  </a:lnTo>
                  <a:lnTo>
                    <a:pt x="879487" y="440474"/>
                  </a:lnTo>
                  <a:lnTo>
                    <a:pt x="861834" y="440918"/>
                  </a:lnTo>
                  <a:lnTo>
                    <a:pt x="843102" y="439699"/>
                  </a:lnTo>
                  <a:lnTo>
                    <a:pt x="799401" y="421576"/>
                  </a:lnTo>
                  <a:lnTo>
                    <a:pt x="777138" y="384289"/>
                  </a:lnTo>
                  <a:lnTo>
                    <a:pt x="775093" y="368198"/>
                  </a:lnTo>
                  <a:lnTo>
                    <a:pt x="1019530" y="368198"/>
                  </a:lnTo>
                  <a:lnTo>
                    <a:pt x="1019530" y="30591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/>
          <p:nvPr/>
        </p:nvSpPr>
        <p:spPr>
          <a:xfrm>
            <a:off x="884872" y="863110"/>
            <a:ext cx="874394" cy="551180"/>
          </a:xfrm>
          <a:custGeom>
            <a:avLst/>
            <a:gdLst/>
            <a:ahLst/>
            <a:cxnLst/>
            <a:rect l="l" t="t" r="r" b="b"/>
            <a:pathLst>
              <a:path w="874394" h="551180">
                <a:moveTo>
                  <a:pt x="450888" y="260464"/>
                </a:moveTo>
                <a:lnTo>
                  <a:pt x="446544" y="200914"/>
                </a:lnTo>
                <a:lnTo>
                  <a:pt x="433501" y="148831"/>
                </a:lnTo>
                <a:lnTo>
                  <a:pt x="418820" y="118681"/>
                </a:lnTo>
                <a:lnTo>
                  <a:pt x="411759" y="104178"/>
                </a:lnTo>
                <a:lnTo>
                  <a:pt x="381330" y="66967"/>
                </a:lnTo>
                <a:lnTo>
                  <a:pt x="342887" y="37680"/>
                </a:lnTo>
                <a:lnTo>
                  <a:pt x="301929" y="18948"/>
                </a:lnTo>
                <a:lnTo>
                  <a:pt x="301929" y="265645"/>
                </a:lnTo>
                <a:lnTo>
                  <a:pt x="300012" y="303072"/>
                </a:lnTo>
                <a:lnTo>
                  <a:pt x="284746" y="362521"/>
                </a:lnTo>
                <a:lnTo>
                  <a:pt x="253961" y="401535"/>
                </a:lnTo>
                <a:lnTo>
                  <a:pt x="206006" y="420966"/>
                </a:lnTo>
                <a:lnTo>
                  <a:pt x="175475" y="423405"/>
                </a:lnTo>
                <a:lnTo>
                  <a:pt x="143510" y="423405"/>
                </a:lnTo>
                <a:lnTo>
                  <a:pt x="143510" y="118681"/>
                </a:lnTo>
                <a:lnTo>
                  <a:pt x="185280" y="118681"/>
                </a:lnTo>
                <a:lnTo>
                  <a:pt x="236664" y="127711"/>
                </a:lnTo>
                <a:lnTo>
                  <a:pt x="273037" y="154774"/>
                </a:lnTo>
                <a:lnTo>
                  <a:pt x="294703" y="200558"/>
                </a:lnTo>
                <a:lnTo>
                  <a:pt x="301929" y="265645"/>
                </a:lnTo>
                <a:lnTo>
                  <a:pt x="301929" y="18948"/>
                </a:lnTo>
                <a:lnTo>
                  <a:pt x="297154" y="16751"/>
                </a:lnTo>
                <a:lnTo>
                  <a:pt x="244144" y="4191"/>
                </a:lnTo>
                <a:lnTo>
                  <a:pt x="183832" y="0"/>
                </a:lnTo>
                <a:lnTo>
                  <a:pt x="0" y="0"/>
                </a:lnTo>
                <a:lnTo>
                  <a:pt x="0" y="543966"/>
                </a:lnTo>
                <a:lnTo>
                  <a:pt x="171843" y="543966"/>
                </a:lnTo>
                <a:lnTo>
                  <a:pt x="222516" y="541020"/>
                </a:lnTo>
                <a:lnTo>
                  <a:pt x="268439" y="532180"/>
                </a:lnTo>
                <a:lnTo>
                  <a:pt x="309600" y="517436"/>
                </a:lnTo>
                <a:lnTo>
                  <a:pt x="346011" y="496811"/>
                </a:lnTo>
                <a:lnTo>
                  <a:pt x="377672" y="470281"/>
                </a:lnTo>
                <a:lnTo>
                  <a:pt x="404025" y="438315"/>
                </a:lnTo>
                <a:lnTo>
                  <a:pt x="424535" y="401358"/>
                </a:lnTo>
                <a:lnTo>
                  <a:pt x="439178" y="359384"/>
                </a:lnTo>
                <a:lnTo>
                  <a:pt x="447967" y="312420"/>
                </a:lnTo>
                <a:lnTo>
                  <a:pt x="450888" y="260464"/>
                </a:lnTo>
                <a:close/>
              </a:path>
              <a:path w="874394" h="551180">
                <a:moveTo>
                  <a:pt x="874001" y="316585"/>
                </a:moveTo>
                <a:lnTo>
                  <a:pt x="870953" y="274256"/>
                </a:lnTo>
                <a:lnTo>
                  <a:pt x="861822" y="237197"/>
                </a:lnTo>
                <a:lnTo>
                  <a:pt x="825233" y="178866"/>
                </a:lnTo>
                <a:lnTo>
                  <a:pt x="766267" y="143014"/>
                </a:lnTo>
                <a:lnTo>
                  <a:pt x="749858" y="139052"/>
                </a:lnTo>
                <a:lnTo>
                  <a:pt x="749858" y="290779"/>
                </a:lnTo>
                <a:lnTo>
                  <a:pt x="632371" y="290779"/>
                </a:lnTo>
                <a:lnTo>
                  <a:pt x="644144" y="250786"/>
                </a:lnTo>
                <a:lnTo>
                  <a:pt x="680250" y="227279"/>
                </a:lnTo>
                <a:lnTo>
                  <a:pt x="691832" y="226314"/>
                </a:lnTo>
                <a:lnTo>
                  <a:pt x="704265" y="227406"/>
                </a:lnTo>
                <a:lnTo>
                  <a:pt x="740460" y="253390"/>
                </a:lnTo>
                <a:lnTo>
                  <a:pt x="749858" y="290779"/>
                </a:lnTo>
                <a:lnTo>
                  <a:pt x="749858" y="139052"/>
                </a:lnTo>
                <a:lnTo>
                  <a:pt x="729145" y="134048"/>
                </a:lnTo>
                <a:lnTo>
                  <a:pt x="686917" y="131064"/>
                </a:lnTo>
                <a:lnTo>
                  <a:pt x="642594" y="134493"/>
                </a:lnTo>
                <a:lnTo>
                  <a:pt x="603694" y="144792"/>
                </a:lnTo>
                <a:lnTo>
                  <a:pt x="542150" y="186029"/>
                </a:lnTo>
                <a:lnTo>
                  <a:pt x="504113" y="252945"/>
                </a:lnTo>
                <a:lnTo>
                  <a:pt x="494601" y="295376"/>
                </a:lnTo>
                <a:lnTo>
                  <a:pt x="491426" y="343776"/>
                </a:lnTo>
                <a:lnTo>
                  <a:pt x="494855" y="390690"/>
                </a:lnTo>
                <a:lnTo>
                  <a:pt x="505117" y="431914"/>
                </a:lnTo>
                <a:lnTo>
                  <a:pt x="522224" y="467423"/>
                </a:lnTo>
                <a:lnTo>
                  <a:pt x="546176" y="497230"/>
                </a:lnTo>
                <a:lnTo>
                  <a:pt x="576300" y="520801"/>
                </a:lnTo>
                <a:lnTo>
                  <a:pt x="611962" y="537641"/>
                </a:lnTo>
                <a:lnTo>
                  <a:pt x="653148" y="547751"/>
                </a:lnTo>
                <a:lnTo>
                  <a:pt x="699871" y="551116"/>
                </a:lnTo>
                <a:lnTo>
                  <a:pt x="722820" y="550710"/>
                </a:lnTo>
                <a:lnTo>
                  <a:pt x="763727" y="547484"/>
                </a:lnTo>
                <a:lnTo>
                  <a:pt x="815238" y="535698"/>
                </a:lnTo>
                <a:lnTo>
                  <a:pt x="847750" y="521589"/>
                </a:lnTo>
                <a:lnTo>
                  <a:pt x="831646" y="451586"/>
                </a:lnTo>
                <a:lnTo>
                  <a:pt x="826731" y="430174"/>
                </a:lnTo>
                <a:lnTo>
                  <a:pt x="782561" y="444576"/>
                </a:lnTo>
                <a:lnTo>
                  <a:pt x="733958" y="451142"/>
                </a:lnTo>
                <a:lnTo>
                  <a:pt x="716305" y="451586"/>
                </a:lnTo>
                <a:lnTo>
                  <a:pt x="697585" y="450367"/>
                </a:lnTo>
                <a:lnTo>
                  <a:pt x="653872" y="432244"/>
                </a:lnTo>
                <a:lnTo>
                  <a:pt x="631621" y="394957"/>
                </a:lnTo>
                <a:lnTo>
                  <a:pt x="629577" y="378866"/>
                </a:lnTo>
                <a:lnTo>
                  <a:pt x="874001" y="378866"/>
                </a:lnTo>
                <a:lnTo>
                  <a:pt x="874001" y="3165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" name="object 1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12508" y="1094957"/>
            <a:ext cx="7229694" cy="81906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03150" y="3752369"/>
            <a:ext cx="843915" cy="1069975"/>
            <a:chOff x="803150" y="3752369"/>
            <a:chExt cx="843915" cy="1069975"/>
          </a:xfrm>
        </p:grpSpPr>
        <p:sp>
          <p:nvSpPr>
            <p:cNvPr id="3" name="object 3" descr=""/>
            <p:cNvSpPr/>
            <p:nvPr/>
          </p:nvSpPr>
          <p:spPr>
            <a:xfrm>
              <a:off x="803150" y="3752369"/>
              <a:ext cx="843915" cy="843915"/>
            </a:xfrm>
            <a:custGeom>
              <a:avLst/>
              <a:gdLst/>
              <a:ahLst/>
              <a:cxnLst/>
              <a:rect l="l" t="t" r="r" b="b"/>
              <a:pathLst>
                <a:path w="843914" h="843914">
                  <a:moveTo>
                    <a:pt x="421767" y="0"/>
                  </a:moveTo>
                  <a:lnTo>
                    <a:pt x="372580" y="2837"/>
                  </a:lnTo>
                  <a:lnTo>
                    <a:pt x="325059" y="11139"/>
                  </a:lnTo>
                  <a:lnTo>
                    <a:pt x="279522" y="24588"/>
                  </a:lnTo>
                  <a:lnTo>
                    <a:pt x="236284" y="42868"/>
                  </a:lnTo>
                  <a:lnTo>
                    <a:pt x="195662" y="65664"/>
                  </a:lnTo>
                  <a:lnTo>
                    <a:pt x="157973" y="92657"/>
                  </a:lnTo>
                  <a:lnTo>
                    <a:pt x="123532" y="123532"/>
                  </a:lnTo>
                  <a:lnTo>
                    <a:pt x="92657" y="157973"/>
                  </a:lnTo>
                  <a:lnTo>
                    <a:pt x="65664" y="195662"/>
                  </a:lnTo>
                  <a:lnTo>
                    <a:pt x="42868" y="236284"/>
                  </a:lnTo>
                  <a:lnTo>
                    <a:pt x="24588" y="279522"/>
                  </a:lnTo>
                  <a:lnTo>
                    <a:pt x="11139" y="325059"/>
                  </a:lnTo>
                  <a:lnTo>
                    <a:pt x="2837" y="372580"/>
                  </a:lnTo>
                  <a:lnTo>
                    <a:pt x="0" y="421767"/>
                  </a:lnTo>
                  <a:lnTo>
                    <a:pt x="2837" y="470954"/>
                  </a:lnTo>
                  <a:lnTo>
                    <a:pt x="11139" y="518474"/>
                  </a:lnTo>
                  <a:lnTo>
                    <a:pt x="24588" y="564011"/>
                  </a:lnTo>
                  <a:lnTo>
                    <a:pt x="42868" y="607249"/>
                  </a:lnTo>
                  <a:lnTo>
                    <a:pt x="65664" y="647871"/>
                  </a:lnTo>
                  <a:lnTo>
                    <a:pt x="92657" y="685561"/>
                  </a:lnTo>
                  <a:lnTo>
                    <a:pt x="123532" y="720001"/>
                  </a:lnTo>
                  <a:lnTo>
                    <a:pt x="157973" y="750876"/>
                  </a:lnTo>
                  <a:lnTo>
                    <a:pt x="195662" y="777870"/>
                  </a:lnTo>
                  <a:lnTo>
                    <a:pt x="236284" y="800665"/>
                  </a:lnTo>
                  <a:lnTo>
                    <a:pt x="279522" y="818946"/>
                  </a:lnTo>
                  <a:lnTo>
                    <a:pt x="325059" y="832395"/>
                  </a:lnTo>
                  <a:lnTo>
                    <a:pt x="372580" y="840696"/>
                  </a:lnTo>
                  <a:lnTo>
                    <a:pt x="421767" y="843534"/>
                  </a:lnTo>
                  <a:lnTo>
                    <a:pt x="470952" y="840696"/>
                  </a:lnTo>
                  <a:lnTo>
                    <a:pt x="518470" y="832395"/>
                  </a:lnTo>
                  <a:lnTo>
                    <a:pt x="564006" y="818946"/>
                  </a:lnTo>
                  <a:lnTo>
                    <a:pt x="607243" y="800665"/>
                  </a:lnTo>
                  <a:lnTo>
                    <a:pt x="647863" y="777870"/>
                  </a:lnTo>
                  <a:lnTo>
                    <a:pt x="685552" y="750876"/>
                  </a:lnTo>
                  <a:lnTo>
                    <a:pt x="719992" y="720001"/>
                  </a:lnTo>
                  <a:lnTo>
                    <a:pt x="750867" y="685561"/>
                  </a:lnTo>
                  <a:lnTo>
                    <a:pt x="777860" y="647871"/>
                  </a:lnTo>
                  <a:lnTo>
                    <a:pt x="800655" y="607249"/>
                  </a:lnTo>
                  <a:lnTo>
                    <a:pt x="818935" y="564011"/>
                  </a:lnTo>
                  <a:lnTo>
                    <a:pt x="832384" y="518474"/>
                  </a:lnTo>
                  <a:lnTo>
                    <a:pt x="840686" y="470954"/>
                  </a:lnTo>
                  <a:lnTo>
                    <a:pt x="843524" y="421767"/>
                  </a:lnTo>
                  <a:lnTo>
                    <a:pt x="840686" y="372580"/>
                  </a:lnTo>
                  <a:lnTo>
                    <a:pt x="832384" y="325059"/>
                  </a:lnTo>
                  <a:lnTo>
                    <a:pt x="818935" y="279522"/>
                  </a:lnTo>
                  <a:lnTo>
                    <a:pt x="800655" y="236284"/>
                  </a:lnTo>
                  <a:lnTo>
                    <a:pt x="777860" y="195662"/>
                  </a:lnTo>
                  <a:lnTo>
                    <a:pt x="750867" y="157973"/>
                  </a:lnTo>
                  <a:lnTo>
                    <a:pt x="719992" y="123532"/>
                  </a:lnTo>
                  <a:lnTo>
                    <a:pt x="685552" y="92657"/>
                  </a:lnTo>
                  <a:lnTo>
                    <a:pt x="647863" y="65664"/>
                  </a:lnTo>
                  <a:lnTo>
                    <a:pt x="607243" y="42868"/>
                  </a:lnTo>
                  <a:lnTo>
                    <a:pt x="564006" y="24588"/>
                  </a:lnTo>
                  <a:lnTo>
                    <a:pt x="518470" y="11139"/>
                  </a:lnTo>
                  <a:lnTo>
                    <a:pt x="470952" y="2837"/>
                  </a:lnTo>
                  <a:lnTo>
                    <a:pt x="421767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214371" y="4244436"/>
              <a:ext cx="21590" cy="577850"/>
            </a:xfrm>
            <a:custGeom>
              <a:avLst/>
              <a:gdLst/>
              <a:ahLst/>
              <a:cxnLst/>
              <a:rect l="l" t="t" r="r" b="b"/>
              <a:pathLst>
                <a:path w="21590" h="577850">
                  <a:moveTo>
                    <a:pt x="0" y="577286"/>
                  </a:moveTo>
                  <a:lnTo>
                    <a:pt x="21580" y="577286"/>
                  </a:lnTo>
                  <a:lnTo>
                    <a:pt x="21580" y="0"/>
                  </a:lnTo>
                  <a:lnTo>
                    <a:pt x="0" y="0"/>
                  </a:lnTo>
                  <a:lnTo>
                    <a:pt x="0" y="577286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7116" y="4307306"/>
              <a:ext cx="215597" cy="340282"/>
            </a:xfrm>
            <a:prstGeom prst="rect">
              <a:avLst/>
            </a:prstGeom>
          </p:spPr>
        </p:pic>
      </p:grpSp>
      <p:grpSp>
        <p:nvGrpSpPr>
          <p:cNvPr id="6" name="object 6" descr=""/>
          <p:cNvGrpSpPr/>
          <p:nvPr/>
        </p:nvGrpSpPr>
        <p:grpSpPr>
          <a:xfrm>
            <a:off x="18334550" y="8467122"/>
            <a:ext cx="753745" cy="1631314"/>
            <a:chOff x="18334550" y="8467122"/>
            <a:chExt cx="753745" cy="1631314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334550" y="8467122"/>
              <a:ext cx="753599" cy="1373884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8711352" y="8822168"/>
              <a:ext cx="0" cy="1272540"/>
            </a:xfrm>
            <a:custGeom>
              <a:avLst/>
              <a:gdLst/>
              <a:ahLst/>
              <a:cxnLst/>
              <a:rect l="l" t="t" r="r" b="b"/>
              <a:pathLst>
                <a:path w="0" h="1272540">
                  <a:moveTo>
                    <a:pt x="0" y="0"/>
                  </a:moveTo>
                  <a:lnTo>
                    <a:pt x="0" y="1272003"/>
                  </a:lnTo>
                </a:path>
              </a:pathLst>
            </a:custGeom>
            <a:ln w="7622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8578595" y="10094171"/>
              <a:ext cx="278130" cy="0"/>
            </a:xfrm>
            <a:custGeom>
              <a:avLst/>
              <a:gdLst/>
              <a:ahLst/>
              <a:cxnLst/>
              <a:rect l="l" t="t" r="r" b="b"/>
              <a:pathLst>
                <a:path w="278130" h="0">
                  <a:moveTo>
                    <a:pt x="0" y="0"/>
                  </a:moveTo>
                  <a:lnTo>
                    <a:pt x="277865" y="0"/>
                  </a:lnTo>
                </a:path>
              </a:pathLst>
            </a:custGeom>
            <a:ln w="7622">
              <a:solidFill>
                <a:srgbClr val="CFBE8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8711353" y="8897809"/>
              <a:ext cx="54610" cy="134620"/>
            </a:xfrm>
            <a:custGeom>
              <a:avLst/>
              <a:gdLst/>
              <a:ahLst/>
              <a:cxnLst/>
              <a:rect l="l" t="t" r="r" b="b"/>
              <a:pathLst>
                <a:path w="54609" h="134620">
                  <a:moveTo>
                    <a:pt x="54029" y="0"/>
                  </a:moveTo>
                  <a:lnTo>
                    <a:pt x="0" y="134299"/>
                  </a:lnTo>
                </a:path>
              </a:pathLst>
            </a:custGeom>
            <a:ln w="7622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8603293" y="9043688"/>
              <a:ext cx="108585" cy="278130"/>
            </a:xfrm>
            <a:custGeom>
              <a:avLst/>
              <a:gdLst/>
              <a:ahLst/>
              <a:cxnLst/>
              <a:rect l="l" t="t" r="r" b="b"/>
              <a:pathLst>
                <a:path w="108584" h="278129">
                  <a:moveTo>
                    <a:pt x="0" y="0"/>
                  </a:moveTo>
                  <a:lnTo>
                    <a:pt x="108059" y="277865"/>
                  </a:lnTo>
                </a:path>
              </a:pathLst>
            </a:custGeom>
            <a:ln w="7622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8711349" y="9374810"/>
              <a:ext cx="213995" cy="296545"/>
            </a:xfrm>
            <a:custGeom>
              <a:avLst/>
              <a:gdLst/>
              <a:ahLst/>
              <a:cxnLst/>
              <a:rect l="l" t="t" r="r" b="b"/>
              <a:pathLst>
                <a:path w="213994" h="296545">
                  <a:moveTo>
                    <a:pt x="213805" y="0"/>
                  </a:moveTo>
                  <a:lnTo>
                    <a:pt x="0" y="296388"/>
                  </a:lnTo>
                </a:path>
              </a:pathLst>
            </a:custGeom>
            <a:ln w="7622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 descr=""/>
          <p:cNvGrpSpPr/>
          <p:nvPr/>
        </p:nvGrpSpPr>
        <p:grpSpPr>
          <a:xfrm>
            <a:off x="19217775" y="9032108"/>
            <a:ext cx="424815" cy="1066165"/>
            <a:chOff x="19217775" y="9032108"/>
            <a:chExt cx="424815" cy="1066165"/>
          </a:xfrm>
        </p:grpSpPr>
        <p:sp>
          <p:nvSpPr>
            <p:cNvPr id="14" name="object 14" descr=""/>
            <p:cNvSpPr/>
            <p:nvPr/>
          </p:nvSpPr>
          <p:spPr>
            <a:xfrm>
              <a:off x="19217775" y="9032108"/>
              <a:ext cx="424815" cy="771525"/>
            </a:xfrm>
            <a:custGeom>
              <a:avLst/>
              <a:gdLst/>
              <a:ahLst/>
              <a:cxnLst/>
              <a:rect l="l" t="t" r="r" b="b"/>
              <a:pathLst>
                <a:path w="424815" h="771525">
                  <a:moveTo>
                    <a:pt x="212166" y="0"/>
                  </a:moveTo>
                  <a:lnTo>
                    <a:pt x="91181" y="166070"/>
                  </a:lnTo>
                  <a:lnTo>
                    <a:pt x="55291" y="283077"/>
                  </a:lnTo>
                  <a:lnTo>
                    <a:pt x="63685" y="352326"/>
                  </a:lnTo>
                  <a:lnTo>
                    <a:pt x="75552" y="375119"/>
                  </a:lnTo>
                  <a:lnTo>
                    <a:pt x="45740" y="425337"/>
                  </a:lnTo>
                  <a:lnTo>
                    <a:pt x="28084" y="464267"/>
                  </a:lnTo>
                  <a:lnTo>
                    <a:pt x="15636" y="511880"/>
                  </a:lnTo>
                  <a:lnTo>
                    <a:pt x="1450" y="588149"/>
                  </a:lnTo>
                  <a:lnTo>
                    <a:pt x="0" y="639112"/>
                  </a:lnTo>
                  <a:lnTo>
                    <a:pt x="13657" y="681122"/>
                  </a:lnTo>
                  <a:lnTo>
                    <a:pt x="39668" y="714586"/>
                  </a:lnTo>
                  <a:lnTo>
                    <a:pt x="75278" y="739908"/>
                  </a:lnTo>
                  <a:lnTo>
                    <a:pt x="117734" y="757493"/>
                  </a:lnTo>
                  <a:lnTo>
                    <a:pt x="164281" y="767747"/>
                  </a:lnTo>
                  <a:lnTo>
                    <a:pt x="212166" y="771075"/>
                  </a:lnTo>
                  <a:lnTo>
                    <a:pt x="260050" y="767747"/>
                  </a:lnTo>
                  <a:lnTo>
                    <a:pt x="306597" y="757493"/>
                  </a:lnTo>
                  <a:lnTo>
                    <a:pt x="349053" y="739908"/>
                  </a:lnTo>
                  <a:lnTo>
                    <a:pt x="384664" y="714586"/>
                  </a:lnTo>
                  <a:lnTo>
                    <a:pt x="410674" y="681122"/>
                  </a:lnTo>
                  <a:lnTo>
                    <a:pt x="424332" y="639112"/>
                  </a:lnTo>
                  <a:lnTo>
                    <a:pt x="422882" y="588149"/>
                  </a:lnTo>
                  <a:lnTo>
                    <a:pt x="401536" y="500158"/>
                  </a:lnTo>
                  <a:lnTo>
                    <a:pt x="377149" y="433007"/>
                  </a:lnTo>
                  <a:lnTo>
                    <a:pt x="357102" y="390170"/>
                  </a:lnTo>
                  <a:lnTo>
                    <a:pt x="348779" y="375119"/>
                  </a:lnTo>
                  <a:lnTo>
                    <a:pt x="402657" y="301530"/>
                  </a:lnTo>
                  <a:lnTo>
                    <a:pt x="406386" y="237926"/>
                  </a:lnTo>
                  <a:lnTo>
                    <a:pt x="347158" y="149138"/>
                  </a:lnTo>
                  <a:lnTo>
                    <a:pt x="212166" y="0"/>
                  </a:lnTo>
                  <a:close/>
                </a:path>
              </a:pathLst>
            </a:custGeom>
            <a:solidFill>
              <a:srgbClr val="F7AC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9429944" y="9221984"/>
              <a:ext cx="0" cy="872490"/>
            </a:xfrm>
            <a:custGeom>
              <a:avLst/>
              <a:gdLst/>
              <a:ahLst/>
              <a:cxnLst/>
              <a:rect l="l" t="t" r="r" b="b"/>
              <a:pathLst>
                <a:path w="0" h="872490">
                  <a:moveTo>
                    <a:pt x="0" y="0"/>
                  </a:moveTo>
                  <a:lnTo>
                    <a:pt x="0" y="872182"/>
                  </a:lnTo>
                </a:path>
              </a:pathLst>
            </a:custGeom>
            <a:ln w="7622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9291012" y="10094171"/>
              <a:ext cx="278130" cy="0"/>
            </a:xfrm>
            <a:custGeom>
              <a:avLst/>
              <a:gdLst/>
              <a:ahLst/>
              <a:cxnLst/>
              <a:rect l="l" t="t" r="r" b="b"/>
              <a:pathLst>
                <a:path w="278130" h="0">
                  <a:moveTo>
                    <a:pt x="0" y="0"/>
                  </a:moveTo>
                  <a:lnTo>
                    <a:pt x="277865" y="0"/>
                  </a:lnTo>
                </a:path>
              </a:pathLst>
            </a:custGeom>
            <a:ln w="7622">
              <a:solidFill>
                <a:srgbClr val="CFBE8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217775" y="9032108"/>
              <a:ext cx="424332" cy="771075"/>
            </a:xfrm>
            <a:prstGeom prst="rect">
              <a:avLst/>
            </a:prstGeom>
          </p:spPr>
        </p:pic>
      </p:grpSp>
      <p:sp>
        <p:nvSpPr>
          <p:cNvPr id="18" name="object 18" descr=""/>
          <p:cNvSpPr/>
          <p:nvPr/>
        </p:nvSpPr>
        <p:spPr>
          <a:xfrm>
            <a:off x="19061090" y="2935108"/>
            <a:ext cx="490220" cy="178435"/>
          </a:xfrm>
          <a:custGeom>
            <a:avLst/>
            <a:gdLst/>
            <a:ahLst/>
            <a:cxnLst/>
            <a:rect l="l" t="t" r="r" b="b"/>
            <a:pathLst>
              <a:path w="490219" h="178435">
                <a:moveTo>
                  <a:pt x="397374" y="0"/>
                </a:moveTo>
                <a:lnTo>
                  <a:pt x="340141" y="16798"/>
                </a:lnTo>
                <a:lnTo>
                  <a:pt x="245008" y="78680"/>
                </a:lnTo>
                <a:lnTo>
                  <a:pt x="138247" y="37581"/>
                </a:lnTo>
                <a:lnTo>
                  <a:pt x="61634" y="55419"/>
                </a:lnTo>
                <a:lnTo>
                  <a:pt x="15456" y="94076"/>
                </a:lnTo>
                <a:lnTo>
                  <a:pt x="0" y="115433"/>
                </a:lnTo>
                <a:lnTo>
                  <a:pt x="111280" y="87125"/>
                </a:lnTo>
                <a:lnTo>
                  <a:pt x="187390" y="112942"/>
                </a:lnTo>
                <a:lnTo>
                  <a:pt x="231058" y="155701"/>
                </a:lnTo>
                <a:lnTo>
                  <a:pt x="245008" y="178217"/>
                </a:lnTo>
                <a:lnTo>
                  <a:pt x="289323" y="91096"/>
                </a:lnTo>
                <a:lnTo>
                  <a:pt x="329616" y="55516"/>
                </a:lnTo>
                <a:lnTo>
                  <a:pt x="388858" y="65590"/>
                </a:lnTo>
                <a:lnTo>
                  <a:pt x="490016" y="115433"/>
                </a:lnTo>
                <a:lnTo>
                  <a:pt x="439675" y="31729"/>
                </a:lnTo>
                <a:lnTo>
                  <a:pt x="397374" y="0"/>
                </a:lnTo>
                <a:close/>
              </a:path>
            </a:pathLst>
          </a:custGeom>
          <a:solidFill>
            <a:srgbClr val="009E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19364475" y="2600635"/>
            <a:ext cx="332105" cy="120650"/>
          </a:xfrm>
          <a:custGeom>
            <a:avLst/>
            <a:gdLst/>
            <a:ahLst/>
            <a:cxnLst/>
            <a:rect l="l" t="t" r="r" b="b"/>
            <a:pathLst>
              <a:path w="332105" h="120650">
                <a:moveTo>
                  <a:pt x="268819" y="0"/>
                </a:moveTo>
                <a:lnTo>
                  <a:pt x="230100" y="11365"/>
                </a:lnTo>
                <a:lnTo>
                  <a:pt x="165743" y="53231"/>
                </a:lnTo>
                <a:lnTo>
                  <a:pt x="93520" y="25424"/>
                </a:lnTo>
                <a:lnTo>
                  <a:pt x="41693" y="37491"/>
                </a:lnTo>
                <a:lnTo>
                  <a:pt x="10455" y="63641"/>
                </a:lnTo>
                <a:lnTo>
                  <a:pt x="0" y="78089"/>
                </a:lnTo>
                <a:lnTo>
                  <a:pt x="75279" y="58942"/>
                </a:lnTo>
                <a:lnTo>
                  <a:pt x="126767" y="76409"/>
                </a:lnTo>
                <a:lnTo>
                  <a:pt x="156306" y="105337"/>
                </a:lnTo>
                <a:lnTo>
                  <a:pt x="165743" y="120569"/>
                </a:lnTo>
                <a:lnTo>
                  <a:pt x="195721" y="61631"/>
                </a:lnTo>
                <a:lnTo>
                  <a:pt x="222980" y="37560"/>
                </a:lnTo>
                <a:lnTo>
                  <a:pt x="263059" y="44373"/>
                </a:lnTo>
                <a:lnTo>
                  <a:pt x="331497" y="78089"/>
                </a:lnTo>
                <a:lnTo>
                  <a:pt x="297438" y="21464"/>
                </a:lnTo>
                <a:lnTo>
                  <a:pt x="268819" y="0"/>
                </a:lnTo>
                <a:close/>
              </a:path>
            </a:pathLst>
          </a:custGeom>
          <a:solidFill>
            <a:srgbClr val="009EE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0" name="object 20" descr=""/>
          <p:cNvGrpSpPr/>
          <p:nvPr/>
        </p:nvGrpSpPr>
        <p:grpSpPr>
          <a:xfrm>
            <a:off x="18180001" y="2021519"/>
            <a:ext cx="408940" cy="377825"/>
            <a:chOff x="18180001" y="2021519"/>
            <a:chExt cx="408940" cy="377825"/>
          </a:xfrm>
        </p:grpSpPr>
        <p:sp>
          <p:nvSpPr>
            <p:cNvPr id="21" name="object 21" descr=""/>
            <p:cNvSpPr/>
            <p:nvPr/>
          </p:nvSpPr>
          <p:spPr>
            <a:xfrm>
              <a:off x="18180001" y="2021519"/>
              <a:ext cx="238760" cy="377825"/>
            </a:xfrm>
            <a:custGeom>
              <a:avLst/>
              <a:gdLst/>
              <a:ahLst/>
              <a:cxnLst/>
              <a:rect l="l" t="t" r="r" b="b"/>
              <a:pathLst>
                <a:path w="238759" h="377825">
                  <a:moveTo>
                    <a:pt x="0" y="377716"/>
                  </a:moveTo>
                  <a:lnTo>
                    <a:pt x="238484" y="377716"/>
                  </a:lnTo>
                  <a:lnTo>
                    <a:pt x="238484" y="0"/>
                  </a:lnTo>
                  <a:lnTo>
                    <a:pt x="0" y="0"/>
                  </a:lnTo>
                  <a:lnTo>
                    <a:pt x="0" y="377716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8418486" y="2021519"/>
              <a:ext cx="170180" cy="377825"/>
            </a:xfrm>
            <a:custGeom>
              <a:avLst/>
              <a:gdLst/>
              <a:ahLst/>
              <a:cxnLst/>
              <a:rect l="l" t="t" r="r" b="b"/>
              <a:pathLst>
                <a:path w="170180" h="377825">
                  <a:moveTo>
                    <a:pt x="0" y="377716"/>
                  </a:moveTo>
                  <a:lnTo>
                    <a:pt x="169858" y="377716"/>
                  </a:lnTo>
                  <a:lnTo>
                    <a:pt x="169858" y="0"/>
                  </a:lnTo>
                  <a:lnTo>
                    <a:pt x="0" y="0"/>
                  </a:lnTo>
                  <a:lnTo>
                    <a:pt x="0" y="377716"/>
                  </a:lnTo>
                  <a:close/>
                </a:path>
              </a:pathLst>
            </a:custGeom>
            <a:solidFill>
              <a:srgbClr val="FFD23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 descr=""/>
          <p:cNvGrpSpPr/>
          <p:nvPr/>
        </p:nvGrpSpPr>
        <p:grpSpPr>
          <a:xfrm>
            <a:off x="18003753" y="2399235"/>
            <a:ext cx="756920" cy="2414905"/>
            <a:chOff x="18003753" y="2399235"/>
            <a:chExt cx="756920" cy="2414905"/>
          </a:xfrm>
        </p:grpSpPr>
        <p:sp>
          <p:nvSpPr>
            <p:cNvPr id="24" name="object 24" descr=""/>
            <p:cNvSpPr/>
            <p:nvPr/>
          </p:nvSpPr>
          <p:spPr>
            <a:xfrm>
              <a:off x="18003753" y="2460489"/>
              <a:ext cx="756920" cy="2353310"/>
            </a:xfrm>
            <a:custGeom>
              <a:avLst/>
              <a:gdLst/>
              <a:ahLst/>
              <a:cxnLst/>
              <a:rect l="l" t="t" r="r" b="b"/>
              <a:pathLst>
                <a:path w="756919" h="2353310">
                  <a:moveTo>
                    <a:pt x="582547" y="0"/>
                  </a:moveTo>
                  <a:lnTo>
                    <a:pt x="174193" y="0"/>
                  </a:lnTo>
                  <a:lnTo>
                    <a:pt x="0" y="2353174"/>
                  </a:lnTo>
                  <a:lnTo>
                    <a:pt x="756751" y="2353174"/>
                  </a:lnTo>
                  <a:lnTo>
                    <a:pt x="582547" y="0"/>
                  </a:lnTo>
                  <a:close/>
                </a:path>
              </a:pathLst>
            </a:custGeom>
            <a:solidFill>
              <a:srgbClr val="1DA2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8112620" y="2399235"/>
              <a:ext cx="539115" cy="61594"/>
            </a:xfrm>
            <a:custGeom>
              <a:avLst/>
              <a:gdLst/>
              <a:ahLst/>
              <a:cxnLst/>
              <a:rect l="l" t="t" r="r" b="b"/>
              <a:pathLst>
                <a:path w="539115" h="61594">
                  <a:moveTo>
                    <a:pt x="539020" y="0"/>
                  </a:moveTo>
                  <a:lnTo>
                    <a:pt x="0" y="0"/>
                  </a:lnTo>
                  <a:lnTo>
                    <a:pt x="0" y="61254"/>
                  </a:lnTo>
                  <a:lnTo>
                    <a:pt x="539020" y="61254"/>
                  </a:lnTo>
                  <a:lnTo>
                    <a:pt x="539020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/>
          <p:nvPr/>
        </p:nvSpPr>
        <p:spPr>
          <a:xfrm>
            <a:off x="18112620" y="1840353"/>
            <a:ext cx="539115" cy="193675"/>
          </a:xfrm>
          <a:custGeom>
            <a:avLst/>
            <a:gdLst/>
            <a:ahLst/>
            <a:cxnLst/>
            <a:rect l="l" t="t" r="r" b="b"/>
            <a:pathLst>
              <a:path w="539115" h="193675">
                <a:moveTo>
                  <a:pt x="270672" y="0"/>
                </a:moveTo>
                <a:lnTo>
                  <a:pt x="222977" y="4175"/>
                </a:lnTo>
                <a:lnTo>
                  <a:pt x="177405" y="16353"/>
                </a:lnTo>
                <a:lnTo>
                  <a:pt x="134876" y="36006"/>
                </a:lnTo>
                <a:lnTo>
                  <a:pt x="96314" y="62611"/>
                </a:lnTo>
                <a:lnTo>
                  <a:pt x="62639" y="95641"/>
                </a:lnTo>
                <a:lnTo>
                  <a:pt x="34773" y="134571"/>
                </a:lnTo>
                <a:lnTo>
                  <a:pt x="0" y="193397"/>
                </a:lnTo>
                <a:lnTo>
                  <a:pt x="539020" y="193397"/>
                </a:lnTo>
                <a:lnTo>
                  <a:pt x="510895" y="142163"/>
                </a:lnTo>
                <a:lnTo>
                  <a:pt x="483333" y="101190"/>
                </a:lnTo>
                <a:lnTo>
                  <a:pt x="449448" y="66340"/>
                </a:lnTo>
                <a:lnTo>
                  <a:pt x="410240" y="38204"/>
                </a:lnTo>
                <a:lnTo>
                  <a:pt x="366708" y="17374"/>
                </a:lnTo>
                <a:lnTo>
                  <a:pt x="319852" y="4442"/>
                </a:lnTo>
                <a:lnTo>
                  <a:pt x="270672" y="0"/>
                </a:lnTo>
                <a:close/>
              </a:path>
            </a:pathLst>
          </a:custGeom>
          <a:solidFill>
            <a:srgbClr val="C9F0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7" name="object 2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314747" y="2767830"/>
            <a:ext cx="134760" cy="232757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314747" y="3221099"/>
            <a:ext cx="134760" cy="232757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314747" y="3674368"/>
            <a:ext cx="134760" cy="232757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314747" y="4127637"/>
            <a:ext cx="134760" cy="232757"/>
          </a:xfrm>
          <a:prstGeom prst="rect">
            <a:avLst/>
          </a:prstGeom>
        </p:spPr>
      </p:pic>
      <p:grpSp>
        <p:nvGrpSpPr>
          <p:cNvPr id="31" name="object 31" descr=""/>
          <p:cNvGrpSpPr/>
          <p:nvPr/>
        </p:nvGrpSpPr>
        <p:grpSpPr>
          <a:xfrm>
            <a:off x="17758883" y="4580906"/>
            <a:ext cx="1246505" cy="238125"/>
            <a:chOff x="17758883" y="4580906"/>
            <a:chExt cx="1246505" cy="238125"/>
          </a:xfrm>
        </p:grpSpPr>
        <p:pic>
          <p:nvPicPr>
            <p:cNvPr id="32" name="object 3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314747" y="4580906"/>
              <a:ext cx="134760" cy="232757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17758883" y="4813663"/>
              <a:ext cx="1246505" cy="0"/>
            </a:xfrm>
            <a:custGeom>
              <a:avLst/>
              <a:gdLst/>
              <a:ahLst/>
              <a:cxnLst/>
              <a:rect l="l" t="t" r="r" b="b"/>
              <a:pathLst>
                <a:path w="1246505" h="0">
                  <a:moveTo>
                    <a:pt x="0" y="0"/>
                  </a:moveTo>
                  <a:lnTo>
                    <a:pt x="1246485" y="0"/>
                  </a:lnTo>
                </a:path>
              </a:pathLst>
            </a:custGeom>
            <a:ln w="9800">
              <a:solidFill>
                <a:srgbClr val="9FD3C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" name="object 34" descr=""/>
          <p:cNvGrpSpPr/>
          <p:nvPr/>
        </p:nvGrpSpPr>
        <p:grpSpPr>
          <a:xfrm>
            <a:off x="10765064" y="7579135"/>
            <a:ext cx="5010785" cy="2513330"/>
            <a:chOff x="10765064" y="7579135"/>
            <a:chExt cx="5010785" cy="2513330"/>
          </a:xfrm>
        </p:grpSpPr>
        <p:pic>
          <p:nvPicPr>
            <p:cNvPr id="35" name="object 3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765064" y="8180885"/>
              <a:ext cx="5010346" cy="1910998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12127942" y="7579135"/>
              <a:ext cx="1931670" cy="769620"/>
            </a:xfrm>
            <a:custGeom>
              <a:avLst/>
              <a:gdLst/>
              <a:ahLst/>
              <a:cxnLst/>
              <a:rect l="l" t="t" r="r" b="b"/>
              <a:pathLst>
                <a:path w="1931669" h="769620">
                  <a:moveTo>
                    <a:pt x="1565606" y="0"/>
                  </a:moveTo>
                  <a:lnTo>
                    <a:pt x="0" y="0"/>
                  </a:lnTo>
                  <a:lnTo>
                    <a:pt x="365653" y="769159"/>
                  </a:lnTo>
                  <a:lnTo>
                    <a:pt x="1931271" y="769159"/>
                  </a:lnTo>
                  <a:lnTo>
                    <a:pt x="1565606" y="0"/>
                  </a:lnTo>
                  <a:close/>
                </a:path>
              </a:pathLst>
            </a:custGeom>
            <a:solidFill>
              <a:srgbClr val="2B34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1880590" y="8308134"/>
              <a:ext cx="1402715" cy="1761489"/>
            </a:xfrm>
            <a:custGeom>
              <a:avLst/>
              <a:gdLst/>
              <a:ahLst/>
              <a:cxnLst/>
              <a:rect l="l" t="t" r="r" b="b"/>
              <a:pathLst>
                <a:path w="1402715" h="1761490">
                  <a:moveTo>
                    <a:pt x="1402124" y="0"/>
                  </a:moveTo>
                  <a:lnTo>
                    <a:pt x="0" y="0"/>
                  </a:lnTo>
                  <a:lnTo>
                    <a:pt x="0" y="1761202"/>
                  </a:lnTo>
                  <a:lnTo>
                    <a:pt x="1402124" y="1761202"/>
                  </a:lnTo>
                  <a:lnTo>
                    <a:pt x="1402124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3282708" y="7619292"/>
              <a:ext cx="656590" cy="2450465"/>
            </a:xfrm>
            <a:custGeom>
              <a:avLst/>
              <a:gdLst/>
              <a:ahLst/>
              <a:cxnLst/>
              <a:rect l="l" t="t" r="r" b="b"/>
              <a:pathLst>
                <a:path w="656590" h="2450465">
                  <a:moveTo>
                    <a:pt x="328995" y="0"/>
                  </a:moveTo>
                  <a:lnTo>
                    <a:pt x="0" y="688848"/>
                  </a:lnTo>
                  <a:lnTo>
                    <a:pt x="0" y="2450040"/>
                  </a:lnTo>
                  <a:lnTo>
                    <a:pt x="656493" y="2450040"/>
                  </a:lnTo>
                  <a:lnTo>
                    <a:pt x="656493" y="688848"/>
                  </a:lnTo>
                  <a:lnTo>
                    <a:pt x="328995" y="0"/>
                  </a:lnTo>
                  <a:close/>
                </a:path>
              </a:pathLst>
            </a:custGeom>
            <a:solidFill>
              <a:srgbClr val="4DBA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1760574" y="7579135"/>
              <a:ext cx="1931670" cy="769620"/>
            </a:xfrm>
            <a:custGeom>
              <a:avLst/>
              <a:gdLst/>
              <a:ahLst/>
              <a:cxnLst/>
              <a:rect l="l" t="t" r="r" b="b"/>
              <a:pathLst>
                <a:path w="1931669" h="769620">
                  <a:moveTo>
                    <a:pt x="1931271" y="0"/>
                  </a:moveTo>
                  <a:lnTo>
                    <a:pt x="365653" y="0"/>
                  </a:lnTo>
                  <a:lnTo>
                    <a:pt x="0" y="769159"/>
                  </a:lnTo>
                  <a:lnTo>
                    <a:pt x="1565606" y="769159"/>
                  </a:lnTo>
                  <a:lnTo>
                    <a:pt x="1931271" y="0"/>
                  </a:lnTo>
                  <a:close/>
                </a:path>
              </a:pathLst>
            </a:custGeom>
            <a:solidFill>
              <a:srgbClr val="4D538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085365" y="8525564"/>
              <a:ext cx="158204" cy="248034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502548" y="8525564"/>
              <a:ext cx="158162" cy="248034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919730" y="8525564"/>
              <a:ext cx="158162" cy="248034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085365" y="8986925"/>
              <a:ext cx="158204" cy="248076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502548" y="8986925"/>
              <a:ext cx="158162" cy="248076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919730" y="8986925"/>
              <a:ext cx="158162" cy="248076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085365" y="9448336"/>
              <a:ext cx="158204" cy="248034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502548" y="9448336"/>
              <a:ext cx="158162" cy="248034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919730" y="9448336"/>
              <a:ext cx="158162" cy="248034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406145" y="8525564"/>
              <a:ext cx="158204" cy="248034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3406145" y="8986925"/>
              <a:ext cx="158204" cy="248076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3691840" y="8525564"/>
              <a:ext cx="158173" cy="248034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3691840" y="8986925"/>
              <a:ext cx="158173" cy="248076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3406145" y="9448336"/>
              <a:ext cx="158204" cy="248034"/>
            </a:xfrm>
            <a:prstGeom prst="rect">
              <a:avLst/>
            </a:prstGeom>
          </p:spPr>
        </p:pic>
        <p:pic>
          <p:nvPicPr>
            <p:cNvPr id="54" name="object 54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3691840" y="9448336"/>
              <a:ext cx="158173" cy="248034"/>
            </a:xfrm>
            <a:prstGeom prst="rect">
              <a:avLst/>
            </a:prstGeom>
          </p:spPr>
        </p:pic>
      </p:grpSp>
      <p:sp>
        <p:nvSpPr>
          <p:cNvPr id="55" name="object 55" descr=""/>
          <p:cNvSpPr/>
          <p:nvPr/>
        </p:nvSpPr>
        <p:spPr>
          <a:xfrm>
            <a:off x="17542648" y="6816954"/>
            <a:ext cx="1008380" cy="3225800"/>
          </a:xfrm>
          <a:custGeom>
            <a:avLst/>
            <a:gdLst/>
            <a:ahLst/>
            <a:cxnLst/>
            <a:rect l="l" t="t" r="r" b="b"/>
            <a:pathLst>
              <a:path w="1008380" h="3225800">
                <a:moveTo>
                  <a:pt x="0" y="3225408"/>
                </a:moveTo>
                <a:lnTo>
                  <a:pt x="1008272" y="3225408"/>
                </a:lnTo>
                <a:lnTo>
                  <a:pt x="1008272" y="0"/>
                </a:lnTo>
                <a:lnTo>
                  <a:pt x="0" y="0"/>
                </a:lnTo>
                <a:lnTo>
                  <a:pt x="0" y="3225408"/>
                </a:lnTo>
                <a:close/>
              </a:path>
            </a:pathLst>
          </a:custGeom>
          <a:solidFill>
            <a:srgbClr val="C9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 descr=""/>
          <p:cNvSpPr/>
          <p:nvPr/>
        </p:nvSpPr>
        <p:spPr>
          <a:xfrm>
            <a:off x="17889737" y="6478190"/>
            <a:ext cx="314325" cy="192405"/>
          </a:xfrm>
          <a:custGeom>
            <a:avLst/>
            <a:gdLst/>
            <a:ahLst/>
            <a:cxnLst/>
            <a:rect l="l" t="t" r="r" b="b"/>
            <a:pathLst>
              <a:path w="314325" h="192404">
                <a:moveTo>
                  <a:pt x="314095" y="0"/>
                </a:moveTo>
                <a:lnTo>
                  <a:pt x="0" y="0"/>
                </a:lnTo>
                <a:lnTo>
                  <a:pt x="0" y="191973"/>
                </a:lnTo>
                <a:lnTo>
                  <a:pt x="314095" y="191973"/>
                </a:lnTo>
                <a:lnTo>
                  <a:pt x="314095" y="0"/>
                </a:lnTo>
                <a:close/>
              </a:path>
            </a:pathLst>
          </a:custGeom>
          <a:solidFill>
            <a:srgbClr val="C9F0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7" name="object 57" descr=""/>
          <p:cNvGrpSpPr/>
          <p:nvPr/>
        </p:nvGrpSpPr>
        <p:grpSpPr>
          <a:xfrm>
            <a:off x="17514293" y="6670174"/>
            <a:ext cx="1065530" cy="147320"/>
            <a:chOff x="17514293" y="6670174"/>
            <a:chExt cx="1065530" cy="147320"/>
          </a:xfrm>
        </p:grpSpPr>
        <p:sp>
          <p:nvSpPr>
            <p:cNvPr id="58" name="object 58" descr=""/>
            <p:cNvSpPr/>
            <p:nvPr/>
          </p:nvSpPr>
          <p:spPr>
            <a:xfrm>
              <a:off x="17542648" y="6751721"/>
              <a:ext cx="1008380" cy="65405"/>
            </a:xfrm>
            <a:custGeom>
              <a:avLst/>
              <a:gdLst/>
              <a:ahLst/>
              <a:cxnLst/>
              <a:rect l="l" t="t" r="r" b="b"/>
              <a:pathLst>
                <a:path w="1008380" h="65404">
                  <a:moveTo>
                    <a:pt x="1008272" y="0"/>
                  </a:moveTo>
                  <a:lnTo>
                    <a:pt x="0" y="0"/>
                  </a:lnTo>
                  <a:lnTo>
                    <a:pt x="0" y="65233"/>
                  </a:lnTo>
                  <a:lnTo>
                    <a:pt x="1008272" y="65233"/>
                  </a:lnTo>
                  <a:lnTo>
                    <a:pt x="1008272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17532198" y="6670186"/>
              <a:ext cx="1029335" cy="81915"/>
            </a:xfrm>
            <a:custGeom>
              <a:avLst/>
              <a:gdLst/>
              <a:ahLst/>
              <a:cxnLst/>
              <a:rect l="l" t="t" r="r" b="b"/>
              <a:pathLst>
                <a:path w="1029334" h="81915">
                  <a:moveTo>
                    <a:pt x="1029169" y="58000"/>
                  </a:moveTo>
                  <a:lnTo>
                    <a:pt x="0" y="58000"/>
                  </a:lnTo>
                  <a:lnTo>
                    <a:pt x="0" y="81546"/>
                  </a:lnTo>
                  <a:lnTo>
                    <a:pt x="1029169" y="81546"/>
                  </a:lnTo>
                  <a:lnTo>
                    <a:pt x="1029169" y="58000"/>
                  </a:lnTo>
                  <a:close/>
                </a:path>
                <a:path w="1029334" h="81915">
                  <a:moveTo>
                    <a:pt x="1029169" y="0"/>
                  </a:moveTo>
                  <a:lnTo>
                    <a:pt x="0" y="0"/>
                  </a:lnTo>
                  <a:lnTo>
                    <a:pt x="0" y="23545"/>
                  </a:lnTo>
                  <a:lnTo>
                    <a:pt x="1029169" y="23545"/>
                  </a:lnTo>
                  <a:lnTo>
                    <a:pt x="1029169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17514293" y="6693723"/>
              <a:ext cx="1065530" cy="34925"/>
            </a:xfrm>
            <a:custGeom>
              <a:avLst/>
              <a:gdLst/>
              <a:ahLst/>
              <a:cxnLst/>
              <a:rect l="l" t="t" r="r" b="b"/>
              <a:pathLst>
                <a:path w="1065530" h="34925">
                  <a:moveTo>
                    <a:pt x="1065035" y="0"/>
                  </a:moveTo>
                  <a:lnTo>
                    <a:pt x="0" y="0"/>
                  </a:lnTo>
                  <a:lnTo>
                    <a:pt x="0" y="34470"/>
                  </a:lnTo>
                  <a:lnTo>
                    <a:pt x="1065035" y="34470"/>
                  </a:lnTo>
                  <a:lnTo>
                    <a:pt x="1065035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1" name="object 61" descr=""/>
          <p:cNvGrpSpPr/>
          <p:nvPr/>
        </p:nvGrpSpPr>
        <p:grpSpPr>
          <a:xfrm>
            <a:off x="17870659" y="6396632"/>
            <a:ext cx="352425" cy="81915"/>
            <a:chOff x="17870659" y="6396632"/>
            <a:chExt cx="352425" cy="81915"/>
          </a:xfrm>
        </p:grpSpPr>
        <p:sp>
          <p:nvSpPr>
            <p:cNvPr id="62" name="object 62" descr=""/>
            <p:cNvSpPr/>
            <p:nvPr/>
          </p:nvSpPr>
          <p:spPr>
            <a:xfrm>
              <a:off x="17876152" y="6396640"/>
              <a:ext cx="341630" cy="81915"/>
            </a:xfrm>
            <a:custGeom>
              <a:avLst/>
              <a:gdLst/>
              <a:ahLst/>
              <a:cxnLst/>
              <a:rect l="l" t="t" r="r" b="b"/>
              <a:pathLst>
                <a:path w="341630" h="81914">
                  <a:moveTo>
                    <a:pt x="341312" y="58013"/>
                  </a:moveTo>
                  <a:lnTo>
                    <a:pt x="0" y="58013"/>
                  </a:lnTo>
                  <a:lnTo>
                    <a:pt x="0" y="81559"/>
                  </a:lnTo>
                  <a:lnTo>
                    <a:pt x="341312" y="81559"/>
                  </a:lnTo>
                  <a:lnTo>
                    <a:pt x="341312" y="58013"/>
                  </a:lnTo>
                  <a:close/>
                </a:path>
                <a:path w="341630" h="81914">
                  <a:moveTo>
                    <a:pt x="341312" y="0"/>
                  </a:moveTo>
                  <a:lnTo>
                    <a:pt x="0" y="0"/>
                  </a:lnTo>
                  <a:lnTo>
                    <a:pt x="0" y="23545"/>
                  </a:lnTo>
                  <a:lnTo>
                    <a:pt x="341312" y="23545"/>
                  </a:lnTo>
                  <a:lnTo>
                    <a:pt x="341312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17870659" y="6420181"/>
              <a:ext cx="352425" cy="34925"/>
            </a:xfrm>
            <a:custGeom>
              <a:avLst/>
              <a:gdLst/>
              <a:ahLst/>
              <a:cxnLst/>
              <a:rect l="l" t="t" r="r" b="b"/>
              <a:pathLst>
                <a:path w="352425" h="34925">
                  <a:moveTo>
                    <a:pt x="352292" y="0"/>
                  </a:moveTo>
                  <a:lnTo>
                    <a:pt x="0" y="0"/>
                  </a:lnTo>
                  <a:lnTo>
                    <a:pt x="0" y="34470"/>
                  </a:lnTo>
                  <a:lnTo>
                    <a:pt x="352292" y="34470"/>
                  </a:lnTo>
                  <a:lnTo>
                    <a:pt x="352292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 descr=""/>
          <p:cNvSpPr/>
          <p:nvPr/>
        </p:nvSpPr>
        <p:spPr>
          <a:xfrm>
            <a:off x="17542648" y="7193184"/>
            <a:ext cx="1008380" cy="14604"/>
          </a:xfrm>
          <a:custGeom>
            <a:avLst/>
            <a:gdLst/>
            <a:ahLst/>
            <a:cxnLst/>
            <a:rect l="l" t="t" r="r" b="b"/>
            <a:pathLst>
              <a:path w="1008380" h="14604">
                <a:moveTo>
                  <a:pt x="1008272" y="0"/>
                </a:moveTo>
                <a:lnTo>
                  <a:pt x="0" y="0"/>
                </a:lnTo>
                <a:lnTo>
                  <a:pt x="0" y="14596"/>
                </a:lnTo>
                <a:lnTo>
                  <a:pt x="1008272" y="14596"/>
                </a:lnTo>
                <a:lnTo>
                  <a:pt x="1008272" y="0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5" name="object 65" descr=""/>
          <p:cNvGrpSpPr/>
          <p:nvPr/>
        </p:nvGrpSpPr>
        <p:grpSpPr>
          <a:xfrm>
            <a:off x="17643964" y="6884083"/>
            <a:ext cx="210185" cy="224154"/>
            <a:chOff x="17643964" y="6884083"/>
            <a:chExt cx="210185" cy="224154"/>
          </a:xfrm>
        </p:grpSpPr>
        <p:sp>
          <p:nvSpPr>
            <p:cNvPr id="66" name="object 66" descr=""/>
            <p:cNvSpPr/>
            <p:nvPr/>
          </p:nvSpPr>
          <p:spPr>
            <a:xfrm>
              <a:off x="17643964" y="6884083"/>
              <a:ext cx="210185" cy="224154"/>
            </a:xfrm>
            <a:custGeom>
              <a:avLst/>
              <a:gdLst/>
              <a:ahLst/>
              <a:cxnLst/>
              <a:rect l="l" t="t" r="r" b="b"/>
              <a:pathLst>
                <a:path w="210184" h="224154">
                  <a:moveTo>
                    <a:pt x="209648" y="0"/>
                  </a:moveTo>
                  <a:lnTo>
                    <a:pt x="0" y="0"/>
                  </a:lnTo>
                  <a:lnTo>
                    <a:pt x="0" y="224014"/>
                  </a:lnTo>
                  <a:lnTo>
                    <a:pt x="209648" y="224014"/>
                  </a:lnTo>
                  <a:lnTo>
                    <a:pt x="209648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17664152" y="6905653"/>
              <a:ext cx="169545" cy="180975"/>
            </a:xfrm>
            <a:custGeom>
              <a:avLst/>
              <a:gdLst/>
              <a:ahLst/>
              <a:cxnLst/>
              <a:rect l="l" t="t" r="r" b="b"/>
              <a:pathLst>
                <a:path w="169544" h="180975">
                  <a:moveTo>
                    <a:pt x="169272" y="0"/>
                  </a:moveTo>
                  <a:lnTo>
                    <a:pt x="0" y="0"/>
                  </a:lnTo>
                  <a:lnTo>
                    <a:pt x="0" y="180874"/>
                  </a:lnTo>
                  <a:lnTo>
                    <a:pt x="169272" y="180874"/>
                  </a:lnTo>
                  <a:lnTo>
                    <a:pt x="169272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8" name="object 68" descr=""/>
          <p:cNvGrpSpPr/>
          <p:nvPr/>
        </p:nvGrpSpPr>
        <p:grpSpPr>
          <a:xfrm>
            <a:off x="17942008" y="6884083"/>
            <a:ext cx="210185" cy="224154"/>
            <a:chOff x="17942008" y="6884083"/>
            <a:chExt cx="210185" cy="224154"/>
          </a:xfrm>
        </p:grpSpPr>
        <p:sp>
          <p:nvSpPr>
            <p:cNvPr id="69" name="object 69" descr=""/>
            <p:cNvSpPr/>
            <p:nvPr/>
          </p:nvSpPr>
          <p:spPr>
            <a:xfrm>
              <a:off x="17942008" y="6884083"/>
              <a:ext cx="210185" cy="224154"/>
            </a:xfrm>
            <a:custGeom>
              <a:avLst/>
              <a:gdLst/>
              <a:ahLst/>
              <a:cxnLst/>
              <a:rect l="l" t="t" r="r" b="b"/>
              <a:pathLst>
                <a:path w="210184" h="224154">
                  <a:moveTo>
                    <a:pt x="209606" y="0"/>
                  </a:moveTo>
                  <a:lnTo>
                    <a:pt x="0" y="0"/>
                  </a:lnTo>
                  <a:lnTo>
                    <a:pt x="0" y="224014"/>
                  </a:lnTo>
                  <a:lnTo>
                    <a:pt x="209606" y="224014"/>
                  </a:lnTo>
                  <a:lnTo>
                    <a:pt x="209606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17962196" y="6905653"/>
              <a:ext cx="169545" cy="180975"/>
            </a:xfrm>
            <a:custGeom>
              <a:avLst/>
              <a:gdLst/>
              <a:ahLst/>
              <a:cxnLst/>
              <a:rect l="l" t="t" r="r" b="b"/>
              <a:pathLst>
                <a:path w="169544" h="180975">
                  <a:moveTo>
                    <a:pt x="169230" y="0"/>
                  </a:moveTo>
                  <a:lnTo>
                    <a:pt x="0" y="0"/>
                  </a:lnTo>
                  <a:lnTo>
                    <a:pt x="0" y="180874"/>
                  </a:lnTo>
                  <a:lnTo>
                    <a:pt x="169230" y="180874"/>
                  </a:lnTo>
                  <a:lnTo>
                    <a:pt x="169230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1" name="object 71" descr=""/>
          <p:cNvGrpSpPr/>
          <p:nvPr/>
        </p:nvGrpSpPr>
        <p:grpSpPr>
          <a:xfrm>
            <a:off x="18239999" y="6884083"/>
            <a:ext cx="210185" cy="224154"/>
            <a:chOff x="18239999" y="6884083"/>
            <a:chExt cx="210185" cy="224154"/>
          </a:xfrm>
        </p:grpSpPr>
        <p:sp>
          <p:nvSpPr>
            <p:cNvPr id="72" name="object 72" descr=""/>
            <p:cNvSpPr/>
            <p:nvPr/>
          </p:nvSpPr>
          <p:spPr>
            <a:xfrm>
              <a:off x="18239999" y="6884083"/>
              <a:ext cx="210185" cy="224154"/>
            </a:xfrm>
            <a:custGeom>
              <a:avLst/>
              <a:gdLst/>
              <a:ahLst/>
              <a:cxnLst/>
              <a:rect l="l" t="t" r="r" b="b"/>
              <a:pathLst>
                <a:path w="210184" h="224154">
                  <a:moveTo>
                    <a:pt x="209648" y="0"/>
                  </a:moveTo>
                  <a:lnTo>
                    <a:pt x="0" y="0"/>
                  </a:lnTo>
                  <a:lnTo>
                    <a:pt x="0" y="224014"/>
                  </a:lnTo>
                  <a:lnTo>
                    <a:pt x="209648" y="224014"/>
                  </a:lnTo>
                  <a:lnTo>
                    <a:pt x="209648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18260187" y="6905653"/>
              <a:ext cx="169545" cy="180975"/>
            </a:xfrm>
            <a:custGeom>
              <a:avLst/>
              <a:gdLst/>
              <a:ahLst/>
              <a:cxnLst/>
              <a:rect l="l" t="t" r="r" b="b"/>
              <a:pathLst>
                <a:path w="169544" h="180975">
                  <a:moveTo>
                    <a:pt x="169272" y="0"/>
                  </a:moveTo>
                  <a:lnTo>
                    <a:pt x="0" y="0"/>
                  </a:lnTo>
                  <a:lnTo>
                    <a:pt x="0" y="180874"/>
                  </a:lnTo>
                  <a:lnTo>
                    <a:pt x="169272" y="180874"/>
                  </a:lnTo>
                  <a:lnTo>
                    <a:pt x="169272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4" name="object 74" descr=""/>
          <p:cNvSpPr/>
          <p:nvPr/>
        </p:nvSpPr>
        <p:spPr>
          <a:xfrm>
            <a:off x="17542648" y="7601977"/>
            <a:ext cx="1008380" cy="15240"/>
          </a:xfrm>
          <a:custGeom>
            <a:avLst/>
            <a:gdLst/>
            <a:ahLst/>
            <a:cxnLst/>
            <a:rect l="l" t="t" r="r" b="b"/>
            <a:pathLst>
              <a:path w="1008380" h="15240">
                <a:moveTo>
                  <a:pt x="1008272" y="0"/>
                </a:moveTo>
                <a:lnTo>
                  <a:pt x="0" y="0"/>
                </a:lnTo>
                <a:lnTo>
                  <a:pt x="0" y="14617"/>
                </a:lnTo>
                <a:lnTo>
                  <a:pt x="1008272" y="14617"/>
                </a:lnTo>
                <a:lnTo>
                  <a:pt x="1008272" y="0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5" name="object 75" descr=""/>
          <p:cNvGrpSpPr/>
          <p:nvPr/>
        </p:nvGrpSpPr>
        <p:grpSpPr>
          <a:xfrm>
            <a:off x="17643964" y="7292877"/>
            <a:ext cx="210185" cy="224154"/>
            <a:chOff x="17643964" y="7292877"/>
            <a:chExt cx="210185" cy="224154"/>
          </a:xfrm>
        </p:grpSpPr>
        <p:sp>
          <p:nvSpPr>
            <p:cNvPr id="76" name="object 76" descr=""/>
            <p:cNvSpPr/>
            <p:nvPr/>
          </p:nvSpPr>
          <p:spPr>
            <a:xfrm>
              <a:off x="17643964" y="7292877"/>
              <a:ext cx="210185" cy="224154"/>
            </a:xfrm>
            <a:custGeom>
              <a:avLst/>
              <a:gdLst/>
              <a:ahLst/>
              <a:cxnLst/>
              <a:rect l="l" t="t" r="r" b="b"/>
              <a:pathLst>
                <a:path w="210184" h="224154">
                  <a:moveTo>
                    <a:pt x="209648" y="0"/>
                  </a:moveTo>
                  <a:lnTo>
                    <a:pt x="0" y="0"/>
                  </a:lnTo>
                  <a:lnTo>
                    <a:pt x="0" y="224014"/>
                  </a:lnTo>
                  <a:lnTo>
                    <a:pt x="209648" y="224014"/>
                  </a:lnTo>
                  <a:lnTo>
                    <a:pt x="209648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17664152" y="7314447"/>
              <a:ext cx="169545" cy="180975"/>
            </a:xfrm>
            <a:custGeom>
              <a:avLst/>
              <a:gdLst/>
              <a:ahLst/>
              <a:cxnLst/>
              <a:rect l="l" t="t" r="r" b="b"/>
              <a:pathLst>
                <a:path w="169544" h="180975">
                  <a:moveTo>
                    <a:pt x="169272" y="0"/>
                  </a:moveTo>
                  <a:lnTo>
                    <a:pt x="0" y="0"/>
                  </a:lnTo>
                  <a:lnTo>
                    <a:pt x="0" y="180874"/>
                  </a:lnTo>
                  <a:lnTo>
                    <a:pt x="169272" y="180874"/>
                  </a:lnTo>
                  <a:lnTo>
                    <a:pt x="169272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8" name="object 78" descr=""/>
          <p:cNvGrpSpPr/>
          <p:nvPr/>
        </p:nvGrpSpPr>
        <p:grpSpPr>
          <a:xfrm>
            <a:off x="17942008" y="7292877"/>
            <a:ext cx="210185" cy="224154"/>
            <a:chOff x="17942008" y="7292877"/>
            <a:chExt cx="210185" cy="224154"/>
          </a:xfrm>
        </p:grpSpPr>
        <p:sp>
          <p:nvSpPr>
            <p:cNvPr id="79" name="object 79" descr=""/>
            <p:cNvSpPr/>
            <p:nvPr/>
          </p:nvSpPr>
          <p:spPr>
            <a:xfrm>
              <a:off x="17942008" y="7292877"/>
              <a:ext cx="210185" cy="224154"/>
            </a:xfrm>
            <a:custGeom>
              <a:avLst/>
              <a:gdLst/>
              <a:ahLst/>
              <a:cxnLst/>
              <a:rect l="l" t="t" r="r" b="b"/>
              <a:pathLst>
                <a:path w="210184" h="224154">
                  <a:moveTo>
                    <a:pt x="209606" y="0"/>
                  </a:moveTo>
                  <a:lnTo>
                    <a:pt x="0" y="0"/>
                  </a:lnTo>
                  <a:lnTo>
                    <a:pt x="0" y="224014"/>
                  </a:lnTo>
                  <a:lnTo>
                    <a:pt x="209606" y="224014"/>
                  </a:lnTo>
                  <a:lnTo>
                    <a:pt x="209606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17962196" y="7314447"/>
              <a:ext cx="169545" cy="180975"/>
            </a:xfrm>
            <a:custGeom>
              <a:avLst/>
              <a:gdLst/>
              <a:ahLst/>
              <a:cxnLst/>
              <a:rect l="l" t="t" r="r" b="b"/>
              <a:pathLst>
                <a:path w="169544" h="180975">
                  <a:moveTo>
                    <a:pt x="169230" y="0"/>
                  </a:moveTo>
                  <a:lnTo>
                    <a:pt x="0" y="0"/>
                  </a:lnTo>
                  <a:lnTo>
                    <a:pt x="0" y="180874"/>
                  </a:lnTo>
                  <a:lnTo>
                    <a:pt x="169230" y="180874"/>
                  </a:lnTo>
                  <a:lnTo>
                    <a:pt x="169230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1" name="object 81" descr=""/>
          <p:cNvGrpSpPr/>
          <p:nvPr/>
        </p:nvGrpSpPr>
        <p:grpSpPr>
          <a:xfrm>
            <a:off x="18239999" y="7292877"/>
            <a:ext cx="210185" cy="224154"/>
            <a:chOff x="18239999" y="7292877"/>
            <a:chExt cx="210185" cy="224154"/>
          </a:xfrm>
        </p:grpSpPr>
        <p:sp>
          <p:nvSpPr>
            <p:cNvPr id="82" name="object 82" descr=""/>
            <p:cNvSpPr/>
            <p:nvPr/>
          </p:nvSpPr>
          <p:spPr>
            <a:xfrm>
              <a:off x="18239999" y="7292877"/>
              <a:ext cx="210185" cy="224154"/>
            </a:xfrm>
            <a:custGeom>
              <a:avLst/>
              <a:gdLst/>
              <a:ahLst/>
              <a:cxnLst/>
              <a:rect l="l" t="t" r="r" b="b"/>
              <a:pathLst>
                <a:path w="210184" h="224154">
                  <a:moveTo>
                    <a:pt x="209648" y="0"/>
                  </a:moveTo>
                  <a:lnTo>
                    <a:pt x="0" y="0"/>
                  </a:lnTo>
                  <a:lnTo>
                    <a:pt x="0" y="224014"/>
                  </a:lnTo>
                  <a:lnTo>
                    <a:pt x="209648" y="224014"/>
                  </a:lnTo>
                  <a:lnTo>
                    <a:pt x="209648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18260187" y="7314447"/>
              <a:ext cx="169545" cy="180975"/>
            </a:xfrm>
            <a:custGeom>
              <a:avLst/>
              <a:gdLst/>
              <a:ahLst/>
              <a:cxnLst/>
              <a:rect l="l" t="t" r="r" b="b"/>
              <a:pathLst>
                <a:path w="169544" h="180975">
                  <a:moveTo>
                    <a:pt x="169272" y="0"/>
                  </a:moveTo>
                  <a:lnTo>
                    <a:pt x="0" y="0"/>
                  </a:lnTo>
                  <a:lnTo>
                    <a:pt x="0" y="180874"/>
                  </a:lnTo>
                  <a:lnTo>
                    <a:pt x="169272" y="180874"/>
                  </a:lnTo>
                  <a:lnTo>
                    <a:pt x="169272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4" name="object 84" descr=""/>
          <p:cNvSpPr/>
          <p:nvPr/>
        </p:nvSpPr>
        <p:spPr>
          <a:xfrm>
            <a:off x="17542648" y="8010761"/>
            <a:ext cx="1008380" cy="15240"/>
          </a:xfrm>
          <a:custGeom>
            <a:avLst/>
            <a:gdLst/>
            <a:ahLst/>
            <a:cxnLst/>
            <a:rect l="l" t="t" r="r" b="b"/>
            <a:pathLst>
              <a:path w="1008380" h="15240">
                <a:moveTo>
                  <a:pt x="1008272" y="0"/>
                </a:moveTo>
                <a:lnTo>
                  <a:pt x="0" y="0"/>
                </a:lnTo>
                <a:lnTo>
                  <a:pt x="0" y="14617"/>
                </a:lnTo>
                <a:lnTo>
                  <a:pt x="1008272" y="14617"/>
                </a:lnTo>
                <a:lnTo>
                  <a:pt x="1008272" y="0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5" name="object 85" descr=""/>
          <p:cNvGrpSpPr/>
          <p:nvPr/>
        </p:nvGrpSpPr>
        <p:grpSpPr>
          <a:xfrm>
            <a:off x="17643964" y="7701660"/>
            <a:ext cx="210185" cy="224154"/>
            <a:chOff x="17643964" y="7701660"/>
            <a:chExt cx="210185" cy="224154"/>
          </a:xfrm>
        </p:grpSpPr>
        <p:sp>
          <p:nvSpPr>
            <p:cNvPr id="86" name="object 86" descr=""/>
            <p:cNvSpPr/>
            <p:nvPr/>
          </p:nvSpPr>
          <p:spPr>
            <a:xfrm>
              <a:off x="17643964" y="7701660"/>
              <a:ext cx="210185" cy="224154"/>
            </a:xfrm>
            <a:custGeom>
              <a:avLst/>
              <a:gdLst/>
              <a:ahLst/>
              <a:cxnLst/>
              <a:rect l="l" t="t" r="r" b="b"/>
              <a:pathLst>
                <a:path w="210184" h="224154">
                  <a:moveTo>
                    <a:pt x="209648" y="0"/>
                  </a:moveTo>
                  <a:lnTo>
                    <a:pt x="0" y="0"/>
                  </a:lnTo>
                  <a:lnTo>
                    <a:pt x="0" y="224035"/>
                  </a:lnTo>
                  <a:lnTo>
                    <a:pt x="209648" y="224035"/>
                  </a:lnTo>
                  <a:lnTo>
                    <a:pt x="209648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17664152" y="7723251"/>
              <a:ext cx="169545" cy="180975"/>
            </a:xfrm>
            <a:custGeom>
              <a:avLst/>
              <a:gdLst/>
              <a:ahLst/>
              <a:cxnLst/>
              <a:rect l="l" t="t" r="r" b="b"/>
              <a:pathLst>
                <a:path w="169544" h="180975">
                  <a:moveTo>
                    <a:pt x="169272" y="0"/>
                  </a:moveTo>
                  <a:lnTo>
                    <a:pt x="0" y="0"/>
                  </a:lnTo>
                  <a:lnTo>
                    <a:pt x="0" y="180853"/>
                  </a:lnTo>
                  <a:lnTo>
                    <a:pt x="169272" y="180853"/>
                  </a:lnTo>
                  <a:lnTo>
                    <a:pt x="169272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8" name="object 88" descr=""/>
          <p:cNvGrpSpPr/>
          <p:nvPr/>
        </p:nvGrpSpPr>
        <p:grpSpPr>
          <a:xfrm>
            <a:off x="17942008" y="7701660"/>
            <a:ext cx="210185" cy="224154"/>
            <a:chOff x="17942008" y="7701660"/>
            <a:chExt cx="210185" cy="224154"/>
          </a:xfrm>
        </p:grpSpPr>
        <p:sp>
          <p:nvSpPr>
            <p:cNvPr id="89" name="object 89" descr=""/>
            <p:cNvSpPr/>
            <p:nvPr/>
          </p:nvSpPr>
          <p:spPr>
            <a:xfrm>
              <a:off x="17942008" y="7701660"/>
              <a:ext cx="210185" cy="224154"/>
            </a:xfrm>
            <a:custGeom>
              <a:avLst/>
              <a:gdLst/>
              <a:ahLst/>
              <a:cxnLst/>
              <a:rect l="l" t="t" r="r" b="b"/>
              <a:pathLst>
                <a:path w="210184" h="224154">
                  <a:moveTo>
                    <a:pt x="209606" y="0"/>
                  </a:moveTo>
                  <a:lnTo>
                    <a:pt x="0" y="0"/>
                  </a:lnTo>
                  <a:lnTo>
                    <a:pt x="0" y="224035"/>
                  </a:lnTo>
                  <a:lnTo>
                    <a:pt x="209606" y="224035"/>
                  </a:lnTo>
                  <a:lnTo>
                    <a:pt x="209606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17962196" y="7723251"/>
              <a:ext cx="169545" cy="180975"/>
            </a:xfrm>
            <a:custGeom>
              <a:avLst/>
              <a:gdLst/>
              <a:ahLst/>
              <a:cxnLst/>
              <a:rect l="l" t="t" r="r" b="b"/>
              <a:pathLst>
                <a:path w="169544" h="180975">
                  <a:moveTo>
                    <a:pt x="169230" y="0"/>
                  </a:moveTo>
                  <a:lnTo>
                    <a:pt x="0" y="0"/>
                  </a:lnTo>
                  <a:lnTo>
                    <a:pt x="0" y="180853"/>
                  </a:lnTo>
                  <a:lnTo>
                    <a:pt x="169230" y="180853"/>
                  </a:lnTo>
                  <a:lnTo>
                    <a:pt x="169230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1" name="object 91" descr=""/>
          <p:cNvGrpSpPr/>
          <p:nvPr/>
        </p:nvGrpSpPr>
        <p:grpSpPr>
          <a:xfrm>
            <a:off x="18239999" y="7701660"/>
            <a:ext cx="210185" cy="224154"/>
            <a:chOff x="18239999" y="7701660"/>
            <a:chExt cx="210185" cy="224154"/>
          </a:xfrm>
        </p:grpSpPr>
        <p:sp>
          <p:nvSpPr>
            <p:cNvPr id="92" name="object 92" descr=""/>
            <p:cNvSpPr/>
            <p:nvPr/>
          </p:nvSpPr>
          <p:spPr>
            <a:xfrm>
              <a:off x="18239999" y="7701660"/>
              <a:ext cx="210185" cy="224154"/>
            </a:xfrm>
            <a:custGeom>
              <a:avLst/>
              <a:gdLst/>
              <a:ahLst/>
              <a:cxnLst/>
              <a:rect l="l" t="t" r="r" b="b"/>
              <a:pathLst>
                <a:path w="210184" h="224154">
                  <a:moveTo>
                    <a:pt x="209648" y="0"/>
                  </a:moveTo>
                  <a:lnTo>
                    <a:pt x="0" y="0"/>
                  </a:lnTo>
                  <a:lnTo>
                    <a:pt x="0" y="224035"/>
                  </a:lnTo>
                  <a:lnTo>
                    <a:pt x="209648" y="224035"/>
                  </a:lnTo>
                  <a:lnTo>
                    <a:pt x="209648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18260187" y="7723251"/>
              <a:ext cx="169545" cy="180975"/>
            </a:xfrm>
            <a:custGeom>
              <a:avLst/>
              <a:gdLst/>
              <a:ahLst/>
              <a:cxnLst/>
              <a:rect l="l" t="t" r="r" b="b"/>
              <a:pathLst>
                <a:path w="169544" h="180975">
                  <a:moveTo>
                    <a:pt x="169272" y="0"/>
                  </a:moveTo>
                  <a:lnTo>
                    <a:pt x="0" y="0"/>
                  </a:lnTo>
                  <a:lnTo>
                    <a:pt x="0" y="180853"/>
                  </a:lnTo>
                  <a:lnTo>
                    <a:pt x="169272" y="180853"/>
                  </a:lnTo>
                  <a:lnTo>
                    <a:pt x="169272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4" name="object 94" descr=""/>
          <p:cNvSpPr/>
          <p:nvPr/>
        </p:nvSpPr>
        <p:spPr>
          <a:xfrm>
            <a:off x="17542648" y="8419565"/>
            <a:ext cx="1008380" cy="14604"/>
          </a:xfrm>
          <a:custGeom>
            <a:avLst/>
            <a:gdLst/>
            <a:ahLst/>
            <a:cxnLst/>
            <a:rect l="l" t="t" r="r" b="b"/>
            <a:pathLst>
              <a:path w="1008380" h="14604">
                <a:moveTo>
                  <a:pt x="1008272" y="0"/>
                </a:moveTo>
                <a:lnTo>
                  <a:pt x="0" y="0"/>
                </a:lnTo>
                <a:lnTo>
                  <a:pt x="0" y="14596"/>
                </a:lnTo>
                <a:lnTo>
                  <a:pt x="1008272" y="14596"/>
                </a:lnTo>
                <a:lnTo>
                  <a:pt x="1008272" y="0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5" name="object 95" descr=""/>
          <p:cNvGrpSpPr/>
          <p:nvPr/>
        </p:nvGrpSpPr>
        <p:grpSpPr>
          <a:xfrm>
            <a:off x="17643964" y="8110465"/>
            <a:ext cx="210185" cy="224154"/>
            <a:chOff x="17643964" y="8110465"/>
            <a:chExt cx="210185" cy="224154"/>
          </a:xfrm>
        </p:grpSpPr>
        <p:sp>
          <p:nvSpPr>
            <p:cNvPr id="96" name="object 96" descr=""/>
            <p:cNvSpPr/>
            <p:nvPr/>
          </p:nvSpPr>
          <p:spPr>
            <a:xfrm>
              <a:off x="17643964" y="8110465"/>
              <a:ext cx="210185" cy="224154"/>
            </a:xfrm>
            <a:custGeom>
              <a:avLst/>
              <a:gdLst/>
              <a:ahLst/>
              <a:cxnLst/>
              <a:rect l="l" t="t" r="r" b="b"/>
              <a:pathLst>
                <a:path w="210184" h="224154">
                  <a:moveTo>
                    <a:pt x="209648" y="0"/>
                  </a:moveTo>
                  <a:lnTo>
                    <a:pt x="0" y="0"/>
                  </a:lnTo>
                  <a:lnTo>
                    <a:pt x="0" y="224014"/>
                  </a:lnTo>
                  <a:lnTo>
                    <a:pt x="209648" y="224014"/>
                  </a:lnTo>
                  <a:lnTo>
                    <a:pt x="209648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17664152" y="8132035"/>
              <a:ext cx="169545" cy="180975"/>
            </a:xfrm>
            <a:custGeom>
              <a:avLst/>
              <a:gdLst/>
              <a:ahLst/>
              <a:cxnLst/>
              <a:rect l="l" t="t" r="r" b="b"/>
              <a:pathLst>
                <a:path w="169544" h="180975">
                  <a:moveTo>
                    <a:pt x="169272" y="0"/>
                  </a:moveTo>
                  <a:lnTo>
                    <a:pt x="0" y="0"/>
                  </a:lnTo>
                  <a:lnTo>
                    <a:pt x="0" y="180874"/>
                  </a:lnTo>
                  <a:lnTo>
                    <a:pt x="169272" y="180874"/>
                  </a:lnTo>
                  <a:lnTo>
                    <a:pt x="169272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8" name="object 98" descr=""/>
          <p:cNvGrpSpPr/>
          <p:nvPr/>
        </p:nvGrpSpPr>
        <p:grpSpPr>
          <a:xfrm>
            <a:off x="17942008" y="8110465"/>
            <a:ext cx="210185" cy="224154"/>
            <a:chOff x="17942008" y="8110465"/>
            <a:chExt cx="210185" cy="224154"/>
          </a:xfrm>
        </p:grpSpPr>
        <p:sp>
          <p:nvSpPr>
            <p:cNvPr id="99" name="object 99" descr=""/>
            <p:cNvSpPr/>
            <p:nvPr/>
          </p:nvSpPr>
          <p:spPr>
            <a:xfrm>
              <a:off x="17942008" y="8110465"/>
              <a:ext cx="210185" cy="224154"/>
            </a:xfrm>
            <a:custGeom>
              <a:avLst/>
              <a:gdLst/>
              <a:ahLst/>
              <a:cxnLst/>
              <a:rect l="l" t="t" r="r" b="b"/>
              <a:pathLst>
                <a:path w="210184" h="224154">
                  <a:moveTo>
                    <a:pt x="209606" y="0"/>
                  </a:moveTo>
                  <a:lnTo>
                    <a:pt x="0" y="0"/>
                  </a:lnTo>
                  <a:lnTo>
                    <a:pt x="0" y="224014"/>
                  </a:lnTo>
                  <a:lnTo>
                    <a:pt x="209606" y="224014"/>
                  </a:lnTo>
                  <a:lnTo>
                    <a:pt x="209606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17962196" y="8132035"/>
              <a:ext cx="169545" cy="180975"/>
            </a:xfrm>
            <a:custGeom>
              <a:avLst/>
              <a:gdLst/>
              <a:ahLst/>
              <a:cxnLst/>
              <a:rect l="l" t="t" r="r" b="b"/>
              <a:pathLst>
                <a:path w="169544" h="180975">
                  <a:moveTo>
                    <a:pt x="169230" y="0"/>
                  </a:moveTo>
                  <a:lnTo>
                    <a:pt x="0" y="0"/>
                  </a:lnTo>
                  <a:lnTo>
                    <a:pt x="0" y="180874"/>
                  </a:lnTo>
                  <a:lnTo>
                    <a:pt x="169230" y="180874"/>
                  </a:lnTo>
                  <a:lnTo>
                    <a:pt x="169230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1" name="object 101" descr=""/>
          <p:cNvGrpSpPr/>
          <p:nvPr/>
        </p:nvGrpSpPr>
        <p:grpSpPr>
          <a:xfrm>
            <a:off x="18239999" y="8110465"/>
            <a:ext cx="210185" cy="224154"/>
            <a:chOff x="18239999" y="8110465"/>
            <a:chExt cx="210185" cy="224154"/>
          </a:xfrm>
        </p:grpSpPr>
        <p:sp>
          <p:nvSpPr>
            <p:cNvPr id="102" name="object 102" descr=""/>
            <p:cNvSpPr/>
            <p:nvPr/>
          </p:nvSpPr>
          <p:spPr>
            <a:xfrm>
              <a:off x="18239999" y="8110465"/>
              <a:ext cx="210185" cy="224154"/>
            </a:xfrm>
            <a:custGeom>
              <a:avLst/>
              <a:gdLst/>
              <a:ahLst/>
              <a:cxnLst/>
              <a:rect l="l" t="t" r="r" b="b"/>
              <a:pathLst>
                <a:path w="210184" h="224154">
                  <a:moveTo>
                    <a:pt x="209648" y="0"/>
                  </a:moveTo>
                  <a:lnTo>
                    <a:pt x="0" y="0"/>
                  </a:lnTo>
                  <a:lnTo>
                    <a:pt x="0" y="224014"/>
                  </a:lnTo>
                  <a:lnTo>
                    <a:pt x="209648" y="224014"/>
                  </a:lnTo>
                  <a:lnTo>
                    <a:pt x="209648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18260187" y="8132035"/>
              <a:ext cx="169545" cy="180975"/>
            </a:xfrm>
            <a:custGeom>
              <a:avLst/>
              <a:gdLst/>
              <a:ahLst/>
              <a:cxnLst/>
              <a:rect l="l" t="t" r="r" b="b"/>
              <a:pathLst>
                <a:path w="169544" h="180975">
                  <a:moveTo>
                    <a:pt x="169272" y="0"/>
                  </a:moveTo>
                  <a:lnTo>
                    <a:pt x="0" y="0"/>
                  </a:lnTo>
                  <a:lnTo>
                    <a:pt x="0" y="180874"/>
                  </a:lnTo>
                  <a:lnTo>
                    <a:pt x="169272" y="180874"/>
                  </a:lnTo>
                  <a:lnTo>
                    <a:pt x="169272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4" name="object 104" descr=""/>
          <p:cNvSpPr/>
          <p:nvPr/>
        </p:nvSpPr>
        <p:spPr>
          <a:xfrm>
            <a:off x="17542648" y="8828359"/>
            <a:ext cx="1008380" cy="14604"/>
          </a:xfrm>
          <a:custGeom>
            <a:avLst/>
            <a:gdLst/>
            <a:ahLst/>
            <a:cxnLst/>
            <a:rect l="l" t="t" r="r" b="b"/>
            <a:pathLst>
              <a:path w="1008380" h="14604">
                <a:moveTo>
                  <a:pt x="1008272" y="0"/>
                </a:moveTo>
                <a:lnTo>
                  <a:pt x="0" y="0"/>
                </a:lnTo>
                <a:lnTo>
                  <a:pt x="0" y="14596"/>
                </a:lnTo>
                <a:lnTo>
                  <a:pt x="1008272" y="14596"/>
                </a:lnTo>
                <a:lnTo>
                  <a:pt x="1008272" y="0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5" name="object 105" descr=""/>
          <p:cNvGrpSpPr/>
          <p:nvPr/>
        </p:nvGrpSpPr>
        <p:grpSpPr>
          <a:xfrm>
            <a:off x="17643964" y="8519259"/>
            <a:ext cx="210185" cy="224154"/>
            <a:chOff x="17643964" y="8519259"/>
            <a:chExt cx="210185" cy="224154"/>
          </a:xfrm>
        </p:grpSpPr>
        <p:sp>
          <p:nvSpPr>
            <p:cNvPr id="106" name="object 106" descr=""/>
            <p:cNvSpPr/>
            <p:nvPr/>
          </p:nvSpPr>
          <p:spPr>
            <a:xfrm>
              <a:off x="17643964" y="8519259"/>
              <a:ext cx="210185" cy="224154"/>
            </a:xfrm>
            <a:custGeom>
              <a:avLst/>
              <a:gdLst/>
              <a:ahLst/>
              <a:cxnLst/>
              <a:rect l="l" t="t" r="r" b="b"/>
              <a:pathLst>
                <a:path w="210184" h="224154">
                  <a:moveTo>
                    <a:pt x="209648" y="0"/>
                  </a:moveTo>
                  <a:lnTo>
                    <a:pt x="0" y="0"/>
                  </a:lnTo>
                  <a:lnTo>
                    <a:pt x="0" y="224014"/>
                  </a:lnTo>
                  <a:lnTo>
                    <a:pt x="209648" y="224014"/>
                  </a:lnTo>
                  <a:lnTo>
                    <a:pt x="209648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17664152" y="8540818"/>
              <a:ext cx="169545" cy="180975"/>
            </a:xfrm>
            <a:custGeom>
              <a:avLst/>
              <a:gdLst/>
              <a:ahLst/>
              <a:cxnLst/>
              <a:rect l="l" t="t" r="r" b="b"/>
              <a:pathLst>
                <a:path w="169544" h="180975">
                  <a:moveTo>
                    <a:pt x="169272" y="0"/>
                  </a:moveTo>
                  <a:lnTo>
                    <a:pt x="0" y="0"/>
                  </a:lnTo>
                  <a:lnTo>
                    <a:pt x="0" y="180874"/>
                  </a:lnTo>
                  <a:lnTo>
                    <a:pt x="169272" y="180874"/>
                  </a:lnTo>
                  <a:lnTo>
                    <a:pt x="169272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8" name="object 108" descr=""/>
          <p:cNvGrpSpPr/>
          <p:nvPr/>
        </p:nvGrpSpPr>
        <p:grpSpPr>
          <a:xfrm>
            <a:off x="17942008" y="8519259"/>
            <a:ext cx="210185" cy="224154"/>
            <a:chOff x="17942008" y="8519259"/>
            <a:chExt cx="210185" cy="224154"/>
          </a:xfrm>
        </p:grpSpPr>
        <p:sp>
          <p:nvSpPr>
            <p:cNvPr id="109" name="object 109" descr=""/>
            <p:cNvSpPr/>
            <p:nvPr/>
          </p:nvSpPr>
          <p:spPr>
            <a:xfrm>
              <a:off x="17942008" y="8519259"/>
              <a:ext cx="210185" cy="224154"/>
            </a:xfrm>
            <a:custGeom>
              <a:avLst/>
              <a:gdLst/>
              <a:ahLst/>
              <a:cxnLst/>
              <a:rect l="l" t="t" r="r" b="b"/>
              <a:pathLst>
                <a:path w="210184" h="224154">
                  <a:moveTo>
                    <a:pt x="209606" y="0"/>
                  </a:moveTo>
                  <a:lnTo>
                    <a:pt x="0" y="0"/>
                  </a:lnTo>
                  <a:lnTo>
                    <a:pt x="0" y="224014"/>
                  </a:lnTo>
                  <a:lnTo>
                    <a:pt x="209606" y="224014"/>
                  </a:lnTo>
                  <a:lnTo>
                    <a:pt x="209606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17962196" y="8540818"/>
              <a:ext cx="169545" cy="180975"/>
            </a:xfrm>
            <a:custGeom>
              <a:avLst/>
              <a:gdLst/>
              <a:ahLst/>
              <a:cxnLst/>
              <a:rect l="l" t="t" r="r" b="b"/>
              <a:pathLst>
                <a:path w="169544" h="180975">
                  <a:moveTo>
                    <a:pt x="169230" y="0"/>
                  </a:moveTo>
                  <a:lnTo>
                    <a:pt x="0" y="0"/>
                  </a:lnTo>
                  <a:lnTo>
                    <a:pt x="0" y="180874"/>
                  </a:lnTo>
                  <a:lnTo>
                    <a:pt x="169230" y="180874"/>
                  </a:lnTo>
                  <a:lnTo>
                    <a:pt x="169230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1" name="object 111" descr=""/>
          <p:cNvGrpSpPr/>
          <p:nvPr/>
        </p:nvGrpSpPr>
        <p:grpSpPr>
          <a:xfrm>
            <a:off x="18239999" y="8519259"/>
            <a:ext cx="210185" cy="224154"/>
            <a:chOff x="18239999" y="8519259"/>
            <a:chExt cx="210185" cy="224154"/>
          </a:xfrm>
        </p:grpSpPr>
        <p:sp>
          <p:nvSpPr>
            <p:cNvPr id="112" name="object 112" descr=""/>
            <p:cNvSpPr/>
            <p:nvPr/>
          </p:nvSpPr>
          <p:spPr>
            <a:xfrm>
              <a:off x="18239999" y="8519259"/>
              <a:ext cx="210185" cy="224154"/>
            </a:xfrm>
            <a:custGeom>
              <a:avLst/>
              <a:gdLst/>
              <a:ahLst/>
              <a:cxnLst/>
              <a:rect l="l" t="t" r="r" b="b"/>
              <a:pathLst>
                <a:path w="210184" h="224154">
                  <a:moveTo>
                    <a:pt x="209648" y="0"/>
                  </a:moveTo>
                  <a:lnTo>
                    <a:pt x="0" y="0"/>
                  </a:lnTo>
                  <a:lnTo>
                    <a:pt x="0" y="224014"/>
                  </a:lnTo>
                  <a:lnTo>
                    <a:pt x="209648" y="224014"/>
                  </a:lnTo>
                  <a:lnTo>
                    <a:pt x="209648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18260187" y="8540818"/>
              <a:ext cx="169545" cy="180975"/>
            </a:xfrm>
            <a:custGeom>
              <a:avLst/>
              <a:gdLst/>
              <a:ahLst/>
              <a:cxnLst/>
              <a:rect l="l" t="t" r="r" b="b"/>
              <a:pathLst>
                <a:path w="169544" h="180975">
                  <a:moveTo>
                    <a:pt x="169272" y="0"/>
                  </a:moveTo>
                  <a:lnTo>
                    <a:pt x="0" y="0"/>
                  </a:lnTo>
                  <a:lnTo>
                    <a:pt x="0" y="180874"/>
                  </a:lnTo>
                  <a:lnTo>
                    <a:pt x="169272" y="180874"/>
                  </a:lnTo>
                  <a:lnTo>
                    <a:pt x="169272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4" name="object 114" descr=""/>
          <p:cNvSpPr/>
          <p:nvPr/>
        </p:nvSpPr>
        <p:spPr>
          <a:xfrm>
            <a:off x="17542648" y="9237143"/>
            <a:ext cx="1008380" cy="15240"/>
          </a:xfrm>
          <a:custGeom>
            <a:avLst/>
            <a:gdLst/>
            <a:ahLst/>
            <a:cxnLst/>
            <a:rect l="l" t="t" r="r" b="b"/>
            <a:pathLst>
              <a:path w="1008380" h="15240">
                <a:moveTo>
                  <a:pt x="1008272" y="0"/>
                </a:moveTo>
                <a:lnTo>
                  <a:pt x="0" y="0"/>
                </a:lnTo>
                <a:lnTo>
                  <a:pt x="0" y="14617"/>
                </a:lnTo>
                <a:lnTo>
                  <a:pt x="1008272" y="14617"/>
                </a:lnTo>
                <a:lnTo>
                  <a:pt x="1008272" y="0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5" name="object 115" descr=""/>
          <p:cNvGrpSpPr/>
          <p:nvPr/>
        </p:nvGrpSpPr>
        <p:grpSpPr>
          <a:xfrm>
            <a:off x="17643964" y="8928042"/>
            <a:ext cx="210185" cy="224154"/>
            <a:chOff x="17643964" y="8928042"/>
            <a:chExt cx="210185" cy="224154"/>
          </a:xfrm>
        </p:grpSpPr>
        <p:sp>
          <p:nvSpPr>
            <p:cNvPr id="116" name="object 116" descr=""/>
            <p:cNvSpPr/>
            <p:nvPr/>
          </p:nvSpPr>
          <p:spPr>
            <a:xfrm>
              <a:off x="17643964" y="8928042"/>
              <a:ext cx="210185" cy="224154"/>
            </a:xfrm>
            <a:custGeom>
              <a:avLst/>
              <a:gdLst/>
              <a:ahLst/>
              <a:cxnLst/>
              <a:rect l="l" t="t" r="r" b="b"/>
              <a:pathLst>
                <a:path w="210184" h="224154">
                  <a:moveTo>
                    <a:pt x="209648" y="0"/>
                  </a:moveTo>
                  <a:lnTo>
                    <a:pt x="0" y="0"/>
                  </a:lnTo>
                  <a:lnTo>
                    <a:pt x="0" y="224035"/>
                  </a:lnTo>
                  <a:lnTo>
                    <a:pt x="209648" y="224035"/>
                  </a:lnTo>
                  <a:lnTo>
                    <a:pt x="209648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17664152" y="8949633"/>
              <a:ext cx="169545" cy="180975"/>
            </a:xfrm>
            <a:custGeom>
              <a:avLst/>
              <a:gdLst/>
              <a:ahLst/>
              <a:cxnLst/>
              <a:rect l="l" t="t" r="r" b="b"/>
              <a:pathLst>
                <a:path w="169544" h="180975">
                  <a:moveTo>
                    <a:pt x="169272" y="0"/>
                  </a:moveTo>
                  <a:lnTo>
                    <a:pt x="0" y="0"/>
                  </a:lnTo>
                  <a:lnTo>
                    <a:pt x="0" y="180853"/>
                  </a:lnTo>
                  <a:lnTo>
                    <a:pt x="169272" y="180853"/>
                  </a:lnTo>
                  <a:lnTo>
                    <a:pt x="169272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8" name="object 118" descr=""/>
          <p:cNvGrpSpPr/>
          <p:nvPr/>
        </p:nvGrpSpPr>
        <p:grpSpPr>
          <a:xfrm>
            <a:off x="17942008" y="8928042"/>
            <a:ext cx="210185" cy="224154"/>
            <a:chOff x="17942008" y="8928042"/>
            <a:chExt cx="210185" cy="224154"/>
          </a:xfrm>
        </p:grpSpPr>
        <p:sp>
          <p:nvSpPr>
            <p:cNvPr id="119" name="object 119" descr=""/>
            <p:cNvSpPr/>
            <p:nvPr/>
          </p:nvSpPr>
          <p:spPr>
            <a:xfrm>
              <a:off x="17942008" y="8928042"/>
              <a:ext cx="210185" cy="224154"/>
            </a:xfrm>
            <a:custGeom>
              <a:avLst/>
              <a:gdLst/>
              <a:ahLst/>
              <a:cxnLst/>
              <a:rect l="l" t="t" r="r" b="b"/>
              <a:pathLst>
                <a:path w="210184" h="224154">
                  <a:moveTo>
                    <a:pt x="209606" y="0"/>
                  </a:moveTo>
                  <a:lnTo>
                    <a:pt x="0" y="0"/>
                  </a:lnTo>
                  <a:lnTo>
                    <a:pt x="0" y="224035"/>
                  </a:lnTo>
                  <a:lnTo>
                    <a:pt x="209606" y="224035"/>
                  </a:lnTo>
                  <a:lnTo>
                    <a:pt x="209606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17962196" y="8949633"/>
              <a:ext cx="169545" cy="180975"/>
            </a:xfrm>
            <a:custGeom>
              <a:avLst/>
              <a:gdLst/>
              <a:ahLst/>
              <a:cxnLst/>
              <a:rect l="l" t="t" r="r" b="b"/>
              <a:pathLst>
                <a:path w="169544" h="180975">
                  <a:moveTo>
                    <a:pt x="169230" y="0"/>
                  </a:moveTo>
                  <a:lnTo>
                    <a:pt x="0" y="0"/>
                  </a:lnTo>
                  <a:lnTo>
                    <a:pt x="0" y="180853"/>
                  </a:lnTo>
                  <a:lnTo>
                    <a:pt x="169230" y="180853"/>
                  </a:lnTo>
                  <a:lnTo>
                    <a:pt x="169230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1" name="object 121" descr=""/>
          <p:cNvGrpSpPr/>
          <p:nvPr/>
        </p:nvGrpSpPr>
        <p:grpSpPr>
          <a:xfrm>
            <a:off x="18239999" y="8928042"/>
            <a:ext cx="210185" cy="224154"/>
            <a:chOff x="18239999" y="8928042"/>
            <a:chExt cx="210185" cy="224154"/>
          </a:xfrm>
        </p:grpSpPr>
        <p:sp>
          <p:nvSpPr>
            <p:cNvPr id="122" name="object 122" descr=""/>
            <p:cNvSpPr/>
            <p:nvPr/>
          </p:nvSpPr>
          <p:spPr>
            <a:xfrm>
              <a:off x="18239999" y="8928042"/>
              <a:ext cx="210185" cy="224154"/>
            </a:xfrm>
            <a:custGeom>
              <a:avLst/>
              <a:gdLst/>
              <a:ahLst/>
              <a:cxnLst/>
              <a:rect l="l" t="t" r="r" b="b"/>
              <a:pathLst>
                <a:path w="210184" h="224154">
                  <a:moveTo>
                    <a:pt x="209648" y="0"/>
                  </a:moveTo>
                  <a:lnTo>
                    <a:pt x="0" y="0"/>
                  </a:lnTo>
                  <a:lnTo>
                    <a:pt x="0" y="224035"/>
                  </a:lnTo>
                  <a:lnTo>
                    <a:pt x="209648" y="224035"/>
                  </a:lnTo>
                  <a:lnTo>
                    <a:pt x="209648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18260187" y="8949633"/>
              <a:ext cx="169545" cy="180975"/>
            </a:xfrm>
            <a:custGeom>
              <a:avLst/>
              <a:gdLst/>
              <a:ahLst/>
              <a:cxnLst/>
              <a:rect l="l" t="t" r="r" b="b"/>
              <a:pathLst>
                <a:path w="169544" h="180975">
                  <a:moveTo>
                    <a:pt x="169272" y="0"/>
                  </a:moveTo>
                  <a:lnTo>
                    <a:pt x="0" y="0"/>
                  </a:lnTo>
                  <a:lnTo>
                    <a:pt x="0" y="180853"/>
                  </a:lnTo>
                  <a:lnTo>
                    <a:pt x="169272" y="180853"/>
                  </a:lnTo>
                  <a:lnTo>
                    <a:pt x="169272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4" name="object 124" descr=""/>
          <p:cNvSpPr/>
          <p:nvPr/>
        </p:nvSpPr>
        <p:spPr>
          <a:xfrm>
            <a:off x="17542648" y="9645957"/>
            <a:ext cx="1008380" cy="14604"/>
          </a:xfrm>
          <a:custGeom>
            <a:avLst/>
            <a:gdLst/>
            <a:ahLst/>
            <a:cxnLst/>
            <a:rect l="l" t="t" r="r" b="b"/>
            <a:pathLst>
              <a:path w="1008380" h="14604">
                <a:moveTo>
                  <a:pt x="1008272" y="0"/>
                </a:moveTo>
                <a:lnTo>
                  <a:pt x="0" y="0"/>
                </a:lnTo>
                <a:lnTo>
                  <a:pt x="0" y="14596"/>
                </a:lnTo>
                <a:lnTo>
                  <a:pt x="1008272" y="14596"/>
                </a:lnTo>
                <a:lnTo>
                  <a:pt x="1008272" y="0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5" name="object 125" descr=""/>
          <p:cNvGrpSpPr/>
          <p:nvPr/>
        </p:nvGrpSpPr>
        <p:grpSpPr>
          <a:xfrm>
            <a:off x="17643964" y="9336825"/>
            <a:ext cx="210185" cy="224154"/>
            <a:chOff x="17643964" y="9336825"/>
            <a:chExt cx="210185" cy="224154"/>
          </a:xfrm>
        </p:grpSpPr>
        <p:sp>
          <p:nvSpPr>
            <p:cNvPr id="126" name="object 126" descr=""/>
            <p:cNvSpPr/>
            <p:nvPr/>
          </p:nvSpPr>
          <p:spPr>
            <a:xfrm>
              <a:off x="17643964" y="9336825"/>
              <a:ext cx="210185" cy="224154"/>
            </a:xfrm>
            <a:custGeom>
              <a:avLst/>
              <a:gdLst/>
              <a:ahLst/>
              <a:cxnLst/>
              <a:rect l="l" t="t" r="r" b="b"/>
              <a:pathLst>
                <a:path w="210184" h="224154">
                  <a:moveTo>
                    <a:pt x="209648" y="0"/>
                  </a:moveTo>
                  <a:lnTo>
                    <a:pt x="0" y="0"/>
                  </a:lnTo>
                  <a:lnTo>
                    <a:pt x="0" y="224035"/>
                  </a:lnTo>
                  <a:lnTo>
                    <a:pt x="209648" y="224035"/>
                  </a:lnTo>
                  <a:lnTo>
                    <a:pt x="209648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17664152" y="9358416"/>
              <a:ext cx="169545" cy="180975"/>
            </a:xfrm>
            <a:custGeom>
              <a:avLst/>
              <a:gdLst/>
              <a:ahLst/>
              <a:cxnLst/>
              <a:rect l="l" t="t" r="r" b="b"/>
              <a:pathLst>
                <a:path w="169544" h="180975">
                  <a:moveTo>
                    <a:pt x="169272" y="0"/>
                  </a:moveTo>
                  <a:lnTo>
                    <a:pt x="0" y="0"/>
                  </a:lnTo>
                  <a:lnTo>
                    <a:pt x="0" y="180853"/>
                  </a:lnTo>
                  <a:lnTo>
                    <a:pt x="169272" y="180853"/>
                  </a:lnTo>
                  <a:lnTo>
                    <a:pt x="169272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8" name="object 128" descr=""/>
          <p:cNvGrpSpPr/>
          <p:nvPr/>
        </p:nvGrpSpPr>
        <p:grpSpPr>
          <a:xfrm>
            <a:off x="17942008" y="9336825"/>
            <a:ext cx="210185" cy="224154"/>
            <a:chOff x="17942008" y="9336825"/>
            <a:chExt cx="210185" cy="224154"/>
          </a:xfrm>
        </p:grpSpPr>
        <p:sp>
          <p:nvSpPr>
            <p:cNvPr id="129" name="object 129" descr=""/>
            <p:cNvSpPr/>
            <p:nvPr/>
          </p:nvSpPr>
          <p:spPr>
            <a:xfrm>
              <a:off x="17942008" y="9336825"/>
              <a:ext cx="210185" cy="224154"/>
            </a:xfrm>
            <a:custGeom>
              <a:avLst/>
              <a:gdLst/>
              <a:ahLst/>
              <a:cxnLst/>
              <a:rect l="l" t="t" r="r" b="b"/>
              <a:pathLst>
                <a:path w="210184" h="224154">
                  <a:moveTo>
                    <a:pt x="209606" y="0"/>
                  </a:moveTo>
                  <a:lnTo>
                    <a:pt x="0" y="0"/>
                  </a:lnTo>
                  <a:lnTo>
                    <a:pt x="0" y="224035"/>
                  </a:lnTo>
                  <a:lnTo>
                    <a:pt x="209606" y="224035"/>
                  </a:lnTo>
                  <a:lnTo>
                    <a:pt x="209606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17962196" y="9358416"/>
              <a:ext cx="169545" cy="180975"/>
            </a:xfrm>
            <a:custGeom>
              <a:avLst/>
              <a:gdLst/>
              <a:ahLst/>
              <a:cxnLst/>
              <a:rect l="l" t="t" r="r" b="b"/>
              <a:pathLst>
                <a:path w="169544" h="180975">
                  <a:moveTo>
                    <a:pt x="169230" y="0"/>
                  </a:moveTo>
                  <a:lnTo>
                    <a:pt x="0" y="0"/>
                  </a:lnTo>
                  <a:lnTo>
                    <a:pt x="0" y="180853"/>
                  </a:lnTo>
                  <a:lnTo>
                    <a:pt x="169230" y="180853"/>
                  </a:lnTo>
                  <a:lnTo>
                    <a:pt x="169230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1" name="object 131" descr=""/>
          <p:cNvGrpSpPr/>
          <p:nvPr/>
        </p:nvGrpSpPr>
        <p:grpSpPr>
          <a:xfrm>
            <a:off x="18239999" y="9336825"/>
            <a:ext cx="210185" cy="224154"/>
            <a:chOff x="18239999" y="9336825"/>
            <a:chExt cx="210185" cy="224154"/>
          </a:xfrm>
        </p:grpSpPr>
        <p:sp>
          <p:nvSpPr>
            <p:cNvPr id="132" name="object 132" descr=""/>
            <p:cNvSpPr/>
            <p:nvPr/>
          </p:nvSpPr>
          <p:spPr>
            <a:xfrm>
              <a:off x="18239999" y="9336825"/>
              <a:ext cx="210185" cy="224154"/>
            </a:xfrm>
            <a:custGeom>
              <a:avLst/>
              <a:gdLst/>
              <a:ahLst/>
              <a:cxnLst/>
              <a:rect l="l" t="t" r="r" b="b"/>
              <a:pathLst>
                <a:path w="210184" h="224154">
                  <a:moveTo>
                    <a:pt x="209648" y="0"/>
                  </a:moveTo>
                  <a:lnTo>
                    <a:pt x="0" y="0"/>
                  </a:lnTo>
                  <a:lnTo>
                    <a:pt x="0" y="224035"/>
                  </a:lnTo>
                  <a:lnTo>
                    <a:pt x="209648" y="224035"/>
                  </a:lnTo>
                  <a:lnTo>
                    <a:pt x="209648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18260187" y="9358416"/>
              <a:ext cx="169545" cy="180975"/>
            </a:xfrm>
            <a:custGeom>
              <a:avLst/>
              <a:gdLst/>
              <a:ahLst/>
              <a:cxnLst/>
              <a:rect l="l" t="t" r="r" b="b"/>
              <a:pathLst>
                <a:path w="169544" h="180975">
                  <a:moveTo>
                    <a:pt x="169272" y="0"/>
                  </a:moveTo>
                  <a:lnTo>
                    <a:pt x="0" y="0"/>
                  </a:lnTo>
                  <a:lnTo>
                    <a:pt x="0" y="180853"/>
                  </a:lnTo>
                  <a:lnTo>
                    <a:pt x="169272" y="180853"/>
                  </a:lnTo>
                  <a:lnTo>
                    <a:pt x="169272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4" name="object 134" descr=""/>
          <p:cNvGrpSpPr/>
          <p:nvPr/>
        </p:nvGrpSpPr>
        <p:grpSpPr>
          <a:xfrm>
            <a:off x="17643964" y="9745640"/>
            <a:ext cx="210185" cy="224154"/>
            <a:chOff x="17643964" y="9745640"/>
            <a:chExt cx="210185" cy="224154"/>
          </a:xfrm>
        </p:grpSpPr>
        <p:sp>
          <p:nvSpPr>
            <p:cNvPr id="135" name="object 135" descr=""/>
            <p:cNvSpPr/>
            <p:nvPr/>
          </p:nvSpPr>
          <p:spPr>
            <a:xfrm>
              <a:off x="17643964" y="9745640"/>
              <a:ext cx="210185" cy="224154"/>
            </a:xfrm>
            <a:custGeom>
              <a:avLst/>
              <a:gdLst/>
              <a:ahLst/>
              <a:cxnLst/>
              <a:rect l="l" t="t" r="r" b="b"/>
              <a:pathLst>
                <a:path w="210184" h="224154">
                  <a:moveTo>
                    <a:pt x="209648" y="0"/>
                  </a:moveTo>
                  <a:lnTo>
                    <a:pt x="0" y="0"/>
                  </a:lnTo>
                  <a:lnTo>
                    <a:pt x="0" y="224014"/>
                  </a:lnTo>
                  <a:lnTo>
                    <a:pt x="209648" y="224014"/>
                  </a:lnTo>
                  <a:lnTo>
                    <a:pt x="209648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17664152" y="9767200"/>
              <a:ext cx="169545" cy="180975"/>
            </a:xfrm>
            <a:custGeom>
              <a:avLst/>
              <a:gdLst/>
              <a:ahLst/>
              <a:cxnLst/>
              <a:rect l="l" t="t" r="r" b="b"/>
              <a:pathLst>
                <a:path w="169544" h="180975">
                  <a:moveTo>
                    <a:pt x="169272" y="0"/>
                  </a:moveTo>
                  <a:lnTo>
                    <a:pt x="0" y="0"/>
                  </a:lnTo>
                  <a:lnTo>
                    <a:pt x="0" y="180874"/>
                  </a:lnTo>
                  <a:lnTo>
                    <a:pt x="169272" y="180874"/>
                  </a:lnTo>
                  <a:lnTo>
                    <a:pt x="169272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7" name="object 137" descr=""/>
          <p:cNvGrpSpPr/>
          <p:nvPr/>
        </p:nvGrpSpPr>
        <p:grpSpPr>
          <a:xfrm>
            <a:off x="17942008" y="9745640"/>
            <a:ext cx="210185" cy="323850"/>
            <a:chOff x="17942008" y="9745640"/>
            <a:chExt cx="210185" cy="323850"/>
          </a:xfrm>
        </p:grpSpPr>
        <p:sp>
          <p:nvSpPr>
            <p:cNvPr id="138" name="object 138" descr=""/>
            <p:cNvSpPr/>
            <p:nvPr/>
          </p:nvSpPr>
          <p:spPr>
            <a:xfrm>
              <a:off x="17942008" y="9745640"/>
              <a:ext cx="210185" cy="323850"/>
            </a:xfrm>
            <a:custGeom>
              <a:avLst/>
              <a:gdLst/>
              <a:ahLst/>
              <a:cxnLst/>
              <a:rect l="l" t="t" r="r" b="b"/>
              <a:pathLst>
                <a:path w="210184" h="323850">
                  <a:moveTo>
                    <a:pt x="209606" y="0"/>
                  </a:moveTo>
                  <a:lnTo>
                    <a:pt x="0" y="0"/>
                  </a:lnTo>
                  <a:lnTo>
                    <a:pt x="0" y="323696"/>
                  </a:lnTo>
                  <a:lnTo>
                    <a:pt x="209606" y="323696"/>
                  </a:lnTo>
                  <a:lnTo>
                    <a:pt x="209606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17962196" y="9767210"/>
              <a:ext cx="169545" cy="275590"/>
            </a:xfrm>
            <a:custGeom>
              <a:avLst/>
              <a:gdLst/>
              <a:ahLst/>
              <a:cxnLst/>
              <a:rect l="l" t="t" r="r" b="b"/>
              <a:pathLst>
                <a:path w="169544" h="275590">
                  <a:moveTo>
                    <a:pt x="0" y="275152"/>
                  </a:moveTo>
                  <a:lnTo>
                    <a:pt x="169230" y="275152"/>
                  </a:lnTo>
                  <a:lnTo>
                    <a:pt x="169230" y="0"/>
                  </a:lnTo>
                  <a:lnTo>
                    <a:pt x="0" y="0"/>
                  </a:lnTo>
                  <a:lnTo>
                    <a:pt x="0" y="275152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0" name="object 140" descr=""/>
          <p:cNvGrpSpPr/>
          <p:nvPr/>
        </p:nvGrpSpPr>
        <p:grpSpPr>
          <a:xfrm>
            <a:off x="18239999" y="9745640"/>
            <a:ext cx="210185" cy="224154"/>
            <a:chOff x="18239999" y="9745640"/>
            <a:chExt cx="210185" cy="224154"/>
          </a:xfrm>
        </p:grpSpPr>
        <p:sp>
          <p:nvSpPr>
            <p:cNvPr id="141" name="object 141" descr=""/>
            <p:cNvSpPr/>
            <p:nvPr/>
          </p:nvSpPr>
          <p:spPr>
            <a:xfrm>
              <a:off x="18239999" y="9745640"/>
              <a:ext cx="210185" cy="224154"/>
            </a:xfrm>
            <a:custGeom>
              <a:avLst/>
              <a:gdLst/>
              <a:ahLst/>
              <a:cxnLst/>
              <a:rect l="l" t="t" r="r" b="b"/>
              <a:pathLst>
                <a:path w="210184" h="224154">
                  <a:moveTo>
                    <a:pt x="209648" y="0"/>
                  </a:moveTo>
                  <a:lnTo>
                    <a:pt x="0" y="0"/>
                  </a:lnTo>
                  <a:lnTo>
                    <a:pt x="0" y="224014"/>
                  </a:lnTo>
                  <a:lnTo>
                    <a:pt x="209648" y="224014"/>
                  </a:lnTo>
                  <a:lnTo>
                    <a:pt x="209648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18260187" y="9767200"/>
              <a:ext cx="169545" cy="180975"/>
            </a:xfrm>
            <a:custGeom>
              <a:avLst/>
              <a:gdLst/>
              <a:ahLst/>
              <a:cxnLst/>
              <a:rect l="l" t="t" r="r" b="b"/>
              <a:pathLst>
                <a:path w="169544" h="180975">
                  <a:moveTo>
                    <a:pt x="169272" y="0"/>
                  </a:moveTo>
                  <a:lnTo>
                    <a:pt x="0" y="0"/>
                  </a:lnTo>
                  <a:lnTo>
                    <a:pt x="0" y="180874"/>
                  </a:lnTo>
                  <a:lnTo>
                    <a:pt x="169272" y="180874"/>
                  </a:lnTo>
                  <a:lnTo>
                    <a:pt x="169272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3" name="object 143" descr=""/>
          <p:cNvSpPr/>
          <p:nvPr/>
        </p:nvSpPr>
        <p:spPr>
          <a:xfrm>
            <a:off x="18080350" y="6344257"/>
            <a:ext cx="109855" cy="52705"/>
          </a:xfrm>
          <a:custGeom>
            <a:avLst/>
            <a:gdLst/>
            <a:ahLst/>
            <a:cxnLst/>
            <a:rect l="l" t="t" r="r" b="b"/>
            <a:pathLst>
              <a:path w="109855" h="52704">
                <a:moveTo>
                  <a:pt x="109494" y="0"/>
                </a:moveTo>
                <a:lnTo>
                  <a:pt x="0" y="0"/>
                </a:lnTo>
                <a:lnTo>
                  <a:pt x="0" y="52375"/>
                </a:lnTo>
                <a:lnTo>
                  <a:pt x="109494" y="52375"/>
                </a:lnTo>
                <a:lnTo>
                  <a:pt x="109494" y="0"/>
                </a:lnTo>
                <a:close/>
              </a:path>
            </a:pathLst>
          </a:custGeom>
          <a:solidFill>
            <a:srgbClr val="FAEBE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44" name="object 144" descr=""/>
          <p:cNvGrpSpPr/>
          <p:nvPr/>
        </p:nvGrpSpPr>
        <p:grpSpPr>
          <a:xfrm>
            <a:off x="16278938" y="6428631"/>
            <a:ext cx="989965" cy="3641090"/>
            <a:chOff x="16278938" y="6428631"/>
            <a:chExt cx="989965" cy="3641090"/>
          </a:xfrm>
        </p:grpSpPr>
        <p:sp>
          <p:nvSpPr>
            <p:cNvPr id="145" name="object 145" descr=""/>
            <p:cNvSpPr/>
            <p:nvPr/>
          </p:nvSpPr>
          <p:spPr>
            <a:xfrm>
              <a:off x="16278938" y="6499016"/>
              <a:ext cx="989965" cy="3543935"/>
            </a:xfrm>
            <a:custGeom>
              <a:avLst/>
              <a:gdLst/>
              <a:ahLst/>
              <a:cxnLst/>
              <a:rect l="l" t="t" r="r" b="b"/>
              <a:pathLst>
                <a:path w="989965" h="3543934">
                  <a:moveTo>
                    <a:pt x="0" y="3543346"/>
                  </a:moveTo>
                  <a:lnTo>
                    <a:pt x="989362" y="3543346"/>
                  </a:lnTo>
                  <a:lnTo>
                    <a:pt x="989362" y="0"/>
                  </a:lnTo>
                  <a:lnTo>
                    <a:pt x="0" y="0"/>
                  </a:lnTo>
                  <a:lnTo>
                    <a:pt x="0" y="3543346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16331857" y="6558629"/>
              <a:ext cx="883919" cy="3484245"/>
            </a:xfrm>
            <a:custGeom>
              <a:avLst/>
              <a:gdLst/>
              <a:ahLst/>
              <a:cxnLst/>
              <a:rect l="l" t="t" r="r" b="b"/>
              <a:pathLst>
                <a:path w="883919" h="3484245">
                  <a:moveTo>
                    <a:pt x="9664" y="0"/>
                  </a:moveTo>
                  <a:lnTo>
                    <a:pt x="0" y="0"/>
                  </a:lnTo>
                  <a:lnTo>
                    <a:pt x="0" y="3483737"/>
                  </a:lnTo>
                  <a:lnTo>
                    <a:pt x="9664" y="3483737"/>
                  </a:lnTo>
                  <a:lnTo>
                    <a:pt x="9664" y="0"/>
                  </a:lnTo>
                  <a:close/>
                </a:path>
                <a:path w="883919" h="3484245">
                  <a:moveTo>
                    <a:pt x="883551" y="0"/>
                  </a:moveTo>
                  <a:lnTo>
                    <a:pt x="873899" y="0"/>
                  </a:lnTo>
                  <a:lnTo>
                    <a:pt x="873899" y="3483737"/>
                  </a:lnTo>
                  <a:lnTo>
                    <a:pt x="883551" y="3483737"/>
                  </a:lnTo>
                  <a:lnTo>
                    <a:pt x="8835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16341533" y="6570773"/>
              <a:ext cx="864235" cy="3498850"/>
            </a:xfrm>
            <a:custGeom>
              <a:avLst/>
              <a:gdLst/>
              <a:ahLst/>
              <a:cxnLst/>
              <a:rect l="l" t="t" r="r" b="b"/>
              <a:pathLst>
                <a:path w="864234" h="3498850">
                  <a:moveTo>
                    <a:pt x="864224" y="0"/>
                  </a:moveTo>
                  <a:lnTo>
                    <a:pt x="0" y="0"/>
                  </a:lnTo>
                  <a:lnTo>
                    <a:pt x="0" y="3498563"/>
                  </a:lnTo>
                  <a:lnTo>
                    <a:pt x="864224" y="3498563"/>
                  </a:lnTo>
                  <a:lnTo>
                    <a:pt x="864224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16498277" y="6680866"/>
              <a:ext cx="551180" cy="3361690"/>
            </a:xfrm>
            <a:custGeom>
              <a:avLst/>
              <a:gdLst/>
              <a:ahLst/>
              <a:cxnLst/>
              <a:rect l="l" t="t" r="r" b="b"/>
              <a:pathLst>
                <a:path w="551180" h="3361690">
                  <a:moveTo>
                    <a:pt x="550672" y="80010"/>
                  </a:moveTo>
                  <a:lnTo>
                    <a:pt x="485025" y="80010"/>
                  </a:lnTo>
                  <a:lnTo>
                    <a:pt x="485025" y="160020"/>
                  </a:lnTo>
                  <a:lnTo>
                    <a:pt x="414845" y="160020"/>
                  </a:lnTo>
                  <a:lnTo>
                    <a:pt x="414845" y="80010"/>
                  </a:lnTo>
                  <a:lnTo>
                    <a:pt x="336473" y="80010"/>
                  </a:lnTo>
                  <a:lnTo>
                    <a:pt x="336473" y="0"/>
                  </a:lnTo>
                  <a:lnTo>
                    <a:pt x="235089" y="0"/>
                  </a:lnTo>
                  <a:lnTo>
                    <a:pt x="235089" y="80010"/>
                  </a:lnTo>
                  <a:lnTo>
                    <a:pt x="156718" y="80010"/>
                  </a:lnTo>
                  <a:lnTo>
                    <a:pt x="156718" y="160020"/>
                  </a:lnTo>
                  <a:lnTo>
                    <a:pt x="65646" y="160020"/>
                  </a:lnTo>
                  <a:lnTo>
                    <a:pt x="65646" y="80010"/>
                  </a:lnTo>
                  <a:lnTo>
                    <a:pt x="0" y="80010"/>
                  </a:lnTo>
                  <a:lnTo>
                    <a:pt x="0" y="160020"/>
                  </a:lnTo>
                  <a:lnTo>
                    <a:pt x="0" y="3361499"/>
                  </a:lnTo>
                  <a:lnTo>
                    <a:pt x="550672" y="3361499"/>
                  </a:lnTo>
                  <a:lnTo>
                    <a:pt x="550672" y="160020"/>
                  </a:lnTo>
                  <a:lnTo>
                    <a:pt x="550672" y="8001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16498292" y="6428631"/>
              <a:ext cx="551180" cy="70485"/>
            </a:xfrm>
            <a:custGeom>
              <a:avLst/>
              <a:gdLst/>
              <a:ahLst/>
              <a:cxnLst/>
              <a:rect l="l" t="t" r="r" b="b"/>
              <a:pathLst>
                <a:path w="551180" h="70485">
                  <a:moveTo>
                    <a:pt x="550663" y="0"/>
                  </a:moveTo>
                  <a:lnTo>
                    <a:pt x="0" y="0"/>
                  </a:lnTo>
                  <a:lnTo>
                    <a:pt x="0" y="70385"/>
                  </a:lnTo>
                  <a:lnTo>
                    <a:pt x="550663" y="70385"/>
                  </a:lnTo>
                  <a:lnTo>
                    <a:pt x="550663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0" name="object 150" descr=""/>
          <p:cNvGrpSpPr/>
          <p:nvPr/>
        </p:nvGrpSpPr>
        <p:grpSpPr>
          <a:xfrm>
            <a:off x="16554228" y="6138022"/>
            <a:ext cx="438784" cy="290830"/>
            <a:chOff x="16554228" y="6138022"/>
            <a:chExt cx="438784" cy="290830"/>
          </a:xfrm>
        </p:grpSpPr>
        <p:sp>
          <p:nvSpPr>
            <p:cNvPr id="151" name="object 151" descr=""/>
            <p:cNvSpPr/>
            <p:nvPr/>
          </p:nvSpPr>
          <p:spPr>
            <a:xfrm>
              <a:off x="16732788" y="6138022"/>
              <a:ext cx="81915" cy="70485"/>
            </a:xfrm>
            <a:custGeom>
              <a:avLst/>
              <a:gdLst/>
              <a:ahLst/>
              <a:cxnLst/>
              <a:rect l="l" t="t" r="r" b="b"/>
              <a:pathLst>
                <a:path w="81915" h="70485">
                  <a:moveTo>
                    <a:pt x="81662" y="0"/>
                  </a:moveTo>
                  <a:lnTo>
                    <a:pt x="0" y="0"/>
                  </a:lnTo>
                  <a:lnTo>
                    <a:pt x="0" y="70395"/>
                  </a:lnTo>
                  <a:lnTo>
                    <a:pt x="81662" y="70395"/>
                  </a:lnTo>
                  <a:lnTo>
                    <a:pt x="81662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16554228" y="6208412"/>
              <a:ext cx="438784" cy="220345"/>
            </a:xfrm>
            <a:custGeom>
              <a:avLst/>
              <a:gdLst/>
              <a:ahLst/>
              <a:cxnLst/>
              <a:rect l="l" t="t" r="r" b="b"/>
              <a:pathLst>
                <a:path w="438784" h="220345">
                  <a:moveTo>
                    <a:pt x="260222" y="0"/>
                  </a:moveTo>
                  <a:lnTo>
                    <a:pt x="178560" y="0"/>
                  </a:lnTo>
                  <a:lnTo>
                    <a:pt x="0" y="220213"/>
                  </a:lnTo>
                  <a:lnTo>
                    <a:pt x="438782" y="220213"/>
                  </a:lnTo>
                  <a:lnTo>
                    <a:pt x="260222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3" name="object 153" descr=""/>
          <p:cNvGrpSpPr/>
          <p:nvPr/>
        </p:nvGrpSpPr>
        <p:grpSpPr>
          <a:xfrm>
            <a:off x="16553988" y="6887800"/>
            <a:ext cx="439420" cy="3154680"/>
            <a:chOff x="16553988" y="6887800"/>
            <a:chExt cx="439420" cy="3154680"/>
          </a:xfrm>
        </p:grpSpPr>
        <p:sp>
          <p:nvSpPr>
            <p:cNvPr id="154" name="object 154" descr=""/>
            <p:cNvSpPr/>
            <p:nvPr/>
          </p:nvSpPr>
          <p:spPr>
            <a:xfrm>
              <a:off x="16553988" y="6887800"/>
              <a:ext cx="439420" cy="3154680"/>
            </a:xfrm>
            <a:custGeom>
              <a:avLst/>
              <a:gdLst/>
              <a:ahLst/>
              <a:cxnLst/>
              <a:rect l="l" t="t" r="r" b="b"/>
              <a:pathLst>
                <a:path w="439419" h="3154679">
                  <a:moveTo>
                    <a:pt x="0" y="3154562"/>
                  </a:moveTo>
                  <a:lnTo>
                    <a:pt x="439274" y="3154562"/>
                  </a:lnTo>
                  <a:lnTo>
                    <a:pt x="439274" y="0"/>
                  </a:lnTo>
                  <a:lnTo>
                    <a:pt x="0" y="0"/>
                  </a:lnTo>
                  <a:lnTo>
                    <a:pt x="0" y="3154562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16683533" y="6998121"/>
              <a:ext cx="180340" cy="3044825"/>
            </a:xfrm>
            <a:custGeom>
              <a:avLst/>
              <a:gdLst/>
              <a:ahLst/>
              <a:cxnLst/>
              <a:rect l="l" t="t" r="r" b="b"/>
              <a:pathLst>
                <a:path w="180340" h="3044825">
                  <a:moveTo>
                    <a:pt x="0" y="3044241"/>
                  </a:moveTo>
                  <a:lnTo>
                    <a:pt x="180214" y="3044241"/>
                  </a:lnTo>
                  <a:lnTo>
                    <a:pt x="180214" y="0"/>
                  </a:lnTo>
                  <a:lnTo>
                    <a:pt x="0" y="0"/>
                  </a:lnTo>
                  <a:lnTo>
                    <a:pt x="0" y="3044241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16723344" y="7041240"/>
              <a:ext cx="100965" cy="3001645"/>
            </a:xfrm>
            <a:custGeom>
              <a:avLst/>
              <a:gdLst/>
              <a:ahLst/>
              <a:cxnLst/>
              <a:rect l="l" t="t" r="r" b="b"/>
              <a:pathLst>
                <a:path w="100965" h="3001645">
                  <a:moveTo>
                    <a:pt x="0" y="3001122"/>
                  </a:moveTo>
                  <a:lnTo>
                    <a:pt x="100604" y="3001122"/>
                  </a:lnTo>
                  <a:lnTo>
                    <a:pt x="100604" y="0"/>
                  </a:lnTo>
                  <a:lnTo>
                    <a:pt x="0" y="0"/>
                  </a:lnTo>
                  <a:lnTo>
                    <a:pt x="0" y="3001122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7" name="object 157" descr=""/>
          <p:cNvGrpSpPr/>
          <p:nvPr/>
        </p:nvGrpSpPr>
        <p:grpSpPr>
          <a:xfrm>
            <a:off x="1499155" y="2325971"/>
            <a:ext cx="2906395" cy="2487930"/>
            <a:chOff x="1499155" y="2325971"/>
            <a:chExt cx="2906395" cy="2487930"/>
          </a:xfrm>
        </p:grpSpPr>
        <p:sp>
          <p:nvSpPr>
            <p:cNvPr id="158" name="object 158" descr=""/>
            <p:cNvSpPr/>
            <p:nvPr/>
          </p:nvSpPr>
          <p:spPr>
            <a:xfrm>
              <a:off x="1499155" y="3291444"/>
              <a:ext cx="663575" cy="1255395"/>
            </a:xfrm>
            <a:custGeom>
              <a:avLst/>
              <a:gdLst/>
              <a:ahLst/>
              <a:cxnLst/>
              <a:rect l="l" t="t" r="r" b="b"/>
              <a:pathLst>
                <a:path w="663575" h="1255395">
                  <a:moveTo>
                    <a:pt x="318608" y="0"/>
                  </a:moveTo>
                  <a:lnTo>
                    <a:pt x="274658" y="5394"/>
                  </a:lnTo>
                  <a:lnTo>
                    <a:pt x="227894" y="25032"/>
                  </a:lnTo>
                  <a:lnTo>
                    <a:pt x="181806" y="64091"/>
                  </a:lnTo>
                  <a:lnTo>
                    <a:pt x="139884" y="127752"/>
                  </a:lnTo>
                  <a:lnTo>
                    <a:pt x="121576" y="170426"/>
                  </a:lnTo>
                  <a:lnTo>
                    <a:pt x="105619" y="221192"/>
                  </a:lnTo>
                  <a:lnTo>
                    <a:pt x="92448" y="280699"/>
                  </a:lnTo>
                  <a:lnTo>
                    <a:pt x="82500" y="349592"/>
                  </a:lnTo>
                  <a:lnTo>
                    <a:pt x="76211" y="428520"/>
                  </a:lnTo>
                  <a:lnTo>
                    <a:pt x="74018" y="518130"/>
                  </a:lnTo>
                  <a:lnTo>
                    <a:pt x="69918" y="560587"/>
                  </a:lnTo>
                  <a:lnTo>
                    <a:pt x="59344" y="596908"/>
                  </a:lnTo>
                  <a:lnTo>
                    <a:pt x="44885" y="631201"/>
                  </a:lnTo>
                  <a:lnTo>
                    <a:pt x="29132" y="667578"/>
                  </a:lnTo>
                  <a:lnTo>
                    <a:pt x="14674" y="710147"/>
                  </a:lnTo>
                  <a:lnTo>
                    <a:pt x="4100" y="763017"/>
                  </a:lnTo>
                  <a:lnTo>
                    <a:pt x="0" y="830299"/>
                  </a:lnTo>
                  <a:lnTo>
                    <a:pt x="3430" y="877997"/>
                  </a:lnTo>
                  <a:lnTo>
                    <a:pt x="13277" y="925505"/>
                  </a:lnTo>
                  <a:lnTo>
                    <a:pt x="28872" y="972192"/>
                  </a:lnTo>
                  <a:lnTo>
                    <a:pt x="49547" y="1017428"/>
                  </a:lnTo>
                  <a:lnTo>
                    <a:pt x="74634" y="1060580"/>
                  </a:lnTo>
                  <a:lnTo>
                    <a:pt x="103465" y="1101019"/>
                  </a:lnTo>
                  <a:lnTo>
                    <a:pt x="135372" y="1138112"/>
                  </a:lnTo>
                  <a:lnTo>
                    <a:pt x="169688" y="1171230"/>
                  </a:lnTo>
                  <a:lnTo>
                    <a:pt x="205744" y="1199742"/>
                  </a:lnTo>
                  <a:lnTo>
                    <a:pt x="242872" y="1223016"/>
                  </a:lnTo>
                  <a:lnTo>
                    <a:pt x="280404" y="1240421"/>
                  </a:lnTo>
                  <a:lnTo>
                    <a:pt x="317673" y="1251327"/>
                  </a:lnTo>
                  <a:lnTo>
                    <a:pt x="354010" y="1255103"/>
                  </a:lnTo>
                  <a:lnTo>
                    <a:pt x="379225" y="1252613"/>
                  </a:lnTo>
                  <a:lnTo>
                    <a:pt x="430318" y="1232977"/>
                  </a:lnTo>
                  <a:lnTo>
                    <a:pt x="480718" y="1194430"/>
                  </a:lnTo>
                  <a:lnTo>
                    <a:pt x="528540" y="1137725"/>
                  </a:lnTo>
                  <a:lnTo>
                    <a:pt x="550895" y="1102799"/>
                  </a:lnTo>
                  <a:lnTo>
                    <a:pt x="571898" y="1063616"/>
                  </a:lnTo>
                  <a:lnTo>
                    <a:pt x="591313" y="1020272"/>
                  </a:lnTo>
                  <a:lnTo>
                    <a:pt x="608905" y="972859"/>
                  </a:lnTo>
                  <a:lnTo>
                    <a:pt x="624437" y="921473"/>
                  </a:lnTo>
                  <a:lnTo>
                    <a:pt x="637674" y="866208"/>
                  </a:lnTo>
                  <a:lnTo>
                    <a:pt x="648380" y="807158"/>
                  </a:lnTo>
                  <a:lnTo>
                    <a:pt x="656319" y="744418"/>
                  </a:lnTo>
                  <a:lnTo>
                    <a:pt x="661255" y="678081"/>
                  </a:lnTo>
                  <a:lnTo>
                    <a:pt x="662953" y="608243"/>
                  </a:lnTo>
                  <a:lnTo>
                    <a:pt x="660967" y="570466"/>
                  </a:lnTo>
                  <a:lnTo>
                    <a:pt x="654908" y="531708"/>
                  </a:lnTo>
                  <a:lnTo>
                    <a:pt x="644626" y="491592"/>
                  </a:lnTo>
                  <a:lnTo>
                    <a:pt x="629969" y="449742"/>
                  </a:lnTo>
                  <a:lnTo>
                    <a:pt x="610785" y="405781"/>
                  </a:lnTo>
                  <a:lnTo>
                    <a:pt x="586925" y="359331"/>
                  </a:lnTo>
                  <a:lnTo>
                    <a:pt x="558237" y="310015"/>
                  </a:lnTo>
                  <a:lnTo>
                    <a:pt x="524570" y="257458"/>
                  </a:lnTo>
                  <a:lnTo>
                    <a:pt x="512189" y="231583"/>
                  </a:lnTo>
                  <a:lnTo>
                    <a:pt x="502325" y="198865"/>
                  </a:lnTo>
                  <a:lnTo>
                    <a:pt x="492773" y="161945"/>
                  </a:lnTo>
                  <a:lnTo>
                    <a:pt x="481329" y="123461"/>
                  </a:lnTo>
                  <a:lnTo>
                    <a:pt x="465790" y="86055"/>
                  </a:lnTo>
                  <a:lnTo>
                    <a:pt x="443952" y="52366"/>
                  </a:lnTo>
                  <a:lnTo>
                    <a:pt x="413611" y="25033"/>
                  </a:lnTo>
                  <a:lnTo>
                    <a:pt x="372564" y="6698"/>
                  </a:lnTo>
                  <a:lnTo>
                    <a:pt x="318608" y="0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1846724" y="3832104"/>
              <a:ext cx="0" cy="981710"/>
            </a:xfrm>
            <a:custGeom>
              <a:avLst/>
              <a:gdLst/>
              <a:ahLst/>
              <a:cxnLst/>
              <a:rect l="l" t="t" r="r" b="b"/>
              <a:pathLst>
                <a:path w="0" h="981710">
                  <a:moveTo>
                    <a:pt x="0" y="0"/>
                  </a:moveTo>
                  <a:lnTo>
                    <a:pt x="0" y="981561"/>
                  </a:lnTo>
                </a:path>
              </a:pathLst>
            </a:custGeom>
            <a:ln w="19308">
              <a:solidFill>
                <a:srgbClr val="C9F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1846724" y="3935091"/>
              <a:ext cx="151765" cy="151765"/>
            </a:xfrm>
            <a:custGeom>
              <a:avLst/>
              <a:gdLst/>
              <a:ahLst/>
              <a:cxnLst/>
              <a:rect l="l" t="t" r="r" b="b"/>
              <a:pathLst>
                <a:path w="151764" h="151764">
                  <a:moveTo>
                    <a:pt x="0" y="151251"/>
                  </a:moveTo>
                  <a:lnTo>
                    <a:pt x="151251" y="0"/>
                  </a:lnTo>
                </a:path>
              </a:pathLst>
            </a:custGeom>
            <a:ln w="19308">
              <a:solidFill>
                <a:srgbClr val="C9F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1713168" y="4200591"/>
              <a:ext cx="133985" cy="133985"/>
            </a:xfrm>
            <a:custGeom>
              <a:avLst/>
              <a:gdLst/>
              <a:ahLst/>
              <a:cxnLst/>
              <a:rect l="l" t="t" r="r" b="b"/>
              <a:pathLst>
                <a:path w="133985" h="133985">
                  <a:moveTo>
                    <a:pt x="133556" y="133556"/>
                  </a:moveTo>
                  <a:lnTo>
                    <a:pt x="0" y="0"/>
                  </a:lnTo>
                </a:path>
              </a:pathLst>
            </a:custGeom>
            <a:ln w="19308">
              <a:solidFill>
                <a:srgbClr val="C9F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2094522" y="2438609"/>
              <a:ext cx="1840864" cy="2185670"/>
            </a:xfrm>
            <a:custGeom>
              <a:avLst/>
              <a:gdLst/>
              <a:ahLst/>
              <a:cxnLst/>
              <a:rect l="l" t="t" r="r" b="b"/>
              <a:pathLst>
                <a:path w="1840864" h="2185670">
                  <a:moveTo>
                    <a:pt x="1840826" y="1412811"/>
                  </a:moveTo>
                  <a:lnTo>
                    <a:pt x="0" y="1412811"/>
                  </a:lnTo>
                  <a:lnTo>
                    <a:pt x="0" y="1551190"/>
                  </a:lnTo>
                  <a:lnTo>
                    <a:pt x="0" y="2185187"/>
                  </a:lnTo>
                  <a:lnTo>
                    <a:pt x="1840826" y="2185187"/>
                  </a:lnTo>
                  <a:lnTo>
                    <a:pt x="1840826" y="1551190"/>
                  </a:lnTo>
                  <a:lnTo>
                    <a:pt x="1840826" y="1412811"/>
                  </a:lnTo>
                  <a:close/>
                </a:path>
                <a:path w="1840864" h="2185670">
                  <a:moveTo>
                    <a:pt x="1840826" y="0"/>
                  </a:moveTo>
                  <a:lnTo>
                    <a:pt x="0" y="0"/>
                  </a:lnTo>
                  <a:lnTo>
                    <a:pt x="0" y="1329131"/>
                  </a:lnTo>
                  <a:lnTo>
                    <a:pt x="1840826" y="1329131"/>
                  </a:lnTo>
                  <a:lnTo>
                    <a:pt x="184082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2041423" y="4623796"/>
              <a:ext cx="1947545" cy="119380"/>
            </a:xfrm>
            <a:custGeom>
              <a:avLst/>
              <a:gdLst/>
              <a:ahLst/>
              <a:cxnLst/>
              <a:rect l="l" t="t" r="r" b="b"/>
              <a:pathLst>
                <a:path w="1947545" h="119379">
                  <a:moveTo>
                    <a:pt x="259067" y="0"/>
                  </a:moveTo>
                  <a:lnTo>
                    <a:pt x="0" y="0"/>
                  </a:lnTo>
                  <a:lnTo>
                    <a:pt x="0" y="119075"/>
                  </a:lnTo>
                  <a:lnTo>
                    <a:pt x="259067" y="119075"/>
                  </a:lnTo>
                  <a:lnTo>
                    <a:pt x="259067" y="0"/>
                  </a:lnTo>
                  <a:close/>
                </a:path>
                <a:path w="1947545" h="119379">
                  <a:moveTo>
                    <a:pt x="1947024" y="0"/>
                  </a:moveTo>
                  <a:lnTo>
                    <a:pt x="751459" y="0"/>
                  </a:lnTo>
                  <a:lnTo>
                    <a:pt x="751459" y="119075"/>
                  </a:lnTo>
                  <a:lnTo>
                    <a:pt x="1947024" y="119075"/>
                  </a:lnTo>
                  <a:lnTo>
                    <a:pt x="1947024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2300495" y="3989794"/>
              <a:ext cx="492759" cy="753110"/>
            </a:xfrm>
            <a:custGeom>
              <a:avLst/>
              <a:gdLst/>
              <a:ahLst/>
              <a:cxnLst/>
              <a:rect l="l" t="t" r="r" b="b"/>
              <a:pathLst>
                <a:path w="492760" h="753110">
                  <a:moveTo>
                    <a:pt x="492393" y="0"/>
                  </a:moveTo>
                  <a:lnTo>
                    <a:pt x="0" y="0"/>
                  </a:lnTo>
                  <a:lnTo>
                    <a:pt x="0" y="753066"/>
                  </a:lnTo>
                  <a:lnTo>
                    <a:pt x="492393" y="753066"/>
                  </a:lnTo>
                  <a:lnTo>
                    <a:pt x="492393" y="0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1962569" y="2325972"/>
              <a:ext cx="2089150" cy="2092325"/>
            </a:xfrm>
            <a:custGeom>
              <a:avLst/>
              <a:gdLst/>
              <a:ahLst/>
              <a:cxnLst/>
              <a:rect l="l" t="t" r="r" b="b"/>
              <a:pathLst>
                <a:path w="2089150" h="2092325">
                  <a:moveTo>
                    <a:pt x="1856930" y="1663827"/>
                  </a:moveTo>
                  <a:lnTo>
                    <a:pt x="949388" y="1663827"/>
                  </a:lnTo>
                  <a:lnTo>
                    <a:pt x="949388" y="2091855"/>
                  </a:lnTo>
                  <a:lnTo>
                    <a:pt x="1856930" y="2091855"/>
                  </a:lnTo>
                  <a:lnTo>
                    <a:pt x="1856930" y="1663827"/>
                  </a:lnTo>
                  <a:close/>
                </a:path>
                <a:path w="2089150" h="2092325">
                  <a:moveTo>
                    <a:pt x="2088629" y="1052372"/>
                  </a:moveTo>
                  <a:lnTo>
                    <a:pt x="0" y="1052372"/>
                  </a:lnTo>
                  <a:lnTo>
                    <a:pt x="0" y="1100645"/>
                  </a:lnTo>
                  <a:lnTo>
                    <a:pt x="2088629" y="1100645"/>
                  </a:lnTo>
                  <a:lnTo>
                    <a:pt x="2088629" y="1052372"/>
                  </a:lnTo>
                  <a:close/>
                </a:path>
                <a:path w="2089150" h="2092325">
                  <a:moveTo>
                    <a:pt x="2088629" y="646861"/>
                  </a:moveTo>
                  <a:lnTo>
                    <a:pt x="582498" y="646861"/>
                  </a:lnTo>
                  <a:lnTo>
                    <a:pt x="582498" y="212407"/>
                  </a:lnTo>
                  <a:lnTo>
                    <a:pt x="238150" y="212407"/>
                  </a:lnTo>
                  <a:lnTo>
                    <a:pt x="238150" y="646861"/>
                  </a:lnTo>
                  <a:lnTo>
                    <a:pt x="0" y="646861"/>
                  </a:lnTo>
                  <a:lnTo>
                    <a:pt x="0" y="695134"/>
                  </a:lnTo>
                  <a:lnTo>
                    <a:pt x="2088629" y="695134"/>
                  </a:lnTo>
                  <a:lnTo>
                    <a:pt x="2088629" y="646861"/>
                  </a:lnTo>
                  <a:close/>
                </a:path>
                <a:path w="2089150" h="2092325">
                  <a:moveTo>
                    <a:pt x="2088629" y="0"/>
                  </a:moveTo>
                  <a:lnTo>
                    <a:pt x="0" y="0"/>
                  </a:lnTo>
                  <a:lnTo>
                    <a:pt x="0" y="112636"/>
                  </a:lnTo>
                  <a:lnTo>
                    <a:pt x="2088629" y="112636"/>
                  </a:lnTo>
                  <a:lnTo>
                    <a:pt x="2088629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2216822" y="2552215"/>
              <a:ext cx="312420" cy="421005"/>
            </a:xfrm>
            <a:custGeom>
              <a:avLst/>
              <a:gdLst/>
              <a:ahLst/>
              <a:cxnLst/>
              <a:rect l="l" t="t" r="r" b="b"/>
              <a:pathLst>
                <a:path w="312419" h="421005">
                  <a:moveTo>
                    <a:pt x="312168" y="0"/>
                  </a:moveTo>
                  <a:lnTo>
                    <a:pt x="0" y="0"/>
                  </a:lnTo>
                  <a:lnTo>
                    <a:pt x="0" y="420594"/>
                  </a:lnTo>
                  <a:lnTo>
                    <a:pt x="312168" y="420594"/>
                  </a:lnTo>
                  <a:lnTo>
                    <a:pt x="3121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 descr=""/>
            <p:cNvSpPr/>
            <p:nvPr/>
          </p:nvSpPr>
          <p:spPr>
            <a:xfrm>
              <a:off x="2831505" y="2538373"/>
              <a:ext cx="344805" cy="434975"/>
            </a:xfrm>
            <a:custGeom>
              <a:avLst/>
              <a:gdLst/>
              <a:ahLst/>
              <a:cxnLst/>
              <a:rect l="l" t="t" r="r" b="b"/>
              <a:pathLst>
                <a:path w="344805" h="434975">
                  <a:moveTo>
                    <a:pt x="344345" y="0"/>
                  </a:moveTo>
                  <a:lnTo>
                    <a:pt x="0" y="0"/>
                  </a:lnTo>
                  <a:lnTo>
                    <a:pt x="0" y="434457"/>
                  </a:lnTo>
                  <a:lnTo>
                    <a:pt x="344345" y="434457"/>
                  </a:lnTo>
                  <a:lnTo>
                    <a:pt x="344345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2847599" y="2552215"/>
              <a:ext cx="312420" cy="421005"/>
            </a:xfrm>
            <a:custGeom>
              <a:avLst/>
              <a:gdLst/>
              <a:ahLst/>
              <a:cxnLst/>
              <a:rect l="l" t="t" r="r" b="b"/>
              <a:pathLst>
                <a:path w="312419" h="421005">
                  <a:moveTo>
                    <a:pt x="312168" y="0"/>
                  </a:moveTo>
                  <a:lnTo>
                    <a:pt x="0" y="0"/>
                  </a:lnTo>
                  <a:lnTo>
                    <a:pt x="0" y="420594"/>
                  </a:lnTo>
                  <a:lnTo>
                    <a:pt x="312168" y="420594"/>
                  </a:lnTo>
                  <a:lnTo>
                    <a:pt x="3121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3462271" y="2538373"/>
              <a:ext cx="344805" cy="434975"/>
            </a:xfrm>
            <a:custGeom>
              <a:avLst/>
              <a:gdLst/>
              <a:ahLst/>
              <a:cxnLst/>
              <a:rect l="l" t="t" r="r" b="b"/>
              <a:pathLst>
                <a:path w="344804" h="434975">
                  <a:moveTo>
                    <a:pt x="344356" y="0"/>
                  </a:moveTo>
                  <a:lnTo>
                    <a:pt x="0" y="0"/>
                  </a:lnTo>
                  <a:lnTo>
                    <a:pt x="0" y="434457"/>
                  </a:lnTo>
                  <a:lnTo>
                    <a:pt x="344356" y="434457"/>
                  </a:lnTo>
                  <a:lnTo>
                    <a:pt x="344356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3478365" y="2552215"/>
              <a:ext cx="312420" cy="421005"/>
            </a:xfrm>
            <a:custGeom>
              <a:avLst/>
              <a:gdLst/>
              <a:ahLst/>
              <a:cxnLst/>
              <a:rect l="l" t="t" r="r" b="b"/>
              <a:pathLst>
                <a:path w="312420" h="421005">
                  <a:moveTo>
                    <a:pt x="312168" y="0"/>
                  </a:moveTo>
                  <a:lnTo>
                    <a:pt x="0" y="0"/>
                  </a:lnTo>
                  <a:lnTo>
                    <a:pt x="0" y="420594"/>
                  </a:lnTo>
                  <a:lnTo>
                    <a:pt x="312168" y="420594"/>
                  </a:lnTo>
                  <a:lnTo>
                    <a:pt x="3121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1920747" y="3767738"/>
              <a:ext cx="2188845" cy="83820"/>
            </a:xfrm>
            <a:custGeom>
              <a:avLst/>
              <a:gdLst/>
              <a:ahLst/>
              <a:cxnLst/>
              <a:rect l="l" t="t" r="r" b="b"/>
              <a:pathLst>
                <a:path w="2188845" h="83820">
                  <a:moveTo>
                    <a:pt x="2188394" y="0"/>
                  </a:moveTo>
                  <a:lnTo>
                    <a:pt x="0" y="0"/>
                  </a:lnTo>
                  <a:lnTo>
                    <a:pt x="0" y="83672"/>
                  </a:lnTo>
                  <a:lnTo>
                    <a:pt x="2188394" y="83672"/>
                  </a:lnTo>
                  <a:lnTo>
                    <a:pt x="2188394" y="0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1920746" y="3426607"/>
              <a:ext cx="2188845" cy="341630"/>
            </a:xfrm>
            <a:custGeom>
              <a:avLst/>
              <a:gdLst/>
              <a:ahLst/>
              <a:cxnLst/>
              <a:rect l="l" t="t" r="r" b="b"/>
              <a:pathLst>
                <a:path w="2188845" h="341629">
                  <a:moveTo>
                    <a:pt x="2014608" y="0"/>
                  </a:moveTo>
                  <a:lnTo>
                    <a:pt x="173785" y="0"/>
                  </a:lnTo>
                  <a:lnTo>
                    <a:pt x="0" y="341130"/>
                  </a:lnTo>
                  <a:lnTo>
                    <a:pt x="2188394" y="341130"/>
                  </a:lnTo>
                  <a:lnTo>
                    <a:pt x="2014608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2094522" y="3426618"/>
              <a:ext cx="1840864" cy="341630"/>
            </a:xfrm>
            <a:custGeom>
              <a:avLst/>
              <a:gdLst/>
              <a:ahLst/>
              <a:cxnLst/>
              <a:rect l="l" t="t" r="r" b="b"/>
              <a:pathLst>
                <a:path w="1840864" h="341629">
                  <a:moveTo>
                    <a:pt x="57924" y="0"/>
                  </a:moveTo>
                  <a:lnTo>
                    <a:pt x="0" y="0"/>
                  </a:lnTo>
                  <a:lnTo>
                    <a:pt x="0" y="341122"/>
                  </a:lnTo>
                  <a:lnTo>
                    <a:pt x="57924" y="341122"/>
                  </a:lnTo>
                  <a:lnTo>
                    <a:pt x="57924" y="0"/>
                  </a:lnTo>
                  <a:close/>
                </a:path>
                <a:path w="1840864" h="341629">
                  <a:moveTo>
                    <a:pt x="195084" y="0"/>
                  </a:moveTo>
                  <a:lnTo>
                    <a:pt x="137160" y="0"/>
                  </a:lnTo>
                  <a:lnTo>
                    <a:pt x="137160" y="341122"/>
                  </a:lnTo>
                  <a:lnTo>
                    <a:pt x="195084" y="341122"/>
                  </a:lnTo>
                  <a:lnTo>
                    <a:pt x="195084" y="0"/>
                  </a:lnTo>
                  <a:close/>
                </a:path>
                <a:path w="1840864" h="341629">
                  <a:moveTo>
                    <a:pt x="332219" y="0"/>
                  </a:moveTo>
                  <a:lnTo>
                    <a:pt x="274294" y="0"/>
                  </a:lnTo>
                  <a:lnTo>
                    <a:pt x="274294" y="341122"/>
                  </a:lnTo>
                  <a:lnTo>
                    <a:pt x="332219" y="341122"/>
                  </a:lnTo>
                  <a:lnTo>
                    <a:pt x="332219" y="0"/>
                  </a:lnTo>
                  <a:close/>
                </a:path>
                <a:path w="1840864" h="341629">
                  <a:moveTo>
                    <a:pt x="469366" y="0"/>
                  </a:moveTo>
                  <a:lnTo>
                    <a:pt x="411441" y="0"/>
                  </a:lnTo>
                  <a:lnTo>
                    <a:pt x="411441" y="341122"/>
                  </a:lnTo>
                  <a:lnTo>
                    <a:pt x="469366" y="341122"/>
                  </a:lnTo>
                  <a:lnTo>
                    <a:pt x="469366" y="0"/>
                  </a:lnTo>
                  <a:close/>
                </a:path>
                <a:path w="1840864" h="341629">
                  <a:moveTo>
                    <a:pt x="606501" y="0"/>
                  </a:moveTo>
                  <a:lnTo>
                    <a:pt x="548576" y="0"/>
                  </a:lnTo>
                  <a:lnTo>
                    <a:pt x="548576" y="341122"/>
                  </a:lnTo>
                  <a:lnTo>
                    <a:pt x="606501" y="341122"/>
                  </a:lnTo>
                  <a:lnTo>
                    <a:pt x="606501" y="0"/>
                  </a:lnTo>
                  <a:close/>
                </a:path>
                <a:path w="1840864" h="341629">
                  <a:moveTo>
                    <a:pt x="743673" y="0"/>
                  </a:moveTo>
                  <a:lnTo>
                    <a:pt x="685749" y="0"/>
                  </a:lnTo>
                  <a:lnTo>
                    <a:pt x="685749" y="341122"/>
                  </a:lnTo>
                  <a:lnTo>
                    <a:pt x="743673" y="341122"/>
                  </a:lnTo>
                  <a:lnTo>
                    <a:pt x="743673" y="0"/>
                  </a:lnTo>
                  <a:close/>
                </a:path>
                <a:path w="1840864" h="341629">
                  <a:moveTo>
                    <a:pt x="880795" y="0"/>
                  </a:moveTo>
                  <a:lnTo>
                    <a:pt x="822871" y="0"/>
                  </a:lnTo>
                  <a:lnTo>
                    <a:pt x="822871" y="341122"/>
                  </a:lnTo>
                  <a:lnTo>
                    <a:pt x="880795" y="341122"/>
                  </a:lnTo>
                  <a:lnTo>
                    <a:pt x="880795" y="0"/>
                  </a:lnTo>
                  <a:close/>
                </a:path>
                <a:path w="1840864" h="341629">
                  <a:moveTo>
                    <a:pt x="1017955" y="0"/>
                  </a:moveTo>
                  <a:lnTo>
                    <a:pt x="960031" y="0"/>
                  </a:lnTo>
                  <a:lnTo>
                    <a:pt x="960031" y="341122"/>
                  </a:lnTo>
                  <a:lnTo>
                    <a:pt x="1017955" y="341122"/>
                  </a:lnTo>
                  <a:lnTo>
                    <a:pt x="1017955" y="0"/>
                  </a:lnTo>
                  <a:close/>
                </a:path>
                <a:path w="1840864" h="341629">
                  <a:moveTo>
                    <a:pt x="1155077" y="0"/>
                  </a:moveTo>
                  <a:lnTo>
                    <a:pt x="1097153" y="0"/>
                  </a:lnTo>
                  <a:lnTo>
                    <a:pt x="1097153" y="341122"/>
                  </a:lnTo>
                  <a:lnTo>
                    <a:pt x="1155077" y="341122"/>
                  </a:lnTo>
                  <a:lnTo>
                    <a:pt x="1155077" y="0"/>
                  </a:lnTo>
                  <a:close/>
                </a:path>
                <a:path w="1840864" h="341629">
                  <a:moveTo>
                    <a:pt x="1292250" y="0"/>
                  </a:moveTo>
                  <a:lnTo>
                    <a:pt x="1234325" y="0"/>
                  </a:lnTo>
                  <a:lnTo>
                    <a:pt x="1234325" y="341122"/>
                  </a:lnTo>
                  <a:lnTo>
                    <a:pt x="1292250" y="341122"/>
                  </a:lnTo>
                  <a:lnTo>
                    <a:pt x="1292250" y="0"/>
                  </a:lnTo>
                  <a:close/>
                </a:path>
                <a:path w="1840864" h="341629">
                  <a:moveTo>
                    <a:pt x="1429372" y="0"/>
                  </a:moveTo>
                  <a:lnTo>
                    <a:pt x="1371447" y="0"/>
                  </a:lnTo>
                  <a:lnTo>
                    <a:pt x="1371447" y="341122"/>
                  </a:lnTo>
                  <a:lnTo>
                    <a:pt x="1429372" y="341122"/>
                  </a:lnTo>
                  <a:lnTo>
                    <a:pt x="1429372" y="0"/>
                  </a:lnTo>
                  <a:close/>
                </a:path>
                <a:path w="1840864" h="341629">
                  <a:moveTo>
                    <a:pt x="1566532" y="0"/>
                  </a:moveTo>
                  <a:lnTo>
                    <a:pt x="1508607" y="0"/>
                  </a:lnTo>
                  <a:lnTo>
                    <a:pt x="1508607" y="341122"/>
                  </a:lnTo>
                  <a:lnTo>
                    <a:pt x="1566532" y="341122"/>
                  </a:lnTo>
                  <a:lnTo>
                    <a:pt x="1566532" y="0"/>
                  </a:lnTo>
                  <a:close/>
                </a:path>
                <a:path w="1840864" h="341629">
                  <a:moveTo>
                    <a:pt x="1703654" y="0"/>
                  </a:moveTo>
                  <a:lnTo>
                    <a:pt x="1645729" y="0"/>
                  </a:lnTo>
                  <a:lnTo>
                    <a:pt x="1645729" y="341122"/>
                  </a:lnTo>
                  <a:lnTo>
                    <a:pt x="1703654" y="341122"/>
                  </a:lnTo>
                  <a:lnTo>
                    <a:pt x="1703654" y="0"/>
                  </a:lnTo>
                  <a:close/>
                </a:path>
                <a:path w="1840864" h="341629">
                  <a:moveTo>
                    <a:pt x="1840826" y="0"/>
                  </a:moveTo>
                  <a:lnTo>
                    <a:pt x="1782902" y="0"/>
                  </a:lnTo>
                  <a:lnTo>
                    <a:pt x="1782902" y="341122"/>
                  </a:lnTo>
                  <a:lnTo>
                    <a:pt x="1840826" y="341122"/>
                  </a:lnTo>
                  <a:lnTo>
                    <a:pt x="1840826" y="0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2940926" y="4015542"/>
              <a:ext cx="849630" cy="376555"/>
            </a:xfrm>
            <a:custGeom>
              <a:avLst/>
              <a:gdLst/>
              <a:ahLst/>
              <a:cxnLst/>
              <a:rect l="l" t="t" r="r" b="b"/>
              <a:pathLst>
                <a:path w="849629" h="376554">
                  <a:moveTo>
                    <a:pt x="849618" y="0"/>
                  </a:moveTo>
                  <a:lnTo>
                    <a:pt x="0" y="0"/>
                  </a:lnTo>
                  <a:lnTo>
                    <a:pt x="0" y="376533"/>
                  </a:lnTo>
                  <a:lnTo>
                    <a:pt x="849618" y="376533"/>
                  </a:lnTo>
                  <a:lnTo>
                    <a:pt x="849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2216810" y="2551258"/>
              <a:ext cx="1574165" cy="421640"/>
            </a:xfrm>
            <a:custGeom>
              <a:avLst/>
              <a:gdLst/>
              <a:ahLst/>
              <a:cxnLst/>
              <a:rect l="l" t="t" r="r" b="b"/>
              <a:pathLst>
                <a:path w="1574164" h="421639">
                  <a:moveTo>
                    <a:pt x="312178" y="68834"/>
                  </a:moveTo>
                  <a:lnTo>
                    <a:pt x="0" y="381000"/>
                  </a:lnTo>
                  <a:lnTo>
                    <a:pt x="0" y="421589"/>
                  </a:lnTo>
                  <a:lnTo>
                    <a:pt x="12877" y="421589"/>
                  </a:lnTo>
                  <a:lnTo>
                    <a:pt x="312178" y="122288"/>
                  </a:lnTo>
                  <a:lnTo>
                    <a:pt x="312178" y="68834"/>
                  </a:lnTo>
                  <a:close/>
                </a:path>
                <a:path w="1574164" h="421639">
                  <a:moveTo>
                    <a:pt x="312178" y="0"/>
                  </a:moveTo>
                  <a:lnTo>
                    <a:pt x="231711" y="0"/>
                  </a:lnTo>
                  <a:lnTo>
                    <a:pt x="12" y="231711"/>
                  </a:lnTo>
                  <a:lnTo>
                    <a:pt x="12" y="349491"/>
                  </a:lnTo>
                  <a:lnTo>
                    <a:pt x="312178" y="37325"/>
                  </a:lnTo>
                  <a:lnTo>
                    <a:pt x="312178" y="0"/>
                  </a:lnTo>
                  <a:close/>
                </a:path>
                <a:path w="1574164" h="421639">
                  <a:moveTo>
                    <a:pt x="942949" y="68834"/>
                  </a:moveTo>
                  <a:lnTo>
                    <a:pt x="630770" y="381000"/>
                  </a:lnTo>
                  <a:lnTo>
                    <a:pt x="630770" y="421589"/>
                  </a:lnTo>
                  <a:lnTo>
                    <a:pt x="643648" y="421589"/>
                  </a:lnTo>
                  <a:lnTo>
                    <a:pt x="942949" y="122288"/>
                  </a:lnTo>
                  <a:lnTo>
                    <a:pt x="942949" y="68834"/>
                  </a:lnTo>
                  <a:close/>
                </a:path>
                <a:path w="1574164" h="421639">
                  <a:moveTo>
                    <a:pt x="942949" y="0"/>
                  </a:moveTo>
                  <a:lnTo>
                    <a:pt x="862495" y="0"/>
                  </a:lnTo>
                  <a:lnTo>
                    <a:pt x="630783" y="231711"/>
                  </a:lnTo>
                  <a:lnTo>
                    <a:pt x="630783" y="349491"/>
                  </a:lnTo>
                  <a:lnTo>
                    <a:pt x="942949" y="37325"/>
                  </a:lnTo>
                  <a:lnTo>
                    <a:pt x="942949" y="0"/>
                  </a:lnTo>
                  <a:close/>
                </a:path>
                <a:path w="1574164" h="421639">
                  <a:moveTo>
                    <a:pt x="1573720" y="68834"/>
                  </a:moveTo>
                  <a:lnTo>
                    <a:pt x="1261554" y="381000"/>
                  </a:lnTo>
                  <a:lnTo>
                    <a:pt x="1261554" y="421589"/>
                  </a:lnTo>
                  <a:lnTo>
                    <a:pt x="1274419" y="421589"/>
                  </a:lnTo>
                  <a:lnTo>
                    <a:pt x="1573720" y="122288"/>
                  </a:lnTo>
                  <a:lnTo>
                    <a:pt x="1573720" y="68834"/>
                  </a:lnTo>
                  <a:close/>
                </a:path>
                <a:path w="1574164" h="421639">
                  <a:moveTo>
                    <a:pt x="1573720" y="0"/>
                  </a:moveTo>
                  <a:lnTo>
                    <a:pt x="1493266" y="0"/>
                  </a:lnTo>
                  <a:lnTo>
                    <a:pt x="1261554" y="231711"/>
                  </a:lnTo>
                  <a:lnTo>
                    <a:pt x="1261554" y="349491"/>
                  </a:lnTo>
                  <a:lnTo>
                    <a:pt x="1573720" y="37325"/>
                  </a:lnTo>
                  <a:lnTo>
                    <a:pt x="1573720" y="0"/>
                  </a:lnTo>
                  <a:close/>
                </a:path>
              </a:pathLst>
            </a:custGeom>
            <a:solidFill>
              <a:srgbClr val="DF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2326243" y="4015542"/>
              <a:ext cx="441325" cy="727710"/>
            </a:xfrm>
            <a:custGeom>
              <a:avLst/>
              <a:gdLst/>
              <a:ahLst/>
              <a:cxnLst/>
              <a:rect l="l" t="t" r="r" b="b"/>
              <a:pathLst>
                <a:path w="441325" h="727710">
                  <a:moveTo>
                    <a:pt x="440897" y="0"/>
                  </a:moveTo>
                  <a:lnTo>
                    <a:pt x="0" y="0"/>
                  </a:lnTo>
                  <a:lnTo>
                    <a:pt x="0" y="727318"/>
                  </a:lnTo>
                  <a:lnTo>
                    <a:pt x="440897" y="727318"/>
                  </a:lnTo>
                  <a:lnTo>
                    <a:pt x="440897" y="0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2316589" y="4347019"/>
              <a:ext cx="463550" cy="19685"/>
            </a:xfrm>
            <a:custGeom>
              <a:avLst/>
              <a:gdLst/>
              <a:ahLst/>
              <a:cxnLst/>
              <a:rect l="l" t="t" r="r" b="b"/>
              <a:pathLst>
                <a:path w="463550" h="19685">
                  <a:moveTo>
                    <a:pt x="463420" y="0"/>
                  </a:moveTo>
                  <a:lnTo>
                    <a:pt x="0" y="0"/>
                  </a:lnTo>
                  <a:lnTo>
                    <a:pt x="0" y="19308"/>
                  </a:lnTo>
                  <a:lnTo>
                    <a:pt x="463420" y="19308"/>
                  </a:lnTo>
                  <a:lnTo>
                    <a:pt x="463420" y="0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3935356" y="3188457"/>
              <a:ext cx="267335" cy="38735"/>
            </a:xfrm>
            <a:custGeom>
              <a:avLst/>
              <a:gdLst/>
              <a:ahLst/>
              <a:cxnLst/>
              <a:rect l="l" t="t" r="r" b="b"/>
              <a:pathLst>
                <a:path w="267335" h="38735">
                  <a:moveTo>
                    <a:pt x="267112" y="0"/>
                  </a:moveTo>
                  <a:lnTo>
                    <a:pt x="0" y="0"/>
                  </a:lnTo>
                  <a:lnTo>
                    <a:pt x="0" y="38616"/>
                  </a:lnTo>
                  <a:lnTo>
                    <a:pt x="267112" y="38616"/>
                  </a:lnTo>
                  <a:lnTo>
                    <a:pt x="267112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4131672" y="3070992"/>
              <a:ext cx="273685" cy="273685"/>
            </a:xfrm>
            <a:custGeom>
              <a:avLst/>
              <a:gdLst/>
              <a:ahLst/>
              <a:cxnLst/>
              <a:rect l="l" t="t" r="r" b="b"/>
              <a:pathLst>
                <a:path w="273685" h="273685">
                  <a:moveTo>
                    <a:pt x="136770" y="0"/>
                  </a:moveTo>
                  <a:lnTo>
                    <a:pt x="93540" y="6972"/>
                  </a:lnTo>
                  <a:lnTo>
                    <a:pt x="55995" y="26388"/>
                  </a:lnTo>
                  <a:lnTo>
                    <a:pt x="26388" y="55995"/>
                  </a:lnTo>
                  <a:lnTo>
                    <a:pt x="6972" y="93540"/>
                  </a:lnTo>
                  <a:lnTo>
                    <a:pt x="0" y="136770"/>
                  </a:lnTo>
                  <a:lnTo>
                    <a:pt x="6972" y="180006"/>
                  </a:lnTo>
                  <a:lnTo>
                    <a:pt x="26388" y="217554"/>
                  </a:lnTo>
                  <a:lnTo>
                    <a:pt x="55995" y="247162"/>
                  </a:lnTo>
                  <a:lnTo>
                    <a:pt x="93540" y="266579"/>
                  </a:lnTo>
                  <a:lnTo>
                    <a:pt x="136770" y="273551"/>
                  </a:lnTo>
                  <a:lnTo>
                    <a:pt x="180001" y="266579"/>
                  </a:lnTo>
                  <a:lnTo>
                    <a:pt x="217545" y="247162"/>
                  </a:lnTo>
                  <a:lnTo>
                    <a:pt x="247152" y="217554"/>
                  </a:lnTo>
                  <a:lnTo>
                    <a:pt x="266568" y="180006"/>
                  </a:lnTo>
                  <a:lnTo>
                    <a:pt x="273541" y="136770"/>
                  </a:lnTo>
                  <a:lnTo>
                    <a:pt x="266568" y="93540"/>
                  </a:lnTo>
                  <a:lnTo>
                    <a:pt x="247152" y="55995"/>
                  </a:lnTo>
                  <a:lnTo>
                    <a:pt x="217545" y="26388"/>
                  </a:lnTo>
                  <a:lnTo>
                    <a:pt x="180001" y="6972"/>
                  </a:lnTo>
                  <a:lnTo>
                    <a:pt x="136770" y="0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0" name="object 180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172665" y="3111992"/>
              <a:ext cx="191554" cy="191554"/>
            </a:xfrm>
            <a:prstGeom prst="rect">
              <a:avLst/>
            </a:prstGeom>
          </p:spPr>
        </p:pic>
        <p:sp>
          <p:nvSpPr>
            <p:cNvPr id="181" name="object 181" descr=""/>
            <p:cNvSpPr/>
            <p:nvPr/>
          </p:nvSpPr>
          <p:spPr>
            <a:xfrm>
              <a:off x="2957423" y="4015542"/>
              <a:ext cx="833119" cy="376555"/>
            </a:xfrm>
            <a:custGeom>
              <a:avLst/>
              <a:gdLst/>
              <a:ahLst/>
              <a:cxnLst/>
              <a:rect l="l" t="t" r="r" b="b"/>
              <a:pathLst>
                <a:path w="833120" h="376554">
                  <a:moveTo>
                    <a:pt x="627138" y="0"/>
                  </a:moveTo>
                  <a:lnTo>
                    <a:pt x="376529" y="0"/>
                  </a:lnTo>
                  <a:lnTo>
                    <a:pt x="0" y="376542"/>
                  </a:lnTo>
                  <a:lnTo>
                    <a:pt x="250596" y="376542"/>
                  </a:lnTo>
                  <a:lnTo>
                    <a:pt x="627138" y="0"/>
                  </a:lnTo>
                  <a:close/>
                </a:path>
                <a:path w="833120" h="376554">
                  <a:moveTo>
                    <a:pt x="730123" y="0"/>
                  </a:moveTo>
                  <a:lnTo>
                    <a:pt x="682269" y="0"/>
                  </a:lnTo>
                  <a:lnTo>
                    <a:pt x="305739" y="376542"/>
                  </a:lnTo>
                  <a:lnTo>
                    <a:pt x="353593" y="376542"/>
                  </a:lnTo>
                  <a:lnTo>
                    <a:pt x="730123" y="0"/>
                  </a:lnTo>
                  <a:close/>
                </a:path>
                <a:path w="833120" h="376554">
                  <a:moveTo>
                    <a:pt x="833107" y="0"/>
                  </a:moveTo>
                  <a:lnTo>
                    <a:pt x="782027" y="0"/>
                  </a:lnTo>
                  <a:lnTo>
                    <a:pt x="405498" y="376542"/>
                  </a:lnTo>
                  <a:lnTo>
                    <a:pt x="517728" y="376542"/>
                  </a:lnTo>
                  <a:lnTo>
                    <a:pt x="833107" y="61150"/>
                  </a:lnTo>
                  <a:lnTo>
                    <a:pt x="833107" y="0"/>
                  </a:lnTo>
                  <a:close/>
                </a:path>
              </a:pathLst>
            </a:custGeom>
            <a:solidFill>
              <a:srgbClr val="DFF7F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2" name="object 182" descr=""/>
          <p:cNvGrpSpPr/>
          <p:nvPr/>
        </p:nvGrpSpPr>
        <p:grpSpPr>
          <a:xfrm>
            <a:off x="4595664" y="2388314"/>
            <a:ext cx="2833370" cy="2425700"/>
            <a:chOff x="4595664" y="2388314"/>
            <a:chExt cx="2833370" cy="2425700"/>
          </a:xfrm>
        </p:grpSpPr>
        <p:sp>
          <p:nvSpPr>
            <p:cNvPr id="183" name="object 183" descr=""/>
            <p:cNvSpPr/>
            <p:nvPr/>
          </p:nvSpPr>
          <p:spPr>
            <a:xfrm>
              <a:off x="4595664" y="3329590"/>
              <a:ext cx="646430" cy="1224280"/>
            </a:xfrm>
            <a:custGeom>
              <a:avLst/>
              <a:gdLst/>
              <a:ahLst/>
              <a:cxnLst/>
              <a:rect l="l" t="t" r="r" b="b"/>
              <a:pathLst>
                <a:path w="646429" h="1224279">
                  <a:moveTo>
                    <a:pt x="310618" y="0"/>
                  </a:moveTo>
                  <a:lnTo>
                    <a:pt x="267773" y="5259"/>
                  </a:lnTo>
                  <a:lnTo>
                    <a:pt x="222183" y="24405"/>
                  </a:lnTo>
                  <a:lnTo>
                    <a:pt x="177251" y="62486"/>
                  </a:lnTo>
                  <a:lnTo>
                    <a:pt x="136380" y="124551"/>
                  </a:lnTo>
                  <a:lnTo>
                    <a:pt x="118531" y="166156"/>
                  </a:lnTo>
                  <a:lnTo>
                    <a:pt x="102974" y="215650"/>
                  </a:lnTo>
                  <a:lnTo>
                    <a:pt x="90133" y="273665"/>
                  </a:lnTo>
                  <a:lnTo>
                    <a:pt x="80434" y="340832"/>
                  </a:lnTo>
                  <a:lnTo>
                    <a:pt x="74303" y="417782"/>
                  </a:lnTo>
                  <a:lnTo>
                    <a:pt x="72165" y="505146"/>
                  </a:lnTo>
                  <a:lnTo>
                    <a:pt x="68167" y="546538"/>
                  </a:lnTo>
                  <a:lnTo>
                    <a:pt x="57858" y="581948"/>
                  </a:lnTo>
                  <a:lnTo>
                    <a:pt x="43762" y="615382"/>
                  </a:lnTo>
                  <a:lnTo>
                    <a:pt x="28403" y="650846"/>
                  </a:lnTo>
                  <a:lnTo>
                    <a:pt x="14306" y="692349"/>
                  </a:lnTo>
                  <a:lnTo>
                    <a:pt x="3997" y="743895"/>
                  </a:lnTo>
                  <a:lnTo>
                    <a:pt x="0" y="809493"/>
                  </a:lnTo>
                  <a:lnTo>
                    <a:pt x="3344" y="855995"/>
                  </a:lnTo>
                  <a:lnTo>
                    <a:pt x="12944" y="902312"/>
                  </a:lnTo>
                  <a:lnTo>
                    <a:pt x="28147" y="947830"/>
                  </a:lnTo>
                  <a:lnTo>
                    <a:pt x="48304" y="991932"/>
                  </a:lnTo>
                  <a:lnTo>
                    <a:pt x="72762" y="1034003"/>
                  </a:lnTo>
                  <a:lnTo>
                    <a:pt x="100870" y="1073430"/>
                  </a:lnTo>
                  <a:lnTo>
                    <a:pt x="131977" y="1109595"/>
                  </a:lnTo>
                  <a:lnTo>
                    <a:pt x="165431" y="1141884"/>
                  </a:lnTo>
                  <a:lnTo>
                    <a:pt x="200583" y="1169683"/>
                  </a:lnTo>
                  <a:lnTo>
                    <a:pt x="236780" y="1192374"/>
                  </a:lnTo>
                  <a:lnTo>
                    <a:pt x="273371" y="1209344"/>
                  </a:lnTo>
                  <a:lnTo>
                    <a:pt x="345130" y="1223659"/>
                  </a:lnTo>
                  <a:lnTo>
                    <a:pt x="371264" y="1220919"/>
                  </a:lnTo>
                  <a:lnTo>
                    <a:pt x="424194" y="1199336"/>
                  </a:lnTo>
                  <a:lnTo>
                    <a:pt x="476166" y="1157015"/>
                  </a:lnTo>
                  <a:lnTo>
                    <a:pt x="524976" y="1094838"/>
                  </a:lnTo>
                  <a:lnTo>
                    <a:pt x="547505" y="1056580"/>
                  </a:lnTo>
                  <a:lnTo>
                    <a:pt x="568417" y="1013689"/>
                  </a:lnTo>
                  <a:lnTo>
                    <a:pt x="587435" y="966275"/>
                  </a:lnTo>
                  <a:lnTo>
                    <a:pt x="604283" y="914449"/>
                  </a:lnTo>
                  <a:lnTo>
                    <a:pt x="618687" y="858322"/>
                  </a:lnTo>
                  <a:lnTo>
                    <a:pt x="630370" y="798002"/>
                  </a:lnTo>
                  <a:lnTo>
                    <a:pt x="639056" y="733601"/>
                  </a:lnTo>
                  <a:lnTo>
                    <a:pt x="644470" y="665230"/>
                  </a:lnTo>
                  <a:lnTo>
                    <a:pt x="646336" y="592997"/>
                  </a:lnTo>
                  <a:lnTo>
                    <a:pt x="643802" y="550837"/>
                  </a:lnTo>
                  <a:lnTo>
                    <a:pt x="636055" y="507360"/>
                  </a:lnTo>
                  <a:lnTo>
                    <a:pt x="622875" y="462017"/>
                  </a:lnTo>
                  <a:lnTo>
                    <a:pt x="604042" y="414259"/>
                  </a:lnTo>
                  <a:lnTo>
                    <a:pt x="579336" y="363538"/>
                  </a:lnTo>
                  <a:lnTo>
                    <a:pt x="548538" y="309304"/>
                  </a:lnTo>
                  <a:lnTo>
                    <a:pt x="511429" y="251008"/>
                  </a:lnTo>
                  <a:lnTo>
                    <a:pt x="499355" y="225781"/>
                  </a:lnTo>
                  <a:lnTo>
                    <a:pt x="489735" y="193884"/>
                  </a:lnTo>
                  <a:lnTo>
                    <a:pt x="480420" y="157888"/>
                  </a:lnTo>
                  <a:lnTo>
                    <a:pt x="469262" y="120369"/>
                  </a:lnTo>
                  <a:lnTo>
                    <a:pt x="454112" y="83899"/>
                  </a:lnTo>
                  <a:lnTo>
                    <a:pt x="432821" y="51054"/>
                  </a:lnTo>
                  <a:lnTo>
                    <a:pt x="403241" y="24406"/>
                  </a:lnTo>
                  <a:lnTo>
                    <a:pt x="363223" y="6530"/>
                  </a:lnTo>
                  <a:lnTo>
                    <a:pt x="3106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4934523" y="3856702"/>
              <a:ext cx="0" cy="957580"/>
            </a:xfrm>
            <a:custGeom>
              <a:avLst/>
              <a:gdLst/>
              <a:ahLst/>
              <a:cxnLst/>
              <a:rect l="l" t="t" r="r" b="b"/>
              <a:pathLst>
                <a:path w="0" h="957579">
                  <a:moveTo>
                    <a:pt x="0" y="0"/>
                  </a:moveTo>
                  <a:lnTo>
                    <a:pt x="0" y="956965"/>
                  </a:lnTo>
                </a:path>
              </a:pathLst>
            </a:custGeom>
            <a:ln w="18826">
              <a:solidFill>
                <a:srgbClr val="DFDF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4934523" y="3957109"/>
              <a:ext cx="147955" cy="147955"/>
            </a:xfrm>
            <a:custGeom>
              <a:avLst/>
              <a:gdLst/>
              <a:ahLst/>
              <a:cxnLst/>
              <a:rect l="l" t="t" r="r" b="b"/>
              <a:pathLst>
                <a:path w="147954" h="147954">
                  <a:moveTo>
                    <a:pt x="0" y="147461"/>
                  </a:moveTo>
                  <a:lnTo>
                    <a:pt x="147461" y="0"/>
                  </a:lnTo>
                </a:path>
              </a:pathLst>
            </a:custGeom>
            <a:ln w="18826">
              <a:solidFill>
                <a:srgbClr val="DFDF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 descr=""/>
            <p:cNvSpPr/>
            <p:nvPr/>
          </p:nvSpPr>
          <p:spPr>
            <a:xfrm>
              <a:off x="4804317" y="4215959"/>
              <a:ext cx="130810" cy="130810"/>
            </a:xfrm>
            <a:custGeom>
              <a:avLst/>
              <a:gdLst/>
              <a:ahLst/>
              <a:cxnLst/>
              <a:rect l="l" t="t" r="r" b="b"/>
              <a:pathLst>
                <a:path w="130810" h="130810">
                  <a:moveTo>
                    <a:pt x="130205" y="130205"/>
                  </a:moveTo>
                  <a:lnTo>
                    <a:pt x="0" y="0"/>
                  </a:lnTo>
                </a:path>
              </a:pathLst>
            </a:custGeom>
            <a:ln w="18826">
              <a:solidFill>
                <a:srgbClr val="DFDF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 descr=""/>
            <p:cNvSpPr/>
            <p:nvPr/>
          </p:nvSpPr>
          <p:spPr>
            <a:xfrm>
              <a:off x="5176101" y="2498133"/>
              <a:ext cx="1795145" cy="2136775"/>
            </a:xfrm>
            <a:custGeom>
              <a:avLst/>
              <a:gdLst/>
              <a:ahLst/>
              <a:cxnLst/>
              <a:rect l="l" t="t" r="r" b="b"/>
              <a:pathLst>
                <a:path w="1795145" h="2136775">
                  <a:moveTo>
                    <a:pt x="1794700" y="0"/>
                  </a:moveTo>
                  <a:lnTo>
                    <a:pt x="0" y="0"/>
                  </a:lnTo>
                  <a:lnTo>
                    <a:pt x="0" y="1377403"/>
                  </a:lnTo>
                  <a:lnTo>
                    <a:pt x="0" y="1512316"/>
                  </a:lnTo>
                  <a:lnTo>
                    <a:pt x="0" y="1518589"/>
                  </a:lnTo>
                  <a:lnTo>
                    <a:pt x="0" y="1929612"/>
                  </a:lnTo>
                  <a:lnTo>
                    <a:pt x="0" y="2136698"/>
                  </a:lnTo>
                  <a:lnTo>
                    <a:pt x="1794700" y="2136698"/>
                  </a:lnTo>
                  <a:lnTo>
                    <a:pt x="1794700" y="1929612"/>
                  </a:lnTo>
                  <a:lnTo>
                    <a:pt x="1794700" y="1518589"/>
                  </a:lnTo>
                  <a:lnTo>
                    <a:pt x="1794700" y="1512316"/>
                  </a:lnTo>
                  <a:lnTo>
                    <a:pt x="1794700" y="1377403"/>
                  </a:lnTo>
                  <a:lnTo>
                    <a:pt x="1794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 descr=""/>
            <p:cNvSpPr/>
            <p:nvPr/>
          </p:nvSpPr>
          <p:spPr>
            <a:xfrm>
              <a:off x="5176112" y="2466753"/>
              <a:ext cx="1795145" cy="2278380"/>
            </a:xfrm>
            <a:custGeom>
              <a:avLst/>
              <a:gdLst/>
              <a:ahLst/>
              <a:cxnLst/>
              <a:rect l="l" t="t" r="r" b="b"/>
              <a:pathLst>
                <a:path w="1795145" h="2278379">
                  <a:moveTo>
                    <a:pt x="1794699" y="1408773"/>
                  </a:moveTo>
                  <a:lnTo>
                    <a:pt x="1794699" y="2277888"/>
                  </a:lnTo>
                  <a:lnTo>
                    <a:pt x="0" y="2277888"/>
                  </a:lnTo>
                  <a:lnTo>
                    <a:pt x="0" y="0"/>
                  </a:lnTo>
                  <a:lnTo>
                    <a:pt x="1794699" y="0"/>
                  </a:lnTo>
                  <a:lnTo>
                    <a:pt x="1794699" y="1327195"/>
                  </a:lnTo>
                </a:path>
              </a:pathLst>
            </a:custGeom>
            <a:ln w="78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 descr=""/>
            <p:cNvSpPr/>
            <p:nvPr/>
          </p:nvSpPr>
          <p:spPr>
            <a:xfrm>
              <a:off x="5124336" y="4634832"/>
              <a:ext cx="1898650" cy="116205"/>
            </a:xfrm>
            <a:custGeom>
              <a:avLst/>
              <a:gdLst/>
              <a:ahLst/>
              <a:cxnLst/>
              <a:rect l="l" t="t" r="r" b="b"/>
              <a:pathLst>
                <a:path w="1898650" h="116204">
                  <a:moveTo>
                    <a:pt x="252577" y="0"/>
                  </a:moveTo>
                  <a:lnTo>
                    <a:pt x="0" y="0"/>
                  </a:lnTo>
                  <a:lnTo>
                    <a:pt x="0" y="116090"/>
                  </a:lnTo>
                  <a:lnTo>
                    <a:pt x="252577" y="116090"/>
                  </a:lnTo>
                  <a:lnTo>
                    <a:pt x="252577" y="0"/>
                  </a:lnTo>
                  <a:close/>
                </a:path>
                <a:path w="1898650" h="116204">
                  <a:moveTo>
                    <a:pt x="1898243" y="0"/>
                  </a:moveTo>
                  <a:lnTo>
                    <a:pt x="732637" y="0"/>
                  </a:lnTo>
                  <a:lnTo>
                    <a:pt x="732637" y="116090"/>
                  </a:lnTo>
                  <a:lnTo>
                    <a:pt x="1898243" y="116090"/>
                  </a:lnTo>
                  <a:lnTo>
                    <a:pt x="1898243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 descr=""/>
            <p:cNvSpPr/>
            <p:nvPr/>
          </p:nvSpPr>
          <p:spPr>
            <a:xfrm>
              <a:off x="5376925" y="4016715"/>
              <a:ext cx="480059" cy="734695"/>
            </a:xfrm>
            <a:custGeom>
              <a:avLst/>
              <a:gdLst/>
              <a:ahLst/>
              <a:cxnLst/>
              <a:rect l="l" t="t" r="r" b="b"/>
              <a:pathLst>
                <a:path w="480060" h="734695">
                  <a:moveTo>
                    <a:pt x="480048" y="0"/>
                  </a:moveTo>
                  <a:lnTo>
                    <a:pt x="0" y="0"/>
                  </a:lnTo>
                  <a:lnTo>
                    <a:pt x="0" y="734197"/>
                  </a:lnTo>
                  <a:lnTo>
                    <a:pt x="480048" y="734197"/>
                  </a:lnTo>
                  <a:lnTo>
                    <a:pt x="4800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 descr=""/>
            <p:cNvSpPr/>
            <p:nvPr/>
          </p:nvSpPr>
          <p:spPr>
            <a:xfrm>
              <a:off x="5047475" y="2388317"/>
              <a:ext cx="2036445" cy="2039620"/>
            </a:xfrm>
            <a:custGeom>
              <a:avLst/>
              <a:gdLst/>
              <a:ahLst/>
              <a:cxnLst/>
              <a:rect l="l" t="t" r="r" b="b"/>
              <a:pathLst>
                <a:path w="2036445" h="2039620">
                  <a:moveTo>
                    <a:pt x="1810385" y="1622132"/>
                  </a:moveTo>
                  <a:lnTo>
                    <a:pt x="925588" y="1622132"/>
                  </a:lnTo>
                  <a:lnTo>
                    <a:pt x="925588" y="2039429"/>
                  </a:lnTo>
                  <a:lnTo>
                    <a:pt x="1810385" y="2039429"/>
                  </a:lnTo>
                  <a:lnTo>
                    <a:pt x="1810385" y="1622132"/>
                  </a:lnTo>
                  <a:close/>
                </a:path>
                <a:path w="2036445" h="2039620">
                  <a:moveTo>
                    <a:pt x="2036279" y="1025994"/>
                  </a:moveTo>
                  <a:lnTo>
                    <a:pt x="0" y="1025994"/>
                  </a:lnTo>
                  <a:lnTo>
                    <a:pt x="0" y="1073061"/>
                  </a:lnTo>
                  <a:lnTo>
                    <a:pt x="2036279" y="1073061"/>
                  </a:lnTo>
                  <a:lnTo>
                    <a:pt x="2036279" y="1025994"/>
                  </a:lnTo>
                  <a:close/>
                </a:path>
                <a:path w="2036445" h="2039620">
                  <a:moveTo>
                    <a:pt x="2036279" y="630656"/>
                  </a:moveTo>
                  <a:lnTo>
                    <a:pt x="567893" y="630656"/>
                  </a:lnTo>
                  <a:lnTo>
                    <a:pt x="567893" y="207086"/>
                  </a:lnTo>
                  <a:lnTo>
                    <a:pt x="232181" y="207086"/>
                  </a:lnTo>
                  <a:lnTo>
                    <a:pt x="232181" y="630656"/>
                  </a:lnTo>
                  <a:lnTo>
                    <a:pt x="0" y="630656"/>
                  </a:lnTo>
                  <a:lnTo>
                    <a:pt x="0" y="677722"/>
                  </a:lnTo>
                  <a:lnTo>
                    <a:pt x="2036279" y="677722"/>
                  </a:lnTo>
                  <a:lnTo>
                    <a:pt x="2036279" y="630656"/>
                  </a:lnTo>
                  <a:close/>
                </a:path>
                <a:path w="2036445" h="2039620">
                  <a:moveTo>
                    <a:pt x="2036279" y="0"/>
                  </a:moveTo>
                  <a:lnTo>
                    <a:pt x="0" y="0"/>
                  </a:lnTo>
                  <a:lnTo>
                    <a:pt x="0" y="109816"/>
                  </a:lnTo>
                  <a:lnTo>
                    <a:pt x="2036279" y="109816"/>
                  </a:lnTo>
                  <a:lnTo>
                    <a:pt x="2036279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 descr=""/>
            <p:cNvSpPr/>
            <p:nvPr/>
          </p:nvSpPr>
          <p:spPr>
            <a:xfrm>
              <a:off x="5295346" y="2608883"/>
              <a:ext cx="304800" cy="410209"/>
            </a:xfrm>
            <a:custGeom>
              <a:avLst/>
              <a:gdLst/>
              <a:ahLst/>
              <a:cxnLst/>
              <a:rect l="l" t="t" r="r" b="b"/>
              <a:pathLst>
                <a:path w="304800" h="410210">
                  <a:moveTo>
                    <a:pt x="304346" y="0"/>
                  </a:moveTo>
                  <a:lnTo>
                    <a:pt x="0" y="0"/>
                  </a:lnTo>
                  <a:lnTo>
                    <a:pt x="0" y="410050"/>
                  </a:lnTo>
                  <a:lnTo>
                    <a:pt x="304346" y="410050"/>
                  </a:lnTo>
                  <a:lnTo>
                    <a:pt x="3043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 descr=""/>
            <p:cNvSpPr/>
            <p:nvPr/>
          </p:nvSpPr>
          <p:spPr>
            <a:xfrm>
              <a:off x="5894626" y="2595397"/>
              <a:ext cx="335915" cy="424180"/>
            </a:xfrm>
            <a:custGeom>
              <a:avLst/>
              <a:gdLst/>
              <a:ahLst/>
              <a:cxnLst/>
              <a:rect l="l" t="t" r="r" b="b"/>
              <a:pathLst>
                <a:path w="335914" h="424180">
                  <a:moveTo>
                    <a:pt x="335717" y="0"/>
                  </a:moveTo>
                  <a:lnTo>
                    <a:pt x="0" y="0"/>
                  </a:lnTo>
                  <a:lnTo>
                    <a:pt x="0" y="423568"/>
                  </a:lnTo>
                  <a:lnTo>
                    <a:pt x="335717" y="423568"/>
                  </a:lnTo>
                  <a:lnTo>
                    <a:pt x="335717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 descr=""/>
            <p:cNvSpPr/>
            <p:nvPr/>
          </p:nvSpPr>
          <p:spPr>
            <a:xfrm>
              <a:off x="5910312" y="2608883"/>
              <a:ext cx="304800" cy="410209"/>
            </a:xfrm>
            <a:custGeom>
              <a:avLst/>
              <a:gdLst/>
              <a:ahLst/>
              <a:cxnLst/>
              <a:rect l="l" t="t" r="r" b="b"/>
              <a:pathLst>
                <a:path w="304800" h="410210">
                  <a:moveTo>
                    <a:pt x="304346" y="0"/>
                  </a:moveTo>
                  <a:lnTo>
                    <a:pt x="0" y="0"/>
                  </a:lnTo>
                  <a:lnTo>
                    <a:pt x="0" y="410050"/>
                  </a:lnTo>
                  <a:lnTo>
                    <a:pt x="304346" y="410050"/>
                  </a:lnTo>
                  <a:lnTo>
                    <a:pt x="3043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 descr=""/>
            <p:cNvSpPr/>
            <p:nvPr/>
          </p:nvSpPr>
          <p:spPr>
            <a:xfrm>
              <a:off x="6509592" y="2595397"/>
              <a:ext cx="335915" cy="424180"/>
            </a:xfrm>
            <a:custGeom>
              <a:avLst/>
              <a:gdLst/>
              <a:ahLst/>
              <a:cxnLst/>
              <a:rect l="l" t="t" r="r" b="b"/>
              <a:pathLst>
                <a:path w="335915" h="424180">
                  <a:moveTo>
                    <a:pt x="335717" y="0"/>
                  </a:moveTo>
                  <a:lnTo>
                    <a:pt x="0" y="0"/>
                  </a:lnTo>
                  <a:lnTo>
                    <a:pt x="0" y="423568"/>
                  </a:lnTo>
                  <a:lnTo>
                    <a:pt x="335717" y="423568"/>
                  </a:lnTo>
                  <a:lnTo>
                    <a:pt x="335717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 descr=""/>
            <p:cNvSpPr/>
            <p:nvPr/>
          </p:nvSpPr>
          <p:spPr>
            <a:xfrm>
              <a:off x="6525277" y="2608883"/>
              <a:ext cx="304800" cy="410209"/>
            </a:xfrm>
            <a:custGeom>
              <a:avLst/>
              <a:gdLst/>
              <a:ahLst/>
              <a:cxnLst/>
              <a:rect l="l" t="t" r="r" b="b"/>
              <a:pathLst>
                <a:path w="304800" h="410210">
                  <a:moveTo>
                    <a:pt x="304346" y="0"/>
                  </a:moveTo>
                  <a:lnTo>
                    <a:pt x="0" y="0"/>
                  </a:lnTo>
                  <a:lnTo>
                    <a:pt x="0" y="410050"/>
                  </a:lnTo>
                  <a:lnTo>
                    <a:pt x="304346" y="410050"/>
                  </a:lnTo>
                  <a:lnTo>
                    <a:pt x="3043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 descr=""/>
            <p:cNvSpPr/>
            <p:nvPr/>
          </p:nvSpPr>
          <p:spPr>
            <a:xfrm>
              <a:off x="5006683" y="3461363"/>
              <a:ext cx="2133600" cy="332740"/>
            </a:xfrm>
            <a:custGeom>
              <a:avLst/>
              <a:gdLst/>
              <a:ahLst/>
              <a:cxnLst/>
              <a:rect l="l" t="t" r="r" b="b"/>
              <a:pathLst>
                <a:path w="2133600" h="332739">
                  <a:moveTo>
                    <a:pt x="1964128" y="0"/>
                  </a:moveTo>
                  <a:lnTo>
                    <a:pt x="169429" y="0"/>
                  </a:lnTo>
                  <a:lnTo>
                    <a:pt x="0" y="332586"/>
                  </a:lnTo>
                  <a:lnTo>
                    <a:pt x="2133558" y="332586"/>
                  </a:lnTo>
                  <a:lnTo>
                    <a:pt x="1964128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 descr=""/>
            <p:cNvSpPr/>
            <p:nvPr/>
          </p:nvSpPr>
          <p:spPr>
            <a:xfrm>
              <a:off x="5176113" y="3461378"/>
              <a:ext cx="1795145" cy="941705"/>
            </a:xfrm>
            <a:custGeom>
              <a:avLst/>
              <a:gdLst/>
              <a:ahLst/>
              <a:cxnLst/>
              <a:rect l="l" t="t" r="r" b="b"/>
              <a:pathLst>
                <a:path w="1795145" h="941704">
                  <a:moveTo>
                    <a:pt x="56476" y="0"/>
                  </a:moveTo>
                  <a:lnTo>
                    <a:pt x="0" y="0"/>
                  </a:lnTo>
                  <a:lnTo>
                    <a:pt x="0" y="332587"/>
                  </a:lnTo>
                  <a:lnTo>
                    <a:pt x="56476" y="332587"/>
                  </a:lnTo>
                  <a:lnTo>
                    <a:pt x="56476" y="0"/>
                  </a:lnTo>
                  <a:close/>
                </a:path>
                <a:path w="1795145" h="941704">
                  <a:moveTo>
                    <a:pt x="190195" y="0"/>
                  </a:moveTo>
                  <a:lnTo>
                    <a:pt x="133718" y="0"/>
                  </a:lnTo>
                  <a:lnTo>
                    <a:pt x="133718" y="332587"/>
                  </a:lnTo>
                  <a:lnTo>
                    <a:pt x="190195" y="332587"/>
                  </a:lnTo>
                  <a:lnTo>
                    <a:pt x="190195" y="0"/>
                  </a:lnTo>
                  <a:close/>
                </a:path>
                <a:path w="1795145" h="941704">
                  <a:moveTo>
                    <a:pt x="323888" y="0"/>
                  </a:moveTo>
                  <a:lnTo>
                    <a:pt x="267411" y="0"/>
                  </a:lnTo>
                  <a:lnTo>
                    <a:pt x="267411" y="332587"/>
                  </a:lnTo>
                  <a:lnTo>
                    <a:pt x="323888" y="332587"/>
                  </a:lnTo>
                  <a:lnTo>
                    <a:pt x="323888" y="0"/>
                  </a:lnTo>
                  <a:close/>
                </a:path>
                <a:path w="1795145" h="941704">
                  <a:moveTo>
                    <a:pt x="457619" y="0"/>
                  </a:moveTo>
                  <a:lnTo>
                    <a:pt x="401129" y="0"/>
                  </a:lnTo>
                  <a:lnTo>
                    <a:pt x="401129" y="332587"/>
                  </a:lnTo>
                  <a:lnTo>
                    <a:pt x="457619" y="332587"/>
                  </a:lnTo>
                  <a:lnTo>
                    <a:pt x="457619" y="0"/>
                  </a:lnTo>
                  <a:close/>
                </a:path>
                <a:path w="1795145" h="941704">
                  <a:moveTo>
                    <a:pt x="591312" y="0"/>
                  </a:moveTo>
                  <a:lnTo>
                    <a:pt x="534822" y="0"/>
                  </a:lnTo>
                  <a:lnTo>
                    <a:pt x="534822" y="332587"/>
                  </a:lnTo>
                  <a:lnTo>
                    <a:pt x="591312" y="332587"/>
                  </a:lnTo>
                  <a:lnTo>
                    <a:pt x="591312" y="0"/>
                  </a:lnTo>
                  <a:close/>
                </a:path>
                <a:path w="1795145" h="941704">
                  <a:moveTo>
                    <a:pt x="725030" y="0"/>
                  </a:moveTo>
                  <a:lnTo>
                    <a:pt x="668553" y="0"/>
                  </a:lnTo>
                  <a:lnTo>
                    <a:pt x="668553" y="332587"/>
                  </a:lnTo>
                  <a:lnTo>
                    <a:pt x="725030" y="332587"/>
                  </a:lnTo>
                  <a:lnTo>
                    <a:pt x="725030" y="0"/>
                  </a:lnTo>
                  <a:close/>
                </a:path>
                <a:path w="1795145" h="941704">
                  <a:moveTo>
                    <a:pt x="858723" y="0"/>
                  </a:moveTo>
                  <a:lnTo>
                    <a:pt x="802246" y="0"/>
                  </a:lnTo>
                  <a:lnTo>
                    <a:pt x="802246" y="332587"/>
                  </a:lnTo>
                  <a:lnTo>
                    <a:pt x="858723" y="332587"/>
                  </a:lnTo>
                  <a:lnTo>
                    <a:pt x="858723" y="0"/>
                  </a:lnTo>
                  <a:close/>
                </a:path>
                <a:path w="1795145" h="941704">
                  <a:moveTo>
                    <a:pt x="992441" y="0"/>
                  </a:moveTo>
                  <a:lnTo>
                    <a:pt x="935964" y="0"/>
                  </a:lnTo>
                  <a:lnTo>
                    <a:pt x="935964" y="332587"/>
                  </a:lnTo>
                  <a:lnTo>
                    <a:pt x="992441" y="332587"/>
                  </a:lnTo>
                  <a:lnTo>
                    <a:pt x="992441" y="0"/>
                  </a:lnTo>
                  <a:close/>
                </a:path>
                <a:path w="1795145" h="941704">
                  <a:moveTo>
                    <a:pt x="1126134" y="0"/>
                  </a:moveTo>
                  <a:lnTo>
                    <a:pt x="1069657" y="0"/>
                  </a:lnTo>
                  <a:lnTo>
                    <a:pt x="1069657" y="332587"/>
                  </a:lnTo>
                  <a:lnTo>
                    <a:pt x="1126134" y="332587"/>
                  </a:lnTo>
                  <a:lnTo>
                    <a:pt x="1126134" y="0"/>
                  </a:lnTo>
                  <a:close/>
                </a:path>
                <a:path w="1795145" h="941704">
                  <a:moveTo>
                    <a:pt x="1259865" y="0"/>
                  </a:moveTo>
                  <a:lnTo>
                    <a:pt x="1203388" y="0"/>
                  </a:lnTo>
                  <a:lnTo>
                    <a:pt x="1203388" y="332587"/>
                  </a:lnTo>
                  <a:lnTo>
                    <a:pt x="1259865" y="332587"/>
                  </a:lnTo>
                  <a:lnTo>
                    <a:pt x="1259865" y="0"/>
                  </a:lnTo>
                  <a:close/>
                </a:path>
                <a:path w="1795145" h="941704">
                  <a:moveTo>
                    <a:pt x="1393558" y="0"/>
                  </a:moveTo>
                  <a:lnTo>
                    <a:pt x="1337068" y="0"/>
                  </a:lnTo>
                  <a:lnTo>
                    <a:pt x="1337068" y="332587"/>
                  </a:lnTo>
                  <a:lnTo>
                    <a:pt x="1393558" y="332587"/>
                  </a:lnTo>
                  <a:lnTo>
                    <a:pt x="1393558" y="0"/>
                  </a:lnTo>
                  <a:close/>
                </a:path>
                <a:path w="1795145" h="941704">
                  <a:moveTo>
                    <a:pt x="1527276" y="0"/>
                  </a:moveTo>
                  <a:lnTo>
                    <a:pt x="1470799" y="0"/>
                  </a:lnTo>
                  <a:lnTo>
                    <a:pt x="1470799" y="332587"/>
                  </a:lnTo>
                  <a:lnTo>
                    <a:pt x="1527276" y="332587"/>
                  </a:lnTo>
                  <a:lnTo>
                    <a:pt x="1527276" y="0"/>
                  </a:lnTo>
                  <a:close/>
                </a:path>
                <a:path w="1795145" h="941704">
                  <a:moveTo>
                    <a:pt x="1653501" y="574167"/>
                  </a:moveTo>
                  <a:lnTo>
                    <a:pt x="825182" y="574167"/>
                  </a:lnTo>
                  <a:lnTo>
                    <a:pt x="825182" y="941273"/>
                  </a:lnTo>
                  <a:lnTo>
                    <a:pt x="1653501" y="941273"/>
                  </a:lnTo>
                  <a:lnTo>
                    <a:pt x="1653501" y="574167"/>
                  </a:lnTo>
                  <a:close/>
                </a:path>
                <a:path w="1795145" h="941704">
                  <a:moveTo>
                    <a:pt x="1660969" y="0"/>
                  </a:moveTo>
                  <a:lnTo>
                    <a:pt x="1604492" y="0"/>
                  </a:lnTo>
                  <a:lnTo>
                    <a:pt x="1604492" y="332587"/>
                  </a:lnTo>
                  <a:lnTo>
                    <a:pt x="1660969" y="332587"/>
                  </a:lnTo>
                  <a:lnTo>
                    <a:pt x="1660969" y="0"/>
                  </a:lnTo>
                  <a:close/>
                </a:path>
                <a:path w="1795145" h="941704">
                  <a:moveTo>
                    <a:pt x="1794700" y="0"/>
                  </a:moveTo>
                  <a:lnTo>
                    <a:pt x="1738210" y="0"/>
                  </a:lnTo>
                  <a:lnTo>
                    <a:pt x="1738210" y="332587"/>
                  </a:lnTo>
                  <a:lnTo>
                    <a:pt x="1794700" y="332587"/>
                  </a:lnTo>
                  <a:lnTo>
                    <a:pt x="1794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 descr=""/>
            <p:cNvSpPr/>
            <p:nvPr/>
          </p:nvSpPr>
          <p:spPr>
            <a:xfrm>
              <a:off x="5295341" y="2607950"/>
              <a:ext cx="1534795" cy="411480"/>
            </a:xfrm>
            <a:custGeom>
              <a:avLst/>
              <a:gdLst/>
              <a:ahLst/>
              <a:cxnLst/>
              <a:rect l="l" t="t" r="r" b="b"/>
              <a:pathLst>
                <a:path w="1534795" h="411480">
                  <a:moveTo>
                    <a:pt x="304342" y="67106"/>
                  </a:moveTo>
                  <a:lnTo>
                    <a:pt x="0" y="371462"/>
                  </a:lnTo>
                  <a:lnTo>
                    <a:pt x="0" y="411022"/>
                  </a:lnTo>
                  <a:lnTo>
                    <a:pt x="12547" y="411022"/>
                  </a:lnTo>
                  <a:lnTo>
                    <a:pt x="304342" y="119227"/>
                  </a:lnTo>
                  <a:lnTo>
                    <a:pt x="304342" y="67106"/>
                  </a:lnTo>
                  <a:close/>
                </a:path>
                <a:path w="1534795" h="411480">
                  <a:moveTo>
                    <a:pt x="304342" y="0"/>
                  </a:moveTo>
                  <a:lnTo>
                    <a:pt x="225907" y="0"/>
                  </a:lnTo>
                  <a:lnTo>
                    <a:pt x="0" y="225907"/>
                  </a:lnTo>
                  <a:lnTo>
                    <a:pt x="0" y="340741"/>
                  </a:lnTo>
                  <a:lnTo>
                    <a:pt x="304342" y="36398"/>
                  </a:lnTo>
                  <a:lnTo>
                    <a:pt x="304342" y="0"/>
                  </a:lnTo>
                  <a:close/>
                </a:path>
                <a:path w="1534795" h="411480">
                  <a:moveTo>
                    <a:pt x="919302" y="67106"/>
                  </a:moveTo>
                  <a:lnTo>
                    <a:pt x="614959" y="371462"/>
                  </a:lnTo>
                  <a:lnTo>
                    <a:pt x="614959" y="411022"/>
                  </a:lnTo>
                  <a:lnTo>
                    <a:pt x="627519" y="411022"/>
                  </a:lnTo>
                  <a:lnTo>
                    <a:pt x="919302" y="119227"/>
                  </a:lnTo>
                  <a:lnTo>
                    <a:pt x="919302" y="67106"/>
                  </a:lnTo>
                  <a:close/>
                </a:path>
                <a:path w="1534795" h="411480">
                  <a:moveTo>
                    <a:pt x="919302" y="0"/>
                  </a:moveTo>
                  <a:lnTo>
                    <a:pt x="840867" y="0"/>
                  </a:lnTo>
                  <a:lnTo>
                    <a:pt x="614959" y="225907"/>
                  </a:lnTo>
                  <a:lnTo>
                    <a:pt x="614959" y="340741"/>
                  </a:lnTo>
                  <a:lnTo>
                    <a:pt x="919302" y="36398"/>
                  </a:lnTo>
                  <a:lnTo>
                    <a:pt x="919302" y="0"/>
                  </a:lnTo>
                  <a:close/>
                </a:path>
                <a:path w="1534795" h="411480">
                  <a:moveTo>
                    <a:pt x="1534274" y="67106"/>
                  </a:moveTo>
                  <a:lnTo>
                    <a:pt x="1229931" y="371462"/>
                  </a:lnTo>
                  <a:lnTo>
                    <a:pt x="1229931" y="411022"/>
                  </a:lnTo>
                  <a:lnTo>
                    <a:pt x="1242479" y="411022"/>
                  </a:lnTo>
                  <a:lnTo>
                    <a:pt x="1534274" y="119227"/>
                  </a:lnTo>
                  <a:lnTo>
                    <a:pt x="1534274" y="67106"/>
                  </a:lnTo>
                  <a:close/>
                </a:path>
                <a:path w="1534795" h="411480">
                  <a:moveTo>
                    <a:pt x="1534274" y="0"/>
                  </a:moveTo>
                  <a:lnTo>
                    <a:pt x="1455839" y="0"/>
                  </a:lnTo>
                  <a:lnTo>
                    <a:pt x="1229918" y="225907"/>
                  </a:lnTo>
                  <a:lnTo>
                    <a:pt x="1229918" y="340741"/>
                  </a:lnTo>
                  <a:lnTo>
                    <a:pt x="1534274" y="36398"/>
                  </a:lnTo>
                  <a:lnTo>
                    <a:pt x="153427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 descr=""/>
            <p:cNvSpPr/>
            <p:nvPr/>
          </p:nvSpPr>
          <p:spPr>
            <a:xfrm>
              <a:off x="5402024" y="4041814"/>
              <a:ext cx="429895" cy="709295"/>
            </a:xfrm>
            <a:custGeom>
              <a:avLst/>
              <a:gdLst/>
              <a:ahLst/>
              <a:cxnLst/>
              <a:rect l="l" t="t" r="r" b="b"/>
              <a:pathLst>
                <a:path w="429895" h="709295">
                  <a:moveTo>
                    <a:pt x="429850" y="0"/>
                  </a:moveTo>
                  <a:lnTo>
                    <a:pt x="0" y="0"/>
                  </a:lnTo>
                  <a:lnTo>
                    <a:pt x="0" y="709088"/>
                  </a:lnTo>
                  <a:lnTo>
                    <a:pt x="429850" y="709088"/>
                  </a:lnTo>
                  <a:lnTo>
                    <a:pt x="4298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 descr=""/>
            <p:cNvSpPr/>
            <p:nvPr/>
          </p:nvSpPr>
          <p:spPr>
            <a:xfrm>
              <a:off x="5401920" y="3229196"/>
              <a:ext cx="1760855" cy="1148715"/>
            </a:xfrm>
            <a:custGeom>
              <a:avLst/>
              <a:gdLst/>
              <a:ahLst/>
              <a:cxnLst/>
              <a:rect l="l" t="t" r="r" b="b"/>
              <a:pathLst>
                <a:path w="1760854" h="1148714">
                  <a:moveTo>
                    <a:pt x="442493" y="1129525"/>
                  </a:moveTo>
                  <a:lnTo>
                    <a:pt x="0" y="1129525"/>
                  </a:lnTo>
                  <a:lnTo>
                    <a:pt x="0" y="1148346"/>
                  </a:lnTo>
                  <a:lnTo>
                    <a:pt x="442493" y="1148346"/>
                  </a:lnTo>
                  <a:lnTo>
                    <a:pt x="442493" y="1129525"/>
                  </a:lnTo>
                  <a:close/>
                </a:path>
                <a:path w="1760854" h="1148714">
                  <a:moveTo>
                    <a:pt x="1760270" y="0"/>
                  </a:moveTo>
                  <a:lnTo>
                    <a:pt x="1572768" y="0"/>
                  </a:lnTo>
                  <a:lnTo>
                    <a:pt x="1572768" y="37655"/>
                  </a:lnTo>
                  <a:lnTo>
                    <a:pt x="1760270" y="37655"/>
                  </a:lnTo>
                  <a:lnTo>
                    <a:pt x="176027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2" name="object 202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162205" y="3114664"/>
              <a:ext cx="266693" cy="266693"/>
            </a:xfrm>
            <a:prstGeom prst="rect">
              <a:avLst/>
            </a:prstGeom>
          </p:spPr>
        </p:pic>
        <p:pic>
          <p:nvPicPr>
            <p:cNvPr id="203" name="object 203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202172" y="3154636"/>
              <a:ext cx="186758" cy="186748"/>
            </a:xfrm>
            <a:prstGeom prst="rect">
              <a:avLst/>
            </a:prstGeom>
          </p:spPr>
        </p:pic>
        <p:sp>
          <p:nvSpPr>
            <p:cNvPr id="204" name="object 204" descr=""/>
            <p:cNvSpPr/>
            <p:nvPr/>
          </p:nvSpPr>
          <p:spPr>
            <a:xfrm>
              <a:off x="6017387" y="4035545"/>
              <a:ext cx="812800" cy="367665"/>
            </a:xfrm>
            <a:custGeom>
              <a:avLst/>
              <a:gdLst/>
              <a:ahLst/>
              <a:cxnLst/>
              <a:rect l="l" t="t" r="r" b="b"/>
              <a:pathLst>
                <a:path w="812800" h="367664">
                  <a:moveTo>
                    <a:pt x="611428" y="0"/>
                  </a:moveTo>
                  <a:lnTo>
                    <a:pt x="367093" y="0"/>
                  </a:lnTo>
                  <a:lnTo>
                    <a:pt x="0" y="367106"/>
                  </a:lnTo>
                  <a:lnTo>
                    <a:pt x="244322" y="367106"/>
                  </a:lnTo>
                  <a:lnTo>
                    <a:pt x="611428" y="0"/>
                  </a:lnTo>
                  <a:close/>
                </a:path>
                <a:path w="812800" h="367664">
                  <a:moveTo>
                    <a:pt x="711822" y="0"/>
                  </a:moveTo>
                  <a:lnTo>
                    <a:pt x="665162" y="0"/>
                  </a:lnTo>
                  <a:lnTo>
                    <a:pt x="298069" y="367106"/>
                  </a:lnTo>
                  <a:lnTo>
                    <a:pt x="344728" y="367106"/>
                  </a:lnTo>
                  <a:lnTo>
                    <a:pt x="711822" y="0"/>
                  </a:lnTo>
                  <a:close/>
                </a:path>
                <a:path w="812800" h="367664">
                  <a:moveTo>
                    <a:pt x="812228" y="0"/>
                  </a:moveTo>
                  <a:lnTo>
                    <a:pt x="762444" y="0"/>
                  </a:lnTo>
                  <a:lnTo>
                    <a:pt x="395338" y="367106"/>
                  </a:lnTo>
                  <a:lnTo>
                    <a:pt x="504748" y="367106"/>
                  </a:lnTo>
                  <a:lnTo>
                    <a:pt x="812228" y="59613"/>
                  </a:lnTo>
                  <a:lnTo>
                    <a:pt x="812228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5" name="object 205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006685" y="3793947"/>
              <a:ext cx="2133558" cy="81578"/>
            </a:xfrm>
            <a:prstGeom prst="rect">
              <a:avLst/>
            </a:prstGeom>
          </p:spPr>
        </p:pic>
      </p:grpSp>
      <p:grpSp>
        <p:nvGrpSpPr>
          <p:cNvPr id="206" name="object 206" descr=""/>
          <p:cNvGrpSpPr/>
          <p:nvPr/>
        </p:nvGrpSpPr>
        <p:grpSpPr>
          <a:xfrm>
            <a:off x="18503324" y="4318616"/>
            <a:ext cx="1278890" cy="499109"/>
            <a:chOff x="18503324" y="4318616"/>
            <a:chExt cx="1278890" cy="499109"/>
          </a:xfrm>
        </p:grpSpPr>
        <p:sp>
          <p:nvSpPr>
            <p:cNvPr id="207" name="object 207" descr=""/>
            <p:cNvSpPr/>
            <p:nvPr/>
          </p:nvSpPr>
          <p:spPr>
            <a:xfrm>
              <a:off x="18841659" y="4318616"/>
              <a:ext cx="486409" cy="487680"/>
            </a:xfrm>
            <a:custGeom>
              <a:avLst/>
              <a:gdLst/>
              <a:ahLst/>
              <a:cxnLst/>
              <a:rect l="l" t="t" r="r" b="b"/>
              <a:pathLst>
                <a:path w="486409" h="487679">
                  <a:moveTo>
                    <a:pt x="243123" y="0"/>
                  </a:moveTo>
                  <a:lnTo>
                    <a:pt x="194124" y="4948"/>
                  </a:lnTo>
                  <a:lnTo>
                    <a:pt x="148486" y="19139"/>
                  </a:lnTo>
                  <a:lnTo>
                    <a:pt x="107188" y="41595"/>
                  </a:lnTo>
                  <a:lnTo>
                    <a:pt x="71207" y="71336"/>
                  </a:lnTo>
                  <a:lnTo>
                    <a:pt x="41520" y="107383"/>
                  </a:lnTo>
                  <a:lnTo>
                    <a:pt x="19105" y="148756"/>
                  </a:lnTo>
                  <a:lnTo>
                    <a:pt x="4939" y="194475"/>
                  </a:lnTo>
                  <a:lnTo>
                    <a:pt x="0" y="243563"/>
                  </a:lnTo>
                  <a:lnTo>
                    <a:pt x="4939" y="292650"/>
                  </a:lnTo>
                  <a:lnTo>
                    <a:pt x="19105" y="338370"/>
                  </a:lnTo>
                  <a:lnTo>
                    <a:pt x="41520" y="379743"/>
                  </a:lnTo>
                  <a:lnTo>
                    <a:pt x="71207" y="415789"/>
                  </a:lnTo>
                  <a:lnTo>
                    <a:pt x="107188" y="445530"/>
                  </a:lnTo>
                  <a:lnTo>
                    <a:pt x="148486" y="467986"/>
                  </a:lnTo>
                  <a:lnTo>
                    <a:pt x="194124" y="482178"/>
                  </a:lnTo>
                  <a:lnTo>
                    <a:pt x="243123" y="487126"/>
                  </a:lnTo>
                  <a:lnTo>
                    <a:pt x="292122" y="482178"/>
                  </a:lnTo>
                  <a:lnTo>
                    <a:pt x="337760" y="467986"/>
                  </a:lnTo>
                  <a:lnTo>
                    <a:pt x="379058" y="445530"/>
                  </a:lnTo>
                  <a:lnTo>
                    <a:pt x="415039" y="415789"/>
                  </a:lnTo>
                  <a:lnTo>
                    <a:pt x="444726" y="379743"/>
                  </a:lnTo>
                  <a:lnTo>
                    <a:pt x="467141" y="338370"/>
                  </a:lnTo>
                  <a:lnTo>
                    <a:pt x="481307" y="292650"/>
                  </a:lnTo>
                  <a:lnTo>
                    <a:pt x="486246" y="243563"/>
                  </a:lnTo>
                  <a:lnTo>
                    <a:pt x="481307" y="194475"/>
                  </a:lnTo>
                  <a:lnTo>
                    <a:pt x="467141" y="148756"/>
                  </a:lnTo>
                  <a:lnTo>
                    <a:pt x="444726" y="107383"/>
                  </a:lnTo>
                  <a:lnTo>
                    <a:pt x="415039" y="71336"/>
                  </a:lnTo>
                  <a:lnTo>
                    <a:pt x="379058" y="41595"/>
                  </a:lnTo>
                  <a:lnTo>
                    <a:pt x="337760" y="19139"/>
                  </a:lnTo>
                  <a:lnTo>
                    <a:pt x="292122" y="4948"/>
                  </a:lnTo>
                  <a:lnTo>
                    <a:pt x="243123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 descr=""/>
            <p:cNvSpPr/>
            <p:nvPr/>
          </p:nvSpPr>
          <p:spPr>
            <a:xfrm>
              <a:off x="18503316" y="4501228"/>
              <a:ext cx="1278890" cy="316865"/>
            </a:xfrm>
            <a:custGeom>
              <a:avLst/>
              <a:gdLst/>
              <a:ahLst/>
              <a:cxnLst/>
              <a:rect l="l" t="t" r="r" b="b"/>
              <a:pathLst>
                <a:path w="1278890" h="316864">
                  <a:moveTo>
                    <a:pt x="1151851" y="168795"/>
                  </a:moveTo>
                  <a:lnTo>
                    <a:pt x="1150251" y="160896"/>
                  </a:lnTo>
                  <a:lnTo>
                    <a:pt x="1145908" y="154444"/>
                  </a:lnTo>
                  <a:lnTo>
                    <a:pt x="1139456" y="150101"/>
                  </a:lnTo>
                  <a:lnTo>
                    <a:pt x="1131557" y="148501"/>
                  </a:lnTo>
                  <a:lnTo>
                    <a:pt x="1123657" y="150101"/>
                  </a:lnTo>
                  <a:lnTo>
                    <a:pt x="1117206" y="154444"/>
                  </a:lnTo>
                  <a:lnTo>
                    <a:pt x="1112862" y="160896"/>
                  </a:lnTo>
                  <a:lnTo>
                    <a:pt x="1111262" y="168795"/>
                  </a:lnTo>
                  <a:lnTo>
                    <a:pt x="1112862" y="176695"/>
                  </a:lnTo>
                  <a:lnTo>
                    <a:pt x="1117206" y="183146"/>
                  </a:lnTo>
                  <a:lnTo>
                    <a:pt x="1123657" y="187502"/>
                  </a:lnTo>
                  <a:lnTo>
                    <a:pt x="1131557" y="189103"/>
                  </a:lnTo>
                  <a:lnTo>
                    <a:pt x="1139456" y="187502"/>
                  </a:lnTo>
                  <a:lnTo>
                    <a:pt x="1145908" y="183146"/>
                  </a:lnTo>
                  <a:lnTo>
                    <a:pt x="1150251" y="176695"/>
                  </a:lnTo>
                  <a:lnTo>
                    <a:pt x="1151851" y="168795"/>
                  </a:lnTo>
                  <a:close/>
                </a:path>
                <a:path w="1278890" h="316864">
                  <a:moveTo>
                    <a:pt x="1278509" y="309194"/>
                  </a:moveTo>
                  <a:lnTo>
                    <a:pt x="1254975" y="265544"/>
                  </a:lnTo>
                  <a:lnTo>
                    <a:pt x="1226083" y="238544"/>
                  </a:lnTo>
                  <a:lnTo>
                    <a:pt x="1184351" y="220700"/>
                  </a:lnTo>
                  <a:lnTo>
                    <a:pt x="1161148" y="218313"/>
                  </a:lnTo>
                  <a:lnTo>
                    <a:pt x="1145997" y="219329"/>
                  </a:lnTo>
                  <a:lnTo>
                    <a:pt x="1131163" y="222338"/>
                  </a:lnTo>
                  <a:lnTo>
                    <a:pt x="1116863" y="227266"/>
                  </a:lnTo>
                  <a:lnTo>
                    <a:pt x="1103287" y="234073"/>
                  </a:lnTo>
                  <a:lnTo>
                    <a:pt x="1085557" y="195491"/>
                  </a:lnTo>
                  <a:lnTo>
                    <a:pt x="1058418" y="165049"/>
                  </a:lnTo>
                  <a:lnTo>
                    <a:pt x="1023962" y="145072"/>
                  </a:lnTo>
                  <a:lnTo>
                    <a:pt x="984250" y="137896"/>
                  </a:lnTo>
                  <a:lnTo>
                    <a:pt x="940409" y="146697"/>
                  </a:lnTo>
                  <a:lnTo>
                    <a:pt x="903351" y="170967"/>
                  </a:lnTo>
                  <a:lnTo>
                    <a:pt x="875906" y="207505"/>
                  </a:lnTo>
                  <a:lnTo>
                    <a:pt x="860945" y="253149"/>
                  </a:lnTo>
                  <a:lnTo>
                    <a:pt x="775449" y="253149"/>
                  </a:lnTo>
                  <a:lnTo>
                    <a:pt x="736409" y="201752"/>
                  </a:lnTo>
                  <a:lnTo>
                    <a:pt x="675741" y="182219"/>
                  </a:lnTo>
                  <a:lnTo>
                    <a:pt x="669925" y="182219"/>
                  </a:lnTo>
                  <a:lnTo>
                    <a:pt x="664108" y="182702"/>
                  </a:lnTo>
                  <a:lnTo>
                    <a:pt x="658355" y="183680"/>
                  </a:lnTo>
                  <a:lnTo>
                    <a:pt x="659333" y="176631"/>
                  </a:lnTo>
                  <a:lnTo>
                    <a:pt x="659815" y="169532"/>
                  </a:lnTo>
                  <a:lnTo>
                    <a:pt x="659828" y="162420"/>
                  </a:lnTo>
                  <a:lnTo>
                    <a:pt x="653707" y="119253"/>
                  </a:lnTo>
                  <a:lnTo>
                    <a:pt x="636422" y="80454"/>
                  </a:lnTo>
                  <a:lnTo>
                    <a:pt x="609638" y="47574"/>
                  </a:lnTo>
                  <a:lnTo>
                    <a:pt x="574954" y="22174"/>
                  </a:lnTo>
                  <a:lnTo>
                    <a:pt x="534022" y="5803"/>
                  </a:lnTo>
                  <a:lnTo>
                    <a:pt x="488467" y="0"/>
                  </a:lnTo>
                  <a:lnTo>
                    <a:pt x="438696" y="6959"/>
                  </a:lnTo>
                  <a:lnTo>
                    <a:pt x="394665" y="26466"/>
                  </a:lnTo>
                  <a:lnTo>
                    <a:pt x="358571" y="56489"/>
                  </a:lnTo>
                  <a:lnTo>
                    <a:pt x="332549" y="94970"/>
                  </a:lnTo>
                  <a:lnTo>
                    <a:pt x="318782" y="139877"/>
                  </a:lnTo>
                  <a:lnTo>
                    <a:pt x="303352" y="129997"/>
                  </a:lnTo>
                  <a:lnTo>
                    <a:pt x="286639" y="122770"/>
                  </a:lnTo>
                  <a:lnTo>
                    <a:pt x="268986" y="118325"/>
                  </a:lnTo>
                  <a:lnTo>
                    <a:pt x="250723" y="116776"/>
                  </a:lnTo>
                  <a:lnTo>
                    <a:pt x="204609" y="126834"/>
                  </a:lnTo>
                  <a:lnTo>
                    <a:pt x="166535" y="154330"/>
                  </a:lnTo>
                  <a:lnTo>
                    <a:pt x="140068" y="195300"/>
                  </a:lnTo>
                  <a:lnTo>
                    <a:pt x="128739" y="245783"/>
                  </a:lnTo>
                  <a:lnTo>
                    <a:pt x="118084" y="239534"/>
                  </a:lnTo>
                  <a:lnTo>
                    <a:pt x="106667" y="235000"/>
                  </a:lnTo>
                  <a:lnTo>
                    <a:pt x="94691" y="232232"/>
                  </a:lnTo>
                  <a:lnTo>
                    <a:pt x="82372" y="231317"/>
                  </a:lnTo>
                  <a:lnTo>
                    <a:pt x="50317" y="237858"/>
                  </a:lnTo>
                  <a:lnTo>
                    <a:pt x="24130" y="255739"/>
                  </a:lnTo>
                  <a:lnTo>
                    <a:pt x="6477" y="282244"/>
                  </a:lnTo>
                  <a:lnTo>
                    <a:pt x="0" y="314718"/>
                  </a:lnTo>
                  <a:lnTo>
                    <a:pt x="0" y="316420"/>
                  </a:lnTo>
                  <a:lnTo>
                    <a:pt x="1278509" y="316458"/>
                  </a:lnTo>
                  <a:lnTo>
                    <a:pt x="1278509" y="309194"/>
                  </a:lnTo>
                  <a:close/>
                </a:path>
              </a:pathLst>
            </a:custGeom>
            <a:solidFill>
              <a:srgbClr val="FFD2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 descr=""/>
            <p:cNvSpPr/>
            <p:nvPr/>
          </p:nvSpPr>
          <p:spPr>
            <a:xfrm>
              <a:off x="18568239" y="4591297"/>
              <a:ext cx="892175" cy="204470"/>
            </a:xfrm>
            <a:custGeom>
              <a:avLst/>
              <a:gdLst/>
              <a:ahLst/>
              <a:cxnLst/>
              <a:rect l="l" t="t" r="r" b="b"/>
              <a:pathLst>
                <a:path w="892175" h="204470">
                  <a:moveTo>
                    <a:pt x="26974" y="182956"/>
                  </a:moveTo>
                  <a:lnTo>
                    <a:pt x="20942" y="176911"/>
                  </a:lnTo>
                  <a:lnTo>
                    <a:pt x="13487" y="176911"/>
                  </a:lnTo>
                  <a:lnTo>
                    <a:pt x="6032" y="176911"/>
                  </a:lnTo>
                  <a:lnTo>
                    <a:pt x="0" y="182956"/>
                  </a:lnTo>
                  <a:lnTo>
                    <a:pt x="0" y="197853"/>
                  </a:lnTo>
                  <a:lnTo>
                    <a:pt x="6032" y="203898"/>
                  </a:lnTo>
                  <a:lnTo>
                    <a:pt x="20942" y="203898"/>
                  </a:lnTo>
                  <a:lnTo>
                    <a:pt x="26974" y="197853"/>
                  </a:lnTo>
                  <a:lnTo>
                    <a:pt x="26974" y="182956"/>
                  </a:lnTo>
                  <a:close/>
                </a:path>
                <a:path w="892175" h="204470">
                  <a:moveTo>
                    <a:pt x="364426" y="27749"/>
                  </a:moveTo>
                  <a:lnTo>
                    <a:pt x="362242" y="16954"/>
                  </a:lnTo>
                  <a:lnTo>
                    <a:pt x="356298" y="8128"/>
                  </a:lnTo>
                  <a:lnTo>
                    <a:pt x="347472" y="2171"/>
                  </a:lnTo>
                  <a:lnTo>
                    <a:pt x="336677" y="0"/>
                  </a:lnTo>
                  <a:lnTo>
                    <a:pt x="325869" y="2171"/>
                  </a:lnTo>
                  <a:lnTo>
                    <a:pt x="317042" y="8128"/>
                  </a:lnTo>
                  <a:lnTo>
                    <a:pt x="311099" y="16954"/>
                  </a:lnTo>
                  <a:lnTo>
                    <a:pt x="308914" y="27749"/>
                  </a:lnTo>
                  <a:lnTo>
                    <a:pt x="311099" y="38557"/>
                  </a:lnTo>
                  <a:lnTo>
                    <a:pt x="317042" y="47383"/>
                  </a:lnTo>
                  <a:lnTo>
                    <a:pt x="325869" y="53327"/>
                  </a:lnTo>
                  <a:lnTo>
                    <a:pt x="336677" y="55511"/>
                  </a:lnTo>
                  <a:lnTo>
                    <a:pt x="347472" y="53327"/>
                  </a:lnTo>
                  <a:lnTo>
                    <a:pt x="356298" y="47383"/>
                  </a:lnTo>
                  <a:lnTo>
                    <a:pt x="362242" y="38557"/>
                  </a:lnTo>
                  <a:lnTo>
                    <a:pt x="364426" y="27749"/>
                  </a:lnTo>
                  <a:close/>
                </a:path>
                <a:path w="892175" h="204470">
                  <a:moveTo>
                    <a:pt x="891933" y="156476"/>
                  </a:moveTo>
                  <a:lnTo>
                    <a:pt x="890333" y="148577"/>
                  </a:lnTo>
                  <a:lnTo>
                    <a:pt x="885990" y="142125"/>
                  </a:lnTo>
                  <a:lnTo>
                    <a:pt x="879525" y="137769"/>
                  </a:lnTo>
                  <a:lnTo>
                    <a:pt x="871626" y="136169"/>
                  </a:lnTo>
                  <a:lnTo>
                    <a:pt x="863727" y="137769"/>
                  </a:lnTo>
                  <a:lnTo>
                    <a:pt x="857275" y="142125"/>
                  </a:lnTo>
                  <a:lnTo>
                    <a:pt x="852932" y="148577"/>
                  </a:lnTo>
                  <a:lnTo>
                    <a:pt x="851331" y="156476"/>
                  </a:lnTo>
                  <a:lnTo>
                    <a:pt x="852932" y="164376"/>
                  </a:lnTo>
                  <a:lnTo>
                    <a:pt x="857275" y="170827"/>
                  </a:lnTo>
                  <a:lnTo>
                    <a:pt x="863727" y="175171"/>
                  </a:lnTo>
                  <a:lnTo>
                    <a:pt x="871626" y="176771"/>
                  </a:lnTo>
                  <a:lnTo>
                    <a:pt x="879525" y="175171"/>
                  </a:lnTo>
                  <a:lnTo>
                    <a:pt x="885990" y="170827"/>
                  </a:lnTo>
                  <a:lnTo>
                    <a:pt x="890333" y="164376"/>
                  </a:lnTo>
                  <a:lnTo>
                    <a:pt x="891933" y="1564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0" name="object 210" descr=""/>
          <p:cNvGrpSpPr/>
          <p:nvPr/>
        </p:nvGrpSpPr>
        <p:grpSpPr>
          <a:xfrm>
            <a:off x="7794510" y="3181781"/>
            <a:ext cx="2221865" cy="1653539"/>
            <a:chOff x="7794510" y="3181781"/>
            <a:chExt cx="2221865" cy="1653539"/>
          </a:xfrm>
        </p:grpSpPr>
        <p:sp>
          <p:nvSpPr>
            <p:cNvPr id="211" name="object 211" descr=""/>
            <p:cNvSpPr/>
            <p:nvPr/>
          </p:nvSpPr>
          <p:spPr>
            <a:xfrm>
              <a:off x="7794510" y="3609870"/>
              <a:ext cx="815975" cy="815975"/>
            </a:xfrm>
            <a:custGeom>
              <a:avLst/>
              <a:gdLst/>
              <a:ahLst/>
              <a:cxnLst/>
              <a:rect l="l" t="t" r="r" b="b"/>
              <a:pathLst>
                <a:path w="815975" h="815975">
                  <a:moveTo>
                    <a:pt x="407725" y="0"/>
                  </a:moveTo>
                  <a:lnTo>
                    <a:pt x="360177" y="2743"/>
                  </a:lnTo>
                  <a:lnTo>
                    <a:pt x="314239" y="10768"/>
                  </a:lnTo>
                  <a:lnTo>
                    <a:pt x="270218" y="23770"/>
                  </a:lnTo>
                  <a:lnTo>
                    <a:pt x="228420" y="41442"/>
                  </a:lnTo>
                  <a:lnTo>
                    <a:pt x="189150" y="63479"/>
                  </a:lnTo>
                  <a:lnTo>
                    <a:pt x="152715" y="89574"/>
                  </a:lnTo>
                  <a:lnTo>
                    <a:pt x="119421" y="119421"/>
                  </a:lnTo>
                  <a:lnTo>
                    <a:pt x="89574" y="152715"/>
                  </a:lnTo>
                  <a:lnTo>
                    <a:pt x="63479" y="189150"/>
                  </a:lnTo>
                  <a:lnTo>
                    <a:pt x="41442" y="228420"/>
                  </a:lnTo>
                  <a:lnTo>
                    <a:pt x="23770" y="270218"/>
                  </a:lnTo>
                  <a:lnTo>
                    <a:pt x="10768" y="314239"/>
                  </a:lnTo>
                  <a:lnTo>
                    <a:pt x="2743" y="360177"/>
                  </a:lnTo>
                  <a:lnTo>
                    <a:pt x="0" y="407725"/>
                  </a:lnTo>
                  <a:lnTo>
                    <a:pt x="2743" y="455274"/>
                  </a:lnTo>
                  <a:lnTo>
                    <a:pt x="10768" y="501212"/>
                  </a:lnTo>
                  <a:lnTo>
                    <a:pt x="23770" y="545233"/>
                  </a:lnTo>
                  <a:lnTo>
                    <a:pt x="41442" y="587031"/>
                  </a:lnTo>
                  <a:lnTo>
                    <a:pt x="63479" y="626300"/>
                  </a:lnTo>
                  <a:lnTo>
                    <a:pt x="89574" y="662735"/>
                  </a:lnTo>
                  <a:lnTo>
                    <a:pt x="119421" y="696029"/>
                  </a:lnTo>
                  <a:lnTo>
                    <a:pt x="152715" y="725877"/>
                  </a:lnTo>
                  <a:lnTo>
                    <a:pt x="189150" y="751972"/>
                  </a:lnTo>
                  <a:lnTo>
                    <a:pt x="228420" y="774009"/>
                  </a:lnTo>
                  <a:lnTo>
                    <a:pt x="270218" y="791681"/>
                  </a:lnTo>
                  <a:lnTo>
                    <a:pt x="314239" y="804683"/>
                  </a:lnTo>
                  <a:lnTo>
                    <a:pt x="360177" y="812708"/>
                  </a:lnTo>
                  <a:lnTo>
                    <a:pt x="407725" y="815451"/>
                  </a:lnTo>
                  <a:lnTo>
                    <a:pt x="455276" y="812708"/>
                  </a:lnTo>
                  <a:lnTo>
                    <a:pt x="501215" y="804683"/>
                  </a:lnTo>
                  <a:lnTo>
                    <a:pt x="545237" y="791681"/>
                  </a:lnTo>
                  <a:lnTo>
                    <a:pt x="587035" y="774009"/>
                  </a:lnTo>
                  <a:lnTo>
                    <a:pt x="626305" y="751972"/>
                  </a:lnTo>
                  <a:lnTo>
                    <a:pt x="662740" y="725877"/>
                  </a:lnTo>
                  <a:lnTo>
                    <a:pt x="696033" y="696029"/>
                  </a:lnTo>
                  <a:lnTo>
                    <a:pt x="725880" y="662735"/>
                  </a:lnTo>
                  <a:lnTo>
                    <a:pt x="751975" y="626300"/>
                  </a:lnTo>
                  <a:lnTo>
                    <a:pt x="774010" y="587031"/>
                  </a:lnTo>
                  <a:lnTo>
                    <a:pt x="791682" y="545233"/>
                  </a:lnTo>
                  <a:lnTo>
                    <a:pt x="804683" y="501212"/>
                  </a:lnTo>
                  <a:lnTo>
                    <a:pt x="812708" y="455274"/>
                  </a:lnTo>
                  <a:lnTo>
                    <a:pt x="815451" y="407725"/>
                  </a:lnTo>
                  <a:lnTo>
                    <a:pt x="812708" y="360177"/>
                  </a:lnTo>
                  <a:lnTo>
                    <a:pt x="804683" y="314239"/>
                  </a:lnTo>
                  <a:lnTo>
                    <a:pt x="791682" y="270218"/>
                  </a:lnTo>
                  <a:lnTo>
                    <a:pt x="774010" y="228420"/>
                  </a:lnTo>
                  <a:lnTo>
                    <a:pt x="751975" y="189150"/>
                  </a:lnTo>
                  <a:lnTo>
                    <a:pt x="725880" y="152715"/>
                  </a:lnTo>
                  <a:lnTo>
                    <a:pt x="696033" y="119421"/>
                  </a:lnTo>
                  <a:lnTo>
                    <a:pt x="662740" y="89574"/>
                  </a:lnTo>
                  <a:lnTo>
                    <a:pt x="626305" y="63479"/>
                  </a:lnTo>
                  <a:lnTo>
                    <a:pt x="587035" y="41442"/>
                  </a:lnTo>
                  <a:lnTo>
                    <a:pt x="545237" y="23770"/>
                  </a:lnTo>
                  <a:lnTo>
                    <a:pt x="501215" y="10768"/>
                  </a:lnTo>
                  <a:lnTo>
                    <a:pt x="455276" y="2743"/>
                  </a:lnTo>
                  <a:lnTo>
                    <a:pt x="407725" y="0"/>
                  </a:lnTo>
                  <a:close/>
                </a:path>
              </a:pathLst>
            </a:custGeom>
            <a:solidFill>
              <a:srgbClr val="9FDAD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2" name="object 212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528617" y="3181781"/>
              <a:ext cx="607656" cy="607646"/>
            </a:xfrm>
            <a:prstGeom prst="rect">
              <a:avLst/>
            </a:prstGeom>
          </p:spPr>
        </p:pic>
        <p:sp>
          <p:nvSpPr>
            <p:cNvPr id="213" name="object 213" descr=""/>
            <p:cNvSpPr/>
            <p:nvPr/>
          </p:nvSpPr>
          <p:spPr>
            <a:xfrm>
              <a:off x="8202238" y="4079017"/>
              <a:ext cx="0" cy="756285"/>
            </a:xfrm>
            <a:custGeom>
              <a:avLst/>
              <a:gdLst/>
              <a:ahLst/>
              <a:cxnLst/>
              <a:rect l="l" t="t" r="r" b="b"/>
              <a:pathLst>
                <a:path w="0" h="756285">
                  <a:moveTo>
                    <a:pt x="0" y="0"/>
                  </a:moveTo>
                  <a:lnTo>
                    <a:pt x="0" y="755924"/>
                  </a:lnTo>
                </a:path>
              </a:pathLst>
            </a:custGeom>
            <a:ln w="7622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4" name="object 214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794510" y="3609870"/>
              <a:ext cx="815451" cy="815451"/>
            </a:xfrm>
            <a:prstGeom prst="rect">
              <a:avLst/>
            </a:prstGeom>
          </p:spPr>
        </p:pic>
        <p:sp>
          <p:nvSpPr>
            <p:cNvPr id="215" name="object 215" descr=""/>
            <p:cNvSpPr/>
            <p:nvPr/>
          </p:nvSpPr>
          <p:spPr>
            <a:xfrm>
              <a:off x="8202238" y="4079017"/>
              <a:ext cx="0" cy="742950"/>
            </a:xfrm>
            <a:custGeom>
              <a:avLst/>
              <a:gdLst/>
              <a:ahLst/>
              <a:cxnLst/>
              <a:rect l="l" t="t" r="r" b="b"/>
              <a:pathLst>
                <a:path w="0" h="742950">
                  <a:moveTo>
                    <a:pt x="0" y="0"/>
                  </a:moveTo>
                  <a:lnTo>
                    <a:pt x="0" y="742705"/>
                  </a:lnTo>
                </a:path>
              </a:pathLst>
            </a:custGeom>
            <a:ln w="7622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 descr=""/>
            <p:cNvSpPr/>
            <p:nvPr/>
          </p:nvSpPr>
          <p:spPr>
            <a:xfrm>
              <a:off x="8690133" y="3517463"/>
              <a:ext cx="1132205" cy="1304290"/>
            </a:xfrm>
            <a:custGeom>
              <a:avLst/>
              <a:gdLst/>
              <a:ahLst/>
              <a:cxnLst/>
              <a:rect l="l" t="t" r="r" b="b"/>
              <a:pathLst>
                <a:path w="1132204" h="1304289">
                  <a:moveTo>
                    <a:pt x="0" y="1304258"/>
                  </a:moveTo>
                  <a:lnTo>
                    <a:pt x="1131651" y="1304258"/>
                  </a:lnTo>
                  <a:lnTo>
                    <a:pt x="1131651" y="0"/>
                  </a:lnTo>
                  <a:lnTo>
                    <a:pt x="0" y="0"/>
                  </a:lnTo>
                  <a:lnTo>
                    <a:pt x="0" y="1304258"/>
                  </a:lnTo>
                  <a:close/>
                </a:path>
              </a:pathLst>
            </a:custGeom>
            <a:solidFill>
              <a:srgbClr val="B9B9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 descr=""/>
            <p:cNvSpPr/>
            <p:nvPr/>
          </p:nvSpPr>
          <p:spPr>
            <a:xfrm>
              <a:off x="8690133" y="3517327"/>
              <a:ext cx="941069" cy="1304925"/>
            </a:xfrm>
            <a:custGeom>
              <a:avLst/>
              <a:gdLst/>
              <a:ahLst/>
              <a:cxnLst/>
              <a:rect l="l" t="t" r="r" b="b"/>
              <a:pathLst>
                <a:path w="941070" h="1304925">
                  <a:moveTo>
                    <a:pt x="0" y="1304394"/>
                  </a:moveTo>
                  <a:lnTo>
                    <a:pt x="940547" y="1304394"/>
                  </a:lnTo>
                  <a:lnTo>
                    <a:pt x="940547" y="0"/>
                  </a:lnTo>
                  <a:lnTo>
                    <a:pt x="0" y="0"/>
                  </a:lnTo>
                  <a:lnTo>
                    <a:pt x="0" y="1304394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 descr=""/>
            <p:cNvSpPr/>
            <p:nvPr/>
          </p:nvSpPr>
          <p:spPr>
            <a:xfrm>
              <a:off x="9630680" y="3517327"/>
              <a:ext cx="191135" cy="1304925"/>
            </a:xfrm>
            <a:custGeom>
              <a:avLst/>
              <a:gdLst/>
              <a:ahLst/>
              <a:cxnLst/>
              <a:rect l="l" t="t" r="r" b="b"/>
              <a:pathLst>
                <a:path w="191134" h="1304925">
                  <a:moveTo>
                    <a:pt x="0" y="1304394"/>
                  </a:moveTo>
                  <a:lnTo>
                    <a:pt x="191114" y="1304394"/>
                  </a:lnTo>
                  <a:lnTo>
                    <a:pt x="191114" y="0"/>
                  </a:lnTo>
                  <a:lnTo>
                    <a:pt x="0" y="0"/>
                  </a:lnTo>
                  <a:lnTo>
                    <a:pt x="0" y="1304394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 descr=""/>
            <p:cNvSpPr/>
            <p:nvPr/>
          </p:nvSpPr>
          <p:spPr>
            <a:xfrm>
              <a:off x="8770899" y="3585203"/>
              <a:ext cx="779145" cy="1236980"/>
            </a:xfrm>
            <a:custGeom>
              <a:avLst/>
              <a:gdLst/>
              <a:ahLst/>
              <a:cxnLst/>
              <a:rect l="l" t="t" r="r" b="b"/>
              <a:pathLst>
                <a:path w="779145" h="1236979">
                  <a:moveTo>
                    <a:pt x="205257" y="1080008"/>
                  </a:moveTo>
                  <a:lnTo>
                    <a:pt x="0" y="1080008"/>
                  </a:lnTo>
                  <a:lnTo>
                    <a:pt x="0" y="1236522"/>
                  </a:lnTo>
                  <a:lnTo>
                    <a:pt x="205257" y="1236522"/>
                  </a:lnTo>
                  <a:lnTo>
                    <a:pt x="205257" y="1080008"/>
                  </a:lnTo>
                  <a:close/>
                </a:path>
                <a:path w="779145" h="1236979">
                  <a:moveTo>
                    <a:pt x="205257" y="820394"/>
                  </a:moveTo>
                  <a:lnTo>
                    <a:pt x="0" y="820394"/>
                  </a:lnTo>
                  <a:lnTo>
                    <a:pt x="0" y="977836"/>
                  </a:lnTo>
                  <a:lnTo>
                    <a:pt x="205257" y="977836"/>
                  </a:lnTo>
                  <a:lnTo>
                    <a:pt x="205257" y="820394"/>
                  </a:lnTo>
                  <a:close/>
                </a:path>
                <a:path w="779145" h="1236979">
                  <a:moveTo>
                    <a:pt x="205257" y="615302"/>
                  </a:moveTo>
                  <a:lnTo>
                    <a:pt x="0" y="615302"/>
                  </a:lnTo>
                  <a:lnTo>
                    <a:pt x="0" y="772744"/>
                  </a:lnTo>
                  <a:lnTo>
                    <a:pt x="205257" y="772744"/>
                  </a:lnTo>
                  <a:lnTo>
                    <a:pt x="205257" y="615302"/>
                  </a:lnTo>
                  <a:close/>
                </a:path>
                <a:path w="779145" h="1236979">
                  <a:moveTo>
                    <a:pt x="205257" y="410197"/>
                  </a:moveTo>
                  <a:lnTo>
                    <a:pt x="0" y="410197"/>
                  </a:lnTo>
                  <a:lnTo>
                    <a:pt x="0" y="567639"/>
                  </a:lnTo>
                  <a:lnTo>
                    <a:pt x="205257" y="567639"/>
                  </a:lnTo>
                  <a:lnTo>
                    <a:pt x="205257" y="410197"/>
                  </a:lnTo>
                  <a:close/>
                </a:path>
                <a:path w="779145" h="1236979">
                  <a:moveTo>
                    <a:pt x="205257" y="205092"/>
                  </a:moveTo>
                  <a:lnTo>
                    <a:pt x="0" y="205092"/>
                  </a:lnTo>
                  <a:lnTo>
                    <a:pt x="0" y="362534"/>
                  </a:lnTo>
                  <a:lnTo>
                    <a:pt x="205257" y="362534"/>
                  </a:lnTo>
                  <a:lnTo>
                    <a:pt x="205257" y="205092"/>
                  </a:lnTo>
                  <a:close/>
                </a:path>
                <a:path w="779145" h="1236979">
                  <a:moveTo>
                    <a:pt x="205257" y="0"/>
                  </a:moveTo>
                  <a:lnTo>
                    <a:pt x="0" y="0"/>
                  </a:lnTo>
                  <a:lnTo>
                    <a:pt x="0" y="157441"/>
                  </a:lnTo>
                  <a:lnTo>
                    <a:pt x="205257" y="157441"/>
                  </a:lnTo>
                  <a:lnTo>
                    <a:pt x="205257" y="0"/>
                  </a:lnTo>
                  <a:close/>
                </a:path>
                <a:path w="779145" h="1236979">
                  <a:moveTo>
                    <a:pt x="492125" y="1025499"/>
                  </a:moveTo>
                  <a:lnTo>
                    <a:pt x="286854" y="1025499"/>
                  </a:lnTo>
                  <a:lnTo>
                    <a:pt x="286854" y="1236522"/>
                  </a:lnTo>
                  <a:lnTo>
                    <a:pt x="492125" y="1236522"/>
                  </a:lnTo>
                  <a:lnTo>
                    <a:pt x="492125" y="1025499"/>
                  </a:lnTo>
                  <a:close/>
                </a:path>
                <a:path w="779145" h="1236979">
                  <a:moveTo>
                    <a:pt x="492125" y="820394"/>
                  </a:moveTo>
                  <a:lnTo>
                    <a:pt x="286854" y="820394"/>
                  </a:lnTo>
                  <a:lnTo>
                    <a:pt x="286854" y="977836"/>
                  </a:lnTo>
                  <a:lnTo>
                    <a:pt x="492125" y="977836"/>
                  </a:lnTo>
                  <a:lnTo>
                    <a:pt x="492125" y="820394"/>
                  </a:lnTo>
                  <a:close/>
                </a:path>
                <a:path w="779145" h="1236979">
                  <a:moveTo>
                    <a:pt x="492125" y="615302"/>
                  </a:moveTo>
                  <a:lnTo>
                    <a:pt x="286854" y="615302"/>
                  </a:lnTo>
                  <a:lnTo>
                    <a:pt x="286854" y="772744"/>
                  </a:lnTo>
                  <a:lnTo>
                    <a:pt x="492125" y="772744"/>
                  </a:lnTo>
                  <a:lnTo>
                    <a:pt x="492125" y="615302"/>
                  </a:lnTo>
                  <a:close/>
                </a:path>
                <a:path w="779145" h="1236979">
                  <a:moveTo>
                    <a:pt x="492125" y="410197"/>
                  </a:moveTo>
                  <a:lnTo>
                    <a:pt x="286854" y="410197"/>
                  </a:lnTo>
                  <a:lnTo>
                    <a:pt x="286854" y="567639"/>
                  </a:lnTo>
                  <a:lnTo>
                    <a:pt x="492125" y="567639"/>
                  </a:lnTo>
                  <a:lnTo>
                    <a:pt x="492125" y="410197"/>
                  </a:lnTo>
                  <a:close/>
                </a:path>
                <a:path w="779145" h="1236979">
                  <a:moveTo>
                    <a:pt x="492125" y="205092"/>
                  </a:moveTo>
                  <a:lnTo>
                    <a:pt x="286854" y="205092"/>
                  </a:lnTo>
                  <a:lnTo>
                    <a:pt x="286854" y="362534"/>
                  </a:lnTo>
                  <a:lnTo>
                    <a:pt x="492125" y="362534"/>
                  </a:lnTo>
                  <a:lnTo>
                    <a:pt x="492125" y="205092"/>
                  </a:lnTo>
                  <a:close/>
                </a:path>
                <a:path w="779145" h="1236979">
                  <a:moveTo>
                    <a:pt x="492125" y="0"/>
                  </a:moveTo>
                  <a:lnTo>
                    <a:pt x="286854" y="0"/>
                  </a:lnTo>
                  <a:lnTo>
                    <a:pt x="286854" y="157441"/>
                  </a:lnTo>
                  <a:lnTo>
                    <a:pt x="492125" y="157441"/>
                  </a:lnTo>
                  <a:lnTo>
                    <a:pt x="492125" y="0"/>
                  </a:lnTo>
                  <a:close/>
                </a:path>
                <a:path w="779145" h="1236979">
                  <a:moveTo>
                    <a:pt x="778992" y="1080008"/>
                  </a:moveTo>
                  <a:lnTo>
                    <a:pt x="573735" y="1080008"/>
                  </a:lnTo>
                  <a:lnTo>
                    <a:pt x="573735" y="1236522"/>
                  </a:lnTo>
                  <a:lnTo>
                    <a:pt x="778992" y="1236522"/>
                  </a:lnTo>
                  <a:lnTo>
                    <a:pt x="778992" y="1080008"/>
                  </a:lnTo>
                  <a:close/>
                </a:path>
                <a:path w="779145" h="1236979">
                  <a:moveTo>
                    <a:pt x="778992" y="820394"/>
                  </a:moveTo>
                  <a:lnTo>
                    <a:pt x="573735" y="820394"/>
                  </a:lnTo>
                  <a:lnTo>
                    <a:pt x="573735" y="977836"/>
                  </a:lnTo>
                  <a:lnTo>
                    <a:pt x="778992" y="977836"/>
                  </a:lnTo>
                  <a:lnTo>
                    <a:pt x="778992" y="820394"/>
                  </a:lnTo>
                  <a:close/>
                </a:path>
                <a:path w="779145" h="1236979">
                  <a:moveTo>
                    <a:pt x="778992" y="615302"/>
                  </a:moveTo>
                  <a:lnTo>
                    <a:pt x="573735" y="615302"/>
                  </a:lnTo>
                  <a:lnTo>
                    <a:pt x="573735" y="772744"/>
                  </a:lnTo>
                  <a:lnTo>
                    <a:pt x="778992" y="772744"/>
                  </a:lnTo>
                  <a:lnTo>
                    <a:pt x="778992" y="615302"/>
                  </a:lnTo>
                  <a:close/>
                </a:path>
                <a:path w="779145" h="1236979">
                  <a:moveTo>
                    <a:pt x="778992" y="410197"/>
                  </a:moveTo>
                  <a:lnTo>
                    <a:pt x="573735" y="410197"/>
                  </a:lnTo>
                  <a:lnTo>
                    <a:pt x="573735" y="567639"/>
                  </a:lnTo>
                  <a:lnTo>
                    <a:pt x="778992" y="567639"/>
                  </a:lnTo>
                  <a:lnTo>
                    <a:pt x="778992" y="410197"/>
                  </a:lnTo>
                  <a:close/>
                </a:path>
                <a:path w="779145" h="1236979">
                  <a:moveTo>
                    <a:pt x="778992" y="205092"/>
                  </a:moveTo>
                  <a:lnTo>
                    <a:pt x="573735" y="205092"/>
                  </a:lnTo>
                  <a:lnTo>
                    <a:pt x="573735" y="362534"/>
                  </a:lnTo>
                  <a:lnTo>
                    <a:pt x="778992" y="362534"/>
                  </a:lnTo>
                  <a:lnTo>
                    <a:pt x="778992" y="205092"/>
                  </a:lnTo>
                  <a:close/>
                </a:path>
                <a:path w="779145" h="1236979">
                  <a:moveTo>
                    <a:pt x="778992" y="0"/>
                  </a:moveTo>
                  <a:lnTo>
                    <a:pt x="573735" y="0"/>
                  </a:lnTo>
                  <a:lnTo>
                    <a:pt x="573735" y="157441"/>
                  </a:lnTo>
                  <a:lnTo>
                    <a:pt x="778992" y="157441"/>
                  </a:lnTo>
                  <a:lnTo>
                    <a:pt x="778992" y="0"/>
                  </a:lnTo>
                  <a:close/>
                </a:path>
              </a:pathLst>
            </a:custGeom>
            <a:solidFill>
              <a:srgbClr val="B9B9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 descr=""/>
            <p:cNvSpPr/>
            <p:nvPr/>
          </p:nvSpPr>
          <p:spPr>
            <a:xfrm>
              <a:off x="8787879" y="3585203"/>
              <a:ext cx="762635" cy="1236980"/>
            </a:xfrm>
            <a:custGeom>
              <a:avLst/>
              <a:gdLst/>
              <a:ahLst/>
              <a:cxnLst/>
              <a:rect l="l" t="t" r="r" b="b"/>
              <a:pathLst>
                <a:path w="762634" h="1236979">
                  <a:moveTo>
                    <a:pt x="188277" y="1080008"/>
                  </a:moveTo>
                  <a:lnTo>
                    <a:pt x="0" y="1080008"/>
                  </a:lnTo>
                  <a:lnTo>
                    <a:pt x="0" y="1236522"/>
                  </a:lnTo>
                  <a:lnTo>
                    <a:pt x="188277" y="1236522"/>
                  </a:lnTo>
                  <a:lnTo>
                    <a:pt x="188277" y="1080008"/>
                  </a:lnTo>
                  <a:close/>
                </a:path>
                <a:path w="762634" h="1236979">
                  <a:moveTo>
                    <a:pt x="188277" y="820394"/>
                  </a:moveTo>
                  <a:lnTo>
                    <a:pt x="0" y="820394"/>
                  </a:lnTo>
                  <a:lnTo>
                    <a:pt x="0" y="977836"/>
                  </a:lnTo>
                  <a:lnTo>
                    <a:pt x="188277" y="977836"/>
                  </a:lnTo>
                  <a:lnTo>
                    <a:pt x="188277" y="820394"/>
                  </a:lnTo>
                  <a:close/>
                </a:path>
                <a:path w="762634" h="1236979">
                  <a:moveTo>
                    <a:pt x="188277" y="615302"/>
                  </a:moveTo>
                  <a:lnTo>
                    <a:pt x="0" y="615302"/>
                  </a:lnTo>
                  <a:lnTo>
                    <a:pt x="0" y="772744"/>
                  </a:lnTo>
                  <a:lnTo>
                    <a:pt x="188277" y="772744"/>
                  </a:lnTo>
                  <a:lnTo>
                    <a:pt x="188277" y="615302"/>
                  </a:lnTo>
                  <a:close/>
                </a:path>
                <a:path w="762634" h="1236979">
                  <a:moveTo>
                    <a:pt x="188277" y="410197"/>
                  </a:moveTo>
                  <a:lnTo>
                    <a:pt x="0" y="410197"/>
                  </a:lnTo>
                  <a:lnTo>
                    <a:pt x="0" y="567639"/>
                  </a:lnTo>
                  <a:lnTo>
                    <a:pt x="188277" y="567639"/>
                  </a:lnTo>
                  <a:lnTo>
                    <a:pt x="188277" y="410197"/>
                  </a:lnTo>
                  <a:close/>
                </a:path>
                <a:path w="762634" h="1236979">
                  <a:moveTo>
                    <a:pt x="188277" y="205092"/>
                  </a:moveTo>
                  <a:lnTo>
                    <a:pt x="0" y="205092"/>
                  </a:lnTo>
                  <a:lnTo>
                    <a:pt x="0" y="362534"/>
                  </a:lnTo>
                  <a:lnTo>
                    <a:pt x="188277" y="362534"/>
                  </a:lnTo>
                  <a:lnTo>
                    <a:pt x="188277" y="205092"/>
                  </a:lnTo>
                  <a:close/>
                </a:path>
                <a:path w="762634" h="1236979">
                  <a:moveTo>
                    <a:pt x="188277" y="0"/>
                  </a:moveTo>
                  <a:lnTo>
                    <a:pt x="0" y="0"/>
                  </a:lnTo>
                  <a:lnTo>
                    <a:pt x="0" y="157441"/>
                  </a:lnTo>
                  <a:lnTo>
                    <a:pt x="188277" y="157441"/>
                  </a:lnTo>
                  <a:lnTo>
                    <a:pt x="188277" y="0"/>
                  </a:lnTo>
                  <a:close/>
                </a:path>
                <a:path w="762634" h="1236979">
                  <a:moveTo>
                    <a:pt x="475157" y="1025499"/>
                  </a:moveTo>
                  <a:lnTo>
                    <a:pt x="286880" y="1025499"/>
                  </a:lnTo>
                  <a:lnTo>
                    <a:pt x="286880" y="1236522"/>
                  </a:lnTo>
                  <a:lnTo>
                    <a:pt x="475157" y="1236522"/>
                  </a:lnTo>
                  <a:lnTo>
                    <a:pt x="475157" y="1025499"/>
                  </a:lnTo>
                  <a:close/>
                </a:path>
                <a:path w="762634" h="1236979">
                  <a:moveTo>
                    <a:pt x="475157" y="820394"/>
                  </a:moveTo>
                  <a:lnTo>
                    <a:pt x="286880" y="820394"/>
                  </a:lnTo>
                  <a:lnTo>
                    <a:pt x="286880" y="977836"/>
                  </a:lnTo>
                  <a:lnTo>
                    <a:pt x="475157" y="977836"/>
                  </a:lnTo>
                  <a:lnTo>
                    <a:pt x="475157" y="820394"/>
                  </a:lnTo>
                  <a:close/>
                </a:path>
                <a:path w="762634" h="1236979">
                  <a:moveTo>
                    <a:pt x="475157" y="615302"/>
                  </a:moveTo>
                  <a:lnTo>
                    <a:pt x="286880" y="615302"/>
                  </a:lnTo>
                  <a:lnTo>
                    <a:pt x="286880" y="772744"/>
                  </a:lnTo>
                  <a:lnTo>
                    <a:pt x="475157" y="772744"/>
                  </a:lnTo>
                  <a:lnTo>
                    <a:pt x="475157" y="615302"/>
                  </a:lnTo>
                  <a:close/>
                </a:path>
                <a:path w="762634" h="1236979">
                  <a:moveTo>
                    <a:pt x="475157" y="410197"/>
                  </a:moveTo>
                  <a:lnTo>
                    <a:pt x="286880" y="410197"/>
                  </a:lnTo>
                  <a:lnTo>
                    <a:pt x="286880" y="567639"/>
                  </a:lnTo>
                  <a:lnTo>
                    <a:pt x="475157" y="567639"/>
                  </a:lnTo>
                  <a:lnTo>
                    <a:pt x="475157" y="410197"/>
                  </a:lnTo>
                  <a:close/>
                </a:path>
                <a:path w="762634" h="1236979">
                  <a:moveTo>
                    <a:pt x="475157" y="205092"/>
                  </a:moveTo>
                  <a:lnTo>
                    <a:pt x="286880" y="205092"/>
                  </a:lnTo>
                  <a:lnTo>
                    <a:pt x="286880" y="362534"/>
                  </a:lnTo>
                  <a:lnTo>
                    <a:pt x="475157" y="362534"/>
                  </a:lnTo>
                  <a:lnTo>
                    <a:pt x="475157" y="205092"/>
                  </a:lnTo>
                  <a:close/>
                </a:path>
                <a:path w="762634" h="1236979">
                  <a:moveTo>
                    <a:pt x="475157" y="0"/>
                  </a:moveTo>
                  <a:lnTo>
                    <a:pt x="286880" y="0"/>
                  </a:lnTo>
                  <a:lnTo>
                    <a:pt x="286880" y="157441"/>
                  </a:lnTo>
                  <a:lnTo>
                    <a:pt x="475157" y="157441"/>
                  </a:lnTo>
                  <a:lnTo>
                    <a:pt x="475157" y="0"/>
                  </a:lnTo>
                  <a:close/>
                </a:path>
                <a:path w="762634" h="1236979">
                  <a:moveTo>
                    <a:pt x="762025" y="1080008"/>
                  </a:moveTo>
                  <a:lnTo>
                    <a:pt x="573747" y="1080008"/>
                  </a:lnTo>
                  <a:lnTo>
                    <a:pt x="573747" y="1236522"/>
                  </a:lnTo>
                  <a:lnTo>
                    <a:pt x="762025" y="1236522"/>
                  </a:lnTo>
                  <a:lnTo>
                    <a:pt x="762025" y="1080008"/>
                  </a:lnTo>
                  <a:close/>
                </a:path>
                <a:path w="762634" h="1236979">
                  <a:moveTo>
                    <a:pt x="762025" y="820394"/>
                  </a:moveTo>
                  <a:lnTo>
                    <a:pt x="573747" y="820394"/>
                  </a:lnTo>
                  <a:lnTo>
                    <a:pt x="573747" y="977836"/>
                  </a:lnTo>
                  <a:lnTo>
                    <a:pt x="762025" y="977836"/>
                  </a:lnTo>
                  <a:lnTo>
                    <a:pt x="762025" y="820394"/>
                  </a:lnTo>
                  <a:close/>
                </a:path>
                <a:path w="762634" h="1236979">
                  <a:moveTo>
                    <a:pt x="762025" y="615302"/>
                  </a:moveTo>
                  <a:lnTo>
                    <a:pt x="573747" y="615302"/>
                  </a:lnTo>
                  <a:lnTo>
                    <a:pt x="573747" y="772744"/>
                  </a:lnTo>
                  <a:lnTo>
                    <a:pt x="762025" y="772744"/>
                  </a:lnTo>
                  <a:lnTo>
                    <a:pt x="762025" y="615302"/>
                  </a:lnTo>
                  <a:close/>
                </a:path>
                <a:path w="762634" h="1236979">
                  <a:moveTo>
                    <a:pt x="762025" y="410197"/>
                  </a:moveTo>
                  <a:lnTo>
                    <a:pt x="573747" y="410197"/>
                  </a:lnTo>
                  <a:lnTo>
                    <a:pt x="573747" y="567639"/>
                  </a:lnTo>
                  <a:lnTo>
                    <a:pt x="762025" y="567639"/>
                  </a:lnTo>
                  <a:lnTo>
                    <a:pt x="762025" y="410197"/>
                  </a:lnTo>
                  <a:close/>
                </a:path>
                <a:path w="762634" h="1236979">
                  <a:moveTo>
                    <a:pt x="762025" y="205092"/>
                  </a:moveTo>
                  <a:lnTo>
                    <a:pt x="573747" y="205092"/>
                  </a:lnTo>
                  <a:lnTo>
                    <a:pt x="573747" y="362534"/>
                  </a:lnTo>
                  <a:lnTo>
                    <a:pt x="762025" y="362534"/>
                  </a:lnTo>
                  <a:lnTo>
                    <a:pt x="762025" y="205092"/>
                  </a:lnTo>
                  <a:close/>
                </a:path>
                <a:path w="762634" h="1236979">
                  <a:moveTo>
                    <a:pt x="762025" y="0"/>
                  </a:moveTo>
                  <a:lnTo>
                    <a:pt x="573747" y="0"/>
                  </a:lnTo>
                  <a:lnTo>
                    <a:pt x="573747" y="157441"/>
                  </a:lnTo>
                  <a:lnTo>
                    <a:pt x="762025" y="157441"/>
                  </a:lnTo>
                  <a:lnTo>
                    <a:pt x="762025" y="0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 descr=""/>
            <p:cNvSpPr/>
            <p:nvPr/>
          </p:nvSpPr>
          <p:spPr>
            <a:xfrm>
              <a:off x="8621394" y="3459691"/>
              <a:ext cx="1394460" cy="67945"/>
            </a:xfrm>
            <a:custGeom>
              <a:avLst/>
              <a:gdLst/>
              <a:ahLst/>
              <a:cxnLst/>
              <a:rect l="l" t="t" r="r" b="b"/>
              <a:pathLst>
                <a:path w="1394459" h="67945">
                  <a:moveTo>
                    <a:pt x="1394407" y="0"/>
                  </a:moveTo>
                  <a:lnTo>
                    <a:pt x="0" y="0"/>
                  </a:lnTo>
                  <a:lnTo>
                    <a:pt x="41548" y="67662"/>
                  </a:lnTo>
                  <a:lnTo>
                    <a:pt x="1352859" y="67662"/>
                  </a:lnTo>
                  <a:lnTo>
                    <a:pt x="1394407" y="0"/>
                  </a:lnTo>
                  <a:close/>
                </a:path>
              </a:pathLst>
            </a:custGeom>
            <a:solidFill>
              <a:srgbClr val="B9B9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 descr=""/>
            <p:cNvSpPr/>
            <p:nvPr/>
          </p:nvSpPr>
          <p:spPr>
            <a:xfrm>
              <a:off x="9631426" y="3459691"/>
              <a:ext cx="384810" cy="67945"/>
            </a:xfrm>
            <a:custGeom>
              <a:avLst/>
              <a:gdLst/>
              <a:ahLst/>
              <a:cxnLst/>
              <a:rect l="l" t="t" r="r" b="b"/>
              <a:pathLst>
                <a:path w="384809" h="67945">
                  <a:moveTo>
                    <a:pt x="384375" y="0"/>
                  </a:moveTo>
                  <a:lnTo>
                    <a:pt x="19821" y="0"/>
                  </a:lnTo>
                  <a:lnTo>
                    <a:pt x="0" y="67662"/>
                  </a:lnTo>
                  <a:lnTo>
                    <a:pt x="342827" y="67662"/>
                  </a:lnTo>
                  <a:lnTo>
                    <a:pt x="384375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3" name="object 223" descr=""/>
          <p:cNvGrpSpPr/>
          <p:nvPr/>
        </p:nvGrpSpPr>
        <p:grpSpPr>
          <a:xfrm>
            <a:off x="11584432" y="2656421"/>
            <a:ext cx="1249680" cy="2165350"/>
            <a:chOff x="11584432" y="2656421"/>
            <a:chExt cx="1249680" cy="2165350"/>
          </a:xfrm>
        </p:grpSpPr>
        <p:sp>
          <p:nvSpPr>
            <p:cNvPr id="224" name="object 224" descr=""/>
            <p:cNvSpPr/>
            <p:nvPr/>
          </p:nvSpPr>
          <p:spPr>
            <a:xfrm>
              <a:off x="11638127" y="2719487"/>
              <a:ext cx="1142365" cy="2102485"/>
            </a:xfrm>
            <a:custGeom>
              <a:avLst/>
              <a:gdLst/>
              <a:ahLst/>
              <a:cxnLst/>
              <a:rect l="l" t="t" r="r" b="b"/>
              <a:pathLst>
                <a:path w="1142365" h="2102485">
                  <a:moveTo>
                    <a:pt x="0" y="2102234"/>
                  </a:moveTo>
                  <a:lnTo>
                    <a:pt x="1142164" y="2102234"/>
                  </a:lnTo>
                  <a:lnTo>
                    <a:pt x="1142164" y="0"/>
                  </a:lnTo>
                  <a:lnTo>
                    <a:pt x="0" y="0"/>
                  </a:lnTo>
                  <a:lnTo>
                    <a:pt x="0" y="2102234"/>
                  </a:lnTo>
                  <a:close/>
                </a:path>
              </a:pathLst>
            </a:custGeom>
            <a:solidFill>
              <a:srgbClr val="B9B9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 descr=""/>
            <p:cNvSpPr/>
            <p:nvPr/>
          </p:nvSpPr>
          <p:spPr>
            <a:xfrm>
              <a:off x="11638127" y="2719487"/>
              <a:ext cx="869315" cy="2102485"/>
            </a:xfrm>
            <a:custGeom>
              <a:avLst/>
              <a:gdLst/>
              <a:ahLst/>
              <a:cxnLst/>
              <a:rect l="l" t="t" r="r" b="b"/>
              <a:pathLst>
                <a:path w="869315" h="2102485">
                  <a:moveTo>
                    <a:pt x="0" y="2102234"/>
                  </a:moveTo>
                  <a:lnTo>
                    <a:pt x="868832" y="2102234"/>
                  </a:lnTo>
                  <a:lnTo>
                    <a:pt x="868832" y="0"/>
                  </a:lnTo>
                  <a:lnTo>
                    <a:pt x="0" y="0"/>
                  </a:lnTo>
                  <a:lnTo>
                    <a:pt x="0" y="2102234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 descr=""/>
            <p:cNvSpPr/>
            <p:nvPr/>
          </p:nvSpPr>
          <p:spPr>
            <a:xfrm>
              <a:off x="11584432" y="2656421"/>
              <a:ext cx="1249680" cy="68580"/>
            </a:xfrm>
            <a:custGeom>
              <a:avLst/>
              <a:gdLst/>
              <a:ahLst/>
              <a:cxnLst/>
              <a:rect l="l" t="t" r="r" b="b"/>
              <a:pathLst>
                <a:path w="1249679" h="68580">
                  <a:moveTo>
                    <a:pt x="1249333" y="0"/>
                  </a:moveTo>
                  <a:lnTo>
                    <a:pt x="0" y="0"/>
                  </a:lnTo>
                  <a:lnTo>
                    <a:pt x="0" y="68050"/>
                  </a:lnTo>
                  <a:lnTo>
                    <a:pt x="1249333" y="68050"/>
                  </a:lnTo>
                  <a:lnTo>
                    <a:pt x="1249333" y="0"/>
                  </a:lnTo>
                  <a:close/>
                </a:path>
              </a:pathLst>
            </a:custGeom>
            <a:solidFill>
              <a:srgbClr val="B9B9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 descr=""/>
            <p:cNvSpPr/>
            <p:nvPr/>
          </p:nvSpPr>
          <p:spPr>
            <a:xfrm>
              <a:off x="12507126" y="2656421"/>
              <a:ext cx="327025" cy="68580"/>
            </a:xfrm>
            <a:custGeom>
              <a:avLst/>
              <a:gdLst/>
              <a:ahLst/>
              <a:cxnLst/>
              <a:rect l="l" t="t" r="r" b="b"/>
              <a:pathLst>
                <a:path w="327025" h="68580">
                  <a:moveTo>
                    <a:pt x="326628" y="0"/>
                  </a:moveTo>
                  <a:lnTo>
                    <a:pt x="0" y="0"/>
                  </a:lnTo>
                  <a:lnTo>
                    <a:pt x="0" y="68050"/>
                  </a:lnTo>
                  <a:lnTo>
                    <a:pt x="326628" y="68050"/>
                  </a:lnTo>
                  <a:lnTo>
                    <a:pt x="326628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 descr=""/>
            <p:cNvSpPr/>
            <p:nvPr/>
          </p:nvSpPr>
          <p:spPr>
            <a:xfrm>
              <a:off x="12507126" y="2724472"/>
              <a:ext cx="273685" cy="2097405"/>
            </a:xfrm>
            <a:custGeom>
              <a:avLst/>
              <a:gdLst/>
              <a:ahLst/>
              <a:cxnLst/>
              <a:rect l="l" t="t" r="r" b="b"/>
              <a:pathLst>
                <a:path w="273684" h="2097404">
                  <a:moveTo>
                    <a:pt x="0" y="2097250"/>
                  </a:moveTo>
                  <a:lnTo>
                    <a:pt x="273321" y="2097250"/>
                  </a:lnTo>
                  <a:lnTo>
                    <a:pt x="273321" y="0"/>
                  </a:lnTo>
                  <a:lnTo>
                    <a:pt x="0" y="0"/>
                  </a:lnTo>
                  <a:lnTo>
                    <a:pt x="0" y="209725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 descr=""/>
            <p:cNvSpPr/>
            <p:nvPr/>
          </p:nvSpPr>
          <p:spPr>
            <a:xfrm>
              <a:off x="11754689" y="2804542"/>
              <a:ext cx="147955" cy="172085"/>
            </a:xfrm>
            <a:custGeom>
              <a:avLst/>
              <a:gdLst/>
              <a:ahLst/>
              <a:cxnLst/>
              <a:rect l="l" t="t" r="r" b="b"/>
              <a:pathLst>
                <a:path w="147954" h="172085">
                  <a:moveTo>
                    <a:pt x="147587" y="0"/>
                  </a:moveTo>
                  <a:lnTo>
                    <a:pt x="0" y="0"/>
                  </a:lnTo>
                  <a:lnTo>
                    <a:pt x="0" y="171534"/>
                  </a:lnTo>
                  <a:lnTo>
                    <a:pt x="147587" y="171534"/>
                  </a:lnTo>
                  <a:lnTo>
                    <a:pt x="147587" y="0"/>
                  </a:lnTo>
                  <a:close/>
                </a:path>
              </a:pathLst>
            </a:custGeom>
            <a:solidFill>
              <a:srgbClr val="B9B9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 descr=""/>
            <p:cNvSpPr/>
            <p:nvPr/>
          </p:nvSpPr>
          <p:spPr>
            <a:xfrm>
              <a:off x="11754689" y="2815935"/>
              <a:ext cx="147955" cy="160655"/>
            </a:xfrm>
            <a:custGeom>
              <a:avLst/>
              <a:gdLst/>
              <a:ahLst/>
              <a:cxnLst/>
              <a:rect l="l" t="t" r="r" b="b"/>
              <a:pathLst>
                <a:path w="147954" h="160655">
                  <a:moveTo>
                    <a:pt x="147587" y="0"/>
                  </a:moveTo>
                  <a:lnTo>
                    <a:pt x="0" y="0"/>
                  </a:lnTo>
                  <a:lnTo>
                    <a:pt x="0" y="160141"/>
                  </a:lnTo>
                  <a:lnTo>
                    <a:pt x="147587" y="160141"/>
                  </a:lnTo>
                  <a:lnTo>
                    <a:pt x="14758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 descr=""/>
            <p:cNvSpPr/>
            <p:nvPr/>
          </p:nvSpPr>
          <p:spPr>
            <a:xfrm>
              <a:off x="11754688" y="2804546"/>
              <a:ext cx="380365" cy="172085"/>
            </a:xfrm>
            <a:custGeom>
              <a:avLst/>
              <a:gdLst/>
              <a:ahLst/>
              <a:cxnLst/>
              <a:rect l="l" t="t" r="r" b="b"/>
              <a:pathLst>
                <a:path w="380365" h="172085">
                  <a:moveTo>
                    <a:pt x="21158" y="0"/>
                  </a:moveTo>
                  <a:lnTo>
                    <a:pt x="0" y="0"/>
                  </a:lnTo>
                  <a:lnTo>
                    <a:pt x="0" y="171538"/>
                  </a:lnTo>
                  <a:lnTo>
                    <a:pt x="21158" y="171538"/>
                  </a:lnTo>
                  <a:lnTo>
                    <a:pt x="21158" y="0"/>
                  </a:lnTo>
                  <a:close/>
                </a:path>
                <a:path w="380365" h="172085">
                  <a:moveTo>
                    <a:pt x="380161" y="0"/>
                  </a:moveTo>
                  <a:lnTo>
                    <a:pt x="232575" y="0"/>
                  </a:lnTo>
                  <a:lnTo>
                    <a:pt x="232575" y="171538"/>
                  </a:lnTo>
                  <a:lnTo>
                    <a:pt x="380161" y="171538"/>
                  </a:lnTo>
                  <a:lnTo>
                    <a:pt x="380161" y="0"/>
                  </a:lnTo>
                  <a:close/>
                </a:path>
              </a:pathLst>
            </a:custGeom>
            <a:solidFill>
              <a:srgbClr val="B9B9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 descr=""/>
            <p:cNvSpPr/>
            <p:nvPr/>
          </p:nvSpPr>
          <p:spPr>
            <a:xfrm>
              <a:off x="11987268" y="2815935"/>
              <a:ext cx="147955" cy="160655"/>
            </a:xfrm>
            <a:custGeom>
              <a:avLst/>
              <a:gdLst/>
              <a:ahLst/>
              <a:cxnLst/>
              <a:rect l="l" t="t" r="r" b="b"/>
              <a:pathLst>
                <a:path w="147954" h="160655">
                  <a:moveTo>
                    <a:pt x="147587" y="0"/>
                  </a:moveTo>
                  <a:lnTo>
                    <a:pt x="0" y="0"/>
                  </a:lnTo>
                  <a:lnTo>
                    <a:pt x="0" y="160141"/>
                  </a:lnTo>
                  <a:lnTo>
                    <a:pt x="147587" y="160141"/>
                  </a:lnTo>
                  <a:lnTo>
                    <a:pt x="14758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 descr=""/>
            <p:cNvSpPr/>
            <p:nvPr/>
          </p:nvSpPr>
          <p:spPr>
            <a:xfrm>
              <a:off x="11987276" y="2804546"/>
              <a:ext cx="380365" cy="172085"/>
            </a:xfrm>
            <a:custGeom>
              <a:avLst/>
              <a:gdLst/>
              <a:ahLst/>
              <a:cxnLst/>
              <a:rect l="l" t="t" r="r" b="b"/>
              <a:pathLst>
                <a:path w="380365" h="172085">
                  <a:moveTo>
                    <a:pt x="21145" y="0"/>
                  </a:moveTo>
                  <a:lnTo>
                    <a:pt x="0" y="0"/>
                  </a:lnTo>
                  <a:lnTo>
                    <a:pt x="0" y="171538"/>
                  </a:lnTo>
                  <a:lnTo>
                    <a:pt x="21145" y="171538"/>
                  </a:lnTo>
                  <a:lnTo>
                    <a:pt x="21145" y="0"/>
                  </a:lnTo>
                  <a:close/>
                </a:path>
                <a:path w="380365" h="172085">
                  <a:moveTo>
                    <a:pt x="380149" y="0"/>
                  </a:moveTo>
                  <a:lnTo>
                    <a:pt x="232562" y="0"/>
                  </a:lnTo>
                  <a:lnTo>
                    <a:pt x="232562" y="171538"/>
                  </a:lnTo>
                  <a:lnTo>
                    <a:pt x="380149" y="171538"/>
                  </a:lnTo>
                  <a:lnTo>
                    <a:pt x="380149" y="0"/>
                  </a:lnTo>
                  <a:close/>
                </a:path>
              </a:pathLst>
            </a:custGeom>
            <a:solidFill>
              <a:srgbClr val="B9B9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 descr=""/>
            <p:cNvSpPr/>
            <p:nvPr/>
          </p:nvSpPr>
          <p:spPr>
            <a:xfrm>
              <a:off x="12219847" y="2815935"/>
              <a:ext cx="147955" cy="160655"/>
            </a:xfrm>
            <a:custGeom>
              <a:avLst/>
              <a:gdLst/>
              <a:ahLst/>
              <a:cxnLst/>
              <a:rect l="l" t="t" r="r" b="b"/>
              <a:pathLst>
                <a:path w="147954" h="160655">
                  <a:moveTo>
                    <a:pt x="147587" y="0"/>
                  </a:moveTo>
                  <a:lnTo>
                    <a:pt x="0" y="0"/>
                  </a:lnTo>
                  <a:lnTo>
                    <a:pt x="0" y="160141"/>
                  </a:lnTo>
                  <a:lnTo>
                    <a:pt x="147587" y="160141"/>
                  </a:lnTo>
                  <a:lnTo>
                    <a:pt x="14758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11754688" y="2804546"/>
              <a:ext cx="486409" cy="429895"/>
            </a:xfrm>
            <a:custGeom>
              <a:avLst/>
              <a:gdLst/>
              <a:ahLst/>
              <a:cxnLst/>
              <a:rect l="l" t="t" r="r" b="b"/>
              <a:pathLst>
                <a:path w="486409" h="429894">
                  <a:moveTo>
                    <a:pt x="147586" y="258356"/>
                  </a:moveTo>
                  <a:lnTo>
                    <a:pt x="0" y="258356"/>
                  </a:lnTo>
                  <a:lnTo>
                    <a:pt x="0" y="429882"/>
                  </a:lnTo>
                  <a:lnTo>
                    <a:pt x="147586" y="429882"/>
                  </a:lnTo>
                  <a:lnTo>
                    <a:pt x="147586" y="258356"/>
                  </a:lnTo>
                  <a:close/>
                </a:path>
                <a:path w="486409" h="429894">
                  <a:moveTo>
                    <a:pt x="486308" y="0"/>
                  </a:moveTo>
                  <a:lnTo>
                    <a:pt x="465150" y="0"/>
                  </a:lnTo>
                  <a:lnTo>
                    <a:pt x="465150" y="171538"/>
                  </a:lnTo>
                  <a:lnTo>
                    <a:pt x="486308" y="171538"/>
                  </a:lnTo>
                  <a:lnTo>
                    <a:pt x="486308" y="0"/>
                  </a:lnTo>
                  <a:close/>
                </a:path>
              </a:pathLst>
            </a:custGeom>
            <a:solidFill>
              <a:srgbClr val="B9B9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11754689" y="3074283"/>
              <a:ext cx="147955" cy="160655"/>
            </a:xfrm>
            <a:custGeom>
              <a:avLst/>
              <a:gdLst/>
              <a:ahLst/>
              <a:cxnLst/>
              <a:rect l="l" t="t" r="r" b="b"/>
              <a:pathLst>
                <a:path w="147954" h="160655">
                  <a:moveTo>
                    <a:pt x="147587" y="0"/>
                  </a:moveTo>
                  <a:lnTo>
                    <a:pt x="0" y="0"/>
                  </a:lnTo>
                  <a:lnTo>
                    <a:pt x="0" y="160141"/>
                  </a:lnTo>
                  <a:lnTo>
                    <a:pt x="147587" y="160141"/>
                  </a:lnTo>
                  <a:lnTo>
                    <a:pt x="14758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 descr=""/>
            <p:cNvSpPr/>
            <p:nvPr/>
          </p:nvSpPr>
          <p:spPr>
            <a:xfrm>
              <a:off x="11754688" y="3062903"/>
              <a:ext cx="380365" cy="172085"/>
            </a:xfrm>
            <a:custGeom>
              <a:avLst/>
              <a:gdLst/>
              <a:ahLst/>
              <a:cxnLst/>
              <a:rect l="l" t="t" r="r" b="b"/>
              <a:pathLst>
                <a:path w="380365" h="172085">
                  <a:moveTo>
                    <a:pt x="21158" y="0"/>
                  </a:moveTo>
                  <a:lnTo>
                    <a:pt x="0" y="0"/>
                  </a:lnTo>
                  <a:lnTo>
                    <a:pt x="0" y="171526"/>
                  </a:lnTo>
                  <a:lnTo>
                    <a:pt x="21158" y="171526"/>
                  </a:lnTo>
                  <a:lnTo>
                    <a:pt x="21158" y="0"/>
                  </a:lnTo>
                  <a:close/>
                </a:path>
                <a:path w="380365" h="172085">
                  <a:moveTo>
                    <a:pt x="380161" y="0"/>
                  </a:moveTo>
                  <a:lnTo>
                    <a:pt x="232575" y="0"/>
                  </a:lnTo>
                  <a:lnTo>
                    <a:pt x="232575" y="171526"/>
                  </a:lnTo>
                  <a:lnTo>
                    <a:pt x="380161" y="171526"/>
                  </a:lnTo>
                  <a:lnTo>
                    <a:pt x="380161" y="0"/>
                  </a:lnTo>
                  <a:close/>
                </a:path>
              </a:pathLst>
            </a:custGeom>
            <a:solidFill>
              <a:srgbClr val="B9B9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 descr=""/>
            <p:cNvSpPr/>
            <p:nvPr/>
          </p:nvSpPr>
          <p:spPr>
            <a:xfrm>
              <a:off x="11987268" y="3074283"/>
              <a:ext cx="147955" cy="160655"/>
            </a:xfrm>
            <a:custGeom>
              <a:avLst/>
              <a:gdLst/>
              <a:ahLst/>
              <a:cxnLst/>
              <a:rect l="l" t="t" r="r" b="b"/>
              <a:pathLst>
                <a:path w="147954" h="160655">
                  <a:moveTo>
                    <a:pt x="147587" y="0"/>
                  </a:moveTo>
                  <a:lnTo>
                    <a:pt x="0" y="0"/>
                  </a:lnTo>
                  <a:lnTo>
                    <a:pt x="0" y="160141"/>
                  </a:lnTo>
                  <a:lnTo>
                    <a:pt x="147587" y="160141"/>
                  </a:lnTo>
                  <a:lnTo>
                    <a:pt x="14758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 descr=""/>
            <p:cNvSpPr/>
            <p:nvPr/>
          </p:nvSpPr>
          <p:spPr>
            <a:xfrm>
              <a:off x="11987276" y="3062903"/>
              <a:ext cx="380365" cy="172085"/>
            </a:xfrm>
            <a:custGeom>
              <a:avLst/>
              <a:gdLst/>
              <a:ahLst/>
              <a:cxnLst/>
              <a:rect l="l" t="t" r="r" b="b"/>
              <a:pathLst>
                <a:path w="380365" h="172085">
                  <a:moveTo>
                    <a:pt x="21145" y="0"/>
                  </a:moveTo>
                  <a:lnTo>
                    <a:pt x="0" y="0"/>
                  </a:lnTo>
                  <a:lnTo>
                    <a:pt x="0" y="171526"/>
                  </a:lnTo>
                  <a:lnTo>
                    <a:pt x="21145" y="171526"/>
                  </a:lnTo>
                  <a:lnTo>
                    <a:pt x="21145" y="0"/>
                  </a:lnTo>
                  <a:close/>
                </a:path>
                <a:path w="380365" h="172085">
                  <a:moveTo>
                    <a:pt x="380149" y="0"/>
                  </a:moveTo>
                  <a:lnTo>
                    <a:pt x="232562" y="0"/>
                  </a:lnTo>
                  <a:lnTo>
                    <a:pt x="232562" y="171526"/>
                  </a:lnTo>
                  <a:lnTo>
                    <a:pt x="380149" y="171526"/>
                  </a:lnTo>
                  <a:lnTo>
                    <a:pt x="380149" y="0"/>
                  </a:lnTo>
                  <a:close/>
                </a:path>
              </a:pathLst>
            </a:custGeom>
            <a:solidFill>
              <a:srgbClr val="B9B9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 descr=""/>
            <p:cNvSpPr/>
            <p:nvPr/>
          </p:nvSpPr>
          <p:spPr>
            <a:xfrm>
              <a:off x="12219847" y="3074283"/>
              <a:ext cx="147955" cy="160655"/>
            </a:xfrm>
            <a:custGeom>
              <a:avLst/>
              <a:gdLst/>
              <a:ahLst/>
              <a:cxnLst/>
              <a:rect l="l" t="t" r="r" b="b"/>
              <a:pathLst>
                <a:path w="147954" h="160655">
                  <a:moveTo>
                    <a:pt x="147587" y="0"/>
                  </a:moveTo>
                  <a:lnTo>
                    <a:pt x="0" y="0"/>
                  </a:lnTo>
                  <a:lnTo>
                    <a:pt x="0" y="160141"/>
                  </a:lnTo>
                  <a:lnTo>
                    <a:pt x="147587" y="160141"/>
                  </a:lnTo>
                  <a:lnTo>
                    <a:pt x="14758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 descr=""/>
            <p:cNvSpPr/>
            <p:nvPr/>
          </p:nvSpPr>
          <p:spPr>
            <a:xfrm>
              <a:off x="11754688" y="3062903"/>
              <a:ext cx="486409" cy="429895"/>
            </a:xfrm>
            <a:custGeom>
              <a:avLst/>
              <a:gdLst/>
              <a:ahLst/>
              <a:cxnLst/>
              <a:rect l="l" t="t" r="r" b="b"/>
              <a:pathLst>
                <a:path w="486409" h="429895">
                  <a:moveTo>
                    <a:pt x="147586" y="258356"/>
                  </a:moveTo>
                  <a:lnTo>
                    <a:pt x="0" y="258356"/>
                  </a:lnTo>
                  <a:lnTo>
                    <a:pt x="0" y="429882"/>
                  </a:lnTo>
                  <a:lnTo>
                    <a:pt x="147586" y="429882"/>
                  </a:lnTo>
                  <a:lnTo>
                    <a:pt x="147586" y="258356"/>
                  </a:lnTo>
                  <a:close/>
                </a:path>
                <a:path w="486409" h="429895">
                  <a:moveTo>
                    <a:pt x="486308" y="0"/>
                  </a:moveTo>
                  <a:lnTo>
                    <a:pt x="465150" y="0"/>
                  </a:lnTo>
                  <a:lnTo>
                    <a:pt x="465150" y="171526"/>
                  </a:lnTo>
                  <a:lnTo>
                    <a:pt x="486308" y="171526"/>
                  </a:lnTo>
                  <a:lnTo>
                    <a:pt x="486308" y="0"/>
                  </a:lnTo>
                  <a:close/>
                </a:path>
              </a:pathLst>
            </a:custGeom>
            <a:solidFill>
              <a:srgbClr val="B9B9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 descr=""/>
            <p:cNvSpPr/>
            <p:nvPr/>
          </p:nvSpPr>
          <p:spPr>
            <a:xfrm>
              <a:off x="11754689" y="3332642"/>
              <a:ext cx="147955" cy="160655"/>
            </a:xfrm>
            <a:custGeom>
              <a:avLst/>
              <a:gdLst/>
              <a:ahLst/>
              <a:cxnLst/>
              <a:rect l="l" t="t" r="r" b="b"/>
              <a:pathLst>
                <a:path w="147954" h="160654">
                  <a:moveTo>
                    <a:pt x="147587" y="0"/>
                  </a:moveTo>
                  <a:lnTo>
                    <a:pt x="0" y="0"/>
                  </a:lnTo>
                  <a:lnTo>
                    <a:pt x="0" y="160141"/>
                  </a:lnTo>
                  <a:lnTo>
                    <a:pt x="147587" y="160141"/>
                  </a:lnTo>
                  <a:lnTo>
                    <a:pt x="14758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 descr=""/>
            <p:cNvSpPr/>
            <p:nvPr/>
          </p:nvSpPr>
          <p:spPr>
            <a:xfrm>
              <a:off x="11754688" y="3321259"/>
              <a:ext cx="380365" cy="172085"/>
            </a:xfrm>
            <a:custGeom>
              <a:avLst/>
              <a:gdLst/>
              <a:ahLst/>
              <a:cxnLst/>
              <a:rect l="l" t="t" r="r" b="b"/>
              <a:pathLst>
                <a:path w="380365" h="172085">
                  <a:moveTo>
                    <a:pt x="21158" y="0"/>
                  </a:moveTo>
                  <a:lnTo>
                    <a:pt x="0" y="0"/>
                  </a:lnTo>
                  <a:lnTo>
                    <a:pt x="0" y="171526"/>
                  </a:lnTo>
                  <a:lnTo>
                    <a:pt x="21158" y="171526"/>
                  </a:lnTo>
                  <a:lnTo>
                    <a:pt x="21158" y="0"/>
                  </a:lnTo>
                  <a:close/>
                </a:path>
                <a:path w="380365" h="172085">
                  <a:moveTo>
                    <a:pt x="380161" y="0"/>
                  </a:moveTo>
                  <a:lnTo>
                    <a:pt x="232575" y="0"/>
                  </a:lnTo>
                  <a:lnTo>
                    <a:pt x="232575" y="171526"/>
                  </a:lnTo>
                  <a:lnTo>
                    <a:pt x="380161" y="171526"/>
                  </a:lnTo>
                  <a:lnTo>
                    <a:pt x="380161" y="0"/>
                  </a:lnTo>
                  <a:close/>
                </a:path>
              </a:pathLst>
            </a:custGeom>
            <a:solidFill>
              <a:srgbClr val="B9B9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 descr=""/>
            <p:cNvSpPr/>
            <p:nvPr/>
          </p:nvSpPr>
          <p:spPr>
            <a:xfrm>
              <a:off x="11987268" y="3332642"/>
              <a:ext cx="147955" cy="160655"/>
            </a:xfrm>
            <a:custGeom>
              <a:avLst/>
              <a:gdLst/>
              <a:ahLst/>
              <a:cxnLst/>
              <a:rect l="l" t="t" r="r" b="b"/>
              <a:pathLst>
                <a:path w="147954" h="160654">
                  <a:moveTo>
                    <a:pt x="147587" y="0"/>
                  </a:moveTo>
                  <a:lnTo>
                    <a:pt x="0" y="0"/>
                  </a:lnTo>
                  <a:lnTo>
                    <a:pt x="0" y="160141"/>
                  </a:lnTo>
                  <a:lnTo>
                    <a:pt x="147587" y="160141"/>
                  </a:lnTo>
                  <a:lnTo>
                    <a:pt x="14758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 descr=""/>
            <p:cNvSpPr/>
            <p:nvPr/>
          </p:nvSpPr>
          <p:spPr>
            <a:xfrm>
              <a:off x="11987276" y="3321259"/>
              <a:ext cx="380365" cy="172085"/>
            </a:xfrm>
            <a:custGeom>
              <a:avLst/>
              <a:gdLst/>
              <a:ahLst/>
              <a:cxnLst/>
              <a:rect l="l" t="t" r="r" b="b"/>
              <a:pathLst>
                <a:path w="380365" h="172085">
                  <a:moveTo>
                    <a:pt x="21145" y="0"/>
                  </a:moveTo>
                  <a:lnTo>
                    <a:pt x="0" y="0"/>
                  </a:lnTo>
                  <a:lnTo>
                    <a:pt x="0" y="171526"/>
                  </a:lnTo>
                  <a:lnTo>
                    <a:pt x="21145" y="171526"/>
                  </a:lnTo>
                  <a:lnTo>
                    <a:pt x="21145" y="0"/>
                  </a:lnTo>
                  <a:close/>
                </a:path>
                <a:path w="380365" h="172085">
                  <a:moveTo>
                    <a:pt x="380149" y="0"/>
                  </a:moveTo>
                  <a:lnTo>
                    <a:pt x="232562" y="0"/>
                  </a:lnTo>
                  <a:lnTo>
                    <a:pt x="232562" y="171526"/>
                  </a:lnTo>
                  <a:lnTo>
                    <a:pt x="380149" y="171526"/>
                  </a:lnTo>
                  <a:lnTo>
                    <a:pt x="380149" y="0"/>
                  </a:lnTo>
                  <a:close/>
                </a:path>
              </a:pathLst>
            </a:custGeom>
            <a:solidFill>
              <a:srgbClr val="B9B9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 descr=""/>
            <p:cNvSpPr/>
            <p:nvPr/>
          </p:nvSpPr>
          <p:spPr>
            <a:xfrm>
              <a:off x="12219847" y="3332642"/>
              <a:ext cx="147955" cy="160655"/>
            </a:xfrm>
            <a:custGeom>
              <a:avLst/>
              <a:gdLst/>
              <a:ahLst/>
              <a:cxnLst/>
              <a:rect l="l" t="t" r="r" b="b"/>
              <a:pathLst>
                <a:path w="147954" h="160654">
                  <a:moveTo>
                    <a:pt x="147587" y="0"/>
                  </a:moveTo>
                  <a:lnTo>
                    <a:pt x="0" y="0"/>
                  </a:lnTo>
                  <a:lnTo>
                    <a:pt x="0" y="160141"/>
                  </a:lnTo>
                  <a:lnTo>
                    <a:pt x="147587" y="160141"/>
                  </a:lnTo>
                  <a:lnTo>
                    <a:pt x="14758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 descr=""/>
            <p:cNvSpPr/>
            <p:nvPr/>
          </p:nvSpPr>
          <p:spPr>
            <a:xfrm>
              <a:off x="11754688" y="3321259"/>
              <a:ext cx="486409" cy="429895"/>
            </a:xfrm>
            <a:custGeom>
              <a:avLst/>
              <a:gdLst/>
              <a:ahLst/>
              <a:cxnLst/>
              <a:rect l="l" t="t" r="r" b="b"/>
              <a:pathLst>
                <a:path w="486409" h="429895">
                  <a:moveTo>
                    <a:pt x="147586" y="258343"/>
                  </a:moveTo>
                  <a:lnTo>
                    <a:pt x="0" y="258343"/>
                  </a:lnTo>
                  <a:lnTo>
                    <a:pt x="0" y="429882"/>
                  </a:lnTo>
                  <a:lnTo>
                    <a:pt x="147586" y="429882"/>
                  </a:lnTo>
                  <a:lnTo>
                    <a:pt x="147586" y="258343"/>
                  </a:lnTo>
                  <a:close/>
                </a:path>
                <a:path w="486409" h="429895">
                  <a:moveTo>
                    <a:pt x="486308" y="0"/>
                  </a:moveTo>
                  <a:lnTo>
                    <a:pt x="465150" y="0"/>
                  </a:lnTo>
                  <a:lnTo>
                    <a:pt x="465150" y="171526"/>
                  </a:lnTo>
                  <a:lnTo>
                    <a:pt x="486308" y="171526"/>
                  </a:lnTo>
                  <a:lnTo>
                    <a:pt x="486308" y="0"/>
                  </a:lnTo>
                  <a:close/>
                </a:path>
              </a:pathLst>
            </a:custGeom>
            <a:solidFill>
              <a:srgbClr val="B9B9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 descr=""/>
            <p:cNvSpPr/>
            <p:nvPr/>
          </p:nvSpPr>
          <p:spPr>
            <a:xfrm>
              <a:off x="11754689" y="3590990"/>
              <a:ext cx="147955" cy="160655"/>
            </a:xfrm>
            <a:custGeom>
              <a:avLst/>
              <a:gdLst/>
              <a:ahLst/>
              <a:cxnLst/>
              <a:rect l="l" t="t" r="r" b="b"/>
              <a:pathLst>
                <a:path w="147954" h="160654">
                  <a:moveTo>
                    <a:pt x="147587" y="0"/>
                  </a:moveTo>
                  <a:lnTo>
                    <a:pt x="0" y="0"/>
                  </a:lnTo>
                  <a:lnTo>
                    <a:pt x="0" y="160141"/>
                  </a:lnTo>
                  <a:lnTo>
                    <a:pt x="147587" y="160141"/>
                  </a:lnTo>
                  <a:lnTo>
                    <a:pt x="14758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 descr=""/>
            <p:cNvSpPr/>
            <p:nvPr/>
          </p:nvSpPr>
          <p:spPr>
            <a:xfrm>
              <a:off x="11754688" y="3579602"/>
              <a:ext cx="380365" cy="172085"/>
            </a:xfrm>
            <a:custGeom>
              <a:avLst/>
              <a:gdLst/>
              <a:ahLst/>
              <a:cxnLst/>
              <a:rect l="l" t="t" r="r" b="b"/>
              <a:pathLst>
                <a:path w="380365" h="172085">
                  <a:moveTo>
                    <a:pt x="21158" y="0"/>
                  </a:moveTo>
                  <a:lnTo>
                    <a:pt x="0" y="0"/>
                  </a:lnTo>
                  <a:lnTo>
                    <a:pt x="0" y="171538"/>
                  </a:lnTo>
                  <a:lnTo>
                    <a:pt x="21158" y="171538"/>
                  </a:lnTo>
                  <a:lnTo>
                    <a:pt x="21158" y="0"/>
                  </a:lnTo>
                  <a:close/>
                </a:path>
                <a:path w="380365" h="172085">
                  <a:moveTo>
                    <a:pt x="380161" y="0"/>
                  </a:moveTo>
                  <a:lnTo>
                    <a:pt x="232575" y="0"/>
                  </a:lnTo>
                  <a:lnTo>
                    <a:pt x="232575" y="171538"/>
                  </a:lnTo>
                  <a:lnTo>
                    <a:pt x="380161" y="171538"/>
                  </a:lnTo>
                  <a:lnTo>
                    <a:pt x="380161" y="0"/>
                  </a:lnTo>
                  <a:close/>
                </a:path>
              </a:pathLst>
            </a:custGeom>
            <a:solidFill>
              <a:srgbClr val="B9B9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 descr=""/>
            <p:cNvSpPr/>
            <p:nvPr/>
          </p:nvSpPr>
          <p:spPr>
            <a:xfrm>
              <a:off x="11987268" y="3590990"/>
              <a:ext cx="147955" cy="160655"/>
            </a:xfrm>
            <a:custGeom>
              <a:avLst/>
              <a:gdLst/>
              <a:ahLst/>
              <a:cxnLst/>
              <a:rect l="l" t="t" r="r" b="b"/>
              <a:pathLst>
                <a:path w="147954" h="160654">
                  <a:moveTo>
                    <a:pt x="147587" y="0"/>
                  </a:moveTo>
                  <a:lnTo>
                    <a:pt x="0" y="0"/>
                  </a:lnTo>
                  <a:lnTo>
                    <a:pt x="0" y="160141"/>
                  </a:lnTo>
                  <a:lnTo>
                    <a:pt x="147587" y="160141"/>
                  </a:lnTo>
                  <a:lnTo>
                    <a:pt x="14758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 descr=""/>
            <p:cNvSpPr/>
            <p:nvPr/>
          </p:nvSpPr>
          <p:spPr>
            <a:xfrm>
              <a:off x="11987276" y="3579602"/>
              <a:ext cx="380365" cy="172085"/>
            </a:xfrm>
            <a:custGeom>
              <a:avLst/>
              <a:gdLst/>
              <a:ahLst/>
              <a:cxnLst/>
              <a:rect l="l" t="t" r="r" b="b"/>
              <a:pathLst>
                <a:path w="380365" h="172085">
                  <a:moveTo>
                    <a:pt x="21145" y="0"/>
                  </a:moveTo>
                  <a:lnTo>
                    <a:pt x="0" y="0"/>
                  </a:lnTo>
                  <a:lnTo>
                    <a:pt x="0" y="171538"/>
                  </a:lnTo>
                  <a:lnTo>
                    <a:pt x="21145" y="171538"/>
                  </a:lnTo>
                  <a:lnTo>
                    <a:pt x="21145" y="0"/>
                  </a:lnTo>
                  <a:close/>
                </a:path>
                <a:path w="380365" h="172085">
                  <a:moveTo>
                    <a:pt x="380149" y="0"/>
                  </a:moveTo>
                  <a:lnTo>
                    <a:pt x="232562" y="0"/>
                  </a:lnTo>
                  <a:lnTo>
                    <a:pt x="232562" y="171538"/>
                  </a:lnTo>
                  <a:lnTo>
                    <a:pt x="380149" y="171538"/>
                  </a:lnTo>
                  <a:lnTo>
                    <a:pt x="380149" y="0"/>
                  </a:lnTo>
                  <a:close/>
                </a:path>
              </a:pathLst>
            </a:custGeom>
            <a:solidFill>
              <a:srgbClr val="B9B9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 descr=""/>
            <p:cNvSpPr/>
            <p:nvPr/>
          </p:nvSpPr>
          <p:spPr>
            <a:xfrm>
              <a:off x="12219847" y="3590990"/>
              <a:ext cx="147955" cy="160655"/>
            </a:xfrm>
            <a:custGeom>
              <a:avLst/>
              <a:gdLst/>
              <a:ahLst/>
              <a:cxnLst/>
              <a:rect l="l" t="t" r="r" b="b"/>
              <a:pathLst>
                <a:path w="147954" h="160654">
                  <a:moveTo>
                    <a:pt x="147587" y="0"/>
                  </a:moveTo>
                  <a:lnTo>
                    <a:pt x="0" y="0"/>
                  </a:lnTo>
                  <a:lnTo>
                    <a:pt x="0" y="160141"/>
                  </a:lnTo>
                  <a:lnTo>
                    <a:pt x="147587" y="160141"/>
                  </a:lnTo>
                  <a:lnTo>
                    <a:pt x="14758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 descr=""/>
            <p:cNvSpPr/>
            <p:nvPr/>
          </p:nvSpPr>
          <p:spPr>
            <a:xfrm>
              <a:off x="11754688" y="3579602"/>
              <a:ext cx="486409" cy="429895"/>
            </a:xfrm>
            <a:custGeom>
              <a:avLst/>
              <a:gdLst/>
              <a:ahLst/>
              <a:cxnLst/>
              <a:rect l="l" t="t" r="r" b="b"/>
              <a:pathLst>
                <a:path w="486409" h="429895">
                  <a:moveTo>
                    <a:pt x="147586" y="258343"/>
                  </a:moveTo>
                  <a:lnTo>
                    <a:pt x="0" y="258343"/>
                  </a:lnTo>
                  <a:lnTo>
                    <a:pt x="0" y="429882"/>
                  </a:lnTo>
                  <a:lnTo>
                    <a:pt x="147586" y="429882"/>
                  </a:lnTo>
                  <a:lnTo>
                    <a:pt x="147586" y="258343"/>
                  </a:lnTo>
                  <a:close/>
                </a:path>
                <a:path w="486409" h="429895">
                  <a:moveTo>
                    <a:pt x="486308" y="0"/>
                  </a:moveTo>
                  <a:lnTo>
                    <a:pt x="465150" y="0"/>
                  </a:lnTo>
                  <a:lnTo>
                    <a:pt x="465150" y="171538"/>
                  </a:lnTo>
                  <a:lnTo>
                    <a:pt x="486308" y="171538"/>
                  </a:lnTo>
                  <a:lnTo>
                    <a:pt x="486308" y="0"/>
                  </a:lnTo>
                  <a:close/>
                </a:path>
              </a:pathLst>
            </a:custGeom>
            <a:solidFill>
              <a:srgbClr val="B9B9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 descr=""/>
            <p:cNvSpPr/>
            <p:nvPr/>
          </p:nvSpPr>
          <p:spPr>
            <a:xfrm>
              <a:off x="11754689" y="3849338"/>
              <a:ext cx="147955" cy="160655"/>
            </a:xfrm>
            <a:custGeom>
              <a:avLst/>
              <a:gdLst/>
              <a:ahLst/>
              <a:cxnLst/>
              <a:rect l="l" t="t" r="r" b="b"/>
              <a:pathLst>
                <a:path w="147954" h="160654">
                  <a:moveTo>
                    <a:pt x="147587" y="0"/>
                  </a:moveTo>
                  <a:lnTo>
                    <a:pt x="0" y="0"/>
                  </a:lnTo>
                  <a:lnTo>
                    <a:pt x="0" y="160141"/>
                  </a:lnTo>
                  <a:lnTo>
                    <a:pt x="147587" y="160141"/>
                  </a:lnTo>
                  <a:lnTo>
                    <a:pt x="14758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 descr=""/>
            <p:cNvSpPr/>
            <p:nvPr/>
          </p:nvSpPr>
          <p:spPr>
            <a:xfrm>
              <a:off x="11754688" y="3837945"/>
              <a:ext cx="380365" cy="172085"/>
            </a:xfrm>
            <a:custGeom>
              <a:avLst/>
              <a:gdLst/>
              <a:ahLst/>
              <a:cxnLst/>
              <a:rect l="l" t="t" r="r" b="b"/>
              <a:pathLst>
                <a:path w="380365" h="172085">
                  <a:moveTo>
                    <a:pt x="21158" y="0"/>
                  </a:moveTo>
                  <a:lnTo>
                    <a:pt x="0" y="0"/>
                  </a:lnTo>
                  <a:lnTo>
                    <a:pt x="0" y="171538"/>
                  </a:lnTo>
                  <a:lnTo>
                    <a:pt x="21158" y="171538"/>
                  </a:lnTo>
                  <a:lnTo>
                    <a:pt x="21158" y="0"/>
                  </a:lnTo>
                  <a:close/>
                </a:path>
                <a:path w="380365" h="172085">
                  <a:moveTo>
                    <a:pt x="380161" y="0"/>
                  </a:moveTo>
                  <a:lnTo>
                    <a:pt x="232575" y="0"/>
                  </a:lnTo>
                  <a:lnTo>
                    <a:pt x="232575" y="171538"/>
                  </a:lnTo>
                  <a:lnTo>
                    <a:pt x="380161" y="171538"/>
                  </a:lnTo>
                  <a:lnTo>
                    <a:pt x="380161" y="0"/>
                  </a:lnTo>
                  <a:close/>
                </a:path>
              </a:pathLst>
            </a:custGeom>
            <a:solidFill>
              <a:srgbClr val="B9B9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 descr=""/>
            <p:cNvSpPr/>
            <p:nvPr/>
          </p:nvSpPr>
          <p:spPr>
            <a:xfrm>
              <a:off x="11987268" y="3849338"/>
              <a:ext cx="147955" cy="160655"/>
            </a:xfrm>
            <a:custGeom>
              <a:avLst/>
              <a:gdLst/>
              <a:ahLst/>
              <a:cxnLst/>
              <a:rect l="l" t="t" r="r" b="b"/>
              <a:pathLst>
                <a:path w="147954" h="160654">
                  <a:moveTo>
                    <a:pt x="147587" y="0"/>
                  </a:moveTo>
                  <a:lnTo>
                    <a:pt x="0" y="0"/>
                  </a:lnTo>
                  <a:lnTo>
                    <a:pt x="0" y="160141"/>
                  </a:lnTo>
                  <a:lnTo>
                    <a:pt x="147587" y="160141"/>
                  </a:lnTo>
                  <a:lnTo>
                    <a:pt x="14758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 descr=""/>
            <p:cNvSpPr/>
            <p:nvPr/>
          </p:nvSpPr>
          <p:spPr>
            <a:xfrm>
              <a:off x="11987276" y="3837945"/>
              <a:ext cx="380365" cy="172085"/>
            </a:xfrm>
            <a:custGeom>
              <a:avLst/>
              <a:gdLst/>
              <a:ahLst/>
              <a:cxnLst/>
              <a:rect l="l" t="t" r="r" b="b"/>
              <a:pathLst>
                <a:path w="380365" h="172085">
                  <a:moveTo>
                    <a:pt x="21145" y="0"/>
                  </a:moveTo>
                  <a:lnTo>
                    <a:pt x="0" y="0"/>
                  </a:lnTo>
                  <a:lnTo>
                    <a:pt x="0" y="171538"/>
                  </a:lnTo>
                  <a:lnTo>
                    <a:pt x="21145" y="171538"/>
                  </a:lnTo>
                  <a:lnTo>
                    <a:pt x="21145" y="0"/>
                  </a:lnTo>
                  <a:close/>
                </a:path>
                <a:path w="380365" h="172085">
                  <a:moveTo>
                    <a:pt x="380149" y="0"/>
                  </a:moveTo>
                  <a:lnTo>
                    <a:pt x="232562" y="0"/>
                  </a:lnTo>
                  <a:lnTo>
                    <a:pt x="232562" y="171538"/>
                  </a:lnTo>
                  <a:lnTo>
                    <a:pt x="380149" y="171538"/>
                  </a:lnTo>
                  <a:lnTo>
                    <a:pt x="380149" y="0"/>
                  </a:lnTo>
                  <a:close/>
                </a:path>
              </a:pathLst>
            </a:custGeom>
            <a:solidFill>
              <a:srgbClr val="B9B9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 descr=""/>
            <p:cNvSpPr/>
            <p:nvPr/>
          </p:nvSpPr>
          <p:spPr>
            <a:xfrm>
              <a:off x="12219847" y="3849338"/>
              <a:ext cx="147955" cy="160655"/>
            </a:xfrm>
            <a:custGeom>
              <a:avLst/>
              <a:gdLst/>
              <a:ahLst/>
              <a:cxnLst/>
              <a:rect l="l" t="t" r="r" b="b"/>
              <a:pathLst>
                <a:path w="147954" h="160654">
                  <a:moveTo>
                    <a:pt x="147587" y="0"/>
                  </a:moveTo>
                  <a:lnTo>
                    <a:pt x="0" y="0"/>
                  </a:lnTo>
                  <a:lnTo>
                    <a:pt x="0" y="160141"/>
                  </a:lnTo>
                  <a:lnTo>
                    <a:pt x="147587" y="160141"/>
                  </a:lnTo>
                  <a:lnTo>
                    <a:pt x="14758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 descr=""/>
            <p:cNvSpPr/>
            <p:nvPr/>
          </p:nvSpPr>
          <p:spPr>
            <a:xfrm>
              <a:off x="11754688" y="3837945"/>
              <a:ext cx="486409" cy="429895"/>
            </a:xfrm>
            <a:custGeom>
              <a:avLst/>
              <a:gdLst/>
              <a:ahLst/>
              <a:cxnLst/>
              <a:rect l="l" t="t" r="r" b="b"/>
              <a:pathLst>
                <a:path w="486409" h="429895">
                  <a:moveTo>
                    <a:pt x="147586" y="258368"/>
                  </a:moveTo>
                  <a:lnTo>
                    <a:pt x="0" y="258368"/>
                  </a:lnTo>
                  <a:lnTo>
                    <a:pt x="0" y="429895"/>
                  </a:lnTo>
                  <a:lnTo>
                    <a:pt x="147586" y="429895"/>
                  </a:lnTo>
                  <a:lnTo>
                    <a:pt x="147586" y="258368"/>
                  </a:lnTo>
                  <a:close/>
                </a:path>
                <a:path w="486409" h="429895">
                  <a:moveTo>
                    <a:pt x="486308" y="0"/>
                  </a:moveTo>
                  <a:lnTo>
                    <a:pt x="465150" y="0"/>
                  </a:lnTo>
                  <a:lnTo>
                    <a:pt x="465150" y="171538"/>
                  </a:lnTo>
                  <a:lnTo>
                    <a:pt x="486308" y="171538"/>
                  </a:lnTo>
                  <a:lnTo>
                    <a:pt x="486308" y="0"/>
                  </a:lnTo>
                  <a:close/>
                </a:path>
              </a:pathLst>
            </a:custGeom>
            <a:solidFill>
              <a:srgbClr val="B9B9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 descr=""/>
            <p:cNvSpPr/>
            <p:nvPr/>
          </p:nvSpPr>
          <p:spPr>
            <a:xfrm>
              <a:off x="11754689" y="4107696"/>
              <a:ext cx="147955" cy="160655"/>
            </a:xfrm>
            <a:custGeom>
              <a:avLst/>
              <a:gdLst/>
              <a:ahLst/>
              <a:cxnLst/>
              <a:rect l="l" t="t" r="r" b="b"/>
              <a:pathLst>
                <a:path w="147954" h="160654">
                  <a:moveTo>
                    <a:pt x="147587" y="0"/>
                  </a:moveTo>
                  <a:lnTo>
                    <a:pt x="0" y="0"/>
                  </a:lnTo>
                  <a:lnTo>
                    <a:pt x="0" y="160141"/>
                  </a:lnTo>
                  <a:lnTo>
                    <a:pt x="147587" y="160141"/>
                  </a:lnTo>
                  <a:lnTo>
                    <a:pt x="14758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 descr=""/>
            <p:cNvSpPr/>
            <p:nvPr/>
          </p:nvSpPr>
          <p:spPr>
            <a:xfrm>
              <a:off x="11754688" y="4096314"/>
              <a:ext cx="380365" cy="172085"/>
            </a:xfrm>
            <a:custGeom>
              <a:avLst/>
              <a:gdLst/>
              <a:ahLst/>
              <a:cxnLst/>
              <a:rect l="l" t="t" r="r" b="b"/>
              <a:pathLst>
                <a:path w="380365" h="172085">
                  <a:moveTo>
                    <a:pt x="21158" y="0"/>
                  </a:moveTo>
                  <a:lnTo>
                    <a:pt x="0" y="0"/>
                  </a:lnTo>
                  <a:lnTo>
                    <a:pt x="0" y="171526"/>
                  </a:lnTo>
                  <a:lnTo>
                    <a:pt x="21158" y="171526"/>
                  </a:lnTo>
                  <a:lnTo>
                    <a:pt x="21158" y="0"/>
                  </a:lnTo>
                  <a:close/>
                </a:path>
                <a:path w="380365" h="172085">
                  <a:moveTo>
                    <a:pt x="380161" y="0"/>
                  </a:moveTo>
                  <a:lnTo>
                    <a:pt x="232575" y="0"/>
                  </a:lnTo>
                  <a:lnTo>
                    <a:pt x="232575" y="171526"/>
                  </a:lnTo>
                  <a:lnTo>
                    <a:pt x="380161" y="171526"/>
                  </a:lnTo>
                  <a:lnTo>
                    <a:pt x="380161" y="0"/>
                  </a:lnTo>
                  <a:close/>
                </a:path>
              </a:pathLst>
            </a:custGeom>
            <a:solidFill>
              <a:srgbClr val="B9B9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 descr=""/>
            <p:cNvSpPr/>
            <p:nvPr/>
          </p:nvSpPr>
          <p:spPr>
            <a:xfrm>
              <a:off x="11987268" y="4107696"/>
              <a:ext cx="147955" cy="160655"/>
            </a:xfrm>
            <a:custGeom>
              <a:avLst/>
              <a:gdLst/>
              <a:ahLst/>
              <a:cxnLst/>
              <a:rect l="l" t="t" r="r" b="b"/>
              <a:pathLst>
                <a:path w="147954" h="160654">
                  <a:moveTo>
                    <a:pt x="147587" y="0"/>
                  </a:moveTo>
                  <a:lnTo>
                    <a:pt x="0" y="0"/>
                  </a:lnTo>
                  <a:lnTo>
                    <a:pt x="0" y="160141"/>
                  </a:lnTo>
                  <a:lnTo>
                    <a:pt x="147587" y="160141"/>
                  </a:lnTo>
                  <a:lnTo>
                    <a:pt x="14758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 descr=""/>
            <p:cNvSpPr/>
            <p:nvPr/>
          </p:nvSpPr>
          <p:spPr>
            <a:xfrm>
              <a:off x="11987276" y="4096314"/>
              <a:ext cx="380365" cy="172085"/>
            </a:xfrm>
            <a:custGeom>
              <a:avLst/>
              <a:gdLst/>
              <a:ahLst/>
              <a:cxnLst/>
              <a:rect l="l" t="t" r="r" b="b"/>
              <a:pathLst>
                <a:path w="380365" h="172085">
                  <a:moveTo>
                    <a:pt x="21145" y="0"/>
                  </a:moveTo>
                  <a:lnTo>
                    <a:pt x="0" y="0"/>
                  </a:lnTo>
                  <a:lnTo>
                    <a:pt x="0" y="171526"/>
                  </a:lnTo>
                  <a:lnTo>
                    <a:pt x="21145" y="171526"/>
                  </a:lnTo>
                  <a:lnTo>
                    <a:pt x="21145" y="0"/>
                  </a:lnTo>
                  <a:close/>
                </a:path>
                <a:path w="380365" h="172085">
                  <a:moveTo>
                    <a:pt x="380149" y="0"/>
                  </a:moveTo>
                  <a:lnTo>
                    <a:pt x="232562" y="0"/>
                  </a:lnTo>
                  <a:lnTo>
                    <a:pt x="232562" y="171526"/>
                  </a:lnTo>
                  <a:lnTo>
                    <a:pt x="380149" y="171526"/>
                  </a:lnTo>
                  <a:lnTo>
                    <a:pt x="380149" y="0"/>
                  </a:lnTo>
                  <a:close/>
                </a:path>
              </a:pathLst>
            </a:custGeom>
            <a:solidFill>
              <a:srgbClr val="B9B9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 descr=""/>
            <p:cNvSpPr/>
            <p:nvPr/>
          </p:nvSpPr>
          <p:spPr>
            <a:xfrm>
              <a:off x="12219847" y="4107696"/>
              <a:ext cx="147955" cy="160655"/>
            </a:xfrm>
            <a:custGeom>
              <a:avLst/>
              <a:gdLst/>
              <a:ahLst/>
              <a:cxnLst/>
              <a:rect l="l" t="t" r="r" b="b"/>
              <a:pathLst>
                <a:path w="147954" h="160654">
                  <a:moveTo>
                    <a:pt x="147587" y="0"/>
                  </a:moveTo>
                  <a:lnTo>
                    <a:pt x="0" y="0"/>
                  </a:lnTo>
                  <a:lnTo>
                    <a:pt x="0" y="160141"/>
                  </a:lnTo>
                  <a:lnTo>
                    <a:pt x="147587" y="160141"/>
                  </a:lnTo>
                  <a:lnTo>
                    <a:pt x="14758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 descr=""/>
            <p:cNvSpPr/>
            <p:nvPr/>
          </p:nvSpPr>
          <p:spPr>
            <a:xfrm>
              <a:off x="11754688" y="4096314"/>
              <a:ext cx="486409" cy="429895"/>
            </a:xfrm>
            <a:custGeom>
              <a:avLst/>
              <a:gdLst/>
              <a:ahLst/>
              <a:cxnLst/>
              <a:rect l="l" t="t" r="r" b="b"/>
              <a:pathLst>
                <a:path w="486409" h="429895">
                  <a:moveTo>
                    <a:pt x="147586" y="258343"/>
                  </a:moveTo>
                  <a:lnTo>
                    <a:pt x="0" y="258343"/>
                  </a:lnTo>
                  <a:lnTo>
                    <a:pt x="0" y="429882"/>
                  </a:lnTo>
                  <a:lnTo>
                    <a:pt x="147586" y="429882"/>
                  </a:lnTo>
                  <a:lnTo>
                    <a:pt x="147586" y="258343"/>
                  </a:lnTo>
                  <a:close/>
                </a:path>
                <a:path w="486409" h="429895">
                  <a:moveTo>
                    <a:pt x="486308" y="0"/>
                  </a:moveTo>
                  <a:lnTo>
                    <a:pt x="465150" y="0"/>
                  </a:lnTo>
                  <a:lnTo>
                    <a:pt x="465150" y="171526"/>
                  </a:lnTo>
                  <a:lnTo>
                    <a:pt x="486308" y="171526"/>
                  </a:lnTo>
                  <a:lnTo>
                    <a:pt x="486308" y="0"/>
                  </a:lnTo>
                  <a:close/>
                </a:path>
              </a:pathLst>
            </a:custGeom>
            <a:solidFill>
              <a:srgbClr val="B9B9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 descr=""/>
            <p:cNvSpPr/>
            <p:nvPr/>
          </p:nvSpPr>
          <p:spPr>
            <a:xfrm>
              <a:off x="11754689" y="4366045"/>
              <a:ext cx="147955" cy="160655"/>
            </a:xfrm>
            <a:custGeom>
              <a:avLst/>
              <a:gdLst/>
              <a:ahLst/>
              <a:cxnLst/>
              <a:rect l="l" t="t" r="r" b="b"/>
              <a:pathLst>
                <a:path w="147954" h="160654">
                  <a:moveTo>
                    <a:pt x="147587" y="0"/>
                  </a:moveTo>
                  <a:lnTo>
                    <a:pt x="0" y="0"/>
                  </a:lnTo>
                  <a:lnTo>
                    <a:pt x="0" y="160141"/>
                  </a:lnTo>
                  <a:lnTo>
                    <a:pt x="147587" y="160141"/>
                  </a:lnTo>
                  <a:lnTo>
                    <a:pt x="14758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 descr=""/>
            <p:cNvSpPr/>
            <p:nvPr/>
          </p:nvSpPr>
          <p:spPr>
            <a:xfrm>
              <a:off x="11754688" y="4354658"/>
              <a:ext cx="380365" cy="172085"/>
            </a:xfrm>
            <a:custGeom>
              <a:avLst/>
              <a:gdLst/>
              <a:ahLst/>
              <a:cxnLst/>
              <a:rect l="l" t="t" r="r" b="b"/>
              <a:pathLst>
                <a:path w="380365" h="172085">
                  <a:moveTo>
                    <a:pt x="21158" y="0"/>
                  </a:moveTo>
                  <a:lnTo>
                    <a:pt x="0" y="0"/>
                  </a:lnTo>
                  <a:lnTo>
                    <a:pt x="0" y="171538"/>
                  </a:lnTo>
                  <a:lnTo>
                    <a:pt x="21158" y="171538"/>
                  </a:lnTo>
                  <a:lnTo>
                    <a:pt x="21158" y="0"/>
                  </a:lnTo>
                  <a:close/>
                </a:path>
                <a:path w="380365" h="172085">
                  <a:moveTo>
                    <a:pt x="380161" y="0"/>
                  </a:moveTo>
                  <a:lnTo>
                    <a:pt x="232575" y="0"/>
                  </a:lnTo>
                  <a:lnTo>
                    <a:pt x="232575" y="171538"/>
                  </a:lnTo>
                  <a:lnTo>
                    <a:pt x="380161" y="171538"/>
                  </a:lnTo>
                  <a:lnTo>
                    <a:pt x="380161" y="0"/>
                  </a:lnTo>
                  <a:close/>
                </a:path>
              </a:pathLst>
            </a:custGeom>
            <a:solidFill>
              <a:srgbClr val="B9B9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 descr=""/>
            <p:cNvSpPr/>
            <p:nvPr/>
          </p:nvSpPr>
          <p:spPr>
            <a:xfrm>
              <a:off x="11987268" y="4366045"/>
              <a:ext cx="147955" cy="160655"/>
            </a:xfrm>
            <a:custGeom>
              <a:avLst/>
              <a:gdLst/>
              <a:ahLst/>
              <a:cxnLst/>
              <a:rect l="l" t="t" r="r" b="b"/>
              <a:pathLst>
                <a:path w="147954" h="160654">
                  <a:moveTo>
                    <a:pt x="147587" y="0"/>
                  </a:moveTo>
                  <a:lnTo>
                    <a:pt x="0" y="0"/>
                  </a:lnTo>
                  <a:lnTo>
                    <a:pt x="0" y="160141"/>
                  </a:lnTo>
                  <a:lnTo>
                    <a:pt x="147587" y="160141"/>
                  </a:lnTo>
                  <a:lnTo>
                    <a:pt x="14758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 descr=""/>
            <p:cNvSpPr/>
            <p:nvPr/>
          </p:nvSpPr>
          <p:spPr>
            <a:xfrm>
              <a:off x="11987276" y="4354658"/>
              <a:ext cx="380365" cy="172085"/>
            </a:xfrm>
            <a:custGeom>
              <a:avLst/>
              <a:gdLst/>
              <a:ahLst/>
              <a:cxnLst/>
              <a:rect l="l" t="t" r="r" b="b"/>
              <a:pathLst>
                <a:path w="380365" h="172085">
                  <a:moveTo>
                    <a:pt x="21145" y="0"/>
                  </a:moveTo>
                  <a:lnTo>
                    <a:pt x="0" y="0"/>
                  </a:lnTo>
                  <a:lnTo>
                    <a:pt x="0" y="171538"/>
                  </a:lnTo>
                  <a:lnTo>
                    <a:pt x="21145" y="171538"/>
                  </a:lnTo>
                  <a:lnTo>
                    <a:pt x="21145" y="0"/>
                  </a:lnTo>
                  <a:close/>
                </a:path>
                <a:path w="380365" h="172085">
                  <a:moveTo>
                    <a:pt x="380149" y="0"/>
                  </a:moveTo>
                  <a:lnTo>
                    <a:pt x="232562" y="0"/>
                  </a:lnTo>
                  <a:lnTo>
                    <a:pt x="232562" y="171538"/>
                  </a:lnTo>
                  <a:lnTo>
                    <a:pt x="380149" y="171538"/>
                  </a:lnTo>
                  <a:lnTo>
                    <a:pt x="380149" y="0"/>
                  </a:lnTo>
                  <a:close/>
                </a:path>
              </a:pathLst>
            </a:custGeom>
            <a:solidFill>
              <a:srgbClr val="B9B9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 descr=""/>
            <p:cNvSpPr/>
            <p:nvPr/>
          </p:nvSpPr>
          <p:spPr>
            <a:xfrm>
              <a:off x="12219847" y="4366045"/>
              <a:ext cx="147955" cy="160655"/>
            </a:xfrm>
            <a:custGeom>
              <a:avLst/>
              <a:gdLst/>
              <a:ahLst/>
              <a:cxnLst/>
              <a:rect l="l" t="t" r="r" b="b"/>
              <a:pathLst>
                <a:path w="147954" h="160654">
                  <a:moveTo>
                    <a:pt x="147587" y="0"/>
                  </a:moveTo>
                  <a:lnTo>
                    <a:pt x="0" y="0"/>
                  </a:lnTo>
                  <a:lnTo>
                    <a:pt x="0" y="160141"/>
                  </a:lnTo>
                  <a:lnTo>
                    <a:pt x="147587" y="160141"/>
                  </a:lnTo>
                  <a:lnTo>
                    <a:pt x="14758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 descr=""/>
            <p:cNvSpPr/>
            <p:nvPr/>
          </p:nvSpPr>
          <p:spPr>
            <a:xfrm>
              <a:off x="11754688" y="4354658"/>
              <a:ext cx="486409" cy="429895"/>
            </a:xfrm>
            <a:custGeom>
              <a:avLst/>
              <a:gdLst/>
              <a:ahLst/>
              <a:cxnLst/>
              <a:rect l="l" t="t" r="r" b="b"/>
              <a:pathLst>
                <a:path w="486409" h="429895">
                  <a:moveTo>
                    <a:pt x="147586" y="258356"/>
                  </a:moveTo>
                  <a:lnTo>
                    <a:pt x="0" y="258356"/>
                  </a:lnTo>
                  <a:lnTo>
                    <a:pt x="0" y="429895"/>
                  </a:lnTo>
                  <a:lnTo>
                    <a:pt x="147586" y="429895"/>
                  </a:lnTo>
                  <a:lnTo>
                    <a:pt x="147586" y="258356"/>
                  </a:lnTo>
                  <a:close/>
                </a:path>
                <a:path w="486409" h="429895">
                  <a:moveTo>
                    <a:pt x="486308" y="0"/>
                  </a:moveTo>
                  <a:lnTo>
                    <a:pt x="465150" y="0"/>
                  </a:lnTo>
                  <a:lnTo>
                    <a:pt x="465150" y="171538"/>
                  </a:lnTo>
                  <a:lnTo>
                    <a:pt x="486308" y="171538"/>
                  </a:lnTo>
                  <a:lnTo>
                    <a:pt x="486308" y="0"/>
                  </a:lnTo>
                  <a:close/>
                </a:path>
              </a:pathLst>
            </a:custGeom>
            <a:solidFill>
              <a:srgbClr val="B9B9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 descr=""/>
            <p:cNvSpPr/>
            <p:nvPr/>
          </p:nvSpPr>
          <p:spPr>
            <a:xfrm>
              <a:off x="11754689" y="4624403"/>
              <a:ext cx="147955" cy="160655"/>
            </a:xfrm>
            <a:custGeom>
              <a:avLst/>
              <a:gdLst/>
              <a:ahLst/>
              <a:cxnLst/>
              <a:rect l="l" t="t" r="r" b="b"/>
              <a:pathLst>
                <a:path w="147954" h="160654">
                  <a:moveTo>
                    <a:pt x="147587" y="0"/>
                  </a:moveTo>
                  <a:lnTo>
                    <a:pt x="0" y="0"/>
                  </a:lnTo>
                  <a:lnTo>
                    <a:pt x="0" y="160141"/>
                  </a:lnTo>
                  <a:lnTo>
                    <a:pt x="147587" y="160141"/>
                  </a:lnTo>
                  <a:lnTo>
                    <a:pt x="14758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 descr=""/>
            <p:cNvSpPr/>
            <p:nvPr/>
          </p:nvSpPr>
          <p:spPr>
            <a:xfrm>
              <a:off x="11754688" y="4613014"/>
              <a:ext cx="380365" cy="172085"/>
            </a:xfrm>
            <a:custGeom>
              <a:avLst/>
              <a:gdLst/>
              <a:ahLst/>
              <a:cxnLst/>
              <a:rect l="l" t="t" r="r" b="b"/>
              <a:pathLst>
                <a:path w="380365" h="172085">
                  <a:moveTo>
                    <a:pt x="21158" y="0"/>
                  </a:moveTo>
                  <a:lnTo>
                    <a:pt x="0" y="0"/>
                  </a:lnTo>
                  <a:lnTo>
                    <a:pt x="0" y="171538"/>
                  </a:lnTo>
                  <a:lnTo>
                    <a:pt x="21158" y="171538"/>
                  </a:lnTo>
                  <a:lnTo>
                    <a:pt x="21158" y="0"/>
                  </a:lnTo>
                  <a:close/>
                </a:path>
                <a:path w="380365" h="172085">
                  <a:moveTo>
                    <a:pt x="380161" y="0"/>
                  </a:moveTo>
                  <a:lnTo>
                    <a:pt x="232575" y="0"/>
                  </a:lnTo>
                  <a:lnTo>
                    <a:pt x="232575" y="171538"/>
                  </a:lnTo>
                  <a:lnTo>
                    <a:pt x="380161" y="171538"/>
                  </a:lnTo>
                  <a:lnTo>
                    <a:pt x="380161" y="0"/>
                  </a:lnTo>
                  <a:close/>
                </a:path>
              </a:pathLst>
            </a:custGeom>
            <a:solidFill>
              <a:srgbClr val="B9B9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 descr=""/>
            <p:cNvSpPr/>
            <p:nvPr/>
          </p:nvSpPr>
          <p:spPr>
            <a:xfrm>
              <a:off x="11987268" y="4624403"/>
              <a:ext cx="147955" cy="160655"/>
            </a:xfrm>
            <a:custGeom>
              <a:avLst/>
              <a:gdLst/>
              <a:ahLst/>
              <a:cxnLst/>
              <a:rect l="l" t="t" r="r" b="b"/>
              <a:pathLst>
                <a:path w="147954" h="160654">
                  <a:moveTo>
                    <a:pt x="147587" y="0"/>
                  </a:moveTo>
                  <a:lnTo>
                    <a:pt x="0" y="0"/>
                  </a:lnTo>
                  <a:lnTo>
                    <a:pt x="0" y="160141"/>
                  </a:lnTo>
                  <a:lnTo>
                    <a:pt x="147587" y="160141"/>
                  </a:lnTo>
                  <a:lnTo>
                    <a:pt x="14758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 descr=""/>
            <p:cNvSpPr/>
            <p:nvPr/>
          </p:nvSpPr>
          <p:spPr>
            <a:xfrm>
              <a:off x="11987276" y="4613014"/>
              <a:ext cx="380365" cy="172085"/>
            </a:xfrm>
            <a:custGeom>
              <a:avLst/>
              <a:gdLst/>
              <a:ahLst/>
              <a:cxnLst/>
              <a:rect l="l" t="t" r="r" b="b"/>
              <a:pathLst>
                <a:path w="380365" h="172085">
                  <a:moveTo>
                    <a:pt x="21145" y="0"/>
                  </a:moveTo>
                  <a:lnTo>
                    <a:pt x="0" y="0"/>
                  </a:lnTo>
                  <a:lnTo>
                    <a:pt x="0" y="171538"/>
                  </a:lnTo>
                  <a:lnTo>
                    <a:pt x="21145" y="171538"/>
                  </a:lnTo>
                  <a:lnTo>
                    <a:pt x="21145" y="0"/>
                  </a:lnTo>
                  <a:close/>
                </a:path>
                <a:path w="380365" h="172085">
                  <a:moveTo>
                    <a:pt x="380149" y="0"/>
                  </a:moveTo>
                  <a:lnTo>
                    <a:pt x="232562" y="0"/>
                  </a:lnTo>
                  <a:lnTo>
                    <a:pt x="232562" y="171538"/>
                  </a:lnTo>
                  <a:lnTo>
                    <a:pt x="380149" y="171538"/>
                  </a:lnTo>
                  <a:lnTo>
                    <a:pt x="380149" y="0"/>
                  </a:lnTo>
                  <a:close/>
                </a:path>
              </a:pathLst>
            </a:custGeom>
            <a:solidFill>
              <a:srgbClr val="B9B9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 descr=""/>
            <p:cNvSpPr/>
            <p:nvPr/>
          </p:nvSpPr>
          <p:spPr>
            <a:xfrm>
              <a:off x="12219847" y="4624403"/>
              <a:ext cx="147955" cy="160655"/>
            </a:xfrm>
            <a:custGeom>
              <a:avLst/>
              <a:gdLst/>
              <a:ahLst/>
              <a:cxnLst/>
              <a:rect l="l" t="t" r="r" b="b"/>
              <a:pathLst>
                <a:path w="147954" h="160654">
                  <a:moveTo>
                    <a:pt x="147587" y="0"/>
                  </a:moveTo>
                  <a:lnTo>
                    <a:pt x="0" y="0"/>
                  </a:lnTo>
                  <a:lnTo>
                    <a:pt x="0" y="160141"/>
                  </a:lnTo>
                  <a:lnTo>
                    <a:pt x="147587" y="160141"/>
                  </a:lnTo>
                  <a:lnTo>
                    <a:pt x="14758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 descr=""/>
            <p:cNvSpPr/>
            <p:nvPr/>
          </p:nvSpPr>
          <p:spPr>
            <a:xfrm>
              <a:off x="12219847" y="4613011"/>
              <a:ext cx="21590" cy="172085"/>
            </a:xfrm>
            <a:custGeom>
              <a:avLst/>
              <a:gdLst/>
              <a:ahLst/>
              <a:cxnLst/>
              <a:rect l="l" t="t" r="r" b="b"/>
              <a:pathLst>
                <a:path w="21590" h="172085">
                  <a:moveTo>
                    <a:pt x="21151" y="0"/>
                  </a:moveTo>
                  <a:lnTo>
                    <a:pt x="0" y="0"/>
                  </a:lnTo>
                  <a:lnTo>
                    <a:pt x="0" y="171534"/>
                  </a:lnTo>
                  <a:lnTo>
                    <a:pt x="21151" y="171534"/>
                  </a:lnTo>
                  <a:lnTo>
                    <a:pt x="21151" y="0"/>
                  </a:lnTo>
                  <a:close/>
                </a:path>
              </a:pathLst>
            </a:custGeom>
            <a:solidFill>
              <a:srgbClr val="B9B9B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8" name="object 278" descr=""/>
          <p:cNvSpPr/>
          <p:nvPr/>
        </p:nvSpPr>
        <p:spPr>
          <a:xfrm>
            <a:off x="10347349" y="1510645"/>
            <a:ext cx="25400" cy="191770"/>
          </a:xfrm>
          <a:custGeom>
            <a:avLst/>
            <a:gdLst/>
            <a:ahLst/>
            <a:cxnLst/>
            <a:rect l="l" t="t" r="r" b="b"/>
            <a:pathLst>
              <a:path w="25400" h="191769">
                <a:moveTo>
                  <a:pt x="0" y="191208"/>
                </a:moveTo>
                <a:lnTo>
                  <a:pt x="25329" y="191208"/>
                </a:lnTo>
                <a:lnTo>
                  <a:pt x="25329" y="0"/>
                </a:lnTo>
                <a:lnTo>
                  <a:pt x="0" y="0"/>
                </a:lnTo>
                <a:lnTo>
                  <a:pt x="0" y="191208"/>
                </a:lnTo>
                <a:close/>
              </a:path>
            </a:pathLst>
          </a:custGeom>
          <a:solidFill>
            <a:srgbClr val="8989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9" name="object 279" descr=""/>
          <p:cNvSpPr/>
          <p:nvPr/>
        </p:nvSpPr>
        <p:spPr>
          <a:xfrm>
            <a:off x="10899563" y="1510645"/>
            <a:ext cx="25400" cy="191770"/>
          </a:xfrm>
          <a:custGeom>
            <a:avLst/>
            <a:gdLst/>
            <a:ahLst/>
            <a:cxnLst/>
            <a:rect l="l" t="t" r="r" b="b"/>
            <a:pathLst>
              <a:path w="25400" h="191769">
                <a:moveTo>
                  <a:pt x="0" y="191208"/>
                </a:moveTo>
                <a:lnTo>
                  <a:pt x="25329" y="191208"/>
                </a:lnTo>
                <a:lnTo>
                  <a:pt x="25329" y="0"/>
                </a:lnTo>
                <a:lnTo>
                  <a:pt x="0" y="0"/>
                </a:lnTo>
                <a:lnTo>
                  <a:pt x="0" y="191208"/>
                </a:lnTo>
                <a:close/>
              </a:path>
            </a:pathLst>
          </a:custGeom>
          <a:solidFill>
            <a:srgbClr val="89898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80" name="object 280" descr=""/>
          <p:cNvGrpSpPr/>
          <p:nvPr/>
        </p:nvGrpSpPr>
        <p:grpSpPr>
          <a:xfrm>
            <a:off x="10047934" y="1701854"/>
            <a:ext cx="1355090" cy="260985"/>
            <a:chOff x="10047934" y="1701854"/>
            <a:chExt cx="1355090" cy="260985"/>
          </a:xfrm>
        </p:grpSpPr>
        <p:sp>
          <p:nvSpPr>
            <p:cNvPr id="281" name="object 281" descr=""/>
            <p:cNvSpPr/>
            <p:nvPr/>
          </p:nvSpPr>
          <p:spPr>
            <a:xfrm>
              <a:off x="10544390" y="1701854"/>
              <a:ext cx="858519" cy="260985"/>
            </a:xfrm>
            <a:custGeom>
              <a:avLst/>
              <a:gdLst/>
              <a:ahLst/>
              <a:cxnLst/>
              <a:rect l="l" t="t" r="r" b="b"/>
              <a:pathLst>
                <a:path w="858520" h="260985">
                  <a:moveTo>
                    <a:pt x="0" y="260787"/>
                  </a:moveTo>
                  <a:lnTo>
                    <a:pt x="858403" y="260787"/>
                  </a:lnTo>
                  <a:lnTo>
                    <a:pt x="858403" y="0"/>
                  </a:lnTo>
                  <a:lnTo>
                    <a:pt x="0" y="0"/>
                  </a:lnTo>
                  <a:lnTo>
                    <a:pt x="0" y="260787"/>
                  </a:lnTo>
                  <a:close/>
                </a:path>
              </a:pathLst>
            </a:custGeom>
            <a:solidFill>
              <a:srgbClr val="B9B9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 descr=""/>
            <p:cNvSpPr/>
            <p:nvPr/>
          </p:nvSpPr>
          <p:spPr>
            <a:xfrm>
              <a:off x="10906337" y="1701854"/>
              <a:ext cx="496570" cy="208915"/>
            </a:xfrm>
            <a:custGeom>
              <a:avLst/>
              <a:gdLst/>
              <a:ahLst/>
              <a:cxnLst/>
              <a:rect l="l" t="t" r="r" b="b"/>
              <a:pathLst>
                <a:path w="496570" h="208914">
                  <a:moveTo>
                    <a:pt x="0" y="208339"/>
                  </a:moveTo>
                  <a:lnTo>
                    <a:pt x="496456" y="208339"/>
                  </a:lnTo>
                  <a:lnTo>
                    <a:pt x="496456" y="0"/>
                  </a:lnTo>
                  <a:lnTo>
                    <a:pt x="0" y="0"/>
                  </a:lnTo>
                  <a:lnTo>
                    <a:pt x="0" y="208339"/>
                  </a:lnTo>
                  <a:close/>
                </a:path>
              </a:pathLst>
            </a:custGeom>
            <a:solidFill>
              <a:srgbClr val="FFFFFF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 descr=""/>
            <p:cNvSpPr/>
            <p:nvPr/>
          </p:nvSpPr>
          <p:spPr>
            <a:xfrm>
              <a:off x="10047934" y="1701854"/>
              <a:ext cx="858519" cy="260985"/>
            </a:xfrm>
            <a:custGeom>
              <a:avLst/>
              <a:gdLst/>
              <a:ahLst/>
              <a:cxnLst/>
              <a:rect l="l" t="t" r="r" b="b"/>
              <a:pathLst>
                <a:path w="858520" h="260985">
                  <a:moveTo>
                    <a:pt x="0" y="260787"/>
                  </a:moveTo>
                  <a:lnTo>
                    <a:pt x="858403" y="260787"/>
                  </a:lnTo>
                  <a:lnTo>
                    <a:pt x="858403" y="0"/>
                  </a:lnTo>
                  <a:lnTo>
                    <a:pt x="0" y="0"/>
                  </a:lnTo>
                  <a:lnTo>
                    <a:pt x="0" y="260787"/>
                  </a:lnTo>
                  <a:close/>
                </a:path>
              </a:pathLst>
            </a:custGeom>
            <a:solidFill>
              <a:srgbClr val="B9B9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 descr=""/>
            <p:cNvSpPr/>
            <p:nvPr/>
          </p:nvSpPr>
          <p:spPr>
            <a:xfrm>
              <a:off x="10047934" y="1701854"/>
              <a:ext cx="858519" cy="208915"/>
            </a:xfrm>
            <a:custGeom>
              <a:avLst/>
              <a:gdLst/>
              <a:ahLst/>
              <a:cxnLst/>
              <a:rect l="l" t="t" r="r" b="b"/>
              <a:pathLst>
                <a:path w="858520" h="208914">
                  <a:moveTo>
                    <a:pt x="0" y="208339"/>
                  </a:moveTo>
                  <a:lnTo>
                    <a:pt x="858403" y="208339"/>
                  </a:lnTo>
                  <a:lnTo>
                    <a:pt x="858403" y="0"/>
                  </a:lnTo>
                  <a:lnTo>
                    <a:pt x="0" y="0"/>
                  </a:lnTo>
                  <a:lnTo>
                    <a:pt x="0" y="208339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5" name="object 285" descr=""/>
          <p:cNvGrpSpPr/>
          <p:nvPr/>
        </p:nvGrpSpPr>
        <p:grpSpPr>
          <a:xfrm>
            <a:off x="9768488" y="1910193"/>
            <a:ext cx="1910714" cy="2912110"/>
            <a:chOff x="9768488" y="1910193"/>
            <a:chExt cx="1910714" cy="2912110"/>
          </a:xfrm>
        </p:grpSpPr>
        <p:sp>
          <p:nvSpPr>
            <p:cNvPr id="286" name="object 286" descr=""/>
            <p:cNvSpPr/>
            <p:nvPr/>
          </p:nvSpPr>
          <p:spPr>
            <a:xfrm>
              <a:off x="9806331" y="2054865"/>
              <a:ext cx="1838325" cy="2767330"/>
            </a:xfrm>
            <a:custGeom>
              <a:avLst/>
              <a:gdLst/>
              <a:ahLst/>
              <a:cxnLst/>
              <a:rect l="l" t="t" r="r" b="b"/>
              <a:pathLst>
                <a:path w="1838325" h="2767329">
                  <a:moveTo>
                    <a:pt x="1837905" y="0"/>
                  </a:moveTo>
                  <a:lnTo>
                    <a:pt x="1341285" y="0"/>
                  </a:lnTo>
                  <a:lnTo>
                    <a:pt x="496620" y="0"/>
                  </a:lnTo>
                  <a:lnTo>
                    <a:pt x="0" y="0"/>
                  </a:lnTo>
                  <a:lnTo>
                    <a:pt x="0" y="2766860"/>
                  </a:lnTo>
                  <a:lnTo>
                    <a:pt x="496620" y="2766860"/>
                  </a:lnTo>
                  <a:lnTo>
                    <a:pt x="1341285" y="2766860"/>
                  </a:lnTo>
                  <a:lnTo>
                    <a:pt x="1837905" y="2766860"/>
                  </a:lnTo>
                  <a:lnTo>
                    <a:pt x="1837905" y="0"/>
                  </a:lnTo>
                  <a:close/>
                </a:path>
              </a:pathLst>
            </a:custGeom>
            <a:solidFill>
              <a:srgbClr val="B9B9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 descr=""/>
            <p:cNvSpPr/>
            <p:nvPr/>
          </p:nvSpPr>
          <p:spPr>
            <a:xfrm>
              <a:off x="11147786" y="2093234"/>
              <a:ext cx="496570" cy="2728595"/>
            </a:xfrm>
            <a:custGeom>
              <a:avLst/>
              <a:gdLst/>
              <a:ahLst/>
              <a:cxnLst/>
              <a:rect l="l" t="t" r="r" b="b"/>
              <a:pathLst>
                <a:path w="496570" h="2728595">
                  <a:moveTo>
                    <a:pt x="0" y="2728487"/>
                  </a:moveTo>
                  <a:lnTo>
                    <a:pt x="496456" y="2728487"/>
                  </a:lnTo>
                  <a:lnTo>
                    <a:pt x="496456" y="0"/>
                  </a:lnTo>
                  <a:lnTo>
                    <a:pt x="0" y="0"/>
                  </a:lnTo>
                  <a:lnTo>
                    <a:pt x="0" y="2728487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 descr=""/>
            <p:cNvSpPr/>
            <p:nvPr/>
          </p:nvSpPr>
          <p:spPr>
            <a:xfrm>
              <a:off x="9806340" y="2093234"/>
              <a:ext cx="1341755" cy="2728595"/>
            </a:xfrm>
            <a:custGeom>
              <a:avLst/>
              <a:gdLst/>
              <a:ahLst/>
              <a:cxnLst/>
              <a:rect l="l" t="t" r="r" b="b"/>
              <a:pathLst>
                <a:path w="1341754" h="2728595">
                  <a:moveTo>
                    <a:pt x="0" y="2728487"/>
                  </a:moveTo>
                  <a:lnTo>
                    <a:pt x="1341278" y="2728487"/>
                  </a:lnTo>
                  <a:lnTo>
                    <a:pt x="1341278" y="0"/>
                  </a:lnTo>
                  <a:lnTo>
                    <a:pt x="0" y="0"/>
                  </a:lnTo>
                  <a:lnTo>
                    <a:pt x="0" y="2728487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 descr=""/>
            <p:cNvSpPr/>
            <p:nvPr/>
          </p:nvSpPr>
          <p:spPr>
            <a:xfrm>
              <a:off x="9904819" y="2177154"/>
              <a:ext cx="1116330" cy="2607945"/>
            </a:xfrm>
            <a:custGeom>
              <a:avLst/>
              <a:gdLst/>
              <a:ahLst/>
              <a:cxnLst/>
              <a:rect l="l" t="t" r="r" b="b"/>
              <a:pathLst>
                <a:path w="1116329" h="2607945">
                  <a:moveTo>
                    <a:pt x="164515" y="0"/>
                  </a:moveTo>
                  <a:lnTo>
                    <a:pt x="0" y="0"/>
                  </a:lnTo>
                  <a:lnTo>
                    <a:pt x="0" y="2607386"/>
                  </a:lnTo>
                  <a:lnTo>
                    <a:pt x="164515" y="2607386"/>
                  </a:lnTo>
                  <a:lnTo>
                    <a:pt x="164515" y="0"/>
                  </a:lnTo>
                  <a:close/>
                </a:path>
                <a:path w="1116329" h="2607945">
                  <a:moveTo>
                    <a:pt x="481634" y="0"/>
                  </a:moveTo>
                  <a:lnTo>
                    <a:pt x="317131" y="0"/>
                  </a:lnTo>
                  <a:lnTo>
                    <a:pt x="317131" y="2607386"/>
                  </a:lnTo>
                  <a:lnTo>
                    <a:pt x="481634" y="2607386"/>
                  </a:lnTo>
                  <a:lnTo>
                    <a:pt x="481634" y="0"/>
                  </a:lnTo>
                  <a:close/>
                </a:path>
                <a:path w="1116329" h="2607945">
                  <a:moveTo>
                    <a:pt x="798614" y="0"/>
                  </a:moveTo>
                  <a:lnTo>
                    <a:pt x="634098" y="0"/>
                  </a:lnTo>
                  <a:lnTo>
                    <a:pt x="634098" y="2607386"/>
                  </a:lnTo>
                  <a:lnTo>
                    <a:pt x="798614" y="2607386"/>
                  </a:lnTo>
                  <a:lnTo>
                    <a:pt x="798614" y="0"/>
                  </a:lnTo>
                  <a:close/>
                </a:path>
                <a:path w="1116329" h="2607945">
                  <a:moveTo>
                    <a:pt x="1115733" y="0"/>
                  </a:moveTo>
                  <a:lnTo>
                    <a:pt x="951217" y="0"/>
                  </a:lnTo>
                  <a:lnTo>
                    <a:pt x="951217" y="2607386"/>
                  </a:lnTo>
                  <a:lnTo>
                    <a:pt x="1115733" y="2607386"/>
                  </a:lnTo>
                  <a:lnTo>
                    <a:pt x="1115733" y="0"/>
                  </a:lnTo>
                  <a:close/>
                </a:path>
              </a:pathLst>
            </a:custGeom>
            <a:solidFill>
              <a:srgbClr val="B9B9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 descr=""/>
            <p:cNvSpPr/>
            <p:nvPr/>
          </p:nvSpPr>
          <p:spPr>
            <a:xfrm>
              <a:off x="9904819" y="2210148"/>
              <a:ext cx="1116330" cy="2574925"/>
            </a:xfrm>
            <a:custGeom>
              <a:avLst/>
              <a:gdLst/>
              <a:ahLst/>
              <a:cxnLst/>
              <a:rect l="l" t="t" r="r" b="b"/>
              <a:pathLst>
                <a:path w="1116329" h="2574925">
                  <a:moveTo>
                    <a:pt x="164515" y="0"/>
                  </a:moveTo>
                  <a:lnTo>
                    <a:pt x="0" y="0"/>
                  </a:lnTo>
                  <a:lnTo>
                    <a:pt x="0" y="2574391"/>
                  </a:lnTo>
                  <a:lnTo>
                    <a:pt x="164515" y="2574391"/>
                  </a:lnTo>
                  <a:lnTo>
                    <a:pt x="164515" y="0"/>
                  </a:lnTo>
                  <a:close/>
                </a:path>
                <a:path w="1116329" h="2574925">
                  <a:moveTo>
                    <a:pt x="481634" y="0"/>
                  </a:moveTo>
                  <a:lnTo>
                    <a:pt x="317131" y="0"/>
                  </a:lnTo>
                  <a:lnTo>
                    <a:pt x="317131" y="2574391"/>
                  </a:lnTo>
                  <a:lnTo>
                    <a:pt x="481634" y="2574391"/>
                  </a:lnTo>
                  <a:lnTo>
                    <a:pt x="481634" y="0"/>
                  </a:lnTo>
                  <a:close/>
                </a:path>
                <a:path w="1116329" h="2574925">
                  <a:moveTo>
                    <a:pt x="798614" y="0"/>
                  </a:moveTo>
                  <a:lnTo>
                    <a:pt x="634098" y="0"/>
                  </a:lnTo>
                  <a:lnTo>
                    <a:pt x="634098" y="2574391"/>
                  </a:lnTo>
                  <a:lnTo>
                    <a:pt x="798614" y="2574391"/>
                  </a:lnTo>
                  <a:lnTo>
                    <a:pt x="798614" y="0"/>
                  </a:lnTo>
                  <a:close/>
                </a:path>
                <a:path w="1116329" h="2574925">
                  <a:moveTo>
                    <a:pt x="1115733" y="0"/>
                  </a:moveTo>
                  <a:lnTo>
                    <a:pt x="951217" y="0"/>
                  </a:lnTo>
                  <a:lnTo>
                    <a:pt x="951217" y="2574391"/>
                  </a:lnTo>
                  <a:lnTo>
                    <a:pt x="1115733" y="2574391"/>
                  </a:lnTo>
                  <a:lnTo>
                    <a:pt x="1115733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 descr=""/>
            <p:cNvSpPr/>
            <p:nvPr/>
          </p:nvSpPr>
          <p:spPr>
            <a:xfrm>
              <a:off x="11252023" y="2177167"/>
              <a:ext cx="335280" cy="2607945"/>
            </a:xfrm>
            <a:custGeom>
              <a:avLst/>
              <a:gdLst/>
              <a:ahLst/>
              <a:cxnLst/>
              <a:rect l="l" t="t" r="r" b="b"/>
              <a:pathLst>
                <a:path w="335279" h="2607945">
                  <a:moveTo>
                    <a:pt x="69024" y="0"/>
                  </a:moveTo>
                  <a:lnTo>
                    <a:pt x="0" y="0"/>
                  </a:lnTo>
                  <a:lnTo>
                    <a:pt x="0" y="2607386"/>
                  </a:lnTo>
                  <a:lnTo>
                    <a:pt x="69024" y="2607386"/>
                  </a:lnTo>
                  <a:lnTo>
                    <a:pt x="69024" y="0"/>
                  </a:lnTo>
                  <a:close/>
                </a:path>
                <a:path w="335279" h="2607945">
                  <a:moveTo>
                    <a:pt x="202044" y="0"/>
                  </a:moveTo>
                  <a:lnTo>
                    <a:pt x="133032" y="0"/>
                  </a:lnTo>
                  <a:lnTo>
                    <a:pt x="133032" y="2607386"/>
                  </a:lnTo>
                  <a:lnTo>
                    <a:pt x="202044" y="2607386"/>
                  </a:lnTo>
                  <a:lnTo>
                    <a:pt x="202044" y="0"/>
                  </a:lnTo>
                  <a:close/>
                </a:path>
                <a:path w="335279" h="2607945">
                  <a:moveTo>
                    <a:pt x="335013" y="0"/>
                  </a:moveTo>
                  <a:lnTo>
                    <a:pt x="266001" y="0"/>
                  </a:lnTo>
                  <a:lnTo>
                    <a:pt x="266001" y="2607386"/>
                  </a:lnTo>
                  <a:lnTo>
                    <a:pt x="335013" y="2607386"/>
                  </a:lnTo>
                  <a:lnTo>
                    <a:pt x="335013" y="0"/>
                  </a:lnTo>
                  <a:close/>
                </a:path>
              </a:pathLst>
            </a:custGeom>
            <a:solidFill>
              <a:srgbClr val="B9B9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 descr=""/>
            <p:cNvSpPr/>
            <p:nvPr/>
          </p:nvSpPr>
          <p:spPr>
            <a:xfrm>
              <a:off x="11252023" y="2210161"/>
              <a:ext cx="335280" cy="2574925"/>
            </a:xfrm>
            <a:custGeom>
              <a:avLst/>
              <a:gdLst/>
              <a:ahLst/>
              <a:cxnLst/>
              <a:rect l="l" t="t" r="r" b="b"/>
              <a:pathLst>
                <a:path w="335279" h="2574925">
                  <a:moveTo>
                    <a:pt x="69024" y="0"/>
                  </a:moveTo>
                  <a:lnTo>
                    <a:pt x="0" y="0"/>
                  </a:lnTo>
                  <a:lnTo>
                    <a:pt x="0" y="2574391"/>
                  </a:lnTo>
                  <a:lnTo>
                    <a:pt x="69024" y="2574391"/>
                  </a:lnTo>
                  <a:lnTo>
                    <a:pt x="69024" y="0"/>
                  </a:lnTo>
                  <a:close/>
                </a:path>
                <a:path w="335279" h="2574925">
                  <a:moveTo>
                    <a:pt x="202044" y="0"/>
                  </a:moveTo>
                  <a:lnTo>
                    <a:pt x="133032" y="0"/>
                  </a:lnTo>
                  <a:lnTo>
                    <a:pt x="133032" y="2574391"/>
                  </a:lnTo>
                  <a:lnTo>
                    <a:pt x="202044" y="2574391"/>
                  </a:lnTo>
                  <a:lnTo>
                    <a:pt x="202044" y="0"/>
                  </a:lnTo>
                  <a:close/>
                </a:path>
                <a:path w="335279" h="2574925">
                  <a:moveTo>
                    <a:pt x="335013" y="0"/>
                  </a:moveTo>
                  <a:lnTo>
                    <a:pt x="266001" y="0"/>
                  </a:lnTo>
                  <a:lnTo>
                    <a:pt x="266001" y="2574391"/>
                  </a:lnTo>
                  <a:lnTo>
                    <a:pt x="335013" y="2574391"/>
                  </a:lnTo>
                  <a:lnTo>
                    <a:pt x="335013" y="0"/>
                  </a:lnTo>
                  <a:close/>
                </a:path>
              </a:pathLst>
            </a:custGeom>
            <a:solidFill>
              <a:srgbClr val="FFFFFF">
                <a:alpha val="1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 descr=""/>
            <p:cNvSpPr/>
            <p:nvPr/>
          </p:nvSpPr>
          <p:spPr>
            <a:xfrm>
              <a:off x="9806340" y="1975426"/>
              <a:ext cx="1809750" cy="52705"/>
            </a:xfrm>
            <a:custGeom>
              <a:avLst/>
              <a:gdLst/>
              <a:ahLst/>
              <a:cxnLst/>
              <a:rect l="l" t="t" r="r" b="b"/>
              <a:pathLst>
                <a:path w="1809750" h="52705">
                  <a:moveTo>
                    <a:pt x="0" y="52448"/>
                  </a:moveTo>
                  <a:lnTo>
                    <a:pt x="1809211" y="52448"/>
                  </a:lnTo>
                  <a:lnTo>
                    <a:pt x="1809211" y="0"/>
                  </a:lnTo>
                  <a:lnTo>
                    <a:pt x="0" y="0"/>
                  </a:lnTo>
                  <a:lnTo>
                    <a:pt x="0" y="52448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 descr=""/>
            <p:cNvSpPr/>
            <p:nvPr/>
          </p:nvSpPr>
          <p:spPr>
            <a:xfrm>
              <a:off x="9768485" y="1910200"/>
              <a:ext cx="1910714" cy="183515"/>
            </a:xfrm>
            <a:custGeom>
              <a:avLst/>
              <a:gdLst/>
              <a:ahLst/>
              <a:cxnLst/>
              <a:rect l="l" t="t" r="r" b="b"/>
              <a:pathLst>
                <a:path w="1910715" h="183514">
                  <a:moveTo>
                    <a:pt x="1910613" y="117805"/>
                  </a:moveTo>
                  <a:lnTo>
                    <a:pt x="0" y="117805"/>
                  </a:lnTo>
                  <a:lnTo>
                    <a:pt x="0" y="183045"/>
                  </a:lnTo>
                  <a:lnTo>
                    <a:pt x="1910613" y="183045"/>
                  </a:lnTo>
                  <a:lnTo>
                    <a:pt x="1910613" y="117805"/>
                  </a:lnTo>
                  <a:close/>
                </a:path>
                <a:path w="1910715" h="183514">
                  <a:moveTo>
                    <a:pt x="1910613" y="0"/>
                  </a:moveTo>
                  <a:lnTo>
                    <a:pt x="0" y="0"/>
                  </a:lnTo>
                  <a:lnTo>
                    <a:pt x="0" y="65227"/>
                  </a:lnTo>
                  <a:lnTo>
                    <a:pt x="1910613" y="65227"/>
                  </a:lnTo>
                  <a:lnTo>
                    <a:pt x="1910613" y="0"/>
                  </a:lnTo>
                  <a:close/>
                </a:path>
              </a:pathLst>
            </a:custGeom>
            <a:solidFill>
              <a:srgbClr val="B9B9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 descr=""/>
            <p:cNvSpPr/>
            <p:nvPr/>
          </p:nvSpPr>
          <p:spPr>
            <a:xfrm>
              <a:off x="9768485" y="1910200"/>
              <a:ext cx="1910714" cy="183515"/>
            </a:xfrm>
            <a:custGeom>
              <a:avLst/>
              <a:gdLst/>
              <a:ahLst/>
              <a:cxnLst/>
              <a:rect l="l" t="t" r="r" b="b"/>
              <a:pathLst>
                <a:path w="1910715" h="183514">
                  <a:moveTo>
                    <a:pt x="1910613" y="117805"/>
                  </a:moveTo>
                  <a:lnTo>
                    <a:pt x="0" y="117805"/>
                  </a:lnTo>
                  <a:lnTo>
                    <a:pt x="0" y="183045"/>
                  </a:lnTo>
                  <a:lnTo>
                    <a:pt x="1910613" y="183045"/>
                  </a:lnTo>
                  <a:lnTo>
                    <a:pt x="1910613" y="117805"/>
                  </a:lnTo>
                  <a:close/>
                </a:path>
                <a:path w="1910715" h="183514">
                  <a:moveTo>
                    <a:pt x="1910613" y="0"/>
                  </a:moveTo>
                  <a:lnTo>
                    <a:pt x="0" y="0"/>
                  </a:lnTo>
                  <a:lnTo>
                    <a:pt x="0" y="65227"/>
                  </a:lnTo>
                  <a:lnTo>
                    <a:pt x="1910613" y="65227"/>
                  </a:lnTo>
                  <a:lnTo>
                    <a:pt x="1910613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 descr=""/>
            <p:cNvSpPr/>
            <p:nvPr/>
          </p:nvSpPr>
          <p:spPr>
            <a:xfrm>
              <a:off x="11147781" y="1910200"/>
              <a:ext cx="531495" cy="183515"/>
            </a:xfrm>
            <a:custGeom>
              <a:avLst/>
              <a:gdLst/>
              <a:ahLst/>
              <a:cxnLst/>
              <a:rect l="l" t="t" r="r" b="b"/>
              <a:pathLst>
                <a:path w="531495" h="183514">
                  <a:moveTo>
                    <a:pt x="531317" y="117805"/>
                  </a:moveTo>
                  <a:lnTo>
                    <a:pt x="0" y="117805"/>
                  </a:lnTo>
                  <a:lnTo>
                    <a:pt x="0" y="183045"/>
                  </a:lnTo>
                  <a:lnTo>
                    <a:pt x="531317" y="183045"/>
                  </a:lnTo>
                  <a:lnTo>
                    <a:pt x="531317" y="117805"/>
                  </a:lnTo>
                  <a:close/>
                </a:path>
                <a:path w="531495" h="183514">
                  <a:moveTo>
                    <a:pt x="531317" y="0"/>
                  </a:moveTo>
                  <a:lnTo>
                    <a:pt x="0" y="0"/>
                  </a:lnTo>
                  <a:lnTo>
                    <a:pt x="0" y="65227"/>
                  </a:lnTo>
                  <a:lnTo>
                    <a:pt x="531317" y="65227"/>
                  </a:lnTo>
                  <a:lnTo>
                    <a:pt x="531317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7" name="object 297" descr=""/>
          <p:cNvSpPr/>
          <p:nvPr/>
        </p:nvSpPr>
        <p:spPr>
          <a:xfrm>
            <a:off x="10374961" y="1701843"/>
            <a:ext cx="205740" cy="157480"/>
          </a:xfrm>
          <a:custGeom>
            <a:avLst/>
            <a:gdLst/>
            <a:ahLst/>
            <a:cxnLst/>
            <a:rect l="l" t="t" r="r" b="b"/>
            <a:pathLst>
              <a:path w="205740" h="157480">
                <a:moveTo>
                  <a:pt x="205124" y="0"/>
                </a:moveTo>
                <a:lnTo>
                  <a:pt x="0" y="0"/>
                </a:lnTo>
                <a:lnTo>
                  <a:pt x="0" y="157335"/>
                </a:lnTo>
                <a:lnTo>
                  <a:pt x="205124" y="157335"/>
                </a:lnTo>
                <a:lnTo>
                  <a:pt x="205124" y="0"/>
                </a:lnTo>
                <a:close/>
              </a:path>
            </a:pathLst>
          </a:custGeom>
          <a:solidFill>
            <a:srgbClr val="FFFFFF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98" name="object 298" descr=""/>
          <p:cNvGrpSpPr/>
          <p:nvPr/>
        </p:nvGrpSpPr>
        <p:grpSpPr>
          <a:xfrm>
            <a:off x="12228438" y="3791236"/>
            <a:ext cx="847725" cy="1030605"/>
            <a:chOff x="12228438" y="3791236"/>
            <a:chExt cx="847725" cy="1030605"/>
          </a:xfrm>
        </p:grpSpPr>
        <p:sp>
          <p:nvSpPr>
            <p:cNvPr id="299" name="object 299" descr=""/>
            <p:cNvSpPr/>
            <p:nvPr/>
          </p:nvSpPr>
          <p:spPr>
            <a:xfrm>
              <a:off x="12228438" y="4061574"/>
              <a:ext cx="514984" cy="514984"/>
            </a:xfrm>
            <a:custGeom>
              <a:avLst/>
              <a:gdLst/>
              <a:ahLst/>
              <a:cxnLst/>
              <a:rect l="l" t="t" r="r" b="b"/>
              <a:pathLst>
                <a:path w="514984" h="514985">
                  <a:moveTo>
                    <a:pt x="257468" y="0"/>
                  </a:moveTo>
                  <a:lnTo>
                    <a:pt x="211188" y="4148"/>
                  </a:lnTo>
                  <a:lnTo>
                    <a:pt x="167630" y="16108"/>
                  </a:lnTo>
                  <a:lnTo>
                    <a:pt x="127519" y="35152"/>
                  </a:lnTo>
                  <a:lnTo>
                    <a:pt x="91585" y="60554"/>
                  </a:lnTo>
                  <a:lnTo>
                    <a:pt x="60553" y="91587"/>
                  </a:lnTo>
                  <a:lnTo>
                    <a:pt x="35152" y="127522"/>
                  </a:lnTo>
                  <a:lnTo>
                    <a:pt x="16108" y="167634"/>
                  </a:lnTo>
                  <a:lnTo>
                    <a:pt x="4148" y="211196"/>
                  </a:lnTo>
                  <a:lnTo>
                    <a:pt x="0" y="257479"/>
                  </a:lnTo>
                  <a:lnTo>
                    <a:pt x="4148" y="303759"/>
                  </a:lnTo>
                  <a:lnTo>
                    <a:pt x="16108" y="347318"/>
                  </a:lnTo>
                  <a:lnTo>
                    <a:pt x="35152" y="387430"/>
                  </a:lnTo>
                  <a:lnTo>
                    <a:pt x="60553" y="423366"/>
                  </a:lnTo>
                  <a:lnTo>
                    <a:pt x="91585" y="454399"/>
                  </a:lnTo>
                  <a:lnTo>
                    <a:pt x="127519" y="479803"/>
                  </a:lnTo>
                  <a:lnTo>
                    <a:pt x="167630" y="498848"/>
                  </a:lnTo>
                  <a:lnTo>
                    <a:pt x="211188" y="510809"/>
                  </a:lnTo>
                  <a:lnTo>
                    <a:pt x="257468" y="514958"/>
                  </a:lnTo>
                  <a:lnTo>
                    <a:pt x="303751" y="510809"/>
                  </a:lnTo>
                  <a:lnTo>
                    <a:pt x="347312" y="498848"/>
                  </a:lnTo>
                  <a:lnTo>
                    <a:pt x="387424" y="479803"/>
                  </a:lnTo>
                  <a:lnTo>
                    <a:pt x="423360" y="454399"/>
                  </a:lnTo>
                  <a:lnTo>
                    <a:pt x="454392" y="423366"/>
                  </a:lnTo>
                  <a:lnTo>
                    <a:pt x="479794" y="387430"/>
                  </a:lnTo>
                  <a:lnTo>
                    <a:pt x="498839" y="347318"/>
                  </a:lnTo>
                  <a:lnTo>
                    <a:pt x="510799" y="303759"/>
                  </a:lnTo>
                  <a:lnTo>
                    <a:pt x="514947" y="257479"/>
                  </a:lnTo>
                  <a:lnTo>
                    <a:pt x="510799" y="211196"/>
                  </a:lnTo>
                  <a:lnTo>
                    <a:pt x="498839" y="167634"/>
                  </a:lnTo>
                  <a:lnTo>
                    <a:pt x="479794" y="127522"/>
                  </a:lnTo>
                  <a:lnTo>
                    <a:pt x="454392" y="91587"/>
                  </a:lnTo>
                  <a:lnTo>
                    <a:pt x="423360" y="60554"/>
                  </a:lnTo>
                  <a:lnTo>
                    <a:pt x="387424" y="35152"/>
                  </a:lnTo>
                  <a:lnTo>
                    <a:pt x="347312" y="16108"/>
                  </a:lnTo>
                  <a:lnTo>
                    <a:pt x="303751" y="4148"/>
                  </a:lnTo>
                  <a:lnTo>
                    <a:pt x="257468" y="0"/>
                  </a:lnTo>
                  <a:close/>
                </a:path>
              </a:pathLst>
            </a:custGeom>
            <a:solidFill>
              <a:srgbClr val="9FDAD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0" name="object 300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2692023" y="3791236"/>
              <a:ext cx="383726" cy="383737"/>
            </a:xfrm>
            <a:prstGeom prst="rect">
              <a:avLst/>
            </a:prstGeom>
          </p:spPr>
        </p:pic>
        <p:sp>
          <p:nvSpPr>
            <p:cNvPr id="301" name="object 301" descr=""/>
            <p:cNvSpPr/>
            <p:nvPr/>
          </p:nvSpPr>
          <p:spPr>
            <a:xfrm>
              <a:off x="12485911" y="4005504"/>
              <a:ext cx="398145" cy="816610"/>
            </a:xfrm>
            <a:custGeom>
              <a:avLst/>
              <a:gdLst/>
              <a:ahLst/>
              <a:cxnLst/>
              <a:rect l="l" t="t" r="r" b="b"/>
              <a:pathLst>
                <a:path w="398145" h="816610">
                  <a:moveTo>
                    <a:pt x="0" y="352336"/>
                  </a:moveTo>
                  <a:lnTo>
                    <a:pt x="0" y="816218"/>
                  </a:lnTo>
                </a:path>
                <a:path w="398145" h="816610">
                  <a:moveTo>
                    <a:pt x="397973" y="0"/>
                  </a:moveTo>
                  <a:lnTo>
                    <a:pt x="397973" y="816218"/>
                  </a:lnTo>
                </a:path>
              </a:pathLst>
            </a:custGeom>
            <a:ln w="12565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 descr=""/>
            <p:cNvSpPr/>
            <p:nvPr/>
          </p:nvSpPr>
          <p:spPr>
            <a:xfrm>
              <a:off x="12883879" y="4190197"/>
              <a:ext cx="158750" cy="262890"/>
            </a:xfrm>
            <a:custGeom>
              <a:avLst/>
              <a:gdLst/>
              <a:ahLst/>
              <a:cxnLst/>
              <a:rect l="l" t="t" r="r" b="b"/>
              <a:pathLst>
                <a:path w="158750" h="262889">
                  <a:moveTo>
                    <a:pt x="158403" y="0"/>
                  </a:moveTo>
                  <a:lnTo>
                    <a:pt x="0" y="262829"/>
                  </a:lnTo>
                </a:path>
              </a:pathLst>
            </a:custGeom>
            <a:ln w="12565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3" name="object 303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2228438" y="4061574"/>
              <a:ext cx="514947" cy="514958"/>
            </a:xfrm>
            <a:prstGeom prst="rect">
              <a:avLst/>
            </a:prstGeom>
          </p:spPr>
        </p:pic>
        <p:sp>
          <p:nvSpPr>
            <p:cNvPr id="304" name="object 304" descr=""/>
            <p:cNvSpPr/>
            <p:nvPr/>
          </p:nvSpPr>
          <p:spPr>
            <a:xfrm>
              <a:off x="12485911" y="4357841"/>
              <a:ext cx="0" cy="464184"/>
            </a:xfrm>
            <a:custGeom>
              <a:avLst/>
              <a:gdLst/>
              <a:ahLst/>
              <a:cxnLst/>
              <a:rect l="l" t="t" r="r" b="b"/>
              <a:pathLst>
                <a:path w="0" h="464185">
                  <a:moveTo>
                    <a:pt x="0" y="0"/>
                  </a:moveTo>
                  <a:lnTo>
                    <a:pt x="0" y="463881"/>
                  </a:lnTo>
                </a:path>
              </a:pathLst>
            </a:custGeom>
            <a:ln w="12565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5" name="object 305" descr=""/>
          <p:cNvGrpSpPr/>
          <p:nvPr/>
        </p:nvGrpSpPr>
        <p:grpSpPr>
          <a:xfrm>
            <a:off x="9082590" y="3732172"/>
            <a:ext cx="513715" cy="1089660"/>
            <a:chOff x="9082590" y="3732172"/>
            <a:chExt cx="513715" cy="1089660"/>
          </a:xfrm>
        </p:grpSpPr>
        <p:sp>
          <p:nvSpPr>
            <p:cNvPr id="306" name="object 306" descr=""/>
            <p:cNvSpPr/>
            <p:nvPr/>
          </p:nvSpPr>
          <p:spPr>
            <a:xfrm>
              <a:off x="9574290" y="4152433"/>
              <a:ext cx="0" cy="29845"/>
            </a:xfrm>
            <a:custGeom>
              <a:avLst/>
              <a:gdLst/>
              <a:ahLst/>
              <a:cxnLst/>
              <a:rect l="l" t="t" r="r" b="b"/>
              <a:pathLst>
                <a:path w="0" h="29845">
                  <a:moveTo>
                    <a:pt x="0" y="0"/>
                  </a:moveTo>
                  <a:lnTo>
                    <a:pt x="0" y="29245"/>
                  </a:lnTo>
                </a:path>
              </a:pathLst>
            </a:custGeom>
            <a:ln w="12565">
              <a:solidFill>
                <a:srgbClr val="9FDAD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7" name="object 307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082590" y="3732172"/>
              <a:ext cx="513429" cy="889347"/>
            </a:xfrm>
            <a:prstGeom prst="rect">
              <a:avLst/>
            </a:prstGeom>
          </p:spPr>
        </p:pic>
        <p:sp>
          <p:nvSpPr>
            <p:cNvPr id="308" name="object 308" descr=""/>
            <p:cNvSpPr/>
            <p:nvPr/>
          </p:nvSpPr>
          <p:spPr>
            <a:xfrm>
              <a:off x="9339302" y="3869609"/>
              <a:ext cx="0" cy="952500"/>
            </a:xfrm>
            <a:custGeom>
              <a:avLst/>
              <a:gdLst/>
              <a:ahLst/>
              <a:cxnLst/>
              <a:rect l="l" t="t" r="r" b="b"/>
              <a:pathLst>
                <a:path w="0" h="952500">
                  <a:moveTo>
                    <a:pt x="0" y="0"/>
                  </a:moveTo>
                  <a:lnTo>
                    <a:pt x="0" y="952112"/>
                  </a:lnTo>
                </a:path>
              </a:pathLst>
            </a:custGeom>
            <a:ln w="12565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 descr=""/>
            <p:cNvSpPr/>
            <p:nvPr/>
          </p:nvSpPr>
          <p:spPr>
            <a:xfrm>
              <a:off x="9339300" y="4020032"/>
              <a:ext cx="52069" cy="83820"/>
            </a:xfrm>
            <a:custGeom>
              <a:avLst/>
              <a:gdLst/>
              <a:ahLst/>
              <a:cxnLst/>
              <a:rect l="l" t="t" r="r" b="b"/>
              <a:pathLst>
                <a:path w="52070" h="83820">
                  <a:moveTo>
                    <a:pt x="52061" y="0"/>
                  </a:moveTo>
                  <a:lnTo>
                    <a:pt x="0" y="83547"/>
                  </a:lnTo>
                </a:path>
              </a:pathLst>
            </a:custGeom>
            <a:ln w="12565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 descr=""/>
            <p:cNvSpPr/>
            <p:nvPr/>
          </p:nvSpPr>
          <p:spPr>
            <a:xfrm>
              <a:off x="9278103" y="4103580"/>
              <a:ext cx="61594" cy="94615"/>
            </a:xfrm>
            <a:custGeom>
              <a:avLst/>
              <a:gdLst/>
              <a:ahLst/>
              <a:cxnLst/>
              <a:rect l="l" t="t" r="r" b="b"/>
              <a:pathLst>
                <a:path w="61595" h="94614">
                  <a:moveTo>
                    <a:pt x="0" y="0"/>
                  </a:moveTo>
                  <a:lnTo>
                    <a:pt x="61202" y="94426"/>
                  </a:lnTo>
                </a:path>
              </a:pathLst>
            </a:custGeom>
            <a:ln w="12565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 descr=""/>
            <p:cNvSpPr/>
            <p:nvPr/>
          </p:nvSpPr>
          <p:spPr>
            <a:xfrm>
              <a:off x="9339304" y="4283716"/>
              <a:ext cx="158115" cy="151765"/>
            </a:xfrm>
            <a:custGeom>
              <a:avLst/>
              <a:gdLst/>
              <a:ahLst/>
              <a:cxnLst/>
              <a:rect l="l" t="t" r="r" b="b"/>
              <a:pathLst>
                <a:path w="158115" h="151764">
                  <a:moveTo>
                    <a:pt x="157764" y="0"/>
                  </a:moveTo>
                  <a:lnTo>
                    <a:pt x="0" y="151157"/>
                  </a:lnTo>
                </a:path>
              </a:pathLst>
            </a:custGeom>
            <a:ln w="12565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2" name="object 312" descr=""/>
          <p:cNvGrpSpPr/>
          <p:nvPr/>
        </p:nvGrpSpPr>
        <p:grpSpPr>
          <a:xfrm>
            <a:off x="9676241" y="3408093"/>
            <a:ext cx="361950" cy="1421130"/>
            <a:chOff x="9676241" y="3408093"/>
            <a:chExt cx="361950" cy="1421130"/>
          </a:xfrm>
        </p:grpSpPr>
        <p:sp>
          <p:nvSpPr>
            <p:cNvPr id="313" name="object 313" descr=""/>
            <p:cNvSpPr/>
            <p:nvPr/>
          </p:nvSpPr>
          <p:spPr>
            <a:xfrm>
              <a:off x="9676241" y="3408093"/>
              <a:ext cx="361950" cy="815975"/>
            </a:xfrm>
            <a:custGeom>
              <a:avLst/>
              <a:gdLst/>
              <a:ahLst/>
              <a:cxnLst/>
              <a:rect l="l" t="t" r="r" b="b"/>
              <a:pathLst>
                <a:path w="361950" h="815975">
                  <a:moveTo>
                    <a:pt x="180765" y="0"/>
                  </a:moveTo>
                  <a:lnTo>
                    <a:pt x="141729" y="38327"/>
                  </a:lnTo>
                  <a:lnTo>
                    <a:pt x="109971" y="98823"/>
                  </a:lnTo>
                  <a:lnTo>
                    <a:pt x="92854" y="135794"/>
                  </a:lnTo>
                  <a:lnTo>
                    <a:pt x="75657" y="176937"/>
                  </a:lnTo>
                  <a:lnTo>
                    <a:pt x="58939" y="222020"/>
                  </a:lnTo>
                  <a:lnTo>
                    <a:pt x="43259" y="270811"/>
                  </a:lnTo>
                  <a:lnTo>
                    <a:pt x="29176" y="323078"/>
                  </a:lnTo>
                  <a:lnTo>
                    <a:pt x="17250" y="378587"/>
                  </a:lnTo>
                  <a:lnTo>
                    <a:pt x="8039" y="437108"/>
                  </a:lnTo>
                  <a:lnTo>
                    <a:pt x="2103" y="498408"/>
                  </a:lnTo>
                  <a:lnTo>
                    <a:pt x="0" y="562255"/>
                  </a:lnTo>
                  <a:lnTo>
                    <a:pt x="3297" y="611330"/>
                  </a:lnTo>
                  <a:lnTo>
                    <a:pt x="12918" y="657984"/>
                  </a:lnTo>
                  <a:lnTo>
                    <a:pt x="28458" y="700944"/>
                  </a:lnTo>
                  <a:lnTo>
                    <a:pt x="49512" y="738942"/>
                  </a:lnTo>
                  <a:lnTo>
                    <a:pt x="75676" y="770706"/>
                  </a:lnTo>
                  <a:lnTo>
                    <a:pt x="106543" y="794968"/>
                  </a:lnTo>
                  <a:lnTo>
                    <a:pt x="141709" y="810456"/>
                  </a:lnTo>
                  <a:lnTo>
                    <a:pt x="180769" y="815901"/>
                  </a:lnTo>
                  <a:lnTo>
                    <a:pt x="219828" y="810456"/>
                  </a:lnTo>
                  <a:lnTo>
                    <a:pt x="254993" y="794968"/>
                  </a:lnTo>
                  <a:lnTo>
                    <a:pt x="285859" y="770706"/>
                  </a:lnTo>
                  <a:lnTo>
                    <a:pt x="312020" y="738942"/>
                  </a:lnTo>
                  <a:lnTo>
                    <a:pt x="333072" y="700944"/>
                  </a:lnTo>
                  <a:lnTo>
                    <a:pt x="348611" y="657984"/>
                  </a:lnTo>
                  <a:lnTo>
                    <a:pt x="358231" y="611330"/>
                  </a:lnTo>
                  <a:lnTo>
                    <a:pt x="361528" y="562255"/>
                  </a:lnTo>
                  <a:lnTo>
                    <a:pt x="359425" y="498408"/>
                  </a:lnTo>
                  <a:lnTo>
                    <a:pt x="353489" y="437108"/>
                  </a:lnTo>
                  <a:lnTo>
                    <a:pt x="344279" y="378587"/>
                  </a:lnTo>
                  <a:lnTo>
                    <a:pt x="332354" y="323078"/>
                  </a:lnTo>
                  <a:lnTo>
                    <a:pt x="318272" y="270811"/>
                  </a:lnTo>
                  <a:lnTo>
                    <a:pt x="302594" y="222020"/>
                  </a:lnTo>
                  <a:lnTo>
                    <a:pt x="285877" y="176937"/>
                  </a:lnTo>
                  <a:lnTo>
                    <a:pt x="268681" y="135794"/>
                  </a:lnTo>
                  <a:lnTo>
                    <a:pt x="251565" y="98823"/>
                  </a:lnTo>
                  <a:lnTo>
                    <a:pt x="219809" y="38327"/>
                  </a:lnTo>
                  <a:lnTo>
                    <a:pt x="194839" y="3816"/>
                  </a:lnTo>
                  <a:lnTo>
                    <a:pt x="180765" y="0"/>
                  </a:lnTo>
                  <a:close/>
                </a:path>
              </a:pathLst>
            </a:custGeom>
            <a:solidFill>
              <a:srgbClr val="3BAA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 descr=""/>
            <p:cNvSpPr/>
            <p:nvPr/>
          </p:nvSpPr>
          <p:spPr>
            <a:xfrm>
              <a:off x="9857009" y="3534179"/>
              <a:ext cx="0" cy="1294765"/>
            </a:xfrm>
            <a:custGeom>
              <a:avLst/>
              <a:gdLst/>
              <a:ahLst/>
              <a:cxnLst/>
              <a:rect l="l" t="t" r="r" b="b"/>
              <a:pathLst>
                <a:path w="0" h="1294764">
                  <a:moveTo>
                    <a:pt x="0" y="0"/>
                  </a:moveTo>
                  <a:lnTo>
                    <a:pt x="0" y="1294766"/>
                  </a:lnTo>
                </a:path>
              </a:pathLst>
            </a:custGeom>
            <a:ln w="12565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 descr=""/>
            <p:cNvSpPr/>
            <p:nvPr/>
          </p:nvSpPr>
          <p:spPr>
            <a:xfrm>
              <a:off x="9857008" y="3672178"/>
              <a:ext cx="36830" cy="76835"/>
            </a:xfrm>
            <a:custGeom>
              <a:avLst/>
              <a:gdLst/>
              <a:ahLst/>
              <a:cxnLst/>
              <a:rect l="l" t="t" r="r" b="b"/>
              <a:pathLst>
                <a:path w="36829" h="76835">
                  <a:moveTo>
                    <a:pt x="36658" y="0"/>
                  </a:moveTo>
                  <a:lnTo>
                    <a:pt x="0" y="76646"/>
                  </a:lnTo>
                </a:path>
              </a:pathLst>
            </a:custGeom>
            <a:ln w="12565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 descr=""/>
            <p:cNvSpPr/>
            <p:nvPr/>
          </p:nvSpPr>
          <p:spPr>
            <a:xfrm>
              <a:off x="9813917" y="3748825"/>
              <a:ext cx="43180" cy="86995"/>
            </a:xfrm>
            <a:custGeom>
              <a:avLst/>
              <a:gdLst/>
              <a:ahLst/>
              <a:cxnLst/>
              <a:rect l="l" t="t" r="r" b="b"/>
              <a:pathLst>
                <a:path w="43179" h="86995">
                  <a:moveTo>
                    <a:pt x="0" y="0"/>
                  </a:moveTo>
                  <a:lnTo>
                    <a:pt x="43087" y="86625"/>
                  </a:lnTo>
                </a:path>
              </a:pathLst>
            </a:custGeom>
            <a:ln w="12565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 descr=""/>
            <p:cNvSpPr/>
            <p:nvPr/>
          </p:nvSpPr>
          <p:spPr>
            <a:xfrm>
              <a:off x="9857013" y="3914085"/>
              <a:ext cx="111125" cy="139065"/>
            </a:xfrm>
            <a:custGeom>
              <a:avLst/>
              <a:gdLst/>
              <a:ahLst/>
              <a:cxnLst/>
              <a:rect l="l" t="t" r="r" b="b"/>
              <a:pathLst>
                <a:path w="111125" h="139064">
                  <a:moveTo>
                    <a:pt x="111085" y="0"/>
                  </a:moveTo>
                  <a:lnTo>
                    <a:pt x="0" y="138676"/>
                  </a:lnTo>
                </a:path>
              </a:pathLst>
            </a:custGeom>
            <a:ln w="12565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8" name="object 318" descr=""/>
          <p:cNvGrpSpPr/>
          <p:nvPr/>
        </p:nvGrpSpPr>
        <p:grpSpPr>
          <a:xfrm>
            <a:off x="10089232" y="3814529"/>
            <a:ext cx="361950" cy="1012190"/>
            <a:chOff x="10089232" y="3814529"/>
            <a:chExt cx="361950" cy="1012190"/>
          </a:xfrm>
        </p:grpSpPr>
        <p:pic>
          <p:nvPicPr>
            <p:cNvPr id="319" name="object 319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0089232" y="3814529"/>
              <a:ext cx="361528" cy="815901"/>
            </a:xfrm>
            <a:prstGeom prst="rect">
              <a:avLst/>
            </a:prstGeom>
          </p:spPr>
        </p:pic>
        <p:sp>
          <p:nvSpPr>
            <p:cNvPr id="320" name="object 320" descr=""/>
            <p:cNvSpPr/>
            <p:nvPr/>
          </p:nvSpPr>
          <p:spPr>
            <a:xfrm>
              <a:off x="10269998" y="3940616"/>
              <a:ext cx="0" cy="885825"/>
            </a:xfrm>
            <a:custGeom>
              <a:avLst/>
              <a:gdLst/>
              <a:ahLst/>
              <a:cxnLst/>
              <a:rect l="l" t="t" r="r" b="b"/>
              <a:pathLst>
                <a:path w="0" h="885825">
                  <a:moveTo>
                    <a:pt x="0" y="0"/>
                  </a:moveTo>
                  <a:lnTo>
                    <a:pt x="0" y="885554"/>
                  </a:lnTo>
                </a:path>
              </a:pathLst>
            </a:custGeom>
            <a:ln w="12565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 descr=""/>
            <p:cNvSpPr/>
            <p:nvPr/>
          </p:nvSpPr>
          <p:spPr>
            <a:xfrm>
              <a:off x="10188361" y="4820806"/>
              <a:ext cx="163195" cy="0"/>
            </a:xfrm>
            <a:custGeom>
              <a:avLst/>
              <a:gdLst/>
              <a:ahLst/>
              <a:cxnLst/>
              <a:rect l="l" t="t" r="r" b="b"/>
              <a:pathLst>
                <a:path w="163195" h="0">
                  <a:moveTo>
                    <a:pt x="0" y="0"/>
                  </a:moveTo>
                  <a:lnTo>
                    <a:pt x="163042" y="0"/>
                  </a:lnTo>
                </a:path>
              </a:pathLst>
            </a:custGeom>
            <a:ln w="3175">
              <a:solidFill>
                <a:srgbClr val="CFBE8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 descr=""/>
            <p:cNvSpPr/>
            <p:nvPr/>
          </p:nvSpPr>
          <p:spPr>
            <a:xfrm>
              <a:off x="10269997" y="4078615"/>
              <a:ext cx="36830" cy="76835"/>
            </a:xfrm>
            <a:custGeom>
              <a:avLst/>
              <a:gdLst/>
              <a:ahLst/>
              <a:cxnLst/>
              <a:rect l="l" t="t" r="r" b="b"/>
              <a:pathLst>
                <a:path w="36829" h="76835">
                  <a:moveTo>
                    <a:pt x="36658" y="0"/>
                  </a:moveTo>
                  <a:lnTo>
                    <a:pt x="0" y="76646"/>
                  </a:lnTo>
                </a:path>
              </a:pathLst>
            </a:custGeom>
            <a:ln w="12565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 descr=""/>
            <p:cNvSpPr/>
            <p:nvPr/>
          </p:nvSpPr>
          <p:spPr>
            <a:xfrm>
              <a:off x="10226906" y="4155263"/>
              <a:ext cx="43180" cy="86995"/>
            </a:xfrm>
            <a:custGeom>
              <a:avLst/>
              <a:gdLst/>
              <a:ahLst/>
              <a:cxnLst/>
              <a:rect l="l" t="t" r="r" b="b"/>
              <a:pathLst>
                <a:path w="43179" h="86995">
                  <a:moveTo>
                    <a:pt x="0" y="0"/>
                  </a:moveTo>
                  <a:lnTo>
                    <a:pt x="43087" y="86625"/>
                  </a:lnTo>
                </a:path>
              </a:pathLst>
            </a:custGeom>
            <a:ln w="12565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 descr=""/>
            <p:cNvSpPr/>
            <p:nvPr/>
          </p:nvSpPr>
          <p:spPr>
            <a:xfrm>
              <a:off x="10270002" y="4320520"/>
              <a:ext cx="111125" cy="139065"/>
            </a:xfrm>
            <a:custGeom>
              <a:avLst/>
              <a:gdLst/>
              <a:ahLst/>
              <a:cxnLst/>
              <a:rect l="l" t="t" r="r" b="b"/>
              <a:pathLst>
                <a:path w="111125" h="139064">
                  <a:moveTo>
                    <a:pt x="111085" y="0"/>
                  </a:moveTo>
                  <a:lnTo>
                    <a:pt x="0" y="138676"/>
                  </a:lnTo>
                </a:path>
              </a:pathLst>
            </a:custGeom>
            <a:ln w="12565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5" name="object 325" descr=""/>
          <p:cNvGrpSpPr/>
          <p:nvPr/>
        </p:nvGrpSpPr>
        <p:grpSpPr>
          <a:xfrm>
            <a:off x="8309241" y="8821743"/>
            <a:ext cx="958215" cy="1221105"/>
            <a:chOff x="8309241" y="8821743"/>
            <a:chExt cx="958215" cy="1221105"/>
          </a:xfrm>
        </p:grpSpPr>
        <p:sp>
          <p:nvSpPr>
            <p:cNvPr id="326" name="object 326" descr=""/>
            <p:cNvSpPr/>
            <p:nvPr/>
          </p:nvSpPr>
          <p:spPr>
            <a:xfrm>
              <a:off x="8761492" y="9807282"/>
              <a:ext cx="53975" cy="235585"/>
            </a:xfrm>
            <a:custGeom>
              <a:avLst/>
              <a:gdLst/>
              <a:ahLst/>
              <a:cxnLst/>
              <a:rect l="l" t="t" r="r" b="b"/>
              <a:pathLst>
                <a:path w="53975" h="235584">
                  <a:moveTo>
                    <a:pt x="0" y="235080"/>
                  </a:moveTo>
                  <a:lnTo>
                    <a:pt x="53495" y="235080"/>
                  </a:lnTo>
                  <a:lnTo>
                    <a:pt x="53495" y="0"/>
                  </a:lnTo>
                  <a:lnTo>
                    <a:pt x="0" y="0"/>
                  </a:lnTo>
                  <a:lnTo>
                    <a:pt x="0" y="23508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 descr=""/>
            <p:cNvSpPr/>
            <p:nvPr/>
          </p:nvSpPr>
          <p:spPr>
            <a:xfrm>
              <a:off x="8309241" y="8821743"/>
              <a:ext cx="958215" cy="1012190"/>
            </a:xfrm>
            <a:custGeom>
              <a:avLst/>
              <a:gdLst/>
              <a:ahLst/>
              <a:cxnLst/>
              <a:rect l="l" t="t" r="r" b="b"/>
              <a:pathLst>
                <a:path w="958215" h="1012190">
                  <a:moveTo>
                    <a:pt x="479001" y="0"/>
                  </a:moveTo>
                  <a:lnTo>
                    <a:pt x="436156" y="5756"/>
                  </a:lnTo>
                  <a:lnTo>
                    <a:pt x="397658" y="22000"/>
                  </a:lnTo>
                  <a:lnTo>
                    <a:pt x="365042" y="47198"/>
                  </a:lnTo>
                  <a:lnTo>
                    <a:pt x="339844" y="79814"/>
                  </a:lnTo>
                  <a:lnTo>
                    <a:pt x="323599" y="118312"/>
                  </a:lnTo>
                  <a:lnTo>
                    <a:pt x="317843" y="161157"/>
                  </a:lnTo>
                  <a:lnTo>
                    <a:pt x="318011" y="172581"/>
                  </a:lnTo>
                  <a:lnTo>
                    <a:pt x="306647" y="169595"/>
                  </a:lnTo>
                  <a:lnTo>
                    <a:pt x="294975" y="167416"/>
                  </a:lnTo>
                  <a:lnTo>
                    <a:pt x="283028" y="166081"/>
                  </a:lnTo>
                  <a:lnTo>
                    <a:pt x="270839" y="165628"/>
                  </a:lnTo>
                  <a:lnTo>
                    <a:pt x="227400" y="171465"/>
                  </a:lnTo>
                  <a:lnTo>
                    <a:pt x="188366" y="187938"/>
                  </a:lnTo>
                  <a:lnTo>
                    <a:pt x="155297" y="213488"/>
                  </a:lnTo>
                  <a:lnTo>
                    <a:pt x="129749" y="246558"/>
                  </a:lnTo>
                  <a:lnTo>
                    <a:pt x="113278" y="285590"/>
                  </a:lnTo>
                  <a:lnTo>
                    <a:pt x="107441" y="329026"/>
                  </a:lnTo>
                  <a:lnTo>
                    <a:pt x="107758" y="339228"/>
                  </a:lnTo>
                  <a:lnTo>
                    <a:pt x="108693" y="349264"/>
                  </a:lnTo>
                  <a:lnTo>
                    <a:pt x="110224" y="359115"/>
                  </a:lnTo>
                  <a:lnTo>
                    <a:pt x="112331" y="368763"/>
                  </a:lnTo>
                  <a:lnTo>
                    <a:pt x="75277" y="390100"/>
                  </a:lnTo>
                  <a:lnTo>
                    <a:pt x="44248" y="419101"/>
                  </a:lnTo>
                  <a:lnTo>
                    <a:pt x="20512" y="454501"/>
                  </a:lnTo>
                  <a:lnTo>
                    <a:pt x="5339" y="495032"/>
                  </a:lnTo>
                  <a:lnTo>
                    <a:pt x="0" y="539428"/>
                  </a:lnTo>
                  <a:lnTo>
                    <a:pt x="7381" y="591426"/>
                  </a:lnTo>
                  <a:lnTo>
                    <a:pt x="28133" y="637724"/>
                  </a:lnTo>
                  <a:lnTo>
                    <a:pt x="60169" y="676247"/>
                  </a:lnTo>
                  <a:lnTo>
                    <a:pt x="101400" y="704920"/>
                  </a:lnTo>
                  <a:lnTo>
                    <a:pt x="96324" y="719830"/>
                  </a:lnTo>
                  <a:lnTo>
                    <a:pt x="92600" y="735315"/>
                  </a:lnTo>
                  <a:lnTo>
                    <a:pt x="90307" y="751306"/>
                  </a:lnTo>
                  <a:lnTo>
                    <a:pt x="89526" y="767735"/>
                  </a:lnTo>
                  <a:lnTo>
                    <a:pt x="95683" y="813554"/>
                  </a:lnTo>
                  <a:lnTo>
                    <a:pt x="113060" y="854726"/>
                  </a:lnTo>
                  <a:lnTo>
                    <a:pt x="140012" y="889607"/>
                  </a:lnTo>
                  <a:lnTo>
                    <a:pt x="174895" y="916556"/>
                  </a:lnTo>
                  <a:lnTo>
                    <a:pt x="216065" y="933930"/>
                  </a:lnTo>
                  <a:lnTo>
                    <a:pt x="261876" y="940086"/>
                  </a:lnTo>
                  <a:lnTo>
                    <a:pt x="284863" y="938561"/>
                  </a:lnTo>
                  <a:lnTo>
                    <a:pt x="306922" y="934119"/>
                  </a:lnTo>
                  <a:lnTo>
                    <a:pt x="327866" y="926962"/>
                  </a:lnTo>
                  <a:lnTo>
                    <a:pt x="347507" y="917291"/>
                  </a:lnTo>
                  <a:lnTo>
                    <a:pt x="367267" y="955197"/>
                  </a:lnTo>
                  <a:lnTo>
                    <a:pt x="397273" y="985083"/>
                  </a:lnTo>
                  <a:lnTo>
                    <a:pt x="435269" y="1004680"/>
                  </a:lnTo>
                  <a:lnTo>
                    <a:pt x="479001" y="1011717"/>
                  </a:lnTo>
                  <a:lnTo>
                    <a:pt x="521794" y="1004992"/>
                  </a:lnTo>
                  <a:lnTo>
                    <a:pt x="559166" y="986226"/>
                  </a:lnTo>
                  <a:lnTo>
                    <a:pt x="589006" y="957533"/>
                  </a:lnTo>
                  <a:lnTo>
                    <a:pt x="609206" y="921029"/>
                  </a:lnTo>
                  <a:lnTo>
                    <a:pt x="629092" y="931009"/>
                  </a:lnTo>
                  <a:lnTo>
                    <a:pt x="650340" y="938396"/>
                  </a:lnTo>
                  <a:lnTo>
                    <a:pt x="672748" y="942982"/>
                  </a:lnTo>
                  <a:lnTo>
                    <a:pt x="696114" y="944557"/>
                  </a:lnTo>
                  <a:lnTo>
                    <a:pt x="741934" y="938401"/>
                  </a:lnTo>
                  <a:lnTo>
                    <a:pt x="783108" y="921027"/>
                  </a:lnTo>
                  <a:lnTo>
                    <a:pt x="817992" y="894080"/>
                  </a:lnTo>
                  <a:lnTo>
                    <a:pt x="844943" y="859200"/>
                  </a:lnTo>
                  <a:lnTo>
                    <a:pt x="862319" y="818032"/>
                  </a:lnTo>
                  <a:lnTo>
                    <a:pt x="868476" y="772217"/>
                  </a:lnTo>
                  <a:lnTo>
                    <a:pt x="867694" y="755783"/>
                  </a:lnTo>
                  <a:lnTo>
                    <a:pt x="865401" y="739791"/>
                  </a:lnTo>
                  <a:lnTo>
                    <a:pt x="861677" y="724306"/>
                  </a:lnTo>
                  <a:lnTo>
                    <a:pt x="856602" y="709392"/>
                  </a:lnTo>
                  <a:lnTo>
                    <a:pt x="897832" y="680719"/>
                  </a:lnTo>
                  <a:lnTo>
                    <a:pt x="929868" y="642199"/>
                  </a:lnTo>
                  <a:lnTo>
                    <a:pt x="950620" y="595901"/>
                  </a:lnTo>
                  <a:lnTo>
                    <a:pt x="958002" y="543899"/>
                  </a:lnTo>
                  <a:lnTo>
                    <a:pt x="952662" y="499507"/>
                  </a:lnTo>
                  <a:lnTo>
                    <a:pt x="937490" y="458976"/>
                  </a:lnTo>
                  <a:lnTo>
                    <a:pt x="913754" y="423575"/>
                  </a:lnTo>
                  <a:lnTo>
                    <a:pt x="882724" y="394572"/>
                  </a:lnTo>
                  <a:lnTo>
                    <a:pt x="845670" y="373234"/>
                  </a:lnTo>
                  <a:lnTo>
                    <a:pt x="847777" y="363592"/>
                  </a:lnTo>
                  <a:lnTo>
                    <a:pt x="849309" y="353744"/>
                  </a:lnTo>
                  <a:lnTo>
                    <a:pt x="850244" y="343710"/>
                  </a:lnTo>
                  <a:lnTo>
                    <a:pt x="850560" y="333508"/>
                  </a:lnTo>
                  <a:lnTo>
                    <a:pt x="844724" y="290067"/>
                  </a:lnTo>
                  <a:lnTo>
                    <a:pt x="828253" y="251032"/>
                  </a:lnTo>
                  <a:lnTo>
                    <a:pt x="802704" y="217960"/>
                  </a:lnTo>
                  <a:lnTo>
                    <a:pt x="769635" y="192409"/>
                  </a:lnTo>
                  <a:lnTo>
                    <a:pt x="730602" y="175936"/>
                  </a:lnTo>
                  <a:lnTo>
                    <a:pt x="687162" y="170099"/>
                  </a:lnTo>
                  <a:lnTo>
                    <a:pt x="674898" y="170558"/>
                  </a:lnTo>
                  <a:lnTo>
                    <a:pt x="662881" y="171908"/>
                  </a:lnTo>
                  <a:lnTo>
                    <a:pt x="651141" y="174110"/>
                  </a:lnTo>
                  <a:lnTo>
                    <a:pt x="639708" y="177125"/>
                  </a:lnTo>
                  <a:lnTo>
                    <a:pt x="640158" y="169502"/>
                  </a:lnTo>
                  <a:lnTo>
                    <a:pt x="640158" y="161900"/>
                  </a:lnTo>
                  <a:lnTo>
                    <a:pt x="634401" y="118312"/>
                  </a:lnTo>
                  <a:lnTo>
                    <a:pt x="618155" y="79814"/>
                  </a:lnTo>
                  <a:lnTo>
                    <a:pt x="592955" y="47198"/>
                  </a:lnTo>
                  <a:lnTo>
                    <a:pt x="560339" y="22000"/>
                  </a:lnTo>
                  <a:lnTo>
                    <a:pt x="521842" y="5756"/>
                  </a:lnTo>
                  <a:lnTo>
                    <a:pt x="479001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 descr=""/>
            <p:cNvSpPr/>
            <p:nvPr/>
          </p:nvSpPr>
          <p:spPr>
            <a:xfrm>
              <a:off x="8708720" y="9045936"/>
              <a:ext cx="398145" cy="256540"/>
            </a:xfrm>
            <a:custGeom>
              <a:avLst/>
              <a:gdLst/>
              <a:ahLst/>
              <a:cxnLst/>
              <a:rect l="l" t="t" r="r" b="b"/>
              <a:pathLst>
                <a:path w="398145" h="256540">
                  <a:moveTo>
                    <a:pt x="233794" y="229895"/>
                  </a:moveTo>
                  <a:lnTo>
                    <a:pt x="216839" y="179984"/>
                  </a:lnTo>
                  <a:lnTo>
                    <a:pt x="160591" y="132854"/>
                  </a:lnTo>
                  <a:lnTo>
                    <a:pt x="116357" y="124523"/>
                  </a:lnTo>
                  <a:lnTo>
                    <a:pt x="72224" y="133400"/>
                  </a:lnTo>
                  <a:lnTo>
                    <a:pt x="33528" y="159435"/>
                  </a:lnTo>
                  <a:lnTo>
                    <a:pt x="9677" y="194500"/>
                  </a:lnTo>
                  <a:lnTo>
                    <a:pt x="0" y="234276"/>
                  </a:lnTo>
                  <a:lnTo>
                    <a:pt x="4178" y="227634"/>
                  </a:lnTo>
                  <a:lnTo>
                    <a:pt x="8763" y="221195"/>
                  </a:lnTo>
                  <a:lnTo>
                    <a:pt x="13792" y="214998"/>
                  </a:lnTo>
                  <a:lnTo>
                    <a:pt x="19278" y="209042"/>
                  </a:lnTo>
                  <a:lnTo>
                    <a:pt x="62026" y="180263"/>
                  </a:lnTo>
                  <a:lnTo>
                    <a:pt x="110807" y="170459"/>
                  </a:lnTo>
                  <a:lnTo>
                    <a:pt x="159715" y="179666"/>
                  </a:lnTo>
                  <a:lnTo>
                    <a:pt x="202819" y="207911"/>
                  </a:lnTo>
                  <a:lnTo>
                    <a:pt x="228066" y="243128"/>
                  </a:lnTo>
                  <a:lnTo>
                    <a:pt x="233540" y="256120"/>
                  </a:lnTo>
                  <a:lnTo>
                    <a:pt x="233794" y="229895"/>
                  </a:lnTo>
                  <a:close/>
                </a:path>
                <a:path w="398145" h="256540">
                  <a:moveTo>
                    <a:pt x="397725" y="117436"/>
                  </a:moveTo>
                  <a:lnTo>
                    <a:pt x="388493" y="71729"/>
                  </a:lnTo>
                  <a:lnTo>
                    <a:pt x="363321" y="34404"/>
                  </a:lnTo>
                  <a:lnTo>
                    <a:pt x="325996" y="9232"/>
                  </a:lnTo>
                  <a:lnTo>
                    <a:pt x="280289" y="0"/>
                  </a:lnTo>
                  <a:lnTo>
                    <a:pt x="258775" y="1981"/>
                  </a:lnTo>
                  <a:lnTo>
                    <a:pt x="238582" y="7670"/>
                  </a:lnTo>
                  <a:lnTo>
                    <a:pt x="220040" y="16713"/>
                  </a:lnTo>
                  <a:lnTo>
                    <a:pt x="203479" y="28740"/>
                  </a:lnTo>
                  <a:lnTo>
                    <a:pt x="211137" y="27051"/>
                  </a:lnTo>
                  <a:lnTo>
                    <a:pt x="218935" y="25793"/>
                  </a:lnTo>
                  <a:lnTo>
                    <a:pt x="226885" y="25006"/>
                  </a:lnTo>
                  <a:lnTo>
                    <a:pt x="234975" y="24726"/>
                  </a:lnTo>
                  <a:lnTo>
                    <a:pt x="285496" y="34925"/>
                  </a:lnTo>
                  <a:lnTo>
                    <a:pt x="326745" y="62750"/>
                  </a:lnTo>
                  <a:lnTo>
                    <a:pt x="354558" y="104000"/>
                  </a:lnTo>
                  <a:lnTo>
                    <a:pt x="364756" y="154520"/>
                  </a:lnTo>
                  <a:lnTo>
                    <a:pt x="363905" y="169278"/>
                  </a:lnTo>
                  <a:lnTo>
                    <a:pt x="361429" y="183540"/>
                  </a:lnTo>
                  <a:lnTo>
                    <a:pt x="357441" y="197218"/>
                  </a:lnTo>
                  <a:lnTo>
                    <a:pt x="352044" y="210248"/>
                  </a:lnTo>
                  <a:lnTo>
                    <a:pt x="370890" y="192011"/>
                  </a:lnTo>
                  <a:lnTo>
                    <a:pt x="385292" y="169964"/>
                  </a:lnTo>
                  <a:lnTo>
                    <a:pt x="394487" y="144868"/>
                  </a:lnTo>
                  <a:lnTo>
                    <a:pt x="397725" y="117436"/>
                  </a:lnTo>
                  <a:close/>
                </a:path>
              </a:pathLst>
            </a:custGeom>
            <a:solidFill>
              <a:srgbClr val="259CA6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9" name="object 329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8381262" y="9271000"/>
              <a:ext cx="206297" cy="198527"/>
            </a:xfrm>
            <a:prstGeom prst="rect">
              <a:avLst/>
            </a:prstGeom>
          </p:spPr>
        </p:pic>
        <p:pic>
          <p:nvPicPr>
            <p:cNvPr id="330" name="object 330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8664128" y="8875394"/>
              <a:ext cx="233825" cy="132320"/>
            </a:xfrm>
            <a:prstGeom prst="rect">
              <a:avLst/>
            </a:prstGeom>
          </p:spPr>
        </p:pic>
        <p:pic>
          <p:nvPicPr>
            <p:cNvPr id="331" name="object 331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8463309" y="9043644"/>
              <a:ext cx="210244" cy="194234"/>
            </a:xfrm>
            <a:prstGeom prst="rect">
              <a:avLst/>
            </a:prstGeom>
          </p:spPr>
        </p:pic>
        <p:pic>
          <p:nvPicPr>
            <p:cNvPr id="332" name="object 332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8436940" y="9508016"/>
              <a:ext cx="194245" cy="210244"/>
            </a:xfrm>
            <a:prstGeom prst="rect">
              <a:avLst/>
            </a:prstGeom>
          </p:spPr>
        </p:pic>
        <p:sp>
          <p:nvSpPr>
            <p:cNvPr id="333" name="object 333" descr=""/>
            <p:cNvSpPr/>
            <p:nvPr/>
          </p:nvSpPr>
          <p:spPr>
            <a:xfrm>
              <a:off x="8679973" y="9445659"/>
              <a:ext cx="234315" cy="132080"/>
            </a:xfrm>
            <a:custGeom>
              <a:avLst/>
              <a:gdLst/>
              <a:ahLst/>
              <a:cxnLst/>
              <a:rect l="l" t="t" r="r" b="b"/>
              <a:pathLst>
                <a:path w="234315" h="132079">
                  <a:moveTo>
                    <a:pt x="254" y="0"/>
                  </a:moveTo>
                  <a:lnTo>
                    <a:pt x="5561" y="51963"/>
                  </a:lnTo>
                  <a:lnTo>
                    <a:pt x="34201" y="97714"/>
                  </a:lnTo>
                  <a:lnTo>
                    <a:pt x="73202" y="123272"/>
                  </a:lnTo>
                  <a:lnTo>
                    <a:pt x="117443" y="131598"/>
                  </a:lnTo>
                  <a:lnTo>
                    <a:pt x="161579" y="122725"/>
                  </a:lnTo>
                  <a:lnTo>
                    <a:pt x="200269" y="96688"/>
                  </a:lnTo>
                  <a:lnTo>
                    <a:pt x="224116" y="61626"/>
                  </a:lnTo>
                  <a:lnTo>
                    <a:pt x="233797" y="21852"/>
                  </a:lnTo>
                  <a:lnTo>
                    <a:pt x="229620" y="28487"/>
                  </a:lnTo>
                  <a:lnTo>
                    <a:pt x="225034" y="34924"/>
                  </a:lnTo>
                  <a:lnTo>
                    <a:pt x="220010" y="41131"/>
                  </a:lnTo>
                  <a:lnTo>
                    <a:pt x="214520" y="47077"/>
                  </a:lnTo>
                  <a:lnTo>
                    <a:pt x="171766" y="75855"/>
                  </a:lnTo>
                  <a:lnTo>
                    <a:pt x="122987" y="85659"/>
                  </a:lnTo>
                  <a:lnTo>
                    <a:pt x="74089" y="76455"/>
                  </a:lnTo>
                  <a:lnTo>
                    <a:pt x="30975" y="48207"/>
                  </a:lnTo>
                  <a:lnTo>
                    <a:pt x="21075" y="37229"/>
                  </a:lnTo>
                  <a:lnTo>
                    <a:pt x="12670" y="25446"/>
                  </a:lnTo>
                  <a:lnTo>
                    <a:pt x="5737" y="12992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rgbClr val="259CA6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4" name="object 334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8671802" y="9654295"/>
              <a:ext cx="233825" cy="132320"/>
            </a:xfrm>
            <a:prstGeom prst="rect">
              <a:avLst/>
            </a:prstGeom>
          </p:spPr>
        </p:pic>
      </p:grpSp>
      <p:grpSp>
        <p:nvGrpSpPr>
          <p:cNvPr id="335" name="object 335" descr=""/>
          <p:cNvGrpSpPr/>
          <p:nvPr/>
        </p:nvGrpSpPr>
        <p:grpSpPr>
          <a:xfrm>
            <a:off x="9837959" y="6085178"/>
            <a:ext cx="286385" cy="342265"/>
            <a:chOff x="9837959" y="6085178"/>
            <a:chExt cx="286385" cy="342265"/>
          </a:xfrm>
        </p:grpSpPr>
        <p:sp>
          <p:nvSpPr>
            <p:cNvPr id="336" name="object 336" descr=""/>
            <p:cNvSpPr/>
            <p:nvPr/>
          </p:nvSpPr>
          <p:spPr>
            <a:xfrm>
              <a:off x="9858317" y="6223611"/>
              <a:ext cx="245745" cy="203835"/>
            </a:xfrm>
            <a:custGeom>
              <a:avLst/>
              <a:gdLst/>
              <a:ahLst/>
              <a:cxnLst/>
              <a:rect l="l" t="t" r="r" b="b"/>
              <a:pathLst>
                <a:path w="245745" h="203835">
                  <a:moveTo>
                    <a:pt x="245657" y="0"/>
                  </a:moveTo>
                  <a:lnTo>
                    <a:pt x="0" y="0"/>
                  </a:lnTo>
                  <a:lnTo>
                    <a:pt x="0" y="203805"/>
                  </a:lnTo>
                  <a:lnTo>
                    <a:pt x="245657" y="203805"/>
                  </a:lnTo>
                  <a:lnTo>
                    <a:pt x="245657" y="0"/>
                  </a:lnTo>
                  <a:close/>
                </a:path>
              </a:pathLst>
            </a:custGeom>
            <a:solidFill>
              <a:srgbClr val="4FB6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 descr=""/>
            <p:cNvSpPr/>
            <p:nvPr/>
          </p:nvSpPr>
          <p:spPr>
            <a:xfrm>
              <a:off x="9837959" y="6085178"/>
              <a:ext cx="286385" cy="138430"/>
            </a:xfrm>
            <a:custGeom>
              <a:avLst/>
              <a:gdLst/>
              <a:ahLst/>
              <a:cxnLst/>
              <a:rect l="l" t="t" r="r" b="b"/>
              <a:pathLst>
                <a:path w="286384" h="138429">
                  <a:moveTo>
                    <a:pt x="257060" y="0"/>
                  </a:moveTo>
                  <a:lnTo>
                    <a:pt x="29308" y="0"/>
                  </a:lnTo>
                  <a:lnTo>
                    <a:pt x="0" y="138435"/>
                  </a:lnTo>
                  <a:lnTo>
                    <a:pt x="286368" y="138435"/>
                  </a:lnTo>
                  <a:lnTo>
                    <a:pt x="257060" y="0"/>
                  </a:lnTo>
                  <a:close/>
                </a:path>
              </a:pathLst>
            </a:custGeom>
            <a:solidFill>
              <a:srgbClr val="40477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8" name="object 338" descr=""/>
          <p:cNvGrpSpPr/>
          <p:nvPr/>
        </p:nvGrpSpPr>
        <p:grpSpPr>
          <a:xfrm>
            <a:off x="8933822" y="6427416"/>
            <a:ext cx="1299845" cy="3625215"/>
            <a:chOff x="8933822" y="6427416"/>
            <a:chExt cx="1299845" cy="3625215"/>
          </a:xfrm>
        </p:grpSpPr>
        <p:sp>
          <p:nvSpPr>
            <p:cNvPr id="339" name="object 339" descr=""/>
            <p:cNvSpPr/>
            <p:nvPr/>
          </p:nvSpPr>
          <p:spPr>
            <a:xfrm>
              <a:off x="8933822" y="6560449"/>
              <a:ext cx="1299845" cy="3482340"/>
            </a:xfrm>
            <a:custGeom>
              <a:avLst/>
              <a:gdLst/>
              <a:ahLst/>
              <a:cxnLst/>
              <a:rect l="l" t="t" r="r" b="b"/>
              <a:pathLst>
                <a:path w="1299845" h="3482340">
                  <a:moveTo>
                    <a:pt x="0" y="3481913"/>
                  </a:moveTo>
                  <a:lnTo>
                    <a:pt x="1299782" y="3481913"/>
                  </a:lnTo>
                  <a:lnTo>
                    <a:pt x="1299782" y="0"/>
                  </a:lnTo>
                  <a:lnTo>
                    <a:pt x="0" y="0"/>
                  </a:lnTo>
                  <a:lnTo>
                    <a:pt x="0" y="3481913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 descr=""/>
            <p:cNvSpPr/>
            <p:nvPr/>
          </p:nvSpPr>
          <p:spPr>
            <a:xfrm>
              <a:off x="8988417" y="6427416"/>
              <a:ext cx="1190625" cy="133350"/>
            </a:xfrm>
            <a:custGeom>
              <a:avLst/>
              <a:gdLst/>
              <a:ahLst/>
              <a:cxnLst/>
              <a:rect l="l" t="t" r="r" b="b"/>
              <a:pathLst>
                <a:path w="1190625" h="133350">
                  <a:moveTo>
                    <a:pt x="1190592" y="0"/>
                  </a:moveTo>
                  <a:lnTo>
                    <a:pt x="0" y="0"/>
                  </a:lnTo>
                  <a:lnTo>
                    <a:pt x="0" y="133032"/>
                  </a:lnTo>
                  <a:lnTo>
                    <a:pt x="1190592" y="133032"/>
                  </a:lnTo>
                  <a:lnTo>
                    <a:pt x="1190592" y="0"/>
                  </a:lnTo>
                  <a:close/>
                </a:path>
              </a:pathLst>
            </a:custGeom>
            <a:solidFill>
              <a:srgbClr val="4FB6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 descr=""/>
            <p:cNvSpPr/>
            <p:nvPr/>
          </p:nvSpPr>
          <p:spPr>
            <a:xfrm>
              <a:off x="9076855" y="6780256"/>
              <a:ext cx="1014094" cy="2882900"/>
            </a:xfrm>
            <a:custGeom>
              <a:avLst/>
              <a:gdLst/>
              <a:ahLst/>
              <a:cxnLst/>
              <a:rect l="l" t="t" r="r" b="b"/>
              <a:pathLst>
                <a:path w="1014095" h="2882900">
                  <a:moveTo>
                    <a:pt x="240042" y="2644952"/>
                  </a:moveTo>
                  <a:lnTo>
                    <a:pt x="0" y="2644952"/>
                  </a:lnTo>
                  <a:lnTo>
                    <a:pt x="0" y="2882735"/>
                  </a:lnTo>
                  <a:lnTo>
                    <a:pt x="240042" y="2882735"/>
                  </a:lnTo>
                  <a:lnTo>
                    <a:pt x="240042" y="2644952"/>
                  </a:lnTo>
                  <a:close/>
                </a:path>
                <a:path w="1014095" h="2882900">
                  <a:moveTo>
                    <a:pt x="240042" y="2204123"/>
                  </a:moveTo>
                  <a:lnTo>
                    <a:pt x="0" y="2204123"/>
                  </a:lnTo>
                  <a:lnTo>
                    <a:pt x="0" y="2441905"/>
                  </a:lnTo>
                  <a:lnTo>
                    <a:pt x="240042" y="2441905"/>
                  </a:lnTo>
                  <a:lnTo>
                    <a:pt x="240042" y="2204123"/>
                  </a:lnTo>
                  <a:close/>
                </a:path>
                <a:path w="1014095" h="2882900">
                  <a:moveTo>
                    <a:pt x="240042" y="1763293"/>
                  </a:moveTo>
                  <a:lnTo>
                    <a:pt x="0" y="1763293"/>
                  </a:lnTo>
                  <a:lnTo>
                    <a:pt x="0" y="2001075"/>
                  </a:lnTo>
                  <a:lnTo>
                    <a:pt x="240042" y="2001075"/>
                  </a:lnTo>
                  <a:lnTo>
                    <a:pt x="240042" y="1763293"/>
                  </a:lnTo>
                  <a:close/>
                </a:path>
                <a:path w="1014095" h="2882900">
                  <a:moveTo>
                    <a:pt x="240042" y="1322451"/>
                  </a:moveTo>
                  <a:lnTo>
                    <a:pt x="0" y="1322451"/>
                  </a:lnTo>
                  <a:lnTo>
                    <a:pt x="0" y="1560233"/>
                  </a:lnTo>
                  <a:lnTo>
                    <a:pt x="240042" y="1560233"/>
                  </a:lnTo>
                  <a:lnTo>
                    <a:pt x="240042" y="1322451"/>
                  </a:lnTo>
                  <a:close/>
                </a:path>
                <a:path w="1014095" h="2882900">
                  <a:moveTo>
                    <a:pt x="240042" y="881672"/>
                  </a:moveTo>
                  <a:lnTo>
                    <a:pt x="0" y="881672"/>
                  </a:lnTo>
                  <a:lnTo>
                    <a:pt x="0" y="1119403"/>
                  </a:lnTo>
                  <a:lnTo>
                    <a:pt x="240042" y="1119403"/>
                  </a:lnTo>
                  <a:lnTo>
                    <a:pt x="240042" y="881672"/>
                  </a:lnTo>
                  <a:close/>
                </a:path>
                <a:path w="1014095" h="2882900">
                  <a:moveTo>
                    <a:pt x="240042" y="440842"/>
                  </a:moveTo>
                  <a:lnTo>
                    <a:pt x="0" y="440842"/>
                  </a:lnTo>
                  <a:lnTo>
                    <a:pt x="0" y="678573"/>
                  </a:lnTo>
                  <a:lnTo>
                    <a:pt x="240042" y="678573"/>
                  </a:lnTo>
                  <a:lnTo>
                    <a:pt x="240042" y="440842"/>
                  </a:lnTo>
                  <a:close/>
                </a:path>
                <a:path w="1014095" h="2882900">
                  <a:moveTo>
                    <a:pt x="240042" y="0"/>
                  </a:moveTo>
                  <a:lnTo>
                    <a:pt x="0" y="0"/>
                  </a:lnTo>
                  <a:lnTo>
                    <a:pt x="0" y="237731"/>
                  </a:lnTo>
                  <a:lnTo>
                    <a:pt x="240042" y="237731"/>
                  </a:lnTo>
                  <a:lnTo>
                    <a:pt x="240042" y="0"/>
                  </a:lnTo>
                  <a:close/>
                </a:path>
                <a:path w="1014095" h="2882900">
                  <a:moveTo>
                    <a:pt x="626859" y="2644952"/>
                  </a:moveTo>
                  <a:lnTo>
                    <a:pt x="386816" y="2644952"/>
                  </a:lnTo>
                  <a:lnTo>
                    <a:pt x="386816" y="2882735"/>
                  </a:lnTo>
                  <a:lnTo>
                    <a:pt x="626859" y="2882735"/>
                  </a:lnTo>
                  <a:lnTo>
                    <a:pt x="626859" y="2644952"/>
                  </a:lnTo>
                  <a:close/>
                </a:path>
                <a:path w="1014095" h="2882900">
                  <a:moveTo>
                    <a:pt x="626859" y="2204123"/>
                  </a:moveTo>
                  <a:lnTo>
                    <a:pt x="386816" y="2204123"/>
                  </a:lnTo>
                  <a:lnTo>
                    <a:pt x="386816" y="2441905"/>
                  </a:lnTo>
                  <a:lnTo>
                    <a:pt x="626859" y="2441905"/>
                  </a:lnTo>
                  <a:lnTo>
                    <a:pt x="626859" y="2204123"/>
                  </a:lnTo>
                  <a:close/>
                </a:path>
                <a:path w="1014095" h="2882900">
                  <a:moveTo>
                    <a:pt x="626859" y="1763293"/>
                  </a:moveTo>
                  <a:lnTo>
                    <a:pt x="386816" y="1763293"/>
                  </a:lnTo>
                  <a:lnTo>
                    <a:pt x="386816" y="2001075"/>
                  </a:lnTo>
                  <a:lnTo>
                    <a:pt x="626859" y="2001075"/>
                  </a:lnTo>
                  <a:lnTo>
                    <a:pt x="626859" y="1763293"/>
                  </a:lnTo>
                  <a:close/>
                </a:path>
                <a:path w="1014095" h="2882900">
                  <a:moveTo>
                    <a:pt x="626859" y="1322451"/>
                  </a:moveTo>
                  <a:lnTo>
                    <a:pt x="386816" y="1322451"/>
                  </a:lnTo>
                  <a:lnTo>
                    <a:pt x="386816" y="1560233"/>
                  </a:lnTo>
                  <a:lnTo>
                    <a:pt x="626859" y="1560233"/>
                  </a:lnTo>
                  <a:lnTo>
                    <a:pt x="626859" y="1322451"/>
                  </a:lnTo>
                  <a:close/>
                </a:path>
                <a:path w="1014095" h="2882900">
                  <a:moveTo>
                    <a:pt x="626859" y="881672"/>
                  </a:moveTo>
                  <a:lnTo>
                    <a:pt x="386816" y="881672"/>
                  </a:lnTo>
                  <a:lnTo>
                    <a:pt x="386816" y="1119403"/>
                  </a:lnTo>
                  <a:lnTo>
                    <a:pt x="626859" y="1119403"/>
                  </a:lnTo>
                  <a:lnTo>
                    <a:pt x="626859" y="881672"/>
                  </a:lnTo>
                  <a:close/>
                </a:path>
                <a:path w="1014095" h="2882900">
                  <a:moveTo>
                    <a:pt x="626859" y="440842"/>
                  </a:moveTo>
                  <a:lnTo>
                    <a:pt x="386816" y="440842"/>
                  </a:lnTo>
                  <a:lnTo>
                    <a:pt x="386816" y="678573"/>
                  </a:lnTo>
                  <a:lnTo>
                    <a:pt x="626859" y="678573"/>
                  </a:lnTo>
                  <a:lnTo>
                    <a:pt x="626859" y="440842"/>
                  </a:lnTo>
                  <a:close/>
                </a:path>
                <a:path w="1014095" h="2882900">
                  <a:moveTo>
                    <a:pt x="626859" y="0"/>
                  </a:moveTo>
                  <a:lnTo>
                    <a:pt x="386816" y="0"/>
                  </a:lnTo>
                  <a:lnTo>
                    <a:pt x="386816" y="237731"/>
                  </a:lnTo>
                  <a:lnTo>
                    <a:pt x="626859" y="237731"/>
                  </a:lnTo>
                  <a:lnTo>
                    <a:pt x="626859" y="0"/>
                  </a:lnTo>
                  <a:close/>
                </a:path>
                <a:path w="1014095" h="2882900">
                  <a:moveTo>
                    <a:pt x="1013701" y="2644952"/>
                  </a:moveTo>
                  <a:lnTo>
                    <a:pt x="773671" y="2644952"/>
                  </a:lnTo>
                  <a:lnTo>
                    <a:pt x="773671" y="2882735"/>
                  </a:lnTo>
                  <a:lnTo>
                    <a:pt x="1013701" y="2882735"/>
                  </a:lnTo>
                  <a:lnTo>
                    <a:pt x="1013701" y="2644952"/>
                  </a:lnTo>
                  <a:close/>
                </a:path>
                <a:path w="1014095" h="2882900">
                  <a:moveTo>
                    <a:pt x="1013701" y="2204123"/>
                  </a:moveTo>
                  <a:lnTo>
                    <a:pt x="773671" y="2204123"/>
                  </a:lnTo>
                  <a:lnTo>
                    <a:pt x="773671" y="2441905"/>
                  </a:lnTo>
                  <a:lnTo>
                    <a:pt x="1013701" y="2441905"/>
                  </a:lnTo>
                  <a:lnTo>
                    <a:pt x="1013701" y="2204123"/>
                  </a:lnTo>
                  <a:close/>
                </a:path>
                <a:path w="1014095" h="2882900">
                  <a:moveTo>
                    <a:pt x="1013701" y="1763293"/>
                  </a:moveTo>
                  <a:lnTo>
                    <a:pt x="773671" y="1763293"/>
                  </a:lnTo>
                  <a:lnTo>
                    <a:pt x="773671" y="2001075"/>
                  </a:lnTo>
                  <a:lnTo>
                    <a:pt x="1013701" y="2001075"/>
                  </a:lnTo>
                  <a:lnTo>
                    <a:pt x="1013701" y="1763293"/>
                  </a:lnTo>
                  <a:close/>
                </a:path>
                <a:path w="1014095" h="2882900">
                  <a:moveTo>
                    <a:pt x="1013701" y="1322451"/>
                  </a:moveTo>
                  <a:lnTo>
                    <a:pt x="773671" y="1322451"/>
                  </a:lnTo>
                  <a:lnTo>
                    <a:pt x="773671" y="1560233"/>
                  </a:lnTo>
                  <a:lnTo>
                    <a:pt x="1013701" y="1560233"/>
                  </a:lnTo>
                  <a:lnTo>
                    <a:pt x="1013701" y="1322451"/>
                  </a:lnTo>
                  <a:close/>
                </a:path>
                <a:path w="1014095" h="2882900">
                  <a:moveTo>
                    <a:pt x="1013701" y="881672"/>
                  </a:moveTo>
                  <a:lnTo>
                    <a:pt x="773671" y="881672"/>
                  </a:lnTo>
                  <a:lnTo>
                    <a:pt x="773671" y="1119403"/>
                  </a:lnTo>
                  <a:lnTo>
                    <a:pt x="1013701" y="1119403"/>
                  </a:lnTo>
                  <a:lnTo>
                    <a:pt x="1013701" y="881672"/>
                  </a:lnTo>
                  <a:close/>
                </a:path>
                <a:path w="1014095" h="2882900">
                  <a:moveTo>
                    <a:pt x="1013701" y="440842"/>
                  </a:moveTo>
                  <a:lnTo>
                    <a:pt x="773671" y="440842"/>
                  </a:lnTo>
                  <a:lnTo>
                    <a:pt x="773671" y="678573"/>
                  </a:lnTo>
                  <a:lnTo>
                    <a:pt x="1013701" y="678573"/>
                  </a:lnTo>
                  <a:lnTo>
                    <a:pt x="1013701" y="440842"/>
                  </a:lnTo>
                  <a:close/>
                </a:path>
                <a:path w="1014095" h="2882900">
                  <a:moveTo>
                    <a:pt x="1013701" y="0"/>
                  </a:moveTo>
                  <a:lnTo>
                    <a:pt x="773671" y="0"/>
                  </a:lnTo>
                  <a:lnTo>
                    <a:pt x="773671" y="237731"/>
                  </a:lnTo>
                  <a:lnTo>
                    <a:pt x="1013701" y="237731"/>
                  </a:lnTo>
                  <a:lnTo>
                    <a:pt x="1013701" y="0"/>
                  </a:lnTo>
                  <a:close/>
                </a:path>
              </a:pathLst>
            </a:custGeom>
            <a:solidFill>
              <a:srgbClr val="1DA2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 descr=""/>
            <p:cNvSpPr/>
            <p:nvPr/>
          </p:nvSpPr>
          <p:spPr>
            <a:xfrm>
              <a:off x="9067749" y="10022389"/>
              <a:ext cx="18415" cy="29845"/>
            </a:xfrm>
            <a:custGeom>
              <a:avLst/>
              <a:gdLst/>
              <a:ahLst/>
              <a:cxnLst/>
              <a:rect l="l" t="t" r="r" b="b"/>
              <a:pathLst>
                <a:path w="18415" h="29845">
                  <a:moveTo>
                    <a:pt x="17945" y="3263"/>
                  </a:moveTo>
                  <a:lnTo>
                    <a:pt x="17741" y="0"/>
                  </a:lnTo>
                  <a:lnTo>
                    <a:pt x="13220" y="7315"/>
                  </a:lnTo>
                  <a:lnTo>
                    <a:pt x="12217" y="8966"/>
                  </a:lnTo>
                  <a:lnTo>
                    <a:pt x="10160" y="8966"/>
                  </a:lnTo>
                  <a:lnTo>
                    <a:pt x="10160" y="12395"/>
                  </a:lnTo>
                  <a:lnTo>
                    <a:pt x="8763" y="14706"/>
                  </a:lnTo>
                  <a:lnTo>
                    <a:pt x="4356" y="22148"/>
                  </a:lnTo>
                  <a:lnTo>
                    <a:pt x="0" y="29641"/>
                  </a:lnTo>
                  <a:lnTo>
                    <a:pt x="3759" y="28625"/>
                  </a:lnTo>
                  <a:lnTo>
                    <a:pt x="7264" y="26377"/>
                  </a:lnTo>
                  <a:lnTo>
                    <a:pt x="10147" y="23279"/>
                  </a:lnTo>
                  <a:lnTo>
                    <a:pt x="11811" y="19977"/>
                  </a:lnTo>
                  <a:lnTo>
                    <a:pt x="17335" y="19977"/>
                  </a:lnTo>
                  <a:lnTo>
                    <a:pt x="17335" y="8966"/>
                  </a:lnTo>
                  <a:lnTo>
                    <a:pt x="17945" y="3263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3" name="object 343" descr=""/>
          <p:cNvGrpSpPr/>
          <p:nvPr/>
        </p:nvGrpSpPr>
        <p:grpSpPr>
          <a:xfrm>
            <a:off x="6782327" y="6658980"/>
            <a:ext cx="1475105" cy="3383915"/>
            <a:chOff x="6782327" y="6658980"/>
            <a:chExt cx="1475105" cy="3383915"/>
          </a:xfrm>
        </p:grpSpPr>
        <p:sp>
          <p:nvSpPr>
            <p:cNvPr id="344" name="object 344" descr=""/>
            <p:cNvSpPr/>
            <p:nvPr/>
          </p:nvSpPr>
          <p:spPr>
            <a:xfrm>
              <a:off x="6782321" y="6948048"/>
              <a:ext cx="1475105" cy="3094355"/>
            </a:xfrm>
            <a:custGeom>
              <a:avLst/>
              <a:gdLst/>
              <a:ahLst/>
              <a:cxnLst/>
              <a:rect l="l" t="t" r="r" b="b"/>
              <a:pathLst>
                <a:path w="1475104" h="3094354">
                  <a:moveTo>
                    <a:pt x="1474749" y="0"/>
                  </a:moveTo>
                  <a:lnTo>
                    <a:pt x="0" y="0"/>
                  </a:lnTo>
                  <a:lnTo>
                    <a:pt x="0" y="2743035"/>
                  </a:lnTo>
                  <a:lnTo>
                    <a:pt x="0" y="3094317"/>
                  </a:lnTo>
                  <a:lnTo>
                    <a:pt x="1474749" y="3094317"/>
                  </a:lnTo>
                  <a:lnTo>
                    <a:pt x="1474749" y="2743035"/>
                  </a:lnTo>
                  <a:lnTo>
                    <a:pt x="1474749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 descr=""/>
            <p:cNvSpPr/>
            <p:nvPr/>
          </p:nvSpPr>
          <p:spPr>
            <a:xfrm>
              <a:off x="6934375" y="6775898"/>
              <a:ext cx="259079" cy="172720"/>
            </a:xfrm>
            <a:custGeom>
              <a:avLst/>
              <a:gdLst/>
              <a:ahLst/>
              <a:cxnLst/>
              <a:rect l="l" t="t" r="r" b="b"/>
              <a:pathLst>
                <a:path w="259079" h="172720">
                  <a:moveTo>
                    <a:pt x="258693" y="0"/>
                  </a:moveTo>
                  <a:lnTo>
                    <a:pt x="0" y="0"/>
                  </a:lnTo>
                  <a:lnTo>
                    <a:pt x="0" y="172141"/>
                  </a:lnTo>
                  <a:lnTo>
                    <a:pt x="258693" y="172141"/>
                  </a:lnTo>
                  <a:lnTo>
                    <a:pt x="258693" y="0"/>
                  </a:lnTo>
                  <a:close/>
                </a:path>
              </a:pathLst>
            </a:custGeom>
            <a:solidFill>
              <a:srgbClr val="5FAC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 descr=""/>
            <p:cNvSpPr/>
            <p:nvPr/>
          </p:nvSpPr>
          <p:spPr>
            <a:xfrm>
              <a:off x="6991148" y="6819415"/>
              <a:ext cx="145415" cy="128905"/>
            </a:xfrm>
            <a:custGeom>
              <a:avLst/>
              <a:gdLst/>
              <a:ahLst/>
              <a:cxnLst/>
              <a:rect l="l" t="t" r="r" b="b"/>
              <a:pathLst>
                <a:path w="145415" h="128904">
                  <a:moveTo>
                    <a:pt x="145116" y="0"/>
                  </a:moveTo>
                  <a:lnTo>
                    <a:pt x="0" y="0"/>
                  </a:lnTo>
                  <a:lnTo>
                    <a:pt x="0" y="128624"/>
                  </a:lnTo>
                  <a:lnTo>
                    <a:pt x="145116" y="128624"/>
                  </a:lnTo>
                  <a:lnTo>
                    <a:pt x="145116" y="0"/>
                  </a:lnTo>
                  <a:close/>
                </a:path>
              </a:pathLst>
            </a:custGeom>
            <a:solidFill>
              <a:srgbClr val="FAED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 descr=""/>
            <p:cNvSpPr/>
            <p:nvPr/>
          </p:nvSpPr>
          <p:spPr>
            <a:xfrm>
              <a:off x="6782327" y="7010854"/>
              <a:ext cx="1475105" cy="33655"/>
            </a:xfrm>
            <a:custGeom>
              <a:avLst/>
              <a:gdLst/>
              <a:ahLst/>
              <a:cxnLst/>
              <a:rect l="l" t="t" r="r" b="b"/>
              <a:pathLst>
                <a:path w="1475104" h="33654">
                  <a:moveTo>
                    <a:pt x="1474750" y="0"/>
                  </a:moveTo>
                  <a:lnTo>
                    <a:pt x="0" y="0"/>
                  </a:lnTo>
                  <a:lnTo>
                    <a:pt x="0" y="33213"/>
                  </a:lnTo>
                  <a:lnTo>
                    <a:pt x="1474750" y="33213"/>
                  </a:lnTo>
                  <a:lnTo>
                    <a:pt x="1474750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8" name="object 348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6951303" y="7235508"/>
              <a:ext cx="127566" cy="200025"/>
            </a:xfrm>
            <a:prstGeom prst="rect">
              <a:avLst/>
            </a:prstGeom>
          </p:spPr>
        </p:pic>
        <p:pic>
          <p:nvPicPr>
            <p:cNvPr id="349" name="object 349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7287689" y="7235508"/>
              <a:ext cx="127577" cy="200025"/>
            </a:xfrm>
            <a:prstGeom prst="rect">
              <a:avLst/>
            </a:prstGeom>
          </p:spPr>
        </p:pic>
        <p:pic>
          <p:nvPicPr>
            <p:cNvPr id="350" name="object 350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7624133" y="7235508"/>
              <a:ext cx="127524" cy="200025"/>
            </a:xfrm>
            <a:prstGeom prst="rect">
              <a:avLst/>
            </a:prstGeom>
          </p:spPr>
        </p:pic>
        <p:pic>
          <p:nvPicPr>
            <p:cNvPr id="351" name="object 351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7960525" y="7235508"/>
              <a:ext cx="127524" cy="200025"/>
            </a:xfrm>
            <a:prstGeom prst="rect">
              <a:avLst/>
            </a:prstGeom>
          </p:spPr>
        </p:pic>
        <p:pic>
          <p:nvPicPr>
            <p:cNvPr id="352" name="object 352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6951303" y="7607551"/>
              <a:ext cx="127566" cy="200025"/>
            </a:xfrm>
            <a:prstGeom prst="rect">
              <a:avLst/>
            </a:prstGeom>
          </p:spPr>
        </p:pic>
        <p:pic>
          <p:nvPicPr>
            <p:cNvPr id="353" name="object 353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7287689" y="7607551"/>
              <a:ext cx="127577" cy="200025"/>
            </a:xfrm>
            <a:prstGeom prst="rect">
              <a:avLst/>
            </a:prstGeom>
          </p:spPr>
        </p:pic>
        <p:pic>
          <p:nvPicPr>
            <p:cNvPr id="354" name="object 354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7624133" y="7607551"/>
              <a:ext cx="127524" cy="200025"/>
            </a:xfrm>
            <a:prstGeom prst="rect">
              <a:avLst/>
            </a:prstGeom>
          </p:spPr>
        </p:pic>
        <p:pic>
          <p:nvPicPr>
            <p:cNvPr id="355" name="object 355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7960525" y="7607551"/>
              <a:ext cx="127524" cy="200025"/>
            </a:xfrm>
            <a:prstGeom prst="rect">
              <a:avLst/>
            </a:prstGeom>
          </p:spPr>
        </p:pic>
        <p:pic>
          <p:nvPicPr>
            <p:cNvPr id="356" name="object 356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6951303" y="7979616"/>
              <a:ext cx="127566" cy="200004"/>
            </a:xfrm>
            <a:prstGeom prst="rect">
              <a:avLst/>
            </a:prstGeom>
          </p:spPr>
        </p:pic>
        <p:pic>
          <p:nvPicPr>
            <p:cNvPr id="357" name="object 357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7287689" y="7979616"/>
              <a:ext cx="127577" cy="200004"/>
            </a:xfrm>
            <a:prstGeom prst="rect">
              <a:avLst/>
            </a:prstGeom>
          </p:spPr>
        </p:pic>
        <p:pic>
          <p:nvPicPr>
            <p:cNvPr id="358" name="object 358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7624133" y="7979616"/>
              <a:ext cx="127524" cy="200004"/>
            </a:xfrm>
            <a:prstGeom prst="rect">
              <a:avLst/>
            </a:prstGeom>
          </p:spPr>
        </p:pic>
        <p:pic>
          <p:nvPicPr>
            <p:cNvPr id="359" name="object 359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7960525" y="7979616"/>
              <a:ext cx="127524" cy="200004"/>
            </a:xfrm>
            <a:prstGeom prst="rect">
              <a:avLst/>
            </a:prstGeom>
          </p:spPr>
        </p:pic>
        <p:pic>
          <p:nvPicPr>
            <p:cNvPr id="360" name="object 360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6951303" y="8351659"/>
              <a:ext cx="127566" cy="200025"/>
            </a:xfrm>
            <a:prstGeom prst="rect">
              <a:avLst/>
            </a:prstGeom>
          </p:spPr>
        </p:pic>
        <p:pic>
          <p:nvPicPr>
            <p:cNvPr id="361" name="object 361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7287689" y="8351659"/>
              <a:ext cx="127577" cy="200025"/>
            </a:xfrm>
            <a:prstGeom prst="rect">
              <a:avLst/>
            </a:prstGeom>
          </p:spPr>
        </p:pic>
        <p:pic>
          <p:nvPicPr>
            <p:cNvPr id="362" name="object 362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7624133" y="8351659"/>
              <a:ext cx="127524" cy="200025"/>
            </a:xfrm>
            <a:prstGeom prst="rect">
              <a:avLst/>
            </a:prstGeom>
          </p:spPr>
        </p:pic>
        <p:pic>
          <p:nvPicPr>
            <p:cNvPr id="363" name="object 363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7960525" y="8351659"/>
              <a:ext cx="127524" cy="200025"/>
            </a:xfrm>
            <a:prstGeom prst="rect">
              <a:avLst/>
            </a:prstGeom>
          </p:spPr>
        </p:pic>
        <p:pic>
          <p:nvPicPr>
            <p:cNvPr id="364" name="object 364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6951303" y="8723724"/>
              <a:ext cx="127566" cy="200004"/>
            </a:xfrm>
            <a:prstGeom prst="rect">
              <a:avLst/>
            </a:prstGeom>
          </p:spPr>
        </p:pic>
        <p:pic>
          <p:nvPicPr>
            <p:cNvPr id="365" name="object 365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7287689" y="8723724"/>
              <a:ext cx="127577" cy="200004"/>
            </a:xfrm>
            <a:prstGeom prst="rect">
              <a:avLst/>
            </a:prstGeom>
          </p:spPr>
        </p:pic>
        <p:pic>
          <p:nvPicPr>
            <p:cNvPr id="366" name="object 366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7624133" y="8723724"/>
              <a:ext cx="127524" cy="200004"/>
            </a:xfrm>
            <a:prstGeom prst="rect">
              <a:avLst/>
            </a:prstGeom>
          </p:spPr>
        </p:pic>
        <p:pic>
          <p:nvPicPr>
            <p:cNvPr id="367" name="object 367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7960525" y="8723724"/>
              <a:ext cx="127524" cy="200004"/>
            </a:xfrm>
            <a:prstGeom prst="rect">
              <a:avLst/>
            </a:prstGeom>
          </p:spPr>
        </p:pic>
        <p:pic>
          <p:nvPicPr>
            <p:cNvPr id="368" name="object 368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6951303" y="9095758"/>
              <a:ext cx="127566" cy="200035"/>
            </a:xfrm>
            <a:prstGeom prst="rect">
              <a:avLst/>
            </a:prstGeom>
          </p:spPr>
        </p:pic>
        <p:pic>
          <p:nvPicPr>
            <p:cNvPr id="369" name="object 369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7287689" y="9095758"/>
              <a:ext cx="127577" cy="200035"/>
            </a:xfrm>
            <a:prstGeom prst="rect">
              <a:avLst/>
            </a:prstGeom>
          </p:spPr>
        </p:pic>
        <p:pic>
          <p:nvPicPr>
            <p:cNvPr id="370" name="object 370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7624133" y="9095758"/>
              <a:ext cx="127524" cy="200035"/>
            </a:xfrm>
            <a:prstGeom prst="rect">
              <a:avLst/>
            </a:prstGeom>
          </p:spPr>
        </p:pic>
        <p:pic>
          <p:nvPicPr>
            <p:cNvPr id="371" name="object 371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7960525" y="9095758"/>
              <a:ext cx="127524" cy="200035"/>
            </a:xfrm>
            <a:prstGeom prst="rect">
              <a:avLst/>
            </a:prstGeom>
          </p:spPr>
        </p:pic>
        <p:pic>
          <p:nvPicPr>
            <p:cNvPr id="372" name="object 372" descr="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6951303" y="9467812"/>
              <a:ext cx="127566" cy="200025"/>
            </a:xfrm>
            <a:prstGeom prst="rect">
              <a:avLst/>
            </a:prstGeom>
          </p:spPr>
        </p:pic>
        <p:pic>
          <p:nvPicPr>
            <p:cNvPr id="373" name="object 373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7287689" y="9467812"/>
              <a:ext cx="127577" cy="200025"/>
            </a:xfrm>
            <a:prstGeom prst="rect">
              <a:avLst/>
            </a:prstGeom>
          </p:spPr>
        </p:pic>
        <p:pic>
          <p:nvPicPr>
            <p:cNvPr id="374" name="object 374" descr="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7624133" y="9467812"/>
              <a:ext cx="127524" cy="200025"/>
            </a:xfrm>
            <a:prstGeom prst="rect">
              <a:avLst/>
            </a:prstGeom>
          </p:spPr>
        </p:pic>
        <p:pic>
          <p:nvPicPr>
            <p:cNvPr id="375" name="object 375" descr="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7960525" y="9467812"/>
              <a:ext cx="127524" cy="200025"/>
            </a:xfrm>
            <a:prstGeom prst="rect">
              <a:avLst/>
            </a:prstGeom>
          </p:spPr>
        </p:pic>
        <p:sp>
          <p:nvSpPr>
            <p:cNvPr id="376" name="object 376" descr=""/>
            <p:cNvSpPr/>
            <p:nvPr/>
          </p:nvSpPr>
          <p:spPr>
            <a:xfrm>
              <a:off x="6912945" y="6658980"/>
              <a:ext cx="301625" cy="117475"/>
            </a:xfrm>
            <a:custGeom>
              <a:avLst/>
              <a:gdLst/>
              <a:ahLst/>
              <a:cxnLst/>
              <a:rect l="l" t="t" r="r" b="b"/>
              <a:pathLst>
                <a:path w="301625" h="117475">
                  <a:moveTo>
                    <a:pt x="270672" y="0"/>
                  </a:moveTo>
                  <a:lnTo>
                    <a:pt x="30847" y="0"/>
                  </a:lnTo>
                  <a:lnTo>
                    <a:pt x="0" y="116917"/>
                  </a:lnTo>
                  <a:lnTo>
                    <a:pt x="301551" y="116917"/>
                  </a:lnTo>
                  <a:lnTo>
                    <a:pt x="270672" y="0"/>
                  </a:lnTo>
                  <a:close/>
                </a:path>
              </a:pathLst>
            </a:custGeom>
            <a:solidFill>
              <a:srgbClr val="40477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77" name="object 377" descr=""/>
          <p:cNvGrpSpPr/>
          <p:nvPr/>
        </p:nvGrpSpPr>
        <p:grpSpPr>
          <a:xfrm>
            <a:off x="5983859" y="8788189"/>
            <a:ext cx="958215" cy="1254760"/>
            <a:chOff x="5983859" y="8788189"/>
            <a:chExt cx="958215" cy="1254760"/>
          </a:xfrm>
        </p:grpSpPr>
        <p:sp>
          <p:nvSpPr>
            <p:cNvPr id="378" name="object 378" descr=""/>
            <p:cNvSpPr/>
            <p:nvPr/>
          </p:nvSpPr>
          <p:spPr>
            <a:xfrm>
              <a:off x="6436107" y="9773734"/>
              <a:ext cx="53975" cy="269240"/>
            </a:xfrm>
            <a:custGeom>
              <a:avLst/>
              <a:gdLst/>
              <a:ahLst/>
              <a:cxnLst/>
              <a:rect l="l" t="t" r="r" b="b"/>
              <a:pathLst>
                <a:path w="53975" h="269240">
                  <a:moveTo>
                    <a:pt x="0" y="268629"/>
                  </a:moveTo>
                  <a:lnTo>
                    <a:pt x="53495" y="268629"/>
                  </a:lnTo>
                  <a:lnTo>
                    <a:pt x="53495" y="0"/>
                  </a:lnTo>
                  <a:lnTo>
                    <a:pt x="0" y="0"/>
                  </a:lnTo>
                  <a:lnTo>
                    <a:pt x="0" y="268629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 descr=""/>
            <p:cNvSpPr/>
            <p:nvPr/>
          </p:nvSpPr>
          <p:spPr>
            <a:xfrm>
              <a:off x="5983859" y="8788189"/>
              <a:ext cx="958215" cy="1012190"/>
            </a:xfrm>
            <a:custGeom>
              <a:avLst/>
              <a:gdLst/>
              <a:ahLst/>
              <a:cxnLst/>
              <a:rect l="l" t="t" r="r" b="b"/>
              <a:pathLst>
                <a:path w="958215" h="1012190">
                  <a:moveTo>
                    <a:pt x="479001" y="0"/>
                  </a:moveTo>
                  <a:lnTo>
                    <a:pt x="436155" y="5756"/>
                  </a:lnTo>
                  <a:lnTo>
                    <a:pt x="397655" y="22000"/>
                  </a:lnTo>
                  <a:lnTo>
                    <a:pt x="365037" y="47198"/>
                  </a:lnTo>
                  <a:lnTo>
                    <a:pt x="339836" y="79814"/>
                  </a:lnTo>
                  <a:lnTo>
                    <a:pt x="323590" y="118312"/>
                  </a:lnTo>
                  <a:lnTo>
                    <a:pt x="317833" y="161157"/>
                  </a:lnTo>
                  <a:lnTo>
                    <a:pt x="318011" y="172581"/>
                  </a:lnTo>
                  <a:lnTo>
                    <a:pt x="306647" y="169595"/>
                  </a:lnTo>
                  <a:lnTo>
                    <a:pt x="294975" y="167416"/>
                  </a:lnTo>
                  <a:lnTo>
                    <a:pt x="283028" y="166081"/>
                  </a:lnTo>
                  <a:lnTo>
                    <a:pt x="270839" y="165628"/>
                  </a:lnTo>
                  <a:lnTo>
                    <a:pt x="227400" y="171465"/>
                  </a:lnTo>
                  <a:lnTo>
                    <a:pt x="188366" y="187938"/>
                  </a:lnTo>
                  <a:lnTo>
                    <a:pt x="155297" y="213488"/>
                  </a:lnTo>
                  <a:lnTo>
                    <a:pt x="129749" y="246558"/>
                  </a:lnTo>
                  <a:lnTo>
                    <a:pt x="113278" y="285590"/>
                  </a:lnTo>
                  <a:lnTo>
                    <a:pt x="107441" y="329026"/>
                  </a:lnTo>
                  <a:lnTo>
                    <a:pt x="107758" y="339228"/>
                  </a:lnTo>
                  <a:lnTo>
                    <a:pt x="108693" y="349264"/>
                  </a:lnTo>
                  <a:lnTo>
                    <a:pt x="110224" y="359115"/>
                  </a:lnTo>
                  <a:lnTo>
                    <a:pt x="112331" y="368763"/>
                  </a:lnTo>
                  <a:lnTo>
                    <a:pt x="75277" y="390100"/>
                  </a:lnTo>
                  <a:lnTo>
                    <a:pt x="44248" y="419101"/>
                  </a:lnTo>
                  <a:lnTo>
                    <a:pt x="20512" y="454501"/>
                  </a:lnTo>
                  <a:lnTo>
                    <a:pt x="5339" y="495032"/>
                  </a:lnTo>
                  <a:lnTo>
                    <a:pt x="0" y="539428"/>
                  </a:lnTo>
                  <a:lnTo>
                    <a:pt x="7381" y="591426"/>
                  </a:lnTo>
                  <a:lnTo>
                    <a:pt x="28133" y="637724"/>
                  </a:lnTo>
                  <a:lnTo>
                    <a:pt x="60169" y="676247"/>
                  </a:lnTo>
                  <a:lnTo>
                    <a:pt x="101400" y="704920"/>
                  </a:lnTo>
                  <a:lnTo>
                    <a:pt x="96324" y="719830"/>
                  </a:lnTo>
                  <a:lnTo>
                    <a:pt x="92600" y="735315"/>
                  </a:lnTo>
                  <a:lnTo>
                    <a:pt x="90307" y="751306"/>
                  </a:lnTo>
                  <a:lnTo>
                    <a:pt x="89526" y="767735"/>
                  </a:lnTo>
                  <a:lnTo>
                    <a:pt x="95683" y="813554"/>
                  </a:lnTo>
                  <a:lnTo>
                    <a:pt x="113060" y="854726"/>
                  </a:lnTo>
                  <a:lnTo>
                    <a:pt x="140012" y="889607"/>
                  </a:lnTo>
                  <a:lnTo>
                    <a:pt x="174895" y="916556"/>
                  </a:lnTo>
                  <a:lnTo>
                    <a:pt x="216065" y="933930"/>
                  </a:lnTo>
                  <a:lnTo>
                    <a:pt x="261876" y="940086"/>
                  </a:lnTo>
                  <a:lnTo>
                    <a:pt x="284863" y="938561"/>
                  </a:lnTo>
                  <a:lnTo>
                    <a:pt x="306922" y="934119"/>
                  </a:lnTo>
                  <a:lnTo>
                    <a:pt x="327866" y="926962"/>
                  </a:lnTo>
                  <a:lnTo>
                    <a:pt x="347507" y="917291"/>
                  </a:lnTo>
                  <a:lnTo>
                    <a:pt x="367267" y="955197"/>
                  </a:lnTo>
                  <a:lnTo>
                    <a:pt x="397273" y="985083"/>
                  </a:lnTo>
                  <a:lnTo>
                    <a:pt x="435269" y="1004680"/>
                  </a:lnTo>
                  <a:lnTo>
                    <a:pt x="479001" y="1011717"/>
                  </a:lnTo>
                  <a:lnTo>
                    <a:pt x="521794" y="1004992"/>
                  </a:lnTo>
                  <a:lnTo>
                    <a:pt x="559166" y="986226"/>
                  </a:lnTo>
                  <a:lnTo>
                    <a:pt x="589006" y="957533"/>
                  </a:lnTo>
                  <a:lnTo>
                    <a:pt x="609206" y="921029"/>
                  </a:lnTo>
                  <a:lnTo>
                    <a:pt x="629092" y="931009"/>
                  </a:lnTo>
                  <a:lnTo>
                    <a:pt x="650340" y="938396"/>
                  </a:lnTo>
                  <a:lnTo>
                    <a:pt x="672748" y="942982"/>
                  </a:lnTo>
                  <a:lnTo>
                    <a:pt x="696114" y="944557"/>
                  </a:lnTo>
                  <a:lnTo>
                    <a:pt x="741934" y="938401"/>
                  </a:lnTo>
                  <a:lnTo>
                    <a:pt x="783108" y="921027"/>
                  </a:lnTo>
                  <a:lnTo>
                    <a:pt x="817992" y="894080"/>
                  </a:lnTo>
                  <a:lnTo>
                    <a:pt x="844943" y="859200"/>
                  </a:lnTo>
                  <a:lnTo>
                    <a:pt x="862319" y="818032"/>
                  </a:lnTo>
                  <a:lnTo>
                    <a:pt x="868476" y="772217"/>
                  </a:lnTo>
                  <a:lnTo>
                    <a:pt x="867694" y="755783"/>
                  </a:lnTo>
                  <a:lnTo>
                    <a:pt x="865401" y="739791"/>
                  </a:lnTo>
                  <a:lnTo>
                    <a:pt x="861677" y="724306"/>
                  </a:lnTo>
                  <a:lnTo>
                    <a:pt x="856602" y="709392"/>
                  </a:lnTo>
                  <a:lnTo>
                    <a:pt x="897832" y="680719"/>
                  </a:lnTo>
                  <a:lnTo>
                    <a:pt x="929868" y="642199"/>
                  </a:lnTo>
                  <a:lnTo>
                    <a:pt x="950620" y="595901"/>
                  </a:lnTo>
                  <a:lnTo>
                    <a:pt x="958002" y="543899"/>
                  </a:lnTo>
                  <a:lnTo>
                    <a:pt x="952662" y="499507"/>
                  </a:lnTo>
                  <a:lnTo>
                    <a:pt x="937490" y="458976"/>
                  </a:lnTo>
                  <a:lnTo>
                    <a:pt x="913754" y="423575"/>
                  </a:lnTo>
                  <a:lnTo>
                    <a:pt x="882724" y="394572"/>
                  </a:lnTo>
                  <a:lnTo>
                    <a:pt x="845670" y="373234"/>
                  </a:lnTo>
                  <a:lnTo>
                    <a:pt x="847777" y="363592"/>
                  </a:lnTo>
                  <a:lnTo>
                    <a:pt x="849309" y="353744"/>
                  </a:lnTo>
                  <a:lnTo>
                    <a:pt x="850244" y="343710"/>
                  </a:lnTo>
                  <a:lnTo>
                    <a:pt x="850560" y="333508"/>
                  </a:lnTo>
                  <a:lnTo>
                    <a:pt x="844724" y="290067"/>
                  </a:lnTo>
                  <a:lnTo>
                    <a:pt x="828253" y="251032"/>
                  </a:lnTo>
                  <a:lnTo>
                    <a:pt x="802704" y="217960"/>
                  </a:lnTo>
                  <a:lnTo>
                    <a:pt x="769635" y="192409"/>
                  </a:lnTo>
                  <a:lnTo>
                    <a:pt x="730602" y="175936"/>
                  </a:lnTo>
                  <a:lnTo>
                    <a:pt x="687162" y="170099"/>
                  </a:lnTo>
                  <a:lnTo>
                    <a:pt x="674898" y="170558"/>
                  </a:lnTo>
                  <a:lnTo>
                    <a:pt x="662881" y="171908"/>
                  </a:lnTo>
                  <a:lnTo>
                    <a:pt x="651141" y="174110"/>
                  </a:lnTo>
                  <a:lnTo>
                    <a:pt x="639708" y="177125"/>
                  </a:lnTo>
                  <a:lnTo>
                    <a:pt x="640158" y="169502"/>
                  </a:lnTo>
                  <a:lnTo>
                    <a:pt x="640158" y="161900"/>
                  </a:lnTo>
                  <a:lnTo>
                    <a:pt x="634401" y="118312"/>
                  </a:lnTo>
                  <a:lnTo>
                    <a:pt x="618155" y="79814"/>
                  </a:lnTo>
                  <a:lnTo>
                    <a:pt x="592955" y="47198"/>
                  </a:lnTo>
                  <a:lnTo>
                    <a:pt x="560339" y="22000"/>
                  </a:lnTo>
                  <a:lnTo>
                    <a:pt x="521842" y="5756"/>
                  </a:lnTo>
                  <a:lnTo>
                    <a:pt x="479001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0" name="object 380" descr=""/>
            <p:cNvSpPr/>
            <p:nvPr/>
          </p:nvSpPr>
          <p:spPr>
            <a:xfrm>
              <a:off x="6383337" y="9012383"/>
              <a:ext cx="398145" cy="256540"/>
            </a:xfrm>
            <a:custGeom>
              <a:avLst/>
              <a:gdLst/>
              <a:ahLst/>
              <a:cxnLst/>
              <a:rect l="l" t="t" r="r" b="b"/>
              <a:pathLst>
                <a:path w="398145" h="256540">
                  <a:moveTo>
                    <a:pt x="233794" y="229895"/>
                  </a:moveTo>
                  <a:lnTo>
                    <a:pt x="216839" y="179984"/>
                  </a:lnTo>
                  <a:lnTo>
                    <a:pt x="160591" y="132854"/>
                  </a:lnTo>
                  <a:lnTo>
                    <a:pt x="116357" y="124523"/>
                  </a:lnTo>
                  <a:lnTo>
                    <a:pt x="72224" y="133400"/>
                  </a:lnTo>
                  <a:lnTo>
                    <a:pt x="33528" y="159435"/>
                  </a:lnTo>
                  <a:lnTo>
                    <a:pt x="9677" y="194500"/>
                  </a:lnTo>
                  <a:lnTo>
                    <a:pt x="0" y="234264"/>
                  </a:lnTo>
                  <a:lnTo>
                    <a:pt x="4178" y="227634"/>
                  </a:lnTo>
                  <a:lnTo>
                    <a:pt x="8763" y="221195"/>
                  </a:lnTo>
                  <a:lnTo>
                    <a:pt x="13792" y="214985"/>
                  </a:lnTo>
                  <a:lnTo>
                    <a:pt x="19278" y="209042"/>
                  </a:lnTo>
                  <a:lnTo>
                    <a:pt x="62039" y="180263"/>
                  </a:lnTo>
                  <a:lnTo>
                    <a:pt x="110807" y="170459"/>
                  </a:lnTo>
                  <a:lnTo>
                    <a:pt x="159715" y="179666"/>
                  </a:lnTo>
                  <a:lnTo>
                    <a:pt x="202819" y="207911"/>
                  </a:lnTo>
                  <a:lnTo>
                    <a:pt x="228066" y="243128"/>
                  </a:lnTo>
                  <a:lnTo>
                    <a:pt x="233540" y="256120"/>
                  </a:lnTo>
                  <a:lnTo>
                    <a:pt x="233794" y="229895"/>
                  </a:lnTo>
                  <a:close/>
                </a:path>
                <a:path w="398145" h="256540">
                  <a:moveTo>
                    <a:pt x="397725" y="117436"/>
                  </a:moveTo>
                  <a:lnTo>
                    <a:pt x="388493" y="71729"/>
                  </a:lnTo>
                  <a:lnTo>
                    <a:pt x="363321" y="34404"/>
                  </a:lnTo>
                  <a:lnTo>
                    <a:pt x="325996" y="9232"/>
                  </a:lnTo>
                  <a:lnTo>
                    <a:pt x="280289" y="0"/>
                  </a:lnTo>
                  <a:lnTo>
                    <a:pt x="258775" y="1981"/>
                  </a:lnTo>
                  <a:lnTo>
                    <a:pt x="238582" y="7670"/>
                  </a:lnTo>
                  <a:lnTo>
                    <a:pt x="220040" y="16713"/>
                  </a:lnTo>
                  <a:lnTo>
                    <a:pt x="203479" y="28740"/>
                  </a:lnTo>
                  <a:lnTo>
                    <a:pt x="211137" y="27051"/>
                  </a:lnTo>
                  <a:lnTo>
                    <a:pt x="218935" y="25793"/>
                  </a:lnTo>
                  <a:lnTo>
                    <a:pt x="226885" y="24993"/>
                  </a:lnTo>
                  <a:lnTo>
                    <a:pt x="234975" y="24726"/>
                  </a:lnTo>
                  <a:lnTo>
                    <a:pt x="285496" y="34925"/>
                  </a:lnTo>
                  <a:lnTo>
                    <a:pt x="326745" y="62738"/>
                  </a:lnTo>
                  <a:lnTo>
                    <a:pt x="354558" y="104000"/>
                  </a:lnTo>
                  <a:lnTo>
                    <a:pt x="364756" y="154520"/>
                  </a:lnTo>
                  <a:lnTo>
                    <a:pt x="363905" y="169278"/>
                  </a:lnTo>
                  <a:lnTo>
                    <a:pt x="361429" y="183540"/>
                  </a:lnTo>
                  <a:lnTo>
                    <a:pt x="357441" y="197218"/>
                  </a:lnTo>
                  <a:lnTo>
                    <a:pt x="352044" y="210248"/>
                  </a:lnTo>
                  <a:lnTo>
                    <a:pt x="370890" y="191998"/>
                  </a:lnTo>
                  <a:lnTo>
                    <a:pt x="385292" y="169964"/>
                  </a:lnTo>
                  <a:lnTo>
                    <a:pt x="394487" y="144868"/>
                  </a:lnTo>
                  <a:lnTo>
                    <a:pt x="397725" y="117436"/>
                  </a:lnTo>
                  <a:close/>
                </a:path>
              </a:pathLst>
            </a:custGeom>
            <a:solidFill>
              <a:srgbClr val="259CA6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1" name="object 381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6055880" y="9237445"/>
              <a:ext cx="206297" cy="198527"/>
            </a:xfrm>
            <a:prstGeom prst="rect">
              <a:avLst/>
            </a:prstGeom>
          </p:spPr>
        </p:pic>
        <p:sp>
          <p:nvSpPr>
            <p:cNvPr id="382" name="object 382" descr=""/>
            <p:cNvSpPr/>
            <p:nvPr/>
          </p:nvSpPr>
          <p:spPr>
            <a:xfrm>
              <a:off x="6679919" y="9246737"/>
              <a:ext cx="201295" cy="203835"/>
            </a:xfrm>
            <a:custGeom>
              <a:avLst/>
              <a:gdLst/>
              <a:ahLst/>
              <a:cxnLst/>
              <a:rect l="l" t="t" r="r" b="b"/>
              <a:pathLst>
                <a:path w="201295" h="203834">
                  <a:moveTo>
                    <a:pt x="74269" y="0"/>
                  </a:moveTo>
                  <a:lnTo>
                    <a:pt x="52988" y="3688"/>
                  </a:lnTo>
                  <a:lnTo>
                    <a:pt x="33310" y="10974"/>
                  </a:lnTo>
                  <a:lnTo>
                    <a:pt x="15545" y="21467"/>
                  </a:lnTo>
                  <a:lnTo>
                    <a:pt x="0" y="34773"/>
                  </a:lnTo>
                  <a:lnTo>
                    <a:pt x="7496" y="32478"/>
                  </a:lnTo>
                  <a:lnTo>
                    <a:pt x="15173" y="30598"/>
                  </a:lnTo>
                  <a:lnTo>
                    <a:pt x="23033" y="29178"/>
                  </a:lnTo>
                  <a:lnTo>
                    <a:pt x="31077" y="28260"/>
                  </a:lnTo>
                  <a:lnTo>
                    <a:pt x="82249" y="34392"/>
                  </a:lnTo>
                  <a:lnTo>
                    <a:pt x="125591" y="58824"/>
                  </a:lnTo>
                  <a:lnTo>
                    <a:pt x="156609" y="97727"/>
                  </a:lnTo>
                  <a:lnTo>
                    <a:pt x="170811" y="147273"/>
                  </a:lnTo>
                  <a:lnTo>
                    <a:pt x="171139" y="162053"/>
                  </a:lnTo>
                  <a:lnTo>
                    <a:pt x="169807" y="176465"/>
                  </a:lnTo>
                  <a:lnTo>
                    <a:pt x="166922" y="190422"/>
                  </a:lnTo>
                  <a:lnTo>
                    <a:pt x="162591" y="203836"/>
                  </a:lnTo>
                  <a:lnTo>
                    <a:pt x="179913" y="184144"/>
                  </a:lnTo>
                  <a:lnTo>
                    <a:pt x="192505" y="161027"/>
                  </a:lnTo>
                  <a:lnTo>
                    <a:pt x="199670" y="135274"/>
                  </a:lnTo>
                  <a:lnTo>
                    <a:pt x="200705" y="107672"/>
                  </a:lnTo>
                  <a:lnTo>
                    <a:pt x="187860" y="62850"/>
                  </a:lnTo>
                  <a:lnTo>
                    <a:pt x="159794" y="27653"/>
                  </a:lnTo>
                  <a:lnTo>
                    <a:pt x="120575" y="5547"/>
                  </a:lnTo>
                  <a:lnTo>
                    <a:pt x="74269" y="0"/>
                  </a:lnTo>
                  <a:close/>
                </a:path>
              </a:pathLst>
            </a:custGeom>
            <a:solidFill>
              <a:srgbClr val="259CA6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3" name="object 383" descr="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6338747" y="8841839"/>
              <a:ext cx="233825" cy="132320"/>
            </a:xfrm>
            <a:prstGeom prst="rect">
              <a:avLst/>
            </a:prstGeom>
          </p:spPr>
        </p:pic>
        <p:pic>
          <p:nvPicPr>
            <p:cNvPr id="384" name="object 384" descr="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6137927" y="9010090"/>
              <a:ext cx="210244" cy="194234"/>
            </a:xfrm>
            <a:prstGeom prst="rect">
              <a:avLst/>
            </a:prstGeom>
          </p:spPr>
        </p:pic>
        <p:pic>
          <p:nvPicPr>
            <p:cNvPr id="385" name="object 385" descr="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6111558" y="9474461"/>
              <a:ext cx="194245" cy="210244"/>
            </a:xfrm>
            <a:prstGeom prst="rect">
              <a:avLst/>
            </a:prstGeom>
          </p:spPr>
        </p:pic>
        <p:sp>
          <p:nvSpPr>
            <p:cNvPr id="386" name="object 386" descr=""/>
            <p:cNvSpPr/>
            <p:nvPr/>
          </p:nvSpPr>
          <p:spPr>
            <a:xfrm>
              <a:off x="6354591" y="9412105"/>
              <a:ext cx="234315" cy="132080"/>
            </a:xfrm>
            <a:custGeom>
              <a:avLst/>
              <a:gdLst/>
              <a:ahLst/>
              <a:cxnLst/>
              <a:rect l="l" t="t" r="r" b="b"/>
              <a:pathLst>
                <a:path w="234315" h="132079">
                  <a:moveTo>
                    <a:pt x="254" y="0"/>
                  </a:moveTo>
                  <a:lnTo>
                    <a:pt x="5561" y="51963"/>
                  </a:lnTo>
                  <a:lnTo>
                    <a:pt x="34201" y="97714"/>
                  </a:lnTo>
                  <a:lnTo>
                    <a:pt x="73202" y="123272"/>
                  </a:lnTo>
                  <a:lnTo>
                    <a:pt x="117443" y="131598"/>
                  </a:lnTo>
                  <a:lnTo>
                    <a:pt x="161579" y="122725"/>
                  </a:lnTo>
                  <a:lnTo>
                    <a:pt x="200269" y="96688"/>
                  </a:lnTo>
                  <a:lnTo>
                    <a:pt x="224116" y="61626"/>
                  </a:lnTo>
                  <a:lnTo>
                    <a:pt x="233797" y="21852"/>
                  </a:lnTo>
                  <a:lnTo>
                    <a:pt x="229620" y="28487"/>
                  </a:lnTo>
                  <a:lnTo>
                    <a:pt x="225034" y="34924"/>
                  </a:lnTo>
                  <a:lnTo>
                    <a:pt x="220010" y="41131"/>
                  </a:lnTo>
                  <a:lnTo>
                    <a:pt x="214520" y="47077"/>
                  </a:lnTo>
                  <a:lnTo>
                    <a:pt x="171766" y="75855"/>
                  </a:lnTo>
                  <a:lnTo>
                    <a:pt x="122987" y="85659"/>
                  </a:lnTo>
                  <a:lnTo>
                    <a:pt x="74089" y="76455"/>
                  </a:lnTo>
                  <a:lnTo>
                    <a:pt x="30975" y="48207"/>
                  </a:lnTo>
                  <a:lnTo>
                    <a:pt x="21075" y="37229"/>
                  </a:lnTo>
                  <a:lnTo>
                    <a:pt x="12670" y="25446"/>
                  </a:lnTo>
                  <a:lnTo>
                    <a:pt x="5737" y="12992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rgbClr val="259CA6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7" name="object 387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6346420" y="9620740"/>
              <a:ext cx="233825" cy="132320"/>
            </a:xfrm>
            <a:prstGeom prst="rect">
              <a:avLst/>
            </a:prstGeom>
          </p:spPr>
        </p:pic>
        <p:sp>
          <p:nvSpPr>
            <p:cNvPr id="388" name="object 388" descr=""/>
            <p:cNvSpPr/>
            <p:nvPr/>
          </p:nvSpPr>
          <p:spPr>
            <a:xfrm>
              <a:off x="6613673" y="9496058"/>
              <a:ext cx="210820" cy="194310"/>
            </a:xfrm>
            <a:custGeom>
              <a:avLst/>
              <a:gdLst/>
              <a:ahLst/>
              <a:cxnLst/>
              <a:rect l="l" t="t" r="r" b="b"/>
              <a:pathLst>
                <a:path w="210820" h="194309">
                  <a:moveTo>
                    <a:pt x="181512" y="0"/>
                  </a:moveTo>
                  <a:lnTo>
                    <a:pt x="183202" y="7654"/>
                  </a:lnTo>
                  <a:lnTo>
                    <a:pt x="184459" y="15456"/>
                  </a:lnTo>
                  <a:lnTo>
                    <a:pt x="185242" y="23401"/>
                  </a:lnTo>
                  <a:lnTo>
                    <a:pt x="185512" y="31485"/>
                  </a:lnTo>
                  <a:lnTo>
                    <a:pt x="175318" y="82008"/>
                  </a:lnTo>
                  <a:lnTo>
                    <a:pt x="147504" y="123265"/>
                  </a:lnTo>
                  <a:lnTo>
                    <a:pt x="106248" y="151082"/>
                  </a:lnTo>
                  <a:lnTo>
                    <a:pt x="55726" y="161283"/>
                  </a:lnTo>
                  <a:lnTo>
                    <a:pt x="40967" y="160430"/>
                  </a:lnTo>
                  <a:lnTo>
                    <a:pt x="26708" y="157949"/>
                  </a:lnTo>
                  <a:lnTo>
                    <a:pt x="13027" y="153954"/>
                  </a:lnTo>
                  <a:lnTo>
                    <a:pt x="0" y="148560"/>
                  </a:lnTo>
                  <a:lnTo>
                    <a:pt x="18245" y="167403"/>
                  </a:lnTo>
                  <a:lnTo>
                    <a:pt x="40281" y="181803"/>
                  </a:lnTo>
                  <a:lnTo>
                    <a:pt x="65380" y="191000"/>
                  </a:lnTo>
                  <a:lnTo>
                    <a:pt x="92813" y="194234"/>
                  </a:lnTo>
                  <a:lnTo>
                    <a:pt x="138519" y="185008"/>
                  </a:lnTo>
                  <a:lnTo>
                    <a:pt x="175846" y="159844"/>
                  </a:lnTo>
                  <a:lnTo>
                    <a:pt x="201015" y="122518"/>
                  </a:lnTo>
                  <a:lnTo>
                    <a:pt x="210244" y="76803"/>
                  </a:lnTo>
                  <a:lnTo>
                    <a:pt x="208266" y="55300"/>
                  </a:lnTo>
                  <a:lnTo>
                    <a:pt x="202573" y="35103"/>
                  </a:lnTo>
                  <a:lnTo>
                    <a:pt x="193533" y="16556"/>
                  </a:lnTo>
                  <a:lnTo>
                    <a:pt x="181512" y="0"/>
                  </a:lnTo>
                  <a:close/>
                </a:path>
              </a:pathLst>
            </a:custGeom>
            <a:solidFill>
              <a:srgbClr val="259CA6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89" name="object 389" descr=""/>
          <p:cNvGrpSpPr/>
          <p:nvPr/>
        </p:nvGrpSpPr>
        <p:grpSpPr>
          <a:xfrm>
            <a:off x="7456333" y="8363215"/>
            <a:ext cx="1290955" cy="1679575"/>
            <a:chOff x="7456333" y="8363215"/>
            <a:chExt cx="1290955" cy="1679575"/>
          </a:xfrm>
        </p:grpSpPr>
        <p:sp>
          <p:nvSpPr>
            <p:cNvPr id="390" name="object 390" descr=""/>
            <p:cNvSpPr/>
            <p:nvPr/>
          </p:nvSpPr>
          <p:spPr>
            <a:xfrm>
              <a:off x="8065660" y="9691077"/>
              <a:ext cx="72390" cy="351790"/>
            </a:xfrm>
            <a:custGeom>
              <a:avLst/>
              <a:gdLst/>
              <a:ahLst/>
              <a:cxnLst/>
              <a:rect l="l" t="t" r="r" b="b"/>
              <a:pathLst>
                <a:path w="72390" h="351790">
                  <a:moveTo>
                    <a:pt x="0" y="351286"/>
                  </a:moveTo>
                  <a:lnTo>
                    <a:pt x="72081" y="351286"/>
                  </a:lnTo>
                  <a:lnTo>
                    <a:pt x="72081" y="0"/>
                  </a:lnTo>
                  <a:lnTo>
                    <a:pt x="0" y="0"/>
                  </a:lnTo>
                  <a:lnTo>
                    <a:pt x="0" y="351286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1" name="object 391" descr=""/>
            <p:cNvSpPr/>
            <p:nvPr/>
          </p:nvSpPr>
          <p:spPr>
            <a:xfrm>
              <a:off x="7456333" y="8363215"/>
              <a:ext cx="1290955" cy="1363345"/>
            </a:xfrm>
            <a:custGeom>
              <a:avLst/>
              <a:gdLst/>
              <a:ahLst/>
              <a:cxnLst/>
              <a:rect l="l" t="t" r="r" b="b"/>
              <a:pathLst>
                <a:path w="1290954" h="1363345">
                  <a:moveTo>
                    <a:pt x="645373" y="0"/>
                  </a:moveTo>
                  <a:lnTo>
                    <a:pt x="595585" y="5734"/>
                  </a:lnTo>
                  <a:lnTo>
                    <a:pt x="549881" y="22069"/>
                  </a:lnTo>
                  <a:lnTo>
                    <a:pt x="509565" y="47701"/>
                  </a:lnTo>
                  <a:lnTo>
                    <a:pt x="475939" y="81326"/>
                  </a:lnTo>
                  <a:lnTo>
                    <a:pt x="450307" y="121643"/>
                  </a:lnTo>
                  <a:lnTo>
                    <a:pt x="433972" y="167346"/>
                  </a:lnTo>
                  <a:lnTo>
                    <a:pt x="428238" y="217134"/>
                  </a:lnTo>
                  <a:lnTo>
                    <a:pt x="428468" y="232526"/>
                  </a:lnTo>
                  <a:lnTo>
                    <a:pt x="413154" y="228506"/>
                  </a:lnTo>
                  <a:lnTo>
                    <a:pt x="397427" y="225572"/>
                  </a:lnTo>
                  <a:lnTo>
                    <a:pt x="381331" y="223776"/>
                  </a:lnTo>
                  <a:lnTo>
                    <a:pt x="364910" y="223165"/>
                  </a:lnTo>
                  <a:lnTo>
                    <a:pt x="320538" y="227638"/>
                  </a:lnTo>
                  <a:lnTo>
                    <a:pt x="279212" y="240466"/>
                  </a:lnTo>
                  <a:lnTo>
                    <a:pt x="241816" y="260763"/>
                  </a:lnTo>
                  <a:lnTo>
                    <a:pt x="209235" y="287645"/>
                  </a:lnTo>
                  <a:lnTo>
                    <a:pt x="182354" y="320227"/>
                  </a:lnTo>
                  <a:lnTo>
                    <a:pt x="162058" y="357622"/>
                  </a:lnTo>
                  <a:lnTo>
                    <a:pt x="149232" y="398947"/>
                  </a:lnTo>
                  <a:lnTo>
                    <a:pt x="144759" y="443316"/>
                  </a:lnTo>
                  <a:lnTo>
                    <a:pt x="145186" y="457059"/>
                  </a:lnTo>
                  <a:lnTo>
                    <a:pt x="146447" y="470579"/>
                  </a:lnTo>
                  <a:lnTo>
                    <a:pt x="148510" y="483853"/>
                  </a:lnTo>
                  <a:lnTo>
                    <a:pt x="151346" y="496853"/>
                  </a:lnTo>
                  <a:lnTo>
                    <a:pt x="109224" y="520049"/>
                  </a:lnTo>
                  <a:lnTo>
                    <a:pt x="72542" y="550611"/>
                  </a:lnTo>
                  <a:lnTo>
                    <a:pt x="42289" y="587554"/>
                  </a:lnTo>
                  <a:lnTo>
                    <a:pt x="19454" y="629890"/>
                  </a:lnTo>
                  <a:lnTo>
                    <a:pt x="5028" y="676632"/>
                  </a:lnTo>
                  <a:lnTo>
                    <a:pt x="0" y="726794"/>
                  </a:lnTo>
                  <a:lnTo>
                    <a:pt x="4489" y="774214"/>
                  </a:lnTo>
                  <a:lnTo>
                    <a:pt x="17403" y="818635"/>
                  </a:lnTo>
                  <a:lnTo>
                    <a:pt x="37907" y="859230"/>
                  </a:lnTo>
                  <a:lnTo>
                    <a:pt x="65166" y="895168"/>
                  </a:lnTo>
                  <a:lnTo>
                    <a:pt x="98346" y="925622"/>
                  </a:lnTo>
                  <a:lnTo>
                    <a:pt x="136613" y="949761"/>
                  </a:lnTo>
                  <a:lnTo>
                    <a:pt x="129777" y="969855"/>
                  </a:lnTo>
                  <a:lnTo>
                    <a:pt x="124763" y="990717"/>
                  </a:lnTo>
                  <a:lnTo>
                    <a:pt x="121676" y="1012260"/>
                  </a:lnTo>
                  <a:lnTo>
                    <a:pt x="120624" y="1034397"/>
                  </a:lnTo>
                  <a:lnTo>
                    <a:pt x="125342" y="1081197"/>
                  </a:lnTo>
                  <a:lnTo>
                    <a:pt x="138874" y="1124787"/>
                  </a:lnTo>
                  <a:lnTo>
                    <a:pt x="160285" y="1164233"/>
                  </a:lnTo>
                  <a:lnTo>
                    <a:pt x="188642" y="1198602"/>
                  </a:lnTo>
                  <a:lnTo>
                    <a:pt x="223009" y="1226959"/>
                  </a:lnTo>
                  <a:lnTo>
                    <a:pt x="262454" y="1248371"/>
                  </a:lnTo>
                  <a:lnTo>
                    <a:pt x="306041" y="1261902"/>
                  </a:lnTo>
                  <a:lnTo>
                    <a:pt x="352837" y="1266621"/>
                  </a:lnTo>
                  <a:lnTo>
                    <a:pt x="383805" y="1264564"/>
                  </a:lnTo>
                  <a:lnTo>
                    <a:pt x="413525" y="1258575"/>
                  </a:lnTo>
                  <a:lnTo>
                    <a:pt x="441743" y="1248929"/>
                  </a:lnTo>
                  <a:lnTo>
                    <a:pt x="468205" y="1235899"/>
                  </a:lnTo>
                  <a:lnTo>
                    <a:pt x="488301" y="1277525"/>
                  </a:lnTo>
                  <a:lnTo>
                    <a:pt x="517622" y="1312625"/>
                  </a:lnTo>
                  <a:lnTo>
                    <a:pt x="554612" y="1339635"/>
                  </a:lnTo>
                  <a:lnTo>
                    <a:pt x="597714" y="1356988"/>
                  </a:lnTo>
                  <a:lnTo>
                    <a:pt x="645373" y="1363120"/>
                  </a:lnTo>
                  <a:lnTo>
                    <a:pt x="691990" y="1357261"/>
                  </a:lnTo>
                  <a:lnTo>
                    <a:pt x="734297" y="1340654"/>
                  </a:lnTo>
                  <a:lnTo>
                    <a:pt x="770839" y="1314758"/>
                  </a:lnTo>
                  <a:lnTo>
                    <a:pt x="800159" y="1281033"/>
                  </a:lnTo>
                  <a:lnTo>
                    <a:pt x="820802" y="1240936"/>
                  </a:lnTo>
                  <a:lnTo>
                    <a:pt x="847599" y="1254380"/>
                  </a:lnTo>
                  <a:lnTo>
                    <a:pt x="876228" y="1264335"/>
                  </a:lnTo>
                  <a:lnTo>
                    <a:pt x="906418" y="1270517"/>
                  </a:lnTo>
                  <a:lnTo>
                    <a:pt x="937898" y="1272641"/>
                  </a:lnTo>
                  <a:lnTo>
                    <a:pt x="984697" y="1267924"/>
                  </a:lnTo>
                  <a:lnTo>
                    <a:pt x="1028287" y="1254393"/>
                  </a:lnTo>
                  <a:lnTo>
                    <a:pt x="1067733" y="1232984"/>
                  </a:lnTo>
                  <a:lnTo>
                    <a:pt x="1102102" y="1204629"/>
                  </a:lnTo>
                  <a:lnTo>
                    <a:pt x="1130459" y="1170263"/>
                  </a:lnTo>
                  <a:lnTo>
                    <a:pt x="1151871" y="1130821"/>
                  </a:lnTo>
                  <a:lnTo>
                    <a:pt x="1165403" y="1087234"/>
                  </a:lnTo>
                  <a:lnTo>
                    <a:pt x="1170121" y="1040439"/>
                  </a:lnTo>
                  <a:lnTo>
                    <a:pt x="1169069" y="1018294"/>
                  </a:lnTo>
                  <a:lnTo>
                    <a:pt x="1165982" y="996745"/>
                  </a:lnTo>
                  <a:lnTo>
                    <a:pt x="1160968" y="975882"/>
                  </a:lnTo>
                  <a:lnTo>
                    <a:pt x="1154132" y="955792"/>
                  </a:lnTo>
                  <a:lnTo>
                    <a:pt x="1192403" y="931649"/>
                  </a:lnTo>
                  <a:lnTo>
                    <a:pt x="1225584" y="901195"/>
                  </a:lnTo>
                  <a:lnTo>
                    <a:pt x="1252842" y="865257"/>
                  </a:lnTo>
                  <a:lnTo>
                    <a:pt x="1273344" y="824664"/>
                  </a:lnTo>
                  <a:lnTo>
                    <a:pt x="1286256" y="780244"/>
                  </a:lnTo>
                  <a:lnTo>
                    <a:pt x="1290746" y="732825"/>
                  </a:lnTo>
                  <a:lnTo>
                    <a:pt x="1285716" y="682662"/>
                  </a:lnTo>
                  <a:lnTo>
                    <a:pt x="1271288" y="635918"/>
                  </a:lnTo>
                  <a:lnTo>
                    <a:pt x="1248451" y="593580"/>
                  </a:lnTo>
                  <a:lnTo>
                    <a:pt x="1218195" y="556634"/>
                  </a:lnTo>
                  <a:lnTo>
                    <a:pt x="1181511" y="526070"/>
                  </a:lnTo>
                  <a:lnTo>
                    <a:pt x="1139389" y="502874"/>
                  </a:lnTo>
                  <a:lnTo>
                    <a:pt x="1142231" y="489880"/>
                  </a:lnTo>
                  <a:lnTo>
                    <a:pt x="1144297" y="476609"/>
                  </a:lnTo>
                  <a:lnTo>
                    <a:pt x="1145559" y="463090"/>
                  </a:lnTo>
                  <a:lnTo>
                    <a:pt x="1145986" y="449347"/>
                  </a:lnTo>
                  <a:lnTo>
                    <a:pt x="1141513" y="404978"/>
                  </a:lnTo>
                  <a:lnTo>
                    <a:pt x="1128685" y="363654"/>
                  </a:lnTo>
                  <a:lnTo>
                    <a:pt x="1108388" y="326258"/>
                  </a:lnTo>
                  <a:lnTo>
                    <a:pt x="1081506" y="293676"/>
                  </a:lnTo>
                  <a:lnTo>
                    <a:pt x="1048924" y="266794"/>
                  </a:lnTo>
                  <a:lnTo>
                    <a:pt x="1011529" y="246497"/>
                  </a:lnTo>
                  <a:lnTo>
                    <a:pt x="970204" y="233669"/>
                  </a:lnTo>
                  <a:lnTo>
                    <a:pt x="925835" y="229197"/>
                  </a:lnTo>
                  <a:lnTo>
                    <a:pt x="909313" y="229813"/>
                  </a:lnTo>
                  <a:lnTo>
                    <a:pt x="893120" y="231629"/>
                  </a:lnTo>
                  <a:lnTo>
                    <a:pt x="877298" y="234595"/>
                  </a:lnTo>
                  <a:lnTo>
                    <a:pt x="861889" y="238662"/>
                  </a:lnTo>
                  <a:lnTo>
                    <a:pt x="862507" y="228380"/>
                  </a:lnTo>
                  <a:lnTo>
                    <a:pt x="862507" y="217134"/>
                  </a:lnTo>
                  <a:lnTo>
                    <a:pt x="856773" y="167346"/>
                  </a:lnTo>
                  <a:lnTo>
                    <a:pt x="840438" y="121643"/>
                  </a:lnTo>
                  <a:lnTo>
                    <a:pt x="814806" y="81326"/>
                  </a:lnTo>
                  <a:lnTo>
                    <a:pt x="781180" y="47701"/>
                  </a:lnTo>
                  <a:lnTo>
                    <a:pt x="740864" y="22069"/>
                  </a:lnTo>
                  <a:lnTo>
                    <a:pt x="695160" y="5734"/>
                  </a:lnTo>
                  <a:lnTo>
                    <a:pt x="645373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2" name="object 392" descr=""/>
            <p:cNvSpPr/>
            <p:nvPr/>
          </p:nvSpPr>
          <p:spPr>
            <a:xfrm>
              <a:off x="7553363" y="8437365"/>
              <a:ext cx="1111250" cy="1224280"/>
            </a:xfrm>
            <a:custGeom>
              <a:avLst/>
              <a:gdLst/>
              <a:ahLst/>
              <a:cxnLst/>
              <a:rect l="l" t="t" r="r" b="b"/>
              <a:pathLst>
                <a:path w="1111250" h="1224279">
                  <a:moveTo>
                    <a:pt x="277939" y="586206"/>
                  </a:moveTo>
                  <a:lnTo>
                    <a:pt x="252082" y="562114"/>
                  </a:lnTo>
                  <a:lnTo>
                    <a:pt x="221437" y="544258"/>
                  </a:lnTo>
                  <a:lnTo>
                    <a:pt x="187032" y="533615"/>
                  </a:lnTo>
                  <a:lnTo>
                    <a:pt x="149898" y="531152"/>
                  </a:lnTo>
                  <a:lnTo>
                    <a:pt x="100380" y="541769"/>
                  </a:lnTo>
                  <a:lnTo>
                    <a:pt x="58153" y="566432"/>
                  </a:lnTo>
                  <a:lnTo>
                    <a:pt x="25704" y="602386"/>
                  </a:lnTo>
                  <a:lnTo>
                    <a:pt x="5499" y="646912"/>
                  </a:lnTo>
                  <a:lnTo>
                    <a:pt x="0" y="697280"/>
                  </a:lnTo>
                  <a:lnTo>
                    <a:pt x="4152" y="726084"/>
                  </a:lnTo>
                  <a:lnTo>
                    <a:pt x="13195" y="752856"/>
                  </a:lnTo>
                  <a:lnTo>
                    <a:pt x="26644" y="777189"/>
                  </a:lnTo>
                  <a:lnTo>
                    <a:pt x="43967" y="798639"/>
                  </a:lnTo>
                  <a:lnTo>
                    <a:pt x="41160" y="788454"/>
                  </a:lnTo>
                  <a:lnTo>
                    <a:pt x="38925" y="778040"/>
                  </a:lnTo>
                  <a:lnTo>
                    <a:pt x="37312" y="767410"/>
                  </a:lnTo>
                  <a:lnTo>
                    <a:pt x="36385" y="756539"/>
                  </a:lnTo>
                  <a:lnTo>
                    <a:pt x="40246" y="709790"/>
                  </a:lnTo>
                  <a:lnTo>
                    <a:pt x="55714" y="667169"/>
                  </a:lnTo>
                  <a:lnTo>
                    <a:pt x="81203" y="630428"/>
                  </a:lnTo>
                  <a:lnTo>
                    <a:pt x="115150" y="601306"/>
                  </a:lnTo>
                  <a:lnTo>
                    <a:pt x="155968" y="581571"/>
                  </a:lnTo>
                  <a:lnTo>
                    <a:pt x="202082" y="572947"/>
                  </a:lnTo>
                  <a:lnTo>
                    <a:pt x="221996" y="573074"/>
                  </a:lnTo>
                  <a:lnTo>
                    <a:pt x="241350" y="575424"/>
                  </a:lnTo>
                  <a:lnTo>
                    <a:pt x="260032" y="579843"/>
                  </a:lnTo>
                  <a:lnTo>
                    <a:pt x="277939" y="586206"/>
                  </a:lnTo>
                  <a:close/>
                </a:path>
                <a:path w="1111250" h="1224279">
                  <a:moveTo>
                    <a:pt x="336715" y="1095044"/>
                  </a:moveTo>
                  <a:lnTo>
                    <a:pt x="326402" y="1097330"/>
                  </a:lnTo>
                  <a:lnTo>
                    <a:pt x="315899" y="1099019"/>
                  </a:lnTo>
                  <a:lnTo>
                    <a:pt x="305193" y="1100086"/>
                  </a:lnTo>
                  <a:lnTo>
                    <a:pt x="294297" y="1100455"/>
                  </a:lnTo>
                  <a:lnTo>
                    <a:pt x="247802" y="1094206"/>
                  </a:lnTo>
                  <a:lnTo>
                    <a:pt x="206032" y="1076579"/>
                  </a:lnTo>
                  <a:lnTo>
                    <a:pt x="170637" y="1049235"/>
                  </a:lnTo>
                  <a:lnTo>
                    <a:pt x="143294" y="1013841"/>
                  </a:lnTo>
                  <a:lnTo>
                    <a:pt x="125679" y="972070"/>
                  </a:lnTo>
                  <a:lnTo>
                    <a:pt x="119430" y="925576"/>
                  </a:lnTo>
                  <a:lnTo>
                    <a:pt x="120573" y="905700"/>
                  </a:lnTo>
                  <a:lnTo>
                    <a:pt x="123913" y="886485"/>
                  </a:lnTo>
                  <a:lnTo>
                    <a:pt x="129286" y="868045"/>
                  </a:lnTo>
                  <a:lnTo>
                    <a:pt x="136550" y="850493"/>
                  </a:lnTo>
                  <a:lnTo>
                    <a:pt x="111163" y="875080"/>
                  </a:lnTo>
                  <a:lnTo>
                    <a:pt x="91770" y="904773"/>
                  </a:lnTo>
                  <a:lnTo>
                    <a:pt x="79375" y="938593"/>
                  </a:lnTo>
                  <a:lnTo>
                    <a:pt x="75018" y="975550"/>
                  </a:lnTo>
                  <a:lnTo>
                    <a:pt x="83083" y="1025550"/>
                  </a:lnTo>
                  <a:lnTo>
                    <a:pt x="105549" y="1068984"/>
                  </a:lnTo>
                  <a:lnTo>
                    <a:pt x="139788" y="1103236"/>
                  </a:lnTo>
                  <a:lnTo>
                    <a:pt x="183222" y="1125689"/>
                  </a:lnTo>
                  <a:lnTo>
                    <a:pt x="233235" y="1133767"/>
                  </a:lnTo>
                  <a:lnTo>
                    <a:pt x="262216" y="1131100"/>
                  </a:lnTo>
                  <a:lnTo>
                    <a:pt x="289420" y="1123429"/>
                  </a:lnTo>
                  <a:lnTo>
                    <a:pt x="314413" y="1111250"/>
                  </a:lnTo>
                  <a:lnTo>
                    <a:pt x="336715" y="1095044"/>
                  </a:lnTo>
                  <a:close/>
                </a:path>
                <a:path w="1111250" h="1224279">
                  <a:moveTo>
                    <a:pt x="393814" y="286372"/>
                  </a:moveTo>
                  <a:lnTo>
                    <a:pt x="369227" y="260985"/>
                  </a:lnTo>
                  <a:lnTo>
                    <a:pt x="339534" y="241592"/>
                  </a:lnTo>
                  <a:lnTo>
                    <a:pt x="305714" y="229196"/>
                  </a:lnTo>
                  <a:lnTo>
                    <a:pt x="268770" y="224840"/>
                  </a:lnTo>
                  <a:lnTo>
                    <a:pt x="218757" y="232905"/>
                  </a:lnTo>
                  <a:lnTo>
                    <a:pt x="175323" y="255358"/>
                  </a:lnTo>
                  <a:lnTo>
                    <a:pt x="141071" y="289610"/>
                  </a:lnTo>
                  <a:lnTo>
                    <a:pt x="118618" y="333044"/>
                  </a:lnTo>
                  <a:lnTo>
                    <a:pt x="110553" y="383057"/>
                  </a:lnTo>
                  <a:lnTo>
                    <a:pt x="113207" y="412026"/>
                  </a:lnTo>
                  <a:lnTo>
                    <a:pt x="120878" y="439229"/>
                  </a:lnTo>
                  <a:lnTo>
                    <a:pt x="133057" y="464223"/>
                  </a:lnTo>
                  <a:lnTo>
                    <a:pt x="149263" y="486537"/>
                  </a:lnTo>
                  <a:lnTo>
                    <a:pt x="146977" y="476224"/>
                  </a:lnTo>
                  <a:lnTo>
                    <a:pt x="145288" y="465709"/>
                  </a:lnTo>
                  <a:lnTo>
                    <a:pt x="144233" y="455002"/>
                  </a:lnTo>
                  <a:lnTo>
                    <a:pt x="143865" y="444106"/>
                  </a:lnTo>
                  <a:lnTo>
                    <a:pt x="150114" y="397624"/>
                  </a:lnTo>
                  <a:lnTo>
                    <a:pt x="167728" y="355854"/>
                  </a:lnTo>
                  <a:lnTo>
                    <a:pt x="195072" y="320459"/>
                  </a:lnTo>
                  <a:lnTo>
                    <a:pt x="230466" y="293116"/>
                  </a:lnTo>
                  <a:lnTo>
                    <a:pt x="272237" y="275475"/>
                  </a:lnTo>
                  <a:lnTo>
                    <a:pt x="318731" y="269240"/>
                  </a:lnTo>
                  <a:lnTo>
                    <a:pt x="338620" y="270383"/>
                  </a:lnTo>
                  <a:lnTo>
                    <a:pt x="357835" y="273723"/>
                  </a:lnTo>
                  <a:lnTo>
                    <a:pt x="376262" y="279107"/>
                  </a:lnTo>
                  <a:lnTo>
                    <a:pt x="393814" y="286372"/>
                  </a:lnTo>
                  <a:close/>
                </a:path>
                <a:path w="1111250" h="1224279">
                  <a:moveTo>
                    <a:pt x="696150" y="141097"/>
                  </a:moveTo>
                  <a:lnTo>
                    <a:pt x="673722" y="73710"/>
                  </a:lnTo>
                  <a:lnTo>
                    <a:pt x="609600" y="14833"/>
                  </a:lnTo>
                  <a:lnTo>
                    <a:pt x="563016" y="0"/>
                  </a:lnTo>
                  <a:lnTo>
                    <a:pt x="514578" y="0"/>
                  </a:lnTo>
                  <a:lnTo>
                    <a:pt x="467982" y="14833"/>
                  </a:lnTo>
                  <a:lnTo>
                    <a:pt x="426923" y="44488"/>
                  </a:lnTo>
                  <a:lnTo>
                    <a:pt x="394500" y="91528"/>
                  </a:lnTo>
                  <a:lnTo>
                    <a:pt x="381114" y="145046"/>
                  </a:lnTo>
                  <a:lnTo>
                    <a:pt x="386791" y="136144"/>
                  </a:lnTo>
                  <a:lnTo>
                    <a:pt x="393026" y="127508"/>
                  </a:lnTo>
                  <a:lnTo>
                    <a:pt x="444588" y="82765"/>
                  </a:lnTo>
                  <a:lnTo>
                    <a:pt x="486587" y="65697"/>
                  </a:lnTo>
                  <a:lnTo>
                    <a:pt x="530948" y="60007"/>
                  </a:lnTo>
                  <a:lnTo>
                    <a:pt x="575310" y="65697"/>
                  </a:lnTo>
                  <a:lnTo>
                    <a:pt x="617321" y="82765"/>
                  </a:lnTo>
                  <a:lnTo>
                    <a:pt x="654608" y="111226"/>
                  </a:lnTo>
                  <a:lnTo>
                    <a:pt x="679081" y="142049"/>
                  </a:lnTo>
                  <a:lnTo>
                    <a:pt x="695591" y="176428"/>
                  </a:lnTo>
                  <a:lnTo>
                    <a:pt x="696150" y="141097"/>
                  </a:lnTo>
                  <a:close/>
                </a:path>
                <a:path w="1111250" h="1224279">
                  <a:moveTo>
                    <a:pt x="706501" y="1078966"/>
                  </a:moveTo>
                  <a:lnTo>
                    <a:pt x="680313" y="1112786"/>
                  </a:lnTo>
                  <a:lnTo>
                    <a:pt x="643026" y="1141247"/>
                  </a:lnTo>
                  <a:lnTo>
                    <a:pt x="601014" y="1158316"/>
                  </a:lnTo>
                  <a:lnTo>
                    <a:pt x="556653" y="1164005"/>
                  </a:lnTo>
                  <a:lnTo>
                    <a:pt x="512292" y="1158316"/>
                  </a:lnTo>
                  <a:lnTo>
                    <a:pt x="470293" y="1141247"/>
                  </a:lnTo>
                  <a:lnTo>
                    <a:pt x="432993" y="1112786"/>
                  </a:lnTo>
                  <a:lnTo>
                    <a:pt x="408533" y="1081963"/>
                  </a:lnTo>
                  <a:lnTo>
                    <a:pt x="392010" y="1047572"/>
                  </a:lnTo>
                  <a:lnTo>
                    <a:pt x="391452" y="1082916"/>
                  </a:lnTo>
                  <a:lnTo>
                    <a:pt x="413880" y="1150302"/>
                  </a:lnTo>
                  <a:lnTo>
                    <a:pt x="478002" y="1209179"/>
                  </a:lnTo>
                  <a:lnTo>
                    <a:pt x="524598" y="1224013"/>
                  </a:lnTo>
                  <a:lnTo>
                    <a:pt x="573036" y="1224013"/>
                  </a:lnTo>
                  <a:lnTo>
                    <a:pt x="619620" y="1209179"/>
                  </a:lnTo>
                  <a:lnTo>
                    <a:pt x="660692" y="1179525"/>
                  </a:lnTo>
                  <a:lnTo>
                    <a:pt x="693102" y="1132484"/>
                  </a:lnTo>
                  <a:lnTo>
                    <a:pt x="702170" y="1106195"/>
                  </a:lnTo>
                  <a:lnTo>
                    <a:pt x="706501" y="1078966"/>
                  </a:lnTo>
                  <a:close/>
                </a:path>
                <a:path w="1111250" h="1224279">
                  <a:moveTo>
                    <a:pt x="717461" y="795934"/>
                  </a:moveTo>
                  <a:lnTo>
                    <a:pt x="691502" y="829906"/>
                  </a:lnTo>
                  <a:lnTo>
                    <a:pt x="654380" y="858596"/>
                  </a:lnTo>
                  <a:lnTo>
                    <a:pt x="612482" y="875931"/>
                  </a:lnTo>
                  <a:lnTo>
                    <a:pt x="568159" y="881888"/>
                  </a:lnTo>
                  <a:lnTo>
                    <a:pt x="523760" y="876477"/>
                  </a:lnTo>
                  <a:lnTo>
                    <a:pt x="481660" y="859663"/>
                  </a:lnTo>
                  <a:lnTo>
                    <a:pt x="444195" y="831430"/>
                  </a:lnTo>
                  <a:lnTo>
                    <a:pt x="419531" y="800773"/>
                  </a:lnTo>
                  <a:lnTo>
                    <a:pt x="402805" y="766483"/>
                  </a:lnTo>
                  <a:lnTo>
                    <a:pt x="402463" y="801827"/>
                  </a:lnTo>
                  <a:lnTo>
                    <a:pt x="425310" y="869073"/>
                  </a:lnTo>
                  <a:lnTo>
                    <a:pt x="489788" y="927544"/>
                  </a:lnTo>
                  <a:lnTo>
                    <a:pt x="536473" y="942086"/>
                  </a:lnTo>
                  <a:lnTo>
                    <a:pt x="584911" y="941781"/>
                  </a:lnTo>
                  <a:lnTo>
                    <a:pt x="631405" y="926668"/>
                  </a:lnTo>
                  <a:lnTo>
                    <a:pt x="672299" y="896759"/>
                  </a:lnTo>
                  <a:lnTo>
                    <a:pt x="704418" y="849515"/>
                  </a:lnTo>
                  <a:lnTo>
                    <a:pt x="713308" y="823175"/>
                  </a:lnTo>
                  <a:lnTo>
                    <a:pt x="717461" y="795934"/>
                  </a:lnTo>
                  <a:close/>
                </a:path>
                <a:path w="1111250" h="1224279">
                  <a:moveTo>
                    <a:pt x="756208" y="537667"/>
                  </a:moveTo>
                  <a:lnTo>
                    <a:pt x="733361" y="470408"/>
                  </a:lnTo>
                  <a:lnTo>
                    <a:pt x="668883" y="411937"/>
                  </a:lnTo>
                  <a:lnTo>
                    <a:pt x="622198" y="397395"/>
                  </a:lnTo>
                  <a:lnTo>
                    <a:pt x="573760" y="397700"/>
                  </a:lnTo>
                  <a:lnTo>
                    <a:pt x="527253" y="412813"/>
                  </a:lnTo>
                  <a:lnTo>
                    <a:pt x="486371" y="442734"/>
                  </a:lnTo>
                  <a:lnTo>
                    <a:pt x="454240" y="489966"/>
                  </a:lnTo>
                  <a:lnTo>
                    <a:pt x="441198" y="543560"/>
                  </a:lnTo>
                  <a:lnTo>
                    <a:pt x="446824" y="534619"/>
                  </a:lnTo>
                  <a:lnTo>
                    <a:pt x="453009" y="525945"/>
                  </a:lnTo>
                  <a:lnTo>
                    <a:pt x="504278" y="480885"/>
                  </a:lnTo>
                  <a:lnTo>
                    <a:pt x="546176" y="463550"/>
                  </a:lnTo>
                  <a:lnTo>
                    <a:pt x="590499" y="457593"/>
                  </a:lnTo>
                  <a:lnTo>
                    <a:pt x="634898" y="463003"/>
                  </a:lnTo>
                  <a:lnTo>
                    <a:pt x="676998" y="479818"/>
                  </a:lnTo>
                  <a:lnTo>
                    <a:pt x="714476" y="508050"/>
                  </a:lnTo>
                  <a:lnTo>
                    <a:pt x="739140" y="538708"/>
                  </a:lnTo>
                  <a:lnTo>
                    <a:pt x="755865" y="572998"/>
                  </a:lnTo>
                  <a:lnTo>
                    <a:pt x="756208" y="537667"/>
                  </a:lnTo>
                  <a:close/>
                </a:path>
                <a:path w="1111250" h="1224279">
                  <a:moveTo>
                    <a:pt x="977061" y="386143"/>
                  </a:moveTo>
                  <a:lnTo>
                    <a:pt x="968997" y="336143"/>
                  </a:lnTo>
                  <a:lnTo>
                    <a:pt x="946531" y="292709"/>
                  </a:lnTo>
                  <a:lnTo>
                    <a:pt x="912291" y="258457"/>
                  </a:lnTo>
                  <a:lnTo>
                    <a:pt x="868857" y="235991"/>
                  </a:lnTo>
                  <a:lnTo>
                    <a:pt x="818845" y="227926"/>
                  </a:lnTo>
                  <a:lnTo>
                    <a:pt x="789863" y="230593"/>
                  </a:lnTo>
                  <a:lnTo>
                    <a:pt x="762647" y="238264"/>
                  </a:lnTo>
                  <a:lnTo>
                    <a:pt x="737666" y="250444"/>
                  </a:lnTo>
                  <a:lnTo>
                    <a:pt x="715352" y="266636"/>
                  </a:lnTo>
                  <a:lnTo>
                    <a:pt x="725665" y="264363"/>
                  </a:lnTo>
                  <a:lnTo>
                    <a:pt x="736180" y="262661"/>
                  </a:lnTo>
                  <a:lnTo>
                    <a:pt x="746887" y="261607"/>
                  </a:lnTo>
                  <a:lnTo>
                    <a:pt x="757783" y="261239"/>
                  </a:lnTo>
                  <a:lnTo>
                    <a:pt x="804278" y="267487"/>
                  </a:lnTo>
                  <a:lnTo>
                    <a:pt x="846048" y="285115"/>
                  </a:lnTo>
                  <a:lnTo>
                    <a:pt x="881443" y="312458"/>
                  </a:lnTo>
                  <a:lnTo>
                    <a:pt x="908773" y="347853"/>
                  </a:lnTo>
                  <a:lnTo>
                    <a:pt x="926401" y="389623"/>
                  </a:lnTo>
                  <a:lnTo>
                    <a:pt x="932649" y="436105"/>
                  </a:lnTo>
                  <a:lnTo>
                    <a:pt x="931506" y="455993"/>
                  </a:lnTo>
                  <a:lnTo>
                    <a:pt x="928166" y="475208"/>
                  </a:lnTo>
                  <a:lnTo>
                    <a:pt x="922794" y="493636"/>
                  </a:lnTo>
                  <a:lnTo>
                    <a:pt x="915530" y="511200"/>
                  </a:lnTo>
                  <a:lnTo>
                    <a:pt x="940904" y="486613"/>
                  </a:lnTo>
                  <a:lnTo>
                    <a:pt x="960310" y="456920"/>
                  </a:lnTo>
                  <a:lnTo>
                    <a:pt x="972705" y="423100"/>
                  </a:lnTo>
                  <a:lnTo>
                    <a:pt x="977061" y="386143"/>
                  </a:lnTo>
                  <a:close/>
                </a:path>
                <a:path w="1111250" h="1224279">
                  <a:moveTo>
                    <a:pt x="1034796" y="983081"/>
                  </a:moveTo>
                  <a:lnTo>
                    <a:pt x="1032129" y="954100"/>
                  </a:lnTo>
                  <a:lnTo>
                    <a:pt x="1024458" y="926896"/>
                  </a:lnTo>
                  <a:lnTo>
                    <a:pt x="1012278" y="901903"/>
                  </a:lnTo>
                  <a:lnTo>
                    <a:pt x="996086" y="879602"/>
                  </a:lnTo>
                  <a:lnTo>
                    <a:pt x="998359" y="889901"/>
                  </a:lnTo>
                  <a:lnTo>
                    <a:pt x="1000061" y="900417"/>
                  </a:lnTo>
                  <a:lnTo>
                    <a:pt x="1001115" y="911123"/>
                  </a:lnTo>
                  <a:lnTo>
                    <a:pt x="1001471" y="922020"/>
                  </a:lnTo>
                  <a:lnTo>
                    <a:pt x="995235" y="968514"/>
                  </a:lnTo>
                  <a:lnTo>
                    <a:pt x="977607" y="1010285"/>
                  </a:lnTo>
                  <a:lnTo>
                    <a:pt x="950264" y="1045679"/>
                  </a:lnTo>
                  <a:lnTo>
                    <a:pt x="914869" y="1073023"/>
                  </a:lnTo>
                  <a:lnTo>
                    <a:pt x="873099" y="1090650"/>
                  </a:lnTo>
                  <a:lnTo>
                    <a:pt x="826617" y="1096899"/>
                  </a:lnTo>
                  <a:lnTo>
                    <a:pt x="806729" y="1095756"/>
                  </a:lnTo>
                  <a:lnTo>
                    <a:pt x="787514" y="1092403"/>
                  </a:lnTo>
                  <a:lnTo>
                    <a:pt x="769073" y="1087031"/>
                  </a:lnTo>
                  <a:lnTo>
                    <a:pt x="751522" y="1079754"/>
                  </a:lnTo>
                  <a:lnTo>
                    <a:pt x="776109" y="1105154"/>
                  </a:lnTo>
                  <a:lnTo>
                    <a:pt x="805802" y="1124546"/>
                  </a:lnTo>
                  <a:lnTo>
                    <a:pt x="839622" y="1136942"/>
                  </a:lnTo>
                  <a:lnTo>
                    <a:pt x="876579" y="1141310"/>
                  </a:lnTo>
                  <a:lnTo>
                    <a:pt x="926592" y="1133233"/>
                  </a:lnTo>
                  <a:lnTo>
                    <a:pt x="970013" y="1110780"/>
                  </a:lnTo>
                  <a:lnTo>
                    <a:pt x="1004265" y="1076528"/>
                  </a:lnTo>
                  <a:lnTo>
                    <a:pt x="1026731" y="1033094"/>
                  </a:lnTo>
                  <a:lnTo>
                    <a:pt x="1034796" y="983081"/>
                  </a:lnTo>
                  <a:close/>
                </a:path>
                <a:path w="1111250" h="1224279">
                  <a:moveTo>
                    <a:pt x="1111211" y="688759"/>
                  </a:moveTo>
                  <a:lnTo>
                    <a:pt x="1099172" y="639546"/>
                  </a:lnTo>
                  <a:lnTo>
                    <a:pt x="1073315" y="598055"/>
                  </a:lnTo>
                  <a:lnTo>
                    <a:pt x="1036434" y="566648"/>
                  </a:lnTo>
                  <a:lnTo>
                    <a:pt x="991349" y="547725"/>
                  </a:lnTo>
                  <a:lnTo>
                    <a:pt x="940854" y="543674"/>
                  </a:lnTo>
                  <a:lnTo>
                    <a:pt x="912177" y="548640"/>
                  </a:lnTo>
                  <a:lnTo>
                    <a:pt x="885672" y="558457"/>
                  </a:lnTo>
                  <a:lnTo>
                    <a:pt x="861733" y="572592"/>
                  </a:lnTo>
                  <a:lnTo>
                    <a:pt x="840790" y="590524"/>
                  </a:lnTo>
                  <a:lnTo>
                    <a:pt x="850887" y="587438"/>
                  </a:lnTo>
                  <a:lnTo>
                    <a:pt x="861225" y="584898"/>
                  </a:lnTo>
                  <a:lnTo>
                    <a:pt x="871816" y="582993"/>
                  </a:lnTo>
                  <a:lnTo>
                    <a:pt x="882650" y="581748"/>
                  </a:lnTo>
                  <a:lnTo>
                    <a:pt x="929487" y="584263"/>
                  </a:lnTo>
                  <a:lnTo>
                    <a:pt x="972540" y="598500"/>
                  </a:lnTo>
                  <a:lnTo>
                    <a:pt x="1009992" y="622935"/>
                  </a:lnTo>
                  <a:lnTo>
                    <a:pt x="1040079" y="656031"/>
                  </a:lnTo>
                  <a:lnTo>
                    <a:pt x="1060983" y="696264"/>
                  </a:lnTo>
                  <a:lnTo>
                    <a:pt x="1070927" y="742099"/>
                  </a:lnTo>
                  <a:lnTo>
                    <a:pt x="1071372" y="762012"/>
                  </a:lnTo>
                  <a:lnTo>
                    <a:pt x="1069581" y="781431"/>
                  </a:lnTo>
                  <a:lnTo>
                    <a:pt x="1065695" y="800239"/>
                  </a:lnTo>
                  <a:lnTo>
                    <a:pt x="1059853" y="818324"/>
                  </a:lnTo>
                  <a:lnTo>
                    <a:pt x="1083195" y="791781"/>
                  </a:lnTo>
                  <a:lnTo>
                    <a:pt x="1100162" y="760641"/>
                  </a:lnTo>
                  <a:lnTo>
                    <a:pt x="1109814" y="725944"/>
                  </a:lnTo>
                  <a:lnTo>
                    <a:pt x="1111211" y="688759"/>
                  </a:lnTo>
                  <a:close/>
                </a:path>
              </a:pathLst>
            </a:custGeom>
            <a:solidFill>
              <a:srgbClr val="66C4B3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93" name="object 393" descr=""/>
          <p:cNvGrpSpPr/>
          <p:nvPr/>
        </p:nvGrpSpPr>
        <p:grpSpPr>
          <a:xfrm>
            <a:off x="13667652" y="2551754"/>
            <a:ext cx="3154680" cy="2277110"/>
            <a:chOff x="13667652" y="2551754"/>
            <a:chExt cx="3154680" cy="2277110"/>
          </a:xfrm>
        </p:grpSpPr>
        <p:sp>
          <p:nvSpPr>
            <p:cNvPr id="394" name="object 394" descr=""/>
            <p:cNvSpPr/>
            <p:nvPr/>
          </p:nvSpPr>
          <p:spPr>
            <a:xfrm>
              <a:off x="14688679" y="3090505"/>
              <a:ext cx="1651000" cy="555625"/>
            </a:xfrm>
            <a:custGeom>
              <a:avLst/>
              <a:gdLst/>
              <a:ahLst/>
              <a:cxnLst/>
              <a:rect l="l" t="t" r="r" b="b"/>
              <a:pathLst>
                <a:path w="1651000" h="555625">
                  <a:moveTo>
                    <a:pt x="1650630" y="0"/>
                  </a:moveTo>
                  <a:lnTo>
                    <a:pt x="493608" y="0"/>
                  </a:lnTo>
                  <a:lnTo>
                    <a:pt x="0" y="555501"/>
                  </a:lnTo>
                  <a:lnTo>
                    <a:pt x="1157032" y="555501"/>
                  </a:lnTo>
                  <a:lnTo>
                    <a:pt x="1650630" y="0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5" name="object 395" descr=""/>
            <p:cNvSpPr/>
            <p:nvPr/>
          </p:nvSpPr>
          <p:spPr>
            <a:xfrm>
              <a:off x="14819614" y="3142882"/>
              <a:ext cx="828675" cy="1685925"/>
            </a:xfrm>
            <a:custGeom>
              <a:avLst/>
              <a:gdLst/>
              <a:ahLst/>
              <a:cxnLst/>
              <a:rect l="l" t="t" r="r" b="b"/>
              <a:pathLst>
                <a:path w="828675" h="1685925">
                  <a:moveTo>
                    <a:pt x="414249" y="0"/>
                  </a:moveTo>
                  <a:lnTo>
                    <a:pt x="0" y="447577"/>
                  </a:lnTo>
                  <a:lnTo>
                    <a:pt x="0" y="1685550"/>
                  </a:lnTo>
                  <a:lnTo>
                    <a:pt x="828498" y="1685550"/>
                  </a:lnTo>
                  <a:lnTo>
                    <a:pt x="828498" y="447577"/>
                  </a:lnTo>
                  <a:lnTo>
                    <a:pt x="414249" y="0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6" name="object 396" descr=""/>
            <p:cNvSpPr/>
            <p:nvPr/>
          </p:nvSpPr>
          <p:spPr>
            <a:xfrm>
              <a:off x="15648109" y="3590456"/>
              <a:ext cx="1104900" cy="1238250"/>
            </a:xfrm>
            <a:custGeom>
              <a:avLst/>
              <a:gdLst/>
              <a:ahLst/>
              <a:cxnLst/>
              <a:rect l="l" t="t" r="r" b="b"/>
              <a:pathLst>
                <a:path w="1104900" h="1238250">
                  <a:moveTo>
                    <a:pt x="1104646" y="0"/>
                  </a:moveTo>
                  <a:lnTo>
                    <a:pt x="0" y="0"/>
                  </a:lnTo>
                  <a:lnTo>
                    <a:pt x="0" y="1237972"/>
                  </a:lnTo>
                  <a:lnTo>
                    <a:pt x="1104646" y="1237972"/>
                  </a:lnTo>
                  <a:lnTo>
                    <a:pt x="1104646" y="0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7" name="object 397" descr=""/>
            <p:cNvSpPr/>
            <p:nvPr/>
          </p:nvSpPr>
          <p:spPr>
            <a:xfrm>
              <a:off x="15171170" y="3090505"/>
              <a:ext cx="1651000" cy="555625"/>
            </a:xfrm>
            <a:custGeom>
              <a:avLst/>
              <a:gdLst/>
              <a:ahLst/>
              <a:cxnLst/>
              <a:rect l="l" t="t" r="r" b="b"/>
              <a:pathLst>
                <a:path w="1651000" h="555625">
                  <a:moveTo>
                    <a:pt x="1157032" y="0"/>
                  </a:moveTo>
                  <a:lnTo>
                    <a:pt x="0" y="0"/>
                  </a:lnTo>
                  <a:lnTo>
                    <a:pt x="493597" y="555501"/>
                  </a:lnTo>
                  <a:lnTo>
                    <a:pt x="1650630" y="555501"/>
                  </a:lnTo>
                  <a:lnTo>
                    <a:pt x="1157032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8" name="object 398" descr=""/>
            <p:cNvSpPr/>
            <p:nvPr/>
          </p:nvSpPr>
          <p:spPr>
            <a:xfrm>
              <a:off x="15013254" y="3769823"/>
              <a:ext cx="1619250" cy="482600"/>
            </a:xfrm>
            <a:custGeom>
              <a:avLst/>
              <a:gdLst/>
              <a:ahLst/>
              <a:cxnLst/>
              <a:rect l="l" t="t" r="r" b="b"/>
              <a:pathLst>
                <a:path w="1619250" h="482600">
                  <a:moveTo>
                    <a:pt x="69824" y="311073"/>
                  </a:moveTo>
                  <a:lnTo>
                    <a:pt x="0" y="311073"/>
                  </a:lnTo>
                  <a:lnTo>
                    <a:pt x="0" y="482485"/>
                  </a:lnTo>
                  <a:lnTo>
                    <a:pt x="69824" y="482485"/>
                  </a:lnTo>
                  <a:lnTo>
                    <a:pt x="69824" y="311073"/>
                  </a:lnTo>
                  <a:close/>
                </a:path>
                <a:path w="1619250" h="482600">
                  <a:moveTo>
                    <a:pt x="69824" y="0"/>
                  </a:moveTo>
                  <a:lnTo>
                    <a:pt x="0" y="0"/>
                  </a:lnTo>
                  <a:lnTo>
                    <a:pt x="0" y="171399"/>
                  </a:lnTo>
                  <a:lnTo>
                    <a:pt x="69824" y="171399"/>
                  </a:lnTo>
                  <a:lnTo>
                    <a:pt x="69824" y="0"/>
                  </a:lnTo>
                  <a:close/>
                </a:path>
                <a:path w="1619250" h="482600">
                  <a:moveTo>
                    <a:pt x="447573" y="311073"/>
                  </a:moveTo>
                  <a:lnTo>
                    <a:pt x="377736" y="311073"/>
                  </a:lnTo>
                  <a:lnTo>
                    <a:pt x="377736" y="482485"/>
                  </a:lnTo>
                  <a:lnTo>
                    <a:pt x="447573" y="482485"/>
                  </a:lnTo>
                  <a:lnTo>
                    <a:pt x="447573" y="311073"/>
                  </a:lnTo>
                  <a:close/>
                </a:path>
                <a:path w="1619250" h="482600">
                  <a:moveTo>
                    <a:pt x="447573" y="0"/>
                  </a:moveTo>
                  <a:lnTo>
                    <a:pt x="377736" y="0"/>
                  </a:lnTo>
                  <a:lnTo>
                    <a:pt x="377736" y="171399"/>
                  </a:lnTo>
                  <a:lnTo>
                    <a:pt x="447573" y="171399"/>
                  </a:lnTo>
                  <a:lnTo>
                    <a:pt x="447573" y="0"/>
                  </a:lnTo>
                  <a:close/>
                </a:path>
                <a:path w="1619250" h="482600">
                  <a:moveTo>
                    <a:pt x="863396" y="311073"/>
                  </a:moveTo>
                  <a:lnTo>
                    <a:pt x="793572" y="311073"/>
                  </a:lnTo>
                  <a:lnTo>
                    <a:pt x="793572" y="482485"/>
                  </a:lnTo>
                  <a:lnTo>
                    <a:pt x="863396" y="482485"/>
                  </a:lnTo>
                  <a:lnTo>
                    <a:pt x="863396" y="311073"/>
                  </a:lnTo>
                  <a:close/>
                </a:path>
                <a:path w="1619250" h="482600">
                  <a:moveTo>
                    <a:pt x="863396" y="0"/>
                  </a:moveTo>
                  <a:lnTo>
                    <a:pt x="793572" y="0"/>
                  </a:lnTo>
                  <a:lnTo>
                    <a:pt x="793572" y="171399"/>
                  </a:lnTo>
                  <a:lnTo>
                    <a:pt x="863396" y="171399"/>
                  </a:lnTo>
                  <a:lnTo>
                    <a:pt x="863396" y="0"/>
                  </a:lnTo>
                  <a:close/>
                </a:path>
                <a:path w="1619250" h="482600">
                  <a:moveTo>
                    <a:pt x="1241132" y="311073"/>
                  </a:moveTo>
                  <a:lnTo>
                    <a:pt x="1171308" y="311073"/>
                  </a:lnTo>
                  <a:lnTo>
                    <a:pt x="1171308" y="482485"/>
                  </a:lnTo>
                  <a:lnTo>
                    <a:pt x="1241132" y="482485"/>
                  </a:lnTo>
                  <a:lnTo>
                    <a:pt x="1241132" y="311073"/>
                  </a:lnTo>
                  <a:close/>
                </a:path>
                <a:path w="1619250" h="482600">
                  <a:moveTo>
                    <a:pt x="1241132" y="0"/>
                  </a:moveTo>
                  <a:lnTo>
                    <a:pt x="1171308" y="0"/>
                  </a:lnTo>
                  <a:lnTo>
                    <a:pt x="1171308" y="171399"/>
                  </a:lnTo>
                  <a:lnTo>
                    <a:pt x="1241132" y="171399"/>
                  </a:lnTo>
                  <a:lnTo>
                    <a:pt x="1241132" y="0"/>
                  </a:lnTo>
                  <a:close/>
                </a:path>
                <a:path w="1619250" h="482600">
                  <a:moveTo>
                    <a:pt x="1618869" y="311073"/>
                  </a:moveTo>
                  <a:lnTo>
                    <a:pt x="1549044" y="311073"/>
                  </a:lnTo>
                  <a:lnTo>
                    <a:pt x="1549044" y="482485"/>
                  </a:lnTo>
                  <a:lnTo>
                    <a:pt x="1618869" y="482485"/>
                  </a:lnTo>
                  <a:lnTo>
                    <a:pt x="1618869" y="311073"/>
                  </a:lnTo>
                  <a:close/>
                </a:path>
                <a:path w="1619250" h="482600">
                  <a:moveTo>
                    <a:pt x="1618869" y="0"/>
                  </a:moveTo>
                  <a:lnTo>
                    <a:pt x="1549044" y="0"/>
                  </a:lnTo>
                  <a:lnTo>
                    <a:pt x="1549044" y="171399"/>
                  </a:lnTo>
                  <a:lnTo>
                    <a:pt x="1618869" y="171399"/>
                  </a:lnTo>
                  <a:lnTo>
                    <a:pt x="16188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 descr=""/>
            <p:cNvSpPr/>
            <p:nvPr/>
          </p:nvSpPr>
          <p:spPr>
            <a:xfrm>
              <a:off x="15133869" y="4420535"/>
              <a:ext cx="200025" cy="408305"/>
            </a:xfrm>
            <a:custGeom>
              <a:avLst/>
              <a:gdLst/>
              <a:ahLst/>
              <a:cxnLst/>
              <a:rect l="l" t="t" r="r" b="b"/>
              <a:pathLst>
                <a:path w="200025" h="408304">
                  <a:moveTo>
                    <a:pt x="99996" y="0"/>
                  </a:moveTo>
                  <a:lnTo>
                    <a:pt x="61075" y="7857"/>
                  </a:lnTo>
                  <a:lnTo>
                    <a:pt x="29289" y="29284"/>
                  </a:lnTo>
                  <a:lnTo>
                    <a:pt x="7858" y="61066"/>
                  </a:lnTo>
                  <a:lnTo>
                    <a:pt x="0" y="99986"/>
                  </a:lnTo>
                  <a:lnTo>
                    <a:pt x="0" y="407893"/>
                  </a:lnTo>
                  <a:lnTo>
                    <a:pt x="199983" y="407893"/>
                  </a:lnTo>
                  <a:lnTo>
                    <a:pt x="199983" y="99986"/>
                  </a:lnTo>
                  <a:lnTo>
                    <a:pt x="192126" y="61066"/>
                  </a:lnTo>
                  <a:lnTo>
                    <a:pt x="170698" y="29284"/>
                  </a:lnTo>
                  <a:lnTo>
                    <a:pt x="138917" y="7857"/>
                  </a:lnTo>
                  <a:lnTo>
                    <a:pt x="99996" y="0"/>
                  </a:lnTo>
                  <a:close/>
                </a:path>
              </a:pathLst>
            </a:custGeom>
            <a:solidFill>
              <a:srgbClr val="CDEB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 descr=""/>
            <p:cNvSpPr/>
            <p:nvPr/>
          </p:nvSpPr>
          <p:spPr>
            <a:xfrm>
              <a:off x="13667652" y="2551754"/>
              <a:ext cx="1214120" cy="1401445"/>
            </a:xfrm>
            <a:custGeom>
              <a:avLst/>
              <a:gdLst/>
              <a:ahLst/>
              <a:cxnLst/>
              <a:rect l="l" t="t" r="r" b="b"/>
              <a:pathLst>
                <a:path w="1214119" h="1401445">
                  <a:moveTo>
                    <a:pt x="491262" y="0"/>
                  </a:moveTo>
                  <a:lnTo>
                    <a:pt x="448872" y="2200"/>
                  </a:lnTo>
                  <a:lnTo>
                    <a:pt x="407483" y="8681"/>
                  </a:lnTo>
                  <a:lnTo>
                    <a:pt x="367244" y="19262"/>
                  </a:lnTo>
                  <a:lnTo>
                    <a:pt x="328301" y="33765"/>
                  </a:lnTo>
                  <a:lnTo>
                    <a:pt x="290803" y="52008"/>
                  </a:lnTo>
                  <a:lnTo>
                    <a:pt x="254896" y="73812"/>
                  </a:lnTo>
                  <a:lnTo>
                    <a:pt x="220727" y="98997"/>
                  </a:lnTo>
                  <a:lnTo>
                    <a:pt x="188445" y="127382"/>
                  </a:lnTo>
                  <a:lnTo>
                    <a:pt x="158197" y="158789"/>
                  </a:lnTo>
                  <a:lnTo>
                    <a:pt x="130129" y="193036"/>
                  </a:lnTo>
                  <a:lnTo>
                    <a:pt x="104391" y="229945"/>
                  </a:lnTo>
                  <a:lnTo>
                    <a:pt x="81128" y="269335"/>
                  </a:lnTo>
                  <a:lnTo>
                    <a:pt x="60489" y="311026"/>
                  </a:lnTo>
                  <a:lnTo>
                    <a:pt x="42620" y="354837"/>
                  </a:lnTo>
                  <a:lnTo>
                    <a:pt x="27670" y="400591"/>
                  </a:lnTo>
                  <a:lnTo>
                    <a:pt x="15785" y="448105"/>
                  </a:lnTo>
                  <a:lnTo>
                    <a:pt x="7114" y="497201"/>
                  </a:lnTo>
                  <a:lnTo>
                    <a:pt x="1803" y="547697"/>
                  </a:lnTo>
                  <a:lnTo>
                    <a:pt x="0" y="599416"/>
                  </a:lnTo>
                  <a:lnTo>
                    <a:pt x="1802" y="651133"/>
                  </a:lnTo>
                  <a:lnTo>
                    <a:pt x="7111" y="701628"/>
                  </a:lnTo>
                  <a:lnTo>
                    <a:pt x="15779" y="750722"/>
                  </a:lnTo>
                  <a:lnTo>
                    <a:pt x="27660" y="798236"/>
                  </a:lnTo>
                  <a:lnTo>
                    <a:pt x="42606" y="843988"/>
                  </a:lnTo>
                  <a:lnTo>
                    <a:pt x="60469" y="887799"/>
                  </a:lnTo>
                  <a:lnTo>
                    <a:pt x="81104" y="929489"/>
                  </a:lnTo>
                  <a:lnTo>
                    <a:pt x="104362" y="968878"/>
                  </a:lnTo>
                  <a:lnTo>
                    <a:pt x="130096" y="1005786"/>
                  </a:lnTo>
                  <a:lnTo>
                    <a:pt x="158160" y="1040033"/>
                  </a:lnTo>
                  <a:lnTo>
                    <a:pt x="188405" y="1071440"/>
                  </a:lnTo>
                  <a:lnTo>
                    <a:pt x="220686" y="1099825"/>
                  </a:lnTo>
                  <a:lnTo>
                    <a:pt x="254854" y="1125010"/>
                  </a:lnTo>
                  <a:lnTo>
                    <a:pt x="290762" y="1146813"/>
                  </a:lnTo>
                  <a:lnTo>
                    <a:pt x="328264" y="1165057"/>
                  </a:lnTo>
                  <a:lnTo>
                    <a:pt x="367213" y="1179559"/>
                  </a:lnTo>
                  <a:lnTo>
                    <a:pt x="407460" y="1190140"/>
                  </a:lnTo>
                  <a:lnTo>
                    <a:pt x="448859" y="1196621"/>
                  </a:lnTo>
                  <a:lnTo>
                    <a:pt x="491262" y="1198822"/>
                  </a:lnTo>
                  <a:lnTo>
                    <a:pt x="531222" y="1196856"/>
                  </a:lnTo>
                  <a:lnTo>
                    <a:pt x="570705" y="1191029"/>
                  </a:lnTo>
                  <a:lnTo>
                    <a:pt x="609433" y="1181396"/>
                  </a:lnTo>
                  <a:lnTo>
                    <a:pt x="647132" y="1168016"/>
                  </a:lnTo>
                  <a:lnTo>
                    <a:pt x="660824" y="1216812"/>
                  </a:lnTo>
                  <a:lnTo>
                    <a:pt x="682342" y="1261410"/>
                  </a:lnTo>
                  <a:lnTo>
                    <a:pt x="710828" y="1301101"/>
                  </a:lnTo>
                  <a:lnTo>
                    <a:pt x="745426" y="1335172"/>
                  </a:lnTo>
                  <a:lnTo>
                    <a:pt x="785279" y="1362914"/>
                  </a:lnTo>
                  <a:lnTo>
                    <a:pt x="829531" y="1383614"/>
                  </a:lnTo>
                  <a:lnTo>
                    <a:pt x="877324" y="1396561"/>
                  </a:lnTo>
                  <a:lnTo>
                    <a:pt x="927804" y="1401046"/>
                  </a:lnTo>
                  <a:lnTo>
                    <a:pt x="974137" y="1397322"/>
                  </a:lnTo>
                  <a:lnTo>
                    <a:pt x="1018092" y="1386513"/>
                  </a:lnTo>
                  <a:lnTo>
                    <a:pt x="1059081" y="1369205"/>
                  </a:lnTo>
                  <a:lnTo>
                    <a:pt x="1096515" y="1345988"/>
                  </a:lnTo>
                  <a:lnTo>
                    <a:pt x="1129805" y="1317448"/>
                  </a:lnTo>
                  <a:lnTo>
                    <a:pt x="1158365" y="1284173"/>
                  </a:lnTo>
                  <a:lnTo>
                    <a:pt x="1181605" y="1246753"/>
                  </a:lnTo>
                  <a:lnTo>
                    <a:pt x="1198936" y="1205774"/>
                  </a:lnTo>
                  <a:lnTo>
                    <a:pt x="1209772" y="1161825"/>
                  </a:lnTo>
                  <a:lnTo>
                    <a:pt x="1213523" y="1115494"/>
                  </a:lnTo>
                  <a:lnTo>
                    <a:pt x="1209295" y="1066170"/>
                  </a:lnTo>
                  <a:lnTo>
                    <a:pt x="1197028" y="1019526"/>
                  </a:lnTo>
                  <a:lnTo>
                    <a:pt x="1177420" y="976302"/>
                  </a:lnTo>
                  <a:lnTo>
                    <a:pt x="1151169" y="937240"/>
                  </a:lnTo>
                  <a:lnTo>
                    <a:pt x="1118974" y="903081"/>
                  </a:lnTo>
                  <a:lnTo>
                    <a:pt x="1081533" y="874565"/>
                  </a:lnTo>
                  <a:lnTo>
                    <a:pt x="1039544" y="852434"/>
                  </a:lnTo>
                  <a:lnTo>
                    <a:pt x="993705" y="837428"/>
                  </a:lnTo>
                  <a:lnTo>
                    <a:pt x="944714" y="830288"/>
                  </a:lnTo>
                  <a:lnTo>
                    <a:pt x="958350" y="785263"/>
                  </a:lnTo>
                  <a:lnTo>
                    <a:pt x="968971" y="739511"/>
                  </a:lnTo>
                  <a:lnTo>
                    <a:pt x="976555" y="693186"/>
                  </a:lnTo>
                  <a:lnTo>
                    <a:pt x="981077" y="646437"/>
                  </a:lnTo>
                  <a:lnTo>
                    <a:pt x="982514" y="599416"/>
                  </a:lnTo>
                  <a:lnTo>
                    <a:pt x="980711" y="547697"/>
                  </a:lnTo>
                  <a:lnTo>
                    <a:pt x="975401" y="497201"/>
                  </a:lnTo>
                  <a:lnTo>
                    <a:pt x="966730" y="448105"/>
                  </a:lnTo>
                  <a:lnTo>
                    <a:pt x="954846" y="400591"/>
                  </a:lnTo>
                  <a:lnTo>
                    <a:pt x="939897" y="354837"/>
                  </a:lnTo>
                  <a:lnTo>
                    <a:pt x="922030" y="311026"/>
                  </a:lnTo>
                  <a:lnTo>
                    <a:pt x="901391" y="269335"/>
                  </a:lnTo>
                  <a:lnTo>
                    <a:pt x="878130" y="229945"/>
                  </a:lnTo>
                  <a:lnTo>
                    <a:pt x="852393" y="193036"/>
                  </a:lnTo>
                  <a:lnTo>
                    <a:pt x="824327" y="158789"/>
                  </a:lnTo>
                  <a:lnTo>
                    <a:pt x="794079" y="127382"/>
                  </a:lnTo>
                  <a:lnTo>
                    <a:pt x="761798" y="98997"/>
                  </a:lnTo>
                  <a:lnTo>
                    <a:pt x="727631" y="73812"/>
                  </a:lnTo>
                  <a:lnTo>
                    <a:pt x="691724" y="52008"/>
                  </a:lnTo>
                  <a:lnTo>
                    <a:pt x="654225" y="33765"/>
                  </a:lnTo>
                  <a:lnTo>
                    <a:pt x="615283" y="19262"/>
                  </a:lnTo>
                  <a:lnTo>
                    <a:pt x="575043" y="8681"/>
                  </a:lnTo>
                  <a:lnTo>
                    <a:pt x="533654" y="2200"/>
                  </a:lnTo>
                  <a:lnTo>
                    <a:pt x="491262" y="0"/>
                  </a:lnTo>
                  <a:close/>
                </a:path>
              </a:pathLst>
            </a:custGeom>
            <a:solidFill>
              <a:srgbClr val="A4CC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 descr=""/>
            <p:cNvSpPr/>
            <p:nvPr/>
          </p:nvSpPr>
          <p:spPr>
            <a:xfrm>
              <a:off x="13849286" y="3934224"/>
              <a:ext cx="414655" cy="389890"/>
            </a:xfrm>
            <a:custGeom>
              <a:avLst/>
              <a:gdLst/>
              <a:ahLst/>
              <a:cxnLst/>
              <a:rect l="l" t="t" r="r" b="b"/>
              <a:pathLst>
                <a:path w="414655" h="389889">
                  <a:moveTo>
                    <a:pt x="207145" y="0"/>
                  </a:moveTo>
                  <a:lnTo>
                    <a:pt x="159648" y="5141"/>
                  </a:lnTo>
                  <a:lnTo>
                    <a:pt x="116047" y="19787"/>
                  </a:lnTo>
                  <a:lnTo>
                    <a:pt x="77585" y="42768"/>
                  </a:lnTo>
                  <a:lnTo>
                    <a:pt x="45507" y="72917"/>
                  </a:lnTo>
                  <a:lnTo>
                    <a:pt x="21054" y="109065"/>
                  </a:lnTo>
                  <a:lnTo>
                    <a:pt x="5470" y="150044"/>
                  </a:lnTo>
                  <a:lnTo>
                    <a:pt x="0" y="194685"/>
                  </a:lnTo>
                  <a:lnTo>
                    <a:pt x="5470" y="239322"/>
                  </a:lnTo>
                  <a:lnTo>
                    <a:pt x="21054" y="280299"/>
                  </a:lnTo>
                  <a:lnTo>
                    <a:pt x="45507" y="316448"/>
                  </a:lnTo>
                  <a:lnTo>
                    <a:pt x="77585" y="346598"/>
                  </a:lnTo>
                  <a:lnTo>
                    <a:pt x="116047" y="369581"/>
                  </a:lnTo>
                  <a:lnTo>
                    <a:pt x="159648" y="384228"/>
                  </a:lnTo>
                  <a:lnTo>
                    <a:pt x="207145" y="389370"/>
                  </a:lnTo>
                  <a:lnTo>
                    <a:pt x="254642" y="384228"/>
                  </a:lnTo>
                  <a:lnTo>
                    <a:pt x="298243" y="369581"/>
                  </a:lnTo>
                  <a:lnTo>
                    <a:pt x="336705" y="346598"/>
                  </a:lnTo>
                  <a:lnTo>
                    <a:pt x="368784" y="316448"/>
                  </a:lnTo>
                  <a:lnTo>
                    <a:pt x="393236" y="280299"/>
                  </a:lnTo>
                  <a:lnTo>
                    <a:pt x="408820" y="239322"/>
                  </a:lnTo>
                  <a:lnTo>
                    <a:pt x="414291" y="194685"/>
                  </a:lnTo>
                  <a:lnTo>
                    <a:pt x="408820" y="150044"/>
                  </a:lnTo>
                  <a:lnTo>
                    <a:pt x="393236" y="109065"/>
                  </a:lnTo>
                  <a:lnTo>
                    <a:pt x="368784" y="72917"/>
                  </a:lnTo>
                  <a:lnTo>
                    <a:pt x="336705" y="42768"/>
                  </a:lnTo>
                  <a:lnTo>
                    <a:pt x="298243" y="19787"/>
                  </a:lnTo>
                  <a:lnTo>
                    <a:pt x="254642" y="5141"/>
                  </a:lnTo>
                  <a:lnTo>
                    <a:pt x="207145" y="0"/>
                  </a:lnTo>
                  <a:close/>
                </a:path>
              </a:pathLst>
            </a:custGeom>
            <a:solidFill>
              <a:srgbClr val="D5E8B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2" name="object 402" descr="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14700510" y="3219479"/>
              <a:ext cx="130341" cy="130331"/>
            </a:xfrm>
            <a:prstGeom prst="rect">
              <a:avLst/>
            </a:prstGeom>
          </p:spPr>
        </p:pic>
        <p:sp>
          <p:nvSpPr>
            <p:cNvPr id="403" name="object 403" descr=""/>
            <p:cNvSpPr/>
            <p:nvPr/>
          </p:nvSpPr>
          <p:spPr>
            <a:xfrm>
              <a:off x="14158851" y="2920724"/>
              <a:ext cx="0" cy="1901189"/>
            </a:xfrm>
            <a:custGeom>
              <a:avLst/>
              <a:gdLst/>
              <a:ahLst/>
              <a:cxnLst/>
              <a:rect l="l" t="t" r="r" b="b"/>
              <a:pathLst>
                <a:path w="0" h="1901189">
                  <a:moveTo>
                    <a:pt x="0" y="0"/>
                  </a:moveTo>
                  <a:lnTo>
                    <a:pt x="0" y="1900997"/>
                  </a:lnTo>
                </a:path>
              </a:pathLst>
            </a:custGeom>
            <a:ln w="18146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4" name="object 404" descr=""/>
            <p:cNvSpPr/>
            <p:nvPr/>
          </p:nvSpPr>
          <p:spPr>
            <a:xfrm>
              <a:off x="14022413" y="2854857"/>
              <a:ext cx="136525" cy="361950"/>
            </a:xfrm>
            <a:custGeom>
              <a:avLst/>
              <a:gdLst/>
              <a:ahLst/>
              <a:cxnLst/>
              <a:rect l="l" t="t" r="r" b="b"/>
              <a:pathLst>
                <a:path w="136525" h="361950">
                  <a:moveTo>
                    <a:pt x="0" y="0"/>
                  </a:moveTo>
                  <a:lnTo>
                    <a:pt x="0" y="225082"/>
                  </a:lnTo>
                  <a:lnTo>
                    <a:pt x="8055" y="265167"/>
                  </a:lnTo>
                  <a:lnTo>
                    <a:pt x="30093" y="297915"/>
                  </a:lnTo>
                  <a:lnTo>
                    <a:pt x="62803" y="320009"/>
                  </a:lnTo>
                  <a:lnTo>
                    <a:pt x="102876" y="328136"/>
                  </a:lnTo>
                  <a:lnTo>
                    <a:pt x="115972" y="330766"/>
                  </a:lnTo>
                  <a:lnTo>
                    <a:pt x="126617" y="337939"/>
                  </a:lnTo>
                  <a:lnTo>
                    <a:pt x="133797" y="348580"/>
                  </a:lnTo>
                  <a:lnTo>
                    <a:pt x="136435" y="361612"/>
                  </a:lnTo>
                </a:path>
              </a:pathLst>
            </a:custGeom>
            <a:ln w="18146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5" name="object 405" descr=""/>
            <p:cNvSpPr/>
            <p:nvPr/>
          </p:nvSpPr>
          <p:spPr>
            <a:xfrm>
              <a:off x="14055505" y="4114364"/>
              <a:ext cx="103505" cy="328295"/>
            </a:xfrm>
            <a:custGeom>
              <a:avLst/>
              <a:gdLst/>
              <a:ahLst/>
              <a:cxnLst/>
              <a:rect l="l" t="t" r="r" b="b"/>
              <a:pathLst>
                <a:path w="103505" h="328295">
                  <a:moveTo>
                    <a:pt x="0" y="0"/>
                  </a:moveTo>
                  <a:lnTo>
                    <a:pt x="0" y="225082"/>
                  </a:lnTo>
                  <a:lnTo>
                    <a:pt x="8079" y="265147"/>
                  </a:lnTo>
                  <a:lnTo>
                    <a:pt x="30127" y="297865"/>
                  </a:lnTo>
                  <a:lnTo>
                    <a:pt x="62836" y="319926"/>
                  </a:lnTo>
                  <a:lnTo>
                    <a:pt x="102897" y="328021"/>
                  </a:lnTo>
                </a:path>
              </a:pathLst>
            </a:custGeom>
            <a:ln w="18146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6" name="object 406" descr=""/>
            <p:cNvSpPr/>
            <p:nvPr/>
          </p:nvSpPr>
          <p:spPr>
            <a:xfrm>
              <a:off x="14158851" y="2906334"/>
              <a:ext cx="109855" cy="179070"/>
            </a:xfrm>
            <a:custGeom>
              <a:avLst/>
              <a:gdLst/>
              <a:ahLst/>
              <a:cxnLst/>
              <a:rect l="l" t="t" r="r" b="b"/>
              <a:pathLst>
                <a:path w="109855" h="179069">
                  <a:moveTo>
                    <a:pt x="0" y="178968"/>
                  </a:moveTo>
                  <a:lnTo>
                    <a:pt x="3441" y="144821"/>
                  </a:lnTo>
                  <a:lnTo>
                    <a:pt x="13499" y="112356"/>
                  </a:lnTo>
                  <a:lnTo>
                    <a:pt x="29773" y="82520"/>
                  </a:lnTo>
                  <a:lnTo>
                    <a:pt x="51862" y="56260"/>
                  </a:lnTo>
                  <a:lnTo>
                    <a:pt x="109745" y="0"/>
                  </a:lnTo>
                </a:path>
              </a:pathLst>
            </a:custGeom>
            <a:ln w="18146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7" name="object 407" descr=""/>
            <p:cNvSpPr/>
            <p:nvPr/>
          </p:nvSpPr>
          <p:spPr>
            <a:xfrm>
              <a:off x="14158853" y="3446825"/>
              <a:ext cx="215900" cy="321310"/>
            </a:xfrm>
            <a:custGeom>
              <a:avLst/>
              <a:gdLst/>
              <a:ahLst/>
              <a:cxnLst/>
              <a:rect l="l" t="t" r="r" b="b"/>
              <a:pathLst>
                <a:path w="215900" h="321310">
                  <a:moveTo>
                    <a:pt x="215333" y="0"/>
                  </a:moveTo>
                  <a:lnTo>
                    <a:pt x="118300" y="76772"/>
                  </a:lnTo>
                  <a:lnTo>
                    <a:pt x="83588" y="108796"/>
                  </a:lnTo>
                  <a:lnTo>
                    <a:pt x="54416" y="145262"/>
                  </a:lnTo>
                  <a:lnTo>
                    <a:pt x="31126" y="185456"/>
                  </a:lnTo>
                  <a:lnTo>
                    <a:pt x="14063" y="228663"/>
                  </a:lnTo>
                  <a:lnTo>
                    <a:pt x="3573" y="274168"/>
                  </a:lnTo>
                  <a:lnTo>
                    <a:pt x="0" y="321257"/>
                  </a:lnTo>
                </a:path>
              </a:pathLst>
            </a:custGeom>
            <a:ln w="18146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8" name="object 408" descr=""/>
            <p:cNvSpPr/>
            <p:nvPr/>
          </p:nvSpPr>
          <p:spPr>
            <a:xfrm>
              <a:off x="14158851" y="3678948"/>
              <a:ext cx="373380" cy="570230"/>
            </a:xfrm>
            <a:custGeom>
              <a:avLst/>
              <a:gdLst/>
              <a:ahLst/>
              <a:cxnLst/>
              <a:rect l="l" t="t" r="r" b="b"/>
              <a:pathLst>
                <a:path w="373380" h="570229">
                  <a:moveTo>
                    <a:pt x="0" y="569616"/>
                  </a:moveTo>
                  <a:lnTo>
                    <a:pt x="10308" y="518549"/>
                  </a:lnTo>
                  <a:lnTo>
                    <a:pt x="38422" y="476849"/>
                  </a:lnTo>
                  <a:lnTo>
                    <a:pt x="80122" y="448735"/>
                  </a:lnTo>
                  <a:lnTo>
                    <a:pt x="131189" y="438426"/>
                  </a:lnTo>
                  <a:lnTo>
                    <a:pt x="155325" y="438426"/>
                  </a:lnTo>
                  <a:lnTo>
                    <a:pt x="205266" y="432678"/>
                  </a:lnTo>
                  <a:lnTo>
                    <a:pt x="251112" y="416297"/>
                  </a:lnTo>
                  <a:lnTo>
                    <a:pt x="291555" y="390589"/>
                  </a:lnTo>
                  <a:lnTo>
                    <a:pt x="325288" y="356863"/>
                  </a:lnTo>
                  <a:lnTo>
                    <a:pt x="351004" y="316424"/>
                  </a:lnTo>
                  <a:lnTo>
                    <a:pt x="367394" y="270582"/>
                  </a:lnTo>
                  <a:lnTo>
                    <a:pt x="373150" y="220642"/>
                  </a:lnTo>
                  <a:lnTo>
                    <a:pt x="373150" y="0"/>
                  </a:lnTo>
                </a:path>
              </a:pathLst>
            </a:custGeom>
            <a:ln w="18146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9" name="object 409" descr=""/>
            <p:cNvSpPr/>
            <p:nvPr/>
          </p:nvSpPr>
          <p:spPr>
            <a:xfrm>
              <a:off x="14532029" y="3738477"/>
              <a:ext cx="137160" cy="153035"/>
            </a:xfrm>
            <a:custGeom>
              <a:avLst/>
              <a:gdLst/>
              <a:ahLst/>
              <a:cxnLst/>
              <a:rect l="l" t="t" r="r" b="b"/>
              <a:pathLst>
                <a:path w="137159" h="153035">
                  <a:moveTo>
                    <a:pt x="136728" y="0"/>
                  </a:moveTo>
                  <a:lnTo>
                    <a:pt x="136728" y="37391"/>
                  </a:lnTo>
                  <a:lnTo>
                    <a:pt x="132191" y="59869"/>
                  </a:lnTo>
                  <a:lnTo>
                    <a:pt x="119815" y="78225"/>
                  </a:lnTo>
                  <a:lnTo>
                    <a:pt x="101460" y="90600"/>
                  </a:lnTo>
                  <a:lnTo>
                    <a:pt x="78981" y="95138"/>
                  </a:lnTo>
                  <a:lnTo>
                    <a:pt x="57767" y="95138"/>
                  </a:lnTo>
                  <a:lnTo>
                    <a:pt x="35281" y="99678"/>
                  </a:lnTo>
                  <a:lnTo>
                    <a:pt x="16919" y="112058"/>
                  </a:lnTo>
                  <a:lnTo>
                    <a:pt x="4539" y="130420"/>
                  </a:lnTo>
                  <a:lnTo>
                    <a:pt x="0" y="152906"/>
                  </a:lnTo>
                </a:path>
              </a:pathLst>
            </a:custGeom>
            <a:ln w="18146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10" name="object 410" descr="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14462090" y="3528340"/>
              <a:ext cx="78783" cy="176434"/>
            </a:xfrm>
            <a:prstGeom prst="rect">
              <a:avLst/>
            </a:prstGeom>
          </p:spPr>
        </p:pic>
        <p:sp>
          <p:nvSpPr>
            <p:cNvPr id="411" name="object 411" descr=""/>
            <p:cNvSpPr/>
            <p:nvPr/>
          </p:nvSpPr>
          <p:spPr>
            <a:xfrm>
              <a:off x="14643811" y="3616419"/>
              <a:ext cx="176530" cy="191135"/>
            </a:xfrm>
            <a:custGeom>
              <a:avLst/>
              <a:gdLst/>
              <a:ahLst/>
              <a:cxnLst/>
              <a:rect l="l" t="t" r="r" b="b"/>
              <a:pathLst>
                <a:path w="176530" h="191135">
                  <a:moveTo>
                    <a:pt x="99148" y="6819"/>
                  </a:moveTo>
                  <a:lnTo>
                    <a:pt x="32067" y="0"/>
                  </a:lnTo>
                  <a:lnTo>
                    <a:pt x="1473" y="11442"/>
                  </a:lnTo>
                  <a:lnTo>
                    <a:pt x="0" y="53505"/>
                  </a:lnTo>
                  <a:lnTo>
                    <a:pt x="20218" y="138531"/>
                  </a:lnTo>
                  <a:lnTo>
                    <a:pt x="99148" y="6819"/>
                  </a:lnTo>
                  <a:close/>
                </a:path>
                <a:path w="176530" h="191135">
                  <a:moveTo>
                    <a:pt x="176009" y="159702"/>
                  </a:moveTo>
                  <a:lnTo>
                    <a:pt x="134340" y="127355"/>
                  </a:lnTo>
                  <a:lnTo>
                    <a:pt x="107302" y="116586"/>
                  </a:lnTo>
                  <a:lnTo>
                    <a:pt x="83058" y="127355"/>
                  </a:lnTo>
                  <a:lnTo>
                    <a:pt x="49771" y="159702"/>
                  </a:lnTo>
                  <a:lnTo>
                    <a:pt x="98933" y="183070"/>
                  </a:lnTo>
                  <a:lnTo>
                    <a:pt x="128473" y="190868"/>
                  </a:lnTo>
                  <a:lnTo>
                    <a:pt x="150228" y="183070"/>
                  </a:lnTo>
                  <a:lnTo>
                    <a:pt x="176009" y="159702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2" name="object 412" descr="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14302416" y="3404164"/>
              <a:ext cx="125713" cy="99435"/>
            </a:xfrm>
            <a:prstGeom prst="rect">
              <a:avLst/>
            </a:prstGeom>
          </p:spPr>
        </p:pic>
        <p:pic>
          <p:nvPicPr>
            <p:cNvPr id="413" name="object 413" descr="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13985388" y="3777151"/>
              <a:ext cx="149283" cy="90749"/>
            </a:xfrm>
            <a:prstGeom prst="rect">
              <a:avLst/>
            </a:prstGeom>
          </p:spPr>
        </p:pic>
        <p:pic>
          <p:nvPicPr>
            <p:cNvPr id="414" name="object 414" descr="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13960750" y="4143772"/>
              <a:ext cx="90478" cy="88981"/>
            </a:xfrm>
            <a:prstGeom prst="rect">
              <a:avLst/>
            </a:prstGeom>
          </p:spPr>
        </p:pic>
        <p:pic>
          <p:nvPicPr>
            <p:cNvPr id="415" name="object 415" descr="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14519285" y="4008788"/>
              <a:ext cx="167544" cy="78331"/>
            </a:xfrm>
            <a:prstGeom prst="rect">
              <a:avLst/>
            </a:prstGeom>
          </p:spPr>
        </p:pic>
        <p:pic>
          <p:nvPicPr>
            <p:cNvPr id="416" name="object 416" descr="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13979825" y="3291821"/>
              <a:ext cx="135032" cy="102098"/>
            </a:xfrm>
            <a:prstGeom prst="rect">
              <a:avLst/>
            </a:prstGeom>
          </p:spPr>
        </p:pic>
        <p:pic>
          <p:nvPicPr>
            <p:cNvPr id="417" name="object 417" descr="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14210717" y="2854858"/>
              <a:ext cx="112153" cy="107734"/>
            </a:xfrm>
            <a:prstGeom prst="rect">
              <a:avLst/>
            </a:prstGeom>
          </p:spPr>
        </p:pic>
        <p:pic>
          <p:nvPicPr>
            <p:cNvPr id="418" name="object 418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14009667" y="2760760"/>
              <a:ext cx="78460" cy="195250"/>
            </a:xfrm>
            <a:prstGeom prst="rect">
              <a:avLst/>
            </a:prstGeom>
          </p:spPr>
        </p:pic>
        <p:pic>
          <p:nvPicPr>
            <p:cNvPr id="419" name="object 419" descr="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13873441" y="2854858"/>
              <a:ext cx="93306" cy="107734"/>
            </a:xfrm>
            <a:prstGeom prst="rect">
              <a:avLst/>
            </a:prstGeom>
          </p:spPr>
        </p:pic>
      </p:grpSp>
      <p:grpSp>
        <p:nvGrpSpPr>
          <p:cNvPr id="420" name="object 420" descr=""/>
          <p:cNvGrpSpPr/>
          <p:nvPr/>
        </p:nvGrpSpPr>
        <p:grpSpPr>
          <a:xfrm>
            <a:off x="16839212" y="3486709"/>
            <a:ext cx="370840" cy="1336040"/>
            <a:chOff x="16839212" y="3486709"/>
            <a:chExt cx="370840" cy="1336040"/>
          </a:xfrm>
        </p:grpSpPr>
        <p:sp>
          <p:nvSpPr>
            <p:cNvPr id="421" name="object 421" descr=""/>
            <p:cNvSpPr/>
            <p:nvPr/>
          </p:nvSpPr>
          <p:spPr>
            <a:xfrm>
              <a:off x="16990541" y="3540720"/>
              <a:ext cx="0" cy="1282065"/>
            </a:xfrm>
            <a:custGeom>
              <a:avLst/>
              <a:gdLst/>
              <a:ahLst/>
              <a:cxnLst/>
              <a:rect l="l" t="t" r="r" b="b"/>
              <a:pathLst>
                <a:path w="0" h="1282064">
                  <a:moveTo>
                    <a:pt x="0" y="1281824"/>
                  </a:moveTo>
                  <a:lnTo>
                    <a:pt x="0" y="0"/>
                  </a:lnTo>
                </a:path>
              </a:pathLst>
            </a:custGeom>
            <a:ln w="9779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2" name="object 422" descr=""/>
            <p:cNvSpPr/>
            <p:nvPr/>
          </p:nvSpPr>
          <p:spPr>
            <a:xfrm>
              <a:off x="16990542" y="3633355"/>
              <a:ext cx="86360" cy="248920"/>
            </a:xfrm>
            <a:custGeom>
              <a:avLst/>
              <a:gdLst/>
              <a:ahLst/>
              <a:cxnLst/>
              <a:rect l="l" t="t" r="r" b="b"/>
              <a:pathLst>
                <a:path w="86359" h="248920">
                  <a:moveTo>
                    <a:pt x="85986" y="0"/>
                  </a:moveTo>
                  <a:lnTo>
                    <a:pt x="10397" y="170968"/>
                  </a:lnTo>
                  <a:lnTo>
                    <a:pt x="0" y="219940"/>
                  </a:lnTo>
                  <a:lnTo>
                    <a:pt x="0" y="248379"/>
                  </a:lnTo>
                </a:path>
              </a:pathLst>
            </a:custGeom>
            <a:ln w="9779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3" name="object 423" descr=""/>
            <p:cNvSpPr/>
            <p:nvPr/>
          </p:nvSpPr>
          <p:spPr>
            <a:xfrm>
              <a:off x="17041538" y="3688851"/>
              <a:ext cx="53340" cy="24130"/>
            </a:xfrm>
            <a:custGeom>
              <a:avLst/>
              <a:gdLst/>
              <a:ahLst/>
              <a:cxnLst/>
              <a:rect l="l" t="t" r="r" b="b"/>
              <a:pathLst>
                <a:path w="53340" h="24129">
                  <a:moveTo>
                    <a:pt x="0" y="23643"/>
                  </a:moveTo>
                  <a:lnTo>
                    <a:pt x="53307" y="0"/>
                  </a:lnTo>
                </a:path>
              </a:pathLst>
            </a:custGeom>
            <a:ln w="9779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4" name="object 424" descr=""/>
            <p:cNvSpPr/>
            <p:nvPr/>
          </p:nvSpPr>
          <p:spPr>
            <a:xfrm>
              <a:off x="16957458" y="3617382"/>
              <a:ext cx="33655" cy="109220"/>
            </a:xfrm>
            <a:custGeom>
              <a:avLst/>
              <a:gdLst/>
              <a:ahLst/>
              <a:cxnLst/>
              <a:rect l="l" t="t" r="r" b="b"/>
              <a:pathLst>
                <a:path w="33655" h="109220">
                  <a:moveTo>
                    <a:pt x="0" y="0"/>
                  </a:moveTo>
                  <a:lnTo>
                    <a:pt x="26229" y="52396"/>
                  </a:lnTo>
                  <a:lnTo>
                    <a:pt x="33087" y="81191"/>
                  </a:lnTo>
                  <a:lnTo>
                    <a:pt x="33087" y="109096"/>
                  </a:lnTo>
                </a:path>
              </a:pathLst>
            </a:custGeom>
            <a:ln w="9779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5" name="object 425" descr=""/>
            <p:cNvSpPr/>
            <p:nvPr/>
          </p:nvSpPr>
          <p:spPr>
            <a:xfrm>
              <a:off x="16880943" y="3775357"/>
              <a:ext cx="109855" cy="290830"/>
            </a:xfrm>
            <a:custGeom>
              <a:avLst/>
              <a:gdLst/>
              <a:ahLst/>
              <a:cxnLst/>
              <a:rect l="l" t="t" r="r" b="b"/>
              <a:pathLst>
                <a:path w="109855" h="290829">
                  <a:moveTo>
                    <a:pt x="0" y="0"/>
                  </a:moveTo>
                  <a:lnTo>
                    <a:pt x="93923" y="182130"/>
                  </a:lnTo>
                  <a:lnTo>
                    <a:pt x="108599" y="229666"/>
                  </a:lnTo>
                  <a:lnTo>
                    <a:pt x="109598" y="246222"/>
                  </a:lnTo>
                  <a:lnTo>
                    <a:pt x="109598" y="290650"/>
                  </a:lnTo>
                </a:path>
              </a:pathLst>
            </a:custGeom>
            <a:ln w="9779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6" name="object 426" descr=""/>
            <p:cNvSpPr/>
            <p:nvPr/>
          </p:nvSpPr>
          <p:spPr>
            <a:xfrm>
              <a:off x="16990542" y="4059854"/>
              <a:ext cx="164465" cy="313055"/>
            </a:xfrm>
            <a:custGeom>
              <a:avLst/>
              <a:gdLst/>
              <a:ahLst/>
              <a:cxnLst/>
              <a:rect l="l" t="t" r="r" b="b"/>
              <a:pathLst>
                <a:path w="164465" h="313054">
                  <a:moveTo>
                    <a:pt x="163837" y="0"/>
                  </a:moveTo>
                  <a:lnTo>
                    <a:pt x="21433" y="205386"/>
                  </a:lnTo>
                  <a:lnTo>
                    <a:pt x="1381" y="254929"/>
                  </a:lnTo>
                  <a:lnTo>
                    <a:pt x="0" y="272703"/>
                  </a:lnTo>
                  <a:lnTo>
                    <a:pt x="0" y="312943"/>
                  </a:lnTo>
                </a:path>
              </a:pathLst>
            </a:custGeom>
            <a:ln w="9779">
              <a:solidFill>
                <a:srgbClr val="66C4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7" name="object 427" descr=""/>
            <p:cNvSpPr/>
            <p:nvPr/>
          </p:nvSpPr>
          <p:spPr>
            <a:xfrm>
              <a:off x="16839210" y="3580859"/>
              <a:ext cx="370840" cy="622300"/>
            </a:xfrm>
            <a:custGeom>
              <a:avLst/>
              <a:gdLst/>
              <a:ahLst/>
              <a:cxnLst/>
              <a:rect l="l" t="t" r="r" b="b"/>
              <a:pathLst>
                <a:path w="370840" h="622300">
                  <a:moveTo>
                    <a:pt x="54483" y="277596"/>
                  </a:moveTo>
                  <a:lnTo>
                    <a:pt x="48425" y="251167"/>
                  </a:lnTo>
                  <a:lnTo>
                    <a:pt x="40728" y="238112"/>
                  </a:lnTo>
                  <a:lnTo>
                    <a:pt x="26289" y="234581"/>
                  </a:lnTo>
                  <a:lnTo>
                    <a:pt x="0" y="236766"/>
                  </a:lnTo>
                  <a:lnTo>
                    <a:pt x="7581" y="261175"/>
                  </a:lnTo>
                  <a:lnTo>
                    <a:pt x="15786" y="273570"/>
                  </a:lnTo>
                  <a:lnTo>
                    <a:pt x="29718" y="277774"/>
                  </a:lnTo>
                  <a:lnTo>
                    <a:pt x="54483" y="277596"/>
                  </a:lnTo>
                  <a:close/>
                </a:path>
                <a:path w="370840" h="622300">
                  <a:moveTo>
                    <a:pt x="74168" y="191719"/>
                  </a:moveTo>
                  <a:lnTo>
                    <a:pt x="72237" y="166370"/>
                  </a:lnTo>
                  <a:lnTo>
                    <a:pt x="63296" y="150101"/>
                  </a:lnTo>
                  <a:lnTo>
                    <a:pt x="57962" y="144348"/>
                  </a:lnTo>
                  <a:lnTo>
                    <a:pt x="40576" y="173075"/>
                  </a:lnTo>
                  <a:lnTo>
                    <a:pt x="34836" y="191033"/>
                  </a:lnTo>
                  <a:lnTo>
                    <a:pt x="40805" y="205727"/>
                  </a:lnTo>
                  <a:lnTo>
                    <a:pt x="58521" y="224726"/>
                  </a:lnTo>
                  <a:lnTo>
                    <a:pt x="74168" y="191719"/>
                  </a:lnTo>
                  <a:close/>
                </a:path>
                <a:path w="370840" h="622300">
                  <a:moveTo>
                    <a:pt x="142697" y="81508"/>
                  </a:moveTo>
                  <a:lnTo>
                    <a:pt x="129273" y="66497"/>
                  </a:lnTo>
                  <a:lnTo>
                    <a:pt x="118402" y="60426"/>
                  </a:lnTo>
                  <a:lnTo>
                    <a:pt x="104330" y="62318"/>
                  </a:lnTo>
                  <a:lnTo>
                    <a:pt x="81318" y="71221"/>
                  </a:lnTo>
                  <a:lnTo>
                    <a:pt x="99568" y="90246"/>
                  </a:lnTo>
                  <a:lnTo>
                    <a:pt x="112052" y="97663"/>
                  </a:lnTo>
                  <a:lnTo>
                    <a:pt x="124510" y="94424"/>
                  </a:lnTo>
                  <a:lnTo>
                    <a:pt x="142697" y="81508"/>
                  </a:lnTo>
                  <a:close/>
                </a:path>
                <a:path w="370840" h="622300">
                  <a:moveTo>
                    <a:pt x="274739" y="8394"/>
                  </a:moveTo>
                  <a:lnTo>
                    <a:pt x="273202" y="0"/>
                  </a:lnTo>
                  <a:lnTo>
                    <a:pt x="237934" y="13030"/>
                  </a:lnTo>
                  <a:lnTo>
                    <a:pt x="221475" y="25031"/>
                  </a:lnTo>
                  <a:lnTo>
                    <a:pt x="219595" y="42875"/>
                  </a:lnTo>
                  <a:lnTo>
                    <a:pt x="228053" y="73456"/>
                  </a:lnTo>
                  <a:lnTo>
                    <a:pt x="260883" y="52755"/>
                  </a:lnTo>
                  <a:lnTo>
                    <a:pt x="273545" y="28524"/>
                  </a:lnTo>
                  <a:lnTo>
                    <a:pt x="274739" y="8394"/>
                  </a:lnTo>
                  <a:close/>
                </a:path>
                <a:path w="370840" h="622300">
                  <a:moveTo>
                    <a:pt x="311912" y="579920"/>
                  </a:moveTo>
                  <a:lnTo>
                    <a:pt x="269862" y="577926"/>
                  </a:lnTo>
                  <a:lnTo>
                    <a:pt x="246405" y="581164"/>
                  </a:lnTo>
                  <a:lnTo>
                    <a:pt x="233045" y="593153"/>
                  </a:lnTo>
                  <a:lnTo>
                    <a:pt x="221284" y="617423"/>
                  </a:lnTo>
                  <a:lnTo>
                    <a:pt x="259245" y="622020"/>
                  </a:lnTo>
                  <a:lnTo>
                    <a:pt x="281343" y="619645"/>
                  </a:lnTo>
                  <a:lnTo>
                    <a:pt x="296062" y="606780"/>
                  </a:lnTo>
                  <a:lnTo>
                    <a:pt x="311912" y="579920"/>
                  </a:lnTo>
                  <a:close/>
                </a:path>
                <a:path w="370840" h="622300">
                  <a:moveTo>
                    <a:pt x="370573" y="515505"/>
                  </a:moveTo>
                  <a:lnTo>
                    <a:pt x="336270" y="508419"/>
                  </a:lnTo>
                  <a:lnTo>
                    <a:pt x="316344" y="508292"/>
                  </a:lnTo>
                  <a:lnTo>
                    <a:pt x="303149" y="517131"/>
                  </a:lnTo>
                  <a:lnTo>
                    <a:pt x="289052" y="536930"/>
                  </a:lnTo>
                  <a:lnTo>
                    <a:pt x="320344" y="546874"/>
                  </a:lnTo>
                  <a:lnTo>
                    <a:pt x="339267" y="547954"/>
                  </a:lnTo>
                  <a:lnTo>
                    <a:pt x="353466" y="538175"/>
                  </a:lnTo>
                  <a:lnTo>
                    <a:pt x="370573" y="515505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8" name="object 428" descr=""/>
            <p:cNvSpPr/>
            <p:nvPr/>
          </p:nvSpPr>
          <p:spPr>
            <a:xfrm>
              <a:off x="16851542" y="3486714"/>
              <a:ext cx="327660" cy="729615"/>
            </a:xfrm>
            <a:custGeom>
              <a:avLst/>
              <a:gdLst/>
              <a:ahLst/>
              <a:cxnLst/>
              <a:rect l="l" t="t" r="r" b="b"/>
              <a:pathLst>
                <a:path w="327659" h="729614">
                  <a:moveTo>
                    <a:pt x="46062" y="283006"/>
                  </a:moveTo>
                  <a:lnTo>
                    <a:pt x="43040" y="263753"/>
                  </a:lnTo>
                  <a:lnTo>
                    <a:pt x="29210" y="252679"/>
                  </a:lnTo>
                  <a:lnTo>
                    <a:pt x="647" y="242785"/>
                  </a:lnTo>
                  <a:lnTo>
                    <a:pt x="0" y="275793"/>
                  </a:lnTo>
                  <a:lnTo>
                    <a:pt x="4102" y="294576"/>
                  </a:lnTo>
                  <a:lnTo>
                    <a:pt x="16852" y="306120"/>
                  </a:lnTo>
                  <a:lnTo>
                    <a:pt x="42151" y="317423"/>
                  </a:lnTo>
                  <a:lnTo>
                    <a:pt x="46062" y="283006"/>
                  </a:lnTo>
                  <a:close/>
                </a:path>
                <a:path w="327659" h="729614">
                  <a:moveTo>
                    <a:pt x="114655" y="339280"/>
                  </a:moveTo>
                  <a:lnTo>
                    <a:pt x="108280" y="324764"/>
                  </a:lnTo>
                  <a:lnTo>
                    <a:pt x="91224" y="303682"/>
                  </a:lnTo>
                  <a:lnTo>
                    <a:pt x="78727" y="328193"/>
                  </a:lnTo>
                  <a:lnTo>
                    <a:pt x="75234" y="343852"/>
                  </a:lnTo>
                  <a:lnTo>
                    <a:pt x="81394" y="357441"/>
                  </a:lnTo>
                  <a:lnTo>
                    <a:pt x="97802" y="375678"/>
                  </a:lnTo>
                  <a:lnTo>
                    <a:pt x="110959" y="354012"/>
                  </a:lnTo>
                  <a:lnTo>
                    <a:pt x="114655" y="339280"/>
                  </a:lnTo>
                  <a:close/>
                </a:path>
                <a:path w="327659" h="729614">
                  <a:moveTo>
                    <a:pt x="126593" y="131991"/>
                  </a:moveTo>
                  <a:lnTo>
                    <a:pt x="125514" y="116370"/>
                  </a:lnTo>
                  <a:lnTo>
                    <a:pt x="112610" y="103555"/>
                  </a:lnTo>
                  <a:lnTo>
                    <a:pt x="84658" y="86982"/>
                  </a:lnTo>
                  <a:lnTo>
                    <a:pt x="76073" y="119900"/>
                  </a:lnTo>
                  <a:lnTo>
                    <a:pt x="76784" y="138163"/>
                  </a:lnTo>
                  <a:lnTo>
                    <a:pt x="90055" y="148336"/>
                  </a:lnTo>
                  <a:lnTo>
                    <a:pt x="119075" y="156972"/>
                  </a:lnTo>
                  <a:lnTo>
                    <a:pt x="126593" y="131991"/>
                  </a:lnTo>
                  <a:close/>
                </a:path>
                <a:path w="327659" h="729614">
                  <a:moveTo>
                    <a:pt x="160959" y="67271"/>
                  </a:moveTo>
                  <a:lnTo>
                    <a:pt x="160616" y="58648"/>
                  </a:lnTo>
                  <a:lnTo>
                    <a:pt x="158229" y="48768"/>
                  </a:lnTo>
                  <a:lnTo>
                    <a:pt x="151726" y="31318"/>
                  </a:lnTo>
                  <a:lnTo>
                    <a:pt x="139090" y="0"/>
                  </a:lnTo>
                  <a:lnTo>
                    <a:pt x="135674" y="8623"/>
                  </a:lnTo>
                  <a:lnTo>
                    <a:pt x="128143" y="28600"/>
                  </a:lnTo>
                  <a:lnTo>
                    <a:pt x="120624" y="51092"/>
                  </a:lnTo>
                  <a:lnTo>
                    <a:pt x="117208" y="67271"/>
                  </a:lnTo>
                  <a:lnTo>
                    <a:pt x="118935" y="76758"/>
                  </a:lnTo>
                  <a:lnTo>
                    <a:pt x="123621" y="84493"/>
                  </a:lnTo>
                  <a:lnTo>
                    <a:pt x="130568" y="89712"/>
                  </a:lnTo>
                  <a:lnTo>
                    <a:pt x="139090" y="91630"/>
                  </a:lnTo>
                  <a:lnTo>
                    <a:pt x="147599" y="89712"/>
                  </a:lnTo>
                  <a:lnTo>
                    <a:pt x="154546" y="84493"/>
                  </a:lnTo>
                  <a:lnTo>
                    <a:pt x="159245" y="76758"/>
                  </a:lnTo>
                  <a:lnTo>
                    <a:pt x="160959" y="67271"/>
                  </a:lnTo>
                  <a:close/>
                </a:path>
                <a:path w="327659" h="729614">
                  <a:moveTo>
                    <a:pt x="239547" y="600824"/>
                  </a:moveTo>
                  <a:lnTo>
                    <a:pt x="235889" y="578777"/>
                  </a:lnTo>
                  <a:lnTo>
                    <a:pt x="232625" y="570191"/>
                  </a:lnTo>
                  <a:lnTo>
                    <a:pt x="202971" y="592988"/>
                  </a:lnTo>
                  <a:lnTo>
                    <a:pt x="190919" y="610235"/>
                  </a:lnTo>
                  <a:lnTo>
                    <a:pt x="194487" y="630605"/>
                  </a:lnTo>
                  <a:lnTo>
                    <a:pt x="211721" y="662774"/>
                  </a:lnTo>
                  <a:lnTo>
                    <a:pt x="234530" y="630694"/>
                  </a:lnTo>
                  <a:lnTo>
                    <a:pt x="239547" y="600824"/>
                  </a:lnTo>
                  <a:close/>
                </a:path>
                <a:path w="327659" h="729614">
                  <a:moveTo>
                    <a:pt x="279044" y="138760"/>
                  </a:moveTo>
                  <a:lnTo>
                    <a:pt x="248716" y="132943"/>
                  </a:lnTo>
                  <a:lnTo>
                    <a:pt x="232029" y="133883"/>
                  </a:lnTo>
                  <a:lnTo>
                    <a:pt x="223062" y="144195"/>
                  </a:lnTo>
                  <a:lnTo>
                    <a:pt x="215912" y="166471"/>
                  </a:lnTo>
                  <a:lnTo>
                    <a:pt x="245605" y="166281"/>
                  </a:lnTo>
                  <a:lnTo>
                    <a:pt x="265112" y="156286"/>
                  </a:lnTo>
                  <a:lnTo>
                    <a:pt x="275805" y="144462"/>
                  </a:lnTo>
                  <a:lnTo>
                    <a:pt x="279044" y="138760"/>
                  </a:lnTo>
                  <a:close/>
                </a:path>
                <a:path w="327659" h="729614">
                  <a:moveTo>
                    <a:pt x="287147" y="182968"/>
                  </a:moveTo>
                  <a:lnTo>
                    <a:pt x="256819" y="177152"/>
                  </a:lnTo>
                  <a:lnTo>
                    <a:pt x="240131" y="178104"/>
                  </a:lnTo>
                  <a:lnTo>
                    <a:pt x="231165" y="188417"/>
                  </a:lnTo>
                  <a:lnTo>
                    <a:pt x="224015" y="210693"/>
                  </a:lnTo>
                  <a:lnTo>
                    <a:pt x="251434" y="215773"/>
                  </a:lnTo>
                  <a:lnTo>
                    <a:pt x="267157" y="214579"/>
                  </a:lnTo>
                  <a:lnTo>
                    <a:pt x="277088" y="204508"/>
                  </a:lnTo>
                  <a:lnTo>
                    <a:pt x="287147" y="182968"/>
                  </a:lnTo>
                  <a:close/>
                </a:path>
                <a:path w="327659" h="729614">
                  <a:moveTo>
                    <a:pt x="314871" y="703160"/>
                  </a:moveTo>
                  <a:lnTo>
                    <a:pt x="273113" y="690664"/>
                  </a:lnTo>
                  <a:lnTo>
                    <a:pt x="248158" y="687374"/>
                  </a:lnTo>
                  <a:lnTo>
                    <a:pt x="230085" y="694080"/>
                  </a:lnTo>
                  <a:lnTo>
                    <a:pt x="208953" y="711568"/>
                  </a:lnTo>
                  <a:lnTo>
                    <a:pt x="245821" y="725525"/>
                  </a:lnTo>
                  <a:lnTo>
                    <a:pt x="269151" y="729297"/>
                  </a:lnTo>
                  <a:lnTo>
                    <a:pt x="288848" y="722109"/>
                  </a:lnTo>
                  <a:lnTo>
                    <a:pt x="314871" y="703160"/>
                  </a:lnTo>
                  <a:close/>
                </a:path>
                <a:path w="327659" h="729614">
                  <a:moveTo>
                    <a:pt x="327101" y="535266"/>
                  </a:moveTo>
                  <a:lnTo>
                    <a:pt x="325793" y="526821"/>
                  </a:lnTo>
                  <a:lnTo>
                    <a:pt x="295960" y="538975"/>
                  </a:lnTo>
                  <a:lnTo>
                    <a:pt x="281279" y="551332"/>
                  </a:lnTo>
                  <a:lnTo>
                    <a:pt x="277507" y="571398"/>
                  </a:lnTo>
                  <a:lnTo>
                    <a:pt x="280377" y="606653"/>
                  </a:lnTo>
                  <a:lnTo>
                    <a:pt x="312661" y="582053"/>
                  </a:lnTo>
                  <a:lnTo>
                    <a:pt x="325475" y="555967"/>
                  </a:lnTo>
                  <a:lnTo>
                    <a:pt x="327101" y="535266"/>
                  </a:lnTo>
                  <a:close/>
                </a:path>
              </a:pathLst>
            </a:custGeom>
            <a:solidFill>
              <a:srgbClr val="A4CC5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29" name="object 429" descr=""/>
          <p:cNvGrpSpPr/>
          <p:nvPr/>
        </p:nvGrpSpPr>
        <p:grpSpPr>
          <a:xfrm>
            <a:off x="17263529" y="8598841"/>
            <a:ext cx="523875" cy="1446530"/>
            <a:chOff x="17263529" y="8598841"/>
            <a:chExt cx="523875" cy="1446530"/>
          </a:xfrm>
        </p:grpSpPr>
        <p:sp>
          <p:nvSpPr>
            <p:cNvPr id="430" name="object 430" descr=""/>
            <p:cNvSpPr/>
            <p:nvPr/>
          </p:nvSpPr>
          <p:spPr>
            <a:xfrm>
              <a:off x="17402070" y="8618732"/>
              <a:ext cx="0" cy="1426210"/>
            </a:xfrm>
            <a:custGeom>
              <a:avLst/>
              <a:gdLst/>
              <a:ahLst/>
              <a:cxnLst/>
              <a:rect l="l" t="t" r="r" b="b"/>
              <a:pathLst>
                <a:path w="0" h="1426209">
                  <a:moveTo>
                    <a:pt x="0" y="0"/>
                  </a:moveTo>
                  <a:lnTo>
                    <a:pt x="0" y="1426029"/>
                  </a:lnTo>
                </a:path>
              </a:pathLst>
            </a:custGeom>
            <a:ln w="8450">
              <a:solidFill>
                <a:srgbClr val="53270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1" name="object 431" descr=""/>
            <p:cNvSpPr/>
            <p:nvPr/>
          </p:nvSpPr>
          <p:spPr>
            <a:xfrm>
              <a:off x="17402123" y="8689830"/>
              <a:ext cx="292100" cy="297180"/>
            </a:xfrm>
            <a:custGeom>
              <a:avLst/>
              <a:gdLst/>
              <a:ahLst/>
              <a:cxnLst/>
              <a:rect l="l" t="t" r="r" b="b"/>
              <a:pathLst>
                <a:path w="292100" h="297179">
                  <a:moveTo>
                    <a:pt x="292001" y="0"/>
                  </a:moveTo>
                  <a:lnTo>
                    <a:pt x="263753" y="57298"/>
                  </a:lnTo>
                  <a:lnTo>
                    <a:pt x="240202" y="90870"/>
                  </a:lnTo>
                  <a:lnTo>
                    <a:pt x="209287" y="124945"/>
                  </a:lnTo>
                  <a:lnTo>
                    <a:pt x="170201" y="157435"/>
                  </a:lnTo>
                  <a:lnTo>
                    <a:pt x="122135" y="186257"/>
                  </a:lnTo>
                  <a:lnTo>
                    <a:pt x="64280" y="209323"/>
                  </a:lnTo>
                  <a:lnTo>
                    <a:pt x="38095" y="222337"/>
                  </a:lnTo>
                  <a:lnTo>
                    <a:pt x="17784" y="242406"/>
                  </a:lnTo>
                  <a:lnTo>
                    <a:pt x="4651" y="267759"/>
                  </a:lnTo>
                  <a:lnTo>
                    <a:pt x="0" y="296629"/>
                  </a:lnTo>
                </a:path>
              </a:pathLst>
            </a:custGeom>
            <a:ln w="8450">
              <a:solidFill>
                <a:srgbClr val="53270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2" name="object 432" descr="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17263529" y="8598841"/>
              <a:ext cx="228915" cy="224927"/>
            </a:xfrm>
            <a:prstGeom prst="rect">
              <a:avLst/>
            </a:prstGeom>
          </p:spPr>
        </p:pic>
        <p:pic>
          <p:nvPicPr>
            <p:cNvPr id="433" name="object 433" descr="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17654601" y="8696845"/>
              <a:ext cx="132456" cy="64961"/>
            </a:xfrm>
            <a:prstGeom prst="rect">
              <a:avLst/>
            </a:prstGeom>
          </p:spPr>
        </p:pic>
      </p:grpSp>
      <p:sp>
        <p:nvSpPr>
          <p:cNvPr id="434" name="object 434" descr=""/>
          <p:cNvSpPr/>
          <p:nvPr/>
        </p:nvSpPr>
        <p:spPr>
          <a:xfrm>
            <a:off x="16911724" y="8794174"/>
            <a:ext cx="78740" cy="58419"/>
          </a:xfrm>
          <a:custGeom>
            <a:avLst/>
            <a:gdLst/>
            <a:ahLst/>
            <a:cxnLst/>
            <a:rect l="l" t="t" r="r" b="b"/>
            <a:pathLst>
              <a:path w="78740" h="58420">
                <a:moveTo>
                  <a:pt x="51976" y="0"/>
                </a:moveTo>
                <a:lnTo>
                  <a:pt x="12968" y="21312"/>
                </a:lnTo>
                <a:lnTo>
                  <a:pt x="0" y="55055"/>
                </a:lnTo>
                <a:lnTo>
                  <a:pt x="3078" y="56028"/>
                </a:lnTo>
                <a:lnTo>
                  <a:pt x="26562" y="57965"/>
                </a:lnTo>
                <a:lnTo>
                  <a:pt x="48189" y="51076"/>
                </a:lnTo>
                <a:lnTo>
                  <a:pt x="76385" y="15967"/>
                </a:lnTo>
                <a:lnTo>
                  <a:pt x="78563" y="2910"/>
                </a:lnTo>
                <a:lnTo>
                  <a:pt x="75484" y="1936"/>
                </a:lnTo>
                <a:lnTo>
                  <a:pt x="51976" y="0"/>
                </a:lnTo>
                <a:close/>
              </a:path>
            </a:pathLst>
          </a:custGeom>
          <a:solidFill>
            <a:srgbClr val="F7AC2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35" name="object 435" descr=""/>
          <p:cNvGrpSpPr/>
          <p:nvPr/>
        </p:nvGrpSpPr>
        <p:grpSpPr>
          <a:xfrm>
            <a:off x="16826858" y="8125553"/>
            <a:ext cx="1121410" cy="746760"/>
            <a:chOff x="16826858" y="8125553"/>
            <a:chExt cx="1121410" cy="746760"/>
          </a:xfrm>
        </p:grpSpPr>
        <p:pic>
          <p:nvPicPr>
            <p:cNvPr id="436" name="object 436" descr="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17682861" y="8259435"/>
              <a:ext cx="71003" cy="64029"/>
            </a:xfrm>
            <a:prstGeom prst="rect">
              <a:avLst/>
            </a:prstGeom>
          </p:spPr>
        </p:pic>
        <p:sp>
          <p:nvSpPr>
            <p:cNvPr id="437" name="object 437" descr=""/>
            <p:cNvSpPr/>
            <p:nvPr/>
          </p:nvSpPr>
          <p:spPr>
            <a:xfrm>
              <a:off x="16826858" y="8125553"/>
              <a:ext cx="1121410" cy="746760"/>
            </a:xfrm>
            <a:custGeom>
              <a:avLst/>
              <a:gdLst/>
              <a:ahLst/>
              <a:cxnLst/>
              <a:rect l="l" t="t" r="r" b="b"/>
              <a:pathLst>
                <a:path w="1121409" h="746759">
                  <a:moveTo>
                    <a:pt x="575186" y="0"/>
                  </a:moveTo>
                  <a:lnTo>
                    <a:pt x="525302" y="4529"/>
                  </a:lnTo>
                  <a:lnTo>
                    <a:pt x="478611" y="17551"/>
                  </a:lnTo>
                  <a:lnTo>
                    <a:pt x="436011" y="38217"/>
                  </a:lnTo>
                  <a:lnTo>
                    <a:pt x="398397" y="65677"/>
                  </a:lnTo>
                  <a:lnTo>
                    <a:pt x="366666" y="99081"/>
                  </a:lnTo>
                  <a:lnTo>
                    <a:pt x="341713" y="137580"/>
                  </a:lnTo>
                  <a:lnTo>
                    <a:pt x="324435" y="180324"/>
                  </a:lnTo>
                  <a:lnTo>
                    <a:pt x="315728" y="226464"/>
                  </a:lnTo>
                  <a:lnTo>
                    <a:pt x="299754" y="223204"/>
                  </a:lnTo>
                  <a:lnTo>
                    <a:pt x="283631" y="220872"/>
                  </a:lnTo>
                  <a:lnTo>
                    <a:pt x="267400" y="219475"/>
                  </a:lnTo>
                  <a:lnTo>
                    <a:pt x="251102" y="219019"/>
                  </a:lnTo>
                  <a:lnTo>
                    <a:pt x="200494" y="223543"/>
                  </a:lnTo>
                  <a:lnTo>
                    <a:pt x="153359" y="236517"/>
                  </a:lnTo>
                  <a:lnTo>
                    <a:pt x="110705" y="257047"/>
                  </a:lnTo>
                  <a:lnTo>
                    <a:pt x="73543" y="284237"/>
                  </a:lnTo>
                  <a:lnTo>
                    <a:pt x="42882" y="317191"/>
                  </a:lnTo>
                  <a:lnTo>
                    <a:pt x="19731" y="355013"/>
                  </a:lnTo>
                  <a:lnTo>
                    <a:pt x="5101" y="396809"/>
                  </a:lnTo>
                  <a:lnTo>
                    <a:pt x="0" y="441682"/>
                  </a:lnTo>
                  <a:lnTo>
                    <a:pt x="4863" y="485509"/>
                  </a:lnTo>
                  <a:lnTo>
                    <a:pt x="18826" y="526424"/>
                  </a:lnTo>
                  <a:lnTo>
                    <a:pt x="40951" y="563596"/>
                  </a:lnTo>
                  <a:lnTo>
                    <a:pt x="70298" y="596191"/>
                  </a:lnTo>
                  <a:lnTo>
                    <a:pt x="105929" y="623378"/>
                  </a:lnTo>
                  <a:lnTo>
                    <a:pt x="146905" y="644325"/>
                  </a:lnTo>
                  <a:lnTo>
                    <a:pt x="192287" y="658199"/>
                  </a:lnTo>
                  <a:lnTo>
                    <a:pt x="215639" y="701032"/>
                  </a:lnTo>
                  <a:lnTo>
                    <a:pt x="251908" y="731286"/>
                  </a:lnTo>
                  <a:lnTo>
                    <a:pt x="296635" y="746462"/>
                  </a:lnTo>
                  <a:lnTo>
                    <a:pt x="345361" y="744061"/>
                  </a:lnTo>
                  <a:lnTo>
                    <a:pt x="391608" y="722358"/>
                  </a:lnTo>
                  <a:lnTo>
                    <a:pt x="424792" y="685873"/>
                  </a:lnTo>
                  <a:lnTo>
                    <a:pt x="441874" y="639608"/>
                  </a:lnTo>
                  <a:lnTo>
                    <a:pt x="439819" y="588568"/>
                  </a:lnTo>
                  <a:lnTo>
                    <a:pt x="459987" y="565290"/>
                  </a:lnTo>
                  <a:lnTo>
                    <a:pt x="476611" y="539734"/>
                  </a:lnTo>
                  <a:lnTo>
                    <a:pt x="489358" y="512188"/>
                  </a:lnTo>
                  <a:lnTo>
                    <a:pt x="497901" y="482938"/>
                  </a:lnTo>
                  <a:lnTo>
                    <a:pt x="516893" y="487781"/>
                  </a:lnTo>
                  <a:lnTo>
                    <a:pt x="536157" y="491248"/>
                  </a:lnTo>
                  <a:lnTo>
                    <a:pt x="555620" y="493326"/>
                  </a:lnTo>
                  <a:lnTo>
                    <a:pt x="575207" y="494005"/>
                  </a:lnTo>
                  <a:lnTo>
                    <a:pt x="627692" y="488987"/>
                  </a:lnTo>
                  <a:lnTo>
                    <a:pt x="676576" y="474594"/>
                  </a:lnTo>
                  <a:lnTo>
                    <a:pt x="720811" y="451815"/>
                  </a:lnTo>
                  <a:lnTo>
                    <a:pt x="759348" y="421641"/>
                  </a:lnTo>
                  <a:lnTo>
                    <a:pt x="770911" y="464240"/>
                  </a:lnTo>
                  <a:lnTo>
                    <a:pt x="791702" y="501791"/>
                  </a:lnTo>
                  <a:lnTo>
                    <a:pt x="820332" y="533092"/>
                  </a:lnTo>
                  <a:lnTo>
                    <a:pt x="855413" y="556940"/>
                  </a:lnTo>
                  <a:lnTo>
                    <a:pt x="895556" y="572134"/>
                  </a:lnTo>
                  <a:lnTo>
                    <a:pt x="939374" y="577469"/>
                  </a:lnTo>
                  <a:lnTo>
                    <a:pt x="987740" y="570976"/>
                  </a:lnTo>
                  <a:lnTo>
                    <a:pt x="1031202" y="552643"/>
                  </a:lnTo>
                  <a:lnTo>
                    <a:pt x="1068026" y="524202"/>
                  </a:lnTo>
                  <a:lnTo>
                    <a:pt x="1096478" y="487387"/>
                  </a:lnTo>
                  <a:lnTo>
                    <a:pt x="1114823" y="443932"/>
                  </a:lnTo>
                  <a:lnTo>
                    <a:pt x="1121327" y="395569"/>
                  </a:lnTo>
                  <a:lnTo>
                    <a:pt x="1119216" y="367981"/>
                  </a:lnTo>
                  <a:lnTo>
                    <a:pt x="1102803" y="315634"/>
                  </a:lnTo>
                  <a:lnTo>
                    <a:pt x="1055843" y="255780"/>
                  </a:lnTo>
                  <a:lnTo>
                    <a:pt x="1015982" y="230564"/>
                  </a:lnTo>
                  <a:lnTo>
                    <a:pt x="971611" y="216569"/>
                  </a:lnTo>
                  <a:lnTo>
                    <a:pt x="925145" y="214228"/>
                  </a:lnTo>
                  <a:lnTo>
                    <a:pt x="878996" y="223974"/>
                  </a:lnTo>
                  <a:lnTo>
                    <a:pt x="835576" y="246243"/>
                  </a:lnTo>
                  <a:lnTo>
                    <a:pt x="831257" y="201962"/>
                  </a:lnTo>
                  <a:lnTo>
                    <a:pt x="819079" y="160292"/>
                  </a:lnTo>
                  <a:lnTo>
                    <a:pt x="799773" y="121927"/>
                  </a:lnTo>
                  <a:lnTo>
                    <a:pt x="774071" y="87562"/>
                  </a:lnTo>
                  <a:lnTo>
                    <a:pt x="742703" y="57889"/>
                  </a:lnTo>
                  <a:lnTo>
                    <a:pt x="706400" y="33603"/>
                  </a:lnTo>
                  <a:lnTo>
                    <a:pt x="665892" y="15397"/>
                  </a:lnTo>
                  <a:lnTo>
                    <a:pt x="621910" y="3964"/>
                  </a:lnTo>
                  <a:lnTo>
                    <a:pt x="575186" y="0"/>
                  </a:lnTo>
                  <a:close/>
                </a:path>
              </a:pathLst>
            </a:custGeom>
            <a:solidFill>
              <a:srgbClr val="F7AC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8" name="object 438" descr=""/>
            <p:cNvSpPr/>
            <p:nvPr/>
          </p:nvSpPr>
          <p:spPr>
            <a:xfrm>
              <a:off x="16904843" y="8256288"/>
              <a:ext cx="925194" cy="558165"/>
            </a:xfrm>
            <a:custGeom>
              <a:avLst/>
              <a:gdLst/>
              <a:ahLst/>
              <a:cxnLst/>
              <a:rect l="l" t="t" r="r" b="b"/>
              <a:pathLst>
                <a:path w="925194" h="558165">
                  <a:moveTo>
                    <a:pt x="28524" y="515340"/>
                  </a:moveTo>
                  <a:lnTo>
                    <a:pt x="22136" y="508952"/>
                  </a:lnTo>
                  <a:lnTo>
                    <a:pt x="14262" y="508952"/>
                  </a:lnTo>
                  <a:lnTo>
                    <a:pt x="6388" y="508952"/>
                  </a:lnTo>
                  <a:lnTo>
                    <a:pt x="0" y="515340"/>
                  </a:lnTo>
                  <a:lnTo>
                    <a:pt x="0" y="531101"/>
                  </a:lnTo>
                  <a:lnTo>
                    <a:pt x="6388" y="537489"/>
                  </a:lnTo>
                  <a:lnTo>
                    <a:pt x="22136" y="537489"/>
                  </a:lnTo>
                  <a:lnTo>
                    <a:pt x="28524" y="531101"/>
                  </a:lnTo>
                  <a:lnTo>
                    <a:pt x="28524" y="515340"/>
                  </a:lnTo>
                  <a:close/>
                </a:path>
                <a:path w="925194" h="558165">
                  <a:moveTo>
                    <a:pt x="56591" y="359295"/>
                  </a:moveTo>
                  <a:lnTo>
                    <a:pt x="50520" y="353225"/>
                  </a:lnTo>
                  <a:lnTo>
                    <a:pt x="43040" y="353225"/>
                  </a:lnTo>
                  <a:lnTo>
                    <a:pt x="35547" y="353225"/>
                  </a:lnTo>
                  <a:lnTo>
                    <a:pt x="29489" y="359295"/>
                  </a:lnTo>
                  <a:lnTo>
                    <a:pt x="29489" y="374269"/>
                  </a:lnTo>
                  <a:lnTo>
                    <a:pt x="35547" y="380326"/>
                  </a:lnTo>
                  <a:lnTo>
                    <a:pt x="50520" y="380326"/>
                  </a:lnTo>
                  <a:lnTo>
                    <a:pt x="56591" y="374269"/>
                  </a:lnTo>
                  <a:lnTo>
                    <a:pt x="56591" y="359295"/>
                  </a:lnTo>
                  <a:close/>
                </a:path>
                <a:path w="925194" h="558165">
                  <a:moveTo>
                    <a:pt x="81381" y="213842"/>
                  </a:moveTo>
                  <a:lnTo>
                    <a:pt x="75323" y="207784"/>
                  </a:lnTo>
                  <a:lnTo>
                    <a:pt x="67843" y="207784"/>
                  </a:lnTo>
                  <a:lnTo>
                    <a:pt x="60350" y="207784"/>
                  </a:lnTo>
                  <a:lnTo>
                    <a:pt x="54292" y="213842"/>
                  </a:lnTo>
                  <a:lnTo>
                    <a:pt x="54292" y="228815"/>
                  </a:lnTo>
                  <a:lnTo>
                    <a:pt x="60350" y="234886"/>
                  </a:lnTo>
                  <a:lnTo>
                    <a:pt x="75323" y="234886"/>
                  </a:lnTo>
                  <a:lnTo>
                    <a:pt x="81381" y="228815"/>
                  </a:lnTo>
                  <a:lnTo>
                    <a:pt x="81381" y="213842"/>
                  </a:lnTo>
                  <a:close/>
                </a:path>
                <a:path w="925194" h="558165">
                  <a:moveTo>
                    <a:pt x="125387" y="240931"/>
                  </a:moveTo>
                  <a:lnTo>
                    <a:pt x="119316" y="234873"/>
                  </a:lnTo>
                  <a:lnTo>
                    <a:pt x="111836" y="234873"/>
                  </a:lnTo>
                  <a:lnTo>
                    <a:pt x="104343" y="234873"/>
                  </a:lnTo>
                  <a:lnTo>
                    <a:pt x="98285" y="240931"/>
                  </a:lnTo>
                  <a:lnTo>
                    <a:pt x="98285" y="255905"/>
                  </a:lnTo>
                  <a:lnTo>
                    <a:pt x="104343" y="261975"/>
                  </a:lnTo>
                  <a:lnTo>
                    <a:pt x="119316" y="261975"/>
                  </a:lnTo>
                  <a:lnTo>
                    <a:pt x="125387" y="255905"/>
                  </a:lnTo>
                  <a:lnTo>
                    <a:pt x="125387" y="240931"/>
                  </a:lnTo>
                  <a:close/>
                </a:path>
                <a:path w="925194" h="558165">
                  <a:moveTo>
                    <a:pt x="205765" y="31000"/>
                  </a:moveTo>
                  <a:lnTo>
                    <a:pt x="199377" y="24612"/>
                  </a:lnTo>
                  <a:lnTo>
                    <a:pt x="191503" y="24612"/>
                  </a:lnTo>
                  <a:lnTo>
                    <a:pt x="183629" y="24612"/>
                  </a:lnTo>
                  <a:lnTo>
                    <a:pt x="177241" y="31000"/>
                  </a:lnTo>
                  <a:lnTo>
                    <a:pt x="177241" y="46761"/>
                  </a:lnTo>
                  <a:lnTo>
                    <a:pt x="183629" y="53136"/>
                  </a:lnTo>
                  <a:lnTo>
                    <a:pt x="199377" y="53136"/>
                  </a:lnTo>
                  <a:lnTo>
                    <a:pt x="205765" y="46761"/>
                  </a:lnTo>
                  <a:lnTo>
                    <a:pt x="205765" y="31000"/>
                  </a:lnTo>
                  <a:close/>
                </a:path>
                <a:path w="925194" h="558165">
                  <a:moveTo>
                    <a:pt x="218605" y="399935"/>
                  </a:moveTo>
                  <a:lnTo>
                    <a:pt x="212547" y="393865"/>
                  </a:lnTo>
                  <a:lnTo>
                    <a:pt x="205054" y="393865"/>
                  </a:lnTo>
                  <a:lnTo>
                    <a:pt x="197573" y="393865"/>
                  </a:lnTo>
                  <a:lnTo>
                    <a:pt x="191503" y="399935"/>
                  </a:lnTo>
                  <a:lnTo>
                    <a:pt x="191503" y="414909"/>
                  </a:lnTo>
                  <a:lnTo>
                    <a:pt x="197573" y="420966"/>
                  </a:lnTo>
                  <a:lnTo>
                    <a:pt x="212547" y="420966"/>
                  </a:lnTo>
                  <a:lnTo>
                    <a:pt x="218605" y="414909"/>
                  </a:lnTo>
                  <a:lnTo>
                    <a:pt x="218605" y="399935"/>
                  </a:lnTo>
                  <a:close/>
                </a:path>
                <a:path w="925194" h="558165">
                  <a:moveTo>
                    <a:pt x="264223" y="205816"/>
                  </a:moveTo>
                  <a:lnTo>
                    <a:pt x="258165" y="199758"/>
                  </a:lnTo>
                  <a:lnTo>
                    <a:pt x="250672" y="199758"/>
                  </a:lnTo>
                  <a:lnTo>
                    <a:pt x="243192" y="199758"/>
                  </a:lnTo>
                  <a:lnTo>
                    <a:pt x="237121" y="205816"/>
                  </a:lnTo>
                  <a:lnTo>
                    <a:pt x="237121" y="220789"/>
                  </a:lnTo>
                  <a:lnTo>
                    <a:pt x="243192" y="226847"/>
                  </a:lnTo>
                  <a:lnTo>
                    <a:pt x="258165" y="226847"/>
                  </a:lnTo>
                  <a:lnTo>
                    <a:pt x="264223" y="220789"/>
                  </a:lnTo>
                  <a:lnTo>
                    <a:pt x="264223" y="205816"/>
                  </a:lnTo>
                  <a:close/>
                </a:path>
                <a:path w="925194" h="558165">
                  <a:moveTo>
                    <a:pt x="291312" y="536968"/>
                  </a:moveTo>
                  <a:lnTo>
                    <a:pt x="285254" y="530898"/>
                  </a:lnTo>
                  <a:lnTo>
                    <a:pt x="277761" y="530898"/>
                  </a:lnTo>
                  <a:lnTo>
                    <a:pt x="270281" y="530898"/>
                  </a:lnTo>
                  <a:lnTo>
                    <a:pt x="264210" y="536968"/>
                  </a:lnTo>
                  <a:lnTo>
                    <a:pt x="264210" y="551942"/>
                  </a:lnTo>
                  <a:lnTo>
                    <a:pt x="270281" y="557999"/>
                  </a:lnTo>
                  <a:lnTo>
                    <a:pt x="285254" y="557999"/>
                  </a:lnTo>
                  <a:lnTo>
                    <a:pt x="291312" y="551942"/>
                  </a:lnTo>
                  <a:lnTo>
                    <a:pt x="291312" y="536968"/>
                  </a:lnTo>
                  <a:close/>
                </a:path>
                <a:path w="925194" h="558165">
                  <a:moveTo>
                    <a:pt x="374421" y="311226"/>
                  </a:moveTo>
                  <a:lnTo>
                    <a:pt x="368363" y="305155"/>
                  </a:lnTo>
                  <a:lnTo>
                    <a:pt x="360883" y="305155"/>
                  </a:lnTo>
                  <a:lnTo>
                    <a:pt x="353390" y="305155"/>
                  </a:lnTo>
                  <a:lnTo>
                    <a:pt x="347332" y="311226"/>
                  </a:lnTo>
                  <a:lnTo>
                    <a:pt x="347332" y="326199"/>
                  </a:lnTo>
                  <a:lnTo>
                    <a:pt x="353390" y="332257"/>
                  </a:lnTo>
                  <a:lnTo>
                    <a:pt x="368363" y="332257"/>
                  </a:lnTo>
                  <a:lnTo>
                    <a:pt x="374421" y="326199"/>
                  </a:lnTo>
                  <a:lnTo>
                    <a:pt x="374421" y="311226"/>
                  </a:lnTo>
                  <a:close/>
                </a:path>
                <a:path w="925194" h="558165">
                  <a:moveTo>
                    <a:pt x="374878" y="6057"/>
                  </a:moveTo>
                  <a:lnTo>
                    <a:pt x="368820" y="0"/>
                  </a:lnTo>
                  <a:lnTo>
                    <a:pt x="361327" y="0"/>
                  </a:lnTo>
                  <a:lnTo>
                    <a:pt x="353847" y="0"/>
                  </a:lnTo>
                  <a:lnTo>
                    <a:pt x="347789" y="6057"/>
                  </a:lnTo>
                  <a:lnTo>
                    <a:pt x="347789" y="21031"/>
                  </a:lnTo>
                  <a:lnTo>
                    <a:pt x="353847" y="27101"/>
                  </a:lnTo>
                  <a:lnTo>
                    <a:pt x="368820" y="27101"/>
                  </a:lnTo>
                  <a:lnTo>
                    <a:pt x="374878" y="21031"/>
                  </a:lnTo>
                  <a:lnTo>
                    <a:pt x="374878" y="6057"/>
                  </a:lnTo>
                  <a:close/>
                </a:path>
                <a:path w="925194" h="558165">
                  <a:moveTo>
                    <a:pt x="407035" y="262229"/>
                  </a:moveTo>
                  <a:lnTo>
                    <a:pt x="400977" y="256171"/>
                  </a:lnTo>
                  <a:lnTo>
                    <a:pt x="393484" y="256171"/>
                  </a:lnTo>
                  <a:lnTo>
                    <a:pt x="386003" y="256171"/>
                  </a:lnTo>
                  <a:lnTo>
                    <a:pt x="379933" y="262229"/>
                  </a:lnTo>
                  <a:lnTo>
                    <a:pt x="379933" y="277202"/>
                  </a:lnTo>
                  <a:lnTo>
                    <a:pt x="386003" y="283273"/>
                  </a:lnTo>
                  <a:lnTo>
                    <a:pt x="400977" y="283273"/>
                  </a:lnTo>
                  <a:lnTo>
                    <a:pt x="407035" y="277202"/>
                  </a:lnTo>
                  <a:lnTo>
                    <a:pt x="407035" y="262229"/>
                  </a:lnTo>
                  <a:close/>
                </a:path>
                <a:path w="925194" h="558165">
                  <a:moveTo>
                    <a:pt x="408508" y="71259"/>
                  </a:moveTo>
                  <a:lnTo>
                    <a:pt x="402450" y="65189"/>
                  </a:lnTo>
                  <a:lnTo>
                    <a:pt x="394957" y="65189"/>
                  </a:lnTo>
                  <a:lnTo>
                    <a:pt x="387477" y="65189"/>
                  </a:lnTo>
                  <a:lnTo>
                    <a:pt x="381419" y="71259"/>
                  </a:lnTo>
                  <a:lnTo>
                    <a:pt x="381419" y="86233"/>
                  </a:lnTo>
                  <a:lnTo>
                    <a:pt x="387477" y="92290"/>
                  </a:lnTo>
                  <a:lnTo>
                    <a:pt x="402450" y="92290"/>
                  </a:lnTo>
                  <a:lnTo>
                    <a:pt x="408508" y="86233"/>
                  </a:lnTo>
                  <a:lnTo>
                    <a:pt x="408508" y="71259"/>
                  </a:lnTo>
                  <a:close/>
                </a:path>
                <a:path w="925194" h="558165">
                  <a:moveTo>
                    <a:pt x="454672" y="44945"/>
                  </a:moveTo>
                  <a:lnTo>
                    <a:pt x="448614" y="38874"/>
                  </a:lnTo>
                  <a:lnTo>
                    <a:pt x="441121" y="38874"/>
                  </a:lnTo>
                  <a:lnTo>
                    <a:pt x="433641" y="38874"/>
                  </a:lnTo>
                  <a:lnTo>
                    <a:pt x="427570" y="44945"/>
                  </a:lnTo>
                  <a:lnTo>
                    <a:pt x="427570" y="59918"/>
                  </a:lnTo>
                  <a:lnTo>
                    <a:pt x="433641" y="65976"/>
                  </a:lnTo>
                  <a:lnTo>
                    <a:pt x="448614" y="65976"/>
                  </a:lnTo>
                  <a:lnTo>
                    <a:pt x="454672" y="59918"/>
                  </a:lnTo>
                  <a:lnTo>
                    <a:pt x="454672" y="44945"/>
                  </a:lnTo>
                  <a:close/>
                </a:path>
                <a:path w="925194" h="558165">
                  <a:moveTo>
                    <a:pt x="546658" y="165760"/>
                  </a:moveTo>
                  <a:lnTo>
                    <a:pt x="540600" y="159689"/>
                  </a:lnTo>
                  <a:lnTo>
                    <a:pt x="533120" y="159689"/>
                  </a:lnTo>
                  <a:lnTo>
                    <a:pt x="525627" y="159689"/>
                  </a:lnTo>
                  <a:lnTo>
                    <a:pt x="519569" y="165760"/>
                  </a:lnTo>
                  <a:lnTo>
                    <a:pt x="519569" y="180733"/>
                  </a:lnTo>
                  <a:lnTo>
                    <a:pt x="525627" y="186791"/>
                  </a:lnTo>
                  <a:lnTo>
                    <a:pt x="540600" y="186791"/>
                  </a:lnTo>
                  <a:lnTo>
                    <a:pt x="546658" y="180733"/>
                  </a:lnTo>
                  <a:lnTo>
                    <a:pt x="546658" y="165760"/>
                  </a:lnTo>
                  <a:close/>
                </a:path>
                <a:path w="925194" h="558165">
                  <a:moveTo>
                    <a:pt x="551345" y="383908"/>
                  </a:moveTo>
                  <a:lnTo>
                    <a:pt x="544957" y="377520"/>
                  </a:lnTo>
                  <a:lnTo>
                    <a:pt x="537083" y="377520"/>
                  </a:lnTo>
                  <a:lnTo>
                    <a:pt x="529209" y="377520"/>
                  </a:lnTo>
                  <a:lnTo>
                    <a:pt x="522820" y="383908"/>
                  </a:lnTo>
                  <a:lnTo>
                    <a:pt x="522820" y="399669"/>
                  </a:lnTo>
                  <a:lnTo>
                    <a:pt x="529209" y="406057"/>
                  </a:lnTo>
                  <a:lnTo>
                    <a:pt x="544957" y="406057"/>
                  </a:lnTo>
                  <a:lnTo>
                    <a:pt x="551345" y="399669"/>
                  </a:lnTo>
                  <a:lnTo>
                    <a:pt x="551345" y="383908"/>
                  </a:lnTo>
                  <a:close/>
                </a:path>
                <a:path w="925194" h="558165">
                  <a:moveTo>
                    <a:pt x="627634" y="275475"/>
                  </a:moveTo>
                  <a:lnTo>
                    <a:pt x="621576" y="269417"/>
                  </a:lnTo>
                  <a:lnTo>
                    <a:pt x="614083" y="269417"/>
                  </a:lnTo>
                  <a:lnTo>
                    <a:pt x="606602" y="269417"/>
                  </a:lnTo>
                  <a:lnTo>
                    <a:pt x="600532" y="275475"/>
                  </a:lnTo>
                  <a:lnTo>
                    <a:pt x="600532" y="290449"/>
                  </a:lnTo>
                  <a:lnTo>
                    <a:pt x="606602" y="296506"/>
                  </a:lnTo>
                  <a:lnTo>
                    <a:pt x="621576" y="296506"/>
                  </a:lnTo>
                  <a:lnTo>
                    <a:pt x="627634" y="290449"/>
                  </a:lnTo>
                  <a:lnTo>
                    <a:pt x="627634" y="275475"/>
                  </a:lnTo>
                  <a:close/>
                </a:path>
                <a:path w="925194" h="558165">
                  <a:moveTo>
                    <a:pt x="641184" y="25107"/>
                  </a:moveTo>
                  <a:lnTo>
                    <a:pt x="635127" y="19050"/>
                  </a:lnTo>
                  <a:lnTo>
                    <a:pt x="627634" y="19050"/>
                  </a:lnTo>
                  <a:lnTo>
                    <a:pt x="620153" y="19050"/>
                  </a:lnTo>
                  <a:lnTo>
                    <a:pt x="614095" y="25107"/>
                  </a:lnTo>
                  <a:lnTo>
                    <a:pt x="614095" y="40081"/>
                  </a:lnTo>
                  <a:lnTo>
                    <a:pt x="620153" y="46139"/>
                  </a:lnTo>
                  <a:lnTo>
                    <a:pt x="635127" y="46139"/>
                  </a:lnTo>
                  <a:lnTo>
                    <a:pt x="641184" y="40081"/>
                  </a:lnTo>
                  <a:lnTo>
                    <a:pt x="641184" y="25107"/>
                  </a:lnTo>
                  <a:close/>
                </a:path>
                <a:path w="925194" h="558165">
                  <a:moveTo>
                    <a:pt x="675347" y="80746"/>
                  </a:moveTo>
                  <a:lnTo>
                    <a:pt x="669290" y="74688"/>
                  </a:lnTo>
                  <a:lnTo>
                    <a:pt x="661797" y="74688"/>
                  </a:lnTo>
                  <a:lnTo>
                    <a:pt x="654316" y="74688"/>
                  </a:lnTo>
                  <a:lnTo>
                    <a:pt x="648246" y="80746"/>
                  </a:lnTo>
                  <a:lnTo>
                    <a:pt x="648246" y="95719"/>
                  </a:lnTo>
                  <a:lnTo>
                    <a:pt x="654316" y="101790"/>
                  </a:lnTo>
                  <a:lnTo>
                    <a:pt x="669290" y="101790"/>
                  </a:lnTo>
                  <a:lnTo>
                    <a:pt x="675347" y="95719"/>
                  </a:lnTo>
                  <a:lnTo>
                    <a:pt x="675347" y="80746"/>
                  </a:lnTo>
                  <a:close/>
                </a:path>
                <a:path w="925194" h="558165">
                  <a:moveTo>
                    <a:pt x="763587" y="205816"/>
                  </a:moveTo>
                  <a:lnTo>
                    <a:pt x="757529" y="199758"/>
                  </a:lnTo>
                  <a:lnTo>
                    <a:pt x="750036" y="199758"/>
                  </a:lnTo>
                  <a:lnTo>
                    <a:pt x="742556" y="199758"/>
                  </a:lnTo>
                  <a:lnTo>
                    <a:pt x="736485" y="205816"/>
                  </a:lnTo>
                  <a:lnTo>
                    <a:pt x="736485" y="220789"/>
                  </a:lnTo>
                  <a:lnTo>
                    <a:pt x="742556" y="226847"/>
                  </a:lnTo>
                  <a:lnTo>
                    <a:pt x="757529" y="226847"/>
                  </a:lnTo>
                  <a:lnTo>
                    <a:pt x="763587" y="220789"/>
                  </a:lnTo>
                  <a:lnTo>
                    <a:pt x="763587" y="205816"/>
                  </a:lnTo>
                  <a:close/>
                </a:path>
                <a:path w="925194" h="558165">
                  <a:moveTo>
                    <a:pt x="790676" y="240931"/>
                  </a:moveTo>
                  <a:lnTo>
                    <a:pt x="784618" y="234873"/>
                  </a:lnTo>
                  <a:lnTo>
                    <a:pt x="777125" y="234873"/>
                  </a:lnTo>
                  <a:lnTo>
                    <a:pt x="769645" y="234873"/>
                  </a:lnTo>
                  <a:lnTo>
                    <a:pt x="763574" y="240931"/>
                  </a:lnTo>
                  <a:lnTo>
                    <a:pt x="763574" y="255905"/>
                  </a:lnTo>
                  <a:lnTo>
                    <a:pt x="769645" y="261975"/>
                  </a:lnTo>
                  <a:lnTo>
                    <a:pt x="784618" y="261975"/>
                  </a:lnTo>
                  <a:lnTo>
                    <a:pt x="790676" y="255905"/>
                  </a:lnTo>
                  <a:lnTo>
                    <a:pt x="790676" y="240931"/>
                  </a:lnTo>
                  <a:close/>
                </a:path>
                <a:path w="925194" h="558165">
                  <a:moveTo>
                    <a:pt x="876668" y="386384"/>
                  </a:moveTo>
                  <a:lnTo>
                    <a:pt x="870610" y="380314"/>
                  </a:lnTo>
                  <a:lnTo>
                    <a:pt x="863117" y="380314"/>
                  </a:lnTo>
                  <a:lnTo>
                    <a:pt x="855637" y="380314"/>
                  </a:lnTo>
                  <a:lnTo>
                    <a:pt x="849566" y="386384"/>
                  </a:lnTo>
                  <a:lnTo>
                    <a:pt x="849566" y="401358"/>
                  </a:lnTo>
                  <a:lnTo>
                    <a:pt x="855637" y="407416"/>
                  </a:lnTo>
                  <a:lnTo>
                    <a:pt x="870610" y="407416"/>
                  </a:lnTo>
                  <a:lnTo>
                    <a:pt x="876668" y="401358"/>
                  </a:lnTo>
                  <a:lnTo>
                    <a:pt x="876668" y="386384"/>
                  </a:lnTo>
                  <a:close/>
                </a:path>
                <a:path w="925194" h="558165">
                  <a:moveTo>
                    <a:pt x="925144" y="179311"/>
                  </a:moveTo>
                  <a:lnTo>
                    <a:pt x="919073" y="173240"/>
                  </a:lnTo>
                  <a:lnTo>
                    <a:pt x="911593" y="173240"/>
                  </a:lnTo>
                  <a:lnTo>
                    <a:pt x="904100" y="173240"/>
                  </a:lnTo>
                  <a:lnTo>
                    <a:pt x="898042" y="179311"/>
                  </a:lnTo>
                  <a:lnTo>
                    <a:pt x="898042" y="194284"/>
                  </a:lnTo>
                  <a:lnTo>
                    <a:pt x="904100" y="200342"/>
                  </a:lnTo>
                  <a:lnTo>
                    <a:pt x="919073" y="200342"/>
                  </a:lnTo>
                  <a:lnTo>
                    <a:pt x="925144" y="194284"/>
                  </a:lnTo>
                  <a:lnTo>
                    <a:pt x="925144" y="179311"/>
                  </a:lnTo>
                  <a:close/>
                </a:path>
              </a:pathLst>
            </a:custGeom>
            <a:solidFill>
              <a:srgbClr val="DB612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9" name="object 439" descr=""/>
          <p:cNvSpPr/>
          <p:nvPr/>
        </p:nvSpPr>
        <p:spPr>
          <a:xfrm>
            <a:off x="0" y="4821722"/>
            <a:ext cx="997585" cy="160020"/>
          </a:xfrm>
          <a:custGeom>
            <a:avLst/>
            <a:gdLst/>
            <a:ahLst/>
            <a:cxnLst/>
            <a:rect l="l" t="t" r="r" b="b"/>
            <a:pathLst>
              <a:path w="997585" h="160020">
                <a:moveTo>
                  <a:pt x="0" y="159555"/>
                </a:moveTo>
                <a:lnTo>
                  <a:pt x="997215" y="159555"/>
                </a:lnTo>
                <a:lnTo>
                  <a:pt x="997215" y="0"/>
                </a:lnTo>
                <a:lnTo>
                  <a:pt x="0" y="0"/>
                </a:lnTo>
                <a:lnTo>
                  <a:pt x="0" y="159555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0" name="object 440" descr=""/>
          <p:cNvSpPr/>
          <p:nvPr/>
        </p:nvSpPr>
        <p:spPr>
          <a:xfrm>
            <a:off x="1045120" y="4821722"/>
            <a:ext cx="4454525" cy="160020"/>
          </a:xfrm>
          <a:custGeom>
            <a:avLst/>
            <a:gdLst/>
            <a:ahLst/>
            <a:cxnLst/>
            <a:rect l="l" t="t" r="r" b="b"/>
            <a:pathLst>
              <a:path w="4454525" h="160020">
                <a:moveTo>
                  <a:pt x="0" y="159555"/>
                </a:moveTo>
                <a:lnTo>
                  <a:pt x="4454042" y="159555"/>
                </a:lnTo>
                <a:lnTo>
                  <a:pt x="4454042" y="0"/>
                </a:lnTo>
                <a:lnTo>
                  <a:pt x="0" y="0"/>
                </a:lnTo>
                <a:lnTo>
                  <a:pt x="0" y="159555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1" name="object 441" descr=""/>
          <p:cNvSpPr/>
          <p:nvPr/>
        </p:nvSpPr>
        <p:spPr>
          <a:xfrm>
            <a:off x="5547066" y="4821722"/>
            <a:ext cx="4454525" cy="160020"/>
          </a:xfrm>
          <a:custGeom>
            <a:avLst/>
            <a:gdLst/>
            <a:ahLst/>
            <a:cxnLst/>
            <a:rect l="l" t="t" r="r" b="b"/>
            <a:pathLst>
              <a:path w="4454525" h="160020">
                <a:moveTo>
                  <a:pt x="0" y="159555"/>
                </a:moveTo>
                <a:lnTo>
                  <a:pt x="4454042" y="159555"/>
                </a:lnTo>
                <a:lnTo>
                  <a:pt x="4454042" y="0"/>
                </a:lnTo>
                <a:lnTo>
                  <a:pt x="0" y="0"/>
                </a:lnTo>
                <a:lnTo>
                  <a:pt x="0" y="159555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2" name="object 442" descr=""/>
          <p:cNvSpPr/>
          <p:nvPr/>
        </p:nvSpPr>
        <p:spPr>
          <a:xfrm>
            <a:off x="10049013" y="4821722"/>
            <a:ext cx="4454525" cy="160020"/>
          </a:xfrm>
          <a:custGeom>
            <a:avLst/>
            <a:gdLst/>
            <a:ahLst/>
            <a:cxnLst/>
            <a:rect l="l" t="t" r="r" b="b"/>
            <a:pathLst>
              <a:path w="4454525" h="160020">
                <a:moveTo>
                  <a:pt x="0" y="159555"/>
                </a:moveTo>
                <a:lnTo>
                  <a:pt x="4454052" y="159555"/>
                </a:lnTo>
                <a:lnTo>
                  <a:pt x="4454052" y="0"/>
                </a:lnTo>
                <a:lnTo>
                  <a:pt x="0" y="0"/>
                </a:lnTo>
                <a:lnTo>
                  <a:pt x="0" y="159555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3" name="object 443" descr=""/>
          <p:cNvSpPr/>
          <p:nvPr/>
        </p:nvSpPr>
        <p:spPr>
          <a:xfrm>
            <a:off x="14550970" y="4821722"/>
            <a:ext cx="4454525" cy="160020"/>
          </a:xfrm>
          <a:custGeom>
            <a:avLst/>
            <a:gdLst/>
            <a:ahLst/>
            <a:cxnLst/>
            <a:rect l="l" t="t" r="r" b="b"/>
            <a:pathLst>
              <a:path w="4454525" h="160020">
                <a:moveTo>
                  <a:pt x="0" y="159555"/>
                </a:moveTo>
                <a:lnTo>
                  <a:pt x="4454042" y="159555"/>
                </a:lnTo>
                <a:lnTo>
                  <a:pt x="4454042" y="0"/>
                </a:lnTo>
                <a:lnTo>
                  <a:pt x="0" y="0"/>
                </a:lnTo>
                <a:lnTo>
                  <a:pt x="0" y="159555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4" name="object 444" descr=""/>
          <p:cNvSpPr/>
          <p:nvPr/>
        </p:nvSpPr>
        <p:spPr>
          <a:xfrm>
            <a:off x="19052917" y="4821722"/>
            <a:ext cx="1033780" cy="160020"/>
          </a:xfrm>
          <a:custGeom>
            <a:avLst/>
            <a:gdLst/>
            <a:ahLst/>
            <a:cxnLst/>
            <a:rect l="l" t="t" r="r" b="b"/>
            <a:pathLst>
              <a:path w="1033780" h="160020">
                <a:moveTo>
                  <a:pt x="0" y="159555"/>
                </a:moveTo>
                <a:lnTo>
                  <a:pt x="1033666" y="159555"/>
                </a:lnTo>
                <a:lnTo>
                  <a:pt x="1033666" y="0"/>
                </a:lnTo>
                <a:lnTo>
                  <a:pt x="0" y="0"/>
                </a:lnTo>
                <a:lnTo>
                  <a:pt x="0" y="159555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5" name="object 445" descr=""/>
          <p:cNvSpPr/>
          <p:nvPr/>
        </p:nvSpPr>
        <p:spPr>
          <a:xfrm>
            <a:off x="0" y="4821722"/>
            <a:ext cx="997585" cy="160020"/>
          </a:xfrm>
          <a:custGeom>
            <a:avLst/>
            <a:gdLst/>
            <a:ahLst/>
            <a:cxnLst/>
            <a:rect l="l" t="t" r="r" b="b"/>
            <a:pathLst>
              <a:path w="997585" h="160020">
                <a:moveTo>
                  <a:pt x="0" y="159555"/>
                </a:moveTo>
                <a:lnTo>
                  <a:pt x="997215" y="159555"/>
                </a:lnTo>
                <a:lnTo>
                  <a:pt x="997215" y="0"/>
                </a:lnTo>
                <a:lnTo>
                  <a:pt x="0" y="0"/>
                </a:lnTo>
                <a:lnTo>
                  <a:pt x="0" y="159555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46" name="object 446" descr=""/>
          <p:cNvSpPr/>
          <p:nvPr/>
        </p:nvSpPr>
        <p:spPr>
          <a:xfrm>
            <a:off x="1045120" y="4821722"/>
            <a:ext cx="4454525" cy="160020"/>
          </a:xfrm>
          <a:custGeom>
            <a:avLst/>
            <a:gdLst/>
            <a:ahLst/>
            <a:cxnLst/>
            <a:rect l="l" t="t" r="r" b="b"/>
            <a:pathLst>
              <a:path w="4454525" h="160020">
                <a:moveTo>
                  <a:pt x="0" y="159555"/>
                </a:moveTo>
                <a:lnTo>
                  <a:pt x="4454042" y="159555"/>
                </a:lnTo>
                <a:lnTo>
                  <a:pt x="4454042" y="0"/>
                </a:lnTo>
                <a:lnTo>
                  <a:pt x="0" y="0"/>
                </a:lnTo>
                <a:lnTo>
                  <a:pt x="0" y="159555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47" name="object 447" descr=""/>
          <p:cNvSpPr/>
          <p:nvPr/>
        </p:nvSpPr>
        <p:spPr>
          <a:xfrm>
            <a:off x="5547066" y="4821722"/>
            <a:ext cx="4454525" cy="160020"/>
          </a:xfrm>
          <a:custGeom>
            <a:avLst/>
            <a:gdLst/>
            <a:ahLst/>
            <a:cxnLst/>
            <a:rect l="l" t="t" r="r" b="b"/>
            <a:pathLst>
              <a:path w="4454525" h="160020">
                <a:moveTo>
                  <a:pt x="0" y="159555"/>
                </a:moveTo>
                <a:lnTo>
                  <a:pt x="4454042" y="159555"/>
                </a:lnTo>
                <a:lnTo>
                  <a:pt x="4454042" y="0"/>
                </a:lnTo>
                <a:lnTo>
                  <a:pt x="0" y="0"/>
                </a:lnTo>
                <a:lnTo>
                  <a:pt x="0" y="159555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48" name="object 448" descr=""/>
          <p:cNvSpPr/>
          <p:nvPr/>
        </p:nvSpPr>
        <p:spPr>
          <a:xfrm>
            <a:off x="10049013" y="4821722"/>
            <a:ext cx="4454525" cy="160020"/>
          </a:xfrm>
          <a:custGeom>
            <a:avLst/>
            <a:gdLst/>
            <a:ahLst/>
            <a:cxnLst/>
            <a:rect l="l" t="t" r="r" b="b"/>
            <a:pathLst>
              <a:path w="4454525" h="160020">
                <a:moveTo>
                  <a:pt x="0" y="159555"/>
                </a:moveTo>
                <a:lnTo>
                  <a:pt x="4454052" y="159555"/>
                </a:lnTo>
                <a:lnTo>
                  <a:pt x="4454052" y="0"/>
                </a:lnTo>
                <a:lnTo>
                  <a:pt x="0" y="0"/>
                </a:lnTo>
                <a:lnTo>
                  <a:pt x="0" y="159555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49" name="object 449" descr=""/>
          <p:cNvSpPr/>
          <p:nvPr/>
        </p:nvSpPr>
        <p:spPr>
          <a:xfrm>
            <a:off x="14550970" y="4821722"/>
            <a:ext cx="4454525" cy="160020"/>
          </a:xfrm>
          <a:custGeom>
            <a:avLst/>
            <a:gdLst/>
            <a:ahLst/>
            <a:cxnLst/>
            <a:rect l="l" t="t" r="r" b="b"/>
            <a:pathLst>
              <a:path w="4454525" h="160020">
                <a:moveTo>
                  <a:pt x="0" y="159555"/>
                </a:moveTo>
                <a:lnTo>
                  <a:pt x="4454042" y="159555"/>
                </a:lnTo>
                <a:lnTo>
                  <a:pt x="4454042" y="0"/>
                </a:lnTo>
                <a:lnTo>
                  <a:pt x="0" y="0"/>
                </a:lnTo>
                <a:lnTo>
                  <a:pt x="0" y="159555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50" name="object 450" descr=""/>
          <p:cNvSpPr/>
          <p:nvPr/>
        </p:nvSpPr>
        <p:spPr>
          <a:xfrm>
            <a:off x="19052917" y="4821722"/>
            <a:ext cx="1033780" cy="160020"/>
          </a:xfrm>
          <a:custGeom>
            <a:avLst/>
            <a:gdLst/>
            <a:ahLst/>
            <a:cxnLst/>
            <a:rect l="l" t="t" r="r" b="b"/>
            <a:pathLst>
              <a:path w="1033780" h="160020">
                <a:moveTo>
                  <a:pt x="0" y="159555"/>
                </a:moveTo>
                <a:lnTo>
                  <a:pt x="1033666" y="159555"/>
                </a:lnTo>
                <a:lnTo>
                  <a:pt x="1033666" y="0"/>
                </a:lnTo>
                <a:lnTo>
                  <a:pt x="0" y="0"/>
                </a:lnTo>
                <a:lnTo>
                  <a:pt x="0" y="159555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51" name="object 451" descr=""/>
          <p:cNvSpPr/>
          <p:nvPr/>
        </p:nvSpPr>
        <p:spPr>
          <a:xfrm>
            <a:off x="14550970" y="10042363"/>
            <a:ext cx="4454525" cy="160020"/>
          </a:xfrm>
          <a:custGeom>
            <a:avLst/>
            <a:gdLst/>
            <a:ahLst/>
            <a:cxnLst/>
            <a:rect l="l" t="t" r="r" b="b"/>
            <a:pathLst>
              <a:path w="4454525" h="160020">
                <a:moveTo>
                  <a:pt x="0" y="159555"/>
                </a:moveTo>
                <a:lnTo>
                  <a:pt x="4454042" y="159555"/>
                </a:lnTo>
                <a:lnTo>
                  <a:pt x="4454042" y="0"/>
                </a:lnTo>
                <a:lnTo>
                  <a:pt x="0" y="0"/>
                </a:lnTo>
                <a:lnTo>
                  <a:pt x="0" y="159555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2" name="object 452" descr=""/>
          <p:cNvSpPr/>
          <p:nvPr/>
        </p:nvSpPr>
        <p:spPr>
          <a:xfrm>
            <a:off x="19052917" y="10042363"/>
            <a:ext cx="1033780" cy="160020"/>
          </a:xfrm>
          <a:custGeom>
            <a:avLst/>
            <a:gdLst/>
            <a:ahLst/>
            <a:cxnLst/>
            <a:rect l="l" t="t" r="r" b="b"/>
            <a:pathLst>
              <a:path w="1033780" h="160020">
                <a:moveTo>
                  <a:pt x="0" y="159555"/>
                </a:moveTo>
                <a:lnTo>
                  <a:pt x="1033666" y="159555"/>
                </a:lnTo>
                <a:lnTo>
                  <a:pt x="1033666" y="0"/>
                </a:lnTo>
                <a:lnTo>
                  <a:pt x="0" y="0"/>
                </a:lnTo>
                <a:lnTo>
                  <a:pt x="0" y="159555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3" name="object 453" descr=""/>
          <p:cNvSpPr/>
          <p:nvPr/>
        </p:nvSpPr>
        <p:spPr>
          <a:xfrm>
            <a:off x="10049013" y="10042363"/>
            <a:ext cx="4454525" cy="160020"/>
          </a:xfrm>
          <a:custGeom>
            <a:avLst/>
            <a:gdLst/>
            <a:ahLst/>
            <a:cxnLst/>
            <a:rect l="l" t="t" r="r" b="b"/>
            <a:pathLst>
              <a:path w="4454525" h="160020">
                <a:moveTo>
                  <a:pt x="0" y="159555"/>
                </a:moveTo>
                <a:lnTo>
                  <a:pt x="4454052" y="159555"/>
                </a:lnTo>
                <a:lnTo>
                  <a:pt x="4454052" y="0"/>
                </a:lnTo>
                <a:lnTo>
                  <a:pt x="0" y="0"/>
                </a:lnTo>
                <a:lnTo>
                  <a:pt x="0" y="159555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4" name="object 454" descr=""/>
          <p:cNvSpPr/>
          <p:nvPr/>
        </p:nvSpPr>
        <p:spPr>
          <a:xfrm>
            <a:off x="5547055" y="10042366"/>
            <a:ext cx="4454525" cy="160020"/>
          </a:xfrm>
          <a:custGeom>
            <a:avLst/>
            <a:gdLst/>
            <a:ahLst/>
            <a:cxnLst/>
            <a:rect l="l" t="t" r="r" b="b"/>
            <a:pathLst>
              <a:path w="4454525" h="160020">
                <a:moveTo>
                  <a:pt x="4454042" y="0"/>
                </a:moveTo>
                <a:lnTo>
                  <a:pt x="0" y="0"/>
                </a:lnTo>
                <a:lnTo>
                  <a:pt x="0" y="26974"/>
                </a:lnTo>
                <a:lnTo>
                  <a:pt x="0" y="159562"/>
                </a:lnTo>
                <a:lnTo>
                  <a:pt x="4454042" y="159562"/>
                </a:lnTo>
                <a:lnTo>
                  <a:pt x="4454042" y="26974"/>
                </a:lnTo>
                <a:lnTo>
                  <a:pt x="4454042" y="0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5" name="object 455" descr=""/>
          <p:cNvSpPr/>
          <p:nvPr/>
        </p:nvSpPr>
        <p:spPr>
          <a:xfrm>
            <a:off x="1045108" y="10042366"/>
            <a:ext cx="1532255" cy="27305"/>
          </a:xfrm>
          <a:custGeom>
            <a:avLst/>
            <a:gdLst/>
            <a:ahLst/>
            <a:cxnLst/>
            <a:rect l="l" t="t" r="r" b="b"/>
            <a:pathLst>
              <a:path w="1532255" h="27304">
                <a:moveTo>
                  <a:pt x="1531874" y="0"/>
                </a:moveTo>
                <a:lnTo>
                  <a:pt x="0" y="0"/>
                </a:lnTo>
                <a:lnTo>
                  <a:pt x="0" y="15786"/>
                </a:lnTo>
                <a:lnTo>
                  <a:pt x="0" y="26974"/>
                </a:lnTo>
                <a:lnTo>
                  <a:pt x="1531874" y="26974"/>
                </a:lnTo>
                <a:lnTo>
                  <a:pt x="1531874" y="15786"/>
                </a:lnTo>
                <a:lnTo>
                  <a:pt x="1531874" y="0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6" name="object 456" descr=""/>
          <p:cNvSpPr/>
          <p:nvPr/>
        </p:nvSpPr>
        <p:spPr>
          <a:xfrm>
            <a:off x="1045108" y="10042366"/>
            <a:ext cx="4454525" cy="160020"/>
          </a:xfrm>
          <a:custGeom>
            <a:avLst/>
            <a:gdLst/>
            <a:ahLst/>
            <a:cxnLst/>
            <a:rect l="l" t="t" r="r" b="b"/>
            <a:pathLst>
              <a:path w="4454525" h="160020">
                <a:moveTo>
                  <a:pt x="4454042" y="0"/>
                </a:moveTo>
                <a:lnTo>
                  <a:pt x="3355441" y="0"/>
                </a:lnTo>
                <a:lnTo>
                  <a:pt x="3355441" y="26974"/>
                </a:lnTo>
                <a:lnTo>
                  <a:pt x="0" y="26974"/>
                </a:lnTo>
                <a:lnTo>
                  <a:pt x="0" y="159562"/>
                </a:lnTo>
                <a:lnTo>
                  <a:pt x="4454042" y="159562"/>
                </a:lnTo>
                <a:lnTo>
                  <a:pt x="4454042" y="26974"/>
                </a:lnTo>
                <a:lnTo>
                  <a:pt x="4454042" y="0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7" name="object 457" descr=""/>
          <p:cNvSpPr/>
          <p:nvPr/>
        </p:nvSpPr>
        <p:spPr>
          <a:xfrm>
            <a:off x="0" y="10042363"/>
            <a:ext cx="997585" cy="160020"/>
          </a:xfrm>
          <a:custGeom>
            <a:avLst/>
            <a:gdLst/>
            <a:ahLst/>
            <a:cxnLst/>
            <a:rect l="l" t="t" r="r" b="b"/>
            <a:pathLst>
              <a:path w="997585" h="160020">
                <a:moveTo>
                  <a:pt x="0" y="159555"/>
                </a:moveTo>
                <a:lnTo>
                  <a:pt x="997215" y="159555"/>
                </a:lnTo>
                <a:lnTo>
                  <a:pt x="997215" y="0"/>
                </a:lnTo>
                <a:lnTo>
                  <a:pt x="0" y="0"/>
                </a:lnTo>
                <a:lnTo>
                  <a:pt x="0" y="159555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8" name="object 458" descr=""/>
          <p:cNvSpPr/>
          <p:nvPr/>
        </p:nvSpPr>
        <p:spPr>
          <a:xfrm>
            <a:off x="14550970" y="10042364"/>
            <a:ext cx="4454525" cy="160020"/>
          </a:xfrm>
          <a:custGeom>
            <a:avLst/>
            <a:gdLst/>
            <a:ahLst/>
            <a:cxnLst/>
            <a:rect l="l" t="t" r="r" b="b"/>
            <a:pathLst>
              <a:path w="4454525" h="160020">
                <a:moveTo>
                  <a:pt x="0" y="159554"/>
                </a:moveTo>
                <a:lnTo>
                  <a:pt x="4454042" y="159554"/>
                </a:lnTo>
                <a:lnTo>
                  <a:pt x="4454042" y="0"/>
                </a:lnTo>
                <a:lnTo>
                  <a:pt x="0" y="0"/>
                </a:lnTo>
                <a:lnTo>
                  <a:pt x="0" y="159554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59" name="object 459" descr=""/>
          <p:cNvSpPr/>
          <p:nvPr/>
        </p:nvSpPr>
        <p:spPr>
          <a:xfrm>
            <a:off x="19052917" y="10042364"/>
            <a:ext cx="1033780" cy="160020"/>
          </a:xfrm>
          <a:custGeom>
            <a:avLst/>
            <a:gdLst/>
            <a:ahLst/>
            <a:cxnLst/>
            <a:rect l="l" t="t" r="r" b="b"/>
            <a:pathLst>
              <a:path w="1033780" h="160020">
                <a:moveTo>
                  <a:pt x="0" y="159554"/>
                </a:moveTo>
                <a:lnTo>
                  <a:pt x="1033666" y="159554"/>
                </a:lnTo>
                <a:lnTo>
                  <a:pt x="1033666" y="0"/>
                </a:lnTo>
                <a:lnTo>
                  <a:pt x="0" y="0"/>
                </a:lnTo>
                <a:lnTo>
                  <a:pt x="0" y="159554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60" name="object 460" descr=""/>
          <p:cNvSpPr/>
          <p:nvPr/>
        </p:nvSpPr>
        <p:spPr>
          <a:xfrm>
            <a:off x="10049013" y="10042364"/>
            <a:ext cx="4454525" cy="160020"/>
          </a:xfrm>
          <a:custGeom>
            <a:avLst/>
            <a:gdLst/>
            <a:ahLst/>
            <a:cxnLst/>
            <a:rect l="l" t="t" r="r" b="b"/>
            <a:pathLst>
              <a:path w="4454525" h="160020">
                <a:moveTo>
                  <a:pt x="0" y="159554"/>
                </a:moveTo>
                <a:lnTo>
                  <a:pt x="4454052" y="159554"/>
                </a:lnTo>
                <a:lnTo>
                  <a:pt x="4454052" y="0"/>
                </a:lnTo>
                <a:lnTo>
                  <a:pt x="0" y="0"/>
                </a:lnTo>
                <a:lnTo>
                  <a:pt x="0" y="159554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61" name="object 461" descr=""/>
          <p:cNvSpPr/>
          <p:nvPr/>
        </p:nvSpPr>
        <p:spPr>
          <a:xfrm>
            <a:off x="5547055" y="10042366"/>
            <a:ext cx="4454525" cy="160020"/>
          </a:xfrm>
          <a:custGeom>
            <a:avLst/>
            <a:gdLst/>
            <a:ahLst/>
            <a:cxnLst/>
            <a:rect l="l" t="t" r="r" b="b"/>
            <a:pathLst>
              <a:path w="4454525" h="160020">
                <a:moveTo>
                  <a:pt x="4454042" y="0"/>
                </a:moveTo>
                <a:lnTo>
                  <a:pt x="0" y="0"/>
                </a:lnTo>
                <a:lnTo>
                  <a:pt x="0" y="26974"/>
                </a:lnTo>
                <a:lnTo>
                  <a:pt x="0" y="159562"/>
                </a:lnTo>
                <a:lnTo>
                  <a:pt x="4454042" y="159562"/>
                </a:lnTo>
                <a:lnTo>
                  <a:pt x="4454042" y="26974"/>
                </a:lnTo>
                <a:lnTo>
                  <a:pt x="4454042" y="0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62" name="object 462" descr=""/>
          <p:cNvSpPr/>
          <p:nvPr/>
        </p:nvSpPr>
        <p:spPr>
          <a:xfrm>
            <a:off x="1045108" y="10042366"/>
            <a:ext cx="1532255" cy="27305"/>
          </a:xfrm>
          <a:custGeom>
            <a:avLst/>
            <a:gdLst/>
            <a:ahLst/>
            <a:cxnLst/>
            <a:rect l="l" t="t" r="r" b="b"/>
            <a:pathLst>
              <a:path w="1532255" h="27304">
                <a:moveTo>
                  <a:pt x="1531874" y="0"/>
                </a:moveTo>
                <a:lnTo>
                  <a:pt x="0" y="0"/>
                </a:lnTo>
                <a:lnTo>
                  <a:pt x="0" y="15786"/>
                </a:lnTo>
                <a:lnTo>
                  <a:pt x="0" y="26974"/>
                </a:lnTo>
                <a:lnTo>
                  <a:pt x="1531874" y="26974"/>
                </a:lnTo>
                <a:lnTo>
                  <a:pt x="1531874" y="15786"/>
                </a:lnTo>
                <a:lnTo>
                  <a:pt x="1531874" y="0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63" name="object 463" descr=""/>
          <p:cNvSpPr/>
          <p:nvPr/>
        </p:nvSpPr>
        <p:spPr>
          <a:xfrm>
            <a:off x="1045108" y="10042366"/>
            <a:ext cx="4454525" cy="160020"/>
          </a:xfrm>
          <a:custGeom>
            <a:avLst/>
            <a:gdLst/>
            <a:ahLst/>
            <a:cxnLst/>
            <a:rect l="l" t="t" r="r" b="b"/>
            <a:pathLst>
              <a:path w="4454525" h="160020">
                <a:moveTo>
                  <a:pt x="4454042" y="0"/>
                </a:moveTo>
                <a:lnTo>
                  <a:pt x="3355441" y="0"/>
                </a:lnTo>
                <a:lnTo>
                  <a:pt x="3355441" y="26974"/>
                </a:lnTo>
                <a:lnTo>
                  <a:pt x="0" y="26974"/>
                </a:lnTo>
                <a:lnTo>
                  <a:pt x="0" y="159562"/>
                </a:lnTo>
                <a:lnTo>
                  <a:pt x="4454042" y="159562"/>
                </a:lnTo>
                <a:lnTo>
                  <a:pt x="4454042" y="26974"/>
                </a:lnTo>
                <a:lnTo>
                  <a:pt x="4454042" y="0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64" name="object 464" descr=""/>
          <p:cNvSpPr/>
          <p:nvPr/>
        </p:nvSpPr>
        <p:spPr>
          <a:xfrm>
            <a:off x="0" y="10042364"/>
            <a:ext cx="997585" cy="160020"/>
          </a:xfrm>
          <a:custGeom>
            <a:avLst/>
            <a:gdLst/>
            <a:ahLst/>
            <a:cxnLst/>
            <a:rect l="l" t="t" r="r" b="b"/>
            <a:pathLst>
              <a:path w="997585" h="160020">
                <a:moveTo>
                  <a:pt x="0" y="159554"/>
                </a:moveTo>
                <a:lnTo>
                  <a:pt x="997215" y="159554"/>
                </a:lnTo>
                <a:lnTo>
                  <a:pt x="997215" y="0"/>
                </a:lnTo>
                <a:lnTo>
                  <a:pt x="0" y="0"/>
                </a:lnTo>
                <a:lnTo>
                  <a:pt x="0" y="159554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65" name="object 465" descr=""/>
          <p:cNvGrpSpPr/>
          <p:nvPr/>
        </p:nvGrpSpPr>
        <p:grpSpPr>
          <a:xfrm>
            <a:off x="2545838" y="6858440"/>
            <a:ext cx="3115310" cy="3211195"/>
            <a:chOff x="2545838" y="6858440"/>
            <a:chExt cx="3115310" cy="3211195"/>
          </a:xfrm>
        </p:grpSpPr>
        <p:sp>
          <p:nvSpPr>
            <p:cNvPr id="466" name="object 466" descr=""/>
            <p:cNvSpPr/>
            <p:nvPr/>
          </p:nvSpPr>
          <p:spPr>
            <a:xfrm>
              <a:off x="4365256" y="7370006"/>
              <a:ext cx="1269365" cy="2699385"/>
            </a:xfrm>
            <a:custGeom>
              <a:avLst/>
              <a:gdLst/>
              <a:ahLst/>
              <a:cxnLst/>
              <a:rect l="l" t="t" r="r" b="b"/>
              <a:pathLst>
                <a:path w="1269364" h="2699384">
                  <a:moveTo>
                    <a:pt x="1025575" y="0"/>
                  </a:moveTo>
                  <a:lnTo>
                    <a:pt x="243763" y="0"/>
                  </a:lnTo>
                  <a:lnTo>
                    <a:pt x="243763" y="306730"/>
                  </a:lnTo>
                  <a:lnTo>
                    <a:pt x="1025575" y="306730"/>
                  </a:lnTo>
                  <a:lnTo>
                    <a:pt x="1025575" y="0"/>
                  </a:lnTo>
                  <a:close/>
                </a:path>
                <a:path w="1269364" h="2699384">
                  <a:moveTo>
                    <a:pt x="1269365" y="306755"/>
                  </a:moveTo>
                  <a:lnTo>
                    <a:pt x="0" y="306755"/>
                  </a:lnTo>
                  <a:lnTo>
                    <a:pt x="0" y="2699334"/>
                  </a:lnTo>
                  <a:lnTo>
                    <a:pt x="1269365" y="2699334"/>
                  </a:lnTo>
                  <a:lnTo>
                    <a:pt x="1269365" y="306755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7" name="object 467" descr=""/>
            <p:cNvSpPr/>
            <p:nvPr/>
          </p:nvSpPr>
          <p:spPr>
            <a:xfrm>
              <a:off x="4446511" y="7502797"/>
              <a:ext cx="1107440" cy="2189480"/>
            </a:xfrm>
            <a:custGeom>
              <a:avLst/>
              <a:gdLst/>
              <a:ahLst/>
              <a:cxnLst/>
              <a:rect l="l" t="t" r="r" b="b"/>
              <a:pathLst>
                <a:path w="1107439" h="2189479">
                  <a:moveTo>
                    <a:pt x="162509" y="2026894"/>
                  </a:moveTo>
                  <a:lnTo>
                    <a:pt x="0" y="2026894"/>
                  </a:lnTo>
                  <a:lnTo>
                    <a:pt x="0" y="2189416"/>
                  </a:lnTo>
                  <a:lnTo>
                    <a:pt x="162509" y="2189416"/>
                  </a:lnTo>
                  <a:lnTo>
                    <a:pt x="162509" y="2026894"/>
                  </a:lnTo>
                  <a:close/>
                </a:path>
                <a:path w="1107439" h="2189479">
                  <a:moveTo>
                    <a:pt x="162509" y="1731619"/>
                  </a:moveTo>
                  <a:lnTo>
                    <a:pt x="0" y="1731619"/>
                  </a:lnTo>
                  <a:lnTo>
                    <a:pt x="0" y="1894141"/>
                  </a:lnTo>
                  <a:lnTo>
                    <a:pt x="162509" y="1894141"/>
                  </a:lnTo>
                  <a:lnTo>
                    <a:pt x="162509" y="1731619"/>
                  </a:lnTo>
                  <a:close/>
                </a:path>
                <a:path w="1107439" h="2189479">
                  <a:moveTo>
                    <a:pt x="162509" y="1436344"/>
                  </a:moveTo>
                  <a:lnTo>
                    <a:pt x="0" y="1436344"/>
                  </a:lnTo>
                  <a:lnTo>
                    <a:pt x="0" y="1598853"/>
                  </a:lnTo>
                  <a:lnTo>
                    <a:pt x="162509" y="1598853"/>
                  </a:lnTo>
                  <a:lnTo>
                    <a:pt x="162509" y="1436344"/>
                  </a:lnTo>
                  <a:close/>
                </a:path>
                <a:path w="1107439" h="2189479">
                  <a:moveTo>
                    <a:pt x="162509" y="1141044"/>
                  </a:moveTo>
                  <a:lnTo>
                    <a:pt x="0" y="1141044"/>
                  </a:lnTo>
                  <a:lnTo>
                    <a:pt x="0" y="1303566"/>
                  </a:lnTo>
                  <a:lnTo>
                    <a:pt x="162509" y="1303566"/>
                  </a:lnTo>
                  <a:lnTo>
                    <a:pt x="162509" y="1141044"/>
                  </a:lnTo>
                  <a:close/>
                </a:path>
                <a:path w="1107439" h="2189479">
                  <a:moveTo>
                    <a:pt x="162509" y="845769"/>
                  </a:moveTo>
                  <a:lnTo>
                    <a:pt x="0" y="845769"/>
                  </a:lnTo>
                  <a:lnTo>
                    <a:pt x="0" y="1008291"/>
                  </a:lnTo>
                  <a:lnTo>
                    <a:pt x="162509" y="1008291"/>
                  </a:lnTo>
                  <a:lnTo>
                    <a:pt x="162509" y="845769"/>
                  </a:lnTo>
                  <a:close/>
                </a:path>
                <a:path w="1107439" h="2189479">
                  <a:moveTo>
                    <a:pt x="162509" y="550494"/>
                  </a:moveTo>
                  <a:lnTo>
                    <a:pt x="0" y="550494"/>
                  </a:lnTo>
                  <a:lnTo>
                    <a:pt x="0" y="713016"/>
                  </a:lnTo>
                  <a:lnTo>
                    <a:pt x="162509" y="713016"/>
                  </a:lnTo>
                  <a:lnTo>
                    <a:pt x="162509" y="550494"/>
                  </a:lnTo>
                  <a:close/>
                </a:path>
                <a:path w="1107439" h="2189479">
                  <a:moveTo>
                    <a:pt x="162509" y="255219"/>
                  </a:moveTo>
                  <a:lnTo>
                    <a:pt x="0" y="255219"/>
                  </a:lnTo>
                  <a:lnTo>
                    <a:pt x="0" y="417728"/>
                  </a:lnTo>
                  <a:lnTo>
                    <a:pt x="162509" y="417728"/>
                  </a:lnTo>
                  <a:lnTo>
                    <a:pt x="162509" y="255219"/>
                  </a:lnTo>
                  <a:close/>
                </a:path>
                <a:path w="1107439" h="2189479">
                  <a:moveTo>
                    <a:pt x="477291" y="2026894"/>
                  </a:moveTo>
                  <a:lnTo>
                    <a:pt x="314769" y="2026894"/>
                  </a:lnTo>
                  <a:lnTo>
                    <a:pt x="314769" y="2189416"/>
                  </a:lnTo>
                  <a:lnTo>
                    <a:pt x="477291" y="2189416"/>
                  </a:lnTo>
                  <a:lnTo>
                    <a:pt x="477291" y="2026894"/>
                  </a:lnTo>
                  <a:close/>
                </a:path>
                <a:path w="1107439" h="2189479">
                  <a:moveTo>
                    <a:pt x="477291" y="1731619"/>
                  </a:moveTo>
                  <a:lnTo>
                    <a:pt x="314769" y="1731619"/>
                  </a:lnTo>
                  <a:lnTo>
                    <a:pt x="314769" y="1894141"/>
                  </a:lnTo>
                  <a:lnTo>
                    <a:pt x="477291" y="1894141"/>
                  </a:lnTo>
                  <a:lnTo>
                    <a:pt x="477291" y="1731619"/>
                  </a:lnTo>
                  <a:close/>
                </a:path>
                <a:path w="1107439" h="2189479">
                  <a:moveTo>
                    <a:pt x="477291" y="1436344"/>
                  </a:moveTo>
                  <a:lnTo>
                    <a:pt x="314769" y="1436344"/>
                  </a:lnTo>
                  <a:lnTo>
                    <a:pt x="314769" y="1598853"/>
                  </a:lnTo>
                  <a:lnTo>
                    <a:pt x="477291" y="1598853"/>
                  </a:lnTo>
                  <a:lnTo>
                    <a:pt x="477291" y="1436344"/>
                  </a:lnTo>
                  <a:close/>
                </a:path>
                <a:path w="1107439" h="2189479">
                  <a:moveTo>
                    <a:pt x="477291" y="1141044"/>
                  </a:moveTo>
                  <a:lnTo>
                    <a:pt x="314769" y="1141044"/>
                  </a:lnTo>
                  <a:lnTo>
                    <a:pt x="314769" y="1303566"/>
                  </a:lnTo>
                  <a:lnTo>
                    <a:pt x="477291" y="1303566"/>
                  </a:lnTo>
                  <a:lnTo>
                    <a:pt x="477291" y="1141044"/>
                  </a:lnTo>
                  <a:close/>
                </a:path>
                <a:path w="1107439" h="2189479">
                  <a:moveTo>
                    <a:pt x="477291" y="845769"/>
                  </a:moveTo>
                  <a:lnTo>
                    <a:pt x="314769" y="845769"/>
                  </a:lnTo>
                  <a:lnTo>
                    <a:pt x="314769" y="1008291"/>
                  </a:lnTo>
                  <a:lnTo>
                    <a:pt x="477291" y="1008291"/>
                  </a:lnTo>
                  <a:lnTo>
                    <a:pt x="477291" y="845769"/>
                  </a:lnTo>
                  <a:close/>
                </a:path>
                <a:path w="1107439" h="2189479">
                  <a:moveTo>
                    <a:pt x="477291" y="550494"/>
                  </a:moveTo>
                  <a:lnTo>
                    <a:pt x="314769" y="550494"/>
                  </a:lnTo>
                  <a:lnTo>
                    <a:pt x="314769" y="713016"/>
                  </a:lnTo>
                  <a:lnTo>
                    <a:pt x="477291" y="713016"/>
                  </a:lnTo>
                  <a:lnTo>
                    <a:pt x="477291" y="550494"/>
                  </a:lnTo>
                  <a:close/>
                </a:path>
                <a:path w="1107439" h="2189479">
                  <a:moveTo>
                    <a:pt x="477291" y="255219"/>
                  </a:moveTo>
                  <a:lnTo>
                    <a:pt x="314769" y="255219"/>
                  </a:lnTo>
                  <a:lnTo>
                    <a:pt x="314769" y="417728"/>
                  </a:lnTo>
                  <a:lnTo>
                    <a:pt x="477291" y="417728"/>
                  </a:lnTo>
                  <a:lnTo>
                    <a:pt x="477291" y="255219"/>
                  </a:lnTo>
                  <a:close/>
                </a:path>
                <a:path w="1107439" h="2189479">
                  <a:moveTo>
                    <a:pt x="477291" y="0"/>
                  </a:moveTo>
                  <a:lnTo>
                    <a:pt x="314769" y="0"/>
                  </a:lnTo>
                  <a:lnTo>
                    <a:pt x="314769" y="162509"/>
                  </a:lnTo>
                  <a:lnTo>
                    <a:pt x="477291" y="162509"/>
                  </a:lnTo>
                  <a:lnTo>
                    <a:pt x="477291" y="0"/>
                  </a:lnTo>
                  <a:close/>
                </a:path>
                <a:path w="1107439" h="2189479">
                  <a:moveTo>
                    <a:pt x="792060" y="2026894"/>
                  </a:moveTo>
                  <a:lnTo>
                    <a:pt x="629551" y="2026894"/>
                  </a:lnTo>
                  <a:lnTo>
                    <a:pt x="629551" y="2189416"/>
                  </a:lnTo>
                  <a:lnTo>
                    <a:pt x="792060" y="2189416"/>
                  </a:lnTo>
                  <a:lnTo>
                    <a:pt x="792060" y="2026894"/>
                  </a:lnTo>
                  <a:close/>
                </a:path>
                <a:path w="1107439" h="2189479">
                  <a:moveTo>
                    <a:pt x="792060" y="1731619"/>
                  </a:moveTo>
                  <a:lnTo>
                    <a:pt x="629551" y="1731619"/>
                  </a:lnTo>
                  <a:lnTo>
                    <a:pt x="629551" y="1894141"/>
                  </a:lnTo>
                  <a:lnTo>
                    <a:pt x="792060" y="1894141"/>
                  </a:lnTo>
                  <a:lnTo>
                    <a:pt x="792060" y="1731619"/>
                  </a:lnTo>
                  <a:close/>
                </a:path>
                <a:path w="1107439" h="2189479">
                  <a:moveTo>
                    <a:pt x="792060" y="1436344"/>
                  </a:moveTo>
                  <a:lnTo>
                    <a:pt x="629551" y="1436344"/>
                  </a:lnTo>
                  <a:lnTo>
                    <a:pt x="629551" y="1598853"/>
                  </a:lnTo>
                  <a:lnTo>
                    <a:pt x="792060" y="1598853"/>
                  </a:lnTo>
                  <a:lnTo>
                    <a:pt x="792060" y="1436344"/>
                  </a:lnTo>
                  <a:close/>
                </a:path>
                <a:path w="1107439" h="2189479">
                  <a:moveTo>
                    <a:pt x="792060" y="1141044"/>
                  </a:moveTo>
                  <a:lnTo>
                    <a:pt x="629551" y="1141044"/>
                  </a:lnTo>
                  <a:lnTo>
                    <a:pt x="629551" y="1303566"/>
                  </a:lnTo>
                  <a:lnTo>
                    <a:pt x="792060" y="1303566"/>
                  </a:lnTo>
                  <a:lnTo>
                    <a:pt x="792060" y="1141044"/>
                  </a:lnTo>
                  <a:close/>
                </a:path>
                <a:path w="1107439" h="2189479">
                  <a:moveTo>
                    <a:pt x="792060" y="845769"/>
                  </a:moveTo>
                  <a:lnTo>
                    <a:pt x="629551" y="845769"/>
                  </a:lnTo>
                  <a:lnTo>
                    <a:pt x="629551" y="1008291"/>
                  </a:lnTo>
                  <a:lnTo>
                    <a:pt x="792060" y="1008291"/>
                  </a:lnTo>
                  <a:lnTo>
                    <a:pt x="792060" y="845769"/>
                  </a:lnTo>
                  <a:close/>
                </a:path>
                <a:path w="1107439" h="2189479">
                  <a:moveTo>
                    <a:pt x="792060" y="550494"/>
                  </a:moveTo>
                  <a:lnTo>
                    <a:pt x="629551" y="550494"/>
                  </a:lnTo>
                  <a:lnTo>
                    <a:pt x="629551" y="713016"/>
                  </a:lnTo>
                  <a:lnTo>
                    <a:pt x="792060" y="713016"/>
                  </a:lnTo>
                  <a:lnTo>
                    <a:pt x="792060" y="550494"/>
                  </a:lnTo>
                  <a:close/>
                </a:path>
                <a:path w="1107439" h="2189479">
                  <a:moveTo>
                    <a:pt x="792060" y="255219"/>
                  </a:moveTo>
                  <a:lnTo>
                    <a:pt x="629551" y="255219"/>
                  </a:lnTo>
                  <a:lnTo>
                    <a:pt x="629551" y="417728"/>
                  </a:lnTo>
                  <a:lnTo>
                    <a:pt x="792060" y="417728"/>
                  </a:lnTo>
                  <a:lnTo>
                    <a:pt x="792060" y="255219"/>
                  </a:lnTo>
                  <a:close/>
                </a:path>
                <a:path w="1107439" h="2189479">
                  <a:moveTo>
                    <a:pt x="792060" y="0"/>
                  </a:moveTo>
                  <a:lnTo>
                    <a:pt x="629551" y="0"/>
                  </a:lnTo>
                  <a:lnTo>
                    <a:pt x="629551" y="162509"/>
                  </a:lnTo>
                  <a:lnTo>
                    <a:pt x="792060" y="162509"/>
                  </a:lnTo>
                  <a:lnTo>
                    <a:pt x="792060" y="0"/>
                  </a:lnTo>
                  <a:close/>
                </a:path>
                <a:path w="1107439" h="2189479">
                  <a:moveTo>
                    <a:pt x="1106855" y="2026894"/>
                  </a:moveTo>
                  <a:lnTo>
                    <a:pt x="944333" y="2026894"/>
                  </a:lnTo>
                  <a:lnTo>
                    <a:pt x="944333" y="2189416"/>
                  </a:lnTo>
                  <a:lnTo>
                    <a:pt x="1106855" y="2189416"/>
                  </a:lnTo>
                  <a:lnTo>
                    <a:pt x="1106855" y="2026894"/>
                  </a:lnTo>
                  <a:close/>
                </a:path>
                <a:path w="1107439" h="2189479">
                  <a:moveTo>
                    <a:pt x="1106855" y="1731619"/>
                  </a:moveTo>
                  <a:lnTo>
                    <a:pt x="944333" y="1731619"/>
                  </a:lnTo>
                  <a:lnTo>
                    <a:pt x="944333" y="1894141"/>
                  </a:lnTo>
                  <a:lnTo>
                    <a:pt x="1106855" y="1894141"/>
                  </a:lnTo>
                  <a:lnTo>
                    <a:pt x="1106855" y="1731619"/>
                  </a:lnTo>
                  <a:close/>
                </a:path>
                <a:path w="1107439" h="2189479">
                  <a:moveTo>
                    <a:pt x="1106855" y="1436344"/>
                  </a:moveTo>
                  <a:lnTo>
                    <a:pt x="944333" y="1436344"/>
                  </a:lnTo>
                  <a:lnTo>
                    <a:pt x="944333" y="1598853"/>
                  </a:lnTo>
                  <a:lnTo>
                    <a:pt x="1106855" y="1598853"/>
                  </a:lnTo>
                  <a:lnTo>
                    <a:pt x="1106855" y="1436344"/>
                  </a:lnTo>
                  <a:close/>
                </a:path>
                <a:path w="1107439" h="2189479">
                  <a:moveTo>
                    <a:pt x="1106855" y="1141044"/>
                  </a:moveTo>
                  <a:lnTo>
                    <a:pt x="944333" y="1141044"/>
                  </a:lnTo>
                  <a:lnTo>
                    <a:pt x="944333" y="1303566"/>
                  </a:lnTo>
                  <a:lnTo>
                    <a:pt x="1106855" y="1303566"/>
                  </a:lnTo>
                  <a:lnTo>
                    <a:pt x="1106855" y="1141044"/>
                  </a:lnTo>
                  <a:close/>
                </a:path>
                <a:path w="1107439" h="2189479">
                  <a:moveTo>
                    <a:pt x="1106855" y="845769"/>
                  </a:moveTo>
                  <a:lnTo>
                    <a:pt x="944333" y="845769"/>
                  </a:lnTo>
                  <a:lnTo>
                    <a:pt x="944333" y="1008291"/>
                  </a:lnTo>
                  <a:lnTo>
                    <a:pt x="1106855" y="1008291"/>
                  </a:lnTo>
                  <a:lnTo>
                    <a:pt x="1106855" y="845769"/>
                  </a:lnTo>
                  <a:close/>
                </a:path>
                <a:path w="1107439" h="2189479">
                  <a:moveTo>
                    <a:pt x="1106855" y="550494"/>
                  </a:moveTo>
                  <a:lnTo>
                    <a:pt x="944333" y="550494"/>
                  </a:lnTo>
                  <a:lnTo>
                    <a:pt x="944333" y="713016"/>
                  </a:lnTo>
                  <a:lnTo>
                    <a:pt x="1106855" y="713016"/>
                  </a:lnTo>
                  <a:lnTo>
                    <a:pt x="1106855" y="550494"/>
                  </a:lnTo>
                  <a:close/>
                </a:path>
                <a:path w="1107439" h="2189479">
                  <a:moveTo>
                    <a:pt x="1106855" y="255219"/>
                  </a:moveTo>
                  <a:lnTo>
                    <a:pt x="944333" y="255219"/>
                  </a:lnTo>
                  <a:lnTo>
                    <a:pt x="944333" y="417728"/>
                  </a:lnTo>
                  <a:lnTo>
                    <a:pt x="1106855" y="417728"/>
                  </a:lnTo>
                  <a:lnTo>
                    <a:pt x="1106855" y="255219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8" name="object 468" descr=""/>
            <p:cNvSpPr/>
            <p:nvPr/>
          </p:nvSpPr>
          <p:spPr>
            <a:xfrm>
              <a:off x="4400557" y="7645274"/>
              <a:ext cx="1260475" cy="33655"/>
            </a:xfrm>
            <a:custGeom>
              <a:avLst/>
              <a:gdLst/>
              <a:ahLst/>
              <a:cxnLst/>
              <a:rect l="l" t="t" r="r" b="b"/>
              <a:pathLst>
                <a:path w="1260475" h="33654">
                  <a:moveTo>
                    <a:pt x="0" y="33140"/>
                  </a:moveTo>
                  <a:lnTo>
                    <a:pt x="1260275" y="33140"/>
                  </a:lnTo>
                  <a:lnTo>
                    <a:pt x="1260275" y="0"/>
                  </a:lnTo>
                  <a:lnTo>
                    <a:pt x="0" y="0"/>
                  </a:lnTo>
                  <a:lnTo>
                    <a:pt x="0" y="3314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9" name="object 469" descr=""/>
            <p:cNvSpPr/>
            <p:nvPr/>
          </p:nvSpPr>
          <p:spPr>
            <a:xfrm>
              <a:off x="3796144" y="6897833"/>
              <a:ext cx="604520" cy="3171825"/>
            </a:xfrm>
            <a:custGeom>
              <a:avLst/>
              <a:gdLst/>
              <a:ahLst/>
              <a:cxnLst/>
              <a:rect l="l" t="t" r="r" b="b"/>
              <a:pathLst>
                <a:path w="604520" h="3171825">
                  <a:moveTo>
                    <a:pt x="314629" y="0"/>
                  </a:moveTo>
                  <a:lnTo>
                    <a:pt x="0" y="0"/>
                  </a:lnTo>
                  <a:lnTo>
                    <a:pt x="0" y="364629"/>
                  </a:lnTo>
                  <a:lnTo>
                    <a:pt x="314629" y="364629"/>
                  </a:lnTo>
                  <a:lnTo>
                    <a:pt x="314629" y="0"/>
                  </a:lnTo>
                  <a:close/>
                </a:path>
                <a:path w="604520" h="3171825">
                  <a:moveTo>
                    <a:pt x="604405" y="364642"/>
                  </a:moveTo>
                  <a:lnTo>
                    <a:pt x="289788" y="364642"/>
                  </a:lnTo>
                  <a:lnTo>
                    <a:pt x="289788" y="3171507"/>
                  </a:lnTo>
                  <a:lnTo>
                    <a:pt x="604405" y="3171507"/>
                  </a:lnTo>
                  <a:lnTo>
                    <a:pt x="604405" y="364642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0" name="object 470" descr=""/>
            <p:cNvSpPr/>
            <p:nvPr/>
          </p:nvSpPr>
          <p:spPr>
            <a:xfrm>
              <a:off x="2860446" y="6858450"/>
              <a:ext cx="1571625" cy="406400"/>
            </a:xfrm>
            <a:custGeom>
              <a:avLst/>
              <a:gdLst/>
              <a:ahLst/>
              <a:cxnLst/>
              <a:rect l="l" t="t" r="r" b="b"/>
              <a:pathLst>
                <a:path w="1571625" h="406400">
                  <a:moveTo>
                    <a:pt x="1289799" y="0"/>
                  </a:moveTo>
                  <a:lnTo>
                    <a:pt x="281457" y="0"/>
                  </a:lnTo>
                  <a:lnTo>
                    <a:pt x="281457" y="39395"/>
                  </a:lnTo>
                  <a:lnTo>
                    <a:pt x="1289799" y="39395"/>
                  </a:lnTo>
                  <a:lnTo>
                    <a:pt x="1289799" y="0"/>
                  </a:lnTo>
                  <a:close/>
                </a:path>
                <a:path w="1571625" h="406400">
                  <a:moveTo>
                    <a:pt x="1571256" y="366598"/>
                  </a:moveTo>
                  <a:lnTo>
                    <a:pt x="0" y="366598"/>
                  </a:lnTo>
                  <a:lnTo>
                    <a:pt x="0" y="406006"/>
                  </a:lnTo>
                  <a:lnTo>
                    <a:pt x="1571256" y="406006"/>
                  </a:lnTo>
                  <a:lnTo>
                    <a:pt x="1571256" y="366598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1" name="object 471" descr=""/>
            <p:cNvSpPr/>
            <p:nvPr/>
          </p:nvSpPr>
          <p:spPr>
            <a:xfrm>
              <a:off x="2576982" y="6897833"/>
              <a:ext cx="1509395" cy="3171825"/>
            </a:xfrm>
            <a:custGeom>
              <a:avLst/>
              <a:gdLst/>
              <a:ahLst/>
              <a:cxnLst/>
              <a:rect l="l" t="t" r="r" b="b"/>
              <a:pathLst>
                <a:path w="1509395" h="3171825">
                  <a:moveTo>
                    <a:pt x="1219161" y="0"/>
                  </a:moveTo>
                  <a:lnTo>
                    <a:pt x="289775" y="0"/>
                  </a:lnTo>
                  <a:lnTo>
                    <a:pt x="289775" y="364629"/>
                  </a:lnTo>
                  <a:lnTo>
                    <a:pt x="1219161" y="364629"/>
                  </a:lnTo>
                  <a:lnTo>
                    <a:pt x="1219161" y="0"/>
                  </a:lnTo>
                  <a:close/>
                </a:path>
                <a:path w="1509395" h="3171825">
                  <a:moveTo>
                    <a:pt x="1508950" y="364642"/>
                  </a:moveTo>
                  <a:lnTo>
                    <a:pt x="0" y="364642"/>
                  </a:lnTo>
                  <a:lnTo>
                    <a:pt x="0" y="3171507"/>
                  </a:lnTo>
                  <a:lnTo>
                    <a:pt x="1508950" y="3171507"/>
                  </a:lnTo>
                  <a:lnTo>
                    <a:pt x="1508950" y="364642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2" name="object 472" descr=""/>
            <p:cNvSpPr/>
            <p:nvPr/>
          </p:nvSpPr>
          <p:spPr>
            <a:xfrm>
              <a:off x="2673578" y="7055668"/>
              <a:ext cx="1316355" cy="2602865"/>
            </a:xfrm>
            <a:custGeom>
              <a:avLst/>
              <a:gdLst/>
              <a:ahLst/>
              <a:cxnLst/>
              <a:rect l="l" t="t" r="r" b="b"/>
              <a:pathLst>
                <a:path w="1316354" h="2602865">
                  <a:moveTo>
                    <a:pt x="193192" y="2409482"/>
                  </a:moveTo>
                  <a:lnTo>
                    <a:pt x="0" y="2409482"/>
                  </a:lnTo>
                  <a:lnTo>
                    <a:pt x="0" y="2602674"/>
                  </a:lnTo>
                  <a:lnTo>
                    <a:pt x="193192" y="2602674"/>
                  </a:lnTo>
                  <a:lnTo>
                    <a:pt x="193192" y="2409482"/>
                  </a:lnTo>
                  <a:close/>
                </a:path>
                <a:path w="1316354" h="2602865">
                  <a:moveTo>
                    <a:pt x="193192" y="2058466"/>
                  </a:moveTo>
                  <a:lnTo>
                    <a:pt x="0" y="2058466"/>
                  </a:lnTo>
                  <a:lnTo>
                    <a:pt x="0" y="2251659"/>
                  </a:lnTo>
                  <a:lnTo>
                    <a:pt x="193192" y="2251659"/>
                  </a:lnTo>
                  <a:lnTo>
                    <a:pt x="193192" y="2058466"/>
                  </a:lnTo>
                  <a:close/>
                </a:path>
                <a:path w="1316354" h="2602865">
                  <a:moveTo>
                    <a:pt x="193192" y="1707451"/>
                  </a:moveTo>
                  <a:lnTo>
                    <a:pt x="0" y="1707451"/>
                  </a:lnTo>
                  <a:lnTo>
                    <a:pt x="0" y="1900643"/>
                  </a:lnTo>
                  <a:lnTo>
                    <a:pt x="193192" y="1900643"/>
                  </a:lnTo>
                  <a:lnTo>
                    <a:pt x="193192" y="1707451"/>
                  </a:lnTo>
                  <a:close/>
                </a:path>
                <a:path w="1316354" h="2602865">
                  <a:moveTo>
                    <a:pt x="193192" y="1356436"/>
                  </a:moveTo>
                  <a:lnTo>
                    <a:pt x="0" y="1356436"/>
                  </a:lnTo>
                  <a:lnTo>
                    <a:pt x="0" y="1549628"/>
                  </a:lnTo>
                  <a:lnTo>
                    <a:pt x="193192" y="1549628"/>
                  </a:lnTo>
                  <a:lnTo>
                    <a:pt x="193192" y="1356436"/>
                  </a:lnTo>
                  <a:close/>
                </a:path>
                <a:path w="1316354" h="2602865">
                  <a:moveTo>
                    <a:pt x="193192" y="1005433"/>
                  </a:moveTo>
                  <a:lnTo>
                    <a:pt x="0" y="1005433"/>
                  </a:lnTo>
                  <a:lnTo>
                    <a:pt x="0" y="1198626"/>
                  </a:lnTo>
                  <a:lnTo>
                    <a:pt x="193192" y="1198626"/>
                  </a:lnTo>
                  <a:lnTo>
                    <a:pt x="193192" y="1005433"/>
                  </a:lnTo>
                  <a:close/>
                </a:path>
                <a:path w="1316354" h="2602865">
                  <a:moveTo>
                    <a:pt x="193192" y="654418"/>
                  </a:moveTo>
                  <a:lnTo>
                    <a:pt x="0" y="654418"/>
                  </a:lnTo>
                  <a:lnTo>
                    <a:pt x="0" y="847610"/>
                  </a:lnTo>
                  <a:lnTo>
                    <a:pt x="193192" y="847610"/>
                  </a:lnTo>
                  <a:lnTo>
                    <a:pt x="193192" y="654418"/>
                  </a:lnTo>
                  <a:close/>
                </a:path>
                <a:path w="1316354" h="2602865">
                  <a:moveTo>
                    <a:pt x="193192" y="303403"/>
                  </a:moveTo>
                  <a:lnTo>
                    <a:pt x="0" y="303403"/>
                  </a:lnTo>
                  <a:lnTo>
                    <a:pt x="0" y="496582"/>
                  </a:lnTo>
                  <a:lnTo>
                    <a:pt x="193192" y="496582"/>
                  </a:lnTo>
                  <a:lnTo>
                    <a:pt x="193192" y="303403"/>
                  </a:lnTo>
                  <a:close/>
                </a:path>
                <a:path w="1316354" h="2602865">
                  <a:moveTo>
                    <a:pt x="567372" y="2409482"/>
                  </a:moveTo>
                  <a:lnTo>
                    <a:pt x="374180" y="2409482"/>
                  </a:lnTo>
                  <a:lnTo>
                    <a:pt x="374180" y="2602674"/>
                  </a:lnTo>
                  <a:lnTo>
                    <a:pt x="567372" y="2602674"/>
                  </a:lnTo>
                  <a:lnTo>
                    <a:pt x="567372" y="2409482"/>
                  </a:lnTo>
                  <a:close/>
                </a:path>
                <a:path w="1316354" h="2602865">
                  <a:moveTo>
                    <a:pt x="567372" y="2058466"/>
                  </a:moveTo>
                  <a:lnTo>
                    <a:pt x="374180" y="2058466"/>
                  </a:lnTo>
                  <a:lnTo>
                    <a:pt x="374180" y="2251659"/>
                  </a:lnTo>
                  <a:lnTo>
                    <a:pt x="567372" y="2251659"/>
                  </a:lnTo>
                  <a:lnTo>
                    <a:pt x="567372" y="2058466"/>
                  </a:lnTo>
                  <a:close/>
                </a:path>
                <a:path w="1316354" h="2602865">
                  <a:moveTo>
                    <a:pt x="567372" y="1707451"/>
                  </a:moveTo>
                  <a:lnTo>
                    <a:pt x="374180" y="1707451"/>
                  </a:lnTo>
                  <a:lnTo>
                    <a:pt x="374180" y="1900643"/>
                  </a:lnTo>
                  <a:lnTo>
                    <a:pt x="567372" y="1900643"/>
                  </a:lnTo>
                  <a:lnTo>
                    <a:pt x="567372" y="1707451"/>
                  </a:lnTo>
                  <a:close/>
                </a:path>
                <a:path w="1316354" h="2602865">
                  <a:moveTo>
                    <a:pt x="567372" y="1356436"/>
                  </a:moveTo>
                  <a:lnTo>
                    <a:pt x="374180" y="1356436"/>
                  </a:lnTo>
                  <a:lnTo>
                    <a:pt x="374180" y="1549628"/>
                  </a:lnTo>
                  <a:lnTo>
                    <a:pt x="567372" y="1549628"/>
                  </a:lnTo>
                  <a:lnTo>
                    <a:pt x="567372" y="1356436"/>
                  </a:lnTo>
                  <a:close/>
                </a:path>
                <a:path w="1316354" h="2602865">
                  <a:moveTo>
                    <a:pt x="567372" y="1005433"/>
                  </a:moveTo>
                  <a:lnTo>
                    <a:pt x="374180" y="1005433"/>
                  </a:lnTo>
                  <a:lnTo>
                    <a:pt x="374180" y="1198626"/>
                  </a:lnTo>
                  <a:lnTo>
                    <a:pt x="567372" y="1198626"/>
                  </a:lnTo>
                  <a:lnTo>
                    <a:pt x="567372" y="1005433"/>
                  </a:lnTo>
                  <a:close/>
                </a:path>
                <a:path w="1316354" h="2602865">
                  <a:moveTo>
                    <a:pt x="567372" y="654418"/>
                  </a:moveTo>
                  <a:lnTo>
                    <a:pt x="374180" y="654418"/>
                  </a:lnTo>
                  <a:lnTo>
                    <a:pt x="374180" y="847610"/>
                  </a:lnTo>
                  <a:lnTo>
                    <a:pt x="567372" y="847610"/>
                  </a:lnTo>
                  <a:lnTo>
                    <a:pt x="567372" y="654418"/>
                  </a:lnTo>
                  <a:close/>
                </a:path>
                <a:path w="1316354" h="2602865">
                  <a:moveTo>
                    <a:pt x="567372" y="303403"/>
                  </a:moveTo>
                  <a:lnTo>
                    <a:pt x="374180" y="303403"/>
                  </a:lnTo>
                  <a:lnTo>
                    <a:pt x="374180" y="496582"/>
                  </a:lnTo>
                  <a:lnTo>
                    <a:pt x="567372" y="496582"/>
                  </a:lnTo>
                  <a:lnTo>
                    <a:pt x="567372" y="303403"/>
                  </a:lnTo>
                  <a:close/>
                </a:path>
                <a:path w="1316354" h="2602865">
                  <a:moveTo>
                    <a:pt x="567372" y="0"/>
                  </a:moveTo>
                  <a:lnTo>
                    <a:pt x="374180" y="0"/>
                  </a:lnTo>
                  <a:lnTo>
                    <a:pt x="374180" y="193179"/>
                  </a:lnTo>
                  <a:lnTo>
                    <a:pt x="567372" y="193179"/>
                  </a:lnTo>
                  <a:lnTo>
                    <a:pt x="567372" y="0"/>
                  </a:lnTo>
                  <a:close/>
                </a:path>
                <a:path w="1316354" h="2602865">
                  <a:moveTo>
                    <a:pt x="941578" y="2409482"/>
                  </a:moveTo>
                  <a:lnTo>
                    <a:pt x="748385" y="2409482"/>
                  </a:lnTo>
                  <a:lnTo>
                    <a:pt x="748385" y="2602674"/>
                  </a:lnTo>
                  <a:lnTo>
                    <a:pt x="941578" y="2602674"/>
                  </a:lnTo>
                  <a:lnTo>
                    <a:pt x="941578" y="2409482"/>
                  </a:lnTo>
                  <a:close/>
                </a:path>
                <a:path w="1316354" h="2602865">
                  <a:moveTo>
                    <a:pt x="941578" y="2058466"/>
                  </a:moveTo>
                  <a:lnTo>
                    <a:pt x="748385" y="2058466"/>
                  </a:lnTo>
                  <a:lnTo>
                    <a:pt x="748385" y="2251659"/>
                  </a:lnTo>
                  <a:lnTo>
                    <a:pt x="941578" y="2251659"/>
                  </a:lnTo>
                  <a:lnTo>
                    <a:pt x="941578" y="2058466"/>
                  </a:lnTo>
                  <a:close/>
                </a:path>
                <a:path w="1316354" h="2602865">
                  <a:moveTo>
                    <a:pt x="941578" y="1707451"/>
                  </a:moveTo>
                  <a:lnTo>
                    <a:pt x="748385" y="1707451"/>
                  </a:lnTo>
                  <a:lnTo>
                    <a:pt x="748385" y="1900643"/>
                  </a:lnTo>
                  <a:lnTo>
                    <a:pt x="941578" y="1900643"/>
                  </a:lnTo>
                  <a:lnTo>
                    <a:pt x="941578" y="1707451"/>
                  </a:lnTo>
                  <a:close/>
                </a:path>
                <a:path w="1316354" h="2602865">
                  <a:moveTo>
                    <a:pt x="941578" y="1356436"/>
                  </a:moveTo>
                  <a:lnTo>
                    <a:pt x="748385" y="1356436"/>
                  </a:lnTo>
                  <a:lnTo>
                    <a:pt x="748385" y="1549628"/>
                  </a:lnTo>
                  <a:lnTo>
                    <a:pt x="941578" y="1549628"/>
                  </a:lnTo>
                  <a:lnTo>
                    <a:pt x="941578" y="1356436"/>
                  </a:lnTo>
                  <a:close/>
                </a:path>
                <a:path w="1316354" h="2602865">
                  <a:moveTo>
                    <a:pt x="941578" y="1005433"/>
                  </a:moveTo>
                  <a:lnTo>
                    <a:pt x="748385" y="1005433"/>
                  </a:lnTo>
                  <a:lnTo>
                    <a:pt x="748385" y="1198626"/>
                  </a:lnTo>
                  <a:lnTo>
                    <a:pt x="941578" y="1198626"/>
                  </a:lnTo>
                  <a:lnTo>
                    <a:pt x="941578" y="1005433"/>
                  </a:lnTo>
                  <a:close/>
                </a:path>
                <a:path w="1316354" h="2602865">
                  <a:moveTo>
                    <a:pt x="941578" y="654418"/>
                  </a:moveTo>
                  <a:lnTo>
                    <a:pt x="748385" y="654418"/>
                  </a:lnTo>
                  <a:lnTo>
                    <a:pt x="748385" y="847610"/>
                  </a:lnTo>
                  <a:lnTo>
                    <a:pt x="941578" y="847610"/>
                  </a:lnTo>
                  <a:lnTo>
                    <a:pt x="941578" y="654418"/>
                  </a:lnTo>
                  <a:close/>
                </a:path>
                <a:path w="1316354" h="2602865">
                  <a:moveTo>
                    <a:pt x="941578" y="303403"/>
                  </a:moveTo>
                  <a:lnTo>
                    <a:pt x="748385" y="303403"/>
                  </a:lnTo>
                  <a:lnTo>
                    <a:pt x="748385" y="496582"/>
                  </a:lnTo>
                  <a:lnTo>
                    <a:pt x="941578" y="496582"/>
                  </a:lnTo>
                  <a:lnTo>
                    <a:pt x="941578" y="303403"/>
                  </a:lnTo>
                  <a:close/>
                </a:path>
                <a:path w="1316354" h="2602865">
                  <a:moveTo>
                    <a:pt x="941578" y="0"/>
                  </a:moveTo>
                  <a:lnTo>
                    <a:pt x="748385" y="0"/>
                  </a:lnTo>
                  <a:lnTo>
                    <a:pt x="748385" y="193179"/>
                  </a:lnTo>
                  <a:lnTo>
                    <a:pt x="941578" y="193179"/>
                  </a:lnTo>
                  <a:lnTo>
                    <a:pt x="941578" y="0"/>
                  </a:lnTo>
                  <a:close/>
                </a:path>
                <a:path w="1316354" h="2602865">
                  <a:moveTo>
                    <a:pt x="1315758" y="2409482"/>
                  </a:moveTo>
                  <a:lnTo>
                    <a:pt x="1122565" y="2409482"/>
                  </a:lnTo>
                  <a:lnTo>
                    <a:pt x="1122565" y="2602674"/>
                  </a:lnTo>
                  <a:lnTo>
                    <a:pt x="1315758" y="2602674"/>
                  </a:lnTo>
                  <a:lnTo>
                    <a:pt x="1315758" y="2409482"/>
                  </a:lnTo>
                  <a:close/>
                </a:path>
                <a:path w="1316354" h="2602865">
                  <a:moveTo>
                    <a:pt x="1315758" y="2058466"/>
                  </a:moveTo>
                  <a:lnTo>
                    <a:pt x="1122565" y="2058466"/>
                  </a:lnTo>
                  <a:lnTo>
                    <a:pt x="1122565" y="2251659"/>
                  </a:lnTo>
                  <a:lnTo>
                    <a:pt x="1315758" y="2251659"/>
                  </a:lnTo>
                  <a:lnTo>
                    <a:pt x="1315758" y="2058466"/>
                  </a:lnTo>
                  <a:close/>
                </a:path>
                <a:path w="1316354" h="2602865">
                  <a:moveTo>
                    <a:pt x="1315758" y="1707451"/>
                  </a:moveTo>
                  <a:lnTo>
                    <a:pt x="1122565" y="1707451"/>
                  </a:lnTo>
                  <a:lnTo>
                    <a:pt x="1122565" y="1900643"/>
                  </a:lnTo>
                  <a:lnTo>
                    <a:pt x="1315758" y="1900643"/>
                  </a:lnTo>
                  <a:lnTo>
                    <a:pt x="1315758" y="1707451"/>
                  </a:lnTo>
                  <a:close/>
                </a:path>
                <a:path w="1316354" h="2602865">
                  <a:moveTo>
                    <a:pt x="1315758" y="1356436"/>
                  </a:moveTo>
                  <a:lnTo>
                    <a:pt x="1122565" y="1356436"/>
                  </a:lnTo>
                  <a:lnTo>
                    <a:pt x="1122565" y="1549628"/>
                  </a:lnTo>
                  <a:lnTo>
                    <a:pt x="1315758" y="1549628"/>
                  </a:lnTo>
                  <a:lnTo>
                    <a:pt x="1315758" y="1356436"/>
                  </a:lnTo>
                  <a:close/>
                </a:path>
                <a:path w="1316354" h="2602865">
                  <a:moveTo>
                    <a:pt x="1315758" y="1005433"/>
                  </a:moveTo>
                  <a:lnTo>
                    <a:pt x="1122565" y="1005433"/>
                  </a:lnTo>
                  <a:lnTo>
                    <a:pt x="1122565" y="1198626"/>
                  </a:lnTo>
                  <a:lnTo>
                    <a:pt x="1315758" y="1198626"/>
                  </a:lnTo>
                  <a:lnTo>
                    <a:pt x="1315758" y="1005433"/>
                  </a:lnTo>
                  <a:close/>
                </a:path>
                <a:path w="1316354" h="2602865">
                  <a:moveTo>
                    <a:pt x="1315758" y="654418"/>
                  </a:moveTo>
                  <a:lnTo>
                    <a:pt x="1122565" y="654418"/>
                  </a:lnTo>
                  <a:lnTo>
                    <a:pt x="1122565" y="847610"/>
                  </a:lnTo>
                  <a:lnTo>
                    <a:pt x="1315758" y="847610"/>
                  </a:lnTo>
                  <a:lnTo>
                    <a:pt x="1315758" y="654418"/>
                  </a:lnTo>
                  <a:close/>
                </a:path>
                <a:path w="1316354" h="2602865">
                  <a:moveTo>
                    <a:pt x="1315758" y="303403"/>
                  </a:moveTo>
                  <a:lnTo>
                    <a:pt x="1122565" y="303403"/>
                  </a:lnTo>
                  <a:lnTo>
                    <a:pt x="1122565" y="496582"/>
                  </a:lnTo>
                  <a:lnTo>
                    <a:pt x="1315758" y="496582"/>
                  </a:lnTo>
                  <a:lnTo>
                    <a:pt x="1315758" y="3034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3" name="object 473" descr=""/>
            <p:cNvSpPr/>
            <p:nvPr/>
          </p:nvSpPr>
          <p:spPr>
            <a:xfrm>
              <a:off x="2545829" y="6858450"/>
              <a:ext cx="1571625" cy="406400"/>
            </a:xfrm>
            <a:custGeom>
              <a:avLst/>
              <a:gdLst/>
              <a:ahLst/>
              <a:cxnLst/>
              <a:rect l="l" t="t" r="r" b="b"/>
              <a:pathLst>
                <a:path w="1571625" h="406400">
                  <a:moveTo>
                    <a:pt x="1289799" y="0"/>
                  </a:moveTo>
                  <a:lnTo>
                    <a:pt x="281457" y="0"/>
                  </a:lnTo>
                  <a:lnTo>
                    <a:pt x="281457" y="39395"/>
                  </a:lnTo>
                  <a:lnTo>
                    <a:pt x="1289799" y="39395"/>
                  </a:lnTo>
                  <a:lnTo>
                    <a:pt x="1289799" y="0"/>
                  </a:lnTo>
                  <a:close/>
                </a:path>
                <a:path w="1571625" h="406400">
                  <a:moveTo>
                    <a:pt x="1571256" y="366598"/>
                  </a:moveTo>
                  <a:lnTo>
                    <a:pt x="0" y="366598"/>
                  </a:lnTo>
                  <a:lnTo>
                    <a:pt x="0" y="406006"/>
                  </a:lnTo>
                  <a:lnTo>
                    <a:pt x="1571256" y="406006"/>
                  </a:lnTo>
                  <a:lnTo>
                    <a:pt x="1571256" y="366598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74" name="object 474" descr=""/>
          <p:cNvGrpSpPr/>
          <p:nvPr/>
        </p:nvGrpSpPr>
        <p:grpSpPr>
          <a:xfrm>
            <a:off x="790854" y="7945526"/>
            <a:ext cx="1781810" cy="2114550"/>
            <a:chOff x="790854" y="7945526"/>
            <a:chExt cx="1781810" cy="2114550"/>
          </a:xfrm>
        </p:grpSpPr>
        <p:sp>
          <p:nvSpPr>
            <p:cNvPr id="475" name="object 475" descr=""/>
            <p:cNvSpPr/>
            <p:nvPr/>
          </p:nvSpPr>
          <p:spPr>
            <a:xfrm>
              <a:off x="972892" y="7945526"/>
              <a:ext cx="1348105" cy="2112645"/>
            </a:xfrm>
            <a:custGeom>
              <a:avLst/>
              <a:gdLst/>
              <a:ahLst/>
              <a:cxnLst/>
              <a:rect l="l" t="t" r="r" b="b"/>
              <a:pathLst>
                <a:path w="1348105" h="2112645">
                  <a:moveTo>
                    <a:pt x="1347990" y="0"/>
                  </a:moveTo>
                  <a:lnTo>
                    <a:pt x="844675" y="588285"/>
                  </a:lnTo>
                  <a:lnTo>
                    <a:pt x="0" y="588285"/>
                  </a:lnTo>
                  <a:lnTo>
                    <a:pt x="0" y="2112605"/>
                  </a:lnTo>
                  <a:lnTo>
                    <a:pt x="1347990" y="2112605"/>
                  </a:lnTo>
                  <a:lnTo>
                    <a:pt x="134799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6" name="object 476" descr=""/>
            <p:cNvSpPr/>
            <p:nvPr/>
          </p:nvSpPr>
          <p:spPr>
            <a:xfrm>
              <a:off x="2320882" y="7945527"/>
              <a:ext cx="252095" cy="2112645"/>
            </a:xfrm>
            <a:custGeom>
              <a:avLst/>
              <a:gdLst/>
              <a:ahLst/>
              <a:cxnLst/>
              <a:rect l="l" t="t" r="r" b="b"/>
              <a:pathLst>
                <a:path w="252094" h="2112645">
                  <a:moveTo>
                    <a:pt x="251563" y="0"/>
                  </a:moveTo>
                  <a:lnTo>
                    <a:pt x="0" y="0"/>
                  </a:lnTo>
                  <a:lnTo>
                    <a:pt x="0" y="2112616"/>
                  </a:lnTo>
                  <a:lnTo>
                    <a:pt x="251563" y="2112616"/>
                  </a:lnTo>
                  <a:lnTo>
                    <a:pt x="251563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7" name="object 477" descr=""/>
            <p:cNvSpPr/>
            <p:nvPr/>
          </p:nvSpPr>
          <p:spPr>
            <a:xfrm>
              <a:off x="1035779" y="8802726"/>
              <a:ext cx="200660" cy="200660"/>
            </a:xfrm>
            <a:custGeom>
              <a:avLst/>
              <a:gdLst/>
              <a:ahLst/>
              <a:cxnLst/>
              <a:rect l="l" t="t" r="r" b="b"/>
              <a:pathLst>
                <a:path w="200659" h="200659">
                  <a:moveTo>
                    <a:pt x="200622" y="0"/>
                  </a:moveTo>
                  <a:lnTo>
                    <a:pt x="0" y="0"/>
                  </a:lnTo>
                  <a:lnTo>
                    <a:pt x="0" y="200622"/>
                  </a:lnTo>
                  <a:lnTo>
                    <a:pt x="200622" y="200622"/>
                  </a:lnTo>
                  <a:lnTo>
                    <a:pt x="200622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8" name="object 478" descr=""/>
            <p:cNvSpPr/>
            <p:nvPr/>
          </p:nvSpPr>
          <p:spPr>
            <a:xfrm>
              <a:off x="1058114" y="8802726"/>
              <a:ext cx="178435" cy="200660"/>
            </a:xfrm>
            <a:custGeom>
              <a:avLst/>
              <a:gdLst/>
              <a:ahLst/>
              <a:cxnLst/>
              <a:rect l="l" t="t" r="r" b="b"/>
              <a:pathLst>
                <a:path w="178434" h="200659">
                  <a:moveTo>
                    <a:pt x="178287" y="0"/>
                  </a:moveTo>
                  <a:lnTo>
                    <a:pt x="0" y="0"/>
                  </a:lnTo>
                  <a:lnTo>
                    <a:pt x="0" y="200622"/>
                  </a:lnTo>
                  <a:lnTo>
                    <a:pt x="178287" y="200622"/>
                  </a:lnTo>
                  <a:lnTo>
                    <a:pt x="178287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9" name="object 479" descr=""/>
            <p:cNvSpPr/>
            <p:nvPr/>
          </p:nvSpPr>
          <p:spPr>
            <a:xfrm>
              <a:off x="1035779" y="9140245"/>
              <a:ext cx="200660" cy="200660"/>
            </a:xfrm>
            <a:custGeom>
              <a:avLst/>
              <a:gdLst/>
              <a:ahLst/>
              <a:cxnLst/>
              <a:rect l="l" t="t" r="r" b="b"/>
              <a:pathLst>
                <a:path w="200659" h="200659">
                  <a:moveTo>
                    <a:pt x="200622" y="0"/>
                  </a:moveTo>
                  <a:lnTo>
                    <a:pt x="0" y="0"/>
                  </a:lnTo>
                  <a:lnTo>
                    <a:pt x="0" y="200622"/>
                  </a:lnTo>
                  <a:lnTo>
                    <a:pt x="200622" y="200622"/>
                  </a:lnTo>
                  <a:lnTo>
                    <a:pt x="200622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0" name="object 480" descr=""/>
            <p:cNvSpPr/>
            <p:nvPr/>
          </p:nvSpPr>
          <p:spPr>
            <a:xfrm>
              <a:off x="1058114" y="9140245"/>
              <a:ext cx="178435" cy="200660"/>
            </a:xfrm>
            <a:custGeom>
              <a:avLst/>
              <a:gdLst/>
              <a:ahLst/>
              <a:cxnLst/>
              <a:rect l="l" t="t" r="r" b="b"/>
              <a:pathLst>
                <a:path w="178434" h="200659">
                  <a:moveTo>
                    <a:pt x="178287" y="0"/>
                  </a:moveTo>
                  <a:lnTo>
                    <a:pt x="0" y="0"/>
                  </a:lnTo>
                  <a:lnTo>
                    <a:pt x="0" y="200622"/>
                  </a:lnTo>
                  <a:lnTo>
                    <a:pt x="178287" y="200622"/>
                  </a:lnTo>
                  <a:lnTo>
                    <a:pt x="178287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1" name="object 481" descr=""/>
            <p:cNvSpPr/>
            <p:nvPr/>
          </p:nvSpPr>
          <p:spPr>
            <a:xfrm>
              <a:off x="1035779" y="9477763"/>
              <a:ext cx="200660" cy="200660"/>
            </a:xfrm>
            <a:custGeom>
              <a:avLst/>
              <a:gdLst/>
              <a:ahLst/>
              <a:cxnLst/>
              <a:rect l="l" t="t" r="r" b="b"/>
              <a:pathLst>
                <a:path w="200659" h="200659">
                  <a:moveTo>
                    <a:pt x="200622" y="0"/>
                  </a:moveTo>
                  <a:lnTo>
                    <a:pt x="0" y="0"/>
                  </a:lnTo>
                  <a:lnTo>
                    <a:pt x="0" y="200622"/>
                  </a:lnTo>
                  <a:lnTo>
                    <a:pt x="200622" y="200622"/>
                  </a:lnTo>
                  <a:lnTo>
                    <a:pt x="200622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2" name="object 482" descr=""/>
            <p:cNvSpPr/>
            <p:nvPr/>
          </p:nvSpPr>
          <p:spPr>
            <a:xfrm>
              <a:off x="1058114" y="9477763"/>
              <a:ext cx="178435" cy="200660"/>
            </a:xfrm>
            <a:custGeom>
              <a:avLst/>
              <a:gdLst/>
              <a:ahLst/>
              <a:cxnLst/>
              <a:rect l="l" t="t" r="r" b="b"/>
              <a:pathLst>
                <a:path w="178434" h="200659">
                  <a:moveTo>
                    <a:pt x="178287" y="0"/>
                  </a:moveTo>
                  <a:lnTo>
                    <a:pt x="0" y="0"/>
                  </a:lnTo>
                  <a:lnTo>
                    <a:pt x="0" y="200622"/>
                  </a:lnTo>
                  <a:lnTo>
                    <a:pt x="178287" y="200622"/>
                  </a:lnTo>
                  <a:lnTo>
                    <a:pt x="178287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3" name="object 483" descr=""/>
            <p:cNvSpPr/>
            <p:nvPr/>
          </p:nvSpPr>
          <p:spPr>
            <a:xfrm>
              <a:off x="1058114" y="9477742"/>
              <a:ext cx="200660" cy="200660"/>
            </a:xfrm>
            <a:custGeom>
              <a:avLst/>
              <a:gdLst/>
              <a:ahLst/>
              <a:cxnLst/>
              <a:rect l="l" t="t" r="r" b="b"/>
              <a:pathLst>
                <a:path w="200659" h="200659">
                  <a:moveTo>
                    <a:pt x="200548" y="0"/>
                  </a:moveTo>
                  <a:lnTo>
                    <a:pt x="0" y="0"/>
                  </a:lnTo>
                  <a:lnTo>
                    <a:pt x="0" y="200548"/>
                  </a:lnTo>
                  <a:lnTo>
                    <a:pt x="200548" y="200548"/>
                  </a:lnTo>
                  <a:lnTo>
                    <a:pt x="200548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4" name="object 484" descr=""/>
            <p:cNvSpPr/>
            <p:nvPr/>
          </p:nvSpPr>
          <p:spPr>
            <a:xfrm>
              <a:off x="1373947" y="8802726"/>
              <a:ext cx="200660" cy="200660"/>
            </a:xfrm>
            <a:custGeom>
              <a:avLst/>
              <a:gdLst/>
              <a:ahLst/>
              <a:cxnLst/>
              <a:rect l="l" t="t" r="r" b="b"/>
              <a:pathLst>
                <a:path w="200659" h="200659">
                  <a:moveTo>
                    <a:pt x="200622" y="0"/>
                  </a:moveTo>
                  <a:lnTo>
                    <a:pt x="0" y="0"/>
                  </a:lnTo>
                  <a:lnTo>
                    <a:pt x="0" y="200622"/>
                  </a:lnTo>
                  <a:lnTo>
                    <a:pt x="200622" y="200622"/>
                  </a:lnTo>
                  <a:lnTo>
                    <a:pt x="200622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5" name="object 485" descr=""/>
            <p:cNvSpPr/>
            <p:nvPr/>
          </p:nvSpPr>
          <p:spPr>
            <a:xfrm>
              <a:off x="1396282" y="8802726"/>
              <a:ext cx="178435" cy="200660"/>
            </a:xfrm>
            <a:custGeom>
              <a:avLst/>
              <a:gdLst/>
              <a:ahLst/>
              <a:cxnLst/>
              <a:rect l="l" t="t" r="r" b="b"/>
              <a:pathLst>
                <a:path w="178434" h="200659">
                  <a:moveTo>
                    <a:pt x="178287" y="0"/>
                  </a:moveTo>
                  <a:lnTo>
                    <a:pt x="0" y="0"/>
                  </a:lnTo>
                  <a:lnTo>
                    <a:pt x="0" y="200622"/>
                  </a:lnTo>
                  <a:lnTo>
                    <a:pt x="178287" y="200622"/>
                  </a:lnTo>
                  <a:lnTo>
                    <a:pt x="178287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6" name="object 486" descr=""/>
            <p:cNvSpPr/>
            <p:nvPr/>
          </p:nvSpPr>
          <p:spPr>
            <a:xfrm>
              <a:off x="1373947" y="9140245"/>
              <a:ext cx="200660" cy="200660"/>
            </a:xfrm>
            <a:custGeom>
              <a:avLst/>
              <a:gdLst/>
              <a:ahLst/>
              <a:cxnLst/>
              <a:rect l="l" t="t" r="r" b="b"/>
              <a:pathLst>
                <a:path w="200659" h="200659">
                  <a:moveTo>
                    <a:pt x="200622" y="0"/>
                  </a:moveTo>
                  <a:lnTo>
                    <a:pt x="0" y="0"/>
                  </a:lnTo>
                  <a:lnTo>
                    <a:pt x="0" y="200622"/>
                  </a:lnTo>
                  <a:lnTo>
                    <a:pt x="200622" y="200622"/>
                  </a:lnTo>
                  <a:lnTo>
                    <a:pt x="200622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7" name="object 487" descr=""/>
            <p:cNvSpPr/>
            <p:nvPr/>
          </p:nvSpPr>
          <p:spPr>
            <a:xfrm>
              <a:off x="1396282" y="9140245"/>
              <a:ext cx="178435" cy="200660"/>
            </a:xfrm>
            <a:custGeom>
              <a:avLst/>
              <a:gdLst/>
              <a:ahLst/>
              <a:cxnLst/>
              <a:rect l="l" t="t" r="r" b="b"/>
              <a:pathLst>
                <a:path w="178434" h="200659">
                  <a:moveTo>
                    <a:pt x="178287" y="0"/>
                  </a:moveTo>
                  <a:lnTo>
                    <a:pt x="0" y="0"/>
                  </a:lnTo>
                  <a:lnTo>
                    <a:pt x="0" y="200622"/>
                  </a:lnTo>
                  <a:lnTo>
                    <a:pt x="178287" y="200622"/>
                  </a:lnTo>
                  <a:lnTo>
                    <a:pt x="178287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8" name="object 488" descr=""/>
            <p:cNvSpPr/>
            <p:nvPr/>
          </p:nvSpPr>
          <p:spPr>
            <a:xfrm>
              <a:off x="1373947" y="9477763"/>
              <a:ext cx="200660" cy="200660"/>
            </a:xfrm>
            <a:custGeom>
              <a:avLst/>
              <a:gdLst/>
              <a:ahLst/>
              <a:cxnLst/>
              <a:rect l="l" t="t" r="r" b="b"/>
              <a:pathLst>
                <a:path w="200659" h="200659">
                  <a:moveTo>
                    <a:pt x="200622" y="0"/>
                  </a:moveTo>
                  <a:lnTo>
                    <a:pt x="0" y="0"/>
                  </a:lnTo>
                  <a:lnTo>
                    <a:pt x="0" y="200622"/>
                  </a:lnTo>
                  <a:lnTo>
                    <a:pt x="200622" y="200622"/>
                  </a:lnTo>
                  <a:lnTo>
                    <a:pt x="200622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9" name="object 489" descr=""/>
            <p:cNvSpPr/>
            <p:nvPr/>
          </p:nvSpPr>
          <p:spPr>
            <a:xfrm>
              <a:off x="1396282" y="9477763"/>
              <a:ext cx="178435" cy="200660"/>
            </a:xfrm>
            <a:custGeom>
              <a:avLst/>
              <a:gdLst/>
              <a:ahLst/>
              <a:cxnLst/>
              <a:rect l="l" t="t" r="r" b="b"/>
              <a:pathLst>
                <a:path w="178434" h="200659">
                  <a:moveTo>
                    <a:pt x="178287" y="0"/>
                  </a:moveTo>
                  <a:lnTo>
                    <a:pt x="0" y="0"/>
                  </a:lnTo>
                  <a:lnTo>
                    <a:pt x="0" y="200622"/>
                  </a:lnTo>
                  <a:lnTo>
                    <a:pt x="178287" y="200622"/>
                  </a:lnTo>
                  <a:lnTo>
                    <a:pt x="178287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0" name="object 490" descr=""/>
            <p:cNvSpPr/>
            <p:nvPr/>
          </p:nvSpPr>
          <p:spPr>
            <a:xfrm>
              <a:off x="1396292" y="9477742"/>
              <a:ext cx="200660" cy="200660"/>
            </a:xfrm>
            <a:custGeom>
              <a:avLst/>
              <a:gdLst/>
              <a:ahLst/>
              <a:cxnLst/>
              <a:rect l="l" t="t" r="r" b="b"/>
              <a:pathLst>
                <a:path w="200659" h="200659">
                  <a:moveTo>
                    <a:pt x="200548" y="0"/>
                  </a:moveTo>
                  <a:lnTo>
                    <a:pt x="0" y="0"/>
                  </a:lnTo>
                  <a:lnTo>
                    <a:pt x="0" y="200548"/>
                  </a:lnTo>
                  <a:lnTo>
                    <a:pt x="200548" y="200548"/>
                  </a:lnTo>
                  <a:lnTo>
                    <a:pt x="200548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1" name="object 491" descr=""/>
            <p:cNvSpPr/>
            <p:nvPr/>
          </p:nvSpPr>
          <p:spPr>
            <a:xfrm>
              <a:off x="1712125" y="8802726"/>
              <a:ext cx="200660" cy="200660"/>
            </a:xfrm>
            <a:custGeom>
              <a:avLst/>
              <a:gdLst/>
              <a:ahLst/>
              <a:cxnLst/>
              <a:rect l="l" t="t" r="r" b="b"/>
              <a:pathLst>
                <a:path w="200660" h="200659">
                  <a:moveTo>
                    <a:pt x="200622" y="0"/>
                  </a:moveTo>
                  <a:lnTo>
                    <a:pt x="0" y="0"/>
                  </a:lnTo>
                  <a:lnTo>
                    <a:pt x="0" y="200622"/>
                  </a:lnTo>
                  <a:lnTo>
                    <a:pt x="200622" y="200622"/>
                  </a:lnTo>
                  <a:lnTo>
                    <a:pt x="200622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2" name="object 492" descr=""/>
            <p:cNvSpPr/>
            <p:nvPr/>
          </p:nvSpPr>
          <p:spPr>
            <a:xfrm>
              <a:off x="1734460" y="8802726"/>
              <a:ext cx="178435" cy="200660"/>
            </a:xfrm>
            <a:custGeom>
              <a:avLst/>
              <a:gdLst/>
              <a:ahLst/>
              <a:cxnLst/>
              <a:rect l="l" t="t" r="r" b="b"/>
              <a:pathLst>
                <a:path w="178435" h="200659">
                  <a:moveTo>
                    <a:pt x="178287" y="0"/>
                  </a:moveTo>
                  <a:lnTo>
                    <a:pt x="0" y="0"/>
                  </a:lnTo>
                  <a:lnTo>
                    <a:pt x="0" y="200622"/>
                  </a:lnTo>
                  <a:lnTo>
                    <a:pt x="178287" y="200622"/>
                  </a:lnTo>
                  <a:lnTo>
                    <a:pt x="178287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3" name="object 493" descr=""/>
            <p:cNvSpPr/>
            <p:nvPr/>
          </p:nvSpPr>
          <p:spPr>
            <a:xfrm>
              <a:off x="1712125" y="9140245"/>
              <a:ext cx="200660" cy="200660"/>
            </a:xfrm>
            <a:custGeom>
              <a:avLst/>
              <a:gdLst/>
              <a:ahLst/>
              <a:cxnLst/>
              <a:rect l="l" t="t" r="r" b="b"/>
              <a:pathLst>
                <a:path w="200660" h="200659">
                  <a:moveTo>
                    <a:pt x="200622" y="0"/>
                  </a:moveTo>
                  <a:lnTo>
                    <a:pt x="0" y="0"/>
                  </a:lnTo>
                  <a:lnTo>
                    <a:pt x="0" y="200622"/>
                  </a:lnTo>
                  <a:lnTo>
                    <a:pt x="200622" y="200622"/>
                  </a:lnTo>
                  <a:lnTo>
                    <a:pt x="200622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4" name="object 494" descr=""/>
            <p:cNvSpPr/>
            <p:nvPr/>
          </p:nvSpPr>
          <p:spPr>
            <a:xfrm>
              <a:off x="1734460" y="9140245"/>
              <a:ext cx="178435" cy="200660"/>
            </a:xfrm>
            <a:custGeom>
              <a:avLst/>
              <a:gdLst/>
              <a:ahLst/>
              <a:cxnLst/>
              <a:rect l="l" t="t" r="r" b="b"/>
              <a:pathLst>
                <a:path w="178435" h="200659">
                  <a:moveTo>
                    <a:pt x="178287" y="0"/>
                  </a:moveTo>
                  <a:lnTo>
                    <a:pt x="0" y="0"/>
                  </a:lnTo>
                  <a:lnTo>
                    <a:pt x="0" y="200622"/>
                  </a:lnTo>
                  <a:lnTo>
                    <a:pt x="178287" y="200622"/>
                  </a:lnTo>
                  <a:lnTo>
                    <a:pt x="178287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5" name="object 495" descr=""/>
            <p:cNvSpPr/>
            <p:nvPr/>
          </p:nvSpPr>
          <p:spPr>
            <a:xfrm>
              <a:off x="1712125" y="9477763"/>
              <a:ext cx="200660" cy="200660"/>
            </a:xfrm>
            <a:custGeom>
              <a:avLst/>
              <a:gdLst/>
              <a:ahLst/>
              <a:cxnLst/>
              <a:rect l="l" t="t" r="r" b="b"/>
              <a:pathLst>
                <a:path w="200660" h="200659">
                  <a:moveTo>
                    <a:pt x="200622" y="0"/>
                  </a:moveTo>
                  <a:lnTo>
                    <a:pt x="0" y="0"/>
                  </a:lnTo>
                  <a:lnTo>
                    <a:pt x="0" y="200622"/>
                  </a:lnTo>
                  <a:lnTo>
                    <a:pt x="200622" y="200622"/>
                  </a:lnTo>
                  <a:lnTo>
                    <a:pt x="200622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6" name="object 496" descr=""/>
            <p:cNvSpPr/>
            <p:nvPr/>
          </p:nvSpPr>
          <p:spPr>
            <a:xfrm>
              <a:off x="1734460" y="9477763"/>
              <a:ext cx="178435" cy="200660"/>
            </a:xfrm>
            <a:custGeom>
              <a:avLst/>
              <a:gdLst/>
              <a:ahLst/>
              <a:cxnLst/>
              <a:rect l="l" t="t" r="r" b="b"/>
              <a:pathLst>
                <a:path w="178435" h="200659">
                  <a:moveTo>
                    <a:pt x="178287" y="0"/>
                  </a:moveTo>
                  <a:lnTo>
                    <a:pt x="0" y="0"/>
                  </a:lnTo>
                  <a:lnTo>
                    <a:pt x="0" y="200622"/>
                  </a:lnTo>
                  <a:lnTo>
                    <a:pt x="178287" y="200622"/>
                  </a:lnTo>
                  <a:lnTo>
                    <a:pt x="178287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7" name="object 497" descr=""/>
            <p:cNvSpPr/>
            <p:nvPr/>
          </p:nvSpPr>
          <p:spPr>
            <a:xfrm>
              <a:off x="1734470" y="9477742"/>
              <a:ext cx="200660" cy="200660"/>
            </a:xfrm>
            <a:custGeom>
              <a:avLst/>
              <a:gdLst/>
              <a:ahLst/>
              <a:cxnLst/>
              <a:rect l="l" t="t" r="r" b="b"/>
              <a:pathLst>
                <a:path w="200660" h="200659">
                  <a:moveTo>
                    <a:pt x="200548" y="0"/>
                  </a:moveTo>
                  <a:lnTo>
                    <a:pt x="0" y="0"/>
                  </a:lnTo>
                  <a:lnTo>
                    <a:pt x="0" y="200548"/>
                  </a:lnTo>
                  <a:lnTo>
                    <a:pt x="200548" y="200548"/>
                  </a:lnTo>
                  <a:lnTo>
                    <a:pt x="200548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8" name="object 498" descr=""/>
            <p:cNvSpPr/>
            <p:nvPr/>
          </p:nvSpPr>
          <p:spPr>
            <a:xfrm>
              <a:off x="2050304" y="8802726"/>
              <a:ext cx="200660" cy="200660"/>
            </a:xfrm>
            <a:custGeom>
              <a:avLst/>
              <a:gdLst/>
              <a:ahLst/>
              <a:cxnLst/>
              <a:rect l="l" t="t" r="r" b="b"/>
              <a:pathLst>
                <a:path w="200660" h="200659">
                  <a:moveTo>
                    <a:pt x="200622" y="0"/>
                  </a:moveTo>
                  <a:lnTo>
                    <a:pt x="0" y="0"/>
                  </a:lnTo>
                  <a:lnTo>
                    <a:pt x="0" y="200622"/>
                  </a:lnTo>
                  <a:lnTo>
                    <a:pt x="200622" y="200622"/>
                  </a:lnTo>
                  <a:lnTo>
                    <a:pt x="200622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9" name="object 499" descr=""/>
            <p:cNvSpPr/>
            <p:nvPr/>
          </p:nvSpPr>
          <p:spPr>
            <a:xfrm>
              <a:off x="2072638" y="8802726"/>
              <a:ext cx="178435" cy="200660"/>
            </a:xfrm>
            <a:custGeom>
              <a:avLst/>
              <a:gdLst/>
              <a:ahLst/>
              <a:cxnLst/>
              <a:rect l="l" t="t" r="r" b="b"/>
              <a:pathLst>
                <a:path w="178435" h="200659">
                  <a:moveTo>
                    <a:pt x="178287" y="0"/>
                  </a:moveTo>
                  <a:lnTo>
                    <a:pt x="0" y="0"/>
                  </a:lnTo>
                  <a:lnTo>
                    <a:pt x="0" y="200622"/>
                  </a:lnTo>
                  <a:lnTo>
                    <a:pt x="178287" y="200622"/>
                  </a:lnTo>
                  <a:lnTo>
                    <a:pt x="178287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0" name="object 500" descr=""/>
            <p:cNvSpPr/>
            <p:nvPr/>
          </p:nvSpPr>
          <p:spPr>
            <a:xfrm>
              <a:off x="2050304" y="9140245"/>
              <a:ext cx="200660" cy="200660"/>
            </a:xfrm>
            <a:custGeom>
              <a:avLst/>
              <a:gdLst/>
              <a:ahLst/>
              <a:cxnLst/>
              <a:rect l="l" t="t" r="r" b="b"/>
              <a:pathLst>
                <a:path w="200660" h="200659">
                  <a:moveTo>
                    <a:pt x="200622" y="0"/>
                  </a:moveTo>
                  <a:lnTo>
                    <a:pt x="0" y="0"/>
                  </a:lnTo>
                  <a:lnTo>
                    <a:pt x="0" y="200622"/>
                  </a:lnTo>
                  <a:lnTo>
                    <a:pt x="200622" y="200622"/>
                  </a:lnTo>
                  <a:lnTo>
                    <a:pt x="200622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1" name="object 501" descr=""/>
            <p:cNvSpPr/>
            <p:nvPr/>
          </p:nvSpPr>
          <p:spPr>
            <a:xfrm>
              <a:off x="2072638" y="9140245"/>
              <a:ext cx="178435" cy="200660"/>
            </a:xfrm>
            <a:custGeom>
              <a:avLst/>
              <a:gdLst/>
              <a:ahLst/>
              <a:cxnLst/>
              <a:rect l="l" t="t" r="r" b="b"/>
              <a:pathLst>
                <a:path w="178435" h="200659">
                  <a:moveTo>
                    <a:pt x="178287" y="0"/>
                  </a:moveTo>
                  <a:lnTo>
                    <a:pt x="0" y="0"/>
                  </a:lnTo>
                  <a:lnTo>
                    <a:pt x="0" y="200622"/>
                  </a:lnTo>
                  <a:lnTo>
                    <a:pt x="178287" y="200622"/>
                  </a:lnTo>
                  <a:lnTo>
                    <a:pt x="178287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2" name="object 502" descr=""/>
            <p:cNvSpPr/>
            <p:nvPr/>
          </p:nvSpPr>
          <p:spPr>
            <a:xfrm>
              <a:off x="2050304" y="9477763"/>
              <a:ext cx="200660" cy="200660"/>
            </a:xfrm>
            <a:custGeom>
              <a:avLst/>
              <a:gdLst/>
              <a:ahLst/>
              <a:cxnLst/>
              <a:rect l="l" t="t" r="r" b="b"/>
              <a:pathLst>
                <a:path w="200660" h="200659">
                  <a:moveTo>
                    <a:pt x="200622" y="0"/>
                  </a:moveTo>
                  <a:lnTo>
                    <a:pt x="0" y="0"/>
                  </a:lnTo>
                  <a:lnTo>
                    <a:pt x="0" y="200622"/>
                  </a:lnTo>
                  <a:lnTo>
                    <a:pt x="200622" y="200622"/>
                  </a:lnTo>
                  <a:lnTo>
                    <a:pt x="200622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3" name="object 503" descr=""/>
            <p:cNvSpPr/>
            <p:nvPr/>
          </p:nvSpPr>
          <p:spPr>
            <a:xfrm>
              <a:off x="2072638" y="9477763"/>
              <a:ext cx="178435" cy="200660"/>
            </a:xfrm>
            <a:custGeom>
              <a:avLst/>
              <a:gdLst/>
              <a:ahLst/>
              <a:cxnLst/>
              <a:rect l="l" t="t" r="r" b="b"/>
              <a:pathLst>
                <a:path w="178435" h="200659">
                  <a:moveTo>
                    <a:pt x="178287" y="0"/>
                  </a:moveTo>
                  <a:lnTo>
                    <a:pt x="0" y="0"/>
                  </a:lnTo>
                  <a:lnTo>
                    <a:pt x="0" y="200622"/>
                  </a:lnTo>
                  <a:lnTo>
                    <a:pt x="178287" y="200622"/>
                  </a:lnTo>
                  <a:lnTo>
                    <a:pt x="178287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4" name="object 504" descr=""/>
            <p:cNvSpPr/>
            <p:nvPr/>
          </p:nvSpPr>
          <p:spPr>
            <a:xfrm>
              <a:off x="2072648" y="9477742"/>
              <a:ext cx="200660" cy="200660"/>
            </a:xfrm>
            <a:custGeom>
              <a:avLst/>
              <a:gdLst/>
              <a:ahLst/>
              <a:cxnLst/>
              <a:rect l="l" t="t" r="r" b="b"/>
              <a:pathLst>
                <a:path w="200660" h="200659">
                  <a:moveTo>
                    <a:pt x="200548" y="0"/>
                  </a:moveTo>
                  <a:lnTo>
                    <a:pt x="0" y="0"/>
                  </a:lnTo>
                  <a:lnTo>
                    <a:pt x="0" y="200548"/>
                  </a:lnTo>
                  <a:lnTo>
                    <a:pt x="200548" y="200548"/>
                  </a:lnTo>
                  <a:lnTo>
                    <a:pt x="200548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5" name="object 505" descr=""/>
            <p:cNvSpPr/>
            <p:nvPr/>
          </p:nvSpPr>
          <p:spPr>
            <a:xfrm>
              <a:off x="790854" y="9811005"/>
              <a:ext cx="591185" cy="248920"/>
            </a:xfrm>
            <a:custGeom>
              <a:avLst/>
              <a:gdLst/>
              <a:ahLst/>
              <a:cxnLst/>
              <a:rect l="l" t="t" r="r" b="b"/>
              <a:pathLst>
                <a:path w="591185" h="248920">
                  <a:moveTo>
                    <a:pt x="295593" y="0"/>
                  </a:moveTo>
                  <a:lnTo>
                    <a:pt x="242459" y="4005"/>
                  </a:lnTo>
                  <a:lnTo>
                    <a:pt x="192451" y="15554"/>
                  </a:lnTo>
                  <a:lnTo>
                    <a:pt x="146401" y="33945"/>
                  </a:lnTo>
                  <a:lnTo>
                    <a:pt x="105146" y="58474"/>
                  </a:lnTo>
                  <a:lnTo>
                    <a:pt x="69519" y="88439"/>
                  </a:lnTo>
                  <a:lnTo>
                    <a:pt x="40357" y="123139"/>
                  </a:lnTo>
                  <a:lnTo>
                    <a:pt x="18493" y="161870"/>
                  </a:lnTo>
                  <a:lnTo>
                    <a:pt x="4762" y="203932"/>
                  </a:lnTo>
                  <a:lnTo>
                    <a:pt x="0" y="248620"/>
                  </a:lnTo>
                  <a:lnTo>
                    <a:pt x="591186" y="248620"/>
                  </a:lnTo>
                  <a:lnTo>
                    <a:pt x="586423" y="203932"/>
                  </a:lnTo>
                  <a:lnTo>
                    <a:pt x="572693" y="161870"/>
                  </a:lnTo>
                  <a:lnTo>
                    <a:pt x="550829" y="123139"/>
                  </a:lnTo>
                  <a:lnTo>
                    <a:pt x="521666" y="88439"/>
                  </a:lnTo>
                  <a:lnTo>
                    <a:pt x="486039" y="58474"/>
                  </a:lnTo>
                  <a:lnTo>
                    <a:pt x="444784" y="33945"/>
                  </a:lnTo>
                  <a:lnTo>
                    <a:pt x="398735" y="15554"/>
                  </a:lnTo>
                  <a:lnTo>
                    <a:pt x="348726" y="4005"/>
                  </a:lnTo>
                  <a:lnTo>
                    <a:pt x="295593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6" name="object 506" descr=""/>
          <p:cNvSpPr/>
          <p:nvPr/>
        </p:nvSpPr>
        <p:spPr>
          <a:xfrm>
            <a:off x="3170796" y="9778180"/>
            <a:ext cx="843915" cy="271145"/>
          </a:xfrm>
          <a:custGeom>
            <a:avLst/>
            <a:gdLst/>
            <a:ahLst/>
            <a:cxnLst/>
            <a:rect l="l" t="t" r="r" b="b"/>
            <a:pathLst>
              <a:path w="843914" h="271145">
                <a:moveTo>
                  <a:pt x="843584" y="271081"/>
                </a:moveTo>
                <a:lnTo>
                  <a:pt x="838263" y="223799"/>
                </a:lnTo>
                <a:lnTo>
                  <a:pt x="823099" y="180390"/>
                </a:lnTo>
                <a:lnTo>
                  <a:pt x="799312" y="142113"/>
                </a:lnTo>
                <a:lnTo>
                  <a:pt x="768108" y="110172"/>
                </a:lnTo>
                <a:lnTo>
                  <a:pt x="730707" y="85839"/>
                </a:lnTo>
                <a:lnTo>
                  <a:pt x="688301" y="70319"/>
                </a:lnTo>
                <a:lnTo>
                  <a:pt x="642099" y="64871"/>
                </a:lnTo>
                <a:lnTo>
                  <a:pt x="595896" y="70319"/>
                </a:lnTo>
                <a:lnTo>
                  <a:pt x="560387" y="83324"/>
                </a:lnTo>
                <a:lnTo>
                  <a:pt x="556361" y="79400"/>
                </a:lnTo>
                <a:lnTo>
                  <a:pt x="518375" y="52311"/>
                </a:lnTo>
                <a:lnTo>
                  <a:pt x="475678" y="30264"/>
                </a:lnTo>
                <a:lnTo>
                  <a:pt x="428917" y="13830"/>
                </a:lnTo>
                <a:lnTo>
                  <a:pt x="378764" y="3556"/>
                </a:lnTo>
                <a:lnTo>
                  <a:pt x="325907" y="0"/>
                </a:lnTo>
                <a:lnTo>
                  <a:pt x="273037" y="3556"/>
                </a:lnTo>
                <a:lnTo>
                  <a:pt x="222897" y="13830"/>
                </a:lnTo>
                <a:lnTo>
                  <a:pt x="176136" y="30264"/>
                </a:lnTo>
                <a:lnTo>
                  <a:pt x="133426" y="52311"/>
                </a:lnTo>
                <a:lnTo>
                  <a:pt x="95453" y="79400"/>
                </a:lnTo>
                <a:lnTo>
                  <a:pt x="62877" y="110985"/>
                </a:lnTo>
                <a:lnTo>
                  <a:pt x="36372" y="146507"/>
                </a:lnTo>
                <a:lnTo>
                  <a:pt x="16611" y="185394"/>
                </a:lnTo>
                <a:lnTo>
                  <a:pt x="4267" y="227101"/>
                </a:lnTo>
                <a:lnTo>
                  <a:pt x="0" y="271068"/>
                </a:lnTo>
                <a:lnTo>
                  <a:pt x="440613" y="271068"/>
                </a:lnTo>
                <a:lnTo>
                  <a:pt x="843584" y="271081"/>
                </a:lnTo>
                <a:close/>
              </a:path>
            </a:pathLst>
          </a:custGeom>
          <a:solidFill>
            <a:srgbClr val="7DCD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7" name="object 507" descr=""/>
          <p:cNvSpPr/>
          <p:nvPr/>
        </p:nvSpPr>
        <p:spPr>
          <a:xfrm>
            <a:off x="4297019" y="9858838"/>
            <a:ext cx="593090" cy="190500"/>
          </a:xfrm>
          <a:custGeom>
            <a:avLst/>
            <a:gdLst/>
            <a:ahLst/>
            <a:cxnLst/>
            <a:rect l="l" t="t" r="r" b="b"/>
            <a:pathLst>
              <a:path w="593089" h="190500">
                <a:moveTo>
                  <a:pt x="592569" y="190423"/>
                </a:moveTo>
                <a:lnTo>
                  <a:pt x="586524" y="146761"/>
                </a:lnTo>
                <a:lnTo>
                  <a:pt x="569302" y="106680"/>
                </a:lnTo>
                <a:lnTo>
                  <a:pt x="542277" y="71323"/>
                </a:lnTo>
                <a:lnTo>
                  <a:pt x="506818" y="41833"/>
                </a:lnTo>
                <a:lnTo>
                  <a:pt x="464312" y="19354"/>
                </a:lnTo>
                <a:lnTo>
                  <a:pt x="416128" y="5029"/>
                </a:lnTo>
                <a:lnTo>
                  <a:pt x="363639" y="0"/>
                </a:lnTo>
                <a:lnTo>
                  <a:pt x="311137" y="5029"/>
                </a:lnTo>
                <a:lnTo>
                  <a:pt x="262953" y="19354"/>
                </a:lnTo>
                <a:lnTo>
                  <a:pt x="220446" y="41833"/>
                </a:lnTo>
                <a:lnTo>
                  <a:pt x="198970" y="59702"/>
                </a:lnTo>
                <a:lnTo>
                  <a:pt x="186258" y="52959"/>
                </a:lnTo>
                <a:lnTo>
                  <a:pt x="141528" y="45580"/>
                </a:lnTo>
                <a:lnTo>
                  <a:pt x="96786" y="52959"/>
                </a:lnTo>
                <a:lnTo>
                  <a:pt x="57937" y="73520"/>
                </a:lnTo>
                <a:lnTo>
                  <a:pt x="27305" y="104876"/>
                </a:lnTo>
                <a:lnTo>
                  <a:pt x="7213" y="144640"/>
                </a:lnTo>
                <a:lnTo>
                  <a:pt x="0" y="190423"/>
                </a:lnTo>
                <a:lnTo>
                  <a:pt x="134696" y="190423"/>
                </a:lnTo>
                <a:lnTo>
                  <a:pt x="283044" y="190423"/>
                </a:lnTo>
                <a:lnTo>
                  <a:pt x="592569" y="190423"/>
                </a:lnTo>
                <a:close/>
              </a:path>
            </a:pathLst>
          </a:custGeom>
          <a:solidFill>
            <a:srgbClr val="86B93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08" name="object 508" descr=""/>
          <p:cNvGrpSpPr/>
          <p:nvPr/>
        </p:nvGrpSpPr>
        <p:grpSpPr>
          <a:xfrm>
            <a:off x="1749212" y="9741332"/>
            <a:ext cx="2072639" cy="307975"/>
            <a:chOff x="1749212" y="9741332"/>
            <a:chExt cx="2072639" cy="307975"/>
          </a:xfrm>
        </p:grpSpPr>
        <p:sp>
          <p:nvSpPr>
            <p:cNvPr id="509" name="object 509" descr=""/>
            <p:cNvSpPr/>
            <p:nvPr/>
          </p:nvSpPr>
          <p:spPr>
            <a:xfrm>
              <a:off x="1947761" y="9741337"/>
              <a:ext cx="662940" cy="307975"/>
            </a:xfrm>
            <a:custGeom>
              <a:avLst/>
              <a:gdLst/>
              <a:ahLst/>
              <a:cxnLst/>
              <a:rect l="l" t="t" r="r" b="b"/>
              <a:pathLst>
                <a:path w="662939" h="307975">
                  <a:moveTo>
                    <a:pt x="662825" y="307873"/>
                  </a:moveTo>
                  <a:lnTo>
                    <a:pt x="657720" y="256349"/>
                  </a:lnTo>
                  <a:lnTo>
                    <a:pt x="643166" y="209042"/>
                  </a:lnTo>
                  <a:lnTo>
                    <a:pt x="620331" y="167309"/>
                  </a:lnTo>
                  <a:lnTo>
                    <a:pt x="590384" y="132511"/>
                  </a:lnTo>
                  <a:lnTo>
                    <a:pt x="554456" y="105981"/>
                  </a:lnTo>
                  <a:lnTo>
                    <a:pt x="513753" y="89077"/>
                  </a:lnTo>
                  <a:lnTo>
                    <a:pt x="469392" y="83134"/>
                  </a:lnTo>
                  <a:lnTo>
                    <a:pt x="448208" y="85979"/>
                  </a:lnTo>
                  <a:lnTo>
                    <a:pt x="421551" y="59410"/>
                  </a:lnTo>
                  <a:lnTo>
                    <a:pt x="386829" y="34366"/>
                  </a:lnTo>
                  <a:lnTo>
                    <a:pt x="348805" y="15697"/>
                  </a:lnTo>
                  <a:lnTo>
                    <a:pt x="308025" y="4025"/>
                  </a:lnTo>
                  <a:lnTo>
                    <a:pt x="265036" y="0"/>
                  </a:lnTo>
                  <a:lnTo>
                    <a:pt x="222046" y="4025"/>
                  </a:lnTo>
                  <a:lnTo>
                    <a:pt x="181267" y="15697"/>
                  </a:lnTo>
                  <a:lnTo>
                    <a:pt x="143230" y="34366"/>
                  </a:lnTo>
                  <a:lnTo>
                    <a:pt x="108508" y="59410"/>
                  </a:lnTo>
                  <a:lnTo>
                    <a:pt x="77622" y="90182"/>
                  </a:lnTo>
                  <a:lnTo>
                    <a:pt x="51142" y="126060"/>
                  </a:lnTo>
                  <a:lnTo>
                    <a:pt x="29591" y="166408"/>
                  </a:lnTo>
                  <a:lnTo>
                    <a:pt x="13512" y="210591"/>
                  </a:lnTo>
                  <a:lnTo>
                    <a:pt x="3467" y="257975"/>
                  </a:lnTo>
                  <a:lnTo>
                    <a:pt x="0" y="307924"/>
                  </a:lnTo>
                  <a:lnTo>
                    <a:pt x="530059" y="307924"/>
                  </a:lnTo>
                  <a:lnTo>
                    <a:pt x="662825" y="307873"/>
                  </a:lnTo>
                  <a:close/>
                </a:path>
              </a:pathLst>
            </a:custGeom>
            <a:solidFill>
              <a:srgbClr val="7DCD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0" name="object 510" descr=""/>
            <p:cNvSpPr/>
            <p:nvPr/>
          </p:nvSpPr>
          <p:spPr>
            <a:xfrm>
              <a:off x="1749212" y="9897188"/>
              <a:ext cx="2072639" cy="152400"/>
            </a:xfrm>
            <a:custGeom>
              <a:avLst/>
              <a:gdLst/>
              <a:ahLst/>
              <a:cxnLst/>
              <a:rect l="l" t="t" r="r" b="b"/>
              <a:pathLst>
                <a:path w="2072639" h="152400">
                  <a:moveTo>
                    <a:pt x="137304" y="0"/>
                  </a:moveTo>
                  <a:lnTo>
                    <a:pt x="98265" y="6259"/>
                  </a:lnTo>
                  <a:lnTo>
                    <a:pt x="64327" y="23694"/>
                  </a:lnTo>
                  <a:lnTo>
                    <a:pt x="37474" y="50292"/>
                  </a:lnTo>
                  <a:lnTo>
                    <a:pt x="19685" y="84039"/>
                  </a:lnTo>
                  <a:lnTo>
                    <a:pt x="13444" y="80835"/>
                  </a:lnTo>
                  <a:lnTo>
                    <a:pt x="6837" y="78238"/>
                  </a:lnTo>
                  <a:lnTo>
                    <a:pt x="0" y="76259"/>
                  </a:lnTo>
                  <a:lnTo>
                    <a:pt x="0" y="152058"/>
                  </a:lnTo>
                  <a:lnTo>
                    <a:pt x="2072554" y="152058"/>
                  </a:lnTo>
                  <a:lnTo>
                    <a:pt x="2060744" y="136407"/>
                  </a:lnTo>
                  <a:lnTo>
                    <a:pt x="2017079" y="106300"/>
                  </a:lnTo>
                  <a:lnTo>
                    <a:pt x="1962220" y="116205"/>
                  </a:lnTo>
                  <a:lnTo>
                    <a:pt x="1945720" y="124572"/>
                  </a:lnTo>
                  <a:lnTo>
                    <a:pt x="1922421" y="97030"/>
                  </a:lnTo>
                  <a:lnTo>
                    <a:pt x="1893155" y="75845"/>
                  </a:lnTo>
                  <a:lnTo>
                    <a:pt x="1859129" y="62239"/>
                  </a:lnTo>
                  <a:lnTo>
                    <a:pt x="1821546" y="57432"/>
                  </a:lnTo>
                  <a:lnTo>
                    <a:pt x="1793750" y="60050"/>
                  </a:lnTo>
                  <a:lnTo>
                    <a:pt x="1767707" y="67571"/>
                  </a:lnTo>
                  <a:lnTo>
                    <a:pt x="1743868" y="79493"/>
                  </a:lnTo>
                  <a:lnTo>
                    <a:pt x="1722680" y="95316"/>
                  </a:lnTo>
                  <a:lnTo>
                    <a:pt x="1700071" y="60449"/>
                  </a:lnTo>
                  <a:lnTo>
                    <a:pt x="1668886" y="33246"/>
                  </a:lnTo>
                  <a:lnTo>
                    <a:pt x="1630939" y="15563"/>
                  </a:lnTo>
                  <a:lnTo>
                    <a:pt x="1588045" y="9256"/>
                  </a:lnTo>
                  <a:lnTo>
                    <a:pt x="1549643" y="14288"/>
                  </a:lnTo>
                  <a:lnTo>
                    <a:pt x="1515010" y="28506"/>
                  </a:lnTo>
                  <a:lnTo>
                    <a:pt x="1485416" y="50594"/>
                  </a:lnTo>
                  <a:lnTo>
                    <a:pt x="1462133" y="79233"/>
                  </a:lnTo>
                  <a:lnTo>
                    <a:pt x="1448339" y="72720"/>
                  </a:lnTo>
                  <a:lnTo>
                    <a:pt x="1433689" y="67908"/>
                  </a:lnTo>
                  <a:lnTo>
                    <a:pt x="1418301" y="64926"/>
                  </a:lnTo>
                  <a:lnTo>
                    <a:pt x="1402292" y="63903"/>
                  </a:lnTo>
                  <a:lnTo>
                    <a:pt x="1388511" y="64676"/>
                  </a:lnTo>
                  <a:lnTo>
                    <a:pt x="1375187" y="66925"/>
                  </a:lnTo>
                  <a:lnTo>
                    <a:pt x="1362387" y="70552"/>
                  </a:lnTo>
                  <a:lnTo>
                    <a:pt x="1350178" y="75453"/>
                  </a:lnTo>
                  <a:lnTo>
                    <a:pt x="1331060" y="47227"/>
                  </a:lnTo>
                  <a:lnTo>
                    <a:pt x="1305142" y="25253"/>
                  </a:lnTo>
                  <a:lnTo>
                    <a:pt x="1273850" y="10994"/>
                  </a:lnTo>
                  <a:lnTo>
                    <a:pt x="1238611" y="5916"/>
                  </a:lnTo>
                  <a:lnTo>
                    <a:pt x="1199567" y="12171"/>
                  </a:lnTo>
                  <a:lnTo>
                    <a:pt x="1165629" y="29599"/>
                  </a:lnTo>
                  <a:lnTo>
                    <a:pt x="1138775" y="56190"/>
                  </a:lnTo>
                  <a:lnTo>
                    <a:pt x="1120981" y="89934"/>
                  </a:lnTo>
                  <a:lnTo>
                    <a:pt x="1109300" y="84767"/>
                  </a:lnTo>
                  <a:lnTo>
                    <a:pt x="1096966" y="80943"/>
                  </a:lnTo>
                  <a:lnTo>
                    <a:pt x="1084066" y="78571"/>
                  </a:lnTo>
                  <a:lnTo>
                    <a:pt x="1070689" y="77756"/>
                  </a:lnTo>
                  <a:lnTo>
                    <a:pt x="1045775" y="80573"/>
                  </a:lnTo>
                  <a:lnTo>
                    <a:pt x="1022856" y="88605"/>
                  </a:lnTo>
                  <a:lnTo>
                    <a:pt x="1002555" y="101226"/>
                  </a:lnTo>
                  <a:lnTo>
                    <a:pt x="985498" y="117807"/>
                  </a:lnTo>
                  <a:lnTo>
                    <a:pt x="969381" y="110419"/>
                  </a:lnTo>
                  <a:lnTo>
                    <a:pt x="952296" y="104956"/>
                  </a:lnTo>
                  <a:lnTo>
                    <a:pt x="934382" y="101568"/>
                  </a:lnTo>
                  <a:lnTo>
                    <a:pt x="915773" y="100405"/>
                  </a:lnTo>
                  <a:lnTo>
                    <a:pt x="896691" y="101622"/>
                  </a:lnTo>
                  <a:lnTo>
                    <a:pt x="878339" y="105174"/>
                  </a:lnTo>
                  <a:lnTo>
                    <a:pt x="860867" y="110909"/>
                  </a:lnTo>
                  <a:lnTo>
                    <a:pt x="844424" y="118677"/>
                  </a:lnTo>
                  <a:lnTo>
                    <a:pt x="821118" y="91135"/>
                  </a:lnTo>
                  <a:lnTo>
                    <a:pt x="791850" y="69950"/>
                  </a:lnTo>
                  <a:lnTo>
                    <a:pt x="757822" y="56344"/>
                  </a:lnTo>
                  <a:lnTo>
                    <a:pt x="720239" y="51537"/>
                  </a:lnTo>
                  <a:lnTo>
                    <a:pt x="692445" y="54152"/>
                  </a:lnTo>
                  <a:lnTo>
                    <a:pt x="666405" y="61665"/>
                  </a:lnTo>
                  <a:lnTo>
                    <a:pt x="642565" y="73580"/>
                  </a:lnTo>
                  <a:lnTo>
                    <a:pt x="621373" y="89400"/>
                  </a:lnTo>
                  <a:lnTo>
                    <a:pt x="598770" y="54545"/>
                  </a:lnTo>
                  <a:lnTo>
                    <a:pt x="567587" y="27348"/>
                  </a:lnTo>
                  <a:lnTo>
                    <a:pt x="529638" y="9667"/>
                  </a:lnTo>
                  <a:lnTo>
                    <a:pt x="486739" y="3361"/>
                  </a:lnTo>
                  <a:lnTo>
                    <a:pt x="448337" y="8393"/>
                  </a:lnTo>
                  <a:lnTo>
                    <a:pt x="413704" y="22611"/>
                  </a:lnTo>
                  <a:lnTo>
                    <a:pt x="384113" y="44699"/>
                  </a:lnTo>
                  <a:lnTo>
                    <a:pt x="360837" y="73338"/>
                  </a:lnTo>
                  <a:lnTo>
                    <a:pt x="347041" y="66825"/>
                  </a:lnTo>
                  <a:lnTo>
                    <a:pt x="332387" y="62013"/>
                  </a:lnTo>
                  <a:lnTo>
                    <a:pt x="316995" y="59031"/>
                  </a:lnTo>
                  <a:lnTo>
                    <a:pt x="300985" y="58008"/>
                  </a:lnTo>
                  <a:lnTo>
                    <a:pt x="287206" y="58777"/>
                  </a:lnTo>
                  <a:lnTo>
                    <a:pt x="273884" y="61020"/>
                  </a:lnTo>
                  <a:lnTo>
                    <a:pt x="261084" y="64639"/>
                  </a:lnTo>
                  <a:lnTo>
                    <a:pt x="248872" y="69537"/>
                  </a:lnTo>
                  <a:lnTo>
                    <a:pt x="229753" y="41311"/>
                  </a:lnTo>
                  <a:lnTo>
                    <a:pt x="203835" y="19337"/>
                  </a:lnTo>
                  <a:lnTo>
                    <a:pt x="172543" y="5078"/>
                  </a:lnTo>
                  <a:lnTo>
                    <a:pt x="137304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11" name="object 511" descr=""/>
          <p:cNvGrpSpPr/>
          <p:nvPr/>
        </p:nvGrpSpPr>
        <p:grpSpPr>
          <a:xfrm>
            <a:off x="1607972" y="7973390"/>
            <a:ext cx="759460" cy="1276350"/>
            <a:chOff x="1607972" y="7973390"/>
            <a:chExt cx="759460" cy="1276350"/>
          </a:xfrm>
        </p:grpSpPr>
        <p:pic>
          <p:nvPicPr>
            <p:cNvPr id="512" name="object 512" descr="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1607972" y="7973390"/>
              <a:ext cx="759453" cy="1276327"/>
            </a:xfrm>
            <a:prstGeom prst="rect">
              <a:avLst/>
            </a:prstGeom>
          </p:spPr>
        </p:pic>
        <p:pic>
          <p:nvPicPr>
            <p:cNvPr id="513" name="object 513" descr="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2090892" y="8198637"/>
              <a:ext cx="88805" cy="129127"/>
            </a:xfrm>
            <a:prstGeom prst="rect">
              <a:avLst/>
            </a:prstGeom>
          </p:spPr>
        </p:pic>
        <p:pic>
          <p:nvPicPr>
            <p:cNvPr id="514" name="object 514" descr="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2066546" y="8575305"/>
              <a:ext cx="68966" cy="100271"/>
            </a:xfrm>
            <a:prstGeom prst="rect">
              <a:avLst/>
            </a:prstGeom>
          </p:spPr>
        </p:pic>
        <p:pic>
          <p:nvPicPr>
            <p:cNvPr id="515" name="object 515" descr="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1842796" y="8279000"/>
              <a:ext cx="97920" cy="155812"/>
            </a:xfrm>
            <a:prstGeom prst="rect">
              <a:avLst/>
            </a:prstGeom>
          </p:spPr>
        </p:pic>
        <p:sp>
          <p:nvSpPr>
            <p:cNvPr id="516" name="object 516" descr=""/>
            <p:cNvSpPr/>
            <p:nvPr/>
          </p:nvSpPr>
          <p:spPr>
            <a:xfrm>
              <a:off x="1758886" y="8691137"/>
              <a:ext cx="179705" cy="278765"/>
            </a:xfrm>
            <a:custGeom>
              <a:avLst/>
              <a:gdLst/>
              <a:ahLst/>
              <a:cxnLst/>
              <a:rect l="l" t="t" r="r" b="b"/>
              <a:pathLst>
                <a:path w="179705" h="278765">
                  <a:moveTo>
                    <a:pt x="76911" y="248031"/>
                  </a:moveTo>
                  <a:lnTo>
                    <a:pt x="68795" y="243395"/>
                  </a:lnTo>
                  <a:lnTo>
                    <a:pt x="58420" y="240969"/>
                  </a:lnTo>
                  <a:lnTo>
                    <a:pt x="46469" y="240944"/>
                  </a:lnTo>
                  <a:lnTo>
                    <a:pt x="33629" y="243509"/>
                  </a:lnTo>
                  <a:lnTo>
                    <a:pt x="21513" y="248450"/>
                  </a:lnTo>
                  <a:lnTo>
                    <a:pt x="11544" y="255054"/>
                  </a:lnTo>
                  <a:lnTo>
                    <a:pt x="4216" y="262801"/>
                  </a:lnTo>
                  <a:lnTo>
                    <a:pt x="0" y="271132"/>
                  </a:lnTo>
                  <a:lnTo>
                    <a:pt x="8115" y="275767"/>
                  </a:lnTo>
                  <a:lnTo>
                    <a:pt x="18491" y="278193"/>
                  </a:lnTo>
                  <a:lnTo>
                    <a:pt x="30454" y="278218"/>
                  </a:lnTo>
                  <a:lnTo>
                    <a:pt x="43281" y="275653"/>
                  </a:lnTo>
                  <a:lnTo>
                    <a:pt x="55410" y="270725"/>
                  </a:lnTo>
                  <a:lnTo>
                    <a:pt x="65379" y="264109"/>
                  </a:lnTo>
                  <a:lnTo>
                    <a:pt x="72707" y="256374"/>
                  </a:lnTo>
                  <a:lnTo>
                    <a:pt x="76911" y="248031"/>
                  </a:lnTo>
                  <a:close/>
                </a:path>
                <a:path w="179705" h="278765">
                  <a:moveTo>
                    <a:pt x="113030" y="144792"/>
                  </a:moveTo>
                  <a:lnTo>
                    <a:pt x="111086" y="127177"/>
                  </a:lnTo>
                  <a:lnTo>
                    <a:pt x="105905" y="109080"/>
                  </a:lnTo>
                  <a:lnTo>
                    <a:pt x="99593" y="94107"/>
                  </a:lnTo>
                  <a:lnTo>
                    <a:pt x="94284" y="85864"/>
                  </a:lnTo>
                  <a:lnTo>
                    <a:pt x="88607" y="93891"/>
                  </a:lnTo>
                  <a:lnTo>
                    <a:pt x="81749" y="108534"/>
                  </a:lnTo>
                  <a:lnTo>
                    <a:pt x="75882" y="126326"/>
                  </a:lnTo>
                  <a:lnTo>
                    <a:pt x="73152" y="143814"/>
                  </a:lnTo>
                  <a:lnTo>
                    <a:pt x="74218" y="157657"/>
                  </a:lnTo>
                  <a:lnTo>
                    <a:pt x="78003" y="167665"/>
                  </a:lnTo>
                  <a:lnTo>
                    <a:pt x="84035" y="175120"/>
                  </a:lnTo>
                  <a:lnTo>
                    <a:pt x="91897" y="181279"/>
                  </a:lnTo>
                  <a:lnTo>
                    <a:pt x="100139" y="175501"/>
                  </a:lnTo>
                  <a:lnTo>
                    <a:pt x="106718" y="168363"/>
                  </a:lnTo>
                  <a:lnTo>
                    <a:pt x="111175" y="158559"/>
                  </a:lnTo>
                  <a:lnTo>
                    <a:pt x="113030" y="144792"/>
                  </a:lnTo>
                  <a:close/>
                </a:path>
                <a:path w="179705" h="278765">
                  <a:moveTo>
                    <a:pt x="179565" y="58928"/>
                  </a:moveTo>
                  <a:lnTo>
                    <a:pt x="177622" y="41313"/>
                  </a:lnTo>
                  <a:lnTo>
                    <a:pt x="172440" y="23215"/>
                  </a:lnTo>
                  <a:lnTo>
                    <a:pt x="166141" y="8242"/>
                  </a:lnTo>
                  <a:lnTo>
                    <a:pt x="160832" y="0"/>
                  </a:lnTo>
                  <a:lnTo>
                    <a:pt x="155143" y="8026"/>
                  </a:lnTo>
                  <a:lnTo>
                    <a:pt x="148297" y="22669"/>
                  </a:lnTo>
                  <a:lnTo>
                    <a:pt x="142430" y="40474"/>
                  </a:lnTo>
                  <a:lnTo>
                    <a:pt x="139700" y="57962"/>
                  </a:lnTo>
                  <a:lnTo>
                    <a:pt x="140766" y="71793"/>
                  </a:lnTo>
                  <a:lnTo>
                    <a:pt x="144538" y="81800"/>
                  </a:lnTo>
                  <a:lnTo>
                    <a:pt x="150583" y="89255"/>
                  </a:lnTo>
                  <a:lnTo>
                    <a:pt x="158445" y="95427"/>
                  </a:lnTo>
                  <a:lnTo>
                    <a:pt x="166674" y="89636"/>
                  </a:lnTo>
                  <a:lnTo>
                    <a:pt x="173266" y="82499"/>
                  </a:lnTo>
                  <a:lnTo>
                    <a:pt x="177711" y="72694"/>
                  </a:lnTo>
                  <a:lnTo>
                    <a:pt x="179565" y="58928"/>
                  </a:lnTo>
                  <a:close/>
                </a:path>
              </a:pathLst>
            </a:custGeom>
            <a:solidFill>
              <a:srgbClr val="A0C86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7" name="object 517" descr=""/>
          <p:cNvSpPr/>
          <p:nvPr/>
        </p:nvSpPr>
        <p:spPr>
          <a:xfrm>
            <a:off x="2041879" y="9357439"/>
            <a:ext cx="40005" cy="95885"/>
          </a:xfrm>
          <a:custGeom>
            <a:avLst/>
            <a:gdLst/>
            <a:ahLst/>
            <a:cxnLst/>
            <a:rect l="l" t="t" r="r" b="b"/>
            <a:pathLst>
              <a:path w="40005" h="95884">
                <a:moveTo>
                  <a:pt x="21140" y="0"/>
                </a:moveTo>
                <a:lnTo>
                  <a:pt x="15456" y="8027"/>
                </a:lnTo>
                <a:lnTo>
                  <a:pt x="8595" y="22672"/>
                </a:lnTo>
                <a:lnTo>
                  <a:pt x="2721" y="40469"/>
                </a:lnTo>
                <a:lnTo>
                  <a:pt x="0" y="57956"/>
                </a:lnTo>
                <a:lnTo>
                  <a:pt x="1073" y="71792"/>
                </a:lnTo>
                <a:lnTo>
                  <a:pt x="4849" y="81797"/>
                </a:lnTo>
                <a:lnTo>
                  <a:pt x="10888" y="89247"/>
                </a:lnTo>
                <a:lnTo>
                  <a:pt x="18753" y="95421"/>
                </a:lnTo>
                <a:lnTo>
                  <a:pt x="26987" y="89638"/>
                </a:lnTo>
                <a:lnTo>
                  <a:pt x="33567" y="82496"/>
                </a:lnTo>
                <a:lnTo>
                  <a:pt x="38022" y="72693"/>
                </a:lnTo>
                <a:lnTo>
                  <a:pt x="39883" y="58930"/>
                </a:lnTo>
                <a:lnTo>
                  <a:pt x="37951" y="41305"/>
                </a:lnTo>
                <a:lnTo>
                  <a:pt x="32769" y="23206"/>
                </a:lnTo>
                <a:lnTo>
                  <a:pt x="26459" y="8236"/>
                </a:lnTo>
                <a:lnTo>
                  <a:pt x="21140" y="0"/>
                </a:lnTo>
                <a:close/>
              </a:path>
            </a:pathLst>
          </a:custGeom>
          <a:solidFill>
            <a:srgbClr val="A0C8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8" name="object 518" descr=""/>
          <p:cNvSpPr/>
          <p:nvPr/>
        </p:nvSpPr>
        <p:spPr>
          <a:xfrm>
            <a:off x="1901350" y="9632988"/>
            <a:ext cx="55244" cy="82550"/>
          </a:xfrm>
          <a:custGeom>
            <a:avLst/>
            <a:gdLst/>
            <a:ahLst/>
            <a:cxnLst/>
            <a:rect l="l" t="t" r="r" b="b"/>
            <a:pathLst>
              <a:path w="55244" h="82550">
                <a:moveTo>
                  <a:pt x="584" y="0"/>
                </a:moveTo>
                <a:lnTo>
                  <a:pt x="6342" y="44068"/>
                </a:lnTo>
                <a:lnTo>
                  <a:pt x="30036" y="78019"/>
                </a:lnTo>
                <a:lnTo>
                  <a:pt x="49023" y="82227"/>
                </a:lnTo>
                <a:lnTo>
                  <a:pt x="52948" y="72977"/>
                </a:lnTo>
                <a:lnTo>
                  <a:pt x="54759" y="63443"/>
                </a:lnTo>
                <a:lnTo>
                  <a:pt x="53365" y="52769"/>
                </a:lnTo>
                <a:lnTo>
                  <a:pt x="22738" y="13553"/>
                </a:lnTo>
                <a:lnTo>
                  <a:pt x="584" y="0"/>
                </a:lnTo>
                <a:close/>
              </a:path>
            </a:pathLst>
          </a:custGeom>
          <a:solidFill>
            <a:srgbClr val="A0C8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9" name="object 519" descr=""/>
          <p:cNvSpPr/>
          <p:nvPr/>
        </p:nvSpPr>
        <p:spPr>
          <a:xfrm>
            <a:off x="1956455" y="8089868"/>
            <a:ext cx="54610" cy="83185"/>
          </a:xfrm>
          <a:custGeom>
            <a:avLst/>
            <a:gdLst/>
            <a:ahLst/>
            <a:cxnLst/>
            <a:rect l="l" t="t" r="r" b="b"/>
            <a:pathLst>
              <a:path w="54610" h="83184">
                <a:moveTo>
                  <a:pt x="654" y="0"/>
                </a:moveTo>
                <a:lnTo>
                  <a:pt x="6120" y="44123"/>
                </a:lnTo>
                <a:lnTo>
                  <a:pt x="29563" y="78225"/>
                </a:lnTo>
                <a:lnTo>
                  <a:pt x="48516" y="82573"/>
                </a:lnTo>
                <a:lnTo>
                  <a:pt x="52518" y="73343"/>
                </a:lnTo>
                <a:lnTo>
                  <a:pt x="54394" y="63818"/>
                </a:lnTo>
                <a:lnTo>
                  <a:pt x="53065" y="53137"/>
                </a:lnTo>
                <a:lnTo>
                  <a:pt x="22704" y="13712"/>
                </a:lnTo>
                <a:lnTo>
                  <a:pt x="654" y="0"/>
                </a:lnTo>
                <a:close/>
              </a:path>
            </a:pathLst>
          </a:custGeom>
          <a:solidFill>
            <a:srgbClr val="A0C8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0" name="object 520" descr=""/>
          <p:cNvSpPr/>
          <p:nvPr/>
        </p:nvSpPr>
        <p:spPr>
          <a:xfrm>
            <a:off x="2074340" y="9445070"/>
            <a:ext cx="45720" cy="43180"/>
          </a:xfrm>
          <a:custGeom>
            <a:avLst/>
            <a:gdLst/>
            <a:ahLst/>
            <a:cxnLst/>
            <a:rect l="l" t="t" r="r" b="b"/>
            <a:pathLst>
              <a:path w="45719" h="43179">
                <a:moveTo>
                  <a:pt x="45527" y="0"/>
                </a:moveTo>
                <a:lnTo>
                  <a:pt x="9538" y="16093"/>
                </a:lnTo>
                <a:lnTo>
                  <a:pt x="0" y="35006"/>
                </a:lnTo>
                <a:lnTo>
                  <a:pt x="659" y="41349"/>
                </a:lnTo>
                <a:lnTo>
                  <a:pt x="6969" y="42570"/>
                </a:lnTo>
                <a:lnTo>
                  <a:pt x="13169" y="42421"/>
                </a:lnTo>
                <a:lnTo>
                  <a:pt x="44102" y="6135"/>
                </a:lnTo>
                <a:lnTo>
                  <a:pt x="45527" y="0"/>
                </a:lnTo>
                <a:close/>
              </a:path>
            </a:pathLst>
          </a:custGeom>
          <a:solidFill>
            <a:srgbClr val="A0C86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21" name="object 521" descr=""/>
          <p:cNvGrpSpPr/>
          <p:nvPr/>
        </p:nvGrpSpPr>
        <p:grpSpPr>
          <a:xfrm>
            <a:off x="1403444" y="8166482"/>
            <a:ext cx="728980" cy="1894839"/>
            <a:chOff x="1403444" y="8166482"/>
            <a:chExt cx="728980" cy="1894839"/>
          </a:xfrm>
        </p:grpSpPr>
        <p:sp>
          <p:nvSpPr>
            <p:cNvPr id="522" name="object 522" descr=""/>
            <p:cNvSpPr/>
            <p:nvPr/>
          </p:nvSpPr>
          <p:spPr>
            <a:xfrm>
              <a:off x="1945582" y="9599849"/>
              <a:ext cx="19685" cy="48260"/>
            </a:xfrm>
            <a:custGeom>
              <a:avLst/>
              <a:gdLst/>
              <a:ahLst/>
              <a:cxnLst/>
              <a:rect l="l" t="t" r="r" b="b"/>
              <a:pathLst>
                <a:path w="19685" h="48259">
                  <a:moveTo>
                    <a:pt x="12901" y="0"/>
                  </a:moveTo>
                  <a:lnTo>
                    <a:pt x="6810" y="4471"/>
                  </a:lnTo>
                  <a:lnTo>
                    <a:pt x="2386" y="11606"/>
                  </a:lnTo>
                  <a:lnTo>
                    <a:pt x="0" y="20705"/>
                  </a:lnTo>
                  <a:lnTo>
                    <a:pt x="22" y="31067"/>
                  </a:lnTo>
                  <a:lnTo>
                    <a:pt x="724" y="37161"/>
                  </a:lnTo>
                  <a:lnTo>
                    <a:pt x="2860" y="43003"/>
                  </a:lnTo>
                  <a:lnTo>
                    <a:pt x="6263" y="48103"/>
                  </a:lnTo>
                  <a:lnTo>
                    <a:pt x="12349" y="43636"/>
                  </a:lnTo>
                  <a:lnTo>
                    <a:pt x="16774" y="36501"/>
                  </a:lnTo>
                  <a:lnTo>
                    <a:pt x="19163" y="27403"/>
                  </a:lnTo>
                  <a:lnTo>
                    <a:pt x="19142" y="17046"/>
                  </a:lnTo>
                  <a:lnTo>
                    <a:pt x="18440" y="10952"/>
                  </a:lnTo>
                  <a:lnTo>
                    <a:pt x="16304" y="5109"/>
                  </a:lnTo>
                  <a:lnTo>
                    <a:pt x="12901" y="0"/>
                  </a:lnTo>
                  <a:close/>
                </a:path>
              </a:pathLst>
            </a:custGeom>
            <a:solidFill>
              <a:srgbClr val="A0C8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3" name="object 523" descr=""/>
            <p:cNvSpPr/>
            <p:nvPr/>
          </p:nvSpPr>
          <p:spPr>
            <a:xfrm>
              <a:off x="1996300" y="8166482"/>
              <a:ext cx="0" cy="1878964"/>
            </a:xfrm>
            <a:custGeom>
              <a:avLst/>
              <a:gdLst/>
              <a:ahLst/>
              <a:cxnLst/>
              <a:rect l="l" t="t" r="r" b="b"/>
              <a:pathLst>
                <a:path w="0" h="1878965">
                  <a:moveTo>
                    <a:pt x="0" y="1878361"/>
                  </a:moveTo>
                  <a:lnTo>
                    <a:pt x="0" y="0"/>
                  </a:lnTo>
                </a:path>
              </a:pathLst>
            </a:custGeom>
            <a:ln w="12282">
              <a:solidFill>
                <a:srgbClr val="A0C8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4" name="object 524" descr=""/>
            <p:cNvSpPr/>
            <p:nvPr/>
          </p:nvSpPr>
          <p:spPr>
            <a:xfrm>
              <a:off x="1919380" y="8366312"/>
              <a:ext cx="77470" cy="255904"/>
            </a:xfrm>
            <a:custGeom>
              <a:avLst/>
              <a:gdLst/>
              <a:ahLst/>
              <a:cxnLst/>
              <a:rect l="l" t="t" r="r" b="b"/>
              <a:pathLst>
                <a:path w="77469" h="255904">
                  <a:moveTo>
                    <a:pt x="0" y="0"/>
                  </a:moveTo>
                  <a:lnTo>
                    <a:pt x="0" y="178601"/>
                  </a:lnTo>
                  <a:lnTo>
                    <a:pt x="4289" y="199848"/>
                  </a:lnTo>
                  <a:lnTo>
                    <a:pt x="15987" y="217198"/>
                  </a:lnTo>
                  <a:lnTo>
                    <a:pt x="33338" y="228896"/>
                  </a:lnTo>
                  <a:lnTo>
                    <a:pt x="54584" y="233186"/>
                  </a:lnTo>
                  <a:lnTo>
                    <a:pt x="63282" y="234941"/>
                  </a:lnTo>
                  <a:lnTo>
                    <a:pt x="70378" y="239726"/>
                  </a:lnTo>
                  <a:lnTo>
                    <a:pt x="75164" y="246823"/>
                  </a:lnTo>
                  <a:lnTo>
                    <a:pt x="76919" y="255510"/>
                  </a:lnTo>
                </a:path>
              </a:pathLst>
            </a:custGeom>
            <a:ln w="12282">
              <a:solidFill>
                <a:srgbClr val="A0C8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5" name="object 525" descr=""/>
            <p:cNvSpPr/>
            <p:nvPr/>
          </p:nvSpPr>
          <p:spPr>
            <a:xfrm>
              <a:off x="1919380" y="8802589"/>
              <a:ext cx="77470" cy="309245"/>
            </a:xfrm>
            <a:custGeom>
              <a:avLst/>
              <a:gdLst/>
              <a:ahLst/>
              <a:cxnLst/>
              <a:rect l="l" t="t" r="r" b="b"/>
              <a:pathLst>
                <a:path w="77469" h="309245">
                  <a:moveTo>
                    <a:pt x="0" y="0"/>
                  </a:moveTo>
                  <a:lnTo>
                    <a:pt x="0" y="231825"/>
                  </a:lnTo>
                  <a:lnTo>
                    <a:pt x="3444" y="248887"/>
                  </a:lnTo>
                  <a:lnTo>
                    <a:pt x="12837" y="262819"/>
                  </a:lnTo>
                  <a:lnTo>
                    <a:pt x="26769" y="272212"/>
                  </a:lnTo>
                  <a:lnTo>
                    <a:pt x="43831" y="275656"/>
                  </a:lnTo>
                  <a:lnTo>
                    <a:pt x="56709" y="278255"/>
                  </a:lnTo>
                  <a:lnTo>
                    <a:pt x="67227" y="285343"/>
                  </a:lnTo>
                  <a:lnTo>
                    <a:pt x="74318" y="295857"/>
                  </a:lnTo>
                  <a:lnTo>
                    <a:pt x="76919" y="308734"/>
                  </a:lnTo>
                </a:path>
              </a:pathLst>
            </a:custGeom>
            <a:ln w="12282">
              <a:solidFill>
                <a:srgbClr val="A0C8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6" name="object 526" descr=""/>
            <p:cNvSpPr/>
            <p:nvPr/>
          </p:nvSpPr>
          <p:spPr>
            <a:xfrm>
              <a:off x="1927923" y="9368170"/>
              <a:ext cx="68580" cy="77470"/>
            </a:xfrm>
            <a:custGeom>
              <a:avLst/>
              <a:gdLst/>
              <a:ahLst/>
              <a:cxnLst/>
              <a:rect l="l" t="t" r="r" b="b"/>
              <a:pathLst>
                <a:path w="68580" h="77470">
                  <a:moveTo>
                    <a:pt x="0" y="0"/>
                  </a:moveTo>
                  <a:lnTo>
                    <a:pt x="3062" y="17057"/>
                  </a:lnTo>
                  <a:lnTo>
                    <a:pt x="11413" y="30989"/>
                  </a:lnTo>
                  <a:lnTo>
                    <a:pt x="23800" y="40385"/>
                  </a:lnTo>
                  <a:lnTo>
                    <a:pt x="38972" y="43831"/>
                  </a:lnTo>
                  <a:lnTo>
                    <a:pt x="50418" y="46431"/>
                  </a:lnTo>
                  <a:lnTo>
                    <a:pt x="59763" y="53521"/>
                  </a:lnTo>
                  <a:lnTo>
                    <a:pt x="66064" y="64036"/>
                  </a:lnTo>
                  <a:lnTo>
                    <a:pt x="68374" y="76908"/>
                  </a:lnTo>
                </a:path>
              </a:pathLst>
            </a:custGeom>
            <a:ln w="12282">
              <a:solidFill>
                <a:srgbClr val="A0C86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27" name="object 527" descr="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1990161" y="8271060"/>
              <a:ext cx="126226" cy="231605"/>
            </a:xfrm>
            <a:prstGeom prst="rect">
              <a:avLst/>
            </a:prstGeom>
          </p:spPr>
        </p:pic>
        <p:pic>
          <p:nvPicPr>
            <p:cNvPr id="528" name="object 528" descr="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1844819" y="8850110"/>
              <a:ext cx="80688" cy="134278"/>
            </a:xfrm>
            <a:prstGeom prst="rect">
              <a:avLst/>
            </a:prstGeom>
          </p:spPr>
        </p:pic>
        <p:sp>
          <p:nvSpPr>
            <p:cNvPr id="529" name="object 529" descr=""/>
            <p:cNvSpPr/>
            <p:nvPr/>
          </p:nvSpPr>
          <p:spPr>
            <a:xfrm>
              <a:off x="1895962" y="8434807"/>
              <a:ext cx="23495" cy="58419"/>
            </a:xfrm>
            <a:custGeom>
              <a:avLst/>
              <a:gdLst/>
              <a:ahLst/>
              <a:cxnLst/>
              <a:rect l="l" t="t" r="r" b="b"/>
              <a:pathLst>
                <a:path w="23494" h="58420">
                  <a:moveTo>
                    <a:pt x="0" y="0"/>
                  </a:moveTo>
                  <a:lnTo>
                    <a:pt x="13015" y="21297"/>
                  </a:lnTo>
                  <a:lnTo>
                    <a:pt x="17512" y="29913"/>
                  </a:lnTo>
                  <a:lnTo>
                    <a:pt x="20770" y="39023"/>
                  </a:lnTo>
                  <a:lnTo>
                    <a:pt x="22749" y="48492"/>
                  </a:lnTo>
                  <a:lnTo>
                    <a:pt x="23412" y="58186"/>
                  </a:lnTo>
                </a:path>
              </a:pathLst>
            </a:custGeom>
            <a:ln w="12282">
              <a:solidFill>
                <a:srgbClr val="A0C8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0" name="object 530" descr=""/>
            <p:cNvSpPr/>
            <p:nvPr/>
          </p:nvSpPr>
          <p:spPr>
            <a:xfrm>
              <a:off x="1996295" y="9418538"/>
              <a:ext cx="66040" cy="218440"/>
            </a:xfrm>
            <a:custGeom>
              <a:avLst/>
              <a:gdLst/>
              <a:ahLst/>
              <a:cxnLst/>
              <a:rect l="l" t="t" r="r" b="b"/>
              <a:pathLst>
                <a:path w="66039" h="218440">
                  <a:moveTo>
                    <a:pt x="65526" y="0"/>
                  </a:moveTo>
                  <a:lnTo>
                    <a:pt x="65526" y="91159"/>
                  </a:lnTo>
                  <a:lnTo>
                    <a:pt x="63325" y="111104"/>
                  </a:lnTo>
                  <a:lnTo>
                    <a:pt x="56924" y="129875"/>
                  </a:lnTo>
                  <a:lnTo>
                    <a:pt x="46629" y="146824"/>
                  </a:lnTo>
                  <a:lnTo>
                    <a:pt x="32742" y="161303"/>
                  </a:lnTo>
                  <a:lnTo>
                    <a:pt x="22439" y="169879"/>
                  </a:lnTo>
                  <a:lnTo>
                    <a:pt x="12934" y="179792"/>
                  </a:lnTo>
                  <a:lnTo>
                    <a:pt x="5887" y="191394"/>
                  </a:lnTo>
                  <a:lnTo>
                    <a:pt x="1506" y="204241"/>
                  </a:lnTo>
                  <a:lnTo>
                    <a:pt x="0" y="217888"/>
                  </a:lnTo>
                </a:path>
              </a:pathLst>
            </a:custGeom>
            <a:ln w="12282">
              <a:solidFill>
                <a:srgbClr val="A0C8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1" name="object 531" descr=""/>
            <p:cNvSpPr/>
            <p:nvPr/>
          </p:nvSpPr>
          <p:spPr>
            <a:xfrm>
              <a:off x="2039766" y="9533182"/>
              <a:ext cx="86360" cy="37465"/>
            </a:xfrm>
            <a:custGeom>
              <a:avLst/>
              <a:gdLst/>
              <a:ahLst/>
              <a:cxnLst/>
              <a:rect l="l" t="t" r="r" b="b"/>
              <a:pathLst>
                <a:path w="86360" h="37465">
                  <a:moveTo>
                    <a:pt x="86311" y="0"/>
                  </a:moveTo>
                  <a:lnTo>
                    <a:pt x="83400" y="14418"/>
                  </a:lnTo>
                  <a:lnTo>
                    <a:pt x="75462" y="26190"/>
                  </a:lnTo>
                  <a:lnTo>
                    <a:pt x="63689" y="34125"/>
                  </a:lnTo>
                  <a:lnTo>
                    <a:pt x="49275" y="37035"/>
                  </a:lnTo>
                  <a:lnTo>
                    <a:pt x="0" y="37035"/>
                  </a:lnTo>
                </a:path>
              </a:pathLst>
            </a:custGeom>
            <a:ln w="12282">
              <a:solidFill>
                <a:srgbClr val="A0C8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2" name="object 532" descr=""/>
            <p:cNvSpPr/>
            <p:nvPr/>
          </p:nvSpPr>
          <p:spPr>
            <a:xfrm>
              <a:off x="1948626" y="9702734"/>
              <a:ext cx="48260" cy="303530"/>
            </a:xfrm>
            <a:custGeom>
              <a:avLst/>
              <a:gdLst/>
              <a:ahLst/>
              <a:cxnLst/>
              <a:rect l="l" t="t" r="r" b="b"/>
              <a:pathLst>
                <a:path w="48260" h="303529">
                  <a:moveTo>
                    <a:pt x="0" y="0"/>
                  </a:moveTo>
                  <a:lnTo>
                    <a:pt x="0" y="255332"/>
                  </a:lnTo>
                  <a:lnTo>
                    <a:pt x="2650" y="268466"/>
                  </a:lnTo>
                  <a:lnTo>
                    <a:pt x="9879" y="279190"/>
                  </a:lnTo>
                  <a:lnTo>
                    <a:pt x="20602" y="286419"/>
                  </a:lnTo>
                  <a:lnTo>
                    <a:pt x="33737" y="289069"/>
                  </a:lnTo>
                  <a:lnTo>
                    <a:pt x="41433" y="289069"/>
                  </a:lnTo>
                  <a:lnTo>
                    <a:pt x="47684" y="295320"/>
                  </a:lnTo>
                  <a:lnTo>
                    <a:pt x="47684" y="303016"/>
                  </a:lnTo>
                </a:path>
              </a:pathLst>
            </a:custGeom>
            <a:ln w="12282">
              <a:solidFill>
                <a:srgbClr val="A0C86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33" name="object 533" descr="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1403444" y="9060299"/>
              <a:ext cx="535554" cy="665623"/>
            </a:xfrm>
            <a:prstGeom prst="rect">
              <a:avLst/>
            </a:prstGeom>
          </p:spPr>
        </p:pic>
        <p:sp>
          <p:nvSpPr>
            <p:cNvPr id="534" name="object 534" descr=""/>
            <p:cNvSpPr/>
            <p:nvPr/>
          </p:nvSpPr>
          <p:spPr>
            <a:xfrm>
              <a:off x="1718787" y="9229086"/>
              <a:ext cx="41275" cy="97790"/>
            </a:xfrm>
            <a:custGeom>
              <a:avLst/>
              <a:gdLst/>
              <a:ahLst/>
              <a:cxnLst/>
              <a:rect l="l" t="t" r="r" b="b"/>
              <a:pathLst>
                <a:path w="41275" h="97790">
                  <a:moveTo>
                    <a:pt x="22100" y="0"/>
                  </a:moveTo>
                  <a:lnTo>
                    <a:pt x="10460" y="10635"/>
                  </a:lnTo>
                  <a:lnTo>
                    <a:pt x="2892" y="26398"/>
                  </a:lnTo>
                  <a:lnTo>
                    <a:pt x="0" y="45759"/>
                  </a:lnTo>
                  <a:lnTo>
                    <a:pt x="2383" y="67191"/>
                  </a:lnTo>
                  <a:lnTo>
                    <a:pt x="18540" y="97766"/>
                  </a:lnTo>
                  <a:lnTo>
                    <a:pt x="24948" y="97358"/>
                  </a:lnTo>
                  <a:lnTo>
                    <a:pt x="28644" y="93148"/>
                  </a:lnTo>
                  <a:lnTo>
                    <a:pt x="35789" y="81613"/>
                  </a:lnTo>
                  <a:lnTo>
                    <a:pt x="40082" y="67357"/>
                  </a:lnTo>
                  <a:lnTo>
                    <a:pt x="41209" y="51176"/>
                  </a:lnTo>
                  <a:lnTo>
                    <a:pt x="38853" y="33862"/>
                  </a:lnTo>
                  <a:lnTo>
                    <a:pt x="36194" y="24697"/>
                  </a:lnTo>
                  <a:lnTo>
                    <a:pt x="32487" y="15937"/>
                  </a:lnTo>
                  <a:lnTo>
                    <a:pt x="27774" y="7674"/>
                  </a:lnTo>
                  <a:lnTo>
                    <a:pt x="22100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5" name="object 535" descr="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1463062" y="9703232"/>
              <a:ext cx="68699" cy="95176"/>
            </a:xfrm>
            <a:prstGeom prst="rect">
              <a:avLst/>
            </a:prstGeom>
          </p:spPr>
        </p:pic>
        <p:sp>
          <p:nvSpPr>
            <p:cNvPr id="536" name="object 536" descr=""/>
            <p:cNvSpPr/>
            <p:nvPr/>
          </p:nvSpPr>
          <p:spPr>
            <a:xfrm>
              <a:off x="1769433" y="9312860"/>
              <a:ext cx="41910" cy="55880"/>
            </a:xfrm>
            <a:custGeom>
              <a:avLst/>
              <a:gdLst/>
              <a:ahLst/>
              <a:cxnLst/>
              <a:rect l="l" t="t" r="r" b="b"/>
              <a:pathLst>
                <a:path w="41910" h="55879">
                  <a:moveTo>
                    <a:pt x="41366" y="0"/>
                  </a:moveTo>
                  <a:lnTo>
                    <a:pt x="4027" y="29988"/>
                  </a:lnTo>
                  <a:lnTo>
                    <a:pt x="0" y="49021"/>
                  </a:lnTo>
                  <a:lnTo>
                    <a:pt x="184" y="55548"/>
                  </a:lnTo>
                  <a:lnTo>
                    <a:pt x="37523" y="25559"/>
                  </a:lnTo>
                  <a:lnTo>
                    <a:pt x="41546" y="6530"/>
                  </a:lnTo>
                  <a:lnTo>
                    <a:pt x="41366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7" name="object 537" descr="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1546023" y="9176406"/>
              <a:ext cx="94967" cy="92885"/>
            </a:xfrm>
            <a:prstGeom prst="rect">
              <a:avLst/>
            </a:prstGeom>
          </p:spPr>
        </p:pic>
        <p:sp>
          <p:nvSpPr>
            <p:cNvPr id="538" name="object 538" descr=""/>
            <p:cNvSpPr/>
            <p:nvPr/>
          </p:nvSpPr>
          <p:spPr>
            <a:xfrm>
              <a:off x="1663044" y="9363694"/>
              <a:ext cx="0" cy="697865"/>
            </a:xfrm>
            <a:custGeom>
              <a:avLst/>
              <a:gdLst/>
              <a:ahLst/>
              <a:cxnLst/>
              <a:rect l="l" t="t" r="r" b="b"/>
              <a:pathLst>
                <a:path w="0" h="697865">
                  <a:moveTo>
                    <a:pt x="0" y="0"/>
                  </a:moveTo>
                  <a:lnTo>
                    <a:pt x="0" y="697245"/>
                  </a:lnTo>
                </a:path>
              </a:pathLst>
            </a:custGeom>
            <a:ln w="12282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9" name="object 539" descr=""/>
            <p:cNvSpPr/>
            <p:nvPr/>
          </p:nvSpPr>
          <p:spPr>
            <a:xfrm>
              <a:off x="1663040" y="9342229"/>
              <a:ext cx="76200" cy="240665"/>
            </a:xfrm>
            <a:custGeom>
              <a:avLst/>
              <a:gdLst/>
              <a:ahLst/>
              <a:cxnLst/>
              <a:rect l="l" t="t" r="r" b="b"/>
              <a:pathLst>
                <a:path w="76200" h="240665">
                  <a:moveTo>
                    <a:pt x="75851" y="0"/>
                  </a:moveTo>
                  <a:lnTo>
                    <a:pt x="75851" y="78573"/>
                  </a:lnTo>
                  <a:lnTo>
                    <a:pt x="73963" y="99239"/>
                  </a:lnTo>
                  <a:lnTo>
                    <a:pt x="68419" y="119063"/>
                  </a:lnTo>
                  <a:lnTo>
                    <a:pt x="59400" y="137565"/>
                  </a:lnTo>
                  <a:lnTo>
                    <a:pt x="47087" y="154267"/>
                  </a:lnTo>
                  <a:lnTo>
                    <a:pt x="21978" y="182538"/>
                  </a:lnTo>
                  <a:lnTo>
                    <a:pt x="12571" y="195300"/>
                  </a:lnTo>
                  <a:lnTo>
                    <a:pt x="5680" y="209436"/>
                  </a:lnTo>
                  <a:lnTo>
                    <a:pt x="1443" y="224580"/>
                  </a:lnTo>
                  <a:lnTo>
                    <a:pt x="0" y="240369"/>
                  </a:lnTo>
                </a:path>
              </a:pathLst>
            </a:custGeom>
            <a:ln w="12282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40" name="object 540" descr="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1988806" y="8643526"/>
              <a:ext cx="88133" cy="252651"/>
            </a:xfrm>
            <a:prstGeom prst="rect">
              <a:avLst/>
            </a:prstGeom>
          </p:spPr>
        </p:pic>
        <p:sp>
          <p:nvSpPr>
            <p:cNvPr id="541" name="object 541" descr=""/>
            <p:cNvSpPr/>
            <p:nvPr/>
          </p:nvSpPr>
          <p:spPr>
            <a:xfrm>
              <a:off x="1519572" y="9764972"/>
              <a:ext cx="143510" cy="85725"/>
            </a:xfrm>
            <a:custGeom>
              <a:avLst/>
              <a:gdLst/>
              <a:ahLst/>
              <a:cxnLst/>
              <a:rect l="l" t="t" r="r" b="b"/>
              <a:pathLst>
                <a:path w="143510" h="85725">
                  <a:moveTo>
                    <a:pt x="0" y="0"/>
                  </a:moveTo>
                  <a:lnTo>
                    <a:pt x="17470" y="19901"/>
                  </a:lnTo>
                  <a:lnTo>
                    <a:pt x="38911" y="34792"/>
                  </a:lnTo>
                  <a:lnTo>
                    <a:pt x="63291" y="44126"/>
                  </a:lnTo>
                  <a:lnTo>
                    <a:pt x="89578" y="47359"/>
                  </a:lnTo>
                  <a:lnTo>
                    <a:pt x="105232" y="47359"/>
                  </a:lnTo>
                  <a:lnTo>
                    <a:pt x="120105" y="50361"/>
                  </a:lnTo>
                  <a:lnTo>
                    <a:pt x="132256" y="58546"/>
                  </a:lnTo>
                  <a:lnTo>
                    <a:pt x="140455" y="70688"/>
                  </a:lnTo>
                  <a:lnTo>
                    <a:pt x="143472" y="85557"/>
                  </a:lnTo>
                </a:path>
              </a:pathLst>
            </a:custGeom>
            <a:ln w="12282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2" name="object 542" descr=""/>
            <p:cNvSpPr/>
            <p:nvPr/>
          </p:nvSpPr>
          <p:spPr>
            <a:xfrm>
              <a:off x="1739404" y="9380834"/>
              <a:ext cx="33020" cy="43815"/>
            </a:xfrm>
            <a:custGeom>
              <a:avLst/>
              <a:gdLst/>
              <a:ahLst/>
              <a:cxnLst/>
              <a:rect l="l" t="t" r="r" b="b"/>
              <a:pathLst>
                <a:path w="33019" h="43815">
                  <a:moveTo>
                    <a:pt x="32543" y="0"/>
                  </a:moveTo>
                  <a:lnTo>
                    <a:pt x="32543" y="18240"/>
                  </a:lnTo>
                  <a:lnTo>
                    <a:pt x="32553" y="26229"/>
                  </a:lnTo>
                  <a:lnTo>
                    <a:pt x="26082" y="32711"/>
                  </a:lnTo>
                  <a:lnTo>
                    <a:pt x="18093" y="32711"/>
                  </a:lnTo>
                  <a:lnTo>
                    <a:pt x="10826" y="32711"/>
                  </a:lnTo>
                  <a:lnTo>
                    <a:pt x="4848" y="32711"/>
                  </a:lnTo>
                  <a:lnTo>
                    <a:pt x="0" y="37559"/>
                  </a:lnTo>
                  <a:lnTo>
                    <a:pt x="0" y="43537"/>
                  </a:lnTo>
                </a:path>
              </a:pathLst>
            </a:custGeom>
            <a:ln w="12282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3" name="object 543" descr=""/>
            <p:cNvSpPr/>
            <p:nvPr/>
          </p:nvSpPr>
          <p:spPr>
            <a:xfrm>
              <a:off x="1610283" y="9268701"/>
              <a:ext cx="53340" cy="203835"/>
            </a:xfrm>
            <a:custGeom>
              <a:avLst/>
              <a:gdLst/>
              <a:ahLst/>
              <a:cxnLst/>
              <a:rect l="l" t="t" r="r" b="b"/>
              <a:pathLst>
                <a:path w="53339" h="203834">
                  <a:moveTo>
                    <a:pt x="0" y="0"/>
                  </a:moveTo>
                  <a:lnTo>
                    <a:pt x="0" y="150634"/>
                  </a:lnTo>
                  <a:lnTo>
                    <a:pt x="2302" y="162036"/>
                  </a:lnTo>
                  <a:lnTo>
                    <a:pt x="8582" y="171350"/>
                  </a:lnTo>
                  <a:lnTo>
                    <a:pt x="17894" y="177633"/>
                  </a:lnTo>
                  <a:lnTo>
                    <a:pt x="29297" y="179942"/>
                  </a:lnTo>
                  <a:lnTo>
                    <a:pt x="38426" y="181783"/>
                  </a:lnTo>
                  <a:lnTo>
                    <a:pt x="45883" y="186807"/>
                  </a:lnTo>
                  <a:lnTo>
                    <a:pt x="50913" y="194258"/>
                  </a:lnTo>
                  <a:lnTo>
                    <a:pt x="52762" y="203386"/>
                  </a:lnTo>
                </a:path>
              </a:pathLst>
            </a:custGeom>
            <a:ln w="12282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4" name="object 544" descr=""/>
            <p:cNvSpPr/>
            <p:nvPr/>
          </p:nvSpPr>
          <p:spPr>
            <a:xfrm>
              <a:off x="1663062" y="9719831"/>
              <a:ext cx="67310" cy="61594"/>
            </a:xfrm>
            <a:custGeom>
              <a:avLst/>
              <a:gdLst/>
              <a:ahLst/>
              <a:cxnLst/>
              <a:rect l="l" t="t" r="r" b="b"/>
              <a:pathLst>
                <a:path w="67310" h="61595">
                  <a:moveTo>
                    <a:pt x="66867" y="0"/>
                  </a:moveTo>
                  <a:lnTo>
                    <a:pt x="66867" y="10858"/>
                  </a:lnTo>
                  <a:lnTo>
                    <a:pt x="64356" y="23299"/>
                  </a:lnTo>
                  <a:lnTo>
                    <a:pt x="57510" y="33457"/>
                  </a:lnTo>
                  <a:lnTo>
                    <a:pt x="47355" y="40304"/>
                  </a:lnTo>
                  <a:lnTo>
                    <a:pt x="34920" y="42815"/>
                  </a:lnTo>
                  <a:lnTo>
                    <a:pt x="18324" y="42815"/>
                  </a:lnTo>
                  <a:lnTo>
                    <a:pt x="11193" y="44254"/>
                  </a:lnTo>
                  <a:lnTo>
                    <a:pt x="5368" y="48179"/>
                  </a:lnTo>
                  <a:lnTo>
                    <a:pt x="1440" y="54000"/>
                  </a:lnTo>
                  <a:lnTo>
                    <a:pt x="0" y="61129"/>
                  </a:lnTo>
                </a:path>
              </a:pathLst>
            </a:custGeom>
            <a:ln w="12282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5" name="object 545" descr=""/>
            <p:cNvSpPr/>
            <p:nvPr/>
          </p:nvSpPr>
          <p:spPr>
            <a:xfrm>
              <a:off x="1591308" y="9781661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0"/>
                  </a:moveTo>
                  <a:lnTo>
                    <a:pt x="2418" y="11983"/>
                  </a:lnTo>
                  <a:lnTo>
                    <a:pt x="9015" y="21768"/>
                  </a:lnTo>
                  <a:lnTo>
                    <a:pt x="18800" y="28365"/>
                  </a:lnTo>
                  <a:lnTo>
                    <a:pt x="30784" y="30784"/>
                  </a:lnTo>
                </a:path>
              </a:pathLst>
            </a:custGeom>
            <a:ln w="12282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6" name="object 546" descr=""/>
            <p:cNvSpPr/>
            <p:nvPr/>
          </p:nvSpPr>
          <p:spPr>
            <a:xfrm>
              <a:off x="1577431" y="9298527"/>
              <a:ext cx="33020" cy="66040"/>
            </a:xfrm>
            <a:custGeom>
              <a:avLst/>
              <a:gdLst/>
              <a:ahLst/>
              <a:cxnLst/>
              <a:rect l="l" t="t" r="r" b="b"/>
              <a:pathLst>
                <a:path w="33019" h="66040">
                  <a:moveTo>
                    <a:pt x="0" y="0"/>
                  </a:moveTo>
                  <a:lnTo>
                    <a:pt x="0" y="32983"/>
                  </a:lnTo>
                  <a:lnTo>
                    <a:pt x="1602" y="40917"/>
                  </a:lnTo>
                  <a:lnTo>
                    <a:pt x="5972" y="47397"/>
                  </a:lnTo>
                  <a:lnTo>
                    <a:pt x="12452" y="51767"/>
                  </a:lnTo>
                  <a:lnTo>
                    <a:pt x="20386" y="53370"/>
                  </a:lnTo>
                  <a:lnTo>
                    <a:pt x="27245" y="53349"/>
                  </a:lnTo>
                  <a:lnTo>
                    <a:pt x="32826" y="58888"/>
                  </a:lnTo>
                  <a:lnTo>
                    <a:pt x="32847" y="65746"/>
                  </a:lnTo>
                </a:path>
              </a:pathLst>
            </a:custGeom>
            <a:ln w="12282">
              <a:solidFill>
                <a:srgbClr val="86B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47" name="object 547" descr=""/>
          <p:cNvGrpSpPr/>
          <p:nvPr/>
        </p:nvGrpSpPr>
        <p:grpSpPr>
          <a:xfrm>
            <a:off x="11727940" y="3639665"/>
            <a:ext cx="160655" cy="1211580"/>
            <a:chOff x="11727940" y="3639665"/>
            <a:chExt cx="160655" cy="1211580"/>
          </a:xfrm>
        </p:grpSpPr>
        <p:pic>
          <p:nvPicPr>
            <p:cNvPr id="548" name="object 548" descr="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11734614" y="3798231"/>
              <a:ext cx="146791" cy="157356"/>
            </a:xfrm>
            <a:prstGeom prst="rect">
              <a:avLst/>
            </a:prstGeom>
          </p:spPr>
        </p:pic>
        <p:sp>
          <p:nvSpPr>
            <p:cNvPr id="549" name="object 549" descr=""/>
            <p:cNvSpPr/>
            <p:nvPr/>
          </p:nvSpPr>
          <p:spPr>
            <a:xfrm>
              <a:off x="11727940" y="3639665"/>
              <a:ext cx="160655" cy="1211580"/>
            </a:xfrm>
            <a:custGeom>
              <a:avLst/>
              <a:gdLst/>
              <a:ahLst/>
              <a:cxnLst/>
              <a:rect l="l" t="t" r="r" b="b"/>
              <a:pathLst>
                <a:path w="160654" h="1211579">
                  <a:moveTo>
                    <a:pt x="144142" y="993592"/>
                  </a:moveTo>
                  <a:lnTo>
                    <a:pt x="15999" y="993592"/>
                  </a:lnTo>
                  <a:lnTo>
                    <a:pt x="15999" y="1211429"/>
                  </a:lnTo>
                  <a:lnTo>
                    <a:pt x="144142" y="1211429"/>
                  </a:lnTo>
                  <a:lnTo>
                    <a:pt x="144142" y="993592"/>
                  </a:lnTo>
                  <a:close/>
                </a:path>
                <a:path w="160654" h="1211579">
                  <a:moveTo>
                    <a:pt x="160173" y="975970"/>
                  </a:moveTo>
                  <a:lnTo>
                    <a:pt x="0" y="975970"/>
                  </a:lnTo>
                  <a:lnTo>
                    <a:pt x="0" y="993592"/>
                  </a:lnTo>
                  <a:lnTo>
                    <a:pt x="160173" y="993592"/>
                  </a:lnTo>
                  <a:lnTo>
                    <a:pt x="160173" y="975970"/>
                  </a:lnTo>
                  <a:close/>
                </a:path>
                <a:path w="160654" h="1211579">
                  <a:moveTo>
                    <a:pt x="125305" y="948138"/>
                  </a:moveTo>
                  <a:lnTo>
                    <a:pt x="34836" y="948138"/>
                  </a:lnTo>
                  <a:lnTo>
                    <a:pt x="34836" y="975970"/>
                  </a:lnTo>
                  <a:lnTo>
                    <a:pt x="125305" y="975970"/>
                  </a:lnTo>
                  <a:lnTo>
                    <a:pt x="125305" y="948138"/>
                  </a:lnTo>
                  <a:close/>
                </a:path>
                <a:path w="160654" h="1211579">
                  <a:moveTo>
                    <a:pt x="141398" y="939604"/>
                  </a:moveTo>
                  <a:lnTo>
                    <a:pt x="18742" y="939604"/>
                  </a:lnTo>
                  <a:lnTo>
                    <a:pt x="18742" y="948138"/>
                  </a:lnTo>
                  <a:lnTo>
                    <a:pt x="141398" y="948138"/>
                  </a:lnTo>
                  <a:lnTo>
                    <a:pt x="141398" y="939604"/>
                  </a:lnTo>
                  <a:close/>
                </a:path>
                <a:path w="160654" h="1211579">
                  <a:moveTo>
                    <a:pt x="135325" y="931573"/>
                  </a:moveTo>
                  <a:lnTo>
                    <a:pt x="24826" y="931573"/>
                  </a:lnTo>
                  <a:lnTo>
                    <a:pt x="24826" y="939604"/>
                  </a:lnTo>
                  <a:lnTo>
                    <a:pt x="135325" y="939604"/>
                  </a:lnTo>
                  <a:lnTo>
                    <a:pt x="135325" y="931573"/>
                  </a:lnTo>
                  <a:close/>
                </a:path>
                <a:path w="160654" h="1211579">
                  <a:moveTo>
                    <a:pt x="118907" y="921186"/>
                  </a:moveTo>
                  <a:lnTo>
                    <a:pt x="41265" y="921186"/>
                  </a:lnTo>
                  <a:lnTo>
                    <a:pt x="41265" y="931573"/>
                  </a:lnTo>
                  <a:lnTo>
                    <a:pt x="118907" y="931573"/>
                  </a:lnTo>
                  <a:lnTo>
                    <a:pt x="118907" y="921186"/>
                  </a:lnTo>
                  <a:close/>
                </a:path>
                <a:path w="160654" h="1211579">
                  <a:moveTo>
                    <a:pt x="98059" y="903082"/>
                  </a:moveTo>
                  <a:lnTo>
                    <a:pt x="62081" y="903082"/>
                  </a:lnTo>
                  <a:lnTo>
                    <a:pt x="62081" y="921186"/>
                  </a:lnTo>
                  <a:lnTo>
                    <a:pt x="98059" y="921186"/>
                  </a:lnTo>
                  <a:lnTo>
                    <a:pt x="98059" y="903082"/>
                  </a:lnTo>
                  <a:close/>
                </a:path>
                <a:path w="160654" h="1211579">
                  <a:moveTo>
                    <a:pt x="105996" y="875847"/>
                  </a:moveTo>
                  <a:lnTo>
                    <a:pt x="54176" y="875847"/>
                  </a:lnTo>
                  <a:lnTo>
                    <a:pt x="48029" y="881994"/>
                  </a:lnTo>
                  <a:lnTo>
                    <a:pt x="48029" y="896956"/>
                  </a:lnTo>
                  <a:lnTo>
                    <a:pt x="54176" y="903082"/>
                  </a:lnTo>
                  <a:lnTo>
                    <a:pt x="105996" y="903082"/>
                  </a:lnTo>
                  <a:lnTo>
                    <a:pt x="112101" y="896956"/>
                  </a:lnTo>
                  <a:lnTo>
                    <a:pt x="112101" y="881994"/>
                  </a:lnTo>
                  <a:lnTo>
                    <a:pt x="105996" y="875847"/>
                  </a:lnTo>
                  <a:close/>
                </a:path>
                <a:path w="160654" h="1211579">
                  <a:moveTo>
                    <a:pt x="98059" y="431369"/>
                  </a:moveTo>
                  <a:lnTo>
                    <a:pt x="62081" y="431369"/>
                  </a:lnTo>
                  <a:lnTo>
                    <a:pt x="62081" y="875847"/>
                  </a:lnTo>
                  <a:lnTo>
                    <a:pt x="98059" y="875847"/>
                  </a:lnTo>
                  <a:lnTo>
                    <a:pt x="98059" y="431369"/>
                  </a:lnTo>
                  <a:close/>
                </a:path>
                <a:path w="160654" h="1211579">
                  <a:moveTo>
                    <a:pt x="89672" y="388731"/>
                  </a:moveTo>
                  <a:lnTo>
                    <a:pt x="70458" y="388731"/>
                  </a:lnTo>
                  <a:lnTo>
                    <a:pt x="70458" y="431369"/>
                  </a:lnTo>
                  <a:lnTo>
                    <a:pt x="89672" y="431369"/>
                  </a:lnTo>
                  <a:lnTo>
                    <a:pt x="89672" y="388731"/>
                  </a:lnTo>
                  <a:close/>
                </a:path>
                <a:path w="160654" h="1211579">
                  <a:moveTo>
                    <a:pt x="121713" y="382930"/>
                  </a:moveTo>
                  <a:lnTo>
                    <a:pt x="38428" y="382930"/>
                  </a:lnTo>
                  <a:lnTo>
                    <a:pt x="38428" y="388731"/>
                  </a:lnTo>
                  <a:lnTo>
                    <a:pt x="121713" y="388731"/>
                  </a:lnTo>
                  <a:lnTo>
                    <a:pt x="121713" y="382930"/>
                  </a:lnTo>
                  <a:close/>
                </a:path>
                <a:path w="160654" h="1211579">
                  <a:moveTo>
                    <a:pt x="117588" y="377485"/>
                  </a:moveTo>
                  <a:lnTo>
                    <a:pt x="42553" y="377485"/>
                  </a:lnTo>
                  <a:lnTo>
                    <a:pt x="42553" y="382930"/>
                  </a:lnTo>
                  <a:lnTo>
                    <a:pt x="117588" y="382930"/>
                  </a:lnTo>
                  <a:lnTo>
                    <a:pt x="117588" y="377485"/>
                  </a:lnTo>
                  <a:close/>
                </a:path>
                <a:path w="160654" h="1211579">
                  <a:moveTo>
                    <a:pt x="106436" y="370449"/>
                  </a:moveTo>
                  <a:lnTo>
                    <a:pt x="53705" y="370449"/>
                  </a:lnTo>
                  <a:lnTo>
                    <a:pt x="53705" y="377485"/>
                  </a:lnTo>
                  <a:lnTo>
                    <a:pt x="106436" y="377485"/>
                  </a:lnTo>
                  <a:lnTo>
                    <a:pt x="106436" y="370449"/>
                  </a:lnTo>
                  <a:close/>
                </a:path>
                <a:path w="160654" h="1211579">
                  <a:moveTo>
                    <a:pt x="89672" y="358146"/>
                  </a:moveTo>
                  <a:lnTo>
                    <a:pt x="70458" y="358146"/>
                  </a:lnTo>
                  <a:lnTo>
                    <a:pt x="70458" y="370449"/>
                  </a:lnTo>
                  <a:lnTo>
                    <a:pt x="89672" y="370449"/>
                  </a:lnTo>
                  <a:lnTo>
                    <a:pt x="89672" y="358146"/>
                  </a:lnTo>
                  <a:close/>
                </a:path>
                <a:path w="160654" h="1211579">
                  <a:moveTo>
                    <a:pt x="97682" y="339644"/>
                  </a:moveTo>
                  <a:lnTo>
                    <a:pt x="62490" y="339644"/>
                  </a:lnTo>
                  <a:lnTo>
                    <a:pt x="58301" y="343811"/>
                  </a:lnTo>
                  <a:lnTo>
                    <a:pt x="58301" y="353989"/>
                  </a:lnTo>
                  <a:lnTo>
                    <a:pt x="62490" y="358146"/>
                  </a:lnTo>
                  <a:lnTo>
                    <a:pt x="97682" y="358146"/>
                  </a:lnTo>
                  <a:lnTo>
                    <a:pt x="101839" y="353989"/>
                  </a:lnTo>
                  <a:lnTo>
                    <a:pt x="101839" y="343811"/>
                  </a:lnTo>
                  <a:lnTo>
                    <a:pt x="97682" y="339644"/>
                  </a:lnTo>
                  <a:close/>
                </a:path>
                <a:path w="160654" h="1211579">
                  <a:moveTo>
                    <a:pt x="89672" y="328681"/>
                  </a:moveTo>
                  <a:lnTo>
                    <a:pt x="70458" y="328681"/>
                  </a:lnTo>
                  <a:lnTo>
                    <a:pt x="70458" y="339644"/>
                  </a:lnTo>
                  <a:lnTo>
                    <a:pt x="89672" y="339644"/>
                  </a:lnTo>
                  <a:lnTo>
                    <a:pt x="89672" y="328681"/>
                  </a:lnTo>
                  <a:close/>
                </a:path>
                <a:path w="160654" h="1211579">
                  <a:moveTo>
                    <a:pt x="121713" y="322869"/>
                  </a:moveTo>
                  <a:lnTo>
                    <a:pt x="38428" y="322869"/>
                  </a:lnTo>
                  <a:lnTo>
                    <a:pt x="38428" y="328681"/>
                  </a:lnTo>
                  <a:lnTo>
                    <a:pt x="121713" y="328681"/>
                  </a:lnTo>
                  <a:lnTo>
                    <a:pt x="121713" y="322869"/>
                  </a:lnTo>
                  <a:close/>
                </a:path>
                <a:path w="160654" h="1211579">
                  <a:moveTo>
                    <a:pt x="117588" y="317414"/>
                  </a:moveTo>
                  <a:lnTo>
                    <a:pt x="42553" y="317414"/>
                  </a:lnTo>
                  <a:lnTo>
                    <a:pt x="42553" y="322869"/>
                  </a:lnTo>
                  <a:lnTo>
                    <a:pt x="117588" y="322869"/>
                  </a:lnTo>
                  <a:lnTo>
                    <a:pt x="117588" y="317414"/>
                  </a:lnTo>
                  <a:close/>
                </a:path>
                <a:path w="160654" h="1211579">
                  <a:moveTo>
                    <a:pt x="106436" y="305980"/>
                  </a:moveTo>
                  <a:lnTo>
                    <a:pt x="53705" y="305980"/>
                  </a:lnTo>
                  <a:lnTo>
                    <a:pt x="53705" y="317414"/>
                  </a:lnTo>
                  <a:lnTo>
                    <a:pt x="106436" y="317414"/>
                  </a:lnTo>
                  <a:lnTo>
                    <a:pt x="106436" y="305980"/>
                  </a:lnTo>
                  <a:close/>
                </a:path>
                <a:path w="160654" h="1211579">
                  <a:moveTo>
                    <a:pt x="156958" y="147430"/>
                  </a:moveTo>
                  <a:lnTo>
                    <a:pt x="3183" y="147430"/>
                  </a:lnTo>
                  <a:lnTo>
                    <a:pt x="3183" y="163743"/>
                  </a:lnTo>
                  <a:lnTo>
                    <a:pt x="156958" y="163743"/>
                  </a:lnTo>
                  <a:lnTo>
                    <a:pt x="156958" y="147430"/>
                  </a:lnTo>
                  <a:close/>
                </a:path>
                <a:path w="160654" h="1211579">
                  <a:moveTo>
                    <a:pt x="150529" y="138864"/>
                  </a:moveTo>
                  <a:lnTo>
                    <a:pt x="9601" y="138864"/>
                  </a:lnTo>
                  <a:lnTo>
                    <a:pt x="9601" y="147430"/>
                  </a:lnTo>
                  <a:lnTo>
                    <a:pt x="150529" y="147430"/>
                  </a:lnTo>
                  <a:lnTo>
                    <a:pt x="150529" y="138864"/>
                  </a:lnTo>
                  <a:close/>
                </a:path>
                <a:path w="160654" h="1211579">
                  <a:moveTo>
                    <a:pt x="115064" y="108708"/>
                  </a:moveTo>
                  <a:lnTo>
                    <a:pt x="45077" y="108708"/>
                  </a:lnTo>
                  <a:lnTo>
                    <a:pt x="35028" y="110748"/>
                  </a:lnTo>
                  <a:lnTo>
                    <a:pt x="26805" y="116305"/>
                  </a:lnTo>
                  <a:lnTo>
                    <a:pt x="21252" y="124531"/>
                  </a:lnTo>
                  <a:lnTo>
                    <a:pt x="19214" y="134582"/>
                  </a:lnTo>
                  <a:lnTo>
                    <a:pt x="19339" y="137461"/>
                  </a:lnTo>
                  <a:lnTo>
                    <a:pt x="19559" y="138864"/>
                  </a:lnTo>
                  <a:lnTo>
                    <a:pt x="140582" y="138864"/>
                  </a:lnTo>
                  <a:lnTo>
                    <a:pt x="140833" y="137461"/>
                  </a:lnTo>
                  <a:lnTo>
                    <a:pt x="140959" y="134582"/>
                  </a:lnTo>
                  <a:lnTo>
                    <a:pt x="138915" y="124531"/>
                  </a:lnTo>
                  <a:lnTo>
                    <a:pt x="133351" y="116305"/>
                  </a:lnTo>
                  <a:lnTo>
                    <a:pt x="125118" y="110748"/>
                  </a:lnTo>
                  <a:lnTo>
                    <a:pt x="115064" y="108708"/>
                  </a:lnTo>
                  <a:close/>
                </a:path>
                <a:path w="160654" h="1211579">
                  <a:moveTo>
                    <a:pt x="97431" y="91829"/>
                  </a:moveTo>
                  <a:lnTo>
                    <a:pt x="62710" y="91829"/>
                  </a:lnTo>
                  <a:lnTo>
                    <a:pt x="59055" y="95934"/>
                  </a:lnTo>
                  <a:lnTo>
                    <a:pt x="56825" y="101347"/>
                  </a:lnTo>
                  <a:lnTo>
                    <a:pt x="56888" y="108708"/>
                  </a:lnTo>
                  <a:lnTo>
                    <a:pt x="103253" y="108708"/>
                  </a:lnTo>
                  <a:lnTo>
                    <a:pt x="103316" y="101347"/>
                  </a:lnTo>
                  <a:lnTo>
                    <a:pt x="101075" y="95934"/>
                  </a:lnTo>
                  <a:lnTo>
                    <a:pt x="97431" y="91829"/>
                  </a:lnTo>
                  <a:close/>
                </a:path>
                <a:path w="160654" h="1211579">
                  <a:moveTo>
                    <a:pt x="110090" y="83285"/>
                  </a:moveTo>
                  <a:lnTo>
                    <a:pt x="50050" y="83285"/>
                  </a:lnTo>
                  <a:lnTo>
                    <a:pt x="50050" y="91829"/>
                  </a:lnTo>
                  <a:lnTo>
                    <a:pt x="110090" y="91829"/>
                  </a:lnTo>
                  <a:lnTo>
                    <a:pt x="110090" y="83285"/>
                  </a:lnTo>
                  <a:close/>
                </a:path>
                <a:path w="160654" h="1211579">
                  <a:moveTo>
                    <a:pt x="107567" y="78814"/>
                  </a:moveTo>
                  <a:lnTo>
                    <a:pt x="52574" y="78814"/>
                  </a:lnTo>
                  <a:lnTo>
                    <a:pt x="52574" y="83285"/>
                  </a:lnTo>
                  <a:lnTo>
                    <a:pt x="107567" y="83285"/>
                  </a:lnTo>
                  <a:lnTo>
                    <a:pt x="107567" y="78814"/>
                  </a:lnTo>
                  <a:close/>
                </a:path>
                <a:path w="160654" h="1211579">
                  <a:moveTo>
                    <a:pt x="82646" y="29297"/>
                  </a:moveTo>
                  <a:lnTo>
                    <a:pt x="77484" y="29297"/>
                  </a:lnTo>
                  <a:lnTo>
                    <a:pt x="73170" y="78814"/>
                  </a:lnTo>
                  <a:lnTo>
                    <a:pt x="87002" y="78814"/>
                  </a:lnTo>
                  <a:lnTo>
                    <a:pt x="82646" y="29297"/>
                  </a:lnTo>
                  <a:close/>
                </a:path>
                <a:path w="160654" h="1211579">
                  <a:moveTo>
                    <a:pt x="92887" y="25643"/>
                  </a:moveTo>
                  <a:lnTo>
                    <a:pt x="67254" y="25643"/>
                  </a:lnTo>
                  <a:lnTo>
                    <a:pt x="67254" y="29297"/>
                  </a:lnTo>
                  <a:lnTo>
                    <a:pt x="92887" y="29297"/>
                  </a:lnTo>
                  <a:lnTo>
                    <a:pt x="92887" y="25643"/>
                  </a:lnTo>
                  <a:close/>
                </a:path>
                <a:path w="160654" h="1211579">
                  <a:moveTo>
                    <a:pt x="81672" y="0"/>
                  </a:moveTo>
                  <a:lnTo>
                    <a:pt x="78468" y="0"/>
                  </a:lnTo>
                  <a:lnTo>
                    <a:pt x="78751" y="15078"/>
                  </a:lnTo>
                  <a:lnTo>
                    <a:pt x="77830" y="25643"/>
                  </a:lnTo>
                  <a:lnTo>
                    <a:pt x="82343" y="25643"/>
                  </a:lnTo>
                  <a:lnTo>
                    <a:pt x="81390" y="15078"/>
                  </a:lnTo>
                  <a:lnTo>
                    <a:pt x="81672" y="0"/>
                  </a:lnTo>
                  <a:close/>
                </a:path>
              </a:pathLst>
            </a:custGeom>
            <a:solidFill>
              <a:srgbClr val="40381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0" name="object 550" descr=""/>
          <p:cNvSpPr txBox="1"/>
          <p:nvPr/>
        </p:nvSpPr>
        <p:spPr>
          <a:xfrm>
            <a:off x="624158" y="728636"/>
            <a:ext cx="29489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Simple</a:t>
            </a:r>
            <a:r>
              <a:rPr dirty="0" sz="1700" spc="5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buildings</a:t>
            </a:r>
            <a:r>
              <a:rPr dirty="0" sz="1700" spc="6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with</a:t>
            </a:r>
            <a:r>
              <a:rPr dirty="0" sz="1700" spc="55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foliage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796487" y="8192871"/>
            <a:ext cx="2578735" cy="1974214"/>
            <a:chOff x="9796487" y="8192871"/>
            <a:chExt cx="2578735" cy="1974214"/>
          </a:xfrm>
        </p:grpSpPr>
        <p:sp>
          <p:nvSpPr>
            <p:cNvPr id="3" name="object 3" descr=""/>
            <p:cNvSpPr/>
            <p:nvPr/>
          </p:nvSpPr>
          <p:spPr>
            <a:xfrm>
              <a:off x="10102205" y="8192871"/>
              <a:ext cx="960119" cy="1917700"/>
            </a:xfrm>
            <a:custGeom>
              <a:avLst/>
              <a:gdLst/>
              <a:ahLst/>
              <a:cxnLst/>
              <a:rect l="l" t="t" r="r" b="b"/>
              <a:pathLst>
                <a:path w="960120" h="1917700">
                  <a:moveTo>
                    <a:pt x="0" y="1917606"/>
                  </a:moveTo>
                  <a:lnTo>
                    <a:pt x="959876" y="1917606"/>
                  </a:lnTo>
                  <a:lnTo>
                    <a:pt x="959876" y="0"/>
                  </a:lnTo>
                  <a:lnTo>
                    <a:pt x="0" y="0"/>
                  </a:lnTo>
                  <a:lnTo>
                    <a:pt x="0" y="1917606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0161435" y="8279619"/>
              <a:ext cx="841375" cy="1461770"/>
            </a:xfrm>
            <a:custGeom>
              <a:avLst/>
              <a:gdLst/>
              <a:ahLst/>
              <a:cxnLst/>
              <a:rect l="l" t="t" r="r" b="b"/>
              <a:pathLst>
                <a:path w="841375" h="1461770">
                  <a:moveTo>
                    <a:pt x="71107" y="1278737"/>
                  </a:moveTo>
                  <a:lnTo>
                    <a:pt x="0" y="1278737"/>
                  </a:lnTo>
                  <a:lnTo>
                    <a:pt x="0" y="1461592"/>
                  </a:lnTo>
                  <a:lnTo>
                    <a:pt x="71107" y="1461592"/>
                  </a:lnTo>
                  <a:lnTo>
                    <a:pt x="71107" y="1278737"/>
                  </a:lnTo>
                  <a:close/>
                </a:path>
                <a:path w="841375" h="1461770">
                  <a:moveTo>
                    <a:pt x="71107" y="1023035"/>
                  </a:moveTo>
                  <a:lnTo>
                    <a:pt x="0" y="1023035"/>
                  </a:lnTo>
                  <a:lnTo>
                    <a:pt x="0" y="1205826"/>
                  </a:lnTo>
                  <a:lnTo>
                    <a:pt x="71107" y="1205826"/>
                  </a:lnTo>
                  <a:lnTo>
                    <a:pt x="71107" y="1023035"/>
                  </a:lnTo>
                  <a:close/>
                </a:path>
                <a:path w="841375" h="1461770">
                  <a:moveTo>
                    <a:pt x="71107" y="767283"/>
                  </a:moveTo>
                  <a:lnTo>
                    <a:pt x="0" y="767283"/>
                  </a:lnTo>
                  <a:lnTo>
                    <a:pt x="0" y="950137"/>
                  </a:lnTo>
                  <a:lnTo>
                    <a:pt x="71107" y="950137"/>
                  </a:lnTo>
                  <a:lnTo>
                    <a:pt x="71107" y="767283"/>
                  </a:lnTo>
                  <a:close/>
                </a:path>
                <a:path w="841375" h="1461770">
                  <a:moveTo>
                    <a:pt x="71107" y="511517"/>
                  </a:moveTo>
                  <a:lnTo>
                    <a:pt x="0" y="511517"/>
                  </a:lnTo>
                  <a:lnTo>
                    <a:pt x="0" y="694372"/>
                  </a:lnTo>
                  <a:lnTo>
                    <a:pt x="71107" y="694372"/>
                  </a:lnTo>
                  <a:lnTo>
                    <a:pt x="71107" y="511517"/>
                  </a:lnTo>
                  <a:close/>
                </a:path>
                <a:path w="841375" h="1461770">
                  <a:moveTo>
                    <a:pt x="71107" y="255765"/>
                  </a:moveTo>
                  <a:lnTo>
                    <a:pt x="0" y="255765"/>
                  </a:lnTo>
                  <a:lnTo>
                    <a:pt x="0" y="438619"/>
                  </a:lnTo>
                  <a:lnTo>
                    <a:pt x="71107" y="438619"/>
                  </a:lnTo>
                  <a:lnTo>
                    <a:pt x="71107" y="255765"/>
                  </a:lnTo>
                  <a:close/>
                </a:path>
                <a:path w="841375" h="1461770">
                  <a:moveTo>
                    <a:pt x="71107" y="0"/>
                  </a:moveTo>
                  <a:lnTo>
                    <a:pt x="0" y="0"/>
                  </a:lnTo>
                  <a:lnTo>
                    <a:pt x="0" y="182854"/>
                  </a:lnTo>
                  <a:lnTo>
                    <a:pt x="71107" y="182854"/>
                  </a:lnTo>
                  <a:lnTo>
                    <a:pt x="71107" y="0"/>
                  </a:lnTo>
                  <a:close/>
                </a:path>
                <a:path w="841375" h="1461770">
                  <a:moveTo>
                    <a:pt x="199466" y="1278801"/>
                  </a:moveTo>
                  <a:lnTo>
                    <a:pt x="128371" y="1278801"/>
                  </a:lnTo>
                  <a:lnTo>
                    <a:pt x="128371" y="1461592"/>
                  </a:lnTo>
                  <a:lnTo>
                    <a:pt x="199466" y="1461592"/>
                  </a:lnTo>
                  <a:lnTo>
                    <a:pt x="199466" y="1278801"/>
                  </a:lnTo>
                  <a:close/>
                </a:path>
                <a:path w="841375" h="1461770">
                  <a:moveTo>
                    <a:pt x="199466" y="1023035"/>
                  </a:moveTo>
                  <a:lnTo>
                    <a:pt x="128371" y="1023035"/>
                  </a:lnTo>
                  <a:lnTo>
                    <a:pt x="128371" y="1205826"/>
                  </a:lnTo>
                  <a:lnTo>
                    <a:pt x="199466" y="1205826"/>
                  </a:lnTo>
                  <a:lnTo>
                    <a:pt x="199466" y="1023035"/>
                  </a:lnTo>
                  <a:close/>
                </a:path>
                <a:path w="841375" h="1461770">
                  <a:moveTo>
                    <a:pt x="199466" y="767283"/>
                  </a:moveTo>
                  <a:lnTo>
                    <a:pt x="128371" y="767283"/>
                  </a:lnTo>
                  <a:lnTo>
                    <a:pt x="128371" y="950137"/>
                  </a:lnTo>
                  <a:lnTo>
                    <a:pt x="199466" y="950137"/>
                  </a:lnTo>
                  <a:lnTo>
                    <a:pt x="199466" y="767283"/>
                  </a:lnTo>
                  <a:close/>
                </a:path>
                <a:path w="841375" h="1461770">
                  <a:moveTo>
                    <a:pt x="199466" y="511517"/>
                  </a:moveTo>
                  <a:lnTo>
                    <a:pt x="128371" y="511517"/>
                  </a:lnTo>
                  <a:lnTo>
                    <a:pt x="128371" y="694372"/>
                  </a:lnTo>
                  <a:lnTo>
                    <a:pt x="199466" y="694372"/>
                  </a:lnTo>
                  <a:lnTo>
                    <a:pt x="199466" y="511517"/>
                  </a:lnTo>
                  <a:close/>
                </a:path>
                <a:path w="841375" h="1461770">
                  <a:moveTo>
                    <a:pt x="199466" y="255765"/>
                  </a:moveTo>
                  <a:lnTo>
                    <a:pt x="128371" y="255765"/>
                  </a:lnTo>
                  <a:lnTo>
                    <a:pt x="128371" y="438619"/>
                  </a:lnTo>
                  <a:lnTo>
                    <a:pt x="199466" y="438619"/>
                  </a:lnTo>
                  <a:lnTo>
                    <a:pt x="199466" y="255765"/>
                  </a:lnTo>
                  <a:close/>
                </a:path>
                <a:path w="841375" h="1461770">
                  <a:moveTo>
                    <a:pt x="199466" y="0"/>
                  </a:moveTo>
                  <a:lnTo>
                    <a:pt x="128371" y="0"/>
                  </a:lnTo>
                  <a:lnTo>
                    <a:pt x="128371" y="182854"/>
                  </a:lnTo>
                  <a:lnTo>
                    <a:pt x="199466" y="182854"/>
                  </a:lnTo>
                  <a:lnTo>
                    <a:pt x="199466" y="0"/>
                  </a:lnTo>
                  <a:close/>
                </a:path>
                <a:path w="841375" h="1461770">
                  <a:moveTo>
                    <a:pt x="327850" y="1278801"/>
                  </a:moveTo>
                  <a:lnTo>
                    <a:pt x="256781" y="1278801"/>
                  </a:lnTo>
                  <a:lnTo>
                    <a:pt x="256781" y="1461592"/>
                  </a:lnTo>
                  <a:lnTo>
                    <a:pt x="327850" y="1461592"/>
                  </a:lnTo>
                  <a:lnTo>
                    <a:pt x="327850" y="1278801"/>
                  </a:lnTo>
                  <a:close/>
                </a:path>
                <a:path w="841375" h="1461770">
                  <a:moveTo>
                    <a:pt x="327850" y="1023035"/>
                  </a:moveTo>
                  <a:lnTo>
                    <a:pt x="256781" y="1023035"/>
                  </a:lnTo>
                  <a:lnTo>
                    <a:pt x="256781" y="1205826"/>
                  </a:lnTo>
                  <a:lnTo>
                    <a:pt x="327850" y="1205826"/>
                  </a:lnTo>
                  <a:lnTo>
                    <a:pt x="327850" y="1023035"/>
                  </a:lnTo>
                  <a:close/>
                </a:path>
                <a:path w="841375" h="1461770">
                  <a:moveTo>
                    <a:pt x="327850" y="767283"/>
                  </a:moveTo>
                  <a:lnTo>
                    <a:pt x="256781" y="767283"/>
                  </a:lnTo>
                  <a:lnTo>
                    <a:pt x="256781" y="950074"/>
                  </a:lnTo>
                  <a:lnTo>
                    <a:pt x="327850" y="950074"/>
                  </a:lnTo>
                  <a:lnTo>
                    <a:pt x="327850" y="767283"/>
                  </a:lnTo>
                  <a:close/>
                </a:path>
                <a:path w="841375" h="1461770">
                  <a:moveTo>
                    <a:pt x="327850" y="511517"/>
                  </a:moveTo>
                  <a:lnTo>
                    <a:pt x="256781" y="511517"/>
                  </a:lnTo>
                  <a:lnTo>
                    <a:pt x="256781" y="694334"/>
                  </a:lnTo>
                  <a:lnTo>
                    <a:pt x="327850" y="694334"/>
                  </a:lnTo>
                  <a:lnTo>
                    <a:pt x="327850" y="511517"/>
                  </a:lnTo>
                  <a:close/>
                </a:path>
                <a:path w="841375" h="1461770">
                  <a:moveTo>
                    <a:pt x="327850" y="255765"/>
                  </a:moveTo>
                  <a:lnTo>
                    <a:pt x="256781" y="255765"/>
                  </a:lnTo>
                  <a:lnTo>
                    <a:pt x="256781" y="438569"/>
                  </a:lnTo>
                  <a:lnTo>
                    <a:pt x="327850" y="438569"/>
                  </a:lnTo>
                  <a:lnTo>
                    <a:pt x="327850" y="255765"/>
                  </a:lnTo>
                  <a:close/>
                </a:path>
                <a:path w="841375" h="1461770">
                  <a:moveTo>
                    <a:pt x="327850" y="0"/>
                  </a:moveTo>
                  <a:lnTo>
                    <a:pt x="256781" y="0"/>
                  </a:lnTo>
                  <a:lnTo>
                    <a:pt x="256781" y="182854"/>
                  </a:lnTo>
                  <a:lnTo>
                    <a:pt x="327850" y="182854"/>
                  </a:lnTo>
                  <a:lnTo>
                    <a:pt x="327850" y="0"/>
                  </a:lnTo>
                  <a:close/>
                </a:path>
                <a:path w="841375" h="1461770">
                  <a:moveTo>
                    <a:pt x="456209" y="1278737"/>
                  </a:moveTo>
                  <a:lnTo>
                    <a:pt x="385114" y="1278737"/>
                  </a:lnTo>
                  <a:lnTo>
                    <a:pt x="385114" y="1461592"/>
                  </a:lnTo>
                  <a:lnTo>
                    <a:pt x="456209" y="1461592"/>
                  </a:lnTo>
                  <a:lnTo>
                    <a:pt x="456209" y="1278737"/>
                  </a:lnTo>
                  <a:close/>
                </a:path>
                <a:path w="841375" h="1461770">
                  <a:moveTo>
                    <a:pt x="456209" y="1022972"/>
                  </a:moveTo>
                  <a:lnTo>
                    <a:pt x="385114" y="1022972"/>
                  </a:lnTo>
                  <a:lnTo>
                    <a:pt x="385114" y="1205826"/>
                  </a:lnTo>
                  <a:lnTo>
                    <a:pt x="456209" y="1205826"/>
                  </a:lnTo>
                  <a:lnTo>
                    <a:pt x="456209" y="1022972"/>
                  </a:lnTo>
                  <a:close/>
                </a:path>
                <a:path w="841375" h="1461770">
                  <a:moveTo>
                    <a:pt x="456209" y="767245"/>
                  </a:moveTo>
                  <a:lnTo>
                    <a:pt x="385114" y="767245"/>
                  </a:lnTo>
                  <a:lnTo>
                    <a:pt x="385114" y="950074"/>
                  </a:lnTo>
                  <a:lnTo>
                    <a:pt x="456209" y="950074"/>
                  </a:lnTo>
                  <a:lnTo>
                    <a:pt x="456209" y="767245"/>
                  </a:lnTo>
                  <a:close/>
                </a:path>
                <a:path w="841375" h="1461770">
                  <a:moveTo>
                    <a:pt x="456209" y="511517"/>
                  </a:moveTo>
                  <a:lnTo>
                    <a:pt x="385114" y="511517"/>
                  </a:lnTo>
                  <a:lnTo>
                    <a:pt x="385114" y="694334"/>
                  </a:lnTo>
                  <a:lnTo>
                    <a:pt x="456209" y="694334"/>
                  </a:lnTo>
                  <a:lnTo>
                    <a:pt x="456209" y="511517"/>
                  </a:lnTo>
                  <a:close/>
                </a:path>
                <a:path w="841375" h="1461770">
                  <a:moveTo>
                    <a:pt x="456209" y="255714"/>
                  </a:moveTo>
                  <a:lnTo>
                    <a:pt x="385114" y="255714"/>
                  </a:lnTo>
                  <a:lnTo>
                    <a:pt x="385114" y="438569"/>
                  </a:lnTo>
                  <a:lnTo>
                    <a:pt x="456209" y="438569"/>
                  </a:lnTo>
                  <a:lnTo>
                    <a:pt x="456209" y="255714"/>
                  </a:lnTo>
                  <a:close/>
                </a:path>
                <a:path w="841375" h="1461770">
                  <a:moveTo>
                    <a:pt x="456209" y="0"/>
                  </a:moveTo>
                  <a:lnTo>
                    <a:pt x="385114" y="0"/>
                  </a:lnTo>
                  <a:lnTo>
                    <a:pt x="385114" y="182854"/>
                  </a:lnTo>
                  <a:lnTo>
                    <a:pt x="456209" y="182854"/>
                  </a:lnTo>
                  <a:lnTo>
                    <a:pt x="456209" y="0"/>
                  </a:lnTo>
                  <a:close/>
                </a:path>
                <a:path w="841375" h="1461770">
                  <a:moveTo>
                    <a:pt x="584619" y="1278801"/>
                  </a:moveTo>
                  <a:lnTo>
                    <a:pt x="513524" y="1278801"/>
                  </a:lnTo>
                  <a:lnTo>
                    <a:pt x="513524" y="1461592"/>
                  </a:lnTo>
                  <a:lnTo>
                    <a:pt x="584619" y="1461592"/>
                  </a:lnTo>
                  <a:lnTo>
                    <a:pt x="584619" y="1278801"/>
                  </a:lnTo>
                  <a:close/>
                </a:path>
                <a:path w="841375" h="1461770">
                  <a:moveTo>
                    <a:pt x="584619" y="1023035"/>
                  </a:moveTo>
                  <a:lnTo>
                    <a:pt x="513524" y="1023035"/>
                  </a:lnTo>
                  <a:lnTo>
                    <a:pt x="513524" y="1205826"/>
                  </a:lnTo>
                  <a:lnTo>
                    <a:pt x="584619" y="1205826"/>
                  </a:lnTo>
                  <a:lnTo>
                    <a:pt x="584619" y="1023035"/>
                  </a:lnTo>
                  <a:close/>
                </a:path>
                <a:path w="841375" h="1461770">
                  <a:moveTo>
                    <a:pt x="584619" y="767283"/>
                  </a:moveTo>
                  <a:lnTo>
                    <a:pt x="513524" y="767283"/>
                  </a:lnTo>
                  <a:lnTo>
                    <a:pt x="513524" y="950074"/>
                  </a:lnTo>
                  <a:lnTo>
                    <a:pt x="584619" y="950074"/>
                  </a:lnTo>
                  <a:lnTo>
                    <a:pt x="584619" y="767283"/>
                  </a:lnTo>
                  <a:close/>
                </a:path>
                <a:path w="841375" h="1461770">
                  <a:moveTo>
                    <a:pt x="584619" y="511517"/>
                  </a:moveTo>
                  <a:lnTo>
                    <a:pt x="513524" y="511517"/>
                  </a:lnTo>
                  <a:lnTo>
                    <a:pt x="513524" y="694334"/>
                  </a:lnTo>
                  <a:lnTo>
                    <a:pt x="584619" y="694334"/>
                  </a:lnTo>
                  <a:lnTo>
                    <a:pt x="584619" y="511517"/>
                  </a:lnTo>
                  <a:close/>
                </a:path>
                <a:path w="841375" h="1461770">
                  <a:moveTo>
                    <a:pt x="584619" y="255765"/>
                  </a:moveTo>
                  <a:lnTo>
                    <a:pt x="513524" y="255765"/>
                  </a:lnTo>
                  <a:lnTo>
                    <a:pt x="513524" y="438569"/>
                  </a:lnTo>
                  <a:lnTo>
                    <a:pt x="584619" y="438569"/>
                  </a:lnTo>
                  <a:lnTo>
                    <a:pt x="584619" y="255765"/>
                  </a:lnTo>
                  <a:close/>
                </a:path>
                <a:path w="841375" h="1461770">
                  <a:moveTo>
                    <a:pt x="584619" y="0"/>
                  </a:moveTo>
                  <a:lnTo>
                    <a:pt x="513524" y="0"/>
                  </a:lnTo>
                  <a:lnTo>
                    <a:pt x="513524" y="182854"/>
                  </a:lnTo>
                  <a:lnTo>
                    <a:pt x="584619" y="182854"/>
                  </a:lnTo>
                  <a:lnTo>
                    <a:pt x="584619" y="0"/>
                  </a:lnTo>
                  <a:close/>
                </a:path>
                <a:path w="841375" h="1461770">
                  <a:moveTo>
                    <a:pt x="712990" y="621258"/>
                  </a:moveTo>
                  <a:lnTo>
                    <a:pt x="641883" y="621258"/>
                  </a:lnTo>
                  <a:lnTo>
                    <a:pt x="641883" y="694372"/>
                  </a:lnTo>
                  <a:lnTo>
                    <a:pt x="712990" y="694372"/>
                  </a:lnTo>
                  <a:lnTo>
                    <a:pt x="712990" y="621258"/>
                  </a:lnTo>
                  <a:close/>
                </a:path>
                <a:path w="841375" h="1461770">
                  <a:moveTo>
                    <a:pt x="712990" y="511517"/>
                  </a:moveTo>
                  <a:lnTo>
                    <a:pt x="641883" y="511517"/>
                  </a:lnTo>
                  <a:lnTo>
                    <a:pt x="641883" y="543890"/>
                  </a:lnTo>
                  <a:lnTo>
                    <a:pt x="712990" y="543890"/>
                  </a:lnTo>
                  <a:lnTo>
                    <a:pt x="712990" y="511517"/>
                  </a:lnTo>
                  <a:close/>
                </a:path>
                <a:path w="841375" h="1461770">
                  <a:moveTo>
                    <a:pt x="712990" y="255765"/>
                  </a:moveTo>
                  <a:lnTo>
                    <a:pt x="641883" y="255765"/>
                  </a:lnTo>
                  <a:lnTo>
                    <a:pt x="641883" y="438619"/>
                  </a:lnTo>
                  <a:lnTo>
                    <a:pt x="712990" y="438619"/>
                  </a:lnTo>
                  <a:lnTo>
                    <a:pt x="712990" y="255765"/>
                  </a:lnTo>
                  <a:close/>
                </a:path>
                <a:path w="841375" h="1461770">
                  <a:moveTo>
                    <a:pt x="712990" y="0"/>
                  </a:moveTo>
                  <a:lnTo>
                    <a:pt x="641883" y="0"/>
                  </a:lnTo>
                  <a:lnTo>
                    <a:pt x="641883" y="182854"/>
                  </a:lnTo>
                  <a:lnTo>
                    <a:pt x="712990" y="182854"/>
                  </a:lnTo>
                  <a:lnTo>
                    <a:pt x="712990" y="0"/>
                  </a:lnTo>
                  <a:close/>
                </a:path>
                <a:path w="841375" h="1461770">
                  <a:moveTo>
                    <a:pt x="841362" y="511517"/>
                  </a:moveTo>
                  <a:lnTo>
                    <a:pt x="770267" y="511517"/>
                  </a:lnTo>
                  <a:lnTo>
                    <a:pt x="770267" y="543890"/>
                  </a:lnTo>
                  <a:lnTo>
                    <a:pt x="841362" y="543890"/>
                  </a:lnTo>
                  <a:lnTo>
                    <a:pt x="841362" y="511517"/>
                  </a:lnTo>
                  <a:close/>
                </a:path>
                <a:path w="841375" h="1461770">
                  <a:moveTo>
                    <a:pt x="841362" y="255765"/>
                  </a:moveTo>
                  <a:lnTo>
                    <a:pt x="770267" y="255765"/>
                  </a:lnTo>
                  <a:lnTo>
                    <a:pt x="770267" y="438619"/>
                  </a:lnTo>
                  <a:lnTo>
                    <a:pt x="841362" y="438619"/>
                  </a:lnTo>
                  <a:lnTo>
                    <a:pt x="841362" y="255765"/>
                  </a:lnTo>
                  <a:close/>
                </a:path>
                <a:path w="841375" h="1461770">
                  <a:moveTo>
                    <a:pt x="841362" y="0"/>
                  </a:moveTo>
                  <a:lnTo>
                    <a:pt x="770267" y="0"/>
                  </a:lnTo>
                  <a:lnTo>
                    <a:pt x="770267" y="182854"/>
                  </a:lnTo>
                  <a:lnTo>
                    <a:pt x="841362" y="182854"/>
                  </a:lnTo>
                  <a:lnTo>
                    <a:pt x="8413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0823890" y="8900870"/>
              <a:ext cx="956944" cy="1209675"/>
            </a:xfrm>
            <a:custGeom>
              <a:avLst/>
              <a:gdLst/>
              <a:ahLst/>
              <a:cxnLst/>
              <a:rect l="l" t="t" r="r" b="b"/>
              <a:pathLst>
                <a:path w="956945" h="1209675">
                  <a:moveTo>
                    <a:pt x="0" y="1209607"/>
                  </a:moveTo>
                  <a:lnTo>
                    <a:pt x="956326" y="1209607"/>
                  </a:lnTo>
                  <a:lnTo>
                    <a:pt x="956326" y="0"/>
                  </a:lnTo>
                  <a:lnTo>
                    <a:pt x="0" y="0"/>
                  </a:lnTo>
                  <a:lnTo>
                    <a:pt x="0" y="1209607"/>
                  </a:lnTo>
                  <a:close/>
                </a:path>
              </a:pathLst>
            </a:custGeom>
            <a:solidFill>
              <a:srgbClr val="D9EE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956432" y="9379096"/>
              <a:ext cx="2307590" cy="760095"/>
            </a:xfrm>
            <a:custGeom>
              <a:avLst/>
              <a:gdLst/>
              <a:ahLst/>
              <a:cxnLst/>
              <a:rect l="l" t="t" r="r" b="b"/>
              <a:pathLst>
                <a:path w="2307590" h="760095">
                  <a:moveTo>
                    <a:pt x="145757" y="0"/>
                  </a:moveTo>
                  <a:lnTo>
                    <a:pt x="0" y="140639"/>
                  </a:lnTo>
                  <a:lnTo>
                    <a:pt x="0" y="759523"/>
                  </a:lnTo>
                  <a:lnTo>
                    <a:pt x="145757" y="759523"/>
                  </a:lnTo>
                  <a:lnTo>
                    <a:pt x="145757" y="0"/>
                  </a:lnTo>
                  <a:close/>
                </a:path>
                <a:path w="2307590" h="760095">
                  <a:moveTo>
                    <a:pt x="2307285" y="243624"/>
                  </a:moveTo>
                  <a:lnTo>
                    <a:pt x="1105649" y="243624"/>
                  </a:lnTo>
                  <a:lnTo>
                    <a:pt x="1105649" y="549694"/>
                  </a:lnTo>
                  <a:lnTo>
                    <a:pt x="1105649" y="759523"/>
                  </a:lnTo>
                  <a:lnTo>
                    <a:pt x="2307285" y="759523"/>
                  </a:lnTo>
                  <a:lnTo>
                    <a:pt x="2307285" y="549694"/>
                  </a:lnTo>
                  <a:lnTo>
                    <a:pt x="2307285" y="243624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163823" y="9795160"/>
              <a:ext cx="607060" cy="253365"/>
            </a:xfrm>
            <a:custGeom>
              <a:avLst/>
              <a:gdLst/>
              <a:ahLst/>
              <a:cxnLst/>
              <a:rect l="l" t="t" r="r" b="b"/>
              <a:pathLst>
                <a:path w="607059" h="253365">
                  <a:moveTo>
                    <a:pt x="142201" y="0"/>
                  </a:moveTo>
                  <a:lnTo>
                    <a:pt x="0" y="0"/>
                  </a:lnTo>
                  <a:lnTo>
                    <a:pt x="0" y="253174"/>
                  </a:lnTo>
                  <a:lnTo>
                    <a:pt x="142201" y="253174"/>
                  </a:lnTo>
                  <a:lnTo>
                    <a:pt x="142201" y="0"/>
                  </a:lnTo>
                  <a:close/>
                </a:path>
                <a:path w="607059" h="253365">
                  <a:moveTo>
                    <a:pt x="374459" y="0"/>
                  </a:moveTo>
                  <a:lnTo>
                    <a:pt x="232244" y="0"/>
                  </a:lnTo>
                  <a:lnTo>
                    <a:pt x="232244" y="253174"/>
                  </a:lnTo>
                  <a:lnTo>
                    <a:pt x="374459" y="253174"/>
                  </a:lnTo>
                  <a:lnTo>
                    <a:pt x="374459" y="0"/>
                  </a:lnTo>
                  <a:close/>
                </a:path>
                <a:path w="607059" h="253365">
                  <a:moveTo>
                    <a:pt x="606729" y="0"/>
                  </a:moveTo>
                  <a:lnTo>
                    <a:pt x="464515" y="0"/>
                  </a:lnTo>
                  <a:lnTo>
                    <a:pt x="464515" y="253174"/>
                  </a:lnTo>
                  <a:lnTo>
                    <a:pt x="606729" y="253174"/>
                  </a:lnTo>
                  <a:lnTo>
                    <a:pt x="6067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0000869" y="9558356"/>
              <a:ext cx="2201545" cy="462280"/>
            </a:xfrm>
            <a:custGeom>
              <a:avLst/>
              <a:gdLst/>
              <a:ahLst/>
              <a:cxnLst/>
              <a:rect l="l" t="t" r="r" b="b"/>
              <a:pathLst>
                <a:path w="2201545" h="462279">
                  <a:moveTo>
                    <a:pt x="56883" y="278993"/>
                  </a:moveTo>
                  <a:lnTo>
                    <a:pt x="0" y="278993"/>
                  </a:lnTo>
                  <a:lnTo>
                    <a:pt x="0" y="461848"/>
                  </a:lnTo>
                  <a:lnTo>
                    <a:pt x="56883" y="461848"/>
                  </a:lnTo>
                  <a:lnTo>
                    <a:pt x="56883" y="278993"/>
                  </a:lnTo>
                  <a:close/>
                </a:path>
                <a:path w="2201545" h="462279">
                  <a:moveTo>
                    <a:pt x="56883" y="0"/>
                  </a:moveTo>
                  <a:lnTo>
                    <a:pt x="0" y="0"/>
                  </a:lnTo>
                  <a:lnTo>
                    <a:pt x="0" y="182854"/>
                  </a:lnTo>
                  <a:lnTo>
                    <a:pt x="56883" y="182854"/>
                  </a:lnTo>
                  <a:lnTo>
                    <a:pt x="56883" y="0"/>
                  </a:lnTo>
                  <a:close/>
                </a:path>
                <a:path w="2201545" h="462279">
                  <a:moveTo>
                    <a:pt x="1606042" y="236804"/>
                  </a:moveTo>
                  <a:lnTo>
                    <a:pt x="1122565" y="236804"/>
                  </a:lnTo>
                  <a:lnTo>
                    <a:pt x="1122565" y="321208"/>
                  </a:lnTo>
                  <a:lnTo>
                    <a:pt x="1606042" y="321208"/>
                  </a:lnTo>
                  <a:lnTo>
                    <a:pt x="1606042" y="236804"/>
                  </a:lnTo>
                  <a:close/>
                </a:path>
                <a:path w="2201545" h="462279">
                  <a:moveTo>
                    <a:pt x="1606042" y="119557"/>
                  </a:moveTo>
                  <a:lnTo>
                    <a:pt x="1122565" y="119557"/>
                  </a:lnTo>
                  <a:lnTo>
                    <a:pt x="1122565" y="203962"/>
                  </a:lnTo>
                  <a:lnTo>
                    <a:pt x="1606042" y="203962"/>
                  </a:lnTo>
                  <a:lnTo>
                    <a:pt x="1606042" y="119557"/>
                  </a:lnTo>
                  <a:close/>
                </a:path>
                <a:path w="2201545" h="462279">
                  <a:moveTo>
                    <a:pt x="2201481" y="236804"/>
                  </a:moveTo>
                  <a:lnTo>
                    <a:pt x="1718017" y="236804"/>
                  </a:lnTo>
                  <a:lnTo>
                    <a:pt x="1718017" y="321208"/>
                  </a:lnTo>
                  <a:lnTo>
                    <a:pt x="2201481" y="321208"/>
                  </a:lnTo>
                  <a:lnTo>
                    <a:pt x="2201481" y="236804"/>
                  </a:lnTo>
                  <a:close/>
                </a:path>
                <a:path w="2201545" h="462279">
                  <a:moveTo>
                    <a:pt x="2201481" y="119557"/>
                  </a:moveTo>
                  <a:lnTo>
                    <a:pt x="1718017" y="119557"/>
                  </a:lnTo>
                  <a:lnTo>
                    <a:pt x="1718017" y="203962"/>
                  </a:lnTo>
                  <a:lnTo>
                    <a:pt x="2201481" y="203962"/>
                  </a:lnTo>
                  <a:lnTo>
                    <a:pt x="2201481" y="119557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0777652" y="8823509"/>
              <a:ext cx="1049020" cy="1245235"/>
            </a:xfrm>
            <a:custGeom>
              <a:avLst/>
              <a:gdLst/>
              <a:ahLst/>
              <a:cxnLst/>
              <a:rect l="l" t="t" r="r" b="b"/>
              <a:pathLst>
                <a:path w="1049020" h="1245234">
                  <a:moveTo>
                    <a:pt x="280250" y="1103960"/>
                  </a:moveTo>
                  <a:lnTo>
                    <a:pt x="95377" y="1103960"/>
                  </a:lnTo>
                  <a:lnTo>
                    <a:pt x="95377" y="1244612"/>
                  </a:lnTo>
                  <a:lnTo>
                    <a:pt x="280250" y="1244612"/>
                  </a:lnTo>
                  <a:lnTo>
                    <a:pt x="280250" y="1103960"/>
                  </a:lnTo>
                  <a:close/>
                </a:path>
                <a:path w="1049020" h="1245234">
                  <a:moveTo>
                    <a:pt x="280250" y="943533"/>
                  </a:moveTo>
                  <a:lnTo>
                    <a:pt x="95377" y="943533"/>
                  </a:lnTo>
                  <a:lnTo>
                    <a:pt x="95377" y="1084173"/>
                  </a:lnTo>
                  <a:lnTo>
                    <a:pt x="280250" y="1084173"/>
                  </a:lnTo>
                  <a:lnTo>
                    <a:pt x="280250" y="943533"/>
                  </a:lnTo>
                  <a:close/>
                </a:path>
                <a:path w="1049020" h="1245234">
                  <a:moveTo>
                    <a:pt x="280250" y="784085"/>
                  </a:moveTo>
                  <a:lnTo>
                    <a:pt x="95377" y="784085"/>
                  </a:lnTo>
                  <a:lnTo>
                    <a:pt x="95377" y="924725"/>
                  </a:lnTo>
                  <a:lnTo>
                    <a:pt x="280250" y="924725"/>
                  </a:lnTo>
                  <a:lnTo>
                    <a:pt x="280250" y="784085"/>
                  </a:lnTo>
                  <a:close/>
                </a:path>
                <a:path w="1049020" h="1245234">
                  <a:moveTo>
                    <a:pt x="280250" y="623595"/>
                  </a:moveTo>
                  <a:lnTo>
                    <a:pt x="95377" y="623595"/>
                  </a:lnTo>
                  <a:lnTo>
                    <a:pt x="95377" y="764247"/>
                  </a:lnTo>
                  <a:lnTo>
                    <a:pt x="280250" y="764247"/>
                  </a:lnTo>
                  <a:lnTo>
                    <a:pt x="280250" y="623595"/>
                  </a:lnTo>
                  <a:close/>
                </a:path>
                <a:path w="1049020" h="1245234">
                  <a:moveTo>
                    <a:pt x="280250" y="463169"/>
                  </a:moveTo>
                  <a:lnTo>
                    <a:pt x="95377" y="463169"/>
                  </a:lnTo>
                  <a:lnTo>
                    <a:pt x="95377" y="603821"/>
                  </a:lnTo>
                  <a:lnTo>
                    <a:pt x="280250" y="603821"/>
                  </a:lnTo>
                  <a:lnTo>
                    <a:pt x="280250" y="463169"/>
                  </a:lnTo>
                  <a:close/>
                </a:path>
                <a:path w="1049020" h="1245234">
                  <a:moveTo>
                    <a:pt x="280250" y="302691"/>
                  </a:moveTo>
                  <a:lnTo>
                    <a:pt x="95377" y="302691"/>
                  </a:lnTo>
                  <a:lnTo>
                    <a:pt x="95377" y="443318"/>
                  </a:lnTo>
                  <a:lnTo>
                    <a:pt x="280250" y="443318"/>
                  </a:lnTo>
                  <a:lnTo>
                    <a:pt x="280250" y="302691"/>
                  </a:lnTo>
                  <a:close/>
                </a:path>
                <a:path w="1049020" h="1245234">
                  <a:moveTo>
                    <a:pt x="280250" y="142252"/>
                  </a:moveTo>
                  <a:lnTo>
                    <a:pt x="95377" y="142252"/>
                  </a:lnTo>
                  <a:lnTo>
                    <a:pt x="95377" y="282892"/>
                  </a:lnTo>
                  <a:lnTo>
                    <a:pt x="280250" y="282892"/>
                  </a:lnTo>
                  <a:lnTo>
                    <a:pt x="280250" y="142252"/>
                  </a:lnTo>
                  <a:close/>
                </a:path>
                <a:path w="1049020" h="1245234">
                  <a:moveTo>
                    <a:pt x="504621" y="623595"/>
                  </a:moveTo>
                  <a:lnTo>
                    <a:pt x="319760" y="623595"/>
                  </a:lnTo>
                  <a:lnTo>
                    <a:pt x="319760" y="681355"/>
                  </a:lnTo>
                  <a:lnTo>
                    <a:pt x="319760" y="764247"/>
                  </a:lnTo>
                  <a:lnTo>
                    <a:pt x="391071" y="764247"/>
                  </a:lnTo>
                  <a:lnTo>
                    <a:pt x="391071" y="681355"/>
                  </a:lnTo>
                  <a:lnTo>
                    <a:pt x="447954" y="681355"/>
                  </a:lnTo>
                  <a:lnTo>
                    <a:pt x="447954" y="764247"/>
                  </a:lnTo>
                  <a:lnTo>
                    <a:pt x="504621" y="764247"/>
                  </a:lnTo>
                  <a:lnTo>
                    <a:pt x="504621" y="681355"/>
                  </a:lnTo>
                  <a:lnTo>
                    <a:pt x="504621" y="623595"/>
                  </a:lnTo>
                  <a:close/>
                </a:path>
                <a:path w="1049020" h="1245234">
                  <a:moveTo>
                    <a:pt x="504621" y="463169"/>
                  </a:moveTo>
                  <a:lnTo>
                    <a:pt x="319760" y="463169"/>
                  </a:lnTo>
                  <a:lnTo>
                    <a:pt x="319760" y="526288"/>
                  </a:lnTo>
                  <a:lnTo>
                    <a:pt x="319760" y="603821"/>
                  </a:lnTo>
                  <a:lnTo>
                    <a:pt x="504621" y="603821"/>
                  </a:lnTo>
                  <a:lnTo>
                    <a:pt x="504621" y="526288"/>
                  </a:lnTo>
                  <a:lnTo>
                    <a:pt x="504621" y="463169"/>
                  </a:lnTo>
                  <a:close/>
                </a:path>
                <a:path w="1049020" h="1245234">
                  <a:moveTo>
                    <a:pt x="504621" y="302691"/>
                  </a:moveTo>
                  <a:lnTo>
                    <a:pt x="319760" y="302691"/>
                  </a:lnTo>
                  <a:lnTo>
                    <a:pt x="319760" y="443318"/>
                  </a:lnTo>
                  <a:lnTo>
                    <a:pt x="504621" y="443318"/>
                  </a:lnTo>
                  <a:lnTo>
                    <a:pt x="504621" y="302691"/>
                  </a:lnTo>
                  <a:close/>
                </a:path>
                <a:path w="1049020" h="1245234">
                  <a:moveTo>
                    <a:pt x="504621" y="142252"/>
                  </a:moveTo>
                  <a:lnTo>
                    <a:pt x="319760" y="142252"/>
                  </a:lnTo>
                  <a:lnTo>
                    <a:pt x="319760" y="282854"/>
                  </a:lnTo>
                  <a:lnTo>
                    <a:pt x="504621" y="282854"/>
                  </a:lnTo>
                  <a:lnTo>
                    <a:pt x="504621" y="142252"/>
                  </a:lnTo>
                  <a:close/>
                </a:path>
                <a:path w="1049020" h="1245234">
                  <a:moveTo>
                    <a:pt x="729018" y="681355"/>
                  </a:moveTo>
                  <a:lnTo>
                    <a:pt x="544106" y="681355"/>
                  </a:lnTo>
                  <a:lnTo>
                    <a:pt x="544106" y="764247"/>
                  </a:lnTo>
                  <a:lnTo>
                    <a:pt x="729018" y="764247"/>
                  </a:lnTo>
                  <a:lnTo>
                    <a:pt x="729018" y="681355"/>
                  </a:lnTo>
                  <a:close/>
                </a:path>
                <a:path w="1049020" h="1245234">
                  <a:moveTo>
                    <a:pt x="729018" y="463169"/>
                  </a:moveTo>
                  <a:lnTo>
                    <a:pt x="544106" y="463169"/>
                  </a:lnTo>
                  <a:lnTo>
                    <a:pt x="544106" y="526288"/>
                  </a:lnTo>
                  <a:lnTo>
                    <a:pt x="729018" y="526288"/>
                  </a:lnTo>
                  <a:lnTo>
                    <a:pt x="729018" y="463169"/>
                  </a:lnTo>
                  <a:close/>
                </a:path>
                <a:path w="1049020" h="1245234">
                  <a:moveTo>
                    <a:pt x="729018" y="302691"/>
                  </a:moveTo>
                  <a:lnTo>
                    <a:pt x="544118" y="302691"/>
                  </a:lnTo>
                  <a:lnTo>
                    <a:pt x="544118" y="443318"/>
                  </a:lnTo>
                  <a:lnTo>
                    <a:pt x="729018" y="443318"/>
                  </a:lnTo>
                  <a:lnTo>
                    <a:pt x="729018" y="302691"/>
                  </a:lnTo>
                  <a:close/>
                </a:path>
                <a:path w="1049020" h="1245234">
                  <a:moveTo>
                    <a:pt x="729018" y="142252"/>
                  </a:moveTo>
                  <a:lnTo>
                    <a:pt x="544118" y="142252"/>
                  </a:lnTo>
                  <a:lnTo>
                    <a:pt x="544118" y="282892"/>
                  </a:lnTo>
                  <a:lnTo>
                    <a:pt x="729018" y="282892"/>
                  </a:lnTo>
                  <a:lnTo>
                    <a:pt x="729018" y="142252"/>
                  </a:lnTo>
                  <a:close/>
                </a:path>
                <a:path w="1049020" h="1245234">
                  <a:moveTo>
                    <a:pt x="953363" y="681355"/>
                  </a:moveTo>
                  <a:lnTo>
                    <a:pt x="768489" y="681355"/>
                  </a:lnTo>
                  <a:lnTo>
                    <a:pt x="768489" y="764247"/>
                  </a:lnTo>
                  <a:lnTo>
                    <a:pt x="953363" y="764247"/>
                  </a:lnTo>
                  <a:lnTo>
                    <a:pt x="953363" y="681355"/>
                  </a:lnTo>
                  <a:close/>
                </a:path>
                <a:path w="1049020" h="1245234">
                  <a:moveTo>
                    <a:pt x="953363" y="463169"/>
                  </a:moveTo>
                  <a:lnTo>
                    <a:pt x="768489" y="463169"/>
                  </a:lnTo>
                  <a:lnTo>
                    <a:pt x="768489" y="526288"/>
                  </a:lnTo>
                  <a:lnTo>
                    <a:pt x="953363" y="526288"/>
                  </a:lnTo>
                  <a:lnTo>
                    <a:pt x="953363" y="463169"/>
                  </a:lnTo>
                  <a:close/>
                </a:path>
                <a:path w="1049020" h="1245234">
                  <a:moveTo>
                    <a:pt x="953363" y="302691"/>
                  </a:moveTo>
                  <a:lnTo>
                    <a:pt x="768489" y="302691"/>
                  </a:lnTo>
                  <a:lnTo>
                    <a:pt x="768489" y="443318"/>
                  </a:lnTo>
                  <a:lnTo>
                    <a:pt x="953363" y="443318"/>
                  </a:lnTo>
                  <a:lnTo>
                    <a:pt x="953363" y="302691"/>
                  </a:lnTo>
                  <a:close/>
                </a:path>
                <a:path w="1049020" h="1245234">
                  <a:moveTo>
                    <a:pt x="953363" y="142252"/>
                  </a:moveTo>
                  <a:lnTo>
                    <a:pt x="768489" y="142252"/>
                  </a:lnTo>
                  <a:lnTo>
                    <a:pt x="768489" y="282892"/>
                  </a:lnTo>
                  <a:lnTo>
                    <a:pt x="953363" y="282892"/>
                  </a:lnTo>
                  <a:lnTo>
                    <a:pt x="953363" y="142252"/>
                  </a:lnTo>
                  <a:close/>
                </a:path>
                <a:path w="1049020" h="1245234">
                  <a:moveTo>
                    <a:pt x="1048778" y="0"/>
                  </a:moveTo>
                  <a:lnTo>
                    <a:pt x="0" y="0"/>
                  </a:lnTo>
                  <a:lnTo>
                    <a:pt x="0" y="77355"/>
                  </a:lnTo>
                  <a:lnTo>
                    <a:pt x="1048778" y="77355"/>
                  </a:lnTo>
                  <a:lnTo>
                    <a:pt x="1048778" y="0"/>
                  </a:lnTo>
                  <a:close/>
                </a:path>
              </a:pathLst>
            </a:custGeom>
            <a:solidFill>
              <a:srgbClr val="ACDB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1123431" y="9349788"/>
              <a:ext cx="1079500" cy="155575"/>
            </a:xfrm>
            <a:custGeom>
              <a:avLst/>
              <a:gdLst/>
              <a:ahLst/>
              <a:cxnLst/>
              <a:rect l="l" t="t" r="r" b="b"/>
              <a:pathLst>
                <a:path w="1079500" h="155575">
                  <a:moveTo>
                    <a:pt x="1078930" y="0"/>
                  </a:moveTo>
                  <a:lnTo>
                    <a:pt x="0" y="0"/>
                  </a:lnTo>
                  <a:lnTo>
                    <a:pt x="0" y="155063"/>
                  </a:lnTo>
                  <a:lnTo>
                    <a:pt x="1078930" y="155063"/>
                  </a:lnTo>
                  <a:lnTo>
                    <a:pt x="1078930" y="0"/>
                  </a:lnTo>
                  <a:close/>
                </a:path>
              </a:pathLst>
            </a:custGeom>
            <a:solidFill>
              <a:srgbClr val="BCD7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1123422" y="9927469"/>
              <a:ext cx="1079500" cy="183515"/>
            </a:xfrm>
            <a:custGeom>
              <a:avLst/>
              <a:gdLst/>
              <a:ahLst/>
              <a:cxnLst/>
              <a:rect l="l" t="t" r="r" b="b"/>
              <a:pathLst>
                <a:path w="1079500" h="183515">
                  <a:moveTo>
                    <a:pt x="123520" y="1320"/>
                  </a:moveTo>
                  <a:lnTo>
                    <a:pt x="0" y="1320"/>
                  </a:lnTo>
                  <a:lnTo>
                    <a:pt x="0" y="183019"/>
                  </a:lnTo>
                  <a:lnTo>
                    <a:pt x="123520" y="183019"/>
                  </a:lnTo>
                  <a:lnTo>
                    <a:pt x="123520" y="1320"/>
                  </a:lnTo>
                  <a:close/>
                </a:path>
                <a:path w="1079500" h="183515">
                  <a:moveTo>
                    <a:pt x="363486" y="0"/>
                  </a:moveTo>
                  <a:lnTo>
                    <a:pt x="178612" y="0"/>
                  </a:lnTo>
                  <a:lnTo>
                    <a:pt x="178612" y="140652"/>
                  </a:lnTo>
                  <a:lnTo>
                    <a:pt x="363486" y="140652"/>
                  </a:lnTo>
                  <a:lnTo>
                    <a:pt x="363486" y="0"/>
                  </a:lnTo>
                  <a:close/>
                </a:path>
                <a:path w="1079500" h="183515">
                  <a:moveTo>
                    <a:pt x="601967" y="0"/>
                  </a:moveTo>
                  <a:lnTo>
                    <a:pt x="417106" y="0"/>
                  </a:lnTo>
                  <a:lnTo>
                    <a:pt x="417106" y="140652"/>
                  </a:lnTo>
                  <a:lnTo>
                    <a:pt x="601967" y="140652"/>
                  </a:lnTo>
                  <a:lnTo>
                    <a:pt x="601967" y="0"/>
                  </a:lnTo>
                  <a:close/>
                </a:path>
                <a:path w="1079500" h="183515">
                  <a:moveTo>
                    <a:pt x="840473" y="50"/>
                  </a:moveTo>
                  <a:lnTo>
                    <a:pt x="655599" y="50"/>
                  </a:lnTo>
                  <a:lnTo>
                    <a:pt x="655599" y="140652"/>
                  </a:lnTo>
                  <a:lnTo>
                    <a:pt x="840473" y="140652"/>
                  </a:lnTo>
                  <a:lnTo>
                    <a:pt x="840473" y="50"/>
                  </a:lnTo>
                  <a:close/>
                </a:path>
                <a:path w="1079500" h="183515">
                  <a:moveTo>
                    <a:pt x="1078928" y="0"/>
                  </a:moveTo>
                  <a:lnTo>
                    <a:pt x="894054" y="0"/>
                  </a:lnTo>
                  <a:lnTo>
                    <a:pt x="894054" y="140652"/>
                  </a:lnTo>
                  <a:lnTo>
                    <a:pt x="1078928" y="140652"/>
                  </a:lnTo>
                  <a:lnTo>
                    <a:pt x="1078928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2100186" y="9504852"/>
              <a:ext cx="57150" cy="118110"/>
            </a:xfrm>
            <a:custGeom>
              <a:avLst/>
              <a:gdLst/>
              <a:ahLst/>
              <a:cxnLst/>
              <a:rect l="l" t="t" r="r" b="b"/>
              <a:pathLst>
                <a:path w="57150" h="118109">
                  <a:moveTo>
                    <a:pt x="56877" y="0"/>
                  </a:moveTo>
                  <a:lnTo>
                    <a:pt x="0" y="0"/>
                  </a:lnTo>
                  <a:lnTo>
                    <a:pt x="0" y="117849"/>
                  </a:lnTo>
                  <a:lnTo>
                    <a:pt x="56877" y="117849"/>
                  </a:lnTo>
                  <a:lnTo>
                    <a:pt x="56877" y="0"/>
                  </a:lnTo>
                  <a:close/>
                </a:path>
              </a:pathLst>
            </a:custGeom>
            <a:solidFill>
              <a:srgbClr val="8ECE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9796487" y="10110477"/>
              <a:ext cx="2578735" cy="56515"/>
            </a:xfrm>
            <a:custGeom>
              <a:avLst/>
              <a:gdLst/>
              <a:ahLst/>
              <a:cxnLst/>
              <a:rect l="l" t="t" r="r" b="b"/>
              <a:pathLst>
                <a:path w="2578734" h="56515">
                  <a:moveTo>
                    <a:pt x="2578633" y="0"/>
                  </a:moveTo>
                  <a:lnTo>
                    <a:pt x="0" y="0"/>
                  </a:lnTo>
                  <a:lnTo>
                    <a:pt x="0" y="56270"/>
                  </a:lnTo>
                  <a:lnTo>
                    <a:pt x="2578633" y="56270"/>
                  </a:lnTo>
                  <a:lnTo>
                    <a:pt x="257863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1168728" y="9504852"/>
              <a:ext cx="57150" cy="118110"/>
            </a:xfrm>
            <a:custGeom>
              <a:avLst/>
              <a:gdLst/>
              <a:ahLst/>
              <a:cxnLst/>
              <a:rect l="l" t="t" r="r" b="b"/>
              <a:pathLst>
                <a:path w="57150" h="118109">
                  <a:moveTo>
                    <a:pt x="56888" y="0"/>
                  </a:moveTo>
                  <a:lnTo>
                    <a:pt x="0" y="0"/>
                  </a:lnTo>
                  <a:lnTo>
                    <a:pt x="0" y="117849"/>
                  </a:lnTo>
                  <a:lnTo>
                    <a:pt x="56888" y="117849"/>
                  </a:lnTo>
                  <a:lnTo>
                    <a:pt x="56888" y="0"/>
                  </a:lnTo>
                  <a:close/>
                </a:path>
              </a:pathLst>
            </a:custGeom>
            <a:solidFill>
              <a:srgbClr val="8ECE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/>
          <p:nvPr/>
        </p:nvSpPr>
        <p:spPr>
          <a:xfrm>
            <a:off x="15255899" y="6335594"/>
            <a:ext cx="120650" cy="686435"/>
          </a:xfrm>
          <a:custGeom>
            <a:avLst/>
            <a:gdLst/>
            <a:ahLst/>
            <a:cxnLst/>
            <a:rect l="l" t="t" r="r" b="b"/>
            <a:pathLst>
              <a:path w="120650" h="686434">
                <a:moveTo>
                  <a:pt x="0" y="0"/>
                </a:moveTo>
                <a:lnTo>
                  <a:pt x="0" y="686356"/>
                </a:lnTo>
                <a:lnTo>
                  <a:pt x="120614" y="686356"/>
                </a:lnTo>
                <a:lnTo>
                  <a:pt x="120614" y="119294"/>
                </a:lnTo>
                <a:lnTo>
                  <a:pt x="0" y="0"/>
                </a:lnTo>
                <a:close/>
              </a:path>
            </a:pathLst>
          </a:custGeom>
          <a:solidFill>
            <a:srgbClr val="ACDBB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6" name="object 16" descr=""/>
          <p:cNvGrpSpPr/>
          <p:nvPr/>
        </p:nvGrpSpPr>
        <p:grpSpPr>
          <a:xfrm>
            <a:off x="13096732" y="4378850"/>
            <a:ext cx="2159635" cy="2604770"/>
            <a:chOff x="13096732" y="4378850"/>
            <a:chExt cx="2159635" cy="2604770"/>
          </a:xfrm>
        </p:grpSpPr>
        <p:sp>
          <p:nvSpPr>
            <p:cNvPr id="17" name="object 17" descr=""/>
            <p:cNvSpPr/>
            <p:nvPr/>
          </p:nvSpPr>
          <p:spPr>
            <a:xfrm>
              <a:off x="13715320" y="5731458"/>
              <a:ext cx="723265" cy="197485"/>
            </a:xfrm>
            <a:custGeom>
              <a:avLst/>
              <a:gdLst/>
              <a:ahLst/>
              <a:cxnLst/>
              <a:rect l="l" t="t" r="r" b="b"/>
              <a:pathLst>
                <a:path w="723265" h="197485">
                  <a:moveTo>
                    <a:pt x="722888" y="0"/>
                  </a:moveTo>
                  <a:lnTo>
                    <a:pt x="0" y="0"/>
                  </a:lnTo>
                  <a:lnTo>
                    <a:pt x="0" y="196904"/>
                  </a:lnTo>
                  <a:lnTo>
                    <a:pt x="722888" y="196904"/>
                  </a:lnTo>
                  <a:lnTo>
                    <a:pt x="722888" y="0"/>
                  </a:lnTo>
                  <a:close/>
                </a:path>
              </a:pathLst>
            </a:custGeom>
            <a:solidFill>
              <a:srgbClr val="ACDB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3096732" y="5042254"/>
              <a:ext cx="619125" cy="1941195"/>
            </a:xfrm>
            <a:custGeom>
              <a:avLst/>
              <a:gdLst/>
              <a:ahLst/>
              <a:cxnLst/>
              <a:rect l="l" t="t" r="r" b="b"/>
              <a:pathLst>
                <a:path w="619125" h="1941195">
                  <a:moveTo>
                    <a:pt x="0" y="1941008"/>
                  </a:moveTo>
                  <a:lnTo>
                    <a:pt x="618588" y="1941008"/>
                  </a:lnTo>
                  <a:lnTo>
                    <a:pt x="618588" y="0"/>
                  </a:lnTo>
                  <a:lnTo>
                    <a:pt x="0" y="0"/>
                  </a:lnTo>
                  <a:lnTo>
                    <a:pt x="0" y="1941008"/>
                  </a:lnTo>
                  <a:close/>
                </a:path>
              </a:pathLst>
            </a:custGeom>
            <a:solidFill>
              <a:srgbClr val="C5DD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3139382" y="5431402"/>
              <a:ext cx="533400" cy="1501775"/>
            </a:xfrm>
            <a:custGeom>
              <a:avLst/>
              <a:gdLst/>
              <a:ahLst/>
              <a:cxnLst/>
              <a:rect l="l" t="t" r="r" b="b"/>
              <a:pathLst>
                <a:path w="533400" h="1501775">
                  <a:moveTo>
                    <a:pt x="142201" y="1248308"/>
                  </a:moveTo>
                  <a:lnTo>
                    <a:pt x="12" y="1248308"/>
                  </a:lnTo>
                  <a:lnTo>
                    <a:pt x="12" y="1501482"/>
                  </a:lnTo>
                  <a:lnTo>
                    <a:pt x="142201" y="1501482"/>
                  </a:lnTo>
                  <a:lnTo>
                    <a:pt x="142201" y="1248308"/>
                  </a:lnTo>
                  <a:close/>
                </a:path>
                <a:path w="533400" h="1501775">
                  <a:moveTo>
                    <a:pt x="336575" y="1128750"/>
                  </a:moveTo>
                  <a:lnTo>
                    <a:pt x="0" y="1128750"/>
                  </a:lnTo>
                  <a:lnTo>
                    <a:pt x="0" y="1213129"/>
                  </a:lnTo>
                  <a:lnTo>
                    <a:pt x="336575" y="1213129"/>
                  </a:lnTo>
                  <a:lnTo>
                    <a:pt x="336575" y="1128750"/>
                  </a:lnTo>
                  <a:close/>
                </a:path>
                <a:path w="533400" h="1501775">
                  <a:moveTo>
                    <a:pt x="336575" y="967498"/>
                  </a:moveTo>
                  <a:lnTo>
                    <a:pt x="0" y="967498"/>
                  </a:lnTo>
                  <a:lnTo>
                    <a:pt x="0" y="1051877"/>
                  </a:lnTo>
                  <a:lnTo>
                    <a:pt x="336575" y="1051877"/>
                  </a:lnTo>
                  <a:lnTo>
                    <a:pt x="336575" y="967498"/>
                  </a:lnTo>
                  <a:close/>
                </a:path>
                <a:path w="533400" h="1501775">
                  <a:moveTo>
                    <a:pt x="337743" y="1248308"/>
                  </a:moveTo>
                  <a:lnTo>
                    <a:pt x="195541" y="1248308"/>
                  </a:lnTo>
                  <a:lnTo>
                    <a:pt x="195541" y="1501482"/>
                  </a:lnTo>
                  <a:lnTo>
                    <a:pt x="337743" y="1501482"/>
                  </a:lnTo>
                  <a:lnTo>
                    <a:pt x="337743" y="1248308"/>
                  </a:lnTo>
                  <a:close/>
                </a:path>
                <a:path w="533400" h="1501775">
                  <a:moveTo>
                    <a:pt x="533273" y="818134"/>
                  </a:moveTo>
                  <a:lnTo>
                    <a:pt x="286804" y="818134"/>
                  </a:lnTo>
                  <a:lnTo>
                    <a:pt x="286804" y="806246"/>
                  </a:lnTo>
                  <a:lnTo>
                    <a:pt x="0" y="806246"/>
                  </a:lnTo>
                  <a:lnTo>
                    <a:pt x="0" y="818134"/>
                  </a:lnTo>
                  <a:lnTo>
                    <a:pt x="0" y="822845"/>
                  </a:lnTo>
                  <a:lnTo>
                    <a:pt x="0" y="890625"/>
                  </a:lnTo>
                  <a:lnTo>
                    <a:pt x="533273" y="890625"/>
                  </a:lnTo>
                  <a:lnTo>
                    <a:pt x="533273" y="822845"/>
                  </a:lnTo>
                  <a:lnTo>
                    <a:pt x="533273" y="818134"/>
                  </a:lnTo>
                  <a:close/>
                </a:path>
                <a:path w="533400" h="1501775">
                  <a:moveTo>
                    <a:pt x="533273" y="644969"/>
                  </a:moveTo>
                  <a:lnTo>
                    <a:pt x="0" y="644969"/>
                  </a:lnTo>
                  <a:lnTo>
                    <a:pt x="0" y="729373"/>
                  </a:lnTo>
                  <a:lnTo>
                    <a:pt x="533273" y="729373"/>
                  </a:lnTo>
                  <a:lnTo>
                    <a:pt x="533273" y="644969"/>
                  </a:lnTo>
                  <a:close/>
                </a:path>
                <a:path w="533400" h="1501775">
                  <a:moveTo>
                    <a:pt x="533273" y="483755"/>
                  </a:moveTo>
                  <a:lnTo>
                    <a:pt x="0" y="483755"/>
                  </a:lnTo>
                  <a:lnTo>
                    <a:pt x="0" y="568159"/>
                  </a:lnTo>
                  <a:lnTo>
                    <a:pt x="533273" y="568159"/>
                  </a:lnTo>
                  <a:lnTo>
                    <a:pt x="533273" y="483755"/>
                  </a:lnTo>
                  <a:close/>
                </a:path>
                <a:path w="533400" h="1501775">
                  <a:moveTo>
                    <a:pt x="533273" y="322503"/>
                  </a:moveTo>
                  <a:lnTo>
                    <a:pt x="0" y="322503"/>
                  </a:lnTo>
                  <a:lnTo>
                    <a:pt x="0" y="406882"/>
                  </a:lnTo>
                  <a:lnTo>
                    <a:pt x="533273" y="406882"/>
                  </a:lnTo>
                  <a:lnTo>
                    <a:pt x="533273" y="322503"/>
                  </a:lnTo>
                  <a:close/>
                </a:path>
                <a:path w="533400" h="1501775">
                  <a:moveTo>
                    <a:pt x="533273" y="161239"/>
                  </a:moveTo>
                  <a:lnTo>
                    <a:pt x="0" y="161239"/>
                  </a:lnTo>
                  <a:lnTo>
                    <a:pt x="0" y="245630"/>
                  </a:lnTo>
                  <a:lnTo>
                    <a:pt x="533273" y="245630"/>
                  </a:lnTo>
                  <a:lnTo>
                    <a:pt x="533273" y="161239"/>
                  </a:lnTo>
                  <a:close/>
                </a:path>
                <a:path w="533400" h="1501775">
                  <a:moveTo>
                    <a:pt x="533273" y="0"/>
                  </a:moveTo>
                  <a:lnTo>
                    <a:pt x="0" y="0"/>
                  </a:lnTo>
                  <a:lnTo>
                    <a:pt x="0" y="84378"/>
                  </a:lnTo>
                  <a:lnTo>
                    <a:pt x="533273" y="84378"/>
                  </a:lnTo>
                  <a:lnTo>
                    <a:pt x="533273" y="0"/>
                  </a:lnTo>
                  <a:close/>
                </a:path>
              </a:pathLst>
            </a:custGeom>
            <a:solidFill>
              <a:srgbClr val="BAED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3238937" y="4813696"/>
              <a:ext cx="334645" cy="228600"/>
            </a:xfrm>
            <a:custGeom>
              <a:avLst/>
              <a:gdLst/>
              <a:ahLst/>
              <a:cxnLst/>
              <a:rect l="l" t="t" r="r" b="b"/>
              <a:pathLst>
                <a:path w="334644" h="228600">
                  <a:moveTo>
                    <a:pt x="0" y="228558"/>
                  </a:moveTo>
                  <a:lnTo>
                    <a:pt x="334188" y="228558"/>
                  </a:lnTo>
                  <a:lnTo>
                    <a:pt x="334188" y="0"/>
                  </a:lnTo>
                  <a:lnTo>
                    <a:pt x="0" y="0"/>
                  </a:lnTo>
                  <a:lnTo>
                    <a:pt x="0" y="228558"/>
                  </a:lnTo>
                  <a:close/>
                </a:path>
              </a:pathLst>
            </a:custGeom>
            <a:solidFill>
              <a:srgbClr val="C5DD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3186766" y="4378851"/>
              <a:ext cx="438784" cy="434975"/>
            </a:xfrm>
            <a:custGeom>
              <a:avLst/>
              <a:gdLst/>
              <a:ahLst/>
              <a:cxnLst/>
              <a:rect l="l" t="t" r="r" b="b"/>
              <a:pathLst>
                <a:path w="438784" h="434975">
                  <a:moveTo>
                    <a:pt x="438505" y="378587"/>
                  </a:moveTo>
                  <a:lnTo>
                    <a:pt x="367398" y="378587"/>
                  </a:lnTo>
                  <a:lnTo>
                    <a:pt x="367398" y="322326"/>
                  </a:lnTo>
                  <a:lnTo>
                    <a:pt x="233476" y="322326"/>
                  </a:lnTo>
                  <a:lnTo>
                    <a:pt x="233476" y="0"/>
                  </a:lnTo>
                  <a:lnTo>
                    <a:pt x="205028" y="0"/>
                  </a:lnTo>
                  <a:lnTo>
                    <a:pt x="205028" y="322326"/>
                  </a:lnTo>
                  <a:lnTo>
                    <a:pt x="71107" y="322326"/>
                  </a:lnTo>
                  <a:lnTo>
                    <a:pt x="71107" y="378587"/>
                  </a:lnTo>
                  <a:lnTo>
                    <a:pt x="0" y="378587"/>
                  </a:lnTo>
                  <a:lnTo>
                    <a:pt x="0" y="434848"/>
                  </a:lnTo>
                  <a:lnTo>
                    <a:pt x="438505" y="434848"/>
                  </a:lnTo>
                  <a:lnTo>
                    <a:pt x="438505" y="378587"/>
                  </a:lnTo>
                  <a:close/>
                </a:path>
              </a:pathLst>
            </a:custGeom>
            <a:solidFill>
              <a:srgbClr val="BCD7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4438209" y="5518135"/>
              <a:ext cx="817880" cy="1465580"/>
            </a:xfrm>
            <a:custGeom>
              <a:avLst/>
              <a:gdLst/>
              <a:ahLst/>
              <a:cxnLst/>
              <a:rect l="l" t="t" r="r" b="b"/>
              <a:pathLst>
                <a:path w="817880" h="1465579">
                  <a:moveTo>
                    <a:pt x="0" y="1465128"/>
                  </a:moveTo>
                  <a:lnTo>
                    <a:pt x="817692" y="1465128"/>
                  </a:lnTo>
                  <a:lnTo>
                    <a:pt x="817692" y="0"/>
                  </a:lnTo>
                  <a:lnTo>
                    <a:pt x="0" y="0"/>
                  </a:lnTo>
                  <a:lnTo>
                    <a:pt x="0" y="1465128"/>
                  </a:lnTo>
                  <a:close/>
                </a:path>
              </a:pathLst>
            </a:custGeom>
            <a:solidFill>
              <a:srgbClr val="C5DD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3475958" y="6249536"/>
              <a:ext cx="1202055" cy="734060"/>
            </a:xfrm>
            <a:custGeom>
              <a:avLst/>
              <a:gdLst/>
              <a:ahLst/>
              <a:cxnLst/>
              <a:rect l="l" t="t" r="r" b="b"/>
              <a:pathLst>
                <a:path w="1202055" h="734059">
                  <a:moveTo>
                    <a:pt x="1201635" y="0"/>
                  </a:moveTo>
                  <a:lnTo>
                    <a:pt x="0" y="0"/>
                  </a:lnTo>
                  <a:lnTo>
                    <a:pt x="0" y="430161"/>
                  </a:lnTo>
                  <a:lnTo>
                    <a:pt x="0" y="733729"/>
                  </a:lnTo>
                  <a:lnTo>
                    <a:pt x="1201635" y="733729"/>
                  </a:lnTo>
                  <a:lnTo>
                    <a:pt x="1201635" y="430161"/>
                  </a:lnTo>
                  <a:lnTo>
                    <a:pt x="1201635" y="0"/>
                  </a:lnTo>
                  <a:close/>
                </a:path>
              </a:pathLst>
            </a:custGeom>
            <a:solidFill>
              <a:srgbClr val="D9EE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4499832" y="5593136"/>
              <a:ext cx="694690" cy="595630"/>
            </a:xfrm>
            <a:custGeom>
              <a:avLst/>
              <a:gdLst/>
              <a:ahLst/>
              <a:cxnLst/>
              <a:rect l="l" t="t" r="r" b="b"/>
              <a:pathLst>
                <a:path w="694690" h="595629">
                  <a:moveTo>
                    <a:pt x="71107" y="457593"/>
                  </a:moveTo>
                  <a:lnTo>
                    <a:pt x="0" y="457593"/>
                  </a:lnTo>
                  <a:lnTo>
                    <a:pt x="0" y="595439"/>
                  </a:lnTo>
                  <a:lnTo>
                    <a:pt x="71107" y="595439"/>
                  </a:lnTo>
                  <a:lnTo>
                    <a:pt x="71107" y="457593"/>
                  </a:lnTo>
                  <a:close/>
                </a:path>
                <a:path w="694690" h="595629">
                  <a:moveTo>
                    <a:pt x="71107" y="228815"/>
                  </a:moveTo>
                  <a:lnTo>
                    <a:pt x="0" y="228815"/>
                  </a:lnTo>
                  <a:lnTo>
                    <a:pt x="0" y="411670"/>
                  </a:lnTo>
                  <a:lnTo>
                    <a:pt x="71107" y="411670"/>
                  </a:lnTo>
                  <a:lnTo>
                    <a:pt x="71107" y="228815"/>
                  </a:lnTo>
                  <a:close/>
                </a:path>
                <a:path w="694690" h="595629">
                  <a:moveTo>
                    <a:pt x="71107" y="12"/>
                  </a:moveTo>
                  <a:lnTo>
                    <a:pt x="0" y="12"/>
                  </a:lnTo>
                  <a:lnTo>
                    <a:pt x="0" y="182854"/>
                  </a:lnTo>
                  <a:lnTo>
                    <a:pt x="71107" y="182854"/>
                  </a:lnTo>
                  <a:lnTo>
                    <a:pt x="71107" y="12"/>
                  </a:lnTo>
                  <a:close/>
                </a:path>
                <a:path w="694690" h="595629">
                  <a:moveTo>
                    <a:pt x="174980" y="228815"/>
                  </a:moveTo>
                  <a:lnTo>
                    <a:pt x="103873" y="228815"/>
                  </a:lnTo>
                  <a:lnTo>
                    <a:pt x="103873" y="411670"/>
                  </a:lnTo>
                  <a:lnTo>
                    <a:pt x="174980" y="411670"/>
                  </a:lnTo>
                  <a:lnTo>
                    <a:pt x="174980" y="228815"/>
                  </a:lnTo>
                  <a:close/>
                </a:path>
                <a:path w="694690" h="595629">
                  <a:moveTo>
                    <a:pt x="174980" y="12"/>
                  </a:moveTo>
                  <a:lnTo>
                    <a:pt x="103873" y="12"/>
                  </a:lnTo>
                  <a:lnTo>
                    <a:pt x="103873" y="182854"/>
                  </a:lnTo>
                  <a:lnTo>
                    <a:pt x="174980" y="182854"/>
                  </a:lnTo>
                  <a:lnTo>
                    <a:pt x="174980" y="12"/>
                  </a:lnTo>
                  <a:close/>
                </a:path>
                <a:path w="694690" h="595629">
                  <a:moveTo>
                    <a:pt x="278866" y="228777"/>
                  </a:moveTo>
                  <a:lnTo>
                    <a:pt x="207759" y="228777"/>
                  </a:lnTo>
                  <a:lnTo>
                    <a:pt x="207759" y="411670"/>
                  </a:lnTo>
                  <a:lnTo>
                    <a:pt x="278866" y="411670"/>
                  </a:lnTo>
                  <a:lnTo>
                    <a:pt x="278866" y="228777"/>
                  </a:lnTo>
                  <a:close/>
                </a:path>
                <a:path w="694690" h="595629">
                  <a:moveTo>
                    <a:pt x="278866" y="0"/>
                  </a:moveTo>
                  <a:lnTo>
                    <a:pt x="207759" y="0"/>
                  </a:lnTo>
                  <a:lnTo>
                    <a:pt x="207759" y="182854"/>
                  </a:lnTo>
                  <a:lnTo>
                    <a:pt x="278866" y="182854"/>
                  </a:lnTo>
                  <a:lnTo>
                    <a:pt x="278866" y="0"/>
                  </a:lnTo>
                  <a:close/>
                </a:path>
                <a:path w="694690" h="595629">
                  <a:moveTo>
                    <a:pt x="382752" y="228777"/>
                  </a:moveTo>
                  <a:lnTo>
                    <a:pt x="311645" y="228777"/>
                  </a:lnTo>
                  <a:lnTo>
                    <a:pt x="311645" y="411670"/>
                  </a:lnTo>
                  <a:lnTo>
                    <a:pt x="382752" y="411670"/>
                  </a:lnTo>
                  <a:lnTo>
                    <a:pt x="382752" y="228777"/>
                  </a:lnTo>
                  <a:close/>
                </a:path>
                <a:path w="694690" h="595629">
                  <a:moveTo>
                    <a:pt x="382752" y="0"/>
                  </a:moveTo>
                  <a:lnTo>
                    <a:pt x="311645" y="0"/>
                  </a:lnTo>
                  <a:lnTo>
                    <a:pt x="311645" y="182854"/>
                  </a:lnTo>
                  <a:lnTo>
                    <a:pt x="382752" y="182854"/>
                  </a:lnTo>
                  <a:lnTo>
                    <a:pt x="382752" y="0"/>
                  </a:lnTo>
                  <a:close/>
                </a:path>
                <a:path w="694690" h="595629">
                  <a:moveTo>
                    <a:pt x="486638" y="228777"/>
                  </a:moveTo>
                  <a:lnTo>
                    <a:pt x="415569" y="228777"/>
                  </a:lnTo>
                  <a:lnTo>
                    <a:pt x="415569" y="411670"/>
                  </a:lnTo>
                  <a:lnTo>
                    <a:pt x="486638" y="411670"/>
                  </a:lnTo>
                  <a:lnTo>
                    <a:pt x="486638" y="228777"/>
                  </a:lnTo>
                  <a:close/>
                </a:path>
                <a:path w="694690" h="595629">
                  <a:moveTo>
                    <a:pt x="486638" y="0"/>
                  </a:moveTo>
                  <a:lnTo>
                    <a:pt x="415569" y="0"/>
                  </a:lnTo>
                  <a:lnTo>
                    <a:pt x="415569" y="182854"/>
                  </a:lnTo>
                  <a:lnTo>
                    <a:pt x="486638" y="182854"/>
                  </a:lnTo>
                  <a:lnTo>
                    <a:pt x="486638" y="0"/>
                  </a:lnTo>
                  <a:close/>
                </a:path>
                <a:path w="694690" h="595629">
                  <a:moveTo>
                    <a:pt x="590550" y="228815"/>
                  </a:moveTo>
                  <a:lnTo>
                    <a:pt x="519442" y="228815"/>
                  </a:lnTo>
                  <a:lnTo>
                    <a:pt x="519442" y="411670"/>
                  </a:lnTo>
                  <a:lnTo>
                    <a:pt x="590550" y="411670"/>
                  </a:lnTo>
                  <a:lnTo>
                    <a:pt x="590550" y="228815"/>
                  </a:lnTo>
                  <a:close/>
                </a:path>
                <a:path w="694690" h="595629">
                  <a:moveTo>
                    <a:pt x="590550" y="12"/>
                  </a:moveTo>
                  <a:lnTo>
                    <a:pt x="519442" y="12"/>
                  </a:lnTo>
                  <a:lnTo>
                    <a:pt x="519442" y="182880"/>
                  </a:lnTo>
                  <a:lnTo>
                    <a:pt x="590550" y="182880"/>
                  </a:lnTo>
                  <a:lnTo>
                    <a:pt x="590550" y="12"/>
                  </a:lnTo>
                  <a:close/>
                </a:path>
                <a:path w="694690" h="595629">
                  <a:moveTo>
                    <a:pt x="694436" y="228815"/>
                  </a:moveTo>
                  <a:lnTo>
                    <a:pt x="623328" y="228815"/>
                  </a:lnTo>
                  <a:lnTo>
                    <a:pt x="623328" y="411670"/>
                  </a:lnTo>
                  <a:lnTo>
                    <a:pt x="694436" y="411670"/>
                  </a:lnTo>
                  <a:lnTo>
                    <a:pt x="694436" y="228815"/>
                  </a:lnTo>
                  <a:close/>
                </a:path>
                <a:path w="694690" h="595629">
                  <a:moveTo>
                    <a:pt x="694436" y="12"/>
                  </a:moveTo>
                  <a:lnTo>
                    <a:pt x="623328" y="12"/>
                  </a:lnTo>
                  <a:lnTo>
                    <a:pt x="623328" y="182854"/>
                  </a:lnTo>
                  <a:lnTo>
                    <a:pt x="694436" y="182854"/>
                  </a:lnTo>
                  <a:lnTo>
                    <a:pt x="694436" y="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/>
          <p:nvPr/>
        </p:nvSpPr>
        <p:spPr>
          <a:xfrm>
            <a:off x="14603711" y="6050726"/>
            <a:ext cx="71120" cy="138430"/>
          </a:xfrm>
          <a:custGeom>
            <a:avLst/>
            <a:gdLst/>
            <a:ahLst/>
            <a:cxnLst/>
            <a:rect l="l" t="t" r="r" b="b"/>
            <a:pathLst>
              <a:path w="71119" h="138429">
                <a:moveTo>
                  <a:pt x="0" y="137849"/>
                </a:moveTo>
                <a:lnTo>
                  <a:pt x="71107" y="137849"/>
                </a:lnTo>
                <a:lnTo>
                  <a:pt x="71107" y="0"/>
                </a:lnTo>
                <a:lnTo>
                  <a:pt x="0" y="0"/>
                </a:lnTo>
                <a:lnTo>
                  <a:pt x="0" y="1378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14707593" y="6188576"/>
            <a:ext cx="71120" cy="45085"/>
          </a:xfrm>
          <a:custGeom>
            <a:avLst/>
            <a:gdLst/>
            <a:ahLst/>
            <a:cxnLst/>
            <a:rect l="l" t="t" r="r" b="b"/>
            <a:pathLst>
              <a:path w="71119" h="45085">
                <a:moveTo>
                  <a:pt x="0" y="44982"/>
                </a:moveTo>
                <a:lnTo>
                  <a:pt x="71107" y="44982"/>
                </a:lnTo>
                <a:lnTo>
                  <a:pt x="71107" y="0"/>
                </a:lnTo>
                <a:lnTo>
                  <a:pt x="0" y="0"/>
                </a:lnTo>
                <a:lnTo>
                  <a:pt x="0" y="449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14707593" y="6050726"/>
            <a:ext cx="71120" cy="138430"/>
          </a:xfrm>
          <a:custGeom>
            <a:avLst/>
            <a:gdLst/>
            <a:ahLst/>
            <a:cxnLst/>
            <a:rect l="l" t="t" r="r" b="b"/>
            <a:pathLst>
              <a:path w="71119" h="138429">
                <a:moveTo>
                  <a:pt x="0" y="137849"/>
                </a:moveTo>
                <a:lnTo>
                  <a:pt x="71107" y="137849"/>
                </a:lnTo>
                <a:lnTo>
                  <a:pt x="71107" y="0"/>
                </a:lnTo>
                <a:lnTo>
                  <a:pt x="0" y="0"/>
                </a:lnTo>
                <a:lnTo>
                  <a:pt x="0" y="1378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14811477" y="6050730"/>
            <a:ext cx="382905" cy="182880"/>
          </a:xfrm>
          <a:custGeom>
            <a:avLst/>
            <a:gdLst/>
            <a:ahLst/>
            <a:cxnLst/>
            <a:rect l="l" t="t" r="r" b="b"/>
            <a:pathLst>
              <a:path w="382905" h="182879">
                <a:moveTo>
                  <a:pt x="71107" y="0"/>
                </a:moveTo>
                <a:lnTo>
                  <a:pt x="0" y="0"/>
                </a:lnTo>
                <a:lnTo>
                  <a:pt x="0" y="182829"/>
                </a:lnTo>
                <a:lnTo>
                  <a:pt x="71107" y="182829"/>
                </a:lnTo>
                <a:lnTo>
                  <a:pt x="71107" y="0"/>
                </a:lnTo>
                <a:close/>
              </a:path>
              <a:path w="382905" h="182879">
                <a:moveTo>
                  <a:pt x="174993" y="0"/>
                </a:moveTo>
                <a:lnTo>
                  <a:pt x="103924" y="0"/>
                </a:lnTo>
                <a:lnTo>
                  <a:pt x="103924" y="182829"/>
                </a:lnTo>
                <a:lnTo>
                  <a:pt x="174993" y="182829"/>
                </a:lnTo>
                <a:lnTo>
                  <a:pt x="174993" y="0"/>
                </a:lnTo>
                <a:close/>
              </a:path>
              <a:path w="382905" h="182879">
                <a:moveTo>
                  <a:pt x="278904" y="0"/>
                </a:moveTo>
                <a:lnTo>
                  <a:pt x="207797" y="0"/>
                </a:lnTo>
                <a:lnTo>
                  <a:pt x="207797" y="182880"/>
                </a:lnTo>
                <a:lnTo>
                  <a:pt x="278904" y="182880"/>
                </a:lnTo>
                <a:lnTo>
                  <a:pt x="278904" y="0"/>
                </a:lnTo>
                <a:close/>
              </a:path>
              <a:path w="382905" h="182879">
                <a:moveTo>
                  <a:pt x="382790" y="0"/>
                </a:moveTo>
                <a:lnTo>
                  <a:pt x="311683" y="0"/>
                </a:lnTo>
                <a:lnTo>
                  <a:pt x="311683" y="182829"/>
                </a:lnTo>
                <a:lnTo>
                  <a:pt x="382790" y="182829"/>
                </a:lnTo>
                <a:lnTo>
                  <a:pt x="38279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14707590" y="6279495"/>
            <a:ext cx="487045" cy="183515"/>
          </a:xfrm>
          <a:custGeom>
            <a:avLst/>
            <a:gdLst/>
            <a:ahLst/>
            <a:cxnLst/>
            <a:rect l="l" t="t" r="r" b="b"/>
            <a:pathLst>
              <a:path w="487044" h="183514">
                <a:moveTo>
                  <a:pt x="71107" y="0"/>
                </a:moveTo>
                <a:lnTo>
                  <a:pt x="0" y="0"/>
                </a:lnTo>
                <a:lnTo>
                  <a:pt x="0" y="182905"/>
                </a:lnTo>
                <a:lnTo>
                  <a:pt x="71107" y="182905"/>
                </a:lnTo>
                <a:lnTo>
                  <a:pt x="71107" y="0"/>
                </a:lnTo>
                <a:close/>
              </a:path>
              <a:path w="487044" h="183514">
                <a:moveTo>
                  <a:pt x="174993" y="0"/>
                </a:moveTo>
                <a:lnTo>
                  <a:pt x="103886" y="0"/>
                </a:lnTo>
                <a:lnTo>
                  <a:pt x="103886" y="182905"/>
                </a:lnTo>
                <a:lnTo>
                  <a:pt x="174993" y="182905"/>
                </a:lnTo>
                <a:lnTo>
                  <a:pt x="174993" y="0"/>
                </a:lnTo>
                <a:close/>
              </a:path>
              <a:path w="487044" h="183514">
                <a:moveTo>
                  <a:pt x="278879" y="0"/>
                </a:moveTo>
                <a:lnTo>
                  <a:pt x="207810" y="0"/>
                </a:lnTo>
                <a:lnTo>
                  <a:pt x="207810" y="182905"/>
                </a:lnTo>
                <a:lnTo>
                  <a:pt x="278879" y="182905"/>
                </a:lnTo>
                <a:lnTo>
                  <a:pt x="278879" y="0"/>
                </a:lnTo>
                <a:close/>
              </a:path>
              <a:path w="487044" h="183514">
                <a:moveTo>
                  <a:pt x="382790" y="50"/>
                </a:moveTo>
                <a:lnTo>
                  <a:pt x="311683" y="50"/>
                </a:lnTo>
                <a:lnTo>
                  <a:pt x="311683" y="182918"/>
                </a:lnTo>
                <a:lnTo>
                  <a:pt x="382790" y="182918"/>
                </a:lnTo>
                <a:lnTo>
                  <a:pt x="382790" y="50"/>
                </a:lnTo>
                <a:close/>
              </a:path>
              <a:path w="487044" h="183514">
                <a:moveTo>
                  <a:pt x="486676" y="50"/>
                </a:moveTo>
                <a:lnTo>
                  <a:pt x="415569" y="50"/>
                </a:lnTo>
                <a:lnTo>
                  <a:pt x="415569" y="182905"/>
                </a:lnTo>
                <a:lnTo>
                  <a:pt x="486676" y="182905"/>
                </a:lnTo>
                <a:lnTo>
                  <a:pt x="486676" y="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14707590" y="6508298"/>
            <a:ext cx="487045" cy="183515"/>
          </a:xfrm>
          <a:custGeom>
            <a:avLst/>
            <a:gdLst/>
            <a:ahLst/>
            <a:cxnLst/>
            <a:rect l="l" t="t" r="r" b="b"/>
            <a:pathLst>
              <a:path w="487044" h="183515">
                <a:moveTo>
                  <a:pt x="71107" y="0"/>
                </a:moveTo>
                <a:lnTo>
                  <a:pt x="0" y="0"/>
                </a:lnTo>
                <a:lnTo>
                  <a:pt x="0" y="182892"/>
                </a:lnTo>
                <a:lnTo>
                  <a:pt x="71107" y="182892"/>
                </a:lnTo>
                <a:lnTo>
                  <a:pt x="71107" y="0"/>
                </a:lnTo>
                <a:close/>
              </a:path>
              <a:path w="487044" h="183515">
                <a:moveTo>
                  <a:pt x="174993" y="0"/>
                </a:moveTo>
                <a:lnTo>
                  <a:pt x="103886" y="0"/>
                </a:lnTo>
                <a:lnTo>
                  <a:pt x="103886" y="182854"/>
                </a:lnTo>
                <a:lnTo>
                  <a:pt x="174993" y="182854"/>
                </a:lnTo>
                <a:lnTo>
                  <a:pt x="174993" y="0"/>
                </a:lnTo>
                <a:close/>
              </a:path>
              <a:path w="487044" h="183515">
                <a:moveTo>
                  <a:pt x="278879" y="0"/>
                </a:moveTo>
                <a:lnTo>
                  <a:pt x="207810" y="0"/>
                </a:lnTo>
                <a:lnTo>
                  <a:pt x="207810" y="182892"/>
                </a:lnTo>
                <a:lnTo>
                  <a:pt x="278879" y="182892"/>
                </a:lnTo>
                <a:lnTo>
                  <a:pt x="278879" y="0"/>
                </a:lnTo>
                <a:close/>
              </a:path>
              <a:path w="487044" h="183515">
                <a:moveTo>
                  <a:pt x="382790" y="38"/>
                </a:moveTo>
                <a:lnTo>
                  <a:pt x="311683" y="38"/>
                </a:lnTo>
                <a:lnTo>
                  <a:pt x="311683" y="182892"/>
                </a:lnTo>
                <a:lnTo>
                  <a:pt x="382790" y="182892"/>
                </a:lnTo>
                <a:lnTo>
                  <a:pt x="382790" y="38"/>
                </a:lnTo>
                <a:close/>
              </a:path>
              <a:path w="487044" h="183515">
                <a:moveTo>
                  <a:pt x="486676" y="38"/>
                </a:moveTo>
                <a:lnTo>
                  <a:pt x="415569" y="38"/>
                </a:lnTo>
                <a:lnTo>
                  <a:pt x="415569" y="182892"/>
                </a:lnTo>
                <a:lnTo>
                  <a:pt x="486676" y="182892"/>
                </a:lnTo>
                <a:lnTo>
                  <a:pt x="486676" y="3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14707590" y="6737127"/>
            <a:ext cx="487045" cy="182880"/>
          </a:xfrm>
          <a:custGeom>
            <a:avLst/>
            <a:gdLst/>
            <a:ahLst/>
            <a:cxnLst/>
            <a:rect l="l" t="t" r="r" b="b"/>
            <a:pathLst>
              <a:path w="487044" h="182879">
                <a:moveTo>
                  <a:pt x="71107" y="0"/>
                </a:moveTo>
                <a:lnTo>
                  <a:pt x="0" y="0"/>
                </a:lnTo>
                <a:lnTo>
                  <a:pt x="0" y="182829"/>
                </a:lnTo>
                <a:lnTo>
                  <a:pt x="71107" y="182829"/>
                </a:lnTo>
                <a:lnTo>
                  <a:pt x="71107" y="0"/>
                </a:lnTo>
                <a:close/>
              </a:path>
              <a:path w="487044" h="182879">
                <a:moveTo>
                  <a:pt x="174993" y="0"/>
                </a:moveTo>
                <a:lnTo>
                  <a:pt x="103886" y="0"/>
                </a:lnTo>
                <a:lnTo>
                  <a:pt x="103886" y="182829"/>
                </a:lnTo>
                <a:lnTo>
                  <a:pt x="174993" y="182829"/>
                </a:lnTo>
                <a:lnTo>
                  <a:pt x="174993" y="0"/>
                </a:lnTo>
                <a:close/>
              </a:path>
              <a:path w="487044" h="182879">
                <a:moveTo>
                  <a:pt x="278879" y="0"/>
                </a:moveTo>
                <a:lnTo>
                  <a:pt x="207810" y="0"/>
                </a:lnTo>
                <a:lnTo>
                  <a:pt x="207810" y="182829"/>
                </a:lnTo>
                <a:lnTo>
                  <a:pt x="278879" y="182829"/>
                </a:lnTo>
                <a:lnTo>
                  <a:pt x="278879" y="0"/>
                </a:lnTo>
                <a:close/>
              </a:path>
              <a:path w="487044" h="182879">
                <a:moveTo>
                  <a:pt x="382790" y="0"/>
                </a:moveTo>
                <a:lnTo>
                  <a:pt x="311683" y="0"/>
                </a:lnTo>
                <a:lnTo>
                  <a:pt x="311683" y="182829"/>
                </a:lnTo>
                <a:lnTo>
                  <a:pt x="382790" y="182829"/>
                </a:lnTo>
                <a:lnTo>
                  <a:pt x="382790" y="0"/>
                </a:lnTo>
                <a:close/>
              </a:path>
              <a:path w="487044" h="182879">
                <a:moveTo>
                  <a:pt x="486676" y="0"/>
                </a:moveTo>
                <a:lnTo>
                  <a:pt x="415569" y="0"/>
                </a:lnTo>
                <a:lnTo>
                  <a:pt x="415569" y="182829"/>
                </a:lnTo>
                <a:lnTo>
                  <a:pt x="486676" y="182829"/>
                </a:lnTo>
                <a:lnTo>
                  <a:pt x="48667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14483233" y="5429049"/>
            <a:ext cx="142240" cy="89535"/>
          </a:xfrm>
          <a:custGeom>
            <a:avLst/>
            <a:gdLst/>
            <a:ahLst/>
            <a:cxnLst/>
            <a:rect l="l" t="t" r="r" b="b"/>
            <a:pathLst>
              <a:path w="142240" h="89535">
                <a:moveTo>
                  <a:pt x="142215" y="0"/>
                </a:moveTo>
                <a:lnTo>
                  <a:pt x="0" y="0"/>
                </a:lnTo>
                <a:lnTo>
                  <a:pt x="0" y="89086"/>
                </a:lnTo>
                <a:lnTo>
                  <a:pt x="142215" y="89086"/>
                </a:lnTo>
                <a:lnTo>
                  <a:pt x="142215" y="0"/>
                </a:lnTo>
                <a:close/>
              </a:path>
            </a:pathLst>
          </a:custGeom>
          <a:solidFill>
            <a:srgbClr val="BCD78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14777130" y="5429049"/>
            <a:ext cx="142240" cy="89535"/>
          </a:xfrm>
          <a:custGeom>
            <a:avLst/>
            <a:gdLst/>
            <a:ahLst/>
            <a:cxnLst/>
            <a:rect l="l" t="t" r="r" b="b"/>
            <a:pathLst>
              <a:path w="142240" h="89535">
                <a:moveTo>
                  <a:pt x="142215" y="0"/>
                </a:moveTo>
                <a:lnTo>
                  <a:pt x="0" y="0"/>
                </a:lnTo>
                <a:lnTo>
                  <a:pt x="0" y="89086"/>
                </a:lnTo>
                <a:lnTo>
                  <a:pt x="142215" y="89086"/>
                </a:lnTo>
                <a:lnTo>
                  <a:pt x="142215" y="0"/>
                </a:lnTo>
                <a:close/>
              </a:path>
            </a:pathLst>
          </a:custGeom>
          <a:solidFill>
            <a:srgbClr val="BCD78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15071038" y="5429049"/>
            <a:ext cx="142240" cy="89535"/>
          </a:xfrm>
          <a:custGeom>
            <a:avLst/>
            <a:gdLst/>
            <a:ahLst/>
            <a:cxnLst/>
            <a:rect l="l" t="t" r="r" b="b"/>
            <a:pathLst>
              <a:path w="142240" h="89535">
                <a:moveTo>
                  <a:pt x="142184" y="0"/>
                </a:moveTo>
                <a:lnTo>
                  <a:pt x="0" y="0"/>
                </a:lnTo>
                <a:lnTo>
                  <a:pt x="0" y="89086"/>
                </a:lnTo>
                <a:lnTo>
                  <a:pt x="142184" y="89086"/>
                </a:lnTo>
                <a:lnTo>
                  <a:pt x="142184" y="0"/>
                </a:lnTo>
                <a:close/>
              </a:path>
            </a:pathLst>
          </a:custGeom>
          <a:solidFill>
            <a:srgbClr val="BCD78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5" name="object 35" descr=""/>
          <p:cNvGrpSpPr/>
          <p:nvPr/>
        </p:nvGrpSpPr>
        <p:grpSpPr>
          <a:xfrm>
            <a:off x="13426188" y="6098313"/>
            <a:ext cx="1301750" cy="333375"/>
            <a:chOff x="13426188" y="6098313"/>
            <a:chExt cx="1301750" cy="333375"/>
          </a:xfrm>
        </p:grpSpPr>
        <p:sp>
          <p:nvSpPr>
            <p:cNvPr id="36" name="object 36" descr=""/>
            <p:cNvSpPr/>
            <p:nvPr/>
          </p:nvSpPr>
          <p:spPr>
            <a:xfrm>
              <a:off x="13426188" y="6188576"/>
              <a:ext cx="1301750" cy="66040"/>
            </a:xfrm>
            <a:custGeom>
              <a:avLst/>
              <a:gdLst/>
              <a:ahLst/>
              <a:cxnLst/>
              <a:rect l="l" t="t" r="r" b="b"/>
              <a:pathLst>
                <a:path w="1301750" h="66039">
                  <a:moveTo>
                    <a:pt x="1301175" y="0"/>
                  </a:moveTo>
                  <a:lnTo>
                    <a:pt x="0" y="0"/>
                  </a:lnTo>
                  <a:lnTo>
                    <a:pt x="0" y="65662"/>
                  </a:lnTo>
                  <a:lnTo>
                    <a:pt x="1301175" y="65662"/>
                  </a:lnTo>
                  <a:lnTo>
                    <a:pt x="1301175" y="0"/>
                  </a:lnTo>
                  <a:close/>
                </a:path>
              </a:pathLst>
            </a:custGeom>
            <a:solidFill>
              <a:srgbClr val="BCD7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3908524" y="6098313"/>
              <a:ext cx="336550" cy="333375"/>
            </a:xfrm>
            <a:custGeom>
              <a:avLst/>
              <a:gdLst/>
              <a:ahLst/>
              <a:cxnLst/>
              <a:rect l="l" t="t" r="r" b="b"/>
              <a:pathLst>
                <a:path w="336550" h="333375">
                  <a:moveTo>
                    <a:pt x="168256" y="0"/>
                  </a:moveTo>
                  <a:lnTo>
                    <a:pt x="123526" y="5947"/>
                  </a:lnTo>
                  <a:lnTo>
                    <a:pt x="83332" y="22729"/>
                  </a:lnTo>
                  <a:lnTo>
                    <a:pt x="49279" y="48760"/>
                  </a:lnTo>
                  <a:lnTo>
                    <a:pt x="22971" y="82450"/>
                  </a:lnTo>
                  <a:lnTo>
                    <a:pt x="6010" y="122211"/>
                  </a:lnTo>
                  <a:lnTo>
                    <a:pt x="0" y="166455"/>
                  </a:lnTo>
                  <a:lnTo>
                    <a:pt x="6010" y="210705"/>
                  </a:lnTo>
                  <a:lnTo>
                    <a:pt x="22971" y="250462"/>
                  </a:lnTo>
                  <a:lnTo>
                    <a:pt x="49279" y="284143"/>
                  </a:lnTo>
                  <a:lnTo>
                    <a:pt x="83332" y="310162"/>
                  </a:lnTo>
                  <a:lnTo>
                    <a:pt x="123526" y="326936"/>
                  </a:lnTo>
                  <a:lnTo>
                    <a:pt x="168256" y="332879"/>
                  </a:lnTo>
                  <a:lnTo>
                    <a:pt x="212990" y="326936"/>
                  </a:lnTo>
                  <a:lnTo>
                    <a:pt x="253185" y="310162"/>
                  </a:lnTo>
                  <a:lnTo>
                    <a:pt x="287237" y="284143"/>
                  </a:lnTo>
                  <a:lnTo>
                    <a:pt x="313544" y="250462"/>
                  </a:lnTo>
                  <a:lnTo>
                    <a:pt x="330503" y="210705"/>
                  </a:lnTo>
                  <a:lnTo>
                    <a:pt x="336513" y="166455"/>
                  </a:lnTo>
                  <a:lnTo>
                    <a:pt x="330503" y="122211"/>
                  </a:lnTo>
                  <a:lnTo>
                    <a:pt x="313544" y="82450"/>
                  </a:lnTo>
                  <a:lnTo>
                    <a:pt x="287237" y="48760"/>
                  </a:lnTo>
                  <a:lnTo>
                    <a:pt x="253185" y="22729"/>
                  </a:lnTo>
                  <a:lnTo>
                    <a:pt x="212990" y="5947"/>
                  </a:lnTo>
                  <a:lnTo>
                    <a:pt x="168256" y="0"/>
                  </a:lnTo>
                  <a:close/>
                </a:path>
              </a:pathLst>
            </a:custGeom>
            <a:solidFill>
              <a:srgbClr val="C5DD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3982561" y="6171571"/>
              <a:ext cx="188595" cy="186690"/>
            </a:xfrm>
            <a:custGeom>
              <a:avLst/>
              <a:gdLst/>
              <a:ahLst/>
              <a:cxnLst/>
              <a:rect l="l" t="t" r="r" b="b"/>
              <a:pathLst>
                <a:path w="188594" h="186689">
                  <a:moveTo>
                    <a:pt x="188429" y="59093"/>
                  </a:moveTo>
                  <a:lnTo>
                    <a:pt x="128651" y="59093"/>
                  </a:lnTo>
                  <a:lnTo>
                    <a:pt x="128651" y="0"/>
                  </a:lnTo>
                  <a:lnTo>
                    <a:pt x="59715" y="0"/>
                  </a:lnTo>
                  <a:lnTo>
                    <a:pt x="59715" y="59093"/>
                  </a:lnTo>
                  <a:lnTo>
                    <a:pt x="0" y="59093"/>
                  </a:lnTo>
                  <a:lnTo>
                    <a:pt x="0" y="127266"/>
                  </a:lnTo>
                  <a:lnTo>
                    <a:pt x="59715" y="127266"/>
                  </a:lnTo>
                  <a:lnTo>
                    <a:pt x="59715" y="186410"/>
                  </a:lnTo>
                  <a:lnTo>
                    <a:pt x="128651" y="186410"/>
                  </a:lnTo>
                  <a:lnTo>
                    <a:pt x="128651" y="127266"/>
                  </a:lnTo>
                  <a:lnTo>
                    <a:pt x="188429" y="127266"/>
                  </a:lnTo>
                  <a:lnTo>
                    <a:pt x="188429" y="5909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/>
          <p:nvPr/>
        </p:nvSpPr>
        <p:spPr>
          <a:xfrm>
            <a:off x="13139382" y="5099106"/>
            <a:ext cx="533400" cy="281305"/>
          </a:xfrm>
          <a:custGeom>
            <a:avLst/>
            <a:gdLst/>
            <a:ahLst/>
            <a:cxnLst/>
            <a:rect l="l" t="t" r="r" b="b"/>
            <a:pathLst>
              <a:path w="533400" h="281304">
                <a:moveTo>
                  <a:pt x="71107" y="0"/>
                </a:moveTo>
                <a:lnTo>
                  <a:pt x="0" y="0"/>
                </a:lnTo>
                <a:lnTo>
                  <a:pt x="0" y="281305"/>
                </a:lnTo>
                <a:lnTo>
                  <a:pt x="71107" y="281305"/>
                </a:lnTo>
                <a:lnTo>
                  <a:pt x="71107" y="0"/>
                </a:lnTo>
                <a:close/>
              </a:path>
              <a:path w="533400" h="281304">
                <a:moveTo>
                  <a:pt x="163537" y="0"/>
                </a:moveTo>
                <a:lnTo>
                  <a:pt x="92443" y="0"/>
                </a:lnTo>
                <a:lnTo>
                  <a:pt x="92443" y="281305"/>
                </a:lnTo>
                <a:lnTo>
                  <a:pt x="163537" y="281305"/>
                </a:lnTo>
                <a:lnTo>
                  <a:pt x="163537" y="0"/>
                </a:lnTo>
                <a:close/>
              </a:path>
              <a:path w="533400" h="281304">
                <a:moveTo>
                  <a:pt x="255968" y="0"/>
                </a:moveTo>
                <a:lnTo>
                  <a:pt x="184873" y="0"/>
                </a:lnTo>
                <a:lnTo>
                  <a:pt x="184873" y="281305"/>
                </a:lnTo>
                <a:lnTo>
                  <a:pt x="255968" y="281305"/>
                </a:lnTo>
                <a:lnTo>
                  <a:pt x="255968" y="0"/>
                </a:lnTo>
                <a:close/>
              </a:path>
              <a:path w="533400" h="281304">
                <a:moveTo>
                  <a:pt x="348399" y="0"/>
                </a:moveTo>
                <a:lnTo>
                  <a:pt x="277291" y="0"/>
                </a:lnTo>
                <a:lnTo>
                  <a:pt x="277291" y="281305"/>
                </a:lnTo>
                <a:lnTo>
                  <a:pt x="348399" y="281305"/>
                </a:lnTo>
                <a:lnTo>
                  <a:pt x="348399" y="0"/>
                </a:lnTo>
                <a:close/>
              </a:path>
              <a:path w="533400" h="281304">
                <a:moveTo>
                  <a:pt x="440842" y="0"/>
                </a:moveTo>
                <a:lnTo>
                  <a:pt x="369735" y="0"/>
                </a:lnTo>
                <a:lnTo>
                  <a:pt x="369735" y="281305"/>
                </a:lnTo>
                <a:lnTo>
                  <a:pt x="440842" y="281305"/>
                </a:lnTo>
                <a:lnTo>
                  <a:pt x="440842" y="0"/>
                </a:lnTo>
                <a:close/>
              </a:path>
              <a:path w="533400" h="281304">
                <a:moveTo>
                  <a:pt x="533273" y="0"/>
                </a:moveTo>
                <a:lnTo>
                  <a:pt x="462165" y="0"/>
                </a:lnTo>
                <a:lnTo>
                  <a:pt x="462165" y="281305"/>
                </a:lnTo>
                <a:lnTo>
                  <a:pt x="533273" y="281305"/>
                </a:lnTo>
                <a:lnTo>
                  <a:pt x="533273" y="0"/>
                </a:lnTo>
                <a:close/>
              </a:path>
            </a:pathLst>
          </a:custGeom>
          <a:solidFill>
            <a:srgbClr val="BAED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/>
          <p:nvPr/>
        </p:nvSpPr>
        <p:spPr>
          <a:xfrm>
            <a:off x="13530446" y="6679702"/>
            <a:ext cx="142240" cy="253365"/>
          </a:xfrm>
          <a:custGeom>
            <a:avLst/>
            <a:gdLst/>
            <a:ahLst/>
            <a:cxnLst/>
            <a:rect l="l" t="t" r="r" b="b"/>
            <a:pathLst>
              <a:path w="142240" h="253365">
                <a:moveTo>
                  <a:pt x="142215" y="0"/>
                </a:moveTo>
                <a:lnTo>
                  <a:pt x="0" y="0"/>
                </a:lnTo>
                <a:lnTo>
                  <a:pt x="0" y="253175"/>
                </a:lnTo>
                <a:lnTo>
                  <a:pt x="142215" y="253175"/>
                </a:lnTo>
                <a:lnTo>
                  <a:pt x="142215" y="0"/>
                </a:lnTo>
                <a:close/>
              </a:path>
            </a:pathLst>
          </a:custGeom>
          <a:solidFill>
            <a:srgbClr val="ACDB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/>
          <p:nvPr/>
        </p:nvSpPr>
        <p:spPr>
          <a:xfrm>
            <a:off x="13750712" y="6679702"/>
            <a:ext cx="142240" cy="253365"/>
          </a:xfrm>
          <a:custGeom>
            <a:avLst/>
            <a:gdLst/>
            <a:ahLst/>
            <a:cxnLst/>
            <a:rect l="l" t="t" r="r" b="b"/>
            <a:pathLst>
              <a:path w="142240" h="253365">
                <a:moveTo>
                  <a:pt x="142194" y="0"/>
                </a:moveTo>
                <a:lnTo>
                  <a:pt x="0" y="0"/>
                </a:lnTo>
                <a:lnTo>
                  <a:pt x="0" y="253175"/>
                </a:lnTo>
                <a:lnTo>
                  <a:pt x="142194" y="253175"/>
                </a:lnTo>
                <a:lnTo>
                  <a:pt x="142194" y="0"/>
                </a:lnTo>
                <a:close/>
              </a:path>
            </a:pathLst>
          </a:custGeom>
          <a:solidFill>
            <a:srgbClr val="ACDB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14261210" y="6679702"/>
            <a:ext cx="142240" cy="253365"/>
          </a:xfrm>
          <a:custGeom>
            <a:avLst/>
            <a:gdLst/>
            <a:ahLst/>
            <a:cxnLst/>
            <a:rect l="l" t="t" r="r" b="b"/>
            <a:pathLst>
              <a:path w="142240" h="253365">
                <a:moveTo>
                  <a:pt x="142205" y="0"/>
                </a:moveTo>
                <a:lnTo>
                  <a:pt x="0" y="0"/>
                </a:lnTo>
                <a:lnTo>
                  <a:pt x="0" y="253175"/>
                </a:lnTo>
                <a:lnTo>
                  <a:pt x="142205" y="253175"/>
                </a:lnTo>
                <a:lnTo>
                  <a:pt x="142205" y="0"/>
                </a:lnTo>
                <a:close/>
              </a:path>
            </a:pathLst>
          </a:custGeom>
          <a:solidFill>
            <a:srgbClr val="ACDB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/>
          <p:nvPr/>
        </p:nvSpPr>
        <p:spPr>
          <a:xfrm>
            <a:off x="14481454" y="6679702"/>
            <a:ext cx="142240" cy="253365"/>
          </a:xfrm>
          <a:custGeom>
            <a:avLst/>
            <a:gdLst/>
            <a:ahLst/>
            <a:cxnLst/>
            <a:rect l="l" t="t" r="r" b="b"/>
            <a:pathLst>
              <a:path w="142240" h="253365">
                <a:moveTo>
                  <a:pt x="142215" y="0"/>
                </a:moveTo>
                <a:lnTo>
                  <a:pt x="0" y="0"/>
                </a:lnTo>
                <a:lnTo>
                  <a:pt x="0" y="253175"/>
                </a:lnTo>
                <a:lnTo>
                  <a:pt x="142215" y="253175"/>
                </a:lnTo>
                <a:lnTo>
                  <a:pt x="142215" y="0"/>
                </a:lnTo>
                <a:close/>
              </a:path>
            </a:pathLst>
          </a:custGeom>
          <a:solidFill>
            <a:srgbClr val="ACDB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/>
          <p:nvPr/>
        </p:nvSpPr>
        <p:spPr>
          <a:xfrm>
            <a:off x="14553169" y="6335587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19" h="182879">
                <a:moveTo>
                  <a:pt x="71107" y="0"/>
                </a:moveTo>
                <a:lnTo>
                  <a:pt x="0" y="0"/>
                </a:lnTo>
                <a:lnTo>
                  <a:pt x="0" y="182853"/>
                </a:lnTo>
                <a:lnTo>
                  <a:pt x="71107" y="182853"/>
                </a:lnTo>
                <a:lnTo>
                  <a:pt x="71107" y="0"/>
                </a:lnTo>
                <a:close/>
              </a:path>
            </a:pathLst>
          </a:custGeom>
          <a:solidFill>
            <a:srgbClr val="ACDB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/>
          <p:nvPr/>
        </p:nvSpPr>
        <p:spPr>
          <a:xfrm>
            <a:off x="14406871" y="6335587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19" h="182879">
                <a:moveTo>
                  <a:pt x="71107" y="0"/>
                </a:moveTo>
                <a:lnTo>
                  <a:pt x="0" y="0"/>
                </a:lnTo>
                <a:lnTo>
                  <a:pt x="0" y="182853"/>
                </a:lnTo>
                <a:lnTo>
                  <a:pt x="71107" y="182853"/>
                </a:lnTo>
                <a:lnTo>
                  <a:pt x="71107" y="0"/>
                </a:lnTo>
                <a:close/>
              </a:path>
            </a:pathLst>
          </a:custGeom>
          <a:solidFill>
            <a:srgbClr val="ACDB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/>
          <p:nvPr/>
        </p:nvSpPr>
        <p:spPr>
          <a:xfrm>
            <a:off x="14260613" y="6335587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19" h="182879">
                <a:moveTo>
                  <a:pt x="71107" y="0"/>
                </a:moveTo>
                <a:lnTo>
                  <a:pt x="0" y="0"/>
                </a:lnTo>
                <a:lnTo>
                  <a:pt x="0" y="182853"/>
                </a:lnTo>
                <a:lnTo>
                  <a:pt x="71107" y="182853"/>
                </a:lnTo>
                <a:lnTo>
                  <a:pt x="71107" y="0"/>
                </a:lnTo>
                <a:close/>
              </a:path>
            </a:pathLst>
          </a:custGeom>
          <a:solidFill>
            <a:srgbClr val="ACDB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/>
          <p:nvPr/>
        </p:nvSpPr>
        <p:spPr>
          <a:xfrm>
            <a:off x="13821799" y="6335587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19" h="182879">
                <a:moveTo>
                  <a:pt x="71107" y="0"/>
                </a:moveTo>
                <a:lnTo>
                  <a:pt x="0" y="0"/>
                </a:lnTo>
                <a:lnTo>
                  <a:pt x="0" y="182853"/>
                </a:lnTo>
                <a:lnTo>
                  <a:pt x="71107" y="182853"/>
                </a:lnTo>
                <a:lnTo>
                  <a:pt x="71107" y="0"/>
                </a:lnTo>
                <a:close/>
              </a:path>
            </a:pathLst>
          </a:custGeom>
          <a:solidFill>
            <a:srgbClr val="ACDB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/>
          <p:nvPr/>
        </p:nvSpPr>
        <p:spPr>
          <a:xfrm>
            <a:off x="13675552" y="6335587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19" h="182879">
                <a:moveTo>
                  <a:pt x="71097" y="0"/>
                </a:moveTo>
                <a:lnTo>
                  <a:pt x="0" y="0"/>
                </a:lnTo>
                <a:lnTo>
                  <a:pt x="0" y="182853"/>
                </a:lnTo>
                <a:lnTo>
                  <a:pt x="71097" y="182853"/>
                </a:lnTo>
                <a:lnTo>
                  <a:pt x="71097" y="0"/>
                </a:lnTo>
                <a:close/>
              </a:path>
            </a:pathLst>
          </a:custGeom>
          <a:solidFill>
            <a:srgbClr val="ACDB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/>
          <p:nvPr/>
        </p:nvSpPr>
        <p:spPr>
          <a:xfrm>
            <a:off x="13529285" y="6335591"/>
            <a:ext cx="480059" cy="309245"/>
          </a:xfrm>
          <a:custGeom>
            <a:avLst/>
            <a:gdLst/>
            <a:ahLst/>
            <a:cxnLst/>
            <a:rect l="l" t="t" r="r" b="b"/>
            <a:pathLst>
              <a:path w="480059" h="309245">
                <a:moveTo>
                  <a:pt x="71107" y="0"/>
                </a:moveTo>
                <a:lnTo>
                  <a:pt x="0" y="0"/>
                </a:lnTo>
                <a:lnTo>
                  <a:pt x="0" y="182854"/>
                </a:lnTo>
                <a:lnTo>
                  <a:pt x="71107" y="182854"/>
                </a:lnTo>
                <a:lnTo>
                  <a:pt x="71107" y="0"/>
                </a:lnTo>
                <a:close/>
              </a:path>
              <a:path w="480059" h="309245">
                <a:moveTo>
                  <a:pt x="479933" y="224561"/>
                </a:moveTo>
                <a:lnTo>
                  <a:pt x="0" y="224561"/>
                </a:lnTo>
                <a:lnTo>
                  <a:pt x="0" y="308940"/>
                </a:lnTo>
                <a:lnTo>
                  <a:pt x="479933" y="308940"/>
                </a:lnTo>
                <a:lnTo>
                  <a:pt x="479933" y="224561"/>
                </a:lnTo>
                <a:close/>
              </a:path>
            </a:pathLst>
          </a:custGeom>
          <a:solidFill>
            <a:srgbClr val="ACDBB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0" name="object 50" descr=""/>
          <p:cNvGrpSpPr/>
          <p:nvPr/>
        </p:nvGrpSpPr>
        <p:grpSpPr>
          <a:xfrm>
            <a:off x="12923742" y="6560146"/>
            <a:ext cx="2578735" cy="479425"/>
            <a:chOff x="12923742" y="6560146"/>
            <a:chExt cx="2578735" cy="479425"/>
          </a:xfrm>
        </p:grpSpPr>
        <p:sp>
          <p:nvSpPr>
            <p:cNvPr id="51" name="object 51" descr=""/>
            <p:cNvSpPr/>
            <p:nvPr/>
          </p:nvSpPr>
          <p:spPr>
            <a:xfrm>
              <a:off x="14149056" y="6560146"/>
              <a:ext cx="476884" cy="84455"/>
            </a:xfrm>
            <a:custGeom>
              <a:avLst/>
              <a:gdLst/>
              <a:ahLst/>
              <a:cxnLst/>
              <a:rect l="l" t="t" r="r" b="b"/>
              <a:pathLst>
                <a:path w="476884" h="84454">
                  <a:moveTo>
                    <a:pt x="476393" y="0"/>
                  </a:moveTo>
                  <a:lnTo>
                    <a:pt x="0" y="0"/>
                  </a:lnTo>
                  <a:lnTo>
                    <a:pt x="0" y="84384"/>
                  </a:lnTo>
                  <a:lnTo>
                    <a:pt x="476393" y="84384"/>
                  </a:lnTo>
                  <a:lnTo>
                    <a:pt x="476393" y="0"/>
                  </a:lnTo>
                  <a:close/>
                </a:path>
              </a:pathLst>
            </a:custGeom>
            <a:solidFill>
              <a:srgbClr val="ACDB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2923736" y="6679698"/>
              <a:ext cx="2578735" cy="360045"/>
            </a:xfrm>
            <a:custGeom>
              <a:avLst/>
              <a:gdLst/>
              <a:ahLst/>
              <a:cxnLst/>
              <a:rect l="l" t="t" r="r" b="b"/>
              <a:pathLst>
                <a:path w="2578734" h="360045">
                  <a:moveTo>
                    <a:pt x="2578633" y="303568"/>
                  </a:moveTo>
                  <a:lnTo>
                    <a:pt x="1247254" y="303568"/>
                  </a:lnTo>
                  <a:lnTo>
                    <a:pt x="1247254" y="0"/>
                  </a:lnTo>
                  <a:lnTo>
                    <a:pt x="1080173" y="0"/>
                  </a:lnTo>
                  <a:lnTo>
                    <a:pt x="1080173" y="303568"/>
                  </a:lnTo>
                  <a:lnTo>
                    <a:pt x="0" y="303568"/>
                  </a:lnTo>
                  <a:lnTo>
                    <a:pt x="0" y="359841"/>
                  </a:lnTo>
                  <a:lnTo>
                    <a:pt x="2578633" y="359841"/>
                  </a:lnTo>
                  <a:lnTo>
                    <a:pt x="2578633" y="303568"/>
                  </a:lnTo>
                  <a:close/>
                </a:path>
              </a:pathLst>
            </a:custGeom>
            <a:solidFill>
              <a:srgbClr val="BCD78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3" name="object 53" descr=""/>
          <p:cNvGrpSpPr/>
          <p:nvPr/>
        </p:nvGrpSpPr>
        <p:grpSpPr>
          <a:xfrm>
            <a:off x="10093912" y="4473905"/>
            <a:ext cx="1773555" cy="2509520"/>
            <a:chOff x="10093912" y="4473905"/>
            <a:chExt cx="1773555" cy="2509520"/>
          </a:xfrm>
        </p:grpSpPr>
        <p:sp>
          <p:nvSpPr>
            <p:cNvPr id="54" name="object 54" descr=""/>
            <p:cNvSpPr/>
            <p:nvPr/>
          </p:nvSpPr>
          <p:spPr>
            <a:xfrm>
              <a:off x="10762290" y="4562740"/>
              <a:ext cx="1013460" cy="2420620"/>
            </a:xfrm>
            <a:custGeom>
              <a:avLst/>
              <a:gdLst/>
              <a:ahLst/>
              <a:cxnLst/>
              <a:rect l="l" t="t" r="r" b="b"/>
              <a:pathLst>
                <a:path w="1013459" h="2420620">
                  <a:moveTo>
                    <a:pt x="0" y="2420523"/>
                  </a:moveTo>
                  <a:lnTo>
                    <a:pt x="1013215" y="2420523"/>
                  </a:lnTo>
                  <a:lnTo>
                    <a:pt x="1013215" y="0"/>
                  </a:lnTo>
                  <a:lnTo>
                    <a:pt x="0" y="0"/>
                  </a:lnTo>
                  <a:lnTo>
                    <a:pt x="0" y="2420523"/>
                  </a:lnTo>
                  <a:close/>
                </a:path>
              </a:pathLst>
            </a:custGeom>
            <a:solidFill>
              <a:srgbClr val="ACDB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10728856" y="4473905"/>
              <a:ext cx="1080135" cy="88900"/>
            </a:xfrm>
            <a:custGeom>
              <a:avLst/>
              <a:gdLst/>
              <a:ahLst/>
              <a:cxnLst/>
              <a:rect l="l" t="t" r="r" b="b"/>
              <a:pathLst>
                <a:path w="1080134" h="88900">
                  <a:moveTo>
                    <a:pt x="1080061" y="0"/>
                  </a:moveTo>
                  <a:lnTo>
                    <a:pt x="0" y="0"/>
                  </a:lnTo>
                  <a:lnTo>
                    <a:pt x="0" y="88834"/>
                  </a:lnTo>
                  <a:lnTo>
                    <a:pt x="1080061" y="88834"/>
                  </a:lnTo>
                  <a:lnTo>
                    <a:pt x="1080061" y="0"/>
                  </a:lnTo>
                  <a:close/>
                </a:path>
              </a:pathLst>
            </a:custGeom>
            <a:solidFill>
              <a:srgbClr val="8ECE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10821835" y="4614550"/>
              <a:ext cx="894715" cy="1318895"/>
            </a:xfrm>
            <a:custGeom>
              <a:avLst/>
              <a:gdLst/>
              <a:ahLst/>
              <a:cxnLst/>
              <a:rect l="l" t="t" r="r" b="b"/>
              <a:pathLst>
                <a:path w="894715" h="1318895">
                  <a:moveTo>
                    <a:pt x="184861" y="283933"/>
                  </a:moveTo>
                  <a:lnTo>
                    <a:pt x="0" y="283933"/>
                  </a:lnTo>
                  <a:lnTo>
                    <a:pt x="0" y="318693"/>
                  </a:lnTo>
                  <a:lnTo>
                    <a:pt x="184861" y="318693"/>
                  </a:lnTo>
                  <a:lnTo>
                    <a:pt x="184861" y="283933"/>
                  </a:lnTo>
                  <a:close/>
                </a:path>
                <a:path w="894715" h="1318895">
                  <a:moveTo>
                    <a:pt x="184861" y="0"/>
                  </a:moveTo>
                  <a:lnTo>
                    <a:pt x="0" y="0"/>
                  </a:lnTo>
                  <a:lnTo>
                    <a:pt x="0" y="182854"/>
                  </a:lnTo>
                  <a:lnTo>
                    <a:pt x="184861" y="182854"/>
                  </a:lnTo>
                  <a:lnTo>
                    <a:pt x="184861" y="0"/>
                  </a:lnTo>
                  <a:close/>
                </a:path>
                <a:path w="894715" h="1318895">
                  <a:moveTo>
                    <a:pt x="421271" y="283933"/>
                  </a:moveTo>
                  <a:lnTo>
                    <a:pt x="236423" y="283933"/>
                  </a:lnTo>
                  <a:lnTo>
                    <a:pt x="236423" y="417156"/>
                  </a:lnTo>
                  <a:lnTo>
                    <a:pt x="421271" y="417156"/>
                  </a:lnTo>
                  <a:lnTo>
                    <a:pt x="421271" y="283933"/>
                  </a:lnTo>
                  <a:close/>
                </a:path>
                <a:path w="894715" h="1318895">
                  <a:moveTo>
                    <a:pt x="421271" y="0"/>
                  </a:moveTo>
                  <a:lnTo>
                    <a:pt x="236423" y="0"/>
                  </a:lnTo>
                  <a:lnTo>
                    <a:pt x="236423" y="182854"/>
                  </a:lnTo>
                  <a:lnTo>
                    <a:pt x="421271" y="182854"/>
                  </a:lnTo>
                  <a:lnTo>
                    <a:pt x="421271" y="0"/>
                  </a:lnTo>
                  <a:close/>
                </a:path>
                <a:path w="894715" h="1318895">
                  <a:moveTo>
                    <a:pt x="657682" y="1135786"/>
                  </a:moveTo>
                  <a:lnTo>
                    <a:pt x="472808" y="1135786"/>
                  </a:lnTo>
                  <a:lnTo>
                    <a:pt x="472808" y="1318641"/>
                  </a:lnTo>
                  <a:lnTo>
                    <a:pt x="657682" y="1318641"/>
                  </a:lnTo>
                  <a:lnTo>
                    <a:pt x="657682" y="1135786"/>
                  </a:lnTo>
                  <a:close/>
                </a:path>
                <a:path w="894715" h="1318895">
                  <a:moveTo>
                    <a:pt x="657682" y="851827"/>
                  </a:moveTo>
                  <a:lnTo>
                    <a:pt x="472808" y="851827"/>
                  </a:lnTo>
                  <a:lnTo>
                    <a:pt x="472808" y="1034681"/>
                  </a:lnTo>
                  <a:lnTo>
                    <a:pt x="657682" y="1034681"/>
                  </a:lnTo>
                  <a:lnTo>
                    <a:pt x="657682" y="851827"/>
                  </a:lnTo>
                  <a:close/>
                </a:path>
                <a:path w="894715" h="1318895">
                  <a:moveTo>
                    <a:pt x="657682" y="567893"/>
                  </a:moveTo>
                  <a:lnTo>
                    <a:pt x="472808" y="567893"/>
                  </a:lnTo>
                  <a:lnTo>
                    <a:pt x="472808" y="750747"/>
                  </a:lnTo>
                  <a:lnTo>
                    <a:pt x="657682" y="750747"/>
                  </a:lnTo>
                  <a:lnTo>
                    <a:pt x="657682" y="567893"/>
                  </a:lnTo>
                  <a:close/>
                </a:path>
                <a:path w="894715" h="1318895">
                  <a:moveTo>
                    <a:pt x="657682" y="283959"/>
                  </a:moveTo>
                  <a:lnTo>
                    <a:pt x="472808" y="283959"/>
                  </a:lnTo>
                  <a:lnTo>
                    <a:pt x="472808" y="466801"/>
                  </a:lnTo>
                  <a:lnTo>
                    <a:pt x="657682" y="466801"/>
                  </a:lnTo>
                  <a:lnTo>
                    <a:pt x="657682" y="283959"/>
                  </a:lnTo>
                  <a:close/>
                </a:path>
                <a:path w="894715" h="1318895">
                  <a:moveTo>
                    <a:pt x="657682" y="0"/>
                  </a:moveTo>
                  <a:lnTo>
                    <a:pt x="472808" y="0"/>
                  </a:lnTo>
                  <a:lnTo>
                    <a:pt x="472808" y="182854"/>
                  </a:lnTo>
                  <a:lnTo>
                    <a:pt x="657682" y="182854"/>
                  </a:lnTo>
                  <a:lnTo>
                    <a:pt x="657682" y="0"/>
                  </a:lnTo>
                  <a:close/>
                </a:path>
                <a:path w="894715" h="1318895">
                  <a:moveTo>
                    <a:pt x="894105" y="1135761"/>
                  </a:moveTo>
                  <a:lnTo>
                    <a:pt x="709231" y="1135761"/>
                  </a:lnTo>
                  <a:lnTo>
                    <a:pt x="709231" y="1282179"/>
                  </a:lnTo>
                  <a:lnTo>
                    <a:pt x="709231" y="1318641"/>
                  </a:lnTo>
                  <a:lnTo>
                    <a:pt x="894105" y="1318641"/>
                  </a:lnTo>
                  <a:lnTo>
                    <a:pt x="894105" y="1282179"/>
                  </a:lnTo>
                  <a:lnTo>
                    <a:pt x="894105" y="1135761"/>
                  </a:lnTo>
                  <a:close/>
                </a:path>
                <a:path w="894715" h="1318895">
                  <a:moveTo>
                    <a:pt x="894105" y="851827"/>
                  </a:moveTo>
                  <a:lnTo>
                    <a:pt x="709231" y="851827"/>
                  </a:lnTo>
                  <a:lnTo>
                    <a:pt x="709231" y="1034681"/>
                  </a:lnTo>
                  <a:lnTo>
                    <a:pt x="894105" y="1034681"/>
                  </a:lnTo>
                  <a:lnTo>
                    <a:pt x="894105" y="851827"/>
                  </a:lnTo>
                  <a:close/>
                </a:path>
                <a:path w="894715" h="1318895">
                  <a:moveTo>
                    <a:pt x="894105" y="567880"/>
                  </a:moveTo>
                  <a:lnTo>
                    <a:pt x="709231" y="567880"/>
                  </a:lnTo>
                  <a:lnTo>
                    <a:pt x="709231" y="750747"/>
                  </a:lnTo>
                  <a:lnTo>
                    <a:pt x="894105" y="750747"/>
                  </a:lnTo>
                  <a:lnTo>
                    <a:pt x="894105" y="567880"/>
                  </a:lnTo>
                  <a:close/>
                </a:path>
                <a:path w="894715" h="1318895">
                  <a:moveTo>
                    <a:pt x="894105" y="283933"/>
                  </a:moveTo>
                  <a:lnTo>
                    <a:pt x="709231" y="283933"/>
                  </a:lnTo>
                  <a:lnTo>
                    <a:pt x="709231" y="466801"/>
                  </a:lnTo>
                  <a:lnTo>
                    <a:pt x="894105" y="466801"/>
                  </a:lnTo>
                  <a:lnTo>
                    <a:pt x="894105" y="283933"/>
                  </a:lnTo>
                  <a:close/>
                </a:path>
                <a:path w="894715" h="1318895">
                  <a:moveTo>
                    <a:pt x="894105" y="0"/>
                  </a:moveTo>
                  <a:lnTo>
                    <a:pt x="709231" y="0"/>
                  </a:lnTo>
                  <a:lnTo>
                    <a:pt x="709231" y="182854"/>
                  </a:lnTo>
                  <a:lnTo>
                    <a:pt x="894105" y="182854"/>
                  </a:lnTo>
                  <a:lnTo>
                    <a:pt x="894105" y="0"/>
                  </a:lnTo>
                  <a:close/>
                </a:path>
              </a:pathLst>
            </a:custGeom>
            <a:solidFill>
              <a:srgbClr val="D9EE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10093912" y="5031700"/>
              <a:ext cx="1202055" cy="1951989"/>
            </a:xfrm>
            <a:custGeom>
              <a:avLst/>
              <a:gdLst/>
              <a:ahLst/>
              <a:cxnLst/>
              <a:rect l="l" t="t" r="r" b="b"/>
              <a:pathLst>
                <a:path w="1202054" h="1951990">
                  <a:moveTo>
                    <a:pt x="0" y="1951563"/>
                  </a:moveTo>
                  <a:lnTo>
                    <a:pt x="1201638" y="1951563"/>
                  </a:lnTo>
                  <a:lnTo>
                    <a:pt x="1201638" y="0"/>
                  </a:lnTo>
                  <a:lnTo>
                    <a:pt x="0" y="0"/>
                  </a:lnTo>
                  <a:lnTo>
                    <a:pt x="0" y="1951563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10808500" y="6718001"/>
              <a:ext cx="1059180" cy="196215"/>
            </a:xfrm>
            <a:custGeom>
              <a:avLst/>
              <a:gdLst/>
              <a:ahLst/>
              <a:cxnLst/>
              <a:rect l="l" t="t" r="r" b="b"/>
              <a:pathLst>
                <a:path w="1059179" h="196215">
                  <a:moveTo>
                    <a:pt x="242925" y="0"/>
                  </a:moveTo>
                  <a:lnTo>
                    <a:pt x="0" y="0"/>
                  </a:lnTo>
                  <a:lnTo>
                    <a:pt x="0" y="195922"/>
                  </a:lnTo>
                  <a:lnTo>
                    <a:pt x="242925" y="195922"/>
                  </a:lnTo>
                  <a:lnTo>
                    <a:pt x="242925" y="0"/>
                  </a:lnTo>
                  <a:close/>
                </a:path>
                <a:path w="1059179" h="196215">
                  <a:moveTo>
                    <a:pt x="430606" y="0"/>
                  </a:moveTo>
                  <a:lnTo>
                    <a:pt x="385140" y="0"/>
                  </a:lnTo>
                  <a:lnTo>
                    <a:pt x="385140" y="195922"/>
                  </a:lnTo>
                  <a:lnTo>
                    <a:pt x="430606" y="195922"/>
                  </a:lnTo>
                  <a:lnTo>
                    <a:pt x="430606" y="0"/>
                  </a:lnTo>
                  <a:close/>
                </a:path>
                <a:path w="1059179" h="196215">
                  <a:moveTo>
                    <a:pt x="871131" y="0"/>
                  </a:moveTo>
                  <a:lnTo>
                    <a:pt x="572820" y="0"/>
                  </a:lnTo>
                  <a:lnTo>
                    <a:pt x="572820" y="195922"/>
                  </a:lnTo>
                  <a:lnTo>
                    <a:pt x="871131" y="195922"/>
                  </a:lnTo>
                  <a:lnTo>
                    <a:pt x="871131" y="0"/>
                  </a:lnTo>
                  <a:close/>
                </a:path>
                <a:path w="1059179" h="196215">
                  <a:moveTo>
                    <a:pt x="1058811" y="0"/>
                  </a:moveTo>
                  <a:lnTo>
                    <a:pt x="1013345" y="0"/>
                  </a:lnTo>
                  <a:lnTo>
                    <a:pt x="1013345" y="195922"/>
                  </a:lnTo>
                  <a:lnTo>
                    <a:pt x="1058811" y="195922"/>
                  </a:lnTo>
                  <a:lnTo>
                    <a:pt x="1058811" y="0"/>
                  </a:lnTo>
                  <a:close/>
                </a:path>
              </a:pathLst>
            </a:custGeom>
            <a:solidFill>
              <a:srgbClr val="C5DD9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 descr=""/>
          <p:cNvSpPr/>
          <p:nvPr/>
        </p:nvSpPr>
        <p:spPr>
          <a:xfrm>
            <a:off x="12009529" y="6717994"/>
            <a:ext cx="45720" cy="196215"/>
          </a:xfrm>
          <a:custGeom>
            <a:avLst/>
            <a:gdLst/>
            <a:ahLst/>
            <a:cxnLst/>
            <a:rect l="l" t="t" r="r" b="b"/>
            <a:pathLst>
              <a:path w="45720" h="196215">
                <a:moveTo>
                  <a:pt x="0" y="195920"/>
                </a:moveTo>
                <a:lnTo>
                  <a:pt x="45464" y="195920"/>
                </a:lnTo>
                <a:lnTo>
                  <a:pt x="45464" y="0"/>
                </a:lnTo>
                <a:lnTo>
                  <a:pt x="0" y="0"/>
                </a:lnTo>
                <a:lnTo>
                  <a:pt x="0" y="195920"/>
                </a:lnTo>
                <a:close/>
              </a:path>
            </a:pathLst>
          </a:custGeom>
          <a:solidFill>
            <a:srgbClr val="C5DD9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0" name="object 60" descr=""/>
          <p:cNvGrpSpPr/>
          <p:nvPr/>
        </p:nvGrpSpPr>
        <p:grpSpPr>
          <a:xfrm>
            <a:off x="10808508" y="5896721"/>
            <a:ext cx="1443990" cy="1087120"/>
            <a:chOff x="10808508" y="5896721"/>
            <a:chExt cx="1443990" cy="1087120"/>
          </a:xfrm>
        </p:grpSpPr>
        <p:sp>
          <p:nvSpPr>
            <p:cNvPr id="61" name="object 61" descr=""/>
            <p:cNvSpPr/>
            <p:nvPr/>
          </p:nvSpPr>
          <p:spPr>
            <a:xfrm>
              <a:off x="10808500" y="6004794"/>
              <a:ext cx="1443990" cy="978535"/>
            </a:xfrm>
            <a:custGeom>
              <a:avLst/>
              <a:gdLst/>
              <a:ahLst/>
              <a:cxnLst/>
              <a:rect l="l" t="t" r="r" b="b"/>
              <a:pathLst>
                <a:path w="1443990" h="978534">
                  <a:moveTo>
                    <a:pt x="1443380" y="0"/>
                  </a:moveTo>
                  <a:lnTo>
                    <a:pt x="0" y="0"/>
                  </a:lnTo>
                  <a:lnTo>
                    <a:pt x="0" y="655955"/>
                  </a:lnTo>
                  <a:lnTo>
                    <a:pt x="0" y="713206"/>
                  </a:lnTo>
                  <a:lnTo>
                    <a:pt x="242925" y="713206"/>
                  </a:lnTo>
                  <a:lnTo>
                    <a:pt x="242925" y="655955"/>
                  </a:lnTo>
                  <a:lnTo>
                    <a:pt x="385140" y="655955"/>
                  </a:lnTo>
                  <a:lnTo>
                    <a:pt x="385140" y="713206"/>
                  </a:lnTo>
                  <a:lnTo>
                    <a:pt x="430606" y="713206"/>
                  </a:lnTo>
                  <a:lnTo>
                    <a:pt x="430606" y="655955"/>
                  </a:lnTo>
                  <a:lnTo>
                    <a:pt x="572820" y="655955"/>
                  </a:lnTo>
                  <a:lnTo>
                    <a:pt x="572820" y="713206"/>
                  </a:lnTo>
                  <a:lnTo>
                    <a:pt x="871131" y="713206"/>
                  </a:lnTo>
                  <a:lnTo>
                    <a:pt x="871131" y="655955"/>
                  </a:lnTo>
                  <a:lnTo>
                    <a:pt x="1013345" y="655955"/>
                  </a:lnTo>
                  <a:lnTo>
                    <a:pt x="1013345" y="713206"/>
                  </a:lnTo>
                  <a:lnTo>
                    <a:pt x="1058811" y="713206"/>
                  </a:lnTo>
                  <a:lnTo>
                    <a:pt x="1058811" y="655955"/>
                  </a:lnTo>
                  <a:lnTo>
                    <a:pt x="1201026" y="655955"/>
                  </a:lnTo>
                  <a:lnTo>
                    <a:pt x="1201026" y="713206"/>
                  </a:lnTo>
                  <a:lnTo>
                    <a:pt x="1246492" y="713206"/>
                  </a:lnTo>
                  <a:lnTo>
                    <a:pt x="1246492" y="655955"/>
                  </a:lnTo>
                  <a:lnTo>
                    <a:pt x="1388694" y="655955"/>
                  </a:lnTo>
                  <a:lnTo>
                    <a:pt x="1388694" y="713206"/>
                  </a:lnTo>
                  <a:lnTo>
                    <a:pt x="1388694" y="909129"/>
                  </a:lnTo>
                  <a:lnTo>
                    <a:pt x="0" y="909129"/>
                  </a:lnTo>
                  <a:lnTo>
                    <a:pt x="0" y="978458"/>
                  </a:lnTo>
                  <a:lnTo>
                    <a:pt x="1443380" y="978458"/>
                  </a:lnTo>
                  <a:lnTo>
                    <a:pt x="1443380" y="909129"/>
                  </a:lnTo>
                  <a:lnTo>
                    <a:pt x="1443380" y="713206"/>
                  </a:lnTo>
                  <a:lnTo>
                    <a:pt x="1443380" y="655955"/>
                  </a:lnTo>
                  <a:lnTo>
                    <a:pt x="1443380" y="0"/>
                  </a:lnTo>
                  <a:close/>
                </a:path>
              </a:pathLst>
            </a:custGeom>
            <a:solidFill>
              <a:srgbClr val="C5DD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11597740" y="5896721"/>
              <a:ext cx="568960" cy="108585"/>
            </a:xfrm>
            <a:custGeom>
              <a:avLst/>
              <a:gdLst/>
              <a:ahLst/>
              <a:cxnLst/>
              <a:rect l="l" t="t" r="r" b="b"/>
              <a:pathLst>
                <a:path w="568959" h="108585">
                  <a:moveTo>
                    <a:pt x="568820" y="0"/>
                  </a:moveTo>
                  <a:lnTo>
                    <a:pt x="0" y="0"/>
                  </a:lnTo>
                  <a:lnTo>
                    <a:pt x="0" y="108070"/>
                  </a:lnTo>
                  <a:lnTo>
                    <a:pt x="568820" y="108070"/>
                  </a:lnTo>
                  <a:lnTo>
                    <a:pt x="56882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 descr=""/>
          <p:cNvSpPr/>
          <p:nvPr/>
        </p:nvSpPr>
        <p:spPr>
          <a:xfrm>
            <a:off x="10229008" y="4933242"/>
            <a:ext cx="931544" cy="99060"/>
          </a:xfrm>
          <a:custGeom>
            <a:avLst/>
            <a:gdLst/>
            <a:ahLst/>
            <a:cxnLst/>
            <a:rect l="l" t="t" r="r" b="b"/>
            <a:pathLst>
              <a:path w="931545" h="99060">
                <a:moveTo>
                  <a:pt x="931448" y="0"/>
                </a:moveTo>
                <a:lnTo>
                  <a:pt x="0" y="0"/>
                </a:lnTo>
                <a:lnTo>
                  <a:pt x="0" y="98457"/>
                </a:lnTo>
                <a:lnTo>
                  <a:pt x="931448" y="98457"/>
                </a:lnTo>
                <a:lnTo>
                  <a:pt x="931448" y="0"/>
                </a:lnTo>
                <a:close/>
              </a:path>
            </a:pathLst>
          </a:custGeom>
          <a:solidFill>
            <a:srgbClr val="66C4B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4" name="object 64" descr=""/>
          <p:cNvGrpSpPr/>
          <p:nvPr/>
        </p:nvGrpSpPr>
        <p:grpSpPr>
          <a:xfrm>
            <a:off x="11100629" y="4340161"/>
            <a:ext cx="336550" cy="333375"/>
            <a:chOff x="11100629" y="4340161"/>
            <a:chExt cx="336550" cy="333375"/>
          </a:xfrm>
        </p:grpSpPr>
        <p:sp>
          <p:nvSpPr>
            <p:cNvPr id="65" name="object 65" descr=""/>
            <p:cNvSpPr/>
            <p:nvPr/>
          </p:nvSpPr>
          <p:spPr>
            <a:xfrm>
              <a:off x="11100629" y="4340161"/>
              <a:ext cx="336550" cy="333375"/>
            </a:xfrm>
            <a:custGeom>
              <a:avLst/>
              <a:gdLst/>
              <a:ahLst/>
              <a:cxnLst/>
              <a:rect l="l" t="t" r="r" b="b"/>
              <a:pathLst>
                <a:path w="336550" h="333375">
                  <a:moveTo>
                    <a:pt x="168256" y="0"/>
                  </a:moveTo>
                  <a:lnTo>
                    <a:pt x="123526" y="5946"/>
                  </a:lnTo>
                  <a:lnTo>
                    <a:pt x="83332" y="22727"/>
                  </a:lnTo>
                  <a:lnTo>
                    <a:pt x="49279" y="48755"/>
                  </a:lnTo>
                  <a:lnTo>
                    <a:pt x="22971" y="82442"/>
                  </a:lnTo>
                  <a:lnTo>
                    <a:pt x="6010" y="122201"/>
                  </a:lnTo>
                  <a:lnTo>
                    <a:pt x="0" y="166445"/>
                  </a:lnTo>
                  <a:lnTo>
                    <a:pt x="6010" y="210691"/>
                  </a:lnTo>
                  <a:lnTo>
                    <a:pt x="22971" y="250450"/>
                  </a:lnTo>
                  <a:lnTo>
                    <a:pt x="49279" y="284134"/>
                  </a:lnTo>
                  <a:lnTo>
                    <a:pt x="83332" y="310157"/>
                  </a:lnTo>
                  <a:lnTo>
                    <a:pt x="123526" y="326935"/>
                  </a:lnTo>
                  <a:lnTo>
                    <a:pt x="168256" y="332879"/>
                  </a:lnTo>
                  <a:lnTo>
                    <a:pt x="212991" y="326935"/>
                  </a:lnTo>
                  <a:lnTo>
                    <a:pt x="253187" y="310157"/>
                  </a:lnTo>
                  <a:lnTo>
                    <a:pt x="287242" y="284134"/>
                  </a:lnTo>
                  <a:lnTo>
                    <a:pt x="313552" y="250450"/>
                  </a:lnTo>
                  <a:lnTo>
                    <a:pt x="330513" y="210691"/>
                  </a:lnTo>
                  <a:lnTo>
                    <a:pt x="336523" y="166445"/>
                  </a:lnTo>
                  <a:lnTo>
                    <a:pt x="330513" y="122201"/>
                  </a:lnTo>
                  <a:lnTo>
                    <a:pt x="313552" y="82442"/>
                  </a:lnTo>
                  <a:lnTo>
                    <a:pt x="287242" y="48755"/>
                  </a:lnTo>
                  <a:lnTo>
                    <a:pt x="253187" y="22727"/>
                  </a:lnTo>
                  <a:lnTo>
                    <a:pt x="212991" y="5946"/>
                  </a:lnTo>
                  <a:lnTo>
                    <a:pt x="168256" y="0"/>
                  </a:lnTo>
                  <a:close/>
                </a:path>
              </a:pathLst>
            </a:custGeom>
            <a:solidFill>
              <a:srgbClr val="C5DD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11174666" y="4413421"/>
              <a:ext cx="188595" cy="186690"/>
            </a:xfrm>
            <a:custGeom>
              <a:avLst/>
              <a:gdLst/>
              <a:ahLst/>
              <a:cxnLst/>
              <a:rect l="l" t="t" r="r" b="b"/>
              <a:pathLst>
                <a:path w="188595" h="186689">
                  <a:moveTo>
                    <a:pt x="188429" y="59093"/>
                  </a:moveTo>
                  <a:lnTo>
                    <a:pt x="128689" y="59093"/>
                  </a:lnTo>
                  <a:lnTo>
                    <a:pt x="128689" y="0"/>
                  </a:lnTo>
                  <a:lnTo>
                    <a:pt x="59753" y="0"/>
                  </a:lnTo>
                  <a:lnTo>
                    <a:pt x="59753" y="59093"/>
                  </a:lnTo>
                  <a:lnTo>
                    <a:pt x="0" y="59093"/>
                  </a:lnTo>
                  <a:lnTo>
                    <a:pt x="0" y="127279"/>
                  </a:lnTo>
                  <a:lnTo>
                    <a:pt x="59753" y="127279"/>
                  </a:lnTo>
                  <a:lnTo>
                    <a:pt x="59753" y="186397"/>
                  </a:lnTo>
                  <a:lnTo>
                    <a:pt x="128689" y="186397"/>
                  </a:lnTo>
                  <a:lnTo>
                    <a:pt x="128689" y="127279"/>
                  </a:lnTo>
                  <a:lnTo>
                    <a:pt x="188429" y="127279"/>
                  </a:lnTo>
                  <a:lnTo>
                    <a:pt x="188429" y="5909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7" name="object 67" descr=""/>
          <p:cNvSpPr/>
          <p:nvPr/>
        </p:nvSpPr>
        <p:spPr>
          <a:xfrm>
            <a:off x="10146665" y="5098033"/>
            <a:ext cx="287020" cy="84455"/>
          </a:xfrm>
          <a:custGeom>
            <a:avLst/>
            <a:gdLst/>
            <a:ahLst/>
            <a:cxnLst/>
            <a:rect l="l" t="t" r="r" b="b"/>
            <a:pathLst>
              <a:path w="287020" h="84454">
                <a:moveTo>
                  <a:pt x="286766" y="0"/>
                </a:moveTo>
                <a:lnTo>
                  <a:pt x="0" y="0"/>
                </a:lnTo>
                <a:lnTo>
                  <a:pt x="0" y="84395"/>
                </a:lnTo>
                <a:lnTo>
                  <a:pt x="286766" y="84395"/>
                </a:lnTo>
                <a:lnTo>
                  <a:pt x="286766" y="0"/>
                </a:lnTo>
                <a:close/>
              </a:path>
            </a:pathLst>
          </a:custGeom>
          <a:solidFill>
            <a:srgbClr val="BAED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 descr=""/>
          <p:cNvSpPr/>
          <p:nvPr/>
        </p:nvSpPr>
        <p:spPr>
          <a:xfrm>
            <a:off x="10146665" y="5288100"/>
            <a:ext cx="287020" cy="84455"/>
          </a:xfrm>
          <a:custGeom>
            <a:avLst/>
            <a:gdLst/>
            <a:ahLst/>
            <a:cxnLst/>
            <a:rect l="l" t="t" r="r" b="b"/>
            <a:pathLst>
              <a:path w="287020" h="84454">
                <a:moveTo>
                  <a:pt x="286766" y="0"/>
                </a:moveTo>
                <a:lnTo>
                  <a:pt x="0" y="0"/>
                </a:lnTo>
                <a:lnTo>
                  <a:pt x="0" y="84405"/>
                </a:lnTo>
                <a:lnTo>
                  <a:pt x="286766" y="84405"/>
                </a:lnTo>
                <a:lnTo>
                  <a:pt x="286766" y="0"/>
                </a:lnTo>
                <a:close/>
              </a:path>
            </a:pathLst>
          </a:custGeom>
          <a:solidFill>
            <a:srgbClr val="BAED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 descr=""/>
          <p:cNvSpPr/>
          <p:nvPr/>
        </p:nvSpPr>
        <p:spPr>
          <a:xfrm>
            <a:off x="10146665" y="5478168"/>
            <a:ext cx="287020" cy="84455"/>
          </a:xfrm>
          <a:custGeom>
            <a:avLst/>
            <a:gdLst/>
            <a:ahLst/>
            <a:cxnLst/>
            <a:rect l="l" t="t" r="r" b="b"/>
            <a:pathLst>
              <a:path w="287020" h="84454">
                <a:moveTo>
                  <a:pt x="286766" y="0"/>
                </a:moveTo>
                <a:lnTo>
                  <a:pt x="0" y="0"/>
                </a:lnTo>
                <a:lnTo>
                  <a:pt x="0" y="84384"/>
                </a:lnTo>
                <a:lnTo>
                  <a:pt x="286766" y="84384"/>
                </a:lnTo>
                <a:lnTo>
                  <a:pt x="286766" y="0"/>
                </a:lnTo>
                <a:close/>
              </a:path>
            </a:pathLst>
          </a:custGeom>
          <a:solidFill>
            <a:srgbClr val="BAED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 descr=""/>
          <p:cNvSpPr/>
          <p:nvPr/>
        </p:nvSpPr>
        <p:spPr>
          <a:xfrm>
            <a:off x="10146665" y="5668246"/>
            <a:ext cx="287020" cy="84455"/>
          </a:xfrm>
          <a:custGeom>
            <a:avLst/>
            <a:gdLst/>
            <a:ahLst/>
            <a:cxnLst/>
            <a:rect l="l" t="t" r="r" b="b"/>
            <a:pathLst>
              <a:path w="287020" h="84454">
                <a:moveTo>
                  <a:pt x="286766" y="0"/>
                </a:moveTo>
                <a:lnTo>
                  <a:pt x="0" y="0"/>
                </a:lnTo>
                <a:lnTo>
                  <a:pt x="0" y="84384"/>
                </a:lnTo>
                <a:lnTo>
                  <a:pt x="286766" y="84384"/>
                </a:lnTo>
                <a:lnTo>
                  <a:pt x="286766" y="0"/>
                </a:lnTo>
                <a:close/>
              </a:path>
            </a:pathLst>
          </a:custGeom>
          <a:solidFill>
            <a:srgbClr val="BAED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 descr=""/>
          <p:cNvSpPr/>
          <p:nvPr/>
        </p:nvSpPr>
        <p:spPr>
          <a:xfrm>
            <a:off x="10146665" y="5858313"/>
            <a:ext cx="287020" cy="84455"/>
          </a:xfrm>
          <a:custGeom>
            <a:avLst/>
            <a:gdLst/>
            <a:ahLst/>
            <a:cxnLst/>
            <a:rect l="l" t="t" r="r" b="b"/>
            <a:pathLst>
              <a:path w="287020" h="84454">
                <a:moveTo>
                  <a:pt x="286766" y="0"/>
                </a:moveTo>
                <a:lnTo>
                  <a:pt x="0" y="0"/>
                </a:lnTo>
                <a:lnTo>
                  <a:pt x="0" y="84363"/>
                </a:lnTo>
                <a:lnTo>
                  <a:pt x="286766" y="84363"/>
                </a:lnTo>
                <a:lnTo>
                  <a:pt x="286766" y="0"/>
                </a:lnTo>
                <a:close/>
              </a:path>
            </a:pathLst>
          </a:custGeom>
          <a:solidFill>
            <a:srgbClr val="BAED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 descr=""/>
          <p:cNvSpPr/>
          <p:nvPr/>
        </p:nvSpPr>
        <p:spPr>
          <a:xfrm>
            <a:off x="10146665" y="6048370"/>
            <a:ext cx="287020" cy="84455"/>
          </a:xfrm>
          <a:custGeom>
            <a:avLst/>
            <a:gdLst/>
            <a:ahLst/>
            <a:cxnLst/>
            <a:rect l="l" t="t" r="r" b="b"/>
            <a:pathLst>
              <a:path w="287020" h="84454">
                <a:moveTo>
                  <a:pt x="286766" y="0"/>
                </a:moveTo>
                <a:lnTo>
                  <a:pt x="0" y="0"/>
                </a:lnTo>
                <a:lnTo>
                  <a:pt x="0" y="84384"/>
                </a:lnTo>
                <a:lnTo>
                  <a:pt x="286766" y="84384"/>
                </a:lnTo>
                <a:lnTo>
                  <a:pt x="286766" y="0"/>
                </a:lnTo>
                <a:close/>
              </a:path>
            </a:pathLst>
          </a:custGeom>
          <a:solidFill>
            <a:srgbClr val="BAED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 descr=""/>
          <p:cNvSpPr/>
          <p:nvPr/>
        </p:nvSpPr>
        <p:spPr>
          <a:xfrm>
            <a:off x="10146665" y="6238438"/>
            <a:ext cx="287020" cy="84455"/>
          </a:xfrm>
          <a:custGeom>
            <a:avLst/>
            <a:gdLst/>
            <a:ahLst/>
            <a:cxnLst/>
            <a:rect l="l" t="t" r="r" b="b"/>
            <a:pathLst>
              <a:path w="287020" h="84454">
                <a:moveTo>
                  <a:pt x="286766" y="0"/>
                </a:moveTo>
                <a:lnTo>
                  <a:pt x="0" y="0"/>
                </a:lnTo>
                <a:lnTo>
                  <a:pt x="0" y="84384"/>
                </a:lnTo>
                <a:lnTo>
                  <a:pt x="286766" y="84384"/>
                </a:lnTo>
                <a:lnTo>
                  <a:pt x="286766" y="0"/>
                </a:lnTo>
                <a:close/>
              </a:path>
            </a:pathLst>
          </a:custGeom>
          <a:solidFill>
            <a:srgbClr val="BAED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/>
          <p:nvPr/>
        </p:nvSpPr>
        <p:spPr>
          <a:xfrm>
            <a:off x="10146665" y="6428516"/>
            <a:ext cx="287020" cy="84455"/>
          </a:xfrm>
          <a:custGeom>
            <a:avLst/>
            <a:gdLst/>
            <a:ahLst/>
            <a:cxnLst/>
            <a:rect l="l" t="t" r="r" b="b"/>
            <a:pathLst>
              <a:path w="287020" h="84454">
                <a:moveTo>
                  <a:pt x="286766" y="0"/>
                </a:moveTo>
                <a:lnTo>
                  <a:pt x="0" y="0"/>
                </a:lnTo>
                <a:lnTo>
                  <a:pt x="0" y="84384"/>
                </a:lnTo>
                <a:lnTo>
                  <a:pt x="286766" y="84384"/>
                </a:lnTo>
                <a:lnTo>
                  <a:pt x="286766" y="0"/>
                </a:lnTo>
                <a:close/>
              </a:path>
            </a:pathLst>
          </a:custGeom>
          <a:solidFill>
            <a:srgbClr val="BAED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 descr=""/>
          <p:cNvSpPr/>
          <p:nvPr/>
        </p:nvSpPr>
        <p:spPr>
          <a:xfrm>
            <a:off x="10146665" y="6618541"/>
            <a:ext cx="287020" cy="84455"/>
          </a:xfrm>
          <a:custGeom>
            <a:avLst/>
            <a:gdLst/>
            <a:ahLst/>
            <a:cxnLst/>
            <a:rect l="l" t="t" r="r" b="b"/>
            <a:pathLst>
              <a:path w="287020" h="84454">
                <a:moveTo>
                  <a:pt x="286766" y="0"/>
                </a:moveTo>
                <a:lnTo>
                  <a:pt x="0" y="0"/>
                </a:lnTo>
                <a:lnTo>
                  <a:pt x="0" y="84405"/>
                </a:lnTo>
                <a:lnTo>
                  <a:pt x="286766" y="84405"/>
                </a:lnTo>
                <a:lnTo>
                  <a:pt x="286766" y="0"/>
                </a:lnTo>
                <a:close/>
              </a:path>
            </a:pathLst>
          </a:custGeom>
          <a:solidFill>
            <a:srgbClr val="BAED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 descr=""/>
          <p:cNvSpPr/>
          <p:nvPr/>
        </p:nvSpPr>
        <p:spPr>
          <a:xfrm>
            <a:off x="10146665" y="6808620"/>
            <a:ext cx="287020" cy="84455"/>
          </a:xfrm>
          <a:custGeom>
            <a:avLst/>
            <a:gdLst/>
            <a:ahLst/>
            <a:cxnLst/>
            <a:rect l="l" t="t" r="r" b="b"/>
            <a:pathLst>
              <a:path w="287020" h="84454">
                <a:moveTo>
                  <a:pt x="286766" y="0"/>
                </a:moveTo>
                <a:lnTo>
                  <a:pt x="0" y="0"/>
                </a:lnTo>
                <a:lnTo>
                  <a:pt x="0" y="84405"/>
                </a:lnTo>
                <a:lnTo>
                  <a:pt x="286766" y="84405"/>
                </a:lnTo>
                <a:lnTo>
                  <a:pt x="286766" y="0"/>
                </a:lnTo>
                <a:close/>
              </a:path>
            </a:pathLst>
          </a:custGeom>
          <a:solidFill>
            <a:srgbClr val="BAED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 descr=""/>
          <p:cNvSpPr/>
          <p:nvPr/>
        </p:nvSpPr>
        <p:spPr>
          <a:xfrm>
            <a:off x="9948147" y="5210553"/>
            <a:ext cx="146050" cy="84455"/>
          </a:xfrm>
          <a:custGeom>
            <a:avLst/>
            <a:gdLst/>
            <a:ahLst/>
            <a:cxnLst/>
            <a:rect l="l" t="t" r="r" b="b"/>
            <a:pathLst>
              <a:path w="146050" h="84454">
                <a:moveTo>
                  <a:pt x="145765" y="0"/>
                </a:moveTo>
                <a:lnTo>
                  <a:pt x="0" y="0"/>
                </a:lnTo>
                <a:lnTo>
                  <a:pt x="0" y="84395"/>
                </a:lnTo>
                <a:lnTo>
                  <a:pt x="145765" y="84395"/>
                </a:lnTo>
                <a:lnTo>
                  <a:pt x="145765" y="0"/>
                </a:lnTo>
                <a:close/>
              </a:path>
            </a:pathLst>
          </a:custGeom>
          <a:solidFill>
            <a:srgbClr val="66C4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 descr=""/>
          <p:cNvSpPr/>
          <p:nvPr/>
        </p:nvSpPr>
        <p:spPr>
          <a:xfrm>
            <a:off x="9948147" y="5400621"/>
            <a:ext cx="146050" cy="84455"/>
          </a:xfrm>
          <a:custGeom>
            <a:avLst/>
            <a:gdLst/>
            <a:ahLst/>
            <a:cxnLst/>
            <a:rect l="l" t="t" r="r" b="b"/>
            <a:pathLst>
              <a:path w="146050" h="84454">
                <a:moveTo>
                  <a:pt x="145765" y="0"/>
                </a:moveTo>
                <a:lnTo>
                  <a:pt x="0" y="0"/>
                </a:lnTo>
                <a:lnTo>
                  <a:pt x="0" y="84405"/>
                </a:lnTo>
                <a:lnTo>
                  <a:pt x="145765" y="84405"/>
                </a:lnTo>
                <a:lnTo>
                  <a:pt x="145765" y="0"/>
                </a:lnTo>
                <a:close/>
              </a:path>
            </a:pathLst>
          </a:custGeom>
          <a:solidFill>
            <a:srgbClr val="66C4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 descr=""/>
          <p:cNvSpPr/>
          <p:nvPr/>
        </p:nvSpPr>
        <p:spPr>
          <a:xfrm>
            <a:off x="9948147" y="5590688"/>
            <a:ext cx="146050" cy="84455"/>
          </a:xfrm>
          <a:custGeom>
            <a:avLst/>
            <a:gdLst/>
            <a:ahLst/>
            <a:cxnLst/>
            <a:rect l="l" t="t" r="r" b="b"/>
            <a:pathLst>
              <a:path w="146050" h="84454">
                <a:moveTo>
                  <a:pt x="145765" y="0"/>
                </a:moveTo>
                <a:lnTo>
                  <a:pt x="0" y="0"/>
                </a:lnTo>
                <a:lnTo>
                  <a:pt x="0" y="84384"/>
                </a:lnTo>
                <a:lnTo>
                  <a:pt x="145765" y="84384"/>
                </a:lnTo>
                <a:lnTo>
                  <a:pt x="145765" y="0"/>
                </a:lnTo>
                <a:close/>
              </a:path>
            </a:pathLst>
          </a:custGeom>
          <a:solidFill>
            <a:srgbClr val="66C4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 descr=""/>
          <p:cNvSpPr/>
          <p:nvPr/>
        </p:nvSpPr>
        <p:spPr>
          <a:xfrm>
            <a:off x="9948147" y="5780766"/>
            <a:ext cx="146050" cy="84455"/>
          </a:xfrm>
          <a:custGeom>
            <a:avLst/>
            <a:gdLst/>
            <a:ahLst/>
            <a:cxnLst/>
            <a:rect l="l" t="t" r="r" b="b"/>
            <a:pathLst>
              <a:path w="146050" h="84454">
                <a:moveTo>
                  <a:pt x="145765" y="0"/>
                </a:moveTo>
                <a:lnTo>
                  <a:pt x="0" y="0"/>
                </a:lnTo>
                <a:lnTo>
                  <a:pt x="0" y="84384"/>
                </a:lnTo>
                <a:lnTo>
                  <a:pt x="145765" y="84384"/>
                </a:lnTo>
                <a:lnTo>
                  <a:pt x="145765" y="0"/>
                </a:lnTo>
                <a:close/>
              </a:path>
            </a:pathLst>
          </a:custGeom>
          <a:solidFill>
            <a:srgbClr val="66C4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 descr=""/>
          <p:cNvSpPr/>
          <p:nvPr/>
        </p:nvSpPr>
        <p:spPr>
          <a:xfrm>
            <a:off x="9948147" y="5970833"/>
            <a:ext cx="146050" cy="84455"/>
          </a:xfrm>
          <a:custGeom>
            <a:avLst/>
            <a:gdLst/>
            <a:ahLst/>
            <a:cxnLst/>
            <a:rect l="l" t="t" r="r" b="b"/>
            <a:pathLst>
              <a:path w="146050" h="84454">
                <a:moveTo>
                  <a:pt x="145765" y="0"/>
                </a:moveTo>
                <a:lnTo>
                  <a:pt x="0" y="0"/>
                </a:lnTo>
                <a:lnTo>
                  <a:pt x="0" y="84363"/>
                </a:lnTo>
                <a:lnTo>
                  <a:pt x="145765" y="84363"/>
                </a:lnTo>
                <a:lnTo>
                  <a:pt x="145765" y="0"/>
                </a:lnTo>
                <a:close/>
              </a:path>
            </a:pathLst>
          </a:custGeom>
          <a:solidFill>
            <a:srgbClr val="66C4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 descr=""/>
          <p:cNvSpPr/>
          <p:nvPr/>
        </p:nvSpPr>
        <p:spPr>
          <a:xfrm>
            <a:off x="9948147" y="6160891"/>
            <a:ext cx="146050" cy="84455"/>
          </a:xfrm>
          <a:custGeom>
            <a:avLst/>
            <a:gdLst/>
            <a:ahLst/>
            <a:cxnLst/>
            <a:rect l="l" t="t" r="r" b="b"/>
            <a:pathLst>
              <a:path w="146050" h="84454">
                <a:moveTo>
                  <a:pt x="145765" y="0"/>
                </a:moveTo>
                <a:lnTo>
                  <a:pt x="0" y="0"/>
                </a:lnTo>
                <a:lnTo>
                  <a:pt x="0" y="84384"/>
                </a:lnTo>
                <a:lnTo>
                  <a:pt x="145765" y="84384"/>
                </a:lnTo>
                <a:lnTo>
                  <a:pt x="145765" y="0"/>
                </a:lnTo>
                <a:close/>
              </a:path>
            </a:pathLst>
          </a:custGeom>
          <a:solidFill>
            <a:srgbClr val="66C4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 descr=""/>
          <p:cNvSpPr/>
          <p:nvPr/>
        </p:nvSpPr>
        <p:spPr>
          <a:xfrm>
            <a:off x="9948147" y="6350958"/>
            <a:ext cx="146050" cy="84455"/>
          </a:xfrm>
          <a:custGeom>
            <a:avLst/>
            <a:gdLst/>
            <a:ahLst/>
            <a:cxnLst/>
            <a:rect l="l" t="t" r="r" b="b"/>
            <a:pathLst>
              <a:path w="146050" h="84454">
                <a:moveTo>
                  <a:pt x="145765" y="0"/>
                </a:moveTo>
                <a:lnTo>
                  <a:pt x="0" y="0"/>
                </a:lnTo>
                <a:lnTo>
                  <a:pt x="0" y="84384"/>
                </a:lnTo>
                <a:lnTo>
                  <a:pt x="145765" y="84384"/>
                </a:lnTo>
                <a:lnTo>
                  <a:pt x="145765" y="0"/>
                </a:lnTo>
                <a:close/>
              </a:path>
            </a:pathLst>
          </a:custGeom>
          <a:solidFill>
            <a:srgbClr val="66C4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 descr=""/>
          <p:cNvSpPr/>
          <p:nvPr/>
        </p:nvSpPr>
        <p:spPr>
          <a:xfrm>
            <a:off x="9948147" y="6541036"/>
            <a:ext cx="146050" cy="84455"/>
          </a:xfrm>
          <a:custGeom>
            <a:avLst/>
            <a:gdLst/>
            <a:ahLst/>
            <a:cxnLst/>
            <a:rect l="l" t="t" r="r" b="b"/>
            <a:pathLst>
              <a:path w="146050" h="84454">
                <a:moveTo>
                  <a:pt x="145765" y="0"/>
                </a:moveTo>
                <a:lnTo>
                  <a:pt x="0" y="0"/>
                </a:lnTo>
                <a:lnTo>
                  <a:pt x="0" y="84384"/>
                </a:lnTo>
                <a:lnTo>
                  <a:pt x="145765" y="84384"/>
                </a:lnTo>
                <a:lnTo>
                  <a:pt x="145765" y="0"/>
                </a:lnTo>
                <a:close/>
              </a:path>
            </a:pathLst>
          </a:custGeom>
          <a:solidFill>
            <a:srgbClr val="66C4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 descr=""/>
          <p:cNvSpPr/>
          <p:nvPr/>
        </p:nvSpPr>
        <p:spPr>
          <a:xfrm>
            <a:off x="9948147" y="6731062"/>
            <a:ext cx="146050" cy="84455"/>
          </a:xfrm>
          <a:custGeom>
            <a:avLst/>
            <a:gdLst/>
            <a:ahLst/>
            <a:cxnLst/>
            <a:rect l="l" t="t" r="r" b="b"/>
            <a:pathLst>
              <a:path w="146050" h="84454">
                <a:moveTo>
                  <a:pt x="145765" y="0"/>
                </a:moveTo>
                <a:lnTo>
                  <a:pt x="0" y="0"/>
                </a:lnTo>
                <a:lnTo>
                  <a:pt x="0" y="84405"/>
                </a:lnTo>
                <a:lnTo>
                  <a:pt x="145765" y="84405"/>
                </a:lnTo>
                <a:lnTo>
                  <a:pt x="145765" y="0"/>
                </a:lnTo>
                <a:close/>
              </a:path>
            </a:pathLst>
          </a:custGeom>
          <a:solidFill>
            <a:srgbClr val="66C4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 descr=""/>
          <p:cNvSpPr/>
          <p:nvPr/>
        </p:nvSpPr>
        <p:spPr>
          <a:xfrm>
            <a:off x="10940650" y="5098033"/>
            <a:ext cx="287020" cy="84455"/>
          </a:xfrm>
          <a:custGeom>
            <a:avLst/>
            <a:gdLst/>
            <a:ahLst/>
            <a:cxnLst/>
            <a:rect l="l" t="t" r="r" b="b"/>
            <a:pathLst>
              <a:path w="287020" h="84454">
                <a:moveTo>
                  <a:pt x="286766" y="0"/>
                </a:moveTo>
                <a:lnTo>
                  <a:pt x="0" y="0"/>
                </a:lnTo>
                <a:lnTo>
                  <a:pt x="0" y="84395"/>
                </a:lnTo>
                <a:lnTo>
                  <a:pt x="286766" y="84395"/>
                </a:lnTo>
                <a:lnTo>
                  <a:pt x="286766" y="0"/>
                </a:lnTo>
                <a:close/>
              </a:path>
            </a:pathLst>
          </a:custGeom>
          <a:solidFill>
            <a:srgbClr val="BAED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 descr=""/>
          <p:cNvSpPr/>
          <p:nvPr/>
        </p:nvSpPr>
        <p:spPr>
          <a:xfrm>
            <a:off x="10940650" y="5288100"/>
            <a:ext cx="287020" cy="84455"/>
          </a:xfrm>
          <a:custGeom>
            <a:avLst/>
            <a:gdLst/>
            <a:ahLst/>
            <a:cxnLst/>
            <a:rect l="l" t="t" r="r" b="b"/>
            <a:pathLst>
              <a:path w="287020" h="84454">
                <a:moveTo>
                  <a:pt x="286766" y="0"/>
                </a:moveTo>
                <a:lnTo>
                  <a:pt x="0" y="0"/>
                </a:lnTo>
                <a:lnTo>
                  <a:pt x="0" y="84405"/>
                </a:lnTo>
                <a:lnTo>
                  <a:pt x="286766" y="84405"/>
                </a:lnTo>
                <a:lnTo>
                  <a:pt x="286766" y="0"/>
                </a:lnTo>
                <a:close/>
              </a:path>
            </a:pathLst>
          </a:custGeom>
          <a:solidFill>
            <a:srgbClr val="BAED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 descr=""/>
          <p:cNvSpPr/>
          <p:nvPr/>
        </p:nvSpPr>
        <p:spPr>
          <a:xfrm>
            <a:off x="10940650" y="5478168"/>
            <a:ext cx="287020" cy="84455"/>
          </a:xfrm>
          <a:custGeom>
            <a:avLst/>
            <a:gdLst/>
            <a:ahLst/>
            <a:cxnLst/>
            <a:rect l="l" t="t" r="r" b="b"/>
            <a:pathLst>
              <a:path w="287020" h="84454">
                <a:moveTo>
                  <a:pt x="286766" y="0"/>
                </a:moveTo>
                <a:lnTo>
                  <a:pt x="0" y="0"/>
                </a:lnTo>
                <a:lnTo>
                  <a:pt x="0" y="84384"/>
                </a:lnTo>
                <a:lnTo>
                  <a:pt x="286766" y="84384"/>
                </a:lnTo>
                <a:lnTo>
                  <a:pt x="286766" y="0"/>
                </a:lnTo>
                <a:close/>
              </a:path>
            </a:pathLst>
          </a:custGeom>
          <a:solidFill>
            <a:srgbClr val="BAED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 descr=""/>
          <p:cNvSpPr/>
          <p:nvPr/>
        </p:nvSpPr>
        <p:spPr>
          <a:xfrm>
            <a:off x="10940650" y="5668246"/>
            <a:ext cx="287020" cy="84455"/>
          </a:xfrm>
          <a:custGeom>
            <a:avLst/>
            <a:gdLst/>
            <a:ahLst/>
            <a:cxnLst/>
            <a:rect l="l" t="t" r="r" b="b"/>
            <a:pathLst>
              <a:path w="287020" h="84454">
                <a:moveTo>
                  <a:pt x="286766" y="0"/>
                </a:moveTo>
                <a:lnTo>
                  <a:pt x="0" y="0"/>
                </a:lnTo>
                <a:lnTo>
                  <a:pt x="0" y="84384"/>
                </a:lnTo>
                <a:lnTo>
                  <a:pt x="286766" y="84384"/>
                </a:lnTo>
                <a:lnTo>
                  <a:pt x="286766" y="0"/>
                </a:lnTo>
                <a:close/>
              </a:path>
            </a:pathLst>
          </a:custGeom>
          <a:solidFill>
            <a:srgbClr val="BAED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 descr=""/>
          <p:cNvSpPr/>
          <p:nvPr/>
        </p:nvSpPr>
        <p:spPr>
          <a:xfrm>
            <a:off x="10940650" y="5858313"/>
            <a:ext cx="287020" cy="84455"/>
          </a:xfrm>
          <a:custGeom>
            <a:avLst/>
            <a:gdLst/>
            <a:ahLst/>
            <a:cxnLst/>
            <a:rect l="l" t="t" r="r" b="b"/>
            <a:pathLst>
              <a:path w="287020" h="84454">
                <a:moveTo>
                  <a:pt x="286766" y="0"/>
                </a:moveTo>
                <a:lnTo>
                  <a:pt x="0" y="0"/>
                </a:lnTo>
                <a:lnTo>
                  <a:pt x="0" y="84363"/>
                </a:lnTo>
                <a:lnTo>
                  <a:pt x="286766" y="84363"/>
                </a:lnTo>
                <a:lnTo>
                  <a:pt x="286766" y="0"/>
                </a:lnTo>
                <a:close/>
              </a:path>
            </a:pathLst>
          </a:custGeom>
          <a:solidFill>
            <a:srgbClr val="BAED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 descr=""/>
          <p:cNvSpPr/>
          <p:nvPr/>
        </p:nvSpPr>
        <p:spPr>
          <a:xfrm>
            <a:off x="10495775" y="5081352"/>
            <a:ext cx="398145" cy="182880"/>
          </a:xfrm>
          <a:custGeom>
            <a:avLst/>
            <a:gdLst/>
            <a:ahLst/>
            <a:cxnLst/>
            <a:rect l="l" t="t" r="r" b="b"/>
            <a:pathLst>
              <a:path w="398145" h="182879">
                <a:moveTo>
                  <a:pt x="71107" y="0"/>
                </a:moveTo>
                <a:lnTo>
                  <a:pt x="0" y="0"/>
                </a:lnTo>
                <a:lnTo>
                  <a:pt x="0" y="182854"/>
                </a:lnTo>
                <a:lnTo>
                  <a:pt x="71107" y="182854"/>
                </a:lnTo>
                <a:lnTo>
                  <a:pt x="71107" y="0"/>
                </a:lnTo>
                <a:close/>
              </a:path>
              <a:path w="398145" h="182879">
                <a:moveTo>
                  <a:pt x="180035" y="0"/>
                </a:moveTo>
                <a:lnTo>
                  <a:pt x="108927" y="0"/>
                </a:lnTo>
                <a:lnTo>
                  <a:pt x="108927" y="182841"/>
                </a:lnTo>
                <a:lnTo>
                  <a:pt x="180035" y="182841"/>
                </a:lnTo>
                <a:lnTo>
                  <a:pt x="180035" y="0"/>
                </a:lnTo>
                <a:close/>
              </a:path>
              <a:path w="398145" h="182879">
                <a:moveTo>
                  <a:pt x="288963" y="0"/>
                </a:moveTo>
                <a:lnTo>
                  <a:pt x="217855" y="0"/>
                </a:lnTo>
                <a:lnTo>
                  <a:pt x="217855" y="182854"/>
                </a:lnTo>
                <a:lnTo>
                  <a:pt x="288963" y="182854"/>
                </a:lnTo>
                <a:lnTo>
                  <a:pt x="288963" y="0"/>
                </a:lnTo>
                <a:close/>
              </a:path>
              <a:path w="398145" h="182879">
                <a:moveTo>
                  <a:pt x="397878" y="0"/>
                </a:moveTo>
                <a:lnTo>
                  <a:pt x="326771" y="0"/>
                </a:lnTo>
                <a:lnTo>
                  <a:pt x="326771" y="182854"/>
                </a:lnTo>
                <a:lnTo>
                  <a:pt x="397878" y="182854"/>
                </a:lnTo>
                <a:lnTo>
                  <a:pt x="397878" y="0"/>
                </a:lnTo>
                <a:close/>
              </a:path>
            </a:pathLst>
          </a:custGeom>
          <a:solidFill>
            <a:srgbClr val="66C4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 descr=""/>
          <p:cNvSpPr/>
          <p:nvPr/>
        </p:nvSpPr>
        <p:spPr>
          <a:xfrm>
            <a:off x="10495775" y="5323033"/>
            <a:ext cx="398145" cy="182880"/>
          </a:xfrm>
          <a:custGeom>
            <a:avLst/>
            <a:gdLst/>
            <a:ahLst/>
            <a:cxnLst/>
            <a:rect l="l" t="t" r="r" b="b"/>
            <a:pathLst>
              <a:path w="398145" h="182879">
                <a:moveTo>
                  <a:pt x="71107" y="0"/>
                </a:moveTo>
                <a:lnTo>
                  <a:pt x="0" y="0"/>
                </a:lnTo>
                <a:lnTo>
                  <a:pt x="0" y="182867"/>
                </a:lnTo>
                <a:lnTo>
                  <a:pt x="71107" y="182867"/>
                </a:lnTo>
                <a:lnTo>
                  <a:pt x="71107" y="0"/>
                </a:lnTo>
                <a:close/>
              </a:path>
              <a:path w="398145" h="182879">
                <a:moveTo>
                  <a:pt x="180035" y="0"/>
                </a:moveTo>
                <a:lnTo>
                  <a:pt x="108927" y="0"/>
                </a:lnTo>
                <a:lnTo>
                  <a:pt x="108927" y="182854"/>
                </a:lnTo>
                <a:lnTo>
                  <a:pt x="180035" y="182854"/>
                </a:lnTo>
                <a:lnTo>
                  <a:pt x="180035" y="0"/>
                </a:lnTo>
                <a:close/>
              </a:path>
              <a:path w="398145" h="182879">
                <a:moveTo>
                  <a:pt x="288963" y="0"/>
                </a:moveTo>
                <a:lnTo>
                  <a:pt x="217855" y="0"/>
                </a:lnTo>
                <a:lnTo>
                  <a:pt x="217855" y="182867"/>
                </a:lnTo>
                <a:lnTo>
                  <a:pt x="288963" y="182867"/>
                </a:lnTo>
                <a:lnTo>
                  <a:pt x="288963" y="0"/>
                </a:lnTo>
                <a:close/>
              </a:path>
              <a:path w="398145" h="182879">
                <a:moveTo>
                  <a:pt x="397878" y="0"/>
                </a:moveTo>
                <a:lnTo>
                  <a:pt x="326771" y="0"/>
                </a:lnTo>
                <a:lnTo>
                  <a:pt x="326771" y="182867"/>
                </a:lnTo>
                <a:lnTo>
                  <a:pt x="397878" y="182867"/>
                </a:lnTo>
                <a:lnTo>
                  <a:pt x="397878" y="0"/>
                </a:lnTo>
                <a:close/>
              </a:path>
            </a:pathLst>
          </a:custGeom>
          <a:solidFill>
            <a:srgbClr val="66C4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 descr=""/>
          <p:cNvSpPr/>
          <p:nvPr/>
        </p:nvSpPr>
        <p:spPr>
          <a:xfrm>
            <a:off x="10495775" y="5564752"/>
            <a:ext cx="398145" cy="182880"/>
          </a:xfrm>
          <a:custGeom>
            <a:avLst/>
            <a:gdLst/>
            <a:ahLst/>
            <a:cxnLst/>
            <a:rect l="l" t="t" r="r" b="b"/>
            <a:pathLst>
              <a:path w="398145" h="182879">
                <a:moveTo>
                  <a:pt x="71107" y="0"/>
                </a:moveTo>
                <a:lnTo>
                  <a:pt x="0" y="0"/>
                </a:lnTo>
                <a:lnTo>
                  <a:pt x="0" y="182854"/>
                </a:lnTo>
                <a:lnTo>
                  <a:pt x="71107" y="182854"/>
                </a:lnTo>
                <a:lnTo>
                  <a:pt x="71107" y="0"/>
                </a:lnTo>
                <a:close/>
              </a:path>
              <a:path w="398145" h="182879">
                <a:moveTo>
                  <a:pt x="180035" y="0"/>
                </a:moveTo>
                <a:lnTo>
                  <a:pt x="108927" y="0"/>
                </a:lnTo>
                <a:lnTo>
                  <a:pt x="108927" y="182829"/>
                </a:lnTo>
                <a:lnTo>
                  <a:pt x="180035" y="182829"/>
                </a:lnTo>
                <a:lnTo>
                  <a:pt x="180035" y="0"/>
                </a:lnTo>
                <a:close/>
              </a:path>
              <a:path w="398145" h="182879">
                <a:moveTo>
                  <a:pt x="288963" y="0"/>
                </a:moveTo>
                <a:lnTo>
                  <a:pt x="217855" y="0"/>
                </a:lnTo>
                <a:lnTo>
                  <a:pt x="217855" y="182854"/>
                </a:lnTo>
                <a:lnTo>
                  <a:pt x="288963" y="182854"/>
                </a:lnTo>
                <a:lnTo>
                  <a:pt x="288963" y="0"/>
                </a:lnTo>
                <a:close/>
              </a:path>
              <a:path w="398145" h="182879">
                <a:moveTo>
                  <a:pt x="397878" y="0"/>
                </a:moveTo>
                <a:lnTo>
                  <a:pt x="326771" y="0"/>
                </a:lnTo>
                <a:lnTo>
                  <a:pt x="326771" y="182854"/>
                </a:lnTo>
                <a:lnTo>
                  <a:pt x="397878" y="182854"/>
                </a:lnTo>
                <a:lnTo>
                  <a:pt x="397878" y="0"/>
                </a:lnTo>
                <a:close/>
              </a:path>
            </a:pathLst>
          </a:custGeom>
          <a:solidFill>
            <a:srgbClr val="66C4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 descr=""/>
          <p:cNvSpPr/>
          <p:nvPr/>
        </p:nvSpPr>
        <p:spPr>
          <a:xfrm>
            <a:off x="10495775" y="5806484"/>
            <a:ext cx="398145" cy="182880"/>
          </a:xfrm>
          <a:custGeom>
            <a:avLst/>
            <a:gdLst/>
            <a:ahLst/>
            <a:cxnLst/>
            <a:rect l="l" t="t" r="r" b="b"/>
            <a:pathLst>
              <a:path w="398145" h="182879">
                <a:moveTo>
                  <a:pt x="71132" y="0"/>
                </a:moveTo>
                <a:lnTo>
                  <a:pt x="0" y="0"/>
                </a:lnTo>
                <a:lnTo>
                  <a:pt x="0" y="182841"/>
                </a:lnTo>
                <a:lnTo>
                  <a:pt x="71132" y="182841"/>
                </a:lnTo>
                <a:lnTo>
                  <a:pt x="71132" y="0"/>
                </a:lnTo>
                <a:close/>
              </a:path>
              <a:path w="398145" h="182879">
                <a:moveTo>
                  <a:pt x="180035" y="0"/>
                </a:moveTo>
                <a:lnTo>
                  <a:pt x="108927" y="0"/>
                </a:lnTo>
                <a:lnTo>
                  <a:pt x="108927" y="182829"/>
                </a:lnTo>
                <a:lnTo>
                  <a:pt x="180035" y="182829"/>
                </a:lnTo>
                <a:lnTo>
                  <a:pt x="180035" y="0"/>
                </a:lnTo>
                <a:close/>
              </a:path>
              <a:path w="398145" h="182879">
                <a:moveTo>
                  <a:pt x="288963" y="0"/>
                </a:moveTo>
                <a:lnTo>
                  <a:pt x="217855" y="0"/>
                </a:lnTo>
                <a:lnTo>
                  <a:pt x="217855" y="182841"/>
                </a:lnTo>
                <a:lnTo>
                  <a:pt x="288963" y="182841"/>
                </a:lnTo>
                <a:lnTo>
                  <a:pt x="288963" y="0"/>
                </a:lnTo>
                <a:close/>
              </a:path>
              <a:path w="398145" h="182879">
                <a:moveTo>
                  <a:pt x="397878" y="0"/>
                </a:moveTo>
                <a:lnTo>
                  <a:pt x="326809" y="0"/>
                </a:lnTo>
                <a:lnTo>
                  <a:pt x="326809" y="182841"/>
                </a:lnTo>
                <a:lnTo>
                  <a:pt x="397878" y="182841"/>
                </a:lnTo>
                <a:lnTo>
                  <a:pt x="397878" y="0"/>
                </a:lnTo>
                <a:close/>
              </a:path>
            </a:pathLst>
          </a:custGeom>
          <a:solidFill>
            <a:srgbClr val="66C4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 descr=""/>
          <p:cNvSpPr/>
          <p:nvPr/>
        </p:nvSpPr>
        <p:spPr>
          <a:xfrm>
            <a:off x="10495775" y="6048177"/>
            <a:ext cx="289560" cy="182880"/>
          </a:xfrm>
          <a:custGeom>
            <a:avLst/>
            <a:gdLst/>
            <a:ahLst/>
            <a:cxnLst/>
            <a:rect l="l" t="t" r="r" b="b"/>
            <a:pathLst>
              <a:path w="289559" h="182879">
                <a:moveTo>
                  <a:pt x="71132" y="0"/>
                </a:moveTo>
                <a:lnTo>
                  <a:pt x="0" y="0"/>
                </a:lnTo>
                <a:lnTo>
                  <a:pt x="0" y="182854"/>
                </a:lnTo>
                <a:lnTo>
                  <a:pt x="71132" y="182854"/>
                </a:lnTo>
                <a:lnTo>
                  <a:pt x="71132" y="0"/>
                </a:lnTo>
                <a:close/>
              </a:path>
              <a:path w="289559" h="182879">
                <a:moveTo>
                  <a:pt x="180035" y="0"/>
                </a:moveTo>
                <a:lnTo>
                  <a:pt x="108927" y="0"/>
                </a:lnTo>
                <a:lnTo>
                  <a:pt x="108927" y="182816"/>
                </a:lnTo>
                <a:lnTo>
                  <a:pt x="180035" y="182816"/>
                </a:lnTo>
                <a:lnTo>
                  <a:pt x="180035" y="0"/>
                </a:lnTo>
                <a:close/>
              </a:path>
              <a:path w="289559" h="182879">
                <a:moveTo>
                  <a:pt x="288963" y="0"/>
                </a:moveTo>
                <a:lnTo>
                  <a:pt x="217855" y="0"/>
                </a:lnTo>
                <a:lnTo>
                  <a:pt x="217855" y="182854"/>
                </a:lnTo>
                <a:lnTo>
                  <a:pt x="288963" y="182854"/>
                </a:lnTo>
                <a:lnTo>
                  <a:pt x="288963" y="0"/>
                </a:lnTo>
                <a:close/>
              </a:path>
            </a:pathLst>
          </a:custGeom>
          <a:solidFill>
            <a:srgbClr val="66C4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 descr=""/>
          <p:cNvSpPr/>
          <p:nvPr/>
        </p:nvSpPr>
        <p:spPr>
          <a:xfrm>
            <a:off x="10495775" y="6289871"/>
            <a:ext cx="289560" cy="182880"/>
          </a:xfrm>
          <a:custGeom>
            <a:avLst/>
            <a:gdLst/>
            <a:ahLst/>
            <a:cxnLst/>
            <a:rect l="l" t="t" r="r" b="b"/>
            <a:pathLst>
              <a:path w="289559" h="182879">
                <a:moveTo>
                  <a:pt x="71107" y="0"/>
                </a:moveTo>
                <a:lnTo>
                  <a:pt x="0" y="0"/>
                </a:lnTo>
                <a:lnTo>
                  <a:pt x="0" y="182854"/>
                </a:lnTo>
                <a:lnTo>
                  <a:pt x="71107" y="182854"/>
                </a:lnTo>
                <a:lnTo>
                  <a:pt x="71107" y="0"/>
                </a:lnTo>
                <a:close/>
              </a:path>
              <a:path w="289559" h="182879">
                <a:moveTo>
                  <a:pt x="180035" y="0"/>
                </a:moveTo>
                <a:lnTo>
                  <a:pt x="108927" y="0"/>
                </a:lnTo>
                <a:lnTo>
                  <a:pt x="108927" y="182841"/>
                </a:lnTo>
                <a:lnTo>
                  <a:pt x="180035" y="182841"/>
                </a:lnTo>
                <a:lnTo>
                  <a:pt x="180035" y="0"/>
                </a:lnTo>
                <a:close/>
              </a:path>
              <a:path w="289559" h="182879">
                <a:moveTo>
                  <a:pt x="288963" y="0"/>
                </a:moveTo>
                <a:lnTo>
                  <a:pt x="217855" y="0"/>
                </a:lnTo>
                <a:lnTo>
                  <a:pt x="217855" y="182854"/>
                </a:lnTo>
                <a:lnTo>
                  <a:pt x="288963" y="182854"/>
                </a:lnTo>
                <a:lnTo>
                  <a:pt x="288963" y="0"/>
                </a:lnTo>
                <a:close/>
              </a:path>
            </a:pathLst>
          </a:custGeom>
          <a:solidFill>
            <a:srgbClr val="66C4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 descr=""/>
          <p:cNvSpPr/>
          <p:nvPr/>
        </p:nvSpPr>
        <p:spPr>
          <a:xfrm>
            <a:off x="10495775" y="6531590"/>
            <a:ext cx="289560" cy="182880"/>
          </a:xfrm>
          <a:custGeom>
            <a:avLst/>
            <a:gdLst/>
            <a:ahLst/>
            <a:cxnLst/>
            <a:rect l="l" t="t" r="r" b="b"/>
            <a:pathLst>
              <a:path w="289559" h="182879">
                <a:moveTo>
                  <a:pt x="71132" y="0"/>
                </a:moveTo>
                <a:lnTo>
                  <a:pt x="0" y="0"/>
                </a:lnTo>
                <a:lnTo>
                  <a:pt x="0" y="182854"/>
                </a:lnTo>
                <a:lnTo>
                  <a:pt x="71132" y="182854"/>
                </a:lnTo>
                <a:lnTo>
                  <a:pt x="71132" y="0"/>
                </a:lnTo>
                <a:close/>
              </a:path>
              <a:path w="289559" h="182879">
                <a:moveTo>
                  <a:pt x="180035" y="0"/>
                </a:moveTo>
                <a:lnTo>
                  <a:pt x="108927" y="0"/>
                </a:lnTo>
                <a:lnTo>
                  <a:pt x="108927" y="182854"/>
                </a:lnTo>
                <a:lnTo>
                  <a:pt x="180035" y="182854"/>
                </a:lnTo>
                <a:lnTo>
                  <a:pt x="180035" y="0"/>
                </a:lnTo>
                <a:close/>
              </a:path>
              <a:path w="289559" h="182879">
                <a:moveTo>
                  <a:pt x="288963" y="0"/>
                </a:moveTo>
                <a:lnTo>
                  <a:pt x="217855" y="0"/>
                </a:lnTo>
                <a:lnTo>
                  <a:pt x="217855" y="182854"/>
                </a:lnTo>
                <a:lnTo>
                  <a:pt x="288963" y="182854"/>
                </a:lnTo>
                <a:lnTo>
                  <a:pt x="288963" y="0"/>
                </a:lnTo>
                <a:close/>
              </a:path>
            </a:pathLst>
          </a:custGeom>
          <a:solidFill>
            <a:srgbClr val="66C4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 descr=""/>
          <p:cNvSpPr/>
          <p:nvPr/>
        </p:nvSpPr>
        <p:spPr>
          <a:xfrm>
            <a:off x="10495775" y="6773284"/>
            <a:ext cx="289560" cy="182880"/>
          </a:xfrm>
          <a:custGeom>
            <a:avLst/>
            <a:gdLst/>
            <a:ahLst/>
            <a:cxnLst/>
            <a:rect l="l" t="t" r="r" b="b"/>
            <a:pathLst>
              <a:path w="289559" h="182879">
                <a:moveTo>
                  <a:pt x="71107" y="0"/>
                </a:moveTo>
                <a:lnTo>
                  <a:pt x="0" y="0"/>
                </a:lnTo>
                <a:lnTo>
                  <a:pt x="0" y="182829"/>
                </a:lnTo>
                <a:lnTo>
                  <a:pt x="71107" y="182829"/>
                </a:lnTo>
                <a:lnTo>
                  <a:pt x="71107" y="0"/>
                </a:lnTo>
                <a:close/>
              </a:path>
              <a:path w="289559" h="182879">
                <a:moveTo>
                  <a:pt x="180035" y="0"/>
                </a:moveTo>
                <a:lnTo>
                  <a:pt x="108927" y="0"/>
                </a:lnTo>
                <a:lnTo>
                  <a:pt x="108927" y="182829"/>
                </a:lnTo>
                <a:lnTo>
                  <a:pt x="180035" y="182829"/>
                </a:lnTo>
                <a:lnTo>
                  <a:pt x="180035" y="0"/>
                </a:lnTo>
                <a:close/>
              </a:path>
              <a:path w="289559" h="182879">
                <a:moveTo>
                  <a:pt x="288963" y="0"/>
                </a:moveTo>
                <a:lnTo>
                  <a:pt x="217855" y="0"/>
                </a:lnTo>
                <a:lnTo>
                  <a:pt x="217855" y="182829"/>
                </a:lnTo>
                <a:lnTo>
                  <a:pt x="288963" y="182829"/>
                </a:lnTo>
                <a:lnTo>
                  <a:pt x="288963" y="0"/>
                </a:lnTo>
                <a:close/>
              </a:path>
            </a:pathLst>
          </a:custGeom>
          <a:solidFill>
            <a:srgbClr val="66C4B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9" name="object 99" descr=""/>
          <p:cNvGrpSpPr/>
          <p:nvPr/>
        </p:nvGrpSpPr>
        <p:grpSpPr>
          <a:xfrm>
            <a:off x="9796487" y="6660739"/>
            <a:ext cx="2578735" cy="379095"/>
            <a:chOff x="9796487" y="6660739"/>
            <a:chExt cx="2578735" cy="379095"/>
          </a:xfrm>
        </p:grpSpPr>
        <p:sp>
          <p:nvSpPr>
            <p:cNvPr id="100" name="object 100" descr=""/>
            <p:cNvSpPr/>
            <p:nvPr/>
          </p:nvSpPr>
          <p:spPr>
            <a:xfrm>
              <a:off x="11438646" y="6717994"/>
              <a:ext cx="185420" cy="265430"/>
            </a:xfrm>
            <a:custGeom>
              <a:avLst/>
              <a:gdLst/>
              <a:ahLst/>
              <a:cxnLst/>
              <a:rect l="l" t="t" r="r" b="b"/>
              <a:pathLst>
                <a:path w="185420" h="265429">
                  <a:moveTo>
                    <a:pt x="0" y="265269"/>
                  </a:moveTo>
                  <a:lnTo>
                    <a:pt x="184863" y="265269"/>
                  </a:lnTo>
                  <a:lnTo>
                    <a:pt x="184863" y="0"/>
                  </a:lnTo>
                  <a:lnTo>
                    <a:pt x="0" y="0"/>
                  </a:lnTo>
                  <a:lnTo>
                    <a:pt x="0" y="265269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9796487" y="6983264"/>
              <a:ext cx="2578735" cy="56515"/>
            </a:xfrm>
            <a:custGeom>
              <a:avLst/>
              <a:gdLst/>
              <a:ahLst/>
              <a:cxnLst/>
              <a:rect l="l" t="t" r="r" b="b"/>
              <a:pathLst>
                <a:path w="2578734" h="56515">
                  <a:moveTo>
                    <a:pt x="2578633" y="0"/>
                  </a:moveTo>
                  <a:lnTo>
                    <a:pt x="0" y="0"/>
                  </a:lnTo>
                  <a:lnTo>
                    <a:pt x="0" y="56270"/>
                  </a:lnTo>
                  <a:lnTo>
                    <a:pt x="2578633" y="56270"/>
                  </a:lnTo>
                  <a:lnTo>
                    <a:pt x="2578633" y="0"/>
                  </a:lnTo>
                  <a:close/>
                </a:path>
              </a:pathLst>
            </a:custGeom>
            <a:solidFill>
              <a:srgbClr val="C5DD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10863758" y="6660750"/>
              <a:ext cx="1333500" cy="253365"/>
            </a:xfrm>
            <a:custGeom>
              <a:avLst/>
              <a:gdLst/>
              <a:ahLst/>
              <a:cxnLst/>
              <a:rect l="l" t="t" r="r" b="b"/>
              <a:pathLst>
                <a:path w="1333500" h="253365">
                  <a:moveTo>
                    <a:pt x="142214" y="0"/>
                  </a:moveTo>
                  <a:lnTo>
                    <a:pt x="0" y="0"/>
                  </a:lnTo>
                  <a:lnTo>
                    <a:pt x="0" y="253174"/>
                  </a:lnTo>
                  <a:lnTo>
                    <a:pt x="142214" y="253174"/>
                  </a:lnTo>
                  <a:lnTo>
                    <a:pt x="142214" y="0"/>
                  </a:lnTo>
                  <a:close/>
                </a:path>
                <a:path w="1333500" h="253365">
                  <a:moveTo>
                    <a:pt x="517563" y="0"/>
                  </a:moveTo>
                  <a:lnTo>
                    <a:pt x="375348" y="0"/>
                  </a:lnTo>
                  <a:lnTo>
                    <a:pt x="375348" y="253174"/>
                  </a:lnTo>
                  <a:lnTo>
                    <a:pt x="517563" y="253174"/>
                  </a:lnTo>
                  <a:lnTo>
                    <a:pt x="517563" y="0"/>
                  </a:lnTo>
                  <a:close/>
                </a:path>
                <a:path w="1333500" h="253365">
                  <a:moveTo>
                    <a:pt x="958088" y="0"/>
                  </a:moveTo>
                  <a:lnTo>
                    <a:pt x="815873" y="0"/>
                  </a:lnTo>
                  <a:lnTo>
                    <a:pt x="815873" y="253174"/>
                  </a:lnTo>
                  <a:lnTo>
                    <a:pt x="958088" y="253174"/>
                  </a:lnTo>
                  <a:lnTo>
                    <a:pt x="958088" y="0"/>
                  </a:lnTo>
                  <a:close/>
                </a:path>
                <a:path w="1333500" h="253365">
                  <a:moveTo>
                    <a:pt x="1145768" y="0"/>
                  </a:moveTo>
                  <a:lnTo>
                    <a:pt x="1003554" y="0"/>
                  </a:lnTo>
                  <a:lnTo>
                    <a:pt x="1003554" y="253174"/>
                  </a:lnTo>
                  <a:lnTo>
                    <a:pt x="1145768" y="253174"/>
                  </a:lnTo>
                  <a:lnTo>
                    <a:pt x="1145768" y="0"/>
                  </a:lnTo>
                  <a:close/>
                </a:path>
                <a:path w="1333500" h="253365">
                  <a:moveTo>
                    <a:pt x="1333436" y="0"/>
                  </a:moveTo>
                  <a:lnTo>
                    <a:pt x="1191234" y="0"/>
                  </a:lnTo>
                  <a:lnTo>
                    <a:pt x="1191234" y="253174"/>
                  </a:lnTo>
                  <a:lnTo>
                    <a:pt x="1333436" y="253174"/>
                  </a:lnTo>
                  <a:lnTo>
                    <a:pt x="1333436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3" name="object 103" descr=""/>
          <p:cNvSpPr/>
          <p:nvPr/>
        </p:nvSpPr>
        <p:spPr>
          <a:xfrm>
            <a:off x="10862569" y="6238459"/>
            <a:ext cx="376555" cy="84455"/>
          </a:xfrm>
          <a:custGeom>
            <a:avLst/>
            <a:gdLst/>
            <a:ahLst/>
            <a:cxnLst/>
            <a:rect l="l" t="t" r="r" b="b"/>
            <a:pathLst>
              <a:path w="376554" h="84454">
                <a:moveTo>
                  <a:pt x="376543" y="0"/>
                </a:moveTo>
                <a:lnTo>
                  <a:pt x="0" y="0"/>
                </a:lnTo>
                <a:lnTo>
                  <a:pt x="0" y="84363"/>
                </a:lnTo>
                <a:lnTo>
                  <a:pt x="376543" y="84363"/>
                </a:lnTo>
                <a:lnTo>
                  <a:pt x="376543" y="0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 descr=""/>
          <p:cNvSpPr/>
          <p:nvPr/>
        </p:nvSpPr>
        <p:spPr>
          <a:xfrm>
            <a:off x="11341634" y="6238459"/>
            <a:ext cx="376555" cy="84455"/>
          </a:xfrm>
          <a:custGeom>
            <a:avLst/>
            <a:gdLst/>
            <a:ahLst/>
            <a:cxnLst/>
            <a:rect l="l" t="t" r="r" b="b"/>
            <a:pathLst>
              <a:path w="376554" h="84454">
                <a:moveTo>
                  <a:pt x="376543" y="0"/>
                </a:moveTo>
                <a:lnTo>
                  <a:pt x="0" y="0"/>
                </a:lnTo>
                <a:lnTo>
                  <a:pt x="0" y="84363"/>
                </a:lnTo>
                <a:lnTo>
                  <a:pt x="376543" y="84363"/>
                </a:lnTo>
                <a:lnTo>
                  <a:pt x="376543" y="0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 descr=""/>
          <p:cNvSpPr/>
          <p:nvPr/>
        </p:nvSpPr>
        <p:spPr>
          <a:xfrm>
            <a:off x="11820676" y="6238459"/>
            <a:ext cx="376555" cy="84455"/>
          </a:xfrm>
          <a:custGeom>
            <a:avLst/>
            <a:gdLst/>
            <a:ahLst/>
            <a:cxnLst/>
            <a:rect l="l" t="t" r="r" b="b"/>
            <a:pathLst>
              <a:path w="376554" h="84454">
                <a:moveTo>
                  <a:pt x="376522" y="0"/>
                </a:moveTo>
                <a:lnTo>
                  <a:pt x="0" y="0"/>
                </a:lnTo>
                <a:lnTo>
                  <a:pt x="0" y="84363"/>
                </a:lnTo>
                <a:lnTo>
                  <a:pt x="376522" y="84363"/>
                </a:lnTo>
                <a:lnTo>
                  <a:pt x="376522" y="0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 descr=""/>
          <p:cNvSpPr/>
          <p:nvPr/>
        </p:nvSpPr>
        <p:spPr>
          <a:xfrm>
            <a:off x="10862569" y="6375659"/>
            <a:ext cx="376555" cy="84455"/>
          </a:xfrm>
          <a:custGeom>
            <a:avLst/>
            <a:gdLst/>
            <a:ahLst/>
            <a:cxnLst/>
            <a:rect l="l" t="t" r="r" b="b"/>
            <a:pathLst>
              <a:path w="376554" h="84454">
                <a:moveTo>
                  <a:pt x="376543" y="0"/>
                </a:moveTo>
                <a:lnTo>
                  <a:pt x="0" y="0"/>
                </a:lnTo>
                <a:lnTo>
                  <a:pt x="0" y="84384"/>
                </a:lnTo>
                <a:lnTo>
                  <a:pt x="376543" y="84384"/>
                </a:lnTo>
                <a:lnTo>
                  <a:pt x="376543" y="0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 descr=""/>
          <p:cNvSpPr/>
          <p:nvPr/>
        </p:nvSpPr>
        <p:spPr>
          <a:xfrm>
            <a:off x="11341634" y="6375659"/>
            <a:ext cx="376555" cy="84455"/>
          </a:xfrm>
          <a:custGeom>
            <a:avLst/>
            <a:gdLst/>
            <a:ahLst/>
            <a:cxnLst/>
            <a:rect l="l" t="t" r="r" b="b"/>
            <a:pathLst>
              <a:path w="376554" h="84454">
                <a:moveTo>
                  <a:pt x="376543" y="0"/>
                </a:moveTo>
                <a:lnTo>
                  <a:pt x="0" y="0"/>
                </a:lnTo>
                <a:lnTo>
                  <a:pt x="0" y="84384"/>
                </a:lnTo>
                <a:lnTo>
                  <a:pt x="376543" y="84384"/>
                </a:lnTo>
                <a:lnTo>
                  <a:pt x="376543" y="0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 descr=""/>
          <p:cNvSpPr/>
          <p:nvPr/>
        </p:nvSpPr>
        <p:spPr>
          <a:xfrm>
            <a:off x="11820676" y="6375659"/>
            <a:ext cx="376555" cy="84455"/>
          </a:xfrm>
          <a:custGeom>
            <a:avLst/>
            <a:gdLst/>
            <a:ahLst/>
            <a:cxnLst/>
            <a:rect l="l" t="t" r="r" b="b"/>
            <a:pathLst>
              <a:path w="376554" h="84454">
                <a:moveTo>
                  <a:pt x="376522" y="0"/>
                </a:moveTo>
                <a:lnTo>
                  <a:pt x="0" y="0"/>
                </a:lnTo>
                <a:lnTo>
                  <a:pt x="0" y="84384"/>
                </a:lnTo>
                <a:lnTo>
                  <a:pt x="376522" y="84384"/>
                </a:lnTo>
                <a:lnTo>
                  <a:pt x="376522" y="0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 descr=""/>
          <p:cNvSpPr/>
          <p:nvPr/>
        </p:nvSpPr>
        <p:spPr>
          <a:xfrm>
            <a:off x="10862569" y="6512900"/>
            <a:ext cx="376555" cy="84455"/>
          </a:xfrm>
          <a:custGeom>
            <a:avLst/>
            <a:gdLst/>
            <a:ahLst/>
            <a:cxnLst/>
            <a:rect l="l" t="t" r="r" b="b"/>
            <a:pathLst>
              <a:path w="376554" h="84454">
                <a:moveTo>
                  <a:pt x="376543" y="0"/>
                </a:moveTo>
                <a:lnTo>
                  <a:pt x="0" y="0"/>
                </a:lnTo>
                <a:lnTo>
                  <a:pt x="0" y="84363"/>
                </a:lnTo>
                <a:lnTo>
                  <a:pt x="376543" y="84363"/>
                </a:lnTo>
                <a:lnTo>
                  <a:pt x="376543" y="0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 descr=""/>
          <p:cNvSpPr/>
          <p:nvPr/>
        </p:nvSpPr>
        <p:spPr>
          <a:xfrm>
            <a:off x="11341634" y="6512900"/>
            <a:ext cx="376555" cy="84455"/>
          </a:xfrm>
          <a:custGeom>
            <a:avLst/>
            <a:gdLst/>
            <a:ahLst/>
            <a:cxnLst/>
            <a:rect l="l" t="t" r="r" b="b"/>
            <a:pathLst>
              <a:path w="376554" h="84454">
                <a:moveTo>
                  <a:pt x="376543" y="0"/>
                </a:moveTo>
                <a:lnTo>
                  <a:pt x="0" y="0"/>
                </a:lnTo>
                <a:lnTo>
                  <a:pt x="0" y="84363"/>
                </a:lnTo>
                <a:lnTo>
                  <a:pt x="376543" y="84363"/>
                </a:lnTo>
                <a:lnTo>
                  <a:pt x="376543" y="0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 descr=""/>
          <p:cNvSpPr/>
          <p:nvPr/>
        </p:nvSpPr>
        <p:spPr>
          <a:xfrm>
            <a:off x="11820676" y="6512900"/>
            <a:ext cx="376555" cy="84455"/>
          </a:xfrm>
          <a:custGeom>
            <a:avLst/>
            <a:gdLst/>
            <a:ahLst/>
            <a:cxnLst/>
            <a:rect l="l" t="t" r="r" b="b"/>
            <a:pathLst>
              <a:path w="376554" h="84454">
                <a:moveTo>
                  <a:pt x="376522" y="0"/>
                </a:moveTo>
                <a:lnTo>
                  <a:pt x="0" y="0"/>
                </a:lnTo>
                <a:lnTo>
                  <a:pt x="0" y="84363"/>
                </a:lnTo>
                <a:lnTo>
                  <a:pt x="376522" y="84363"/>
                </a:lnTo>
                <a:lnTo>
                  <a:pt x="376522" y="0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2" name="object 112" descr=""/>
          <p:cNvGrpSpPr/>
          <p:nvPr/>
        </p:nvGrpSpPr>
        <p:grpSpPr>
          <a:xfrm>
            <a:off x="12923722" y="1501326"/>
            <a:ext cx="2578735" cy="2289175"/>
            <a:chOff x="12923722" y="1501326"/>
            <a:chExt cx="2578735" cy="2289175"/>
          </a:xfrm>
        </p:grpSpPr>
        <p:sp>
          <p:nvSpPr>
            <p:cNvPr id="113" name="object 113" descr=""/>
            <p:cNvSpPr/>
            <p:nvPr/>
          </p:nvSpPr>
          <p:spPr>
            <a:xfrm>
              <a:off x="13720074" y="1603291"/>
              <a:ext cx="972185" cy="2159635"/>
            </a:xfrm>
            <a:custGeom>
              <a:avLst/>
              <a:gdLst/>
              <a:ahLst/>
              <a:cxnLst/>
              <a:rect l="l" t="t" r="r" b="b"/>
              <a:pathLst>
                <a:path w="972184" h="2159635">
                  <a:moveTo>
                    <a:pt x="971719" y="0"/>
                  </a:moveTo>
                  <a:lnTo>
                    <a:pt x="0" y="0"/>
                  </a:lnTo>
                  <a:lnTo>
                    <a:pt x="0" y="2159023"/>
                  </a:lnTo>
                  <a:lnTo>
                    <a:pt x="971719" y="2159023"/>
                  </a:lnTo>
                  <a:lnTo>
                    <a:pt x="97171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13005499" y="1501336"/>
              <a:ext cx="2400935" cy="2261235"/>
            </a:xfrm>
            <a:custGeom>
              <a:avLst/>
              <a:gdLst/>
              <a:ahLst/>
              <a:cxnLst/>
              <a:rect l="l" t="t" r="r" b="b"/>
              <a:pathLst>
                <a:path w="2400934" h="2261235">
                  <a:moveTo>
                    <a:pt x="714565" y="1290485"/>
                  </a:moveTo>
                  <a:lnTo>
                    <a:pt x="0" y="1290485"/>
                  </a:lnTo>
                  <a:lnTo>
                    <a:pt x="0" y="2260981"/>
                  </a:lnTo>
                  <a:lnTo>
                    <a:pt x="714565" y="2260981"/>
                  </a:lnTo>
                  <a:lnTo>
                    <a:pt x="714565" y="1290485"/>
                  </a:lnTo>
                  <a:close/>
                </a:path>
                <a:path w="2400934" h="2261235">
                  <a:moveTo>
                    <a:pt x="1733715" y="0"/>
                  </a:moveTo>
                  <a:lnTo>
                    <a:pt x="667156" y="0"/>
                  </a:lnTo>
                  <a:lnTo>
                    <a:pt x="667156" y="101968"/>
                  </a:lnTo>
                  <a:lnTo>
                    <a:pt x="1733715" y="101968"/>
                  </a:lnTo>
                  <a:lnTo>
                    <a:pt x="1733715" y="0"/>
                  </a:lnTo>
                  <a:close/>
                </a:path>
                <a:path w="2400934" h="2261235">
                  <a:moveTo>
                    <a:pt x="2400858" y="1290485"/>
                  </a:moveTo>
                  <a:lnTo>
                    <a:pt x="1686293" y="1290485"/>
                  </a:lnTo>
                  <a:lnTo>
                    <a:pt x="1686293" y="2260981"/>
                  </a:lnTo>
                  <a:lnTo>
                    <a:pt x="2400858" y="2260981"/>
                  </a:lnTo>
                  <a:lnTo>
                    <a:pt x="2400858" y="1290485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14958670" y="3428256"/>
              <a:ext cx="400685" cy="182880"/>
            </a:xfrm>
            <a:custGeom>
              <a:avLst/>
              <a:gdLst/>
              <a:ahLst/>
              <a:cxnLst/>
              <a:rect l="l" t="t" r="r" b="b"/>
              <a:pathLst>
                <a:path w="400684" h="182879">
                  <a:moveTo>
                    <a:pt x="71107" y="12"/>
                  </a:moveTo>
                  <a:lnTo>
                    <a:pt x="0" y="12"/>
                  </a:lnTo>
                  <a:lnTo>
                    <a:pt x="0" y="182867"/>
                  </a:lnTo>
                  <a:lnTo>
                    <a:pt x="71107" y="182867"/>
                  </a:lnTo>
                  <a:lnTo>
                    <a:pt x="71107" y="12"/>
                  </a:lnTo>
                  <a:close/>
                </a:path>
                <a:path w="400684" h="182879">
                  <a:moveTo>
                    <a:pt x="180835" y="0"/>
                  </a:moveTo>
                  <a:lnTo>
                    <a:pt x="109740" y="0"/>
                  </a:lnTo>
                  <a:lnTo>
                    <a:pt x="109740" y="182867"/>
                  </a:lnTo>
                  <a:lnTo>
                    <a:pt x="180835" y="182867"/>
                  </a:lnTo>
                  <a:lnTo>
                    <a:pt x="180835" y="0"/>
                  </a:lnTo>
                  <a:close/>
                </a:path>
                <a:path w="400684" h="182879">
                  <a:moveTo>
                    <a:pt x="290576" y="12"/>
                  </a:moveTo>
                  <a:lnTo>
                    <a:pt x="219468" y="12"/>
                  </a:lnTo>
                  <a:lnTo>
                    <a:pt x="219468" y="182867"/>
                  </a:lnTo>
                  <a:lnTo>
                    <a:pt x="290576" y="182867"/>
                  </a:lnTo>
                  <a:lnTo>
                    <a:pt x="290576" y="12"/>
                  </a:lnTo>
                  <a:close/>
                </a:path>
                <a:path w="400684" h="182879">
                  <a:moveTo>
                    <a:pt x="400278" y="12"/>
                  </a:moveTo>
                  <a:lnTo>
                    <a:pt x="329196" y="12"/>
                  </a:lnTo>
                  <a:lnTo>
                    <a:pt x="329196" y="182867"/>
                  </a:lnTo>
                  <a:lnTo>
                    <a:pt x="400278" y="182867"/>
                  </a:lnTo>
                  <a:lnTo>
                    <a:pt x="400278" y="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13078956" y="2682804"/>
              <a:ext cx="2254250" cy="109220"/>
            </a:xfrm>
            <a:custGeom>
              <a:avLst/>
              <a:gdLst/>
              <a:ahLst/>
              <a:cxnLst/>
              <a:rect l="l" t="t" r="r" b="b"/>
              <a:pathLst>
                <a:path w="2254250" h="109219">
                  <a:moveTo>
                    <a:pt x="138645" y="0"/>
                  </a:moveTo>
                  <a:lnTo>
                    <a:pt x="0" y="0"/>
                  </a:lnTo>
                  <a:lnTo>
                    <a:pt x="0" y="109016"/>
                  </a:lnTo>
                  <a:lnTo>
                    <a:pt x="138645" y="109016"/>
                  </a:lnTo>
                  <a:lnTo>
                    <a:pt x="138645" y="0"/>
                  </a:lnTo>
                  <a:close/>
                </a:path>
                <a:path w="2254250" h="109219">
                  <a:moveTo>
                    <a:pt x="353136" y="0"/>
                  </a:moveTo>
                  <a:lnTo>
                    <a:pt x="214477" y="0"/>
                  </a:lnTo>
                  <a:lnTo>
                    <a:pt x="214477" y="109016"/>
                  </a:lnTo>
                  <a:lnTo>
                    <a:pt x="353136" y="109016"/>
                  </a:lnTo>
                  <a:lnTo>
                    <a:pt x="353136" y="0"/>
                  </a:lnTo>
                  <a:close/>
                </a:path>
                <a:path w="2254250" h="109219">
                  <a:moveTo>
                    <a:pt x="567626" y="0"/>
                  </a:moveTo>
                  <a:lnTo>
                    <a:pt x="428967" y="0"/>
                  </a:lnTo>
                  <a:lnTo>
                    <a:pt x="428967" y="109016"/>
                  </a:lnTo>
                  <a:lnTo>
                    <a:pt x="567626" y="109016"/>
                  </a:lnTo>
                  <a:lnTo>
                    <a:pt x="567626" y="0"/>
                  </a:lnTo>
                  <a:close/>
                </a:path>
                <a:path w="2254250" h="109219">
                  <a:moveTo>
                    <a:pt x="1824977" y="0"/>
                  </a:moveTo>
                  <a:lnTo>
                    <a:pt x="1686331" y="0"/>
                  </a:lnTo>
                  <a:lnTo>
                    <a:pt x="1686331" y="109016"/>
                  </a:lnTo>
                  <a:lnTo>
                    <a:pt x="1824977" y="109016"/>
                  </a:lnTo>
                  <a:lnTo>
                    <a:pt x="1824977" y="0"/>
                  </a:lnTo>
                  <a:close/>
                </a:path>
                <a:path w="2254250" h="109219">
                  <a:moveTo>
                    <a:pt x="2039467" y="0"/>
                  </a:moveTo>
                  <a:lnTo>
                    <a:pt x="1900821" y="0"/>
                  </a:lnTo>
                  <a:lnTo>
                    <a:pt x="1900821" y="109016"/>
                  </a:lnTo>
                  <a:lnTo>
                    <a:pt x="2039467" y="109016"/>
                  </a:lnTo>
                  <a:lnTo>
                    <a:pt x="2039467" y="0"/>
                  </a:lnTo>
                  <a:close/>
                </a:path>
                <a:path w="2254250" h="109219">
                  <a:moveTo>
                    <a:pt x="2253958" y="0"/>
                  </a:moveTo>
                  <a:lnTo>
                    <a:pt x="2115312" y="0"/>
                  </a:lnTo>
                  <a:lnTo>
                    <a:pt x="2115312" y="109016"/>
                  </a:lnTo>
                  <a:lnTo>
                    <a:pt x="2253958" y="109016"/>
                  </a:lnTo>
                  <a:lnTo>
                    <a:pt x="2253958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13052895" y="1685334"/>
              <a:ext cx="1574165" cy="1925955"/>
            </a:xfrm>
            <a:custGeom>
              <a:avLst/>
              <a:gdLst/>
              <a:ahLst/>
              <a:cxnLst/>
              <a:rect l="l" t="t" r="r" b="b"/>
              <a:pathLst>
                <a:path w="1574165" h="1925954">
                  <a:moveTo>
                    <a:pt x="71107" y="1742935"/>
                  </a:moveTo>
                  <a:lnTo>
                    <a:pt x="0" y="1742935"/>
                  </a:lnTo>
                  <a:lnTo>
                    <a:pt x="0" y="1925789"/>
                  </a:lnTo>
                  <a:lnTo>
                    <a:pt x="71107" y="1925789"/>
                  </a:lnTo>
                  <a:lnTo>
                    <a:pt x="71107" y="1742935"/>
                  </a:lnTo>
                  <a:close/>
                </a:path>
                <a:path w="1574165" h="1925954">
                  <a:moveTo>
                    <a:pt x="180822" y="1742922"/>
                  </a:moveTo>
                  <a:lnTo>
                    <a:pt x="109715" y="1742922"/>
                  </a:lnTo>
                  <a:lnTo>
                    <a:pt x="109715" y="1925789"/>
                  </a:lnTo>
                  <a:lnTo>
                    <a:pt x="180822" y="1925789"/>
                  </a:lnTo>
                  <a:lnTo>
                    <a:pt x="180822" y="1742922"/>
                  </a:lnTo>
                  <a:close/>
                </a:path>
                <a:path w="1574165" h="1925954">
                  <a:moveTo>
                    <a:pt x="290550" y="1742935"/>
                  </a:moveTo>
                  <a:lnTo>
                    <a:pt x="219443" y="1742935"/>
                  </a:lnTo>
                  <a:lnTo>
                    <a:pt x="219443" y="1925789"/>
                  </a:lnTo>
                  <a:lnTo>
                    <a:pt x="290550" y="1925789"/>
                  </a:lnTo>
                  <a:lnTo>
                    <a:pt x="290550" y="1742935"/>
                  </a:lnTo>
                  <a:close/>
                </a:path>
                <a:path w="1574165" h="1925954">
                  <a:moveTo>
                    <a:pt x="400278" y="1742935"/>
                  </a:moveTo>
                  <a:lnTo>
                    <a:pt x="329171" y="1742935"/>
                  </a:lnTo>
                  <a:lnTo>
                    <a:pt x="329171" y="1925789"/>
                  </a:lnTo>
                  <a:lnTo>
                    <a:pt x="400278" y="1925789"/>
                  </a:lnTo>
                  <a:lnTo>
                    <a:pt x="400278" y="1742935"/>
                  </a:lnTo>
                  <a:close/>
                </a:path>
                <a:path w="1574165" h="1925954">
                  <a:moveTo>
                    <a:pt x="801065" y="268554"/>
                  </a:moveTo>
                  <a:lnTo>
                    <a:pt x="729970" y="268554"/>
                  </a:lnTo>
                  <a:lnTo>
                    <a:pt x="729970" y="451396"/>
                  </a:lnTo>
                  <a:lnTo>
                    <a:pt x="801065" y="451396"/>
                  </a:lnTo>
                  <a:lnTo>
                    <a:pt x="801065" y="268554"/>
                  </a:lnTo>
                  <a:close/>
                </a:path>
                <a:path w="1574165" h="1925954">
                  <a:moveTo>
                    <a:pt x="801065" y="12"/>
                  </a:moveTo>
                  <a:lnTo>
                    <a:pt x="729970" y="12"/>
                  </a:lnTo>
                  <a:lnTo>
                    <a:pt x="729970" y="182867"/>
                  </a:lnTo>
                  <a:lnTo>
                    <a:pt x="801065" y="182867"/>
                  </a:lnTo>
                  <a:lnTo>
                    <a:pt x="801065" y="12"/>
                  </a:lnTo>
                  <a:close/>
                </a:path>
                <a:path w="1574165" h="1925954">
                  <a:moveTo>
                    <a:pt x="801090" y="1342771"/>
                  </a:moveTo>
                  <a:lnTo>
                    <a:pt x="729983" y="1342771"/>
                  </a:lnTo>
                  <a:lnTo>
                    <a:pt x="729983" y="1525612"/>
                  </a:lnTo>
                  <a:lnTo>
                    <a:pt x="801090" y="1525612"/>
                  </a:lnTo>
                  <a:lnTo>
                    <a:pt x="801090" y="1342771"/>
                  </a:lnTo>
                  <a:close/>
                </a:path>
                <a:path w="1574165" h="1925954">
                  <a:moveTo>
                    <a:pt x="801090" y="1074216"/>
                  </a:moveTo>
                  <a:lnTo>
                    <a:pt x="729983" y="1074216"/>
                  </a:lnTo>
                  <a:lnTo>
                    <a:pt x="729983" y="1257071"/>
                  </a:lnTo>
                  <a:lnTo>
                    <a:pt x="801090" y="1257071"/>
                  </a:lnTo>
                  <a:lnTo>
                    <a:pt x="801090" y="1074216"/>
                  </a:lnTo>
                  <a:close/>
                </a:path>
                <a:path w="1574165" h="1925954">
                  <a:moveTo>
                    <a:pt x="801090" y="805649"/>
                  </a:moveTo>
                  <a:lnTo>
                    <a:pt x="729983" y="805649"/>
                  </a:lnTo>
                  <a:lnTo>
                    <a:pt x="729983" y="988517"/>
                  </a:lnTo>
                  <a:lnTo>
                    <a:pt x="801090" y="988517"/>
                  </a:lnTo>
                  <a:lnTo>
                    <a:pt x="801090" y="805649"/>
                  </a:lnTo>
                  <a:close/>
                </a:path>
                <a:path w="1574165" h="1925954">
                  <a:moveTo>
                    <a:pt x="801090" y="537108"/>
                  </a:moveTo>
                  <a:lnTo>
                    <a:pt x="729983" y="537108"/>
                  </a:lnTo>
                  <a:lnTo>
                    <a:pt x="729983" y="719963"/>
                  </a:lnTo>
                  <a:lnTo>
                    <a:pt x="801090" y="719963"/>
                  </a:lnTo>
                  <a:lnTo>
                    <a:pt x="801090" y="537108"/>
                  </a:lnTo>
                  <a:close/>
                </a:path>
                <a:path w="1574165" h="1925954">
                  <a:moveTo>
                    <a:pt x="929830" y="268554"/>
                  </a:moveTo>
                  <a:lnTo>
                    <a:pt x="858723" y="268554"/>
                  </a:lnTo>
                  <a:lnTo>
                    <a:pt x="858723" y="451396"/>
                  </a:lnTo>
                  <a:lnTo>
                    <a:pt x="929830" y="451396"/>
                  </a:lnTo>
                  <a:lnTo>
                    <a:pt x="929830" y="268554"/>
                  </a:lnTo>
                  <a:close/>
                </a:path>
                <a:path w="1574165" h="1925954">
                  <a:moveTo>
                    <a:pt x="929855" y="1342771"/>
                  </a:moveTo>
                  <a:lnTo>
                    <a:pt x="858761" y="1342771"/>
                  </a:lnTo>
                  <a:lnTo>
                    <a:pt x="858761" y="1525612"/>
                  </a:lnTo>
                  <a:lnTo>
                    <a:pt x="929855" y="1525612"/>
                  </a:lnTo>
                  <a:lnTo>
                    <a:pt x="929855" y="1342771"/>
                  </a:lnTo>
                  <a:close/>
                </a:path>
                <a:path w="1574165" h="1925954">
                  <a:moveTo>
                    <a:pt x="929855" y="1074216"/>
                  </a:moveTo>
                  <a:lnTo>
                    <a:pt x="858761" y="1074216"/>
                  </a:lnTo>
                  <a:lnTo>
                    <a:pt x="858761" y="1257071"/>
                  </a:lnTo>
                  <a:lnTo>
                    <a:pt x="929855" y="1257071"/>
                  </a:lnTo>
                  <a:lnTo>
                    <a:pt x="929855" y="1074216"/>
                  </a:lnTo>
                  <a:close/>
                </a:path>
                <a:path w="1574165" h="1925954">
                  <a:moveTo>
                    <a:pt x="929855" y="805649"/>
                  </a:moveTo>
                  <a:lnTo>
                    <a:pt x="858761" y="805649"/>
                  </a:lnTo>
                  <a:lnTo>
                    <a:pt x="858761" y="988517"/>
                  </a:lnTo>
                  <a:lnTo>
                    <a:pt x="929855" y="988517"/>
                  </a:lnTo>
                  <a:lnTo>
                    <a:pt x="929855" y="805649"/>
                  </a:lnTo>
                  <a:close/>
                </a:path>
                <a:path w="1574165" h="1925954">
                  <a:moveTo>
                    <a:pt x="929855" y="537108"/>
                  </a:moveTo>
                  <a:lnTo>
                    <a:pt x="858761" y="537108"/>
                  </a:lnTo>
                  <a:lnTo>
                    <a:pt x="858761" y="719963"/>
                  </a:lnTo>
                  <a:lnTo>
                    <a:pt x="929855" y="719963"/>
                  </a:lnTo>
                  <a:lnTo>
                    <a:pt x="929855" y="537108"/>
                  </a:lnTo>
                  <a:close/>
                </a:path>
                <a:path w="1574165" h="1925954">
                  <a:moveTo>
                    <a:pt x="929855" y="12"/>
                  </a:moveTo>
                  <a:lnTo>
                    <a:pt x="858761" y="12"/>
                  </a:lnTo>
                  <a:lnTo>
                    <a:pt x="858761" y="182867"/>
                  </a:lnTo>
                  <a:lnTo>
                    <a:pt x="929855" y="182867"/>
                  </a:lnTo>
                  <a:lnTo>
                    <a:pt x="929855" y="12"/>
                  </a:lnTo>
                  <a:close/>
                </a:path>
                <a:path w="1574165" h="1925954">
                  <a:moveTo>
                    <a:pt x="1058633" y="1342745"/>
                  </a:moveTo>
                  <a:lnTo>
                    <a:pt x="987539" y="1342745"/>
                  </a:lnTo>
                  <a:lnTo>
                    <a:pt x="987539" y="1525612"/>
                  </a:lnTo>
                  <a:lnTo>
                    <a:pt x="1058633" y="1525612"/>
                  </a:lnTo>
                  <a:lnTo>
                    <a:pt x="1058633" y="1342745"/>
                  </a:lnTo>
                  <a:close/>
                </a:path>
                <a:path w="1574165" h="1925954">
                  <a:moveTo>
                    <a:pt x="1058633" y="1074191"/>
                  </a:moveTo>
                  <a:lnTo>
                    <a:pt x="987539" y="1074191"/>
                  </a:lnTo>
                  <a:lnTo>
                    <a:pt x="987539" y="1257071"/>
                  </a:lnTo>
                  <a:lnTo>
                    <a:pt x="1058633" y="1257071"/>
                  </a:lnTo>
                  <a:lnTo>
                    <a:pt x="1058633" y="1074191"/>
                  </a:lnTo>
                  <a:close/>
                </a:path>
                <a:path w="1574165" h="1925954">
                  <a:moveTo>
                    <a:pt x="1058633" y="805637"/>
                  </a:moveTo>
                  <a:lnTo>
                    <a:pt x="987539" y="805637"/>
                  </a:lnTo>
                  <a:lnTo>
                    <a:pt x="987539" y="988517"/>
                  </a:lnTo>
                  <a:lnTo>
                    <a:pt x="1058633" y="988517"/>
                  </a:lnTo>
                  <a:lnTo>
                    <a:pt x="1058633" y="805637"/>
                  </a:lnTo>
                  <a:close/>
                </a:path>
                <a:path w="1574165" h="1925954">
                  <a:moveTo>
                    <a:pt x="1058633" y="537095"/>
                  </a:moveTo>
                  <a:lnTo>
                    <a:pt x="987539" y="537095"/>
                  </a:lnTo>
                  <a:lnTo>
                    <a:pt x="987539" y="719963"/>
                  </a:lnTo>
                  <a:lnTo>
                    <a:pt x="1058633" y="719963"/>
                  </a:lnTo>
                  <a:lnTo>
                    <a:pt x="1058633" y="537095"/>
                  </a:lnTo>
                  <a:close/>
                </a:path>
                <a:path w="1574165" h="1925954">
                  <a:moveTo>
                    <a:pt x="1058633" y="268541"/>
                  </a:moveTo>
                  <a:lnTo>
                    <a:pt x="987513" y="268541"/>
                  </a:lnTo>
                  <a:lnTo>
                    <a:pt x="987513" y="451396"/>
                  </a:lnTo>
                  <a:lnTo>
                    <a:pt x="1058633" y="451396"/>
                  </a:lnTo>
                  <a:lnTo>
                    <a:pt x="1058633" y="268541"/>
                  </a:lnTo>
                  <a:close/>
                </a:path>
                <a:path w="1574165" h="1925954">
                  <a:moveTo>
                    <a:pt x="1058633" y="0"/>
                  </a:moveTo>
                  <a:lnTo>
                    <a:pt x="987513" y="0"/>
                  </a:lnTo>
                  <a:lnTo>
                    <a:pt x="987513" y="182867"/>
                  </a:lnTo>
                  <a:lnTo>
                    <a:pt x="1058633" y="182867"/>
                  </a:lnTo>
                  <a:lnTo>
                    <a:pt x="1058633" y="0"/>
                  </a:lnTo>
                  <a:close/>
                </a:path>
                <a:path w="1574165" h="1925954">
                  <a:moveTo>
                    <a:pt x="1187373" y="805637"/>
                  </a:moveTo>
                  <a:lnTo>
                    <a:pt x="1116279" y="805637"/>
                  </a:lnTo>
                  <a:lnTo>
                    <a:pt x="1116279" y="988491"/>
                  </a:lnTo>
                  <a:lnTo>
                    <a:pt x="1187373" y="988491"/>
                  </a:lnTo>
                  <a:lnTo>
                    <a:pt x="1187373" y="805637"/>
                  </a:lnTo>
                  <a:close/>
                </a:path>
                <a:path w="1574165" h="1925954">
                  <a:moveTo>
                    <a:pt x="1187373" y="268541"/>
                  </a:moveTo>
                  <a:lnTo>
                    <a:pt x="1116279" y="268541"/>
                  </a:lnTo>
                  <a:lnTo>
                    <a:pt x="1116279" y="451396"/>
                  </a:lnTo>
                  <a:lnTo>
                    <a:pt x="1187373" y="451396"/>
                  </a:lnTo>
                  <a:lnTo>
                    <a:pt x="1187373" y="268541"/>
                  </a:lnTo>
                  <a:close/>
                </a:path>
                <a:path w="1574165" h="1925954">
                  <a:moveTo>
                    <a:pt x="1187373" y="0"/>
                  </a:moveTo>
                  <a:lnTo>
                    <a:pt x="1116279" y="0"/>
                  </a:lnTo>
                  <a:lnTo>
                    <a:pt x="1116279" y="182841"/>
                  </a:lnTo>
                  <a:lnTo>
                    <a:pt x="1187373" y="182841"/>
                  </a:lnTo>
                  <a:lnTo>
                    <a:pt x="1187373" y="0"/>
                  </a:lnTo>
                  <a:close/>
                </a:path>
                <a:path w="1574165" h="1925954">
                  <a:moveTo>
                    <a:pt x="1187424" y="1342745"/>
                  </a:moveTo>
                  <a:lnTo>
                    <a:pt x="1116317" y="1342745"/>
                  </a:lnTo>
                  <a:lnTo>
                    <a:pt x="1116317" y="1525600"/>
                  </a:lnTo>
                  <a:lnTo>
                    <a:pt x="1187424" y="1525600"/>
                  </a:lnTo>
                  <a:lnTo>
                    <a:pt x="1187424" y="1342745"/>
                  </a:lnTo>
                  <a:close/>
                </a:path>
                <a:path w="1574165" h="1925954">
                  <a:moveTo>
                    <a:pt x="1187424" y="1074191"/>
                  </a:moveTo>
                  <a:lnTo>
                    <a:pt x="1116317" y="1074191"/>
                  </a:lnTo>
                  <a:lnTo>
                    <a:pt x="1116317" y="1257058"/>
                  </a:lnTo>
                  <a:lnTo>
                    <a:pt x="1187424" y="1257058"/>
                  </a:lnTo>
                  <a:lnTo>
                    <a:pt x="1187424" y="1074191"/>
                  </a:lnTo>
                  <a:close/>
                </a:path>
                <a:path w="1574165" h="1925954">
                  <a:moveTo>
                    <a:pt x="1187424" y="537095"/>
                  </a:moveTo>
                  <a:lnTo>
                    <a:pt x="1116317" y="537095"/>
                  </a:lnTo>
                  <a:lnTo>
                    <a:pt x="1116317" y="719950"/>
                  </a:lnTo>
                  <a:lnTo>
                    <a:pt x="1187424" y="719950"/>
                  </a:lnTo>
                  <a:lnTo>
                    <a:pt x="1187424" y="537095"/>
                  </a:lnTo>
                  <a:close/>
                </a:path>
                <a:path w="1574165" h="1925954">
                  <a:moveTo>
                    <a:pt x="1316177" y="1342745"/>
                  </a:moveTo>
                  <a:lnTo>
                    <a:pt x="1245069" y="1342745"/>
                  </a:lnTo>
                  <a:lnTo>
                    <a:pt x="1245069" y="1525612"/>
                  </a:lnTo>
                  <a:lnTo>
                    <a:pt x="1316177" y="1525612"/>
                  </a:lnTo>
                  <a:lnTo>
                    <a:pt x="1316177" y="1342745"/>
                  </a:lnTo>
                  <a:close/>
                </a:path>
                <a:path w="1574165" h="1925954">
                  <a:moveTo>
                    <a:pt x="1316177" y="1074191"/>
                  </a:moveTo>
                  <a:lnTo>
                    <a:pt x="1245069" y="1074191"/>
                  </a:lnTo>
                  <a:lnTo>
                    <a:pt x="1245069" y="1257071"/>
                  </a:lnTo>
                  <a:lnTo>
                    <a:pt x="1316177" y="1257071"/>
                  </a:lnTo>
                  <a:lnTo>
                    <a:pt x="1316177" y="1074191"/>
                  </a:lnTo>
                  <a:close/>
                </a:path>
                <a:path w="1574165" h="1925954">
                  <a:moveTo>
                    <a:pt x="1316177" y="805637"/>
                  </a:moveTo>
                  <a:lnTo>
                    <a:pt x="1245069" y="805637"/>
                  </a:lnTo>
                  <a:lnTo>
                    <a:pt x="1245069" y="988517"/>
                  </a:lnTo>
                  <a:lnTo>
                    <a:pt x="1316177" y="988517"/>
                  </a:lnTo>
                  <a:lnTo>
                    <a:pt x="1316177" y="805637"/>
                  </a:lnTo>
                  <a:close/>
                </a:path>
                <a:path w="1574165" h="1925954">
                  <a:moveTo>
                    <a:pt x="1316177" y="537095"/>
                  </a:moveTo>
                  <a:lnTo>
                    <a:pt x="1245069" y="537095"/>
                  </a:lnTo>
                  <a:lnTo>
                    <a:pt x="1245069" y="719963"/>
                  </a:lnTo>
                  <a:lnTo>
                    <a:pt x="1316177" y="719963"/>
                  </a:lnTo>
                  <a:lnTo>
                    <a:pt x="1316177" y="537095"/>
                  </a:lnTo>
                  <a:close/>
                </a:path>
                <a:path w="1574165" h="1925954">
                  <a:moveTo>
                    <a:pt x="1316177" y="268541"/>
                  </a:moveTo>
                  <a:lnTo>
                    <a:pt x="1245069" y="268541"/>
                  </a:lnTo>
                  <a:lnTo>
                    <a:pt x="1245069" y="451396"/>
                  </a:lnTo>
                  <a:lnTo>
                    <a:pt x="1316177" y="451396"/>
                  </a:lnTo>
                  <a:lnTo>
                    <a:pt x="1316177" y="268541"/>
                  </a:lnTo>
                  <a:close/>
                </a:path>
                <a:path w="1574165" h="1925954">
                  <a:moveTo>
                    <a:pt x="1316177" y="0"/>
                  </a:moveTo>
                  <a:lnTo>
                    <a:pt x="1245069" y="0"/>
                  </a:lnTo>
                  <a:lnTo>
                    <a:pt x="1245069" y="182867"/>
                  </a:lnTo>
                  <a:lnTo>
                    <a:pt x="1316177" y="182867"/>
                  </a:lnTo>
                  <a:lnTo>
                    <a:pt x="1316177" y="0"/>
                  </a:lnTo>
                  <a:close/>
                </a:path>
                <a:path w="1574165" h="1925954">
                  <a:moveTo>
                    <a:pt x="1444955" y="1342771"/>
                  </a:moveTo>
                  <a:lnTo>
                    <a:pt x="1373847" y="1342771"/>
                  </a:lnTo>
                  <a:lnTo>
                    <a:pt x="1373847" y="1525625"/>
                  </a:lnTo>
                  <a:lnTo>
                    <a:pt x="1444955" y="1525625"/>
                  </a:lnTo>
                  <a:lnTo>
                    <a:pt x="1444955" y="1342771"/>
                  </a:lnTo>
                  <a:close/>
                </a:path>
                <a:path w="1574165" h="1925954">
                  <a:moveTo>
                    <a:pt x="1444955" y="1074216"/>
                  </a:moveTo>
                  <a:lnTo>
                    <a:pt x="1373847" y="1074216"/>
                  </a:lnTo>
                  <a:lnTo>
                    <a:pt x="1373847" y="1257084"/>
                  </a:lnTo>
                  <a:lnTo>
                    <a:pt x="1444955" y="1257084"/>
                  </a:lnTo>
                  <a:lnTo>
                    <a:pt x="1444955" y="1074216"/>
                  </a:lnTo>
                  <a:close/>
                </a:path>
                <a:path w="1574165" h="1925954">
                  <a:moveTo>
                    <a:pt x="1444955" y="805649"/>
                  </a:moveTo>
                  <a:lnTo>
                    <a:pt x="1373847" y="805649"/>
                  </a:lnTo>
                  <a:lnTo>
                    <a:pt x="1373847" y="988517"/>
                  </a:lnTo>
                  <a:lnTo>
                    <a:pt x="1444955" y="988517"/>
                  </a:lnTo>
                  <a:lnTo>
                    <a:pt x="1444955" y="805649"/>
                  </a:lnTo>
                  <a:close/>
                </a:path>
                <a:path w="1574165" h="1925954">
                  <a:moveTo>
                    <a:pt x="1444955" y="537108"/>
                  </a:moveTo>
                  <a:lnTo>
                    <a:pt x="1373835" y="537108"/>
                  </a:lnTo>
                  <a:lnTo>
                    <a:pt x="1373835" y="719975"/>
                  </a:lnTo>
                  <a:lnTo>
                    <a:pt x="1444955" y="719975"/>
                  </a:lnTo>
                  <a:lnTo>
                    <a:pt x="1444955" y="537108"/>
                  </a:lnTo>
                  <a:close/>
                </a:path>
                <a:path w="1574165" h="1925954">
                  <a:moveTo>
                    <a:pt x="1444955" y="268554"/>
                  </a:moveTo>
                  <a:lnTo>
                    <a:pt x="1373835" y="268554"/>
                  </a:lnTo>
                  <a:lnTo>
                    <a:pt x="1373835" y="451408"/>
                  </a:lnTo>
                  <a:lnTo>
                    <a:pt x="1444955" y="451408"/>
                  </a:lnTo>
                  <a:lnTo>
                    <a:pt x="1444955" y="268554"/>
                  </a:lnTo>
                  <a:close/>
                </a:path>
                <a:path w="1574165" h="1925954">
                  <a:moveTo>
                    <a:pt x="1444955" y="12"/>
                  </a:moveTo>
                  <a:lnTo>
                    <a:pt x="1373835" y="12"/>
                  </a:lnTo>
                  <a:lnTo>
                    <a:pt x="1373835" y="182880"/>
                  </a:lnTo>
                  <a:lnTo>
                    <a:pt x="1444955" y="182880"/>
                  </a:lnTo>
                  <a:lnTo>
                    <a:pt x="1444955" y="12"/>
                  </a:lnTo>
                  <a:close/>
                </a:path>
                <a:path w="1574165" h="1925954">
                  <a:moveTo>
                    <a:pt x="1573720" y="1342771"/>
                  </a:moveTo>
                  <a:lnTo>
                    <a:pt x="1502638" y="1342771"/>
                  </a:lnTo>
                  <a:lnTo>
                    <a:pt x="1502638" y="1525612"/>
                  </a:lnTo>
                  <a:lnTo>
                    <a:pt x="1573720" y="1525612"/>
                  </a:lnTo>
                  <a:lnTo>
                    <a:pt x="1573720" y="1342771"/>
                  </a:lnTo>
                  <a:close/>
                </a:path>
                <a:path w="1574165" h="1925954">
                  <a:moveTo>
                    <a:pt x="1573720" y="1074216"/>
                  </a:moveTo>
                  <a:lnTo>
                    <a:pt x="1502638" y="1074216"/>
                  </a:lnTo>
                  <a:lnTo>
                    <a:pt x="1502638" y="1257071"/>
                  </a:lnTo>
                  <a:lnTo>
                    <a:pt x="1573720" y="1257071"/>
                  </a:lnTo>
                  <a:lnTo>
                    <a:pt x="1573720" y="1074216"/>
                  </a:lnTo>
                  <a:close/>
                </a:path>
                <a:path w="1574165" h="1925954">
                  <a:moveTo>
                    <a:pt x="1573720" y="805649"/>
                  </a:moveTo>
                  <a:lnTo>
                    <a:pt x="1502638" y="805649"/>
                  </a:lnTo>
                  <a:lnTo>
                    <a:pt x="1502638" y="988517"/>
                  </a:lnTo>
                  <a:lnTo>
                    <a:pt x="1573720" y="988517"/>
                  </a:lnTo>
                  <a:lnTo>
                    <a:pt x="1573720" y="805649"/>
                  </a:lnTo>
                  <a:close/>
                </a:path>
                <a:path w="1574165" h="1925954">
                  <a:moveTo>
                    <a:pt x="1573720" y="537108"/>
                  </a:moveTo>
                  <a:lnTo>
                    <a:pt x="1502638" y="537108"/>
                  </a:lnTo>
                  <a:lnTo>
                    <a:pt x="1502638" y="719963"/>
                  </a:lnTo>
                  <a:lnTo>
                    <a:pt x="1573720" y="719963"/>
                  </a:lnTo>
                  <a:lnTo>
                    <a:pt x="1573720" y="537108"/>
                  </a:lnTo>
                  <a:close/>
                </a:path>
                <a:path w="1574165" h="1925954">
                  <a:moveTo>
                    <a:pt x="1573720" y="268554"/>
                  </a:moveTo>
                  <a:lnTo>
                    <a:pt x="1502638" y="268554"/>
                  </a:lnTo>
                  <a:lnTo>
                    <a:pt x="1502638" y="451396"/>
                  </a:lnTo>
                  <a:lnTo>
                    <a:pt x="1573720" y="451396"/>
                  </a:lnTo>
                  <a:lnTo>
                    <a:pt x="1573720" y="268554"/>
                  </a:lnTo>
                  <a:close/>
                </a:path>
                <a:path w="1574165" h="1925954">
                  <a:moveTo>
                    <a:pt x="1573720" y="12"/>
                  </a:moveTo>
                  <a:lnTo>
                    <a:pt x="1502638" y="12"/>
                  </a:lnTo>
                  <a:lnTo>
                    <a:pt x="1502638" y="182867"/>
                  </a:lnTo>
                  <a:lnTo>
                    <a:pt x="1573720" y="182867"/>
                  </a:lnTo>
                  <a:lnTo>
                    <a:pt x="1573720" y="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13052870" y="2859830"/>
              <a:ext cx="2306320" cy="498475"/>
            </a:xfrm>
            <a:custGeom>
              <a:avLst/>
              <a:gdLst/>
              <a:ahLst/>
              <a:cxnLst/>
              <a:rect l="l" t="t" r="r" b="b"/>
              <a:pathLst>
                <a:path w="2306319" h="498475">
                  <a:moveTo>
                    <a:pt x="619760" y="137896"/>
                  </a:moveTo>
                  <a:lnTo>
                    <a:pt x="0" y="137896"/>
                  </a:lnTo>
                  <a:lnTo>
                    <a:pt x="0" y="222275"/>
                  </a:lnTo>
                  <a:lnTo>
                    <a:pt x="619760" y="222275"/>
                  </a:lnTo>
                  <a:lnTo>
                    <a:pt x="619760" y="137896"/>
                  </a:lnTo>
                  <a:close/>
                </a:path>
                <a:path w="2306319" h="498475">
                  <a:moveTo>
                    <a:pt x="619785" y="413715"/>
                  </a:moveTo>
                  <a:lnTo>
                    <a:pt x="25" y="413715"/>
                  </a:lnTo>
                  <a:lnTo>
                    <a:pt x="25" y="498106"/>
                  </a:lnTo>
                  <a:lnTo>
                    <a:pt x="619785" y="498106"/>
                  </a:lnTo>
                  <a:lnTo>
                    <a:pt x="619785" y="413715"/>
                  </a:lnTo>
                  <a:close/>
                </a:path>
                <a:path w="2306319" h="498475">
                  <a:moveTo>
                    <a:pt x="619785" y="275805"/>
                  </a:moveTo>
                  <a:lnTo>
                    <a:pt x="25" y="275805"/>
                  </a:lnTo>
                  <a:lnTo>
                    <a:pt x="25" y="360197"/>
                  </a:lnTo>
                  <a:lnTo>
                    <a:pt x="619785" y="360197"/>
                  </a:lnTo>
                  <a:lnTo>
                    <a:pt x="619785" y="275805"/>
                  </a:lnTo>
                  <a:close/>
                </a:path>
                <a:path w="2306319" h="498475">
                  <a:moveTo>
                    <a:pt x="619785" y="0"/>
                  </a:moveTo>
                  <a:lnTo>
                    <a:pt x="25" y="0"/>
                  </a:lnTo>
                  <a:lnTo>
                    <a:pt x="25" y="84404"/>
                  </a:lnTo>
                  <a:lnTo>
                    <a:pt x="619785" y="84404"/>
                  </a:lnTo>
                  <a:lnTo>
                    <a:pt x="619785" y="0"/>
                  </a:lnTo>
                  <a:close/>
                </a:path>
                <a:path w="2306319" h="498475">
                  <a:moveTo>
                    <a:pt x="2306078" y="137896"/>
                  </a:moveTo>
                  <a:lnTo>
                    <a:pt x="1686344" y="137896"/>
                  </a:lnTo>
                  <a:lnTo>
                    <a:pt x="1686344" y="222275"/>
                  </a:lnTo>
                  <a:lnTo>
                    <a:pt x="2306078" y="222275"/>
                  </a:lnTo>
                  <a:lnTo>
                    <a:pt x="2306078" y="137896"/>
                  </a:lnTo>
                  <a:close/>
                </a:path>
                <a:path w="2306319" h="498475">
                  <a:moveTo>
                    <a:pt x="2306116" y="413715"/>
                  </a:moveTo>
                  <a:lnTo>
                    <a:pt x="1686356" y="413715"/>
                  </a:lnTo>
                  <a:lnTo>
                    <a:pt x="1686356" y="498106"/>
                  </a:lnTo>
                  <a:lnTo>
                    <a:pt x="2306116" y="498106"/>
                  </a:lnTo>
                  <a:lnTo>
                    <a:pt x="2306116" y="413715"/>
                  </a:lnTo>
                  <a:close/>
                </a:path>
                <a:path w="2306319" h="498475">
                  <a:moveTo>
                    <a:pt x="2306116" y="275805"/>
                  </a:moveTo>
                  <a:lnTo>
                    <a:pt x="1686356" y="275805"/>
                  </a:lnTo>
                  <a:lnTo>
                    <a:pt x="1686356" y="360197"/>
                  </a:lnTo>
                  <a:lnTo>
                    <a:pt x="2306116" y="360197"/>
                  </a:lnTo>
                  <a:lnTo>
                    <a:pt x="2306116" y="275805"/>
                  </a:lnTo>
                  <a:close/>
                </a:path>
                <a:path w="2306319" h="498475">
                  <a:moveTo>
                    <a:pt x="2306116" y="0"/>
                  </a:moveTo>
                  <a:lnTo>
                    <a:pt x="1686356" y="0"/>
                  </a:lnTo>
                  <a:lnTo>
                    <a:pt x="1686356" y="84404"/>
                  </a:lnTo>
                  <a:lnTo>
                    <a:pt x="2306116" y="84404"/>
                  </a:lnTo>
                  <a:lnTo>
                    <a:pt x="2306116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13354177" y="3403653"/>
              <a:ext cx="1703705" cy="358775"/>
            </a:xfrm>
            <a:custGeom>
              <a:avLst/>
              <a:gdLst/>
              <a:ahLst/>
              <a:cxnLst/>
              <a:rect l="l" t="t" r="r" b="b"/>
              <a:pathLst>
                <a:path w="1703705" h="358775">
                  <a:moveTo>
                    <a:pt x="1511514" y="0"/>
                  </a:moveTo>
                  <a:lnTo>
                    <a:pt x="191973" y="0"/>
                  </a:lnTo>
                  <a:lnTo>
                    <a:pt x="0" y="192224"/>
                  </a:lnTo>
                  <a:lnTo>
                    <a:pt x="0" y="358659"/>
                  </a:lnTo>
                  <a:lnTo>
                    <a:pt x="1703487" y="358659"/>
                  </a:lnTo>
                  <a:lnTo>
                    <a:pt x="1703487" y="192224"/>
                  </a:lnTo>
                  <a:lnTo>
                    <a:pt x="1511514" y="0"/>
                  </a:lnTo>
                  <a:close/>
                </a:path>
              </a:pathLst>
            </a:custGeom>
            <a:solidFill>
              <a:srgbClr val="D9EE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13865530" y="3445846"/>
              <a:ext cx="681355" cy="316865"/>
            </a:xfrm>
            <a:custGeom>
              <a:avLst/>
              <a:gdLst/>
              <a:ahLst/>
              <a:cxnLst/>
              <a:rect l="l" t="t" r="r" b="b"/>
              <a:pathLst>
                <a:path w="681355" h="316864">
                  <a:moveTo>
                    <a:pt x="56883" y="0"/>
                  </a:moveTo>
                  <a:lnTo>
                    <a:pt x="0" y="0"/>
                  </a:lnTo>
                  <a:lnTo>
                    <a:pt x="0" y="316471"/>
                  </a:lnTo>
                  <a:lnTo>
                    <a:pt x="56883" y="316471"/>
                  </a:lnTo>
                  <a:lnTo>
                    <a:pt x="56883" y="0"/>
                  </a:lnTo>
                  <a:close/>
                </a:path>
                <a:path w="681355" h="316864">
                  <a:moveTo>
                    <a:pt x="680808" y="0"/>
                  </a:moveTo>
                  <a:lnTo>
                    <a:pt x="623912" y="0"/>
                  </a:lnTo>
                  <a:lnTo>
                    <a:pt x="623912" y="316471"/>
                  </a:lnTo>
                  <a:lnTo>
                    <a:pt x="680808" y="316471"/>
                  </a:lnTo>
                  <a:lnTo>
                    <a:pt x="68080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13587959" y="3491553"/>
              <a:ext cx="1233805" cy="182880"/>
            </a:xfrm>
            <a:custGeom>
              <a:avLst/>
              <a:gdLst/>
              <a:ahLst/>
              <a:cxnLst/>
              <a:rect l="l" t="t" r="r" b="b"/>
              <a:pathLst>
                <a:path w="1233805" h="182879">
                  <a:moveTo>
                    <a:pt x="184848" y="0"/>
                  </a:moveTo>
                  <a:lnTo>
                    <a:pt x="0" y="0"/>
                  </a:lnTo>
                  <a:lnTo>
                    <a:pt x="0" y="182867"/>
                  </a:lnTo>
                  <a:lnTo>
                    <a:pt x="184848" y="182867"/>
                  </a:lnTo>
                  <a:lnTo>
                    <a:pt x="184848" y="0"/>
                  </a:lnTo>
                  <a:close/>
                </a:path>
                <a:path w="1233805" h="182879">
                  <a:moveTo>
                    <a:pt x="1233589" y="0"/>
                  </a:moveTo>
                  <a:lnTo>
                    <a:pt x="1048715" y="0"/>
                  </a:lnTo>
                  <a:lnTo>
                    <a:pt x="1048715" y="182867"/>
                  </a:lnTo>
                  <a:lnTo>
                    <a:pt x="1233589" y="182867"/>
                  </a:lnTo>
                  <a:lnTo>
                    <a:pt x="1233589" y="0"/>
                  </a:lnTo>
                  <a:close/>
                </a:path>
              </a:pathLst>
            </a:custGeom>
            <a:solidFill>
              <a:srgbClr val="ACDB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13818448" y="3294643"/>
              <a:ext cx="772795" cy="151765"/>
            </a:xfrm>
            <a:custGeom>
              <a:avLst/>
              <a:gdLst/>
              <a:ahLst/>
              <a:cxnLst/>
              <a:rect l="l" t="t" r="r" b="b"/>
              <a:pathLst>
                <a:path w="772794" h="151764">
                  <a:moveTo>
                    <a:pt x="772646" y="0"/>
                  </a:moveTo>
                  <a:lnTo>
                    <a:pt x="0" y="0"/>
                  </a:lnTo>
                  <a:lnTo>
                    <a:pt x="0" y="151199"/>
                  </a:lnTo>
                  <a:lnTo>
                    <a:pt x="772646" y="151199"/>
                  </a:lnTo>
                  <a:lnTo>
                    <a:pt x="7726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14040389" y="3445842"/>
              <a:ext cx="328930" cy="288925"/>
            </a:xfrm>
            <a:custGeom>
              <a:avLst/>
              <a:gdLst/>
              <a:ahLst/>
              <a:cxnLst/>
              <a:rect l="l" t="t" r="r" b="b"/>
              <a:pathLst>
                <a:path w="328930" h="288925">
                  <a:moveTo>
                    <a:pt x="0" y="288336"/>
                  </a:moveTo>
                  <a:lnTo>
                    <a:pt x="328691" y="288336"/>
                  </a:lnTo>
                  <a:lnTo>
                    <a:pt x="328691" y="0"/>
                  </a:lnTo>
                  <a:lnTo>
                    <a:pt x="0" y="0"/>
                  </a:lnTo>
                  <a:lnTo>
                    <a:pt x="0" y="288336"/>
                  </a:lnTo>
                  <a:close/>
                </a:path>
              </a:pathLst>
            </a:custGeom>
            <a:solidFill>
              <a:srgbClr val="ACDB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12923722" y="3734179"/>
              <a:ext cx="2578735" cy="56515"/>
            </a:xfrm>
            <a:custGeom>
              <a:avLst/>
              <a:gdLst/>
              <a:ahLst/>
              <a:cxnLst/>
              <a:rect l="l" t="t" r="r" b="b"/>
              <a:pathLst>
                <a:path w="2578734" h="56514">
                  <a:moveTo>
                    <a:pt x="2578633" y="0"/>
                  </a:moveTo>
                  <a:lnTo>
                    <a:pt x="0" y="0"/>
                  </a:lnTo>
                  <a:lnTo>
                    <a:pt x="0" y="56260"/>
                  </a:lnTo>
                  <a:lnTo>
                    <a:pt x="2578633" y="56260"/>
                  </a:lnTo>
                  <a:lnTo>
                    <a:pt x="257863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5" name="object 125" descr=""/>
          <p:cNvGrpSpPr/>
          <p:nvPr/>
        </p:nvGrpSpPr>
        <p:grpSpPr>
          <a:xfrm>
            <a:off x="16126204" y="4598012"/>
            <a:ext cx="2353945" cy="2413635"/>
            <a:chOff x="16126204" y="4598012"/>
            <a:chExt cx="2353945" cy="2413635"/>
          </a:xfrm>
        </p:grpSpPr>
        <p:sp>
          <p:nvSpPr>
            <p:cNvPr id="126" name="object 126" descr=""/>
            <p:cNvSpPr/>
            <p:nvPr/>
          </p:nvSpPr>
          <p:spPr>
            <a:xfrm>
              <a:off x="17332582" y="4765624"/>
              <a:ext cx="967105" cy="2245995"/>
            </a:xfrm>
            <a:custGeom>
              <a:avLst/>
              <a:gdLst/>
              <a:ahLst/>
              <a:cxnLst/>
              <a:rect l="l" t="t" r="r" b="b"/>
              <a:pathLst>
                <a:path w="967105" h="2245995">
                  <a:moveTo>
                    <a:pt x="966965" y="0"/>
                  </a:moveTo>
                  <a:lnTo>
                    <a:pt x="0" y="0"/>
                  </a:lnTo>
                  <a:lnTo>
                    <a:pt x="0" y="2245764"/>
                  </a:lnTo>
                  <a:lnTo>
                    <a:pt x="966965" y="2245764"/>
                  </a:lnTo>
                  <a:lnTo>
                    <a:pt x="966965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16251840" y="6132745"/>
              <a:ext cx="1318260" cy="878840"/>
            </a:xfrm>
            <a:custGeom>
              <a:avLst/>
              <a:gdLst/>
              <a:ahLst/>
              <a:cxnLst/>
              <a:rect l="l" t="t" r="r" b="b"/>
              <a:pathLst>
                <a:path w="1318259" h="878840">
                  <a:moveTo>
                    <a:pt x="1317750" y="0"/>
                  </a:moveTo>
                  <a:lnTo>
                    <a:pt x="0" y="0"/>
                  </a:lnTo>
                  <a:lnTo>
                    <a:pt x="0" y="878643"/>
                  </a:lnTo>
                  <a:lnTo>
                    <a:pt x="1317750" y="878643"/>
                  </a:lnTo>
                  <a:lnTo>
                    <a:pt x="1317750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17281620" y="4810188"/>
              <a:ext cx="1069340" cy="63500"/>
            </a:xfrm>
            <a:custGeom>
              <a:avLst/>
              <a:gdLst/>
              <a:ahLst/>
              <a:cxnLst/>
              <a:rect l="l" t="t" r="r" b="b"/>
              <a:pathLst>
                <a:path w="1069340" h="63500">
                  <a:moveTo>
                    <a:pt x="1068909" y="0"/>
                  </a:moveTo>
                  <a:lnTo>
                    <a:pt x="0" y="0"/>
                  </a:lnTo>
                  <a:lnTo>
                    <a:pt x="0" y="63286"/>
                  </a:lnTo>
                  <a:lnTo>
                    <a:pt x="1068909" y="63286"/>
                  </a:lnTo>
                  <a:lnTo>
                    <a:pt x="1068909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17455828" y="4598012"/>
              <a:ext cx="720725" cy="167640"/>
            </a:xfrm>
            <a:custGeom>
              <a:avLst/>
              <a:gdLst/>
              <a:ahLst/>
              <a:cxnLst/>
              <a:rect l="l" t="t" r="r" b="b"/>
              <a:pathLst>
                <a:path w="720725" h="167639">
                  <a:moveTo>
                    <a:pt x="360261" y="0"/>
                  </a:moveTo>
                  <a:lnTo>
                    <a:pt x="295500" y="2700"/>
                  </a:lnTo>
                  <a:lnTo>
                    <a:pt x="234549" y="10486"/>
                  </a:lnTo>
                  <a:lnTo>
                    <a:pt x="178425" y="22884"/>
                  </a:lnTo>
                  <a:lnTo>
                    <a:pt x="128144" y="39421"/>
                  </a:lnTo>
                  <a:lnTo>
                    <a:pt x="84725" y="59623"/>
                  </a:lnTo>
                  <a:lnTo>
                    <a:pt x="49183" y="83017"/>
                  </a:lnTo>
                  <a:lnTo>
                    <a:pt x="5803" y="137488"/>
                  </a:lnTo>
                  <a:lnTo>
                    <a:pt x="0" y="167617"/>
                  </a:lnTo>
                  <a:lnTo>
                    <a:pt x="720501" y="167617"/>
                  </a:lnTo>
                  <a:lnTo>
                    <a:pt x="697964" y="109130"/>
                  </a:lnTo>
                  <a:lnTo>
                    <a:pt x="635778" y="59623"/>
                  </a:lnTo>
                  <a:lnTo>
                    <a:pt x="592360" y="39421"/>
                  </a:lnTo>
                  <a:lnTo>
                    <a:pt x="542082" y="22884"/>
                  </a:lnTo>
                  <a:lnTo>
                    <a:pt x="485961" y="10486"/>
                  </a:lnTo>
                  <a:lnTo>
                    <a:pt x="425015" y="2700"/>
                  </a:lnTo>
                  <a:lnTo>
                    <a:pt x="360261" y="0"/>
                  </a:lnTo>
                  <a:close/>
                </a:path>
              </a:pathLst>
            </a:custGeom>
            <a:solidFill>
              <a:srgbClr val="C5DD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16126204" y="6479282"/>
              <a:ext cx="125730" cy="532130"/>
            </a:xfrm>
            <a:custGeom>
              <a:avLst/>
              <a:gdLst/>
              <a:ahLst/>
              <a:cxnLst/>
              <a:rect l="l" t="t" r="r" b="b"/>
              <a:pathLst>
                <a:path w="125730" h="532129">
                  <a:moveTo>
                    <a:pt x="125629" y="0"/>
                  </a:moveTo>
                  <a:lnTo>
                    <a:pt x="0" y="92792"/>
                  </a:lnTo>
                  <a:lnTo>
                    <a:pt x="0" y="532109"/>
                  </a:lnTo>
                  <a:lnTo>
                    <a:pt x="125629" y="532109"/>
                  </a:lnTo>
                  <a:lnTo>
                    <a:pt x="125629" y="0"/>
                  </a:lnTo>
                  <a:close/>
                </a:path>
              </a:pathLst>
            </a:custGeom>
            <a:solidFill>
              <a:srgbClr val="ACDB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18299550" y="6228402"/>
              <a:ext cx="180340" cy="783590"/>
            </a:xfrm>
            <a:custGeom>
              <a:avLst/>
              <a:gdLst/>
              <a:ahLst/>
              <a:cxnLst/>
              <a:rect l="l" t="t" r="r" b="b"/>
              <a:pathLst>
                <a:path w="180340" h="783590">
                  <a:moveTo>
                    <a:pt x="0" y="0"/>
                  </a:moveTo>
                  <a:lnTo>
                    <a:pt x="0" y="782991"/>
                  </a:lnTo>
                  <a:lnTo>
                    <a:pt x="180151" y="782991"/>
                  </a:lnTo>
                  <a:lnTo>
                    <a:pt x="180151" y="1383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16427171" y="5685745"/>
              <a:ext cx="730250" cy="299085"/>
            </a:xfrm>
            <a:custGeom>
              <a:avLst/>
              <a:gdLst/>
              <a:ahLst/>
              <a:cxnLst/>
              <a:rect l="l" t="t" r="r" b="b"/>
              <a:pathLst>
                <a:path w="730250" h="299085">
                  <a:moveTo>
                    <a:pt x="244157" y="87909"/>
                  </a:moveTo>
                  <a:lnTo>
                    <a:pt x="234569" y="53695"/>
                  </a:lnTo>
                  <a:lnTo>
                    <a:pt x="208407" y="25742"/>
                  </a:lnTo>
                  <a:lnTo>
                    <a:pt x="169608" y="6908"/>
                  </a:lnTo>
                  <a:lnTo>
                    <a:pt x="122097" y="0"/>
                  </a:lnTo>
                  <a:lnTo>
                    <a:pt x="74574" y="6908"/>
                  </a:lnTo>
                  <a:lnTo>
                    <a:pt x="35775" y="25742"/>
                  </a:lnTo>
                  <a:lnTo>
                    <a:pt x="9601" y="53695"/>
                  </a:lnTo>
                  <a:lnTo>
                    <a:pt x="0" y="87909"/>
                  </a:lnTo>
                  <a:lnTo>
                    <a:pt x="12" y="298894"/>
                  </a:lnTo>
                  <a:lnTo>
                    <a:pt x="244157" y="298894"/>
                  </a:lnTo>
                  <a:lnTo>
                    <a:pt x="244157" y="87909"/>
                  </a:lnTo>
                  <a:close/>
                </a:path>
                <a:path w="730250" h="299085">
                  <a:moveTo>
                    <a:pt x="730034" y="87909"/>
                  </a:moveTo>
                  <a:lnTo>
                    <a:pt x="720432" y="53695"/>
                  </a:lnTo>
                  <a:lnTo>
                    <a:pt x="694283" y="25742"/>
                  </a:lnTo>
                  <a:lnTo>
                    <a:pt x="655485" y="6908"/>
                  </a:lnTo>
                  <a:lnTo>
                    <a:pt x="607974" y="0"/>
                  </a:lnTo>
                  <a:lnTo>
                    <a:pt x="560451" y="6908"/>
                  </a:lnTo>
                  <a:lnTo>
                    <a:pt x="521652" y="25742"/>
                  </a:lnTo>
                  <a:lnTo>
                    <a:pt x="495490" y="53695"/>
                  </a:lnTo>
                  <a:lnTo>
                    <a:pt x="485902" y="87909"/>
                  </a:lnTo>
                  <a:lnTo>
                    <a:pt x="485902" y="298894"/>
                  </a:lnTo>
                  <a:lnTo>
                    <a:pt x="730034" y="298894"/>
                  </a:lnTo>
                  <a:lnTo>
                    <a:pt x="730034" y="87909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16390481" y="5749041"/>
              <a:ext cx="803910" cy="49530"/>
            </a:xfrm>
            <a:custGeom>
              <a:avLst/>
              <a:gdLst/>
              <a:ahLst/>
              <a:cxnLst/>
              <a:rect l="l" t="t" r="r" b="b"/>
              <a:pathLst>
                <a:path w="803909" h="49529">
                  <a:moveTo>
                    <a:pt x="317563" y="0"/>
                  </a:moveTo>
                  <a:lnTo>
                    <a:pt x="0" y="0"/>
                  </a:lnTo>
                  <a:lnTo>
                    <a:pt x="0" y="49225"/>
                  </a:lnTo>
                  <a:lnTo>
                    <a:pt x="317563" y="49225"/>
                  </a:lnTo>
                  <a:lnTo>
                    <a:pt x="317563" y="0"/>
                  </a:lnTo>
                  <a:close/>
                </a:path>
                <a:path w="803909" h="49529">
                  <a:moveTo>
                    <a:pt x="803452" y="0"/>
                  </a:moveTo>
                  <a:lnTo>
                    <a:pt x="485889" y="0"/>
                  </a:lnTo>
                  <a:lnTo>
                    <a:pt x="485889" y="49225"/>
                  </a:lnTo>
                  <a:lnTo>
                    <a:pt x="803452" y="49225"/>
                  </a:lnTo>
                  <a:lnTo>
                    <a:pt x="803452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16917446" y="5015993"/>
              <a:ext cx="336550" cy="333375"/>
            </a:xfrm>
            <a:custGeom>
              <a:avLst/>
              <a:gdLst/>
              <a:ahLst/>
              <a:cxnLst/>
              <a:rect l="l" t="t" r="r" b="b"/>
              <a:pathLst>
                <a:path w="336550" h="333375">
                  <a:moveTo>
                    <a:pt x="168246" y="0"/>
                  </a:moveTo>
                  <a:lnTo>
                    <a:pt x="123520" y="5945"/>
                  </a:lnTo>
                  <a:lnTo>
                    <a:pt x="83329" y="22724"/>
                  </a:lnTo>
                  <a:lnTo>
                    <a:pt x="49278" y="48751"/>
                  </a:lnTo>
                  <a:lnTo>
                    <a:pt x="22970" y="82437"/>
                  </a:lnTo>
                  <a:lnTo>
                    <a:pt x="6009" y="122197"/>
                  </a:lnTo>
                  <a:lnTo>
                    <a:pt x="0" y="166445"/>
                  </a:lnTo>
                  <a:lnTo>
                    <a:pt x="6009" y="210690"/>
                  </a:lnTo>
                  <a:lnTo>
                    <a:pt x="22970" y="250447"/>
                  </a:lnTo>
                  <a:lnTo>
                    <a:pt x="49278" y="284128"/>
                  </a:lnTo>
                  <a:lnTo>
                    <a:pt x="83329" y="310149"/>
                  </a:lnTo>
                  <a:lnTo>
                    <a:pt x="123520" y="326925"/>
                  </a:lnTo>
                  <a:lnTo>
                    <a:pt x="168246" y="332869"/>
                  </a:lnTo>
                  <a:lnTo>
                    <a:pt x="212984" y="326925"/>
                  </a:lnTo>
                  <a:lnTo>
                    <a:pt x="253182" y="310149"/>
                  </a:lnTo>
                  <a:lnTo>
                    <a:pt x="287236" y="284128"/>
                  </a:lnTo>
                  <a:lnTo>
                    <a:pt x="313544" y="250447"/>
                  </a:lnTo>
                  <a:lnTo>
                    <a:pt x="330503" y="210690"/>
                  </a:lnTo>
                  <a:lnTo>
                    <a:pt x="336513" y="166445"/>
                  </a:lnTo>
                  <a:lnTo>
                    <a:pt x="330503" y="122197"/>
                  </a:lnTo>
                  <a:lnTo>
                    <a:pt x="313544" y="82437"/>
                  </a:lnTo>
                  <a:lnTo>
                    <a:pt x="287236" y="48751"/>
                  </a:lnTo>
                  <a:lnTo>
                    <a:pt x="253182" y="22724"/>
                  </a:lnTo>
                  <a:lnTo>
                    <a:pt x="212984" y="5945"/>
                  </a:lnTo>
                  <a:lnTo>
                    <a:pt x="168246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17253956" y="5154303"/>
              <a:ext cx="78740" cy="56515"/>
            </a:xfrm>
            <a:custGeom>
              <a:avLst/>
              <a:gdLst/>
              <a:ahLst/>
              <a:cxnLst/>
              <a:rect l="l" t="t" r="r" b="b"/>
              <a:pathLst>
                <a:path w="78740" h="56514">
                  <a:moveTo>
                    <a:pt x="78625" y="0"/>
                  </a:moveTo>
                  <a:lnTo>
                    <a:pt x="0" y="0"/>
                  </a:lnTo>
                  <a:lnTo>
                    <a:pt x="0" y="56260"/>
                  </a:lnTo>
                  <a:lnTo>
                    <a:pt x="78625" y="56260"/>
                  </a:lnTo>
                  <a:lnTo>
                    <a:pt x="78625" y="0"/>
                  </a:lnTo>
                  <a:close/>
                </a:path>
              </a:pathLst>
            </a:custGeom>
            <a:solidFill>
              <a:srgbClr val="8ECE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16332979" y="6718423"/>
              <a:ext cx="185420" cy="265430"/>
            </a:xfrm>
            <a:custGeom>
              <a:avLst/>
              <a:gdLst/>
              <a:ahLst/>
              <a:cxnLst/>
              <a:rect l="l" t="t" r="r" b="b"/>
              <a:pathLst>
                <a:path w="185419" h="265429">
                  <a:moveTo>
                    <a:pt x="0" y="264840"/>
                  </a:moveTo>
                  <a:lnTo>
                    <a:pt x="184873" y="264840"/>
                  </a:lnTo>
                  <a:lnTo>
                    <a:pt x="184873" y="0"/>
                  </a:lnTo>
                  <a:lnTo>
                    <a:pt x="0" y="0"/>
                  </a:lnTo>
                  <a:lnTo>
                    <a:pt x="0" y="26484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16578301" y="6717607"/>
              <a:ext cx="910590" cy="182880"/>
            </a:xfrm>
            <a:custGeom>
              <a:avLst/>
              <a:gdLst/>
              <a:ahLst/>
              <a:cxnLst/>
              <a:rect l="l" t="t" r="r" b="b"/>
              <a:pathLst>
                <a:path w="910590" h="182879">
                  <a:moveTo>
                    <a:pt x="71107" y="0"/>
                  </a:moveTo>
                  <a:lnTo>
                    <a:pt x="0" y="0"/>
                  </a:lnTo>
                  <a:lnTo>
                    <a:pt x="0" y="182854"/>
                  </a:lnTo>
                  <a:lnTo>
                    <a:pt x="71107" y="182854"/>
                  </a:lnTo>
                  <a:lnTo>
                    <a:pt x="71107" y="0"/>
                  </a:lnTo>
                  <a:close/>
                </a:path>
                <a:path w="910590" h="182879">
                  <a:moveTo>
                    <a:pt x="190995" y="0"/>
                  </a:moveTo>
                  <a:lnTo>
                    <a:pt x="119849" y="0"/>
                  </a:lnTo>
                  <a:lnTo>
                    <a:pt x="119849" y="182854"/>
                  </a:lnTo>
                  <a:lnTo>
                    <a:pt x="190995" y="182854"/>
                  </a:lnTo>
                  <a:lnTo>
                    <a:pt x="190995" y="0"/>
                  </a:lnTo>
                  <a:close/>
                </a:path>
                <a:path w="910590" h="182879">
                  <a:moveTo>
                    <a:pt x="310819" y="0"/>
                  </a:moveTo>
                  <a:lnTo>
                    <a:pt x="239737" y="0"/>
                  </a:lnTo>
                  <a:lnTo>
                    <a:pt x="239737" y="182854"/>
                  </a:lnTo>
                  <a:lnTo>
                    <a:pt x="310819" y="182854"/>
                  </a:lnTo>
                  <a:lnTo>
                    <a:pt x="310819" y="0"/>
                  </a:lnTo>
                  <a:close/>
                </a:path>
                <a:path w="910590" h="182879">
                  <a:moveTo>
                    <a:pt x="430669" y="0"/>
                  </a:moveTo>
                  <a:lnTo>
                    <a:pt x="359562" y="0"/>
                  </a:lnTo>
                  <a:lnTo>
                    <a:pt x="359562" y="182854"/>
                  </a:lnTo>
                  <a:lnTo>
                    <a:pt x="430669" y="182854"/>
                  </a:lnTo>
                  <a:lnTo>
                    <a:pt x="430669" y="0"/>
                  </a:lnTo>
                  <a:close/>
                </a:path>
                <a:path w="910590" h="182879">
                  <a:moveTo>
                    <a:pt x="550545" y="0"/>
                  </a:moveTo>
                  <a:lnTo>
                    <a:pt x="479463" y="0"/>
                  </a:lnTo>
                  <a:lnTo>
                    <a:pt x="479463" y="182854"/>
                  </a:lnTo>
                  <a:lnTo>
                    <a:pt x="550545" y="182854"/>
                  </a:lnTo>
                  <a:lnTo>
                    <a:pt x="550545" y="0"/>
                  </a:lnTo>
                  <a:close/>
                </a:path>
                <a:path w="910590" h="182879">
                  <a:moveTo>
                    <a:pt x="670394" y="0"/>
                  </a:moveTo>
                  <a:lnTo>
                    <a:pt x="599313" y="0"/>
                  </a:lnTo>
                  <a:lnTo>
                    <a:pt x="599313" y="182854"/>
                  </a:lnTo>
                  <a:lnTo>
                    <a:pt x="670394" y="182854"/>
                  </a:lnTo>
                  <a:lnTo>
                    <a:pt x="670394" y="0"/>
                  </a:lnTo>
                  <a:close/>
                </a:path>
                <a:path w="910590" h="182879">
                  <a:moveTo>
                    <a:pt x="790282" y="0"/>
                  </a:moveTo>
                  <a:lnTo>
                    <a:pt x="719137" y="0"/>
                  </a:lnTo>
                  <a:lnTo>
                    <a:pt x="719137" y="182854"/>
                  </a:lnTo>
                  <a:lnTo>
                    <a:pt x="790282" y="182854"/>
                  </a:lnTo>
                  <a:lnTo>
                    <a:pt x="790282" y="0"/>
                  </a:lnTo>
                  <a:close/>
                </a:path>
                <a:path w="910590" h="182879">
                  <a:moveTo>
                    <a:pt x="910120" y="0"/>
                  </a:moveTo>
                  <a:lnTo>
                    <a:pt x="839025" y="0"/>
                  </a:lnTo>
                  <a:lnTo>
                    <a:pt x="839025" y="182854"/>
                  </a:lnTo>
                  <a:lnTo>
                    <a:pt x="910120" y="182854"/>
                  </a:lnTo>
                  <a:lnTo>
                    <a:pt x="910120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17395369" y="4924557"/>
              <a:ext cx="842010" cy="1926589"/>
            </a:xfrm>
            <a:custGeom>
              <a:avLst/>
              <a:gdLst/>
              <a:ahLst/>
              <a:cxnLst/>
              <a:rect l="l" t="t" r="r" b="b"/>
              <a:pathLst>
                <a:path w="842009" h="1926590">
                  <a:moveTo>
                    <a:pt x="184848" y="651929"/>
                  </a:moveTo>
                  <a:lnTo>
                    <a:pt x="0" y="651929"/>
                  </a:lnTo>
                  <a:lnTo>
                    <a:pt x="0" y="834809"/>
                  </a:lnTo>
                  <a:lnTo>
                    <a:pt x="184848" y="834809"/>
                  </a:lnTo>
                  <a:lnTo>
                    <a:pt x="184848" y="651929"/>
                  </a:lnTo>
                  <a:close/>
                </a:path>
                <a:path w="842009" h="1926590">
                  <a:moveTo>
                    <a:pt x="184886" y="869264"/>
                  </a:moveTo>
                  <a:lnTo>
                    <a:pt x="12" y="869264"/>
                  </a:lnTo>
                  <a:lnTo>
                    <a:pt x="12" y="1052131"/>
                  </a:lnTo>
                  <a:lnTo>
                    <a:pt x="184886" y="1052131"/>
                  </a:lnTo>
                  <a:lnTo>
                    <a:pt x="184886" y="869264"/>
                  </a:lnTo>
                  <a:close/>
                </a:path>
                <a:path w="842009" h="1926590">
                  <a:moveTo>
                    <a:pt x="184886" y="434632"/>
                  </a:moveTo>
                  <a:lnTo>
                    <a:pt x="12" y="434632"/>
                  </a:lnTo>
                  <a:lnTo>
                    <a:pt x="12" y="617524"/>
                  </a:lnTo>
                  <a:lnTo>
                    <a:pt x="184886" y="617524"/>
                  </a:lnTo>
                  <a:lnTo>
                    <a:pt x="184886" y="434632"/>
                  </a:lnTo>
                  <a:close/>
                </a:path>
                <a:path w="842009" h="1926590">
                  <a:moveTo>
                    <a:pt x="184886" y="217335"/>
                  </a:moveTo>
                  <a:lnTo>
                    <a:pt x="12" y="217335"/>
                  </a:lnTo>
                  <a:lnTo>
                    <a:pt x="12" y="400202"/>
                  </a:lnTo>
                  <a:lnTo>
                    <a:pt x="184886" y="400202"/>
                  </a:lnTo>
                  <a:lnTo>
                    <a:pt x="184886" y="217335"/>
                  </a:lnTo>
                  <a:close/>
                </a:path>
                <a:path w="842009" h="1926590">
                  <a:moveTo>
                    <a:pt x="184886" y="12"/>
                  </a:moveTo>
                  <a:lnTo>
                    <a:pt x="12" y="12"/>
                  </a:lnTo>
                  <a:lnTo>
                    <a:pt x="12" y="182867"/>
                  </a:lnTo>
                  <a:lnTo>
                    <a:pt x="184886" y="182867"/>
                  </a:lnTo>
                  <a:lnTo>
                    <a:pt x="184886" y="12"/>
                  </a:lnTo>
                  <a:close/>
                </a:path>
                <a:path w="842009" h="1926590">
                  <a:moveTo>
                    <a:pt x="403720" y="1303845"/>
                  </a:moveTo>
                  <a:lnTo>
                    <a:pt x="218846" y="1303845"/>
                  </a:lnTo>
                  <a:lnTo>
                    <a:pt x="218846" y="1486763"/>
                  </a:lnTo>
                  <a:lnTo>
                    <a:pt x="403720" y="1486763"/>
                  </a:lnTo>
                  <a:lnTo>
                    <a:pt x="403720" y="1303845"/>
                  </a:lnTo>
                  <a:close/>
                </a:path>
                <a:path w="842009" h="1926590">
                  <a:moveTo>
                    <a:pt x="403720" y="1086561"/>
                  </a:moveTo>
                  <a:lnTo>
                    <a:pt x="218846" y="1086561"/>
                  </a:lnTo>
                  <a:lnTo>
                    <a:pt x="218846" y="1269441"/>
                  </a:lnTo>
                  <a:lnTo>
                    <a:pt x="403720" y="1269441"/>
                  </a:lnTo>
                  <a:lnTo>
                    <a:pt x="403720" y="1086561"/>
                  </a:lnTo>
                  <a:close/>
                </a:path>
                <a:path w="842009" h="1926590">
                  <a:moveTo>
                    <a:pt x="403720" y="869264"/>
                  </a:moveTo>
                  <a:lnTo>
                    <a:pt x="218846" y="869264"/>
                  </a:lnTo>
                  <a:lnTo>
                    <a:pt x="218846" y="1052131"/>
                  </a:lnTo>
                  <a:lnTo>
                    <a:pt x="403720" y="1052131"/>
                  </a:lnTo>
                  <a:lnTo>
                    <a:pt x="403720" y="869264"/>
                  </a:lnTo>
                  <a:close/>
                </a:path>
                <a:path w="842009" h="1926590">
                  <a:moveTo>
                    <a:pt x="403720" y="651929"/>
                  </a:moveTo>
                  <a:lnTo>
                    <a:pt x="218846" y="651929"/>
                  </a:lnTo>
                  <a:lnTo>
                    <a:pt x="218846" y="834809"/>
                  </a:lnTo>
                  <a:lnTo>
                    <a:pt x="403720" y="834809"/>
                  </a:lnTo>
                  <a:lnTo>
                    <a:pt x="403720" y="651929"/>
                  </a:lnTo>
                  <a:close/>
                </a:path>
                <a:path w="842009" h="1926590">
                  <a:moveTo>
                    <a:pt x="403720" y="434632"/>
                  </a:moveTo>
                  <a:lnTo>
                    <a:pt x="218846" y="434632"/>
                  </a:lnTo>
                  <a:lnTo>
                    <a:pt x="218846" y="617524"/>
                  </a:lnTo>
                  <a:lnTo>
                    <a:pt x="403720" y="617524"/>
                  </a:lnTo>
                  <a:lnTo>
                    <a:pt x="403720" y="434632"/>
                  </a:lnTo>
                  <a:close/>
                </a:path>
                <a:path w="842009" h="1926590">
                  <a:moveTo>
                    <a:pt x="403720" y="217322"/>
                  </a:moveTo>
                  <a:lnTo>
                    <a:pt x="218846" y="217322"/>
                  </a:lnTo>
                  <a:lnTo>
                    <a:pt x="218846" y="400202"/>
                  </a:lnTo>
                  <a:lnTo>
                    <a:pt x="403720" y="400202"/>
                  </a:lnTo>
                  <a:lnTo>
                    <a:pt x="403720" y="217322"/>
                  </a:lnTo>
                  <a:close/>
                </a:path>
                <a:path w="842009" h="1926590">
                  <a:moveTo>
                    <a:pt x="403720" y="0"/>
                  </a:moveTo>
                  <a:lnTo>
                    <a:pt x="218846" y="0"/>
                  </a:lnTo>
                  <a:lnTo>
                    <a:pt x="218846" y="182867"/>
                  </a:lnTo>
                  <a:lnTo>
                    <a:pt x="403720" y="182867"/>
                  </a:lnTo>
                  <a:lnTo>
                    <a:pt x="403720" y="0"/>
                  </a:lnTo>
                  <a:close/>
                </a:path>
                <a:path w="842009" h="1926590">
                  <a:moveTo>
                    <a:pt x="507822" y="1841906"/>
                  </a:moveTo>
                  <a:lnTo>
                    <a:pt x="218859" y="1841906"/>
                  </a:lnTo>
                  <a:lnTo>
                    <a:pt x="218859" y="1926272"/>
                  </a:lnTo>
                  <a:lnTo>
                    <a:pt x="507822" y="1926272"/>
                  </a:lnTo>
                  <a:lnTo>
                    <a:pt x="507822" y="1841906"/>
                  </a:lnTo>
                  <a:close/>
                </a:path>
                <a:path w="842009" h="1926590">
                  <a:moveTo>
                    <a:pt x="507822" y="1693989"/>
                  </a:moveTo>
                  <a:lnTo>
                    <a:pt x="218859" y="1693989"/>
                  </a:lnTo>
                  <a:lnTo>
                    <a:pt x="218859" y="1778393"/>
                  </a:lnTo>
                  <a:lnTo>
                    <a:pt x="507822" y="1778393"/>
                  </a:lnTo>
                  <a:lnTo>
                    <a:pt x="507822" y="1693989"/>
                  </a:lnTo>
                  <a:close/>
                </a:path>
                <a:path w="842009" h="1926590">
                  <a:moveTo>
                    <a:pt x="507822" y="1546148"/>
                  </a:moveTo>
                  <a:lnTo>
                    <a:pt x="218859" y="1546148"/>
                  </a:lnTo>
                  <a:lnTo>
                    <a:pt x="218859" y="1630514"/>
                  </a:lnTo>
                  <a:lnTo>
                    <a:pt x="507822" y="1630514"/>
                  </a:lnTo>
                  <a:lnTo>
                    <a:pt x="507822" y="1546148"/>
                  </a:lnTo>
                  <a:close/>
                </a:path>
                <a:path w="842009" h="1926590">
                  <a:moveTo>
                    <a:pt x="622579" y="1303870"/>
                  </a:moveTo>
                  <a:lnTo>
                    <a:pt x="437705" y="1303870"/>
                  </a:lnTo>
                  <a:lnTo>
                    <a:pt x="437705" y="1486763"/>
                  </a:lnTo>
                  <a:lnTo>
                    <a:pt x="622579" y="1486763"/>
                  </a:lnTo>
                  <a:lnTo>
                    <a:pt x="622579" y="1303870"/>
                  </a:lnTo>
                  <a:close/>
                </a:path>
                <a:path w="842009" h="1926590">
                  <a:moveTo>
                    <a:pt x="622579" y="1086561"/>
                  </a:moveTo>
                  <a:lnTo>
                    <a:pt x="437705" y="1086561"/>
                  </a:lnTo>
                  <a:lnTo>
                    <a:pt x="437705" y="1269453"/>
                  </a:lnTo>
                  <a:lnTo>
                    <a:pt x="622579" y="1269453"/>
                  </a:lnTo>
                  <a:lnTo>
                    <a:pt x="622579" y="1086561"/>
                  </a:lnTo>
                  <a:close/>
                </a:path>
                <a:path w="842009" h="1926590">
                  <a:moveTo>
                    <a:pt x="622579" y="869264"/>
                  </a:moveTo>
                  <a:lnTo>
                    <a:pt x="437705" y="869264"/>
                  </a:lnTo>
                  <a:lnTo>
                    <a:pt x="437705" y="1052131"/>
                  </a:lnTo>
                  <a:lnTo>
                    <a:pt x="622579" y="1052131"/>
                  </a:lnTo>
                  <a:lnTo>
                    <a:pt x="622579" y="869264"/>
                  </a:lnTo>
                  <a:close/>
                </a:path>
                <a:path w="842009" h="1926590">
                  <a:moveTo>
                    <a:pt x="622579" y="651929"/>
                  </a:moveTo>
                  <a:lnTo>
                    <a:pt x="437705" y="651929"/>
                  </a:lnTo>
                  <a:lnTo>
                    <a:pt x="437705" y="834809"/>
                  </a:lnTo>
                  <a:lnTo>
                    <a:pt x="622579" y="834809"/>
                  </a:lnTo>
                  <a:lnTo>
                    <a:pt x="622579" y="651929"/>
                  </a:lnTo>
                  <a:close/>
                </a:path>
                <a:path w="842009" h="1926590">
                  <a:moveTo>
                    <a:pt x="622579" y="434632"/>
                  </a:moveTo>
                  <a:lnTo>
                    <a:pt x="437705" y="434632"/>
                  </a:lnTo>
                  <a:lnTo>
                    <a:pt x="437705" y="617524"/>
                  </a:lnTo>
                  <a:lnTo>
                    <a:pt x="622579" y="617524"/>
                  </a:lnTo>
                  <a:lnTo>
                    <a:pt x="622579" y="434632"/>
                  </a:lnTo>
                  <a:close/>
                </a:path>
                <a:path w="842009" h="1926590">
                  <a:moveTo>
                    <a:pt x="622579" y="217335"/>
                  </a:moveTo>
                  <a:lnTo>
                    <a:pt x="437705" y="217335"/>
                  </a:lnTo>
                  <a:lnTo>
                    <a:pt x="437705" y="400202"/>
                  </a:lnTo>
                  <a:lnTo>
                    <a:pt x="622579" y="400202"/>
                  </a:lnTo>
                  <a:lnTo>
                    <a:pt x="622579" y="217335"/>
                  </a:lnTo>
                  <a:close/>
                </a:path>
                <a:path w="842009" h="1926590">
                  <a:moveTo>
                    <a:pt x="622579" y="12"/>
                  </a:moveTo>
                  <a:lnTo>
                    <a:pt x="437705" y="12"/>
                  </a:lnTo>
                  <a:lnTo>
                    <a:pt x="437705" y="182892"/>
                  </a:lnTo>
                  <a:lnTo>
                    <a:pt x="622579" y="182892"/>
                  </a:lnTo>
                  <a:lnTo>
                    <a:pt x="622579" y="12"/>
                  </a:lnTo>
                  <a:close/>
                </a:path>
                <a:path w="842009" h="1926590">
                  <a:moveTo>
                    <a:pt x="841387" y="651929"/>
                  </a:moveTo>
                  <a:lnTo>
                    <a:pt x="656513" y="651929"/>
                  </a:lnTo>
                  <a:lnTo>
                    <a:pt x="656513" y="834809"/>
                  </a:lnTo>
                  <a:lnTo>
                    <a:pt x="841387" y="834809"/>
                  </a:lnTo>
                  <a:lnTo>
                    <a:pt x="841387" y="651929"/>
                  </a:lnTo>
                  <a:close/>
                </a:path>
                <a:path w="842009" h="1926590">
                  <a:moveTo>
                    <a:pt x="841413" y="1841906"/>
                  </a:moveTo>
                  <a:lnTo>
                    <a:pt x="552450" y="1841906"/>
                  </a:lnTo>
                  <a:lnTo>
                    <a:pt x="552450" y="1926272"/>
                  </a:lnTo>
                  <a:lnTo>
                    <a:pt x="841413" y="1926272"/>
                  </a:lnTo>
                  <a:lnTo>
                    <a:pt x="841413" y="1841906"/>
                  </a:lnTo>
                  <a:close/>
                </a:path>
                <a:path w="842009" h="1926590">
                  <a:moveTo>
                    <a:pt x="841413" y="1693989"/>
                  </a:moveTo>
                  <a:lnTo>
                    <a:pt x="552450" y="1693989"/>
                  </a:lnTo>
                  <a:lnTo>
                    <a:pt x="552450" y="1778393"/>
                  </a:lnTo>
                  <a:lnTo>
                    <a:pt x="841413" y="1778393"/>
                  </a:lnTo>
                  <a:lnTo>
                    <a:pt x="841413" y="1693989"/>
                  </a:lnTo>
                  <a:close/>
                </a:path>
                <a:path w="842009" h="1926590">
                  <a:moveTo>
                    <a:pt x="841413" y="1546148"/>
                  </a:moveTo>
                  <a:lnTo>
                    <a:pt x="552450" y="1546148"/>
                  </a:lnTo>
                  <a:lnTo>
                    <a:pt x="552450" y="1630514"/>
                  </a:lnTo>
                  <a:lnTo>
                    <a:pt x="841413" y="1630514"/>
                  </a:lnTo>
                  <a:lnTo>
                    <a:pt x="841413" y="1546148"/>
                  </a:lnTo>
                  <a:close/>
                </a:path>
                <a:path w="842009" h="1926590">
                  <a:moveTo>
                    <a:pt x="841413" y="1303870"/>
                  </a:moveTo>
                  <a:lnTo>
                    <a:pt x="656539" y="1303870"/>
                  </a:lnTo>
                  <a:lnTo>
                    <a:pt x="656539" y="1486763"/>
                  </a:lnTo>
                  <a:lnTo>
                    <a:pt x="841413" y="1486763"/>
                  </a:lnTo>
                  <a:lnTo>
                    <a:pt x="841413" y="1303870"/>
                  </a:lnTo>
                  <a:close/>
                </a:path>
                <a:path w="842009" h="1926590">
                  <a:moveTo>
                    <a:pt x="841413" y="1086561"/>
                  </a:moveTo>
                  <a:lnTo>
                    <a:pt x="656539" y="1086561"/>
                  </a:lnTo>
                  <a:lnTo>
                    <a:pt x="656539" y="1269441"/>
                  </a:lnTo>
                  <a:lnTo>
                    <a:pt x="841413" y="1269441"/>
                  </a:lnTo>
                  <a:lnTo>
                    <a:pt x="841413" y="1086561"/>
                  </a:lnTo>
                  <a:close/>
                </a:path>
                <a:path w="842009" h="1926590">
                  <a:moveTo>
                    <a:pt x="841413" y="869264"/>
                  </a:moveTo>
                  <a:lnTo>
                    <a:pt x="656539" y="869264"/>
                  </a:lnTo>
                  <a:lnTo>
                    <a:pt x="656539" y="1052131"/>
                  </a:lnTo>
                  <a:lnTo>
                    <a:pt x="841413" y="1052131"/>
                  </a:lnTo>
                  <a:lnTo>
                    <a:pt x="841413" y="869264"/>
                  </a:lnTo>
                  <a:close/>
                </a:path>
                <a:path w="842009" h="1926590">
                  <a:moveTo>
                    <a:pt x="841413" y="434632"/>
                  </a:moveTo>
                  <a:lnTo>
                    <a:pt x="656539" y="434632"/>
                  </a:lnTo>
                  <a:lnTo>
                    <a:pt x="656539" y="617524"/>
                  </a:lnTo>
                  <a:lnTo>
                    <a:pt x="841413" y="617524"/>
                  </a:lnTo>
                  <a:lnTo>
                    <a:pt x="841413" y="434632"/>
                  </a:lnTo>
                  <a:close/>
                </a:path>
                <a:path w="842009" h="1926590">
                  <a:moveTo>
                    <a:pt x="841413" y="217335"/>
                  </a:moveTo>
                  <a:lnTo>
                    <a:pt x="656539" y="217335"/>
                  </a:lnTo>
                  <a:lnTo>
                    <a:pt x="656539" y="400202"/>
                  </a:lnTo>
                  <a:lnTo>
                    <a:pt x="841413" y="400202"/>
                  </a:lnTo>
                  <a:lnTo>
                    <a:pt x="841413" y="217335"/>
                  </a:lnTo>
                  <a:close/>
                </a:path>
                <a:path w="842009" h="1926590">
                  <a:moveTo>
                    <a:pt x="841413" y="12"/>
                  </a:moveTo>
                  <a:lnTo>
                    <a:pt x="656539" y="12"/>
                  </a:lnTo>
                  <a:lnTo>
                    <a:pt x="656539" y="182867"/>
                  </a:lnTo>
                  <a:lnTo>
                    <a:pt x="841413" y="182867"/>
                  </a:lnTo>
                  <a:lnTo>
                    <a:pt x="841413" y="12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18354066" y="6390201"/>
              <a:ext cx="71120" cy="454025"/>
            </a:xfrm>
            <a:custGeom>
              <a:avLst/>
              <a:gdLst/>
              <a:ahLst/>
              <a:cxnLst/>
              <a:rect l="l" t="t" r="r" b="b"/>
              <a:pathLst>
                <a:path w="71119" h="454025">
                  <a:moveTo>
                    <a:pt x="71107" y="270548"/>
                  </a:moveTo>
                  <a:lnTo>
                    <a:pt x="0" y="270548"/>
                  </a:lnTo>
                  <a:lnTo>
                    <a:pt x="0" y="453402"/>
                  </a:lnTo>
                  <a:lnTo>
                    <a:pt x="71107" y="453402"/>
                  </a:lnTo>
                  <a:lnTo>
                    <a:pt x="71107" y="270548"/>
                  </a:lnTo>
                  <a:close/>
                </a:path>
                <a:path w="71119" h="454025">
                  <a:moveTo>
                    <a:pt x="71107" y="0"/>
                  </a:moveTo>
                  <a:lnTo>
                    <a:pt x="0" y="0"/>
                  </a:lnTo>
                  <a:lnTo>
                    <a:pt x="0" y="182854"/>
                  </a:lnTo>
                  <a:lnTo>
                    <a:pt x="71107" y="182854"/>
                  </a:lnTo>
                  <a:lnTo>
                    <a:pt x="71107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16332975" y="6189198"/>
              <a:ext cx="1155700" cy="475615"/>
            </a:xfrm>
            <a:custGeom>
              <a:avLst/>
              <a:gdLst/>
              <a:ahLst/>
              <a:cxnLst/>
              <a:rect l="l" t="t" r="r" b="b"/>
              <a:pathLst>
                <a:path w="1155700" h="475615">
                  <a:moveTo>
                    <a:pt x="71107" y="0"/>
                  </a:moveTo>
                  <a:lnTo>
                    <a:pt x="0" y="0"/>
                  </a:lnTo>
                  <a:lnTo>
                    <a:pt x="0" y="182854"/>
                  </a:lnTo>
                  <a:lnTo>
                    <a:pt x="71107" y="182854"/>
                  </a:lnTo>
                  <a:lnTo>
                    <a:pt x="71107" y="0"/>
                  </a:lnTo>
                  <a:close/>
                </a:path>
                <a:path w="1155700" h="475615">
                  <a:moveTo>
                    <a:pt x="142214" y="222135"/>
                  </a:moveTo>
                  <a:lnTo>
                    <a:pt x="0" y="222135"/>
                  </a:lnTo>
                  <a:lnTo>
                    <a:pt x="0" y="475284"/>
                  </a:lnTo>
                  <a:lnTo>
                    <a:pt x="142214" y="475284"/>
                  </a:lnTo>
                  <a:lnTo>
                    <a:pt x="142214" y="222135"/>
                  </a:lnTo>
                  <a:close/>
                </a:path>
                <a:path w="1155700" h="475615">
                  <a:moveTo>
                    <a:pt x="344855" y="222084"/>
                  </a:moveTo>
                  <a:lnTo>
                    <a:pt x="202653" y="222084"/>
                  </a:lnTo>
                  <a:lnTo>
                    <a:pt x="202653" y="475284"/>
                  </a:lnTo>
                  <a:lnTo>
                    <a:pt x="344855" y="475284"/>
                  </a:lnTo>
                  <a:lnTo>
                    <a:pt x="344855" y="222084"/>
                  </a:lnTo>
                  <a:close/>
                </a:path>
                <a:path w="1155700" h="475615">
                  <a:moveTo>
                    <a:pt x="547497" y="222084"/>
                  </a:moveTo>
                  <a:lnTo>
                    <a:pt x="405282" y="222084"/>
                  </a:lnTo>
                  <a:lnTo>
                    <a:pt x="405282" y="475284"/>
                  </a:lnTo>
                  <a:lnTo>
                    <a:pt x="547497" y="475284"/>
                  </a:lnTo>
                  <a:lnTo>
                    <a:pt x="547497" y="222084"/>
                  </a:lnTo>
                  <a:close/>
                </a:path>
                <a:path w="1155700" h="475615">
                  <a:moveTo>
                    <a:pt x="750138" y="222084"/>
                  </a:moveTo>
                  <a:lnTo>
                    <a:pt x="607923" y="222084"/>
                  </a:lnTo>
                  <a:lnTo>
                    <a:pt x="607923" y="475284"/>
                  </a:lnTo>
                  <a:lnTo>
                    <a:pt x="750138" y="475284"/>
                  </a:lnTo>
                  <a:lnTo>
                    <a:pt x="750138" y="222084"/>
                  </a:lnTo>
                  <a:close/>
                </a:path>
                <a:path w="1155700" h="475615">
                  <a:moveTo>
                    <a:pt x="952817" y="222135"/>
                  </a:moveTo>
                  <a:lnTo>
                    <a:pt x="810602" y="222135"/>
                  </a:lnTo>
                  <a:lnTo>
                    <a:pt x="810602" y="475284"/>
                  </a:lnTo>
                  <a:lnTo>
                    <a:pt x="952817" y="475284"/>
                  </a:lnTo>
                  <a:lnTo>
                    <a:pt x="952817" y="222135"/>
                  </a:lnTo>
                  <a:close/>
                </a:path>
                <a:path w="1155700" h="475615">
                  <a:moveTo>
                    <a:pt x="1155446" y="222135"/>
                  </a:moveTo>
                  <a:lnTo>
                    <a:pt x="1013256" y="222135"/>
                  </a:lnTo>
                  <a:lnTo>
                    <a:pt x="1013256" y="475284"/>
                  </a:lnTo>
                  <a:lnTo>
                    <a:pt x="1155446" y="475284"/>
                  </a:lnTo>
                  <a:lnTo>
                    <a:pt x="1155446" y="222135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1" name="object 141" descr=""/>
          <p:cNvSpPr/>
          <p:nvPr/>
        </p:nvSpPr>
        <p:spPr>
          <a:xfrm>
            <a:off x="16453477" y="6189172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19" h="182879">
                <a:moveTo>
                  <a:pt x="71086" y="0"/>
                </a:moveTo>
                <a:lnTo>
                  <a:pt x="0" y="0"/>
                </a:lnTo>
                <a:lnTo>
                  <a:pt x="0" y="182874"/>
                </a:lnTo>
                <a:lnTo>
                  <a:pt x="71086" y="182874"/>
                </a:lnTo>
                <a:lnTo>
                  <a:pt x="71086" y="0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" name="object 142" descr=""/>
          <p:cNvSpPr/>
          <p:nvPr/>
        </p:nvSpPr>
        <p:spPr>
          <a:xfrm>
            <a:off x="16573955" y="6189193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19" h="182879">
                <a:moveTo>
                  <a:pt x="71107" y="0"/>
                </a:moveTo>
                <a:lnTo>
                  <a:pt x="0" y="0"/>
                </a:lnTo>
                <a:lnTo>
                  <a:pt x="0" y="182853"/>
                </a:lnTo>
                <a:lnTo>
                  <a:pt x="71107" y="182853"/>
                </a:lnTo>
                <a:lnTo>
                  <a:pt x="71107" y="0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" name="object 143" descr=""/>
          <p:cNvSpPr/>
          <p:nvPr/>
        </p:nvSpPr>
        <p:spPr>
          <a:xfrm>
            <a:off x="16694433" y="6189193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19" h="182879">
                <a:moveTo>
                  <a:pt x="71107" y="0"/>
                </a:moveTo>
                <a:lnTo>
                  <a:pt x="0" y="0"/>
                </a:lnTo>
                <a:lnTo>
                  <a:pt x="0" y="182853"/>
                </a:lnTo>
                <a:lnTo>
                  <a:pt x="71107" y="182853"/>
                </a:lnTo>
                <a:lnTo>
                  <a:pt x="71107" y="0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" name="object 144" descr=""/>
          <p:cNvSpPr/>
          <p:nvPr/>
        </p:nvSpPr>
        <p:spPr>
          <a:xfrm>
            <a:off x="16814911" y="6189193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19" h="182879">
                <a:moveTo>
                  <a:pt x="71107" y="0"/>
                </a:moveTo>
                <a:lnTo>
                  <a:pt x="0" y="0"/>
                </a:lnTo>
                <a:lnTo>
                  <a:pt x="0" y="182853"/>
                </a:lnTo>
                <a:lnTo>
                  <a:pt x="71107" y="182853"/>
                </a:lnTo>
                <a:lnTo>
                  <a:pt x="71107" y="0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" name="object 145" descr=""/>
          <p:cNvSpPr/>
          <p:nvPr/>
        </p:nvSpPr>
        <p:spPr>
          <a:xfrm>
            <a:off x="16935422" y="6189193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19" h="182879">
                <a:moveTo>
                  <a:pt x="71107" y="0"/>
                </a:moveTo>
                <a:lnTo>
                  <a:pt x="0" y="0"/>
                </a:lnTo>
                <a:lnTo>
                  <a:pt x="0" y="182853"/>
                </a:lnTo>
                <a:lnTo>
                  <a:pt x="71107" y="182853"/>
                </a:lnTo>
                <a:lnTo>
                  <a:pt x="71107" y="0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" name="object 146" descr=""/>
          <p:cNvSpPr/>
          <p:nvPr/>
        </p:nvSpPr>
        <p:spPr>
          <a:xfrm>
            <a:off x="17055878" y="6189193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19" h="182879">
                <a:moveTo>
                  <a:pt x="71107" y="0"/>
                </a:moveTo>
                <a:lnTo>
                  <a:pt x="0" y="0"/>
                </a:lnTo>
                <a:lnTo>
                  <a:pt x="0" y="182853"/>
                </a:lnTo>
                <a:lnTo>
                  <a:pt x="71107" y="182853"/>
                </a:lnTo>
                <a:lnTo>
                  <a:pt x="71107" y="0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" name="object 147" descr=""/>
          <p:cNvSpPr/>
          <p:nvPr/>
        </p:nvSpPr>
        <p:spPr>
          <a:xfrm>
            <a:off x="17176356" y="6189193"/>
            <a:ext cx="71755" cy="182880"/>
          </a:xfrm>
          <a:custGeom>
            <a:avLst/>
            <a:gdLst/>
            <a:ahLst/>
            <a:cxnLst/>
            <a:rect l="l" t="t" r="r" b="b"/>
            <a:pathLst>
              <a:path w="71755" h="182879">
                <a:moveTo>
                  <a:pt x="71128" y="0"/>
                </a:moveTo>
                <a:lnTo>
                  <a:pt x="0" y="0"/>
                </a:lnTo>
                <a:lnTo>
                  <a:pt x="0" y="182853"/>
                </a:lnTo>
                <a:lnTo>
                  <a:pt x="71128" y="182853"/>
                </a:lnTo>
                <a:lnTo>
                  <a:pt x="71128" y="0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" name="object 148" descr=""/>
          <p:cNvSpPr/>
          <p:nvPr/>
        </p:nvSpPr>
        <p:spPr>
          <a:xfrm>
            <a:off x="17296834" y="6189193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19" h="182879">
                <a:moveTo>
                  <a:pt x="71107" y="0"/>
                </a:moveTo>
                <a:lnTo>
                  <a:pt x="0" y="0"/>
                </a:lnTo>
                <a:lnTo>
                  <a:pt x="0" y="182853"/>
                </a:lnTo>
                <a:lnTo>
                  <a:pt x="71107" y="182853"/>
                </a:lnTo>
                <a:lnTo>
                  <a:pt x="71107" y="0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" name="object 149" descr=""/>
          <p:cNvSpPr/>
          <p:nvPr/>
        </p:nvSpPr>
        <p:spPr>
          <a:xfrm>
            <a:off x="17417333" y="6189193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19" h="182879">
                <a:moveTo>
                  <a:pt x="71086" y="0"/>
                </a:moveTo>
                <a:lnTo>
                  <a:pt x="0" y="0"/>
                </a:lnTo>
                <a:lnTo>
                  <a:pt x="0" y="182853"/>
                </a:lnTo>
                <a:lnTo>
                  <a:pt x="71086" y="182853"/>
                </a:lnTo>
                <a:lnTo>
                  <a:pt x="71086" y="0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0" name="object 150" descr=""/>
          <p:cNvGrpSpPr/>
          <p:nvPr/>
        </p:nvGrpSpPr>
        <p:grpSpPr>
          <a:xfrm>
            <a:off x="17775211" y="4382944"/>
            <a:ext cx="81915" cy="215265"/>
            <a:chOff x="17775211" y="4382944"/>
            <a:chExt cx="81915" cy="215265"/>
          </a:xfrm>
        </p:grpSpPr>
        <p:sp>
          <p:nvSpPr>
            <p:cNvPr id="151" name="object 151" descr=""/>
            <p:cNvSpPr/>
            <p:nvPr/>
          </p:nvSpPr>
          <p:spPr>
            <a:xfrm>
              <a:off x="17801887" y="4423383"/>
              <a:ext cx="28575" cy="175260"/>
            </a:xfrm>
            <a:custGeom>
              <a:avLst/>
              <a:gdLst/>
              <a:ahLst/>
              <a:cxnLst/>
              <a:rect l="l" t="t" r="r" b="b"/>
              <a:pathLst>
                <a:path w="28575" h="175260">
                  <a:moveTo>
                    <a:pt x="28417" y="0"/>
                  </a:moveTo>
                  <a:lnTo>
                    <a:pt x="0" y="0"/>
                  </a:lnTo>
                  <a:lnTo>
                    <a:pt x="0" y="174633"/>
                  </a:lnTo>
                  <a:lnTo>
                    <a:pt x="28417" y="174633"/>
                  </a:lnTo>
                  <a:lnTo>
                    <a:pt x="28417" y="0"/>
                  </a:lnTo>
                  <a:close/>
                </a:path>
              </a:pathLst>
            </a:custGeom>
            <a:solidFill>
              <a:srgbClr val="8ECE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17775211" y="4382944"/>
              <a:ext cx="81915" cy="81280"/>
            </a:xfrm>
            <a:custGeom>
              <a:avLst/>
              <a:gdLst/>
              <a:ahLst/>
              <a:cxnLst/>
              <a:rect l="l" t="t" r="r" b="b"/>
              <a:pathLst>
                <a:path w="81915" h="81279">
                  <a:moveTo>
                    <a:pt x="40878" y="0"/>
                  </a:moveTo>
                  <a:lnTo>
                    <a:pt x="24967" y="3177"/>
                  </a:lnTo>
                  <a:lnTo>
                    <a:pt x="11973" y="11843"/>
                  </a:lnTo>
                  <a:lnTo>
                    <a:pt x="3212" y="24697"/>
                  </a:lnTo>
                  <a:lnTo>
                    <a:pt x="0" y="40438"/>
                  </a:lnTo>
                  <a:lnTo>
                    <a:pt x="3212" y="56179"/>
                  </a:lnTo>
                  <a:lnTo>
                    <a:pt x="11973" y="69033"/>
                  </a:lnTo>
                  <a:lnTo>
                    <a:pt x="24967" y="77699"/>
                  </a:lnTo>
                  <a:lnTo>
                    <a:pt x="40878" y="80877"/>
                  </a:lnTo>
                  <a:lnTo>
                    <a:pt x="56789" y="77699"/>
                  </a:lnTo>
                  <a:lnTo>
                    <a:pt x="69783" y="69033"/>
                  </a:lnTo>
                  <a:lnTo>
                    <a:pt x="78544" y="56179"/>
                  </a:lnTo>
                  <a:lnTo>
                    <a:pt x="81756" y="40438"/>
                  </a:lnTo>
                  <a:lnTo>
                    <a:pt x="78544" y="24697"/>
                  </a:lnTo>
                  <a:lnTo>
                    <a:pt x="69783" y="11843"/>
                  </a:lnTo>
                  <a:lnTo>
                    <a:pt x="56789" y="3177"/>
                  </a:lnTo>
                  <a:lnTo>
                    <a:pt x="40878" y="0"/>
                  </a:lnTo>
                  <a:close/>
                </a:path>
              </a:pathLst>
            </a:custGeom>
            <a:solidFill>
              <a:srgbClr val="BAEDE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3" name="object 153" descr=""/>
          <p:cNvSpPr/>
          <p:nvPr/>
        </p:nvSpPr>
        <p:spPr>
          <a:xfrm>
            <a:off x="16043239" y="6983263"/>
            <a:ext cx="2578735" cy="56515"/>
          </a:xfrm>
          <a:custGeom>
            <a:avLst/>
            <a:gdLst/>
            <a:ahLst/>
            <a:cxnLst/>
            <a:rect l="l" t="t" r="r" b="b"/>
            <a:pathLst>
              <a:path w="2578734" h="56515">
                <a:moveTo>
                  <a:pt x="2578633" y="0"/>
                </a:moveTo>
                <a:lnTo>
                  <a:pt x="0" y="0"/>
                </a:lnTo>
                <a:lnTo>
                  <a:pt x="0" y="56270"/>
                </a:lnTo>
                <a:lnTo>
                  <a:pt x="2578633" y="56270"/>
                </a:lnTo>
                <a:lnTo>
                  <a:pt x="2578633" y="0"/>
                </a:lnTo>
                <a:close/>
              </a:path>
            </a:pathLst>
          </a:custGeom>
          <a:solidFill>
            <a:srgbClr val="85BB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" name="object 154" descr=""/>
          <p:cNvSpPr/>
          <p:nvPr/>
        </p:nvSpPr>
        <p:spPr>
          <a:xfrm>
            <a:off x="16171236" y="5984636"/>
            <a:ext cx="1479550" cy="148590"/>
          </a:xfrm>
          <a:custGeom>
            <a:avLst/>
            <a:gdLst/>
            <a:ahLst/>
            <a:cxnLst/>
            <a:rect l="l" t="t" r="r" b="b"/>
            <a:pathLst>
              <a:path w="1479550" h="148589">
                <a:moveTo>
                  <a:pt x="1368712" y="0"/>
                </a:moveTo>
                <a:lnTo>
                  <a:pt x="739453" y="0"/>
                </a:lnTo>
                <a:lnTo>
                  <a:pt x="110195" y="0"/>
                </a:lnTo>
                <a:lnTo>
                  <a:pt x="0" y="148121"/>
                </a:lnTo>
                <a:lnTo>
                  <a:pt x="1478928" y="148121"/>
                </a:lnTo>
                <a:lnTo>
                  <a:pt x="1368712" y="0"/>
                </a:lnTo>
                <a:close/>
              </a:path>
            </a:pathLst>
          </a:custGeom>
          <a:solidFill>
            <a:srgbClr val="C5DD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" name="object 155" descr=""/>
          <p:cNvSpPr/>
          <p:nvPr/>
        </p:nvSpPr>
        <p:spPr>
          <a:xfrm>
            <a:off x="11039590" y="1603291"/>
            <a:ext cx="956944" cy="2131060"/>
          </a:xfrm>
          <a:custGeom>
            <a:avLst/>
            <a:gdLst/>
            <a:ahLst/>
            <a:cxnLst/>
            <a:rect l="l" t="t" r="r" b="b"/>
            <a:pathLst>
              <a:path w="956945" h="2131060">
                <a:moveTo>
                  <a:pt x="0" y="2130887"/>
                </a:moveTo>
                <a:lnTo>
                  <a:pt x="956326" y="2130887"/>
                </a:lnTo>
                <a:lnTo>
                  <a:pt x="956326" y="0"/>
                </a:lnTo>
                <a:lnTo>
                  <a:pt x="0" y="0"/>
                </a:lnTo>
                <a:lnTo>
                  <a:pt x="0" y="2130887"/>
                </a:lnTo>
                <a:close/>
              </a:path>
            </a:pathLst>
          </a:custGeom>
          <a:solidFill>
            <a:srgbClr val="D9EE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6" name="object 156" descr=""/>
          <p:cNvSpPr/>
          <p:nvPr/>
        </p:nvSpPr>
        <p:spPr>
          <a:xfrm>
            <a:off x="10083242" y="2682797"/>
            <a:ext cx="480059" cy="109220"/>
          </a:xfrm>
          <a:custGeom>
            <a:avLst/>
            <a:gdLst/>
            <a:ahLst/>
            <a:cxnLst/>
            <a:rect l="l" t="t" r="r" b="b"/>
            <a:pathLst>
              <a:path w="480059" h="109219">
                <a:moveTo>
                  <a:pt x="479953" y="0"/>
                </a:moveTo>
                <a:lnTo>
                  <a:pt x="0" y="0"/>
                </a:lnTo>
                <a:lnTo>
                  <a:pt x="0" y="109012"/>
                </a:lnTo>
                <a:lnTo>
                  <a:pt x="479953" y="109012"/>
                </a:lnTo>
                <a:lnTo>
                  <a:pt x="479953" y="0"/>
                </a:lnTo>
                <a:close/>
              </a:path>
            </a:pathLst>
          </a:custGeom>
          <a:solidFill>
            <a:srgbClr val="ACDB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" name="object 157" descr=""/>
          <p:cNvSpPr/>
          <p:nvPr/>
        </p:nvSpPr>
        <p:spPr>
          <a:xfrm>
            <a:off x="11098824" y="1650169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20" h="182880">
                <a:moveTo>
                  <a:pt x="71107" y="0"/>
                </a:moveTo>
                <a:lnTo>
                  <a:pt x="0" y="0"/>
                </a:lnTo>
                <a:lnTo>
                  <a:pt x="0" y="182853"/>
                </a:lnTo>
                <a:lnTo>
                  <a:pt x="71107" y="182853"/>
                </a:lnTo>
                <a:lnTo>
                  <a:pt x="71107" y="0"/>
                </a:lnTo>
                <a:close/>
              </a:path>
            </a:pathLst>
          </a:custGeom>
          <a:solidFill>
            <a:srgbClr val="C5DD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8" name="object 158" descr=""/>
          <p:cNvSpPr/>
          <p:nvPr/>
        </p:nvSpPr>
        <p:spPr>
          <a:xfrm>
            <a:off x="11227228" y="1650180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20" h="182880">
                <a:moveTo>
                  <a:pt x="71107" y="0"/>
                </a:moveTo>
                <a:lnTo>
                  <a:pt x="0" y="0"/>
                </a:lnTo>
                <a:lnTo>
                  <a:pt x="0" y="182842"/>
                </a:lnTo>
                <a:lnTo>
                  <a:pt x="71107" y="182842"/>
                </a:lnTo>
                <a:lnTo>
                  <a:pt x="71107" y="0"/>
                </a:lnTo>
                <a:close/>
              </a:path>
            </a:pathLst>
          </a:custGeom>
          <a:solidFill>
            <a:srgbClr val="C5DD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" name="object 159" descr=""/>
          <p:cNvSpPr/>
          <p:nvPr/>
        </p:nvSpPr>
        <p:spPr>
          <a:xfrm>
            <a:off x="11355602" y="1650190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20" h="182880">
                <a:moveTo>
                  <a:pt x="71097" y="0"/>
                </a:moveTo>
                <a:lnTo>
                  <a:pt x="0" y="0"/>
                </a:lnTo>
                <a:lnTo>
                  <a:pt x="0" y="182821"/>
                </a:lnTo>
                <a:lnTo>
                  <a:pt x="71097" y="182821"/>
                </a:lnTo>
                <a:lnTo>
                  <a:pt x="71097" y="0"/>
                </a:lnTo>
                <a:close/>
              </a:path>
            </a:pathLst>
          </a:custGeom>
          <a:solidFill>
            <a:srgbClr val="C5DD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0" name="object 160" descr=""/>
          <p:cNvSpPr/>
          <p:nvPr/>
        </p:nvSpPr>
        <p:spPr>
          <a:xfrm>
            <a:off x="11483975" y="1650169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20" h="182880">
                <a:moveTo>
                  <a:pt x="71107" y="0"/>
                </a:moveTo>
                <a:lnTo>
                  <a:pt x="0" y="0"/>
                </a:lnTo>
                <a:lnTo>
                  <a:pt x="0" y="182842"/>
                </a:lnTo>
                <a:lnTo>
                  <a:pt x="71107" y="182842"/>
                </a:lnTo>
                <a:lnTo>
                  <a:pt x="71107" y="0"/>
                </a:lnTo>
                <a:close/>
              </a:path>
            </a:pathLst>
          </a:custGeom>
          <a:solidFill>
            <a:srgbClr val="C5DD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" name="object 161" descr=""/>
          <p:cNvSpPr/>
          <p:nvPr/>
        </p:nvSpPr>
        <p:spPr>
          <a:xfrm>
            <a:off x="11612347" y="1650190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20" h="182880">
                <a:moveTo>
                  <a:pt x="71097" y="0"/>
                </a:moveTo>
                <a:lnTo>
                  <a:pt x="0" y="0"/>
                </a:lnTo>
                <a:lnTo>
                  <a:pt x="0" y="182821"/>
                </a:lnTo>
                <a:lnTo>
                  <a:pt x="71097" y="182821"/>
                </a:lnTo>
                <a:lnTo>
                  <a:pt x="71097" y="0"/>
                </a:lnTo>
                <a:close/>
              </a:path>
            </a:pathLst>
          </a:custGeom>
          <a:solidFill>
            <a:srgbClr val="C5DD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" name="object 162" descr=""/>
          <p:cNvSpPr/>
          <p:nvPr/>
        </p:nvSpPr>
        <p:spPr>
          <a:xfrm>
            <a:off x="11740752" y="1650169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20" h="182880">
                <a:moveTo>
                  <a:pt x="71107" y="0"/>
                </a:moveTo>
                <a:lnTo>
                  <a:pt x="0" y="0"/>
                </a:lnTo>
                <a:lnTo>
                  <a:pt x="0" y="182853"/>
                </a:lnTo>
                <a:lnTo>
                  <a:pt x="71107" y="182853"/>
                </a:lnTo>
                <a:lnTo>
                  <a:pt x="71107" y="0"/>
                </a:lnTo>
                <a:close/>
              </a:path>
            </a:pathLst>
          </a:custGeom>
          <a:solidFill>
            <a:srgbClr val="C5DD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" name="object 163" descr=""/>
          <p:cNvSpPr/>
          <p:nvPr/>
        </p:nvSpPr>
        <p:spPr>
          <a:xfrm>
            <a:off x="11869115" y="1650169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20" h="182880">
                <a:moveTo>
                  <a:pt x="71107" y="0"/>
                </a:moveTo>
                <a:lnTo>
                  <a:pt x="0" y="0"/>
                </a:lnTo>
                <a:lnTo>
                  <a:pt x="0" y="182853"/>
                </a:lnTo>
                <a:lnTo>
                  <a:pt x="71107" y="182853"/>
                </a:lnTo>
                <a:lnTo>
                  <a:pt x="71107" y="0"/>
                </a:lnTo>
                <a:close/>
              </a:path>
            </a:pathLst>
          </a:custGeom>
          <a:solidFill>
            <a:srgbClr val="C5DD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4" name="object 164" descr=""/>
          <p:cNvSpPr/>
          <p:nvPr/>
        </p:nvSpPr>
        <p:spPr>
          <a:xfrm>
            <a:off x="11098824" y="1892099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20" h="182880">
                <a:moveTo>
                  <a:pt x="71107" y="0"/>
                </a:moveTo>
                <a:lnTo>
                  <a:pt x="0" y="0"/>
                </a:lnTo>
                <a:lnTo>
                  <a:pt x="0" y="182842"/>
                </a:lnTo>
                <a:lnTo>
                  <a:pt x="71107" y="182842"/>
                </a:lnTo>
                <a:lnTo>
                  <a:pt x="71107" y="0"/>
                </a:lnTo>
                <a:close/>
              </a:path>
            </a:pathLst>
          </a:custGeom>
          <a:solidFill>
            <a:srgbClr val="C5DD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5" name="object 165" descr=""/>
          <p:cNvSpPr/>
          <p:nvPr/>
        </p:nvSpPr>
        <p:spPr>
          <a:xfrm>
            <a:off x="11227207" y="1892099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20" h="182880">
                <a:moveTo>
                  <a:pt x="71097" y="0"/>
                </a:moveTo>
                <a:lnTo>
                  <a:pt x="0" y="0"/>
                </a:lnTo>
                <a:lnTo>
                  <a:pt x="0" y="182842"/>
                </a:lnTo>
                <a:lnTo>
                  <a:pt x="71097" y="182842"/>
                </a:lnTo>
                <a:lnTo>
                  <a:pt x="71097" y="0"/>
                </a:lnTo>
                <a:close/>
              </a:path>
            </a:pathLst>
          </a:custGeom>
          <a:solidFill>
            <a:srgbClr val="C5DD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" name="object 166" descr=""/>
          <p:cNvSpPr/>
          <p:nvPr/>
        </p:nvSpPr>
        <p:spPr>
          <a:xfrm>
            <a:off x="11355602" y="1892099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20" h="182880">
                <a:moveTo>
                  <a:pt x="71097" y="0"/>
                </a:moveTo>
                <a:lnTo>
                  <a:pt x="0" y="0"/>
                </a:lnTo>
                <a:lnTo>
                  <a:pt x="0" y="182821"/>
                </a:lnTo>
                <a:lnTo>
                  <a:pt x="71097" y="182821"/>
                </a:lnTo>
                <a:lnTo>
                  <a:pt x="71097" y="0"/>
                </a:lnTo>
                <a:close/>
              </a:path>
            </a:pathLst>
          </a:custGeom>
          <a:solidFill>
            <a:srgbClr val="C5DD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7" name="object 167" descr=""/>
          <p:cNvSpPr/>
          <p:nvPr/>
        </p:nvSpPr>
        <p:spPr>
          <a:xfrm>
            <a:off x="11483975" y="1892078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20" h="182880">
                <a:moveTo>
                  <a:pt x="71107" y="0"/>
                </a:moveTo>
                <a:lnTo>
                  <a:pt x="0" y="0"/>
                </a:lnTo>
                <a:lnTo>
                  <a:pt x="0" y="182842"/>
                </a:lnTo>
                <a:lnTo>
                  <a:pt x="71107" y="182842"/>
                </a:lnTo>
                <a:lnTo>
                  <a:pt x="71107" y="0"/>
                </a:lnTo>
                <a:close/>
              </a:path>
            </a:pathLst>
          </a:custGeom>
          <a:solidFill>
            <a:srgbClr val="C5DD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8" name="object 168" descr=""/>
          <p:cNvSpPr/>
          <p:nvPr/>
        </p:nvSpPr>
        <p:spPr>
          <a:xfrm>
            <a:off x="11612347" y="1892099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20" h="182880">
                <a:moveTo>
                  <a:pt x="71097" y="0"/>
                </a:moveTo>
                <a:lnTo>
                  <a:pt x="0" y="0"/>
                </a:lnTo>
                <a:lnTo>
                  <a:pt x="0" y="182821"/>
                </a:lnTo>
                <a:lnTo>
                  <a:pt x="71097" y="182821"/>
                </a:lnTo>
                <a:lnTo>
                  <a:pt x="71097" y="0"/>
                </a:lnTo>
                <a:close/>
              </a:path>
            </a:pathLst>
          </a:custGeom>
          <a:solidFill>
            <a:srgbClr val="C5DD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9" name="object 169" descr=""/>
          <p:cNvSpPr/>
          <p:nvPr/>
        </p:nvSpPr>
        <p:spPr>
          <a:xfrm>
            <a:off x="11740752" y="1892099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20" h="182880">
                <a:moveTo>
                  <a:pt x="71107" y="0"/>
                </a:moveTo>
                <a:lnTo>
                  <a:pt x="0" y="0"/>
                </a:lnTo>
                <a:lnTo>
                  <a:pt x="0" y="182842"/>
                </a:lnTo>
                <a:lnTo>
                  <a:pt x="71107" y="182842"/>
                </a:lnTo>
                <a:lnTo>
                  <a:pt x="71107" y="0"/>
                </a:lnTo>
                <a:close/>
              </a:path>
            </a:pathLst>
          </a:custGeom>
          <a:solidFill>
            <a:srgbClr val="C5DD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0" name="object 170" descr=""/>
          <p:cNvSpPr/>
          <p:nvPr/>
        </p:nvSpPr>
        <p:spPr>
          <a:xfrm>
            <a:off x="11869115" y="1892099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20" h="182880">
                <a:moveTo>
                  <a:pt x="71107" y="0"/>
                </a:moveTo>
                <a:lnTo>
                  <a:pt x="0" y="0"/>
                </a:lnTo>
                <a:lnTo>
                  <a:pt x="0" y="182842"/>
                </a:lnTo>
                <a:lnTo>
                  <a:pt x="71107" y="182842"/>
                </a:lnTo>
                <a:lnTo>
                  <a:pt x="71107" y="0"/>
                </a:lnTo>
                <a:close/>
              </a:path>
            </a:pathLst>
          </a:custGeom>
          <a:solidFill>
            <a:srgbClr val="C5DD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1" name="object 171" descr=""/>
          <p:cNvSpPr/>
          <p:nvPr/>
        </p:nvSpPr>
        <p:spPr>
          <a:xfrm>
            <a:off x="11098824" y="2134018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20" h="182880">
                <a:moveTo>
                  <a:pt x="71107" y="0"/>
                </a:moveTo>
                <a:lnTo>
                  <a:pt x="0" y="0"/>
                </a:lnTo>
                <a:lnTo>
                  <a:pt x="0" y="182842"/>
                </a:lnTo>
                <a:lnTo>
                  <a:pt x="71107" y="182842"/>
                </a:lnTo>
                <a:lnTo>
                  <a:pt x="71107" y="0"/>
                </a:lnTo>
                <a:close/>
              </a:path>
            </a:pathLst>
          </a:custGeom>
          <a:solidFill>
            <a:srgbClr val="C5DD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2" name="object 172" descr=""/>
          <p:cNvSpPr/>
          <p:nvPr/>
        </p:nvSpPr>
        <p:spPr>
          <a:xfrm>
            <a:off x="11227228" y="2134039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20" h="182880">
                <a:moveTo>
                  <a:pt x="71107" y="0"/>
                </a:moveTo>
                <a:lnTo>
                  <a:pt x="0" y="0"/>
                </a:lnTo>
                <a:lnTo>
                  <a:pt x="0" y="182821"/>
                </a:lnTo>
                <a:lnTo>
                  <a:pt x="71107" y="182821"/>
                </a:lnTo>
                <a:lnTo>
                  <a:pt x="71107" y="0"/>
                </a:lnTo>
                <a:close/>
              </a:path>
            </a:pathLst>
          </a:custGeom>
          <a:solidFill>
            <a:srgbClr val="C5DD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3" name="object 173" descr=""/>
          <p:cNvSpPr/>
          <p:nvPr/>
        </p:nvSpPr>
        <p:spPr>
          <a:xfrm>
            <a:off x="11355602" y="2134039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20" h="182880">
                <a:moveTo>
                  <a:pt x="71097" y="0"/>
                </a:moveTo>
                <a:lnTo>
                  <a:pt x="0" y="0"/>
                </a:lnTo>
                <a:lnTo>
                  <a:pt x="0" y="182821"/>
                </a:lnTo>
                <a:lnTo>
                  <a:pt x="71097" y="182821"/>
                </a:lnTo>
                <a:lnTo>
                  <a:pt x="71097" y="0"/>
                </a:lnTo>
                <a:close/>
              </a:path>
            </a:pathLst>
          </a:custGeom>
          <a:solidFill>
            <a:srgbClr val="C5DD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4" name="object 174" descr=""/>
          <p:cNvSpPr/>
          <p:nvPr/>
        </p:nvSpPr>
        <p:spPr>
          <a:xfrm>
            <a:off x="11483975" y="2134018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20" h="182880">
                <a:moveTo>
                  <a:pt x="71107" y="0"/>
                </a:moveTo>
                <a:lnTo>
                  <a:pt x="0" y="0"/>
                </a:lnTo>
                <a:lnTo>
                  <a:pt x="0" y="182842"/>
                </a:lnTo>
                <a:lnTo>
                  <a:pt x="71107" y="182842"/>
                </a:lnTo>
                <a:lnTo>
                  <a:pt x="71107" y="0"/>
                </a:lnTo>
                <a:close/>
              </a:path>
            </a:pathLst>
          </a:custGeom>
          <a:solidFill>
            <a:srgbClr val="C5DD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5" name="object 175" descr=""/>
          <p:cNvSpPr/>
          <p:nvPr/>
        </p:nvSpPr>
        <p:spPr>
          <a:xfrm>
            <a:off x="11612347" y="2134039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20" h="182880">
                <a:moveTo>
                  <a:pt x="71097" y="0"/>
                </a:moveTo>
                <a:lnTo>
                  <a:pt x="0" y="0"/>
                </a:lnTo>
                <a:lnTo>
                  <a:pt x="0" y="182821"/>
                </a:lnTo>
                <a:lnTo>
                  <a:pt x="71097" y="182821"/>
                </a:lnTo>
                <a:lnTo>
                  <a:pt x="71097" y="0"/>
                </a:lnTo>
                <a:close/>
              </a:path>
            </a:pathLst>
          </a:custGeom>
          <a:solidFill>
            <a:srgbClr val="C5DD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6" name="object 176" descr=""/>
          <p:cNvSpPr/>
          <p:nvPr/>
        </p:nvSpPr>
        <p:spPr>
          <a:xfrm>
            <a:off x="11740752" y="2134018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20" h="182880">
                <a:moveTo>
                  <a:pt x="71107" y="0"/>
                </a:moveTo>
                <a:lnTo>
                  <a:pt x="0" y="0"/>
                </a:lnTo>
                <a:lnTo>
                  <a:pt x="0" y="182842"/>
                </a:lnTo>
                <a:lnTo>
                  <a:pt x="71107" y="182842"/>
                </a:lnTo>
                <a:lnTo>
                  <a:pt x="71107" y="0"/>
                </a:lnTo>
                <a:close/>
              </a:path>
            </a:pathLst>
          </a:custGeom>
          <a:solidFill>
            <a:srgbClr val="C5DD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7" name="object 177" descr=""/>
          <p:cNvSpPr/>
          <p:nvPr/>
        </p:nvSpPr>
        <p:spPr>
          <a:xfrm>
            <a:off x="11869115" y="2134018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20" h="182880">
                <a:moveTo>
                  <a:pt x="71107" y="0"/>
                </a:moveTo>
                <a:lnTo>
                  <a:pt x="0" y="0"/>
                </a:lnTo>
                <a:lnTo>
                  <a:pt x="0" y="182842"/>
                </a:lnTo>
                <a:lnTo>
                  <a:pt x="71107" y="182842"/>
                </a:lnTo>
                <a:lnTo>
                  <a:pt x="71107" y="0"/>
                </a:lnTo>
                <a:close/>
              </a:path>
            </a:pathLst>
          </a:custGeom>
          <a:solidFill>
            <a:srgbClr val="C5DD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8" name="object 178" descr=""/>
          <p:cNvSpPr/>
          <p:nvPr/>
        </p:nvSpPr>
        <p:spPr>
          <a:xfrm>
            <a:off x="11098824" y="2375948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20" h="182880">
                <a:moveTo>
                  <a:pt x="71107" y="0"/>
                </a:moveTo>
                <a:lnTo>
                  <a:pt x="0" y="0"/>
                </a:lnTo>
                <a:lnTo>
                  <a:pt x="0" y="182853"/>
                </a:lnTo>
                <a:lnTo>
                  <a:pt x="71107" y="182853"/>
                </a:lnTo>
                <a:lnTo>
                  <a:pt x="71107" y="0"/>
                </a:lnTo>
                <a:close/>
              </a:path>
            </a:pathLst>
          </a:custGeom>
          <a:solidFill>
            <a:srgbClr val="C5DD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" name="object 179" descr=""/>
          <p:cNvSpPr/>
          <p:nvPr/>
        </p:nvSpPr>
        <p:spPr>
          <a:xfrm>
            <a:off x="11227228" y="2375959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20" h="182880">
                <a:moveTo>
                  <a:pt x="71107" y="0"/>
                </a:moveTo>
                <a:lnTo>
                  <a:pt x="0" y="0"/>
                </a:lnTo>
                <a:lnTo>
                  <a:pt x="0" y="182842"/>
                </a:lnTo>
                <a:lnTo>
                  <a:pt x="71107" y="182842"/>
                </a:lnTo>
                <a:lnTo>
                  <a:pt x="71107" y="0"/>
                </a:lnTo>
                <a:close/>
              </a:path>
            </a:pathLst>
          </a:custGeom>
          <a:solidFill>
            <a:srgbClr val="C5DD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0" name="object 180" descr=""/>
          <p:cNvSpPr/>
          <p:nvPr/>
        </p:nvSpPr>
        <p:spPr>
          <a:xfrm>
            <a:off x="11355602" y="2375959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20" h="182880">
                <a:moveTo>
                  <a:pt x="71097" y="0"/>
                </a:moveTo>
                <a:lnTo>
                  <a:pt x="0" y="0"/>
                </a:lnTo>
                <a:lnTo>
                  <a:pt x="0" y="182832"/>
                </a:lnTo>
                <a:lnTo>
                  <a:pt x="71097" y="182832"/>
                </a:lnTo>
                <a:lnTo>
                  <a:pt x="71097" y="0"/>
                </a:lnTo>
                <a:close/>
              </a:path>
            </a:pathLst>
          </a:custGeom>
          <a:solidFill>
            <a:srgbClr val="C5DD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1" name="object 181" descr=""/>
          <p:cNvSpPr/>
          <p:nvPr/>
        </p:nvSpPr>
        <p:spPr>
          <a:xfrm>
            <a:off x="11483975" y="2375948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20" h="182880">
                <a:moveTo>
                  <a:pt x="71107" y="0"/>
                </a:moveTo>
                <a:lnTo>
                  <a:pt x="0" y="0"/>
                </a:lnTo>
                <a:lnTo>
                  <a:pt x="0" y="182842"/>
                </a:lnTo>
                <a:lnTo>
                  <a:pt x="71107" y="182842"/>
                </a:lnTo>
                <a:lnTo>
                  <a:pt x="71107" y="0"/>
                </a:lnTo>
                <a:close/>
              </a:path>
            </a:pathLst>
          </a:custGeom>
          <a:solidFill>
            <a:srgbClr val="C5DD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2" name="object 182" descr=""/>
          <p:cNvSpPr/>
          <p:nvPr/>
        </p:nvSpPr>
        <p:spPr>
          <a:xfrm>
            <a:off x="11612347" y="2375959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20" h="182880">
                <a:moveTo>
                  <a:pt x="71097" y="0"/>
                </a:moveTo>
                <a:lnTo>
                  <a:pt x="0" y="0"/>
                </a:lnTo>
                <a:lnTo>
                  <a:pt x="0" y="182832"/>
                </a:lnTo>
                <a:lnTo>
                  <a:pt x="71097" y="182832"/>
                </a:lnTo>
                <a:lnTo>
                  <a:pt x="71097" y="0"/>
                </a:lnTo>
                <a:close/>
              </a:path>
            </a:pathLst>
          </a:custGeom>
          <a:solidFill>
            <a:srgbClr val="C5DD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" name="object 183" descr=""/>
          <p:cNvSpPr/>
          <p:nvPr/>
        </p:nvSpPr>
        <p:spPr>
          <a:xfrm>
            <a:off x="11740752" y="2375948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20" h="182880">
                <a:moveTo>
                  <a:pt x="71107" y="0"/>
                </a:moveTo>
                <a:lnTo>
                  <a:pt x="0" y="0"/>
                </a:lnTo>
                <a:lnTo>
                  <a:pt x="0" y="182853"/>
                </a:lnTo>
                <a:lnTo>
                  <a:pt x="71107" y="182853"/>
                </a:lnTo>
                <a:lnTo>
                  <a:pt x="71107" y="0"/>
                </a:lnTo>
                <a:close/>
              </a:path>
            </a:pathLst>
          </a:custGeom>
          <a:solidFill>
            <a:srgbClr val="C5DD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4" name="object 184" descr=""/>
          <p:cNvSpPr/>
          <p:nvPr/>
        </p:nvSpPr>
        <p:spPr>
          <a:xfrm>
            <a:off x="11869115" y="2375948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20" h="182880">
                <a:moveTo>
                  <a:pt x="71107" y="0"/>
                </a:moveTo>
                <a:lnTo>
                  <a:pt x="0" y="0"/>
                </a:lnTo>
                <a:lnTo>
                  <a:pt x="0" y="182853"/>
                </a:lnTo>
                <a:lnTo>
                  <a:pt x="71107" y="182853"/>
                </a:lnTo>
                <a:lnTo>
                  <a:pt x="71107" y="0"/>
                </a:lnTo>
                <a:close/>
              </a:path>
            </a:pathLst>
          </a:custGeom>
          <a:solidFill>
            <a:srgbClr val="C5DD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5" name="object 185" descr=""/>
          <p:cNvSpPr/>
          <p:nvPr/>
        </p:nvSpPr>
        <p:spPr>
          <a:xfrm>
            <a:off x="11098824" y="2617888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20" h="182880">
                <a:moveTo>
                  <a:pt x="71107" y="0"/>
                </a:moveTo>
                <a:lnTo>
                  <a:pt x="0" y="0"/>
                </a:lnTo>
                <a:lnTo>
                  <a:pt x="0" y="182842"/>
                </a:lnTo>
                <a:lnTo>
                  <a:pt x="71107" y="182842"/>
                </a:lnTo>
                <a:lnTo>
                  <a:pt x="71107" y="0"/>
                </a:lnTo>
                <a:close/>
              </a:path>
            </a:pathLst>
          </a:custGeom>
          <a:solidFill>
            <a:srgbClr val="C5DD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6" name="object 186" descr=""/>
          <p:cNvSpPr/>
          <p:nvPr/>
        </p:nvSpPr>
        <p:spPr>
          <a:xfrm>
            <a:off x="11227228" y="2617888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20" h="182880">
                <a:moveTo>
                  <a:pt x="71107" y="0"/>
                </a:moveTo>
                <a:lnTo>
                  <a:pt x="0" y="0"/>
                </a:lnTo>
                <a:lnTo>
                  <a:pt x="0" y="182842"/>
                </a:lnTo>
                <a:lnTo>
                  <a:pt x="71107" y="182842"/>
                </a:lnTo>
                <a:lnTo>
                  <a:pt x="71107" y="0"/>
                </a:lnTo>
                <a:close/>
              </a:path>
            </a:pathLst>
          </a:custGeom>
          <a:solidFill>
            <a:srgbClr val="C5DD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7" name="object 187" descr=""/>
          <p:cNvSpPr/>
          <p:nvPr/>
        </p:nvSpPr>
        <p:spPr>
          <a:xfrm>
            <a:off x="11355602" y="2617888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20" h="182880">
                <a:moveTo>
                  <a:pt x="71097" y="0"/>
                </a:moveTo>
                <a:lnTo>
                  <a:pt x="0" y="0"/>
                </a:lnTo>
                <a:lnTo>
                  <a:pt x="0" y="182821"/>
                </a:lnTo>
                <a:lnTo>
                  <a:pt x="71097" y="182821"/>
                </a:lnTo>
                <a:lnTo>
                  <a:pt x="71097" y="0"/>
                </a:lnTo>
                <a:close/>
              </a:path>
            </a:pathLst>
          </a:custGeom>
          <a:solidFill>
            <a:srgbClr val="C5DD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8" name="object 188" descr=""/>
          <p:cNvSpPr/>
          <p:nvPr/>
        </p:nvSpPr>
        <p:spPr>
          <a:xfrm>
            <a:off x="11483975" y="2617878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20" h="182880">
                <a:moveTo>
                  <a:pt x="71107" y="0"/>
                </a:moveTo>
                <a:lnTo>
                  <a:pt x="0" y="0"/>
                </a:lnTo>
                <a:lnTo>
                  <a:pt x="0" y="182832"/>
                </a:lnTo>
                <a:lnTo>
                  <a:pt x="71107" y="182832"/>
                </a:lnTo>
                <a:lnTo>
                  <a:pt x="71107" y="0"/>
                </a:lnTo>
                <a:close/>
              </a:path>
            </a:pathLst>
          </a:custGeom>
          <a:solidFill>
            <a:srgbClr val="C5DD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9" name="object 189" descr=""/>
          <p:cNvSpPr/>
          <p:nvPr/>
        </p:nvSpPr>
        <p:spPr>
          <a:xfrm>
            <a:off x="11612347" y="2617888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20" h="182880">
                <a:moveTo>
                  <a:pt x="71097" y="0"/>
                </a:moveTo>
                <a:lnTo>
                  <a:pt x="0" y="0"/>
                </a:lnTo>
                <a:lnTo>
                  <a:pt x="0" y="182821"/>
                </a:lnTo>
                <a:lnTo>
                  <a:pt x="71097" y="182821"/>
                </a:lnTo>
                <a:lnTo>
                  <a:pt x="71097" y="0"/>
                </a:lnTo>
                <a:close/>
              </a:path>
            </a:pathLst>
          </a:custGeom>
          <a:solidFill>
            <a:srgbClr val="C5DD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0" name="object 190" descr=""/>
          <p:cNvSpPr/>
          <p:nvPr/>
        </p:nvSpPr>
        <p:spPr>
          <a:xfrm>
            <a:off x="11740752" y="2617888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20" h="182880">
                <a:moveTo>
                  <a:pt x="71107" y="0"/>
                </a:moveTo>
                <a:lnTo>
                  <a:pt x="0" y="0"/>
                </a:lnTo>
                <a:lnTo>
                  <a:pt x="0" y="182842"/>
                </a:lnTo>
                <a:lnTo>
                  <a:pt x="71107" y="182842"/>
                </a:lnTo>
                <a:lnTo>
                  <a:pt x="71107" y="0"/>
                </a:lnTo>
                <a:close/>
              </a:path>
            </a:pathLst>
          </a:custGeom>
          <a:solidFill>
            <a:srgbClr val="C5DD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1" name="object 191" descr=""/>
          <p:cNvSpPr/>
          <p:nvPr/>
        </p:nvSpPr>
        <p:spPr>
          <a:xfrm>
            <a:off x="11869115" y="2617888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20" h="182880">
                <a:moveTo>
                  <a:pt x="71107" y="0"/>
                </a:moveTo>
                <a:lnTo>
                  <a:pt x="0" y="0"/>
                </a:lnTo>
                <a:lnTo>
                  <a:pt x="0" y="182842"/>
                </a:lnTo>
                <a:lnTo>
                  <a:pt x="71107" y="182842"/>
                </a:lnTo>
                <a:lnTo>
                  <a:pt x="71107" y="0"/>
                </a:lnTo>
                <a:close/>
              </a:path>
            </a:pathLst>
          </a:custGeom>
          <a:solidFill>
            <a:srgbClr val="C5DD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2" name="object 192" descr=""/>
          <p:cNvSpPr/>
          <p:nvPr/>
        </p:nvSpPr>
        <p:spPr>
          <a:xfrm>
            <a:off x="11483975" y="2859808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20" h="182880">
                <a:moveTo>
                  <a:pt x="71107" y="0"/>
                </a:moveTo>
                <a:lnTo>
                  <a:pt x="0" y="0"/>
                </a:lnTo>
                <a:lnTo>
                  <a:pt x="0" y="182842"/>
                </a:lnTo>
                <a:lnTo>
                  <a:pt x="71107" y="182842"/>
                </a:lnTo>
                <a:lnTo>
                  <a:pt x="71107" y="0"/>
                </a:lnTo>
                <a:close/>
              </a:path>
            </a:pathLst>
          </a:custGeom>
          <a:solidFill>
            <a:srgbClr val="C5DD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3" name="object 193" descr=""/>
          <p:cNvSpPr/>
          <p:nvPr/>
        </p:nvSpPr>
        <p:spPr>
          <a:xfrm>
            <a:off x="11612347" y="2859829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20" h="182880">
                <a:moveTo>
                  <a:pt x="71097" y="0"/>
                </a:moveTo>
                <a:lnTo>
                  <a:pt x="0" y="0"/>
                </a:lnTo>
                <a:lnTo>
                  <a:pt x="0" y="182821"/>
                </a:lnTo>
                <a:lnTo>
                  <a:pt x="71097" y="182821"/>
                </a:lnTo>
                <a:lnTo>
                  <a:pt x="71097" y="0"/>
                </a:lnTo>
                <a:close/>
              </a:path>
            </a:pathLst>
          </a:custGeom>
          <a:solidFill>
            <a:srgbClr val="C5DD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4" name="object 194" descr=""/>
          <p:cNvSpPr/>
          <p:nvPr/>
        </p:nvSpPr>
        <p:spPr>
          <a:xfrm>
            <a:off x="11740752" y="2859808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20" h="182880">
                <a:moveTo>
                  <a:pt x="71107" y="0"/>
                </a:moveTo>
                <a:lnTo>
                  <a:pt x="0" y="0"/>
                </a:lnTo>
                <a:lnTo>
                  <a:pt x="0" y="182842"/>
                </a:lnTo>
                <a:lnTo>
                  <a:pt x="71107" y="182842"/>
                </a:lnTo>
                <a:lnTo>
                  <a:pt x="71107" y="0"/>
                </a:lnTo>
                <a:close/>
              </a:path>
            </a:pathLst>
          </a:custGeom>
          <a:solidFill>
            <a:srgbClr val="C5DD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5" name="object 195" descr=""/>
          <p:cNvSpPr/>
          <p:nvPr/>
        </p:nvSpPr>
        <p:spPr>
          <a:xfrm>
            <a:off x="11869115" y="2859808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20" h="182880">
                <a:moveTo>
                  <a:pt x="71107" y="0"/>
                </a:moveTo>
                <a:lnTo>
                  <a:pt x="0" y="0"/>
                </a:lnTo>
                <a:lnTo>
                  <a:pt x="0" y="182842"/>
                </a:lnTo>
                <a:lnTo>
                  <a:pt x="71107" y="182842"/>
                </a:lnTo>
                <a:lnTo>
                  <a:pt x="71107" y="0"/>
                </a:lnTo>
                <a:close/>
              </a:path>
            </a:pathLst>
          </a:custGeom>
          <a:solidFill>
            <a:srgbClr val="C5DD9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6" name="object 196" descr=""/>
          <p:cNvGrpSpPr/>
          <p:nvPr/>
        </p:nvGrpSpPr>
        <p:grpSpPr>
          <a:xfrm>
            <a:off x="9841501" y="2682797"/>
            <a:ext cx="1678305" cy="1080135"/>
            <a:chOff x="9841501" y="2682797"/>
            <a:chExt cx="1678305" cy="1080135"/>
          </a:xfrm>
        </p:grpSpPr>
        <p:sp>
          <p:nvSpPr>
            <p:cNvPr id="197" name="object 197" descr=""/>
            <p:cNvSpPr/>
            <p:nvPr/>
          </p:nvSpPr>
          <p:spPr>
            <a:xfrm>
              <a:off x="10652073" y="2682797"/>
              <a:ext cx="245745" cy="109220"/>
            </a:xfrm>
            <a:custGeom>
              <a:avLst/>
              <a:gdLst/>
              <a:ahLst/>
              <a:cxnLst/>
              <a:rect l="l" t="t" r="r" b="b"/>
              <a:pathLst>
                <a:path w="245745" h="109219">
                  <a:moveTo>
                    <a:pt x="245301" y="0"/>
                  </a:moveTo>
                  <a:lnTo>
                    <a:pt x="0" y="0"/>
                  </a:lnTo>
                  <a:lnTo>
                    <a:pt x="0" y="109012"/>
                  </a:lnTo>
                  <a:lnTo>
                    <a:pt x="245301" y="109012"/>
                  </a:lnTo>
                  <a:lnTo>
                    <a:pt x="245301" y="0"/>
                  </a:lnTo>
                  <a:close/>
                </a:path>
              </a:pathLst>
            </a:custGeom>
            <a:solidFill>
              <a:srgbClr val="ACDB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 descr=""/>
            <p:cNvSpPr/>
            <p:nvPr/>
          </p:nvSpPr>
          <p:spPr>
            <a:xfrm>
              <a:off x="9841501" y="2791810"/>
              <a:ext cx="1678305" cy="970915"/>
            </a:xfrm>
            <a:custGeom>
              <a:avLst/>
              <a:gdLst/>
              <a:ahLst/>
              <a:cxnLst/>
              <a:rect l="l" t="t" r="r" b="b"/>
              <a:pathLst>
                <a:path w="1678304" h="970914">
                  <a:moveTo>
                    <a:pt x="1678022" y="0"/>
                  </a:moveTo>
                  <a:lnTo>
                    <a:pt x="0" y="0"/>
                  </a:lnTo>
                  <a:lnTo>
                    <a:pt x="0" y="970504"/>
                  </a:lnTo>
                  <a:lnTo>
                    <a:pt x="1678022" y="970504"/>
                  </a:lnTo>
                  <a:lnTo>
                    <a:pt x="1678022" y="0"/>
                  </a:lnTo>
                  <a:close/>
                </a:path>
              </a:pathLst>
            </a:custGeom>
            <a:solidFill>
              <a:srgbClr val="C5DD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 descr=""/>
            <p:cNvSpPr/>
            <p:nvPr/>
          </p:nvSpPr>
          <p:spPr>
            <a:xfrm>
              <a:off x="9841512" y="3044985"/>
              <a:ext cx="1497330" cy="689610"/>
            </a:xfrm>
            <a:custGeom>
              <a:avLst/>
              <a:gdLst/>
              <a:ahLst/>
              <a:cxnLst/>
              <a:rect l="l" t="t" r="r" b="b"/>
              <a:pathLst>
                <a:path w="1497329" h="689610">
                  <a:moveTo>
                    <a:pt x="0" y="689193"/>
                  </a:moveTo>
                  <a:lnTo>
                    <a:pt x="1496708" y="689193"/>
                  </a:lnTo>
                  <a:lnTo>
                    <a:pt x="1496708" y="0"/>
                  </a:lnTo>
                  <a:lnTo>
                    <a:pt x="0" y="0"/>
                  </a:lnTo>
                  <a:lnTo>
                    <a:pt x="0" y="689193"/>
                  </a:lnTo>
                  <a:close/>
                </a:path>
              </a:pathLst>
            </a:custGeom>
            <a:solidFill>
              <a:srgbClr val="BAEDE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0" name="object 200" descr=""/>
          <p:cNvSpPr/>
          <p:nvPr/>
        </p:nvSpPr>
        <p:spPr>
          <a:xfrm>
            <a:off x="11995914" y="2791810"/>
            <a:ext cx="252729" cy="981075"/>
          </a:xfrm>
          <a:custGeom>
            <a:avLst/>
            <a:gdLst/>
            <a:ahLst/>
            <a:cxnLst/>
            <a:rect l="l" t="t" r="r" b="b"/>
            <a:pathLst>
              <a:path w="252729" h="981075">
                <a:moveTo>
                  <a:pt x="149314" y="0"/>
                </a:moveTo>
                <a:lnTo>
                  <a:pt x="0" y="0"/>
                </a:lnTo>
                <a:lnTo>
                  <a:pt x="0" y="981048"/>
                </a:lnTo>
                <a:lnTo>
                  <a:pt x="252411" y="981048"/>
                </a:lnTo>
                <a:lnTo>
                  <a:pt x="252411" y="123074"/>
                </a:lnTo>
                <a:lnTo>
                  <a:pt x="149314" y="0"/>
                </a:lnTo>
                <a:close/>
              </a:path>
            </a:pathLst>
          </a:custGeom>
          <a:solidFill>
            <a:srgbClr val="C5DD9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01" name="object 201" descr=""/>
          <p:cNvGrpSpPr/>
          <p:nvPr/>
        </p:nvGrpSpPr>
        <p:grpSpPr>
          <a:xfrm>
            <a:off x="11089347" y="1399350"/>
            <a:ext cx="860425" cy="204470"/>
            <a:chOff x="11089347" y="1399350"/>
            <a:chExt cx="860425" cy="204470"/>
          </a:xfrm>
        </p:grpSpPr>
        <p:sp>
          <p:nvSpPr>
            <p:cNvPr id="202" name="object 202" descr=""/>
            <p:cNvSpPr/>
            <p:nvPr/>
          </p:nvSpPr>
          <p:spPr>
            <a:xfrm>
              <a:off x="11089347" y="1501326"/>
              <a:ext cx="860425" cy="102235"/>
            </a:xfrm>
            <a:custGeom>
              <a:avLst/>
              <a:gdLst/>
              <a:ahLst/>
              <a:cxnLst/>
              <a:rect l="l" t="t" r="r" b="b"/>
              <a:pathLst>
                <a:path w="860425" h="102234">
                  <a:moveTo>
                    <a:pt x="860350" y="0"/>
                  </a:moveTo>
                  <a:lnTo>
                    <a:pt x="0" y="0"/>
                  </a:lnTo>
                  <a:lnTo>
                    <a:pt x="0" y="101975"/>
                  </a:lnTo>
                  <a:lnTo>
                    <a:pt x="860350" y="101975"/>
                  </a:lnTo>
                  <a:lnTo>
                    <a:pt x="860350" y="0"/>
                  </a:lnTo>
                  <a:close/>
                </a:path>
              </a:pathLst>
            </a:custGeom>
            <a:solidFill>
              <a:srgbClr val="C5DD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 descr=""/>
            <p:cNvSpPr/>
            <p:nvPr/>
          </p:nvSpPr>
          <p:spPr>
            <a:xfrm>
              <a:off x="11192465" y="1399350"/>
              <a:ext cx="654685" cy="102235"/>
            </a:xfrm>
            <a:custGeom>
              <a:avLst/>
              <a:gdLst/>
              <a:ahLst/>
              <a:cxnLst/>
              <a:rect l="l" t="t" r="r" b="b"/>
              <a:pathLst>
                <a:path w="654684" h="102234">
                  <a:moveTo>
                    <a:pt x="654137" y="0"/>
                  </a:moveTo>
                  <a:lnTo>
                    <a:pt x="0" y="0"/>
                  </a:lnTo>
                  <a:lnTo>
                    <a:pt x="0" y="101965"/>
                  </a:lnTo>
                  <a:lnTo>
                    <a:pt x="654137" y="101965"/>
                  </a:lnTo>
                  <a:lnTo>
                    <a:pt x="654137" y="0"/>
                  </a:lnTo>
                  <a:close/>
                </a:path>
              </a:pathLst>
            </a:custGeom>
            <a:solidFill>
              <a:srgbClr val="BAEDE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4" name="object 204" descr=""/>
          <p:cNvSpPr/>
          <p:nvPr/>
        </p:nvSpPr>
        <p:spPr>
          <a:xfrm>
            <a:off x="11517731" y="3105460"/>
            <a:ext cx="422909" cy="340995"/>
          </a:xfrm>
          <a:custGeom>
            <a:avLst/>
            <a:gdLst/>
            <a:ahLst/>
            <a:cxnLst/>
            <a:rect l="l" t="t" r="r" b="b"/>
            <a:pathLst>
              <a:path w="422909" h="340995">
                <a:moveTo>
                  <a:pt x="422490" y="255993"/>
                </a:moveTo>
                <a:lnTo>
                  <a:pt x="0" y="255993"/>
                </a:lnTo>
                <a:lnTo>
                  <a:pt x="0" y="340385"/>
                </a:lnTo>
                <a:lnTo>
                  <a:pt x="422490" y="340385"/>
                </a:lnTo>
                <a:lnTo>
                  <a:pt x="422490" y="255993"/>
                </a:lnTo>
                <a:close/>
              </a:path>
              <a:path w="422909" h="340995">
                <a:moveTo>
                  <a:pt x="422490" y="127990"/>
                </a:moveTo>
                <a:lnTo>
                  <a:pt x="0" y="127990"/>
                </a:lnTo>
                <a:lnTo>
                  <a:pt x="0" y="212394"/>
                </a:lnTo>
                <a:lnTo>
                  <a:pt x="422490" y="212394"/>
                </a:lnTo>
                <a:lnTo>
                  <a:pt x="422490" y="127990"/>
                </a:lnTo>
                <a:close/>
              </a:path>
              <a:path w="422909" h="340995">
                <a:moveTo>
                  <a:pt x="422490" y="0"/>
                </a:moveTo>
                <a:lnTo>
                  <a:pt x="0" y="0"/>
                </a:lnTo>
                <a:lnTo>
                  <a:pt x="0" y="84378"/>
                </a:lnTo>
                <a:lnTo>
                  <a:pt x="422490" y="84378"/>
                </a:lnTo>
                <a:lnTo>
                  <a:pt x="422490" y="0"/>
                </a:lnTo>
                <a:close/>
              </a:path>
            </a:pathLst>
          </a:custGeom>
          <a:solidFill>
            <a:srgbClr val="C5DD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5" name="object 205" descr=""/>
          <p:cNvSpPr/>
          <p:nvPr/>
        </p:nvSpPr>
        <p:spPr>
          <a:xfrm>
            <a:off x="11630127" y="3506856"/>
            <a:ext cx="274955" cy="255904"/>
          </a:xfrm>
          <a:custGeom>
            <a:avLst/>
            <a:gdLst/>
            <a:ahLst/>
            <a:cxnLst/>
            <a:rect l="l" t="t" r="r" b="b"/>
            <a:pathLst>
              <a:path w="274954" h="255904">
                <a:moveTo>
                  <a:pt x="274546" y="0"/>
                </a:moveTo>
                <a:lnTo>
                  <a:pt x="0" y="0"/>
                </a:lnTo>
                <a:lnTo>
                  <a:pt x="0" y="255458"/>
                </a:lnTo>
                <a:lnTo>
                  <a:pt x="274546" y="255458"/>
                </a:lnTo>
                <a:lnTo>
                  <a:pt x="274546" y="0"/>
                </a:lnTo>
                <a:close/>
              </a:path>
            </a:pathLst>
          </a:custGeom>
          <a:solidFill>
            <a:srgbClr val="C5DD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6" name="object 206" descr=""/>
          <p:cNvSpPr/>
          <p:nvPr/>
        </p:nvSpPr>
        <p:spPr>
          <a:xfrm>
            <a:off x="12061098" y="2890247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20" h="182880">
                <a:moveTo>
                  <a:pt x="71107" y="0"/>
                </a:moveTo>
                <a:lnTo>
                  <a:pt x="0" y="0"/>
                </a:lnTo>
                <a:lnTo>
                  <a:pt x="0" y="182853"/>
                </a:lnTo>
                <a:lnTo>
                  <a:pt x="71107" y="182853"/>
                </a:lnTo>
                <a:lnTo>
                  <a:pt x="711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7" name="object 207" descr=""/>
          <p:cNvSpPr/>
          <p:nvPr/>
        </p:nvSpPr>
        <p:spPr>
          <a:xfrm>
            <a:off x="12061098" y="3182112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20" h="182879">
                <a:moveTo>
                  <a:pt x="71107" y="0"/>
                </a:moveTo>
                <a:lnTo>
                  <a:pt x="0" y="0"/>
                </a:lnTo>
                <a:lnTo>
                  <a:pt x="0" y="182842"/>
                </a:lnTo>
                <a:lnTo>
                  <a:pt x="71107" y="182842"/>
                </a:lnTo>
                <a:lnTo>
                  <a:pt x="711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8" name="object 208" descr=""/>
          <p:cNvSpPr/>
          <p:nvPr/>
        </p:nvSpPr>
        <p:spPr>
          <a:xfrm>
            <a:off x="12061098" y="3473956"/>
            <a:ext cx="71120" cy="182880"/>
          </a:xfrm>
          <a:custGeom>
            <a:avLst/>
            <a:gdLst/>
            <a:ahLst/>
            <a:cxnLst/>
            <a:rect l="l" t="t" r="r" b="b"/>
            <a:pathLst>
              <a:path w="71120" h="182879">
                <a:moveTo>
                  <a:pt x="71107" y="0"/>
                </a:moveTo>
                <a:lnTo>
                  <a:pt x="0" y="0"/>
                </a:lnTo>
                <a:lnTo>
                  <a:pt x="0" y="182853"/>
                </a:lnTo>
                <a:lnTo>
                  <a:pt x="71107" y="182853"/>
                </a:lnTo>
                <a:lnTo>
                  <a:pt x="711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9" name="object 209" descr=""/>
          <p:cNvSpPr/>
          <p:nvPr/>
        </p:nvSpPr>
        <p:spPr>
          <a:xfrm>
            <a:off x="10179202" y="2837490"/>
            <a:ext cx="146050" cy="144780"/>
          </a:xfrm>
          <a:custGeom>
            <a:avLst/>
            <a:gdLst/>
            <a:ahLst/>
            <a:cxnLst/>
            <a:rect l="l" t="t" r="r" b="b"/>
            <a:pathLst>
              <a:path w="146050" h="144780">
                <a:moveTo>
                  <a:pt x="145783" y="45720"/>
                </a:moveTo>
                <a:lnTo>
                  <a:pt x="99580" y="45720"/>
                </a:lnTo>
                <a:lnTo>
                  <a:pt x="99580" y="0"/>
                </a:lnTo>
                <a:lnTo>
                  <a:pt x="46253" y="0"/>
                </a:lnTo>
                <a:lnTo>
                  <a:pt x="46253" y="45720"/>
                </a:lnTo>
                <a:lnTo>
                  <a:pt x="0" y="45720"/>
                </a:lnTo>
                <a:lnTo>
                  <a:pt x="0" y="98463"/>
                </a:lnTo>
                <a:lnTo>
                  <a:pt x="46253" y="98463"/>
                </a:lnTo>
                <a:lnTo>
                  <a:pt x="46253" y="144195"/>
                </a:lnTo>
                <a:lnTo>
                  <a:pt x="99580" y="144195"/>
                </a:lnTo>
                <a:lnTo>
                  <a:pt x="99580" y="98463"/>
                </a:lnTo>
                <a:lnTo>
                  <a:pt x="145783" y="98463"/>
                </a:lnTo>
                <a:lnTo>
                  <a:pt x="145783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0" name="object 210" descr=""/>
          <p:cNvSpPr/>
          <p:nvPr/>
        </p:nvSpPr>
        <p:spPr>
          <a:xfrm>
            <a:off x="10201458" y="3044985"/>
            <a:ext cx="28575" cy="689610"/>
          </a:xfrm>
          <a:custGeom>
            <a:avLst/>
            <a:gdLst/>
            <a:ahLst/>
            <a:cxnLst/>
            <a:rect l="l" t="t" r="r" b="b"/>
            <a:pathLst>
              <a:path w="28575" h="689610">
                <a:moveTo>
                  <a:pt x="28449" y="0"/>
                </a:moveTo>
                <a:lnTo>
                  <a:pt x="0" y="0"/>
                </a:lnTo>
                <a:lnTo>
                  <a:pt x="0" y="689193"/>
                </a:lnTo>
                <a:lnTo>
                  <a:pt x="28449" y="689193"/>
                </a:lnTo>
                <a:lnTo>
                  <a:pt x="284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1" name="object 211" descr=""/>
          <p:cNvSpPr/>
          <p:nvPr/>
        </p:nvSpPr>
        <p:spPr>
          <a:xfrm>
            <a:off x="10575635" y="3044985"/>
            <a:ext cx="28575" cy="689610"/>
          </a:xfrm>
          <a:custGeom>
            <a:avLst/>
            <a:gdLst/>
            <a:ahLst/>
            <a:cxnLst/>
            <a:rect l="l" t="t" r="r" b="b"/>
            <a:pathLst>
              <a:path w="28575" h="689610">
                <a:moveTo>
                  <a:pt x="28438" y="0"/>
                </a:moveTo>
                <a:lnTo>
                  <a:pt x="0" y="0"/>
                </a:lnTo>
                <a:lnTo>
                  <a:pt x="0" y="689193"/>
                </a:lnTo>
                <a:lnTo>
                  <a:pt x="28438" y="689193"/>
                </a:lnTo>
                <a:lnTo>
                  <a:pt x="2843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12" name="object 212" descr=""/>
          <p:cNvGrpSpPr/>
          <p:nvPr/>
        </p:nvGrpSpPr>
        <p:grpSpPr>
          <a:xfrm>
            <a:off x="9796487" y="3030923"/>
            <a:ext cx="2578735" cy="760095"/>
            <a:chOff x="9796487" y="3030923"/>
            <a:chExt cx="2578735" cy="760095"/>
          </a:xfrm>
        </p:grpSpPr>
        <p:sp>
          <p:nvSpPr>
            <p:cNvPr id="213" name="object 213" descr=""/>
            <p:cNvSpPr/>
            <p:nvPr/>
          </p:nvSpPr>
          <p:spPr>
            <a:xfrm>
              <a:off x="9841510" y="3030924"/>
              <a:ext cx="1511300" cy="703580"/>
            </a:xfrm>
            <a:custGeom>
              <a:avLst/>
              <a:gdLst/>
              <a:ahLst/>
              <a:cxnLst/>
              <a:rect l="l" t="t" r="r" b="b"/>
              <a:pathLst>
                <a:path w="1511300" h="703579">
                  <a:moveTo>
                    <a:pt x="1510919" y="0"/>
                  </a:moveTo>
                  <a:lnTo>
                    <a:pt x="1496707" y="0"/>
                  </a:lnTo>
                  <a:lnTo>
                    <a:pt x="1482471" y="0"/>
                  </a:lnTo>
                  <a:lnTo>
                    <a:pt x="1482471" y="28130"/>
                  </a:lnTo>
                  <a:lnTo>
                    <a:pt x="1482471" y="675132"/>
                  </a:lnTo>
                  <a:lnTo>
                    <a:pt x="1136751" y="675132"/>
                  </a:lnTo>
                  <a:lnTo>
                    <a:pt x="1136751" y="534479"/>
                  </a:lnTo>
                  <a:lnTo>
                    <a:pt x="1482471" y="534479"/>
                  </a:lnTo>
                  <a:lnTo>
                    <a:pt x="1482471" y="506361"/>
                  </a:lnTo>
                  <a:lnTo>
                    <a:pt x="1136751" y="506361"/>
                  </a:lnTo>
                  <a:lnTo>
                    <a:pt x="1136751" y="365696"/>
                  </a:lnTo>
                  <a:lnTo>
                    <a:pt x="1482471" y="365696"/>
                  </a:lnTo>
                  <a:lnTo>
                    <a:pt x="1482471" y="337578"/>
                  </a:lnTo>
                  <a:lnTo>
                    <a:pt x="1136751" y="337578"/>
                  </a:lnTo>
                  <a:lnTo>
                    <a:pt x="1136751" y="196926"/>
                  </a:lnTo>
                  <a:lnTo>
                    <a:pt x="1482471" y="196926"/>
                  </a:lnTo>
                  <a:lnTo>
                    <a:pt x="1482471" y="168795"/>
                  </a:lnTo>
                  <a:lnTo>
                    <a:pt x="1136751" y="168795"/>
                  </a:lnTo>
                  <a:lnTo>
                    <a:pt x="1136751" y="28130"/>
                  </a:lnTo>
                  <a:lnTo>
                    <a:pt x="1482471" y="28130"/>
                  </a:lnTo>
                  <a:lnTo>
                    <a:pt x="1482471" y="0"/>
                  </a:lnTo>
                  <a:lnTo>
                    <a:pt x="0" y="0"/>
                  </a:lnTo>
                  <a:lnTo>
                    <a:pt x="0" y="28130"/>
                  </a:lnTo>
                  <a:lnTo>
                    <a:pt x="1108303" y="28130"/>
                  </a:lnTo>
                  <a:lnTo>
                    <a:pt x="1108303" y="168795"/>
                  </a:lnTo>
                  <a:lnTo>
                    <a:pt x="0" y="168795"/>
                  </a:lnTo>
                  <a:lnTo>
                    <a:pt x="0" y="196926"/>
                  </a:lnTo>
                  <a:lnTo>
                    <a:pt x="1108303" y="196926"/>
                  </a:lnTo>
                  <a:lnTo>
                    <a:pt x="1108303" y="337578"/>
                  </a:lnTo>
                  <a:lnTo>
                    <a:pt x="0" y="337578"/>
                  </a:lnTo>
                  <a:lnTo>
                    <a:pt x="0" y="365696"/>
                  </a:lnTo>
                  <a:lnTo>
                    <a:pt x="1108303" y="365696"/>
                  </a:lnTo>
                  <a:lnTo>
                    <a:pt x="1108303" y="506361"/>
                  </a:lnTo>
                  <a:lnTo>
                    <a:pt x="0" y="506361"/>
                  </a:lnTo>
                  <a:lnTo>
                    <a:pt x="0" y="534479"/>
                  </a:lnTo>
                  <a:lnTo>
                    <a:pt x="1108303" y="534479"/>
                  </a:lnTo>
                  <a:lnTo>
                    <a:pt x="1108303" y="675132"/>
                  </a:lnTo>
                  <a:lnTo>
                    <a:pt x="0" y="675132"/>
                  </a:lnTo>
                  <a:lnTo>
                    <a:pt x="0" y="703262"/>
                  </a:lnTo>
                  <a:lnTo>
                    <a:pt x="1108303" y="703262"/>
                  </a:lnTo>
                  <a:lnTo>
                    <a:pt x="1136751" y="703262"/>
                  </a:lnTo>
                  <a:lnTo>
                    <a:pt x="1482471" y="703262"/>
                  </a:lnTo>
                  <a:lnTo>
                    <a:pt x="1496707" y="703262"/>
                  </a:lnTo>
                  <a:lnTo>
                    <a:pt x="1510919" y="703262"/>
                  </a:lnTo>
                  <a:lnTo>
                    <a:pt x="15109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 descr=""/>
            <p:cNvSpPr/>
            <p:nvPr/>
          </p:nvSpPr>
          <p:spPr>
            <a:xfrm>
              <a:off x="9796487" y="3734179"/>
              <a:ext cx="2578735" cy="56515"/>
            </a:xfrm>
            <a:custGeom>
              <a:avLst/>
              <a:gdLst/>
              <a:ahLst/>
              <a:cxnLst/>
              <a:rect l="l" t="t" r="r" b="b"/>
              <a:pathLst>
                <a:path w="2578734" h="56514">
                  <a:moveTo>
                    <a:pt x="2578633" y="0"/>
                  </a:moveTo>
                  <a:lnTo>
                    <a:pt x="0" y="0"/>
                  </a:lnTo>
                  <a:lnTo>
                    <a:pt x="0" y="56260"/>
                  </a:lnTo>
                  <a:lnTo>
                    <a:pt x="2578633" y="56260"/>
                  </a:lnTo>
                  <a:lnTo>
                    <a:pt x="2578633" y="0"/>
                  </a:lnTo>
                  <a:close/>
                </a:path>
              </a:pathLst>
            </a:custGeom>
            <a:solidFill>
              <a:srgbClr val="C5DD9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5" name="object 215" descr=""/>
          <p:cNvGrpSpPr/>
          <p:nvPr/>
        </p:nvGrpSpPr>
        <p:grpSpPr>
          <a:xfrm>
            <a:off x="16043239" y="1483751"/>
            <a:ext cx="2578735" cy="2306955"/>
            <a:chOff x="16043239" y="1483751"/>
            <a:chExt cx="2578735" cy="2306955"/>
          </a:xfrm>
        </p:grpSpPr>
        <p:sp>
          <p:nvSpPr>
            <p:cNvPr id="216" name="object 216" descr=""/>
            <p:cNvSpPr/>
            <p:nvPr/>
          </p:nvSpPr>
          <p:spPr>
            <a:xfrm>
              <a:off x="16607316" y="1713466"/>
              <a:ext cx="1204595" cy="2049145"/>
            </a:xfrm>
            <a:custGeom>
              <a:avLst/>
              <a:gdLst/>
              <a:ahLst/>
              <a:cxnLst/>
              <a:rect l="l" t="t" r="r" b="b"/>
              <a:pathLst>
                <a:path w="1204594" h="2049145">
                  <a:moveTo>
                    <a:pt x="1203994" y="0"/>
                  </a:moveTo>
                  <a:lnTo>
                    <a:pt x="0" y="0"/>
                  </a:lnTo>
                  <a:lnTo>
                    <a:pt x="0" y="2048848"/>
                  </a:lnTo>
                  <a:lnTo>
                    <a:pt x="1203994" y="2048848"/>
                  </a:lnTo>
                  <a:lnTo>
                    <a:pt x="1203994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 descr=""/>
            <p:cNvSpPr/>
            <p:nvPr/>
          </p:nvSpPr>
          <p:spPr>
            <a:xfrm>
              <a:off x="17811311" y="2524572"/>
              <a:ext cx="713740" cy="1238250"/>
            </a:xfrm>
            <a:custGeom>
              <a:avLst/>
              <a:gdLst/>
              <a:ahLst/>
              <a:cxnLst/>
              <a:rect l="l" t="t" r="r" b="b"/>
              <a:pathLst>
                <a:path w="713740" h="1238250">
                  <a:moveTo>
                    <a:pt x="713381" y="0"/>
                  </a:moveTo>
                  <a:lnTo>
                    <a:pt x="0" y="0"/>
                  </a:lnTo>
                  <a:lnTo>
                    <a:pt x="0" y="1237742"/>
                  </a:lnTo>
                  <a:lnTo>
                    <a:pt x="713381" y="1237742"/>
                  </a:lnTo>
                  <a:lnTo>
                    <a:pt x="713381" y="0"/>
                  </a:lnTo>
                  <a:close/>
                </a:path>
              </a:pathLst>
            </a:custGeom>
            <a:solidFill>
              <a:srgbClr val="D9EE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 descr=""/>
            <p:cNvSpPr/>
            <p:nvPr/>
          </p:nvSpPr>
          <p:spPr>
            <a:xfrm>
              <a:off x="16370286" y="2292495"/>
              <a:ext cx="237490" cy="1470025"/>
            </a:xfrm>
            <a:custGeom>
              <a:avLst/>
              <a:gdLst/>
              <a:ahLst/>
              <a:cxnLst/>
              <a:rect l="l" t="t" r="r" b="b"/>
              <a:pathLst>
                <a:path w="237490" h="1470025">
                  <a:moveTo>
                    <a:pt x="237029" y="0"/>
                  </a:moveTo>
                  <a:lnTo>
                    <a:pt x="0" y="0"/>
                  </a:lnTo>
                  <a:lnTo>
                    <a:pt x="0" y="1469819"/>
                  </a:lnTo>
                  <a:lnTo>
                    <a:pt x="237029" y="1469819"/>
                  </a:lnTo>
                  <a:lnTo>
                    <a:pt x="237029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 descr=""/>
            <p:cNvSpPr/>
            <p:nvPr/>
          </p:nvSpPr>
          <p:spPr>
            <a:xfrm>
              <a:off x="16704496" y="1650180"/>
              <a:ext cx="1009650" cy="63500"/>
            </a:xfrm>
            <a:custGeom>
              <a:avLst/>
              <a:gdLst/>
              <a:ahLst/>
              <a:cxnLst/>
              <a:rect l="l" t="t" r="r" b="b"/>
              <a:pathLst>
                <a:path w="1009650" h="63500">
                  <a:moveTo>
                    <a:pt x="1009623" y="0"/>
                  </a:moveTo>
                  <a:lnTo>
                    <a:pt x="0" y="0"/>
                  </a:lnTo>
                  <a:lnTo>
                    <a:pt x="0" y="63286"/>
                  </a:lnTo>
                  <a:lnTo>
                    <a:pt x="1009623" y="63286"/>
                  </a:lnTo>
                  <a:lnTo>
                    <a:pt x="1009623" y="0"/>
                  </a:lnTo>
                  <a:close/>
                </a:path>
              </a:pathLst>
            </a:custGeom>
            <a:solidFill>
              <a:srgbClr val="BAED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 descr=""/>
            <p:cNvSpPr/>
            <p:nvPr/>
          </p:nvSpPr>
          <p:spPr>
            <a:xfrm>
              <a:off x="16453231" y="2378055"/>
              <a:ext cx="71120" cy="1261745"/>
            </a:xfrm>
            <a:custGeom>
              <a:avLst/>
              <a:gdLst/>
              <a:ahLst/>
              <a:cxnLst/>
              <a:rect l="l" t="t" r="r" b="b"/>
              <a:pathLst>
                <a:path w="71119" h="1261745">
                  <a:moveTo>
                    <a:pt x="71107" y="1078344"/>
                  </a:moveTo>
                  <a:lnTo>
                    <a:pt x="0" y="1078344"/>
                  </a:lnTo>
                  <a:lnTo>
                    <a:pt x="0" y="1261186"/>
                  </a:lnTo>
                  <a:lnTo>
                    <a:pt x="71107" y="1261186"/>
                  </a:lnTo>
                  <a:lnTo>
                    <a:pt x="71107" y="1078344"/>
                  </a:lnTo>
                  <a:close/>
                </a:path>
                <a:path w="71119" h="1261745">
                  <a:moveTo>
                    <a:pt x="71107" y="808748"/>
                  </a:moveTo>
                  <a:lnTo>
                    <a:pt x="0" y="808748"/>
                  </a:lnTo>
                  <a:lnTo>
                    <a:pt x="0" y="991590"/>
                  </a:lnTo>
                  <a:lnTo>
                    <a:pt x="71107" y="991590"/>
                  </a:lnTo>
                  <a:lnTo>
                    <a:pt x="71107" y="808748"/>
                  </a:lnTo>
                  <a:close/>
                </a:path>
                <a:path w="71119" h="1261745">
                  <a:moveTo>
                    <a:pt x="71107" y="539165"/>
                  </a:moveTo>
                  <a:lnTo>
                    <a:pt x="0" y="539165"/>
                  </a:lnTo>
                  <a:lnTo>
                    <a:pt x="0" y="722020"/>
                  </a:lnTo>
                  <a:lnTo>
                    <a:pt x="71107" y="722020"/>
                  </a:lnTo>
                  <a:lnTo>
                    <a:pt x="71107" y="539165"/>
                  </a:lnTo>
                  <a:close/>
                </a:path>
                <a:path w="71119" h="1261745">
                  <a:moveTo>
                    <a:pt x="71107" y="269582"/>
                  </a:moveTo>
                  <a:lnTo>
                    <a:pt x="0" y="269582"/>
                  </a:lnTo>
                  <a:lnTo>
                    <a:pt x="0" y="452437"/>
                  </a:lnTo>
                  <a:lnTo>
                    <a:pt x="71107" y="452437"/>
                  </a:lnTo>
                  <a:lnTo>
                    <a:pt x="71107" y="269582"/>
                  </a:lnTo>
                  <a:close/>
                </a:path>
                <a:path w="71119" h="1261745">
                  <a:moveTo>
                    <a:pt x="71107" y="0"/>
                  </a:moveTo>
                  <a:lnTo>
                    <a:pt x="0" y="0"/>
                  </a:lnTo>
                  <a:lnTo>
                    <a:pt x="0" y="182841"/>
                  </a:lnTo>
                  <a:lnTo>
                    <a:pt x="71107" y="182841"/>
                  </a:lnTo>
                  <a:lnTo>
                    <a:pt x="71107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 descr=""/>
            <p:cNvSpPr/>
            <p:nvPr/>
          </p:nvSpPr>
          <p:spPr>
            <a:xfrm>
              <a:off x="16133287" y="3008642"/>
              <a:ext cx="237490" cy="763270"/>
            </a:xfrm>
            <a:custGeom>
              <a:avLst/>
              <a:gdLst/>
              <a:ahLst/>
              <a:cxnLst/>
              <a:rect l="l" t="t" r="r" b="b"/>
              <a:pathLst>
                <a:path w="237490" h="763270">
                  <a:moveTo>
                    <a:pt x="237008" y="0"/>
                  </a:moveTo>
                  <a:lnTo>
                    <a:pt x="0" y="244966"/>
                  </a:lnTo>
                  <a:lnTo>
                    <a:pt x="0" y="753673"/>
                  </a:lnTo>
                  <a:lnTo>
                    <a:pt x="237008" y="763055"/>
                  </a:lnTo>
                  <a:lnTo>
                    <a:pt x="237008" y="0"/>
                  </a:lnTo>
                  <a:close/>
                </a:path>
              </a:pathLst>
            </a:custGeom>
            <a:solidFill>
              <a:srgbClr val="D9EE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 descr=""/>
            <p:cNvSpPr/>
            <p:nvPr/>
          </p:nvSpPr>
          <p:spPr>
            <a:xfrm>
              <a:off x="16660635" y="1816613"/>
              <a:ext cx="1097915" cy="1527810"/>
            </a:xfrm>
            <a:custGeom>
              <a:avLst/>
              <a:gdLst/>
              <a:ahLst/>
              <a:cxnLst/>
              <a:rect l="l" t="t" r="r" b="b"/>
              <a:pathLst>
                <a:path w="1097915" h="1527810">
                  <a:moveTo>
                    <a:pt x="184873" y="1386598"/>
                  </a:moveTo>
                  <a:lnTo>
                    <a:pt x="0" y="1386598"/>
                  </a:lnTo>
                  <a:lnTo>
                    <a:pt x="0" y="1527251"/>
                  </a:lnTo>
                  <a:lnTo>
                    <a:pt x="184873" y="1527251"/>
                  </a:lnTo>
                  <a:lnTo>
                    <a:pt x="184873" y="1386598"/>
                  </a:lnTo>
                  <a:close/>
                </a:path>
                <a:path w="1097915" h="1527810">
                  <a:moveTo>
                    <a:pt x="184873" y="1155509"/>
                  </a:moveTo>
                  <a:lnTo>
                    <a:pt x="0" y="1155509"/>
                  </a:lnTo>
                  <a:lnTo>
                    <a:pt x="0" y="1296162"/>
                  </a:lnTo>
                  <a:lnTo>
                    <a:pt x="184873" y="1296162"/>
                  </a:lnTo>
                  <a:lnTo>
                    <a:pt x="184873" y="1155509"/>
                  </a:lnTo>
                  <a:close/>
                </a:path>
                <a:path w="1097915" h="1527810">
                  <a:moveTo>
                    <a:pt x="184873" y="924420"/>
                  </a:moveTo>
                  <a:lnTo>
                    <a:pt x="0" y="924420"/>
                  </a:lnTo>
                  <a:lnTo>
                    <a:pt x="0" y="1065060"/>
                  </a:lnTo>
                  <a:lnTo>
                    <a:pt x="184873" y="1065060"/>
                  </a:lnTo>
                  <a:lnTo>
                    <a:pt x="184873" y="924420"/>
                  </a:lnTo>
                  <a:close/>
                </a:path>
                <a:path w="1097915" h="1527810">
                  <a:moveTo>
                    <a:pt x="184873" y="693293"/>
                  </a:moveTo>
                  <a:lnTo>
                    <a:pt x="0" y="693293"/>
                  </a:lnTo>
                  <a:lnTo>
                    <a:pt x="0" y="833945"/>
                  </a:lnTo>
                  <a:lnTo>
                    <a:pt x="184873" y="833945"/>
                  </a:lnTo>
                  <a:lnTo>
                    <a:pt x="184873" y="693293"/>
                  </a:lnTo>
                  <a:close/>
                </a:path>
                <a:path w="1097915" h="1527810">
                  <a:moveTo>
                    <a:pt x="184873" y="462216"/>
                  </a:moveTo>
                  <a:lnTo>
                    <a:pt x="0" y="462216"/>
                  </a:lnTo>
                  <a:lnTo>
                    <a:pt x="0" y="602856"/>
                  </a:lnTo>
                  <a:lnTo>
                    <a:pt x="184873" y="602856"/>
                  </a:lnTo>
                  <a:lnTo>
                    <a:pt x="184873" y="462216"/>
                  </a:lnTo>
                  <a:close/>
                </a:path>
                <a:path w="1097915" h="1527810">
                  <a:moveTo>
                    <a:pt x="184873" y="231114"/>
                  </a:moveTo>
                  <a:lnTo>
                    <a:pt x="0" y="231114"/>
                  </a:lnTo>
                  <a:lnTo>
                    <a:pt x="0" y="371779"/>
                  </a:lnTo>
                  <a:lnTo>
                    <a:pt x="184873" y="371779"/>
                  </a:lnTo>
                  <a:lnTo>
                    <a:pt x="184873" y="231114"/>
                  </a:lnTo>
                  <a:close/>
                </a:path>
                <a:path w="1097915" h="1527810">
                  <a:moveTo>
                    <a:pt x="184873" y="0"/>
                  </a:moveTo>
                  <a:lnTo>
                    <a:pt x="0" y="0"/>
                  </a:lnTo>
                  <a:lnTo>
                    <a:pt x="0" y="140652"/>
                  </a:lnTo>
                  <a:lnTo>
                    <a:pt x="184873" y="140652"/>
                  </a:lnTo>
                  <a:lnTo>
                    <a:pt x="184873" y="0"/>
                  </a:lnTo>
                  <a:close/>
                </a:path>
                <a:path w="1097915" h="1527810">
                  <a:moveTo>
                    <a:pt x="488988" y="693293"/>
                  </a:moveTo>
                  <a:lnTo>
                    <a:pt x="304139" y="693293"/>
                  </a:lnTo>
                  <a:lnTo>
                    <a:pt x="304139" y="833932"/>
                  </a:lnTo>
                  <a:lnTo>
                    <a:pt x="488988" y="833932"/>
                  </a:lnTo>
                  <a:lnTo>
                    <a:pt x="488988" y="693293"/>
                  </a:lnTo>
                  <a:close/>
                </a:path>
                <a:path w="1097915" h="1527810">
                  <a:moveTo>
                    <a:pt x="489038" y="1386598"/>
                  </a:moveTo>
                  <a:lnTo>
                    <a:pt x="304165" y="1386598"/>
                  </a:lnTo>
                  <a:lnTo>
                    <a:pt x="304165" y="1527238"/>
                  </a:lnTo>
                  <a:lnTo>
                    <a:pt x="489038" y="1527238"/>
                  </a:lnTo>
                  <a:lnTo>
                    <a:pt x="489038" y="1386598"/>
                  </a:lnTo>
                  <a:close/>
                </a:path>
                <a:path w="1097915" h="1527810">
                  <a:moveTo>
                    <a:pt x="489038" y="1155509"/>
                  </a:moveTo>
                  <a:lnTo>
                    <a:pt x="304165" y="1155509"/>
                  </a:lnTo>
                  <a:lnTo>
                    <a:pt x="304165" y="1296136"/>
                  </a:lnTo>
                  <a:lnTo>
                    <a:pt x="489038" y="1296136"/>
                  </a:lnTo>
                  <a:lnTo>
                    <a:pt x="489038" y="1155509"/>
                  </a:lnTo>
                  <a:close/>
                </a:path>
                <a:path w="1097915" h="1527810">
                  <a:moveTo>
                    <a:pt x="489038" y="924407"/>
                  </a:moveTo>
                  <a:lnTo>
                    <a:pt x="304165" y="924407"/>
                  </a:lnTo>
                  <a:lnTo>
                    <a:pt x="304165" y="1065034"/>
                  </a:lnTo>
                  <a:lnTo>
                    <a:pt x="489038" y="1065034"/>
                  </a:lnTo>
                  <a:lnTo>
                    <a:pt x="489038" y="924407"/>
                  </a:lnTo>
                  <a:close/>
                </a:path>
                <a:path w="1097915" h="1527810">
                  <a:moveTo>
                    <a:pt x="489038" y="462216"/>
                  </a:moveTo>
                  <a:lnTo>
                    <a:pt x="304165" y="462216"/>
                  </a:lnTo>
                  <a:lnTo>
                    <a:pt x="304165" y="602843"/>
                  </a:lnTo>
                  <a:lnTo>
                    <a:pt x="489038" y="602843"/>
                  </a:lnTo>
                  <a:lnTo>
                    <a:pt x="489038" y="462216"/>
                  </a:lnTo>
                  <a:close/>
                </a:path>
                <a:path w="1097915" h="1527810">
                  <a:moveTo>
                    <a:pt x="489038" y="231114"/>
                  </a:moveTo>
                  <a:lnTo>
                    <a:pt x="304165" y="231114"/>
                  </a:lnTo>
                  <a:lnTo>
                    <a:pt x="304165" y="371741"/>
                  </a:lnTo>
                  <a:lnTo>
                    <a:pt x="489038" y="371741"/>
                  </a:lnTo>
                  <a:lnTo>
                    <a:pt x="489038" y="231114"/>
                  </a:lnTo>
                  <a:close/>
                </a:path>
                <a:path w="1097915" h="1527810">
                  <a:moveTo>
                    <a:pt x="489038" y="0"/>
                  </a:moveTo>
                  <a:lnTo>
                    <a:pt x="304165" y="0"/>
                  </a:lnTo>
                  <a:lnTo>
                    <a:pt x="304165" y="140639"/>
                  </a:lnTo>
                  <a:lnTo>
                    <a:pt x="489038" y="140639"/>
                  </a:lnTo>
                  <a:lnTo>
                    <a:pt x="489038" y="0"/>
                  </a:lnTo>
                  <a:close/>
                </a:path>
                <a:path w="1097915" h="1527810">
                  <a:moveTo>
                    <a:pt x="793178" y="1386598"/>
                  </a:moveTo>
                  <a:lnTo>
                    <a:pt x="608304" y="1386598"/>
                  </a:lnTo>
                  <a:lnTo>
                    <a:pt x="608304" y="1527251"/>
                  </a:lnTo>
                  <a:lnTo>
                    <a:pt x="793178" y="1527251"/>
                  </a:lnTo>
                  <a:lnTo>
                    <a:pt x="793178" y="1386598"/>
                  </a:lnTo>
                  <a:close/>
                </a:path>
                <a:path w="1097915" h="1527810">
                  <a:moveTo>
                    <a:pt x="793178" y="1155509"/>
                  </a:moveTo>
                  <a:lnTo>
                    <a:pt x="608304" y="1155509"/>
                  </a:lnTo>
                  <a:lnTo>
                    <a:pt x="608304" y="1296162"/>
                  </a:lnTo>
                  <a:lnTo>
                    <a:pt x="793178" y="1296162"/>
                  </a:lnTo>
                  <a:lnTo>
                    <a:pt x="793178" y="1155509"/>
                  </a:lnTo>
                  <a:close/>
                </a:path>
                <a:path w="1097915" h="1527810">
                  <a:moveTo>
                    <a:pt x="793178" y="924420"/>
                  </a:moveTo>
                  <a:lnTo>
                    <a:pt x="608304" y="924420"/>
                  </a:lnTo>
                  <a:lnTo>
                    <a:pt x="608304" y="1065060"/>
                  </a:lnTo>
                  <a:lnTo>
                    <a:pt x="793178" y="1065060"/>
                  </a:lnTo>
                  <a:lnTo>
                    <a:pt x="793178" y="924420"/>
                  </a:lnTo>
                  <a:close/>
                </a:path>
                <a:path w="1097915" h="1527810">
                  <a:moveTo>
                    <a:pt x="793178" y="693293"/>
                  </a:moveTo>
                  <a:lnTo>
                    <a:pt x="608304" y="693293"/>
                  </a:lnTo>
                  <a:lnTo>
                    <a:pt x="608304" y="833945"/>
                  </a:lnTo>
                  <a:lnTo>
                    <a:pt x="793178" y="833945"/>
                  </a:lnTo>
                  <a:lnTo>
                    <a:pt x="793178" y="693293"/>
                  </a:lnTo>
                  <a:close/>
                </a:path>
                <a:path w="1097915" h="1527810">
                  <a:moveTo>
                    <a:pt x="793178" y="462216"/>
                  </a:moveTo>
                  <a:lnTo>
                    <a:pt x="608304" y="462216"/>
                  </a:lnTo>
                  <a:lnTo>
                    <a:pt x="608304" y="602856"/>
                  </a:lnTo>
                  <a:lnTo>
                    <a:pt x="793178" y="602856"/>
                  </a:lnTo>
                  <a:lnTo>
                    <a:pt x="793178" y="462216"/>
                  </a:lnTo>
                  <a:close/>
                </a:path>
                <a:path w="1097915" h="1527810">
                  <a:moveTo>
                    <a:pt x="793178" y="231114"/>
                  </a:moveTo>
                  <a:lnTo>
                    <a:pt x="608304" y="231114"/>
                  </a:lnTo>
                  <a:lnTo>
                    <a:pt x="608304" y="371779"/>
                  </a:lnTo>
                  <a:lnTo>
                    <a:pt x="793178" y="371779"/>
                  </a:lnTo>
                  <a:lnTo>
                    <a:pt x="793178" y="231114"/>
                  </a:lnTo>
                  <a:close/>
                </a:path>
                <a:path w="1097915" h="1527810">
                  <a:moveTo>
                    <a:pt x="793178" y="0"/>
                  </a:moveTo>
                  <a:lnTo>
                    <a:pt x="608304" y="0"/>
                  </a:lnTo>
                  <a:lnTo>
                    <a:pt x="608304" y="140652"/>
                  </a:lnTo>
                  <a:lnTo>
                    <a:pt x="793178" y="140652"/>
                  </a:lnTo>
                  <a:lnTo>
                    <a:pt x="793178" y="0"/>
                  </a:lnTo>
                  <a:close/>
                </a:path>
                <a:path w="1097915" h="1527810">
                  <a:moveTo>
                    <a:pt x="1097318" y="693293"/>
                  </a:moveTo>
                  <a:lnTo>
                    <a:pt x="912444" y="693293"/>
                  </a:lnTo>
                  <a:lnTo>
                    <a:pt x="912444" y="833945"/>
                  </a:lnTo>
                  <a:lnTo>
                    <a:pt x="1097318" y="833945"/>
                  </a:lnTo>
                  <a:lnTo>
                    <a:pt x="1097318" y="693293"/>
                  </a:lnTo>
                  <a:close/>
                </a:path>
                <a:path w="1097915" h="1527810">
                  <a:moveTo>
                    <a:pt x="1097343" y="1386598"/>
                  </a:moveTo>
                  <a:lnTo>
                    <a:pt x="912469" y="1386598"/>
                  </a:lnTo>
                  <a:lnTo>
                    <a:pt x="912469" y="1527251"/>
                  </a:lnTo>
                  <a:lnTo>
                    <a:pt x="1097343" y="1527251"/>
                  </a:lnTo>
                  <a:lnTo>
                    <a:pt x="1097343" y="1386598"/>
                  </a:lnTo>
                  <a:close/>
                </a:path>
                <a:path w="1097915" h="1527810">
                  <a:moveTo>
                    <a:pt x="1097343" y="1155509"/>
                  </a:moveTo>
                  <a:lnTo>
                    <a:pt x="912469" y="1155509"/>
                  </a:lnTo>
                  <a:lnTo>
                    <a:pt x="912469" y="1296162"/>
                  </a:lnTo>
                  <a:lnTo>
                    <a:pt x="1097343" y="1296162"/>
                  </a:lnTo>
                  <a:lnTo>
                    <a:pt x="1097343" y="1155509"/>
                  </a:lnTo>
                  <a:close/>
                </a:path>
                <a:path w="1097915" h="1527810">
                  <a:moveTo>
                    <a:pt x="1097343" y="924420"/>
                  </a:moveTo>
                  <a:lnTo>
                    <a:pt x="912469" y="924420"/>
                  </a:lnTo>
                  <a:lnTo>
                    <a:pt x="912469" y="1065060"/>
                  </a:lnTo>
                  <a:lnTo>
                    <a:pt x="1097343" y="1065060"/>
                  </a:lnTo>
                  <a:lnTo>
                    <a:pt x="1097343" y="924420"/>
                  </a:lnTo>
                  <a:close/>
                </a:path>
                <a:path w="1097915" h="1527810">
                  <a:moveTo>
                    <a:pt x="1097343" y="462216"/>
                  </a:moveTo>
                  <a:lnTo>
                    <a:pt x="912469" y="462216"/>
                  </a:lnTo>
                  <a:lnTo>
                    <a:pt x="912469" y="602856"/>
                  </a:lnTo>
                  <a:lnTo>
                    <a:pt x="1097343" y="602856"/>
                  </a:lnTo>
                  <a:lnTo>
                    <a:pt x="1097343" y="462216"/>
                  </a:lnTo>
                  <a:close/>
                </a:path>
                <a:path w="1097915" h="1527810">
                  <a:moveTo>
                    <a:pt x="1097343" y="231114"/>
                  </a:moveTo>
                  <a:lnTo>
                    <a:pt x="912469" y="231114"/>
                  </a:lnTo>
                  <a:lnTo>
                    <a:pt x="912469" y="371779"/>
                  </a:lnTo>
                  <a:lnTo>
                    <a:pt x="1097343" y="371779"/>
                  </a:lnTo>
                  <a:lnTo>
                    <a:pt x="1097343" y="231114"/>
                  </a:lnTo>
                  <a:close/>
                </a:path>
                <a:path w="1097915" h="1527810">
                  <a:moveTo>
                    <a:pt x="1097343" y="0"/>
                  </a:moveTo>
                  <a:lnTo>
                    <a:pt x="912469" y="0"/>
                  </a:lnTo>
                  <a:lnTo>
                    <a:pt x="912469" y="140652"/>
                  </a:lnTo>
                  <a:lnTo>
                    <a:pt x="1097343" y="140652"/>
                  </a:lnTo>
                  <a:lnTo>
                    <a:pt x="1097343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 descr=""/>
            <p:cNvSpPr/>
            <p:nvPr/>
          </p:nvSpPr>
          <p:spPr>
            <a:xfrm>
              <a:off x="16660648" y="3432955"/>
              <a:ext cx="1097915" cy="301625"/>
            </a:xfrm>
            <a:custGeom>
              <a:avLst/>
              <a:gdLst/>
              <a:ahLst/>
              <a:cxnLst/>
              <a:rect l="l" t="t" r="r" b="b"/>
              <a:pathLst>
                <a:path w="1097915" h="301625">
                  <a:moveTo>
                    <a:pt x="142189" y="0"/>
                  </a:moveTo>
                  <a:lnTo>
                    <a:pt x="0" y="0"/>
                  </a:lnTo>
                  <a:lnTo>
                    <a:pt x="0" y="253174"/>
                  </a:lnTo>
                  <a:lnTo>
                    <a:pt x="142189" y="253174"/>
                  </a:lnTo>
                  <a:lnTo>
                    <a:pt x="142189" y="0"/>
                  </a:lnTo>
                  <a:close/>
                </a:path>
                <a:path w="1097915" h="301625">
                  <a:moveTo>
                    <a:pt x="327050" y="0"/>
                  </a:moveTo>
                  <a:lnTo>
                    <a:pt x="184848" y="0"/>
                  </a:lnTo>
                  <a:lnTo>
                    <a:pt x="184848" y="58610"/>
                  </a:lnTo>
                  <a:lnTo>
                    <a:pt x="184848" y="253174"/>
                  </a:lnTo>
                  <a:lnTo>
                    <a:pt x="327050" y="253174"/>
                  </a:lnTo>
                  <a:lnTo>
                    <a:pt x="327050" y="58610"/>
                  </a:lnTo>
                  <a:lnTo>
                    <a:pt x="327050" y="0"/>
                  </a:lnTo>
                  <a:close/>
                </a:path>
                <a:path w="1097915" h="301625">
                  <a:moveTo>
                    <a:pt x="671906" y="58610"/>
                  </a:moveTo>
                  <a:lnTo>
                    <a:pt x="425399" y="58610"/>
                  </a:lnTo>
                  <a:lnTo>
                    <a:pt x="425399" y="301231"/>
                  </a:lnTo>
                  <a:lnTo>
                    <a:pt x="671906" y="301231"/>
                  </a:lnTo>
                  <a:lnTo>
                    <a:pt x="671906" y="58610"/>
                  </a:lnTo>
                  <a:close/>
                </a:path>
                <a:path w="1097915" h="301625">
                  <a:moveTo>
                    <a:pt x="912456" y="0"/>
                  </a:moveTo>
                  <a:lnTo>
                    <a:pt x="770255" y="0"/>
                  </a:lnTo>
                  <a:lnTo>
                    <a:pt x="770255" y="58610"/>
                  </a:lnTo>
                  <a:lnTo>
                    <a:pt x="770255" y="253174"/>
                  </a:lnTo>
                  <a:lnTo>
                    <a:pt x="912456" y="253174"/>
                  </a:lnTo>
                  <a:lnTo>
                    <a:pt x="912456" y="58610"/>
                  </a:lnTo>
                  <a:lnTo>
                    <a:pt x="912456" y="0"/>
                  </a:lnTo>
                  <a:close/>
                </a:path>
                <a:path w="1097915" h="301625">
                  <a:moveTo>
                    <a:pt x="1097330" y="0"/>
                  </a:moveTo>
                  <a:lnTo>
                    <a:pt x="955128" y="0"/>
                  </a:lnTo>
                  <a:lnTo>
                    <a:pt x="955128" y="253174"/>
                  </a:lnTo>
                  <a:lnTo>
                    <a:pt x="1097330" y="253174"/>
                  </a:lnTo>
                  <a:lnTo>
                    <a:pt x="1097330" y="0"/>
                  </a:lnTo>
                  <a:close/>
                </a:path>
              </a:pathLst>
            </a:custGeom>
            <a:solidFill>
              <a:srgbClr val="BAED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 descr=""/>
            <p:cNvSpPr/>
            <p:nvPr/>
          </p:nvSpPr>
          <p:spPr>
            <a:xfrm>
              <a:off x="16979399" y="3376703"/>
              <a:ext cx="460375" cy="114935"/>
            </a:xfrm>
            <a:custGeom>
              <a:avLst/>
              <a:gdLst/>
              <a:ahLst/>
              <a:cxnLst/>
              <a:rect l="l" t="t" r="r" b="b"/>
              <a:pathLst>
                <a:path w="460375" h="114935">
                  <a:moveTo>
                    <a:pt x="459776" y="0"/>
                  </a:moveTo>
                  <a:lnTo>
                    <a:pt x="0" y="0"/>
                  </a:lnTo>
                  <a:lnTo>
                    <a:pt x="0" y="114855"/>
                  </a:lnTo>
                  <a:lnTo>
                    <a:pt x="459776" y="114855"/>
                  </a:lnTo>
                  <a:lnTo>
                    <a:pt x="4597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 descr=""/>
            <p:cNvSpPr/>
            <p:nvPr/>
          </p:nvSpPr>
          <p:spPr>
            <a:xfrm>
              <a:off x="17041034" y="1483751"/>
              <a:ext cx="336550" cy="333375"/>
            </a:xfrm>
            <a:custGeom>
              <a:avLst/>
              <a:gdLst/>
              <a:ahLst/>
              <a:cxnLst/>
              <a:rect l="l" t="t" r="r" b="b"/>
              <a:pathLst>
                <a:path w="336550" h="333375">
                  <a:moveTo>
                    <a:pt x="168267" y="0"/>
                  </a:moveTo>
                  <a:lnTo>
                    <a:pt x="123532" y="5944"/>
                  </a:lnTo>
                  <a:lnTo>
                    <a:pt x="83335" y="22719"/>
                  </a:lnTo>
                  <a:lnTo>
                    <a:pt x="49281" y="48740"/>
                  </a:lnTo>
                  <a:lnTo>
                    <a:pt x="22971" y="82422"/>
                  </a:lnTo>
                  <a:lnTo>
                    <a:pt x="6010" y="122178"/>
                  </a:lnTo>
                  <a:lnTo>
                    <a:pt x="0" y="166424"/>
                  </a:lnTo>
                  <a:lnTo>
                    <a:pt x="6010" y="210669"/>
                  </a:lnTo>
                  <a:lnTo>
                    <a:pt x="22971" y="250426"/>
                  </a:lnTo>
                  <a:lnTo>
                    <a:pt x="49281" y="284107"/>
                  </a:lnTo>
                  <a:lnTo>
                    <a:pt x="83335" y="310129"/>
                  </a:lnTo>
                  <a:lnTo>
                    <a:pt x="123532" y="326904"/>
                  </a:lnTo>
                  <a:lnTo>
                    <a:pt x="168267" y="332848"/>
                  </a:lnTo>
                  <a:lnTo>
                    <a:pt x="212996" y="326904"/>
                  </a:lnTo>
                  <a:lnTo>
                    <a:pt x="253188" y="310129"/>
                  </a:lnTo>
                  <a:lnTo>
                    <a:pt x="287238" y="284107"/>
                  </a:lnTo>
                  <a:lnTo>
                    <a:pt x="313544" y="250426"/>
                  </a:lnTo>
                  <a:lnTo>
                    <a:pt x="330504" y="210669"/>
                  </a:lnTo>
                  <a:lnTo>
                    <a:pt x="336513" y="166424"/>
                  </a:lnTo>
                  <a:lnTo>
                    <a:pt x="330504" y="122178"/>
                  </a:lnTo>
                  <a:lnTo>
                    <a:pt x="313544" y="82422"/>
                  </a:lnTo>
                  <a:lnTo>
                    <a:pt x="287238" y="48740"/>
                  </a:lnTo>
                  <a:lnTo>
                    <a:pt x="253188" y="22719"/>
                  </a:lnTo>
                  <a:lnTo>
                    <a:pt x="212996" y="5944"/>
                  </a:lnTo>
                  <a:lnTo>
                    <a:pt x="168267" y="0"/>
                  </a:lnTo>
                  <a:close/>
                </a:path>
              </a:pathLst>
            </a:custGeom>
            <a:solidFill>
              <a:srgbClr val="C5DD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 descr=""/>
            <p:cNvSpPr/>
            <p:nvPr/>
          </p:nvSpPr>
          <p:spPr>
            <a:xfrm>
              <a:off x="17115092" y="1556975"/>
              <a:ext cx="188595" cy="186690"/>
            </a:xfrm>
            <a:custGeom>
              <a:avLst/>
              <a:gdLst/>
              <a:ahLst/>
              <a:cxnLst/>
              <a:rect l="l" t="t" r="r" b="b"/>
              <a:pathLst>
                <a:path w="188594" h="186689">
                  <a:moveTo>
                    <a:pt x="188417" y="59118"/>
                  </a:moveTo>
                  <a:lnTo>
                    <a:pt x="128676" y="59118"/>
                  </a:lnTo>
                  <a:lnTo>
                    <a:pt x="128676" y="0"/>
                  </a:lnTo>
                  <a:lnTo>
                    <a:pt x="59740" y="0"/>
                  </a:lnTo>
                  <a:lnTo>
                    <a:pt x="59740" y="59118"/>
                  </a:lnTo>
                  <a:lnTo>
                    <a:pt x="0" y="59118"/>
                  </a:lnTo>
                  <a:lnTo>
                    <a:pt x="0" y="127292"/>
                  </a:lnTo>
                  <a:lnTo>
                    <a:pt x="59740" y="127292"/>
                  </a:lnTo>
                  <a:lnTo>
                    <a:pt x="59740" y="186397"/>
                  </a:lnTo>
                  <a:lnTo>
                    <a:pt x="128676" y="186397"/>
                  </a:lnTo>
                  <a:lnTo>
                    <a:pt x="128676" y="127292"/>
                  </a:lnTo>
                  <a:lnTo>
                    <a:pt x="188417" y="127292"/>
                  </a:lnTo>
                  <a:lnTo>
                    <a:pt x="188417" y="5911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 descr=""/>
            <p:cNvSpPr/>
            <p:nvPr/>
          </p:nvSpPr>
          <p:spPr>
            <a:xfrm>
              <a:off x="16178924" y="2603531"/>
              <a:ext cx="2300605" cy="1082675"/>
            </a:xfrm>
            <a:custGeom>
              <a:avLst/>
              <a:gdLst/>
              <a:ahLst/>
              <a:cxnLst/>
              <a:rect l="l" t="t" r="r" b="b"/>
              <a:pathLst>
                <a:path w="2300605" h="1082675">
                  <a:moveTo>
                    <a:pt x="150469" y="951331"/>
                  </a:moveTo>
                  <a:lnTo>
                    <a:pt x="0" y="951331"/>
                  </a:lnTo>
                  <a:lnTo>
                    <a:pt x="0" y="1035710"/>
                  </a:lnTo>
                  <a:lnTo>
                    <a:pt x="150469" y="1035710"/>
                  </a:lnTo>
                  <a:lnTo>
                    <a:pt x="150469" y="951331"/>
                  </a:lnTo>
                  <a:close/>
                </a:path>
                <a:path w="2300605" h="1082675">
                  <a:moveTo>
                    <a:pt x="150469" y="831773"/>
                  </a:moveTo>
                  <a:lnTo>
                    <a:pt x="0" y="831773"/>
                  </a:lnTo>
                  <a:lnTo>
                    <a:pt x="0" y="916165"/>
                  </a:lnTo>
                  <a:lnTo>
                    <a:pt x="150469" y="916165"/>
                  </a:lnTo>
                  <a:lnTo>
                    <a:pt x="150469" y="831773"/>
                  </a:lnTo>
                  <a:close/>
                </a:path>
                <a:path w="2300605" h="1082675">
                  <a:moveTo>
                    <a:pt x="150469" y="712203"/>
                  </a:moveTo>
                  <a:lnTo>
                    <a:pt x="0" y="712203"/>
                  </a:lnTo>
                  <a:lnTo>
                    <a:pt x="0" y="796594"/>
                  </a:lnTo>
                  <a:lnTo>
                    <a:pt x="150469" y="796594"/>
                  </a:lnTo>
                  <a:lnTo>
                    <a:pt x="150469" y="712203"/>
                  </a:lnTo>
                  <a:close/>
                </a:path>
                <a:path w="2300605" h="1082675">
                  <a:moveTo>
                    <a:pt x="1820227" y="829424"/>
                  </a:moveTo>
                  <a:lnTo>
                    <a:pt x="1678012" y="829424"/>
                  </a:lnTo>
                  <a:lnTo>
                    <a:pt x="1678012" y="1082598"/>
                  </a:lnTo>
                  <a:lnTo>
                    <a:pt x="1820227" y="1082598"/>
                  </a:lnTo>
                  <a:lnTo>
                    <a:pt x="1820227" y="829424"/>
                  </a:lnTo>
                  <a:close/>
                </a:path>
                <a:path w="2300605" h="1082675">
                  <a:moveTo>
                    <a:pt x="1971306" y="698131"/>
                  </a:moveTo>
                  <a:lnTo>
                    <a:pt x="1678012" y="698131"/>
                  </a:lnTo>
                  <a:lnTo>
                    <a:pt x="1678012" y="782523"/>
                  </a:lnTo>
                  <a:lnTo>
                    <a:pt x="1971306" y="782523"/>
                  </a:lnTo>
                  <a:lnTo>
                    <a:pt x="1971306" y="698131"/>
                  </a:lnTo>
                  <a:close/>
                </a:path>
                <a:path w="2300605" h="1082675">
                  <a:moveTo>
                    <a:pt x="1971306" y="558507"/>
                  </a:moveTo>
                  <a:lnTo>
                    <a:pt x="1678012" y="558507"/>
                  </a:lnTo>
                  <a:lnTo>
                    <a:pt x="1678012" y="642874"/>
                  </a:lnTo>
                  <a:lnTo>
                    <a:pt x="1971306" y="642874"/>
                  </a:lnTo>
                  <a:lnTo>
                    <a:pt x="1971306" y="558507"/>
                  </a:lnTo>
                  <a:close/>
                </a:path>
                <a:path w="2300605" h="1082675">
                  <a:moveTo>
                    <a:pt x="1971306" y="418871"/>
                  </a:moveTo>
                  <a:lnTo>
                    <a:pt x="1678012" y="418871"/>
                  </a:lnTo>
                  <a:lnTo>
                    <a:pt x="1678012" y="503262"/>
                  </a:lnTo>
                  <a:lnTo>
                    <a:pt x="1971306" y="503262"/>
                  </a:lnTo>
                  <a:lnTo>
                    <a:pt x="1971306" y="418871"/>
                  </a:lnTo>
                  <a:close/>
                </a:path>
                <a:path w="2300605" h="1082675">
                  <a:moveTo>
                    <a:pt x="1971306" y="279247"/>
                  </a:moveTo>
                  <a:lnTo>
                    <a:pt x="1678012" y="279247"/>
                  </a:lnTo>
                  <a:lnTo>
                    <a:pt x="1678012" y="363626"/>
                  </a:lnTo>
                  <a:lnTo>
                    <a:pt x="1971306" y="363626"/>
                  </a:lnTo>
                  <a:lnTo>
                    <a:pt x="1971306" y="279247"/>
                  </a:lnTo>
                  <a:close/>
                </a:path>
                <a:path w="2300605" h="1082675">
                  <a:moveTo>
                    <a:pt x="1971306" y="139623"/>
                  </a:moveTo>
                  <a:lnTo>
                    <a:pt x="1678012" y="139623"/>
                  </a:lnTo>
                  <a:lnTo>
                    <a:pt x="1678012" y="224002"/>
                  </a:lnTo>
                  <a:lnTo>
                    <a:pt x="1971306" y="224002"/>
                  </a:lnTo>
                  <a:lnTo>
                    <a:pt x="1971306" y="139623"/>
                  </a:lnTo>
                  <a:close/>
                </a:path>
                <a:path w="2300605" h="1082675">
                  <a:moveTo>
                    <a:pt x="1971306" y="0"/>
                  </a:moveTo>
                  <a:lnTo>
                    <a:pt x="1678012" y="0"/>
                  </a:lnTo>
                  <a:lnTo>
                    <a:pt x="1678012" y="84391"/>
                  </a:lnTo>
                  <a:lnTo>
                    <a:pt x="1971306" y="84391"/>
                  </a:lnTo>
                  <a:lnTo>
                    <a:pt x="1971306" y="0"/>
                  </a:lnTo>
                  <a:close/>
                </a:path>
                <a:path w="2300605" h="1082675">
                  <a:moveTo>
                    <a:pt x="2057971" y="829424"/>
                  </a:moveTo>
                  <a:lnTo>
                    <a:pt x="1915769" y="829424"/>
                  </a:lnTo>
                  <a:lnTo>
                    <a:pt x="1915769" y="1082598"/>
                  </a:lnTo>
                  <a:lnTo>
                    <a:pt x="2057971" y="1082598"/>
                  </a:lnTo>
                  <a:lnTo>
                    <a:pt x="2057971" y="829424"/>
                  </a:lnTo>
                  <a:close/>
                </a:path>
                <a:path w="2300605" h="1082675">
                  <a:moveTo>
                    <a:pt x="2295715" y="829424"/>
                  </a:moveTo>
                  <a:lnTo>
                    <a:pt x="2153513" y="829424"/>
                  </a:lnTo>
                  <a:lnTo>
                    <a:pt x="2153513" y="1082598"/>
                  </a:lnTo>
                  <a:lnTo>
                    <a:pt x="2295715" y="1082598"/>
                  </a:lnTo>
                  <a:lnTo>
                    <a:pt x="2295715" y="829424"/>
                  </a:lnTo>
                  <a:close/>
                </a:path>
                <a:path w="2300605" h="1082675">
                  <a:moveTo>
                    <a:pt x="2300160" y="698131"/>
                  </a:moveTo>
                  <a:lnTo>
                    <a:pt x="2006854" y="698131"/>
                  </a:lnTo>
                  <a:lnTo>
                    <a:pt x="2006854" y="782523"/>
                  </a:lnTo>
                  <a:lnTo>
                    <a:pt x="2300160" y="782523"/>
                  </a:lnTo>
                  <a:lnTo>
                    <a:pt x="2300160" y="698131"/>
                  </a:lnTo>
                  <a:close/>
                </a:path>
                <a:path w="2300605" h="1082675">
                  <a:moveTo>
                    <a:pt x="2300160" y="558507"/>
                  </a:moveTo>
                  <a:lnTo>
                    <a:pt x="2006854" y="558507"/>
                  </a:lnTo>
                  <a:lnTo>
                    <a:pt x="2006854" y="642874"/>
                  </a:lnTo>
                  <a:lnTo>
                    <a:pt x="2300160" y="642874"/>
                  </a:lnTo>
                  <a:lnTo>
                    <a:pt x="2300160" y="558507"/>
                  </a:lnTo>
                  <a:close/>
                </a:path>
                <a:path w="2300605" h="1082675">
                  <a:moveTo>
                    <a:pt x="2300160" y="418871"/>
                  </a:moveTo>
                  <a:lnTo>
                    <a:pt x="2006854" y="418871"/>
                  </a:lnTo>
                  <a:lnTo>
                    <a:pt x="2006854" y="503262"/>
                  </a:lnTo>
                  <a:lnTo>
                    <a:pt x="2300160" y="503262"/>
                  </a:lnTo>
                  <a:lnTo>
                    <a:pt x="2300160" y="418871"/>
                  </a:lnTo>
                  <a:close/>
                </a:path>
                <a:path w="2300605" h="1082675">
                  <a:moveTo>
                    <a:pt x="2300160" y="279247"/>
                  </a:moveTo>
                  <a:lnTo>
                    <a:pt x="2006854" y="279247"/>
                  </a:lnTo>
                  <a:lnTo>
                    <a:pt x="2006854" y="363626"/>
                  </a:lnTo>
                  <a:lnTo>
                    <a:pt x="2300160" y="363626"/>
                  </a:lnTo>
                  <a:lnTo>
                    <a:pt x="2300160" y="279247"/>
                  </a:lnTo>
                  <a:close/>
                </a:path>
                <a:path w="2300605" h="1082675">
                  <a:moveTo>
                    <a:pt x="2300160" y="139623"/>
                  </a:moveTo>
                  <a:lnTo>
                    <a:pt x="2006854" y="139623"/>
                  </a:lnTo>
                  <a:lnTo>
                    <a:pt x="2006854" y="224002"/>
                  </a:lnTo>
                  <a:lnTo>
                    <a:pt x="2300160" y="224002"/>
                  </a:lnTo>
                  <a:lnTo>
                    <a:pt x="2300160" y="139623"/>
                  </a:lnTo>
                  <a:close/>
                </a:path>
                <a:path w="2300605" h="1082675">
                  <a:moveTo>
                    <a:pt x="2300160" y="0"/>
                  </a:moveTo>
                  <a:lnTo>
                    <a:pt x="2006854" y="0"/>
                  </a:lnTo>
                  <a:lnTo>
                    <a:pt x="2006854" y="84391"/>
                  </a:lnTo>
                  <a:lnTo>
                    <a:pt x="2300160" y="84391"/>
                  </a:lnTo>
                  <a:lnTo>
                    <a:pt x="2300160" y="0"/>
                  </a:lnTo>
                  <a:close/>
                </a:path>
              </a:pathLst>
            </a:custGeom>
            <a:solidFill>
              <a:srgbClr val="ACDB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 descr=""/>
            <p:cNvSpPr/>
            <p:nvPr/>
          </p:nvSpPr>
          <p:spPr>
            <a:xfrm>
              <a:off x="16043239" y="3734179"/>
              <a:ext cx="2578735" cy="56515"/>
            </a:xfrm>
            <a:custGeom>
              <a:avLst/>
              <a:gdLst/>
              <a:ahLst/>
              <a:cxnLst/>
              <a:rect l="l" t="t" r="r" b="b"/>
              <a:pathLst>
                <a:path w="2578734" h="56514">
                  <a:moveTo>
                    <a:pt x="2578633" y="0"/>
                  </a:moveTo>
                  <a:lnTo>
                    <a:pt x="0" y="0"/>
                  </a:lnTo>
                  <a:lnTo>
                    <a:pt x="0" y="56260"/>
                  </a:lnTo>
                  <a:lnTo>
                    <a:pt x="2578633" y="56260"/>
                  </a:lnTo>
                  <a:lnTo>
                    <a:pt x="2578633" y="0"/>
                  </a:lnTo>
                  <a:close/>
                </a:path>
              </a:pathLst>
            </a:custGeom>
            <a:solidFill>
              <a:srgbClr val="C5DD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 descr=""/>
            <p:cNvSpPr/>
            <p:nvPr/>
          </p:nvSpPr>
          <p:spPr>
            <a:xfrm>
              <a:off x="17811311" y="2469579"/>
              <a:ext cx="756285" cy="53975"/>
            </a:xfrm>
            <a:custGeom>
              <a:avLst/>
              <a:gdLst/>
              <a:ahLst/>
              <a:cxnLst/>
              <a:rect l="l" t="t" r="r" b="b"/>
              <a:pathLst>
                <a:path w="756284" h="53975">
                  <a:moveTo>
                    <a:pt x="756060" y="0"/>
                  </a:moveTo>
                  <a:lnTo>
                    <a:pt x="0" y="0"/>
                  </a:lnTo>
                  <a:lnTo>
                    <a:pt x="0" y="53715"/>
                  </a:lnTo>
                  <a:lnTo>
                    <a:pt x="756060" y="53715"/>
                  </a:lnTo>
                  <a:lnTo>
                    <a:pt x="756060" y="0"/>
                  </a:lnTo>
                  <a:close/>
                </a:path>
              </a:pathLst>
            </a:custGeom>
            <a:solidFill>
              <a:srgbClr val="ACDBB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0" name="object 230" descr=""/>
          <p:cNvGrpSpPr/>
          <p:nvPr/>
        </p:nvGrpSpPr>
        <p:grpSpPr>
          <a:xfrm>
            <a:off x="16043239" y="7610344"/>
            <a:ext cx="2578735" cy="2556510"/>
            <a:chOff x="16043239" y="7610344"/>
            <a:chExt cx="2578735" cy="2556510"/>
          </a:xfrm>
        </p:grpSpPr>
        <p:sp>
          <p:nvSpPr>
            <p:cNvPr id="231" name="object 231" descr=""/>
            <p:cNvSpPr/>
            <p:nvPr/>
          </p:nvSpPr>
          <p:spPr>
            <a:xfrm>
              <a:off x="16994833" y="7750988"/>
              <a:ext cx="828675" cy="2359660"/>
            </a:xfrm>
            <a:custGeom>
              <a:avLst/>
              <a:gdLst/>
              <a:ahLst/>
              <a:cxnLst/>
              <a:rect l="l" t="t" r="r" b="b"/>
              <a:pathLst>
                <a:path w="828675" h="2359659">
                  <a:moveTo>
                    <a:pt x="0" y="2359488"/>
                  </a:moveTo>
                  <a:lnTo>
                    <a:pt x="828341" y="2359488"/>
                  </a:lnTo>
                  <a:lnTo>
                    <a:pt x="828341" y="0"/>
                  </a:lnTo>
                  <a:lnTo>
                    <a:pt x="0" y="0"/>
                  </a:lnTo>
                  <a:lnTo>
                    <a:pt x="0" y="2359488"/>
                  </a:lnTo>
                  <a:close/>
                </a:path>
              </a:pathLst>
            </a:custGeom>
            <a:solidFill>
              <a:srgbClr val="C5DD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 descr=""/>
            <p:cNvSpPr/>
            <p:nvPr/>
          </p:nvSpPr>
          <p:spPr>
            <a:xfrm>
              <a:off x="16133309" y="9597864"/>
              <a:ext cx="1261110" cy="513080"/>
            </a:xfrm>
            <a:custGeom>
              <a:avLst/>
              <a:gdLst/>
              <a:ahLst/>
              <a:cxnLst/>
              <a:rect l="l" t="t" r="r" b="b"/>
              <a:pathLst>
                <a:path w="1261109" h="513079">
                  <a:moveTo>
                    <a:pt x="0" y="512612"/>
                  </a:moveTo>
                  <a:lnTo>
                    <a:pt x="1260883" y="512612"/>
                  </a:lnTo>
                  <a:lnTo>
                    <a:pt x="1260883" y="0"/>
                  </a:lnTo>
                  <a:lnTo>
                    <a:pt x="0" y="0"/>
                  </a:lnTo>
                  <a:lnTo>
                    <a:pt x="0" y="512612"/>
                  </a:lnTo>
                  <a:close/>
                </a:path>
              </a:pathLst>
            </a:custGeom>
            <a:solidFill>
              <a:srgbClr val="ACDB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 descr=""/>
            <p:cNvSpPr/>
            <p:nvPr/>
          </p:nvSpPr>
          <p:spPr>
            <a:xfrm>
              <a:off x="17570753" y="9682249"/>
              <a:ext cx="960119" cy="428625"/>
            </a:xfrm>
            <a:custGeom>
              <a:avLst/>
              <a:gdLst/>
              <a:ahLst/>
              <a:cxnLst/>
              <a:rect l="l" t="t" r="r" b="b"/>
              <a:pathLst>
                <a:path w="960119" h="428625">
                  <a:moveTo>
                    <a:pt x="0" y="428227"/>
                  </a:moveTo>
                  <a:lnTo>
                    <a:pt x="959887" y="428227"/>
                  </a:lnTo>
                  <a:lnTo>
                    <a:pt x="959887" y="0"/>
                  </a:lnTo>
                  <a:lnTo>
                    <a:pt x="0" y="0"/>
                  </a:lnTo>
                  <a:lnTo>
                    <a:pt x="0" y="428227"/>
                  </a:lnTo>
                  <a:close/>
                </a:path>
              </a:pathLst>
            </a:custGeom>
            <a:solidFill>
              <a:srgbClr val="BAED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 descr=""/>
            <p:cNvSpPr/>
            <p:nvPr/>
          </p:nvSpPr>
          <p:spPr>
            <a:xfrm>
              <a:off x="17823174" y="8360499"/>
              <a:ext cx="370205" cy="980440"/>
            </a:xfrm>
            <a:custGeom>
              <a:avLst/>
              <a:gdLst/>
              <a:ahLst/>
              <a:cxnLst/>
              <a:rect l="l" t="t" r="r" b="b"/>
              <a:pathLst>
                <a:path w="370205" h="980440">
                  <a:moveTo>
                    <a:pt x="369737" y="0"/>
                  </a:moveTo>
                  <a:lnTo>
                    <a:pt x="0" y="0"/>
                  </a:lnTo>
                  <a:lnTo>
                    <a:pt x="0" y="979896"/>
                  </a:lnTo>
                  <a:lnTo>
                    <a:pt x="369737" y="979896"/>
                  </a:lnTo>
                  <a:lnTo>
                    <a:pt x="369737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16955724" y="7680687"/>
              <a:ext cx="906780" cy="70485"/>
            </a:xfrm>
            <a:custGeom>
              <a:avLst/>
              <a:gdLst/>
              <a:ahLst/>
              <a:cxnLst/>
              <a:rect l="l" t="t" r="r" b="b"/>
              <a:pathLst>
                <a:path w="906780" h="70484">
                  <a:moveTo>
                    <a:pt x="906548" y="0"/>
                  </a:moveTo>
                  <a:lnTo>
                    <a:pt x="0" y="0"/>
                  </a:lnTo>
                  <a:lnTo>
                    <a:pt x="0" y="70301"/>
                  </a:lnTo>
                  <a:lnTo>
                    <a:pt x="906548" y="70301"/>
                  </a:lnTo>
                  <a:lnTo>
                    <a:pt x="906548" y="0"/>
                  </a:lnTo>
                  <a:close/>
                </a:path>
              </a:pathLst>
            </a:custGeom>
            <a:solidFill>
              <a:srgbClr val="BAED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17103845" y="7610344"/>
              <a:ext cx="610870" cy="70485"/>
            </a:xfrm>
            <a:custGeom>
              <a:avLst/>
              <a:gdLst/>
              <a:ahLst/>
              <a:cxnLst/>
              <a:rect l="l" t="t" r="r" b="b"/>
              <a:pathLst>
                <a:path w="610869" h="70484">
                  <a:moveTo>
                    <a:pt x="610306" y="0"/>
                  </a:moveTo>
                  <a:lnTo>
                    <a:pt x="0" y="0"/>
                  </a:lnTo>
                  <a:lnTo>
                    <a:pt x="0" y="70332"/>
                  </a:lnTo>
                  <a:lnTo>
                    <a:pt x="610306" y="70332"/>
                  </a:lnTo>
                  <a:lnTo>
                    <a:pt x="610306" y="0"/>
                  </a:lnTo>
                  <a:close/>
                </a:path>
              </a:pathLst>
            </a:custGeom>
            <a:solidFill>
              <a:srgbClr val="BCD7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 descr=""/>
            <p:cNvSpPr/>
            <p:nvPr/>
          </p:nvSpPr>
          <p:spPr>
            <a:xfrm>
              <a:off x="17875319" y="8307746"/>
              <a:ext cx="237490" cy="53340"/>
            </a:xfrm>
            <a:custGeom>
              <a:avLst/>
              <a:gdLst/>
              <a:ahLst/>
              <a:cxnLst/>
              <a:rect l="l" t="t" r="r" b="b"/>
              <a:pathLst>
                <a:path w="237490" h="53340">
                  <a:moveTo>
                    <a:pt x="236987" y="0"/>
                  </a:moveTo>
                  <a:lnTo>
                    <a:pt x="0" y="0"/>
                  </a:lnTo>
                  <a:lnTo>
                    <a:pt x="0" y="52752"/>
                  </a:lnTo>
                  <a:lnTo>
                    <a:pt x="236987" y="52752"/>
                  </a:lnTo>
                  <a:lnTo>
                    <a:pt x="236987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 descr=""/>
            <p:cNvSpPr/>
            <p:nvPr/>
          </p:nvSpPr>
          <p:spPr>
            <a:xfrm>
              <a:off x="16328740" y="9135307"/>
              <a:ext cx="336550" cy="333375"/>
            </a:xfrm>
            <a:custGeom>
              <a:avLst/>
              <a:gdLst/>
              <a:ahLst/>
              <a:cxnLst/>
              <a:rect l="l" t="t" r="r" b="b"/>
              <a:pathLst>
                <a:path w="336550" h="333375">
                  <a:moveTo>
                    <a:pt x="168246" y="0"/>
                  </a:moveTo>
                  <a:lnTo>
                    <a:pt x="123516" y="5943"/>
                  </a:lnTo>
                  <a:lnTo>
                    <a:pt x="83324" y="22717"/>
                  </a:lnTo>
                  <a:lnTo>
                    <a:pt x="49274" y="48736"/>
                  </a:lnTo>
                  <a:lnTo>
                    <a:pt x="22968" y="82417"/>
                  </a:lnTo>
                  <a:lnTo>
                    <a:pt x="6009" y="122174"/>
                  </a:lnTo>
                  <a:lnTo>
                    <a:pt x="0" y="166424"/>
                  </a:lnTo>
                  <a:lnTo>
                    <a:pt x="6009" y="210664"/>
                  </a:lnTo>
                  <a:lnTo>
                    <a:pt x="22968" y="250416"/>
                  </a:lnTo>
                  <a:lnTo>
                    <a:pt x="49274" y="284093"/>
                  </a:lnTo>
                  <a:lnTo>
                    <a:pt x="83324" y="310111"/>
                  </a:lnTo>
                  <a:lnTo>
                    <a:pt x="123516" y="326884"/>
                  </a:lnTo>
                  <a:lnTo>
                    <a:pt x="168246" y="332827"/>
                  </a:lnTo>
                  <a:lnTo>
                    <a:pt x="212984" y="326884"/>
                  </a:lnTo>
                  <a:lnTo>
                    <a:pt x="253182" y="310111"/>
                  </a:lnTo>
                  <a:lnTo>
                    <a:pt x="287236" y="284093"/>
                  </a:lnTo>
                  <a:lnTo>
                    <a:pt x="313544" y="250416"/>
                  </a:lnTo>
                  <a:lnTo>
                    <a:pt x="330503" y="210664"/>
                  </a:lnTo>
                  <a:lnTo>
                    <a:pt x="336513" y="166424"/>
                  </a:lnTo>
                  <a:lnTo>
                    <a:pt x="330503" y="122174"/>
                  </a:lnTo>
                  <a:lnTo>
                    <a:pt x="313544" y="82417"/>
                  </a:lnTo>
                  <a:lnTo>
                    <a:pt x="287236" y="48736"/>
                  </a:lnTo>
                  <a:lnTo>
                    <a:pt x="253182" y="22717"/>
                  </a:lnTo>
                  <a:lnTo>
                    <a:pt x="212984" y="5943"/>
                  </a:lnTo>
                  <a:lnTo>
                    <a:pt x="168246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 descr=""/>
            <p:cNvSpPr/>
            <p:nvPr/>
          </p:nvSpPr>
          <p:spPr>
            <a:xfrm>
              <a:off x="16402774" y="9208534"/>
              <a:ext cx="188595" cy="186690"/>
            </a:xfrm>
            <a:custGeom>
              <a:avLst/>
              <a:gdLst/>
              <a:ahLst/>
              <a:cxnLst/>
              <a:rect l="l" t="t" r="r" b="b"/>
              <a:pathLst>
                <a:path w="188594" h="186690">
                  <a:moveTo>
                    <a:pt x="188429" y="59067"/>
                  </a:moveTo>
                  <a:lnTo>
                    <a:pt x="128676" y="59067"/>
                  </a:lnTo>
                  <a:lnTo>
                    <a:pt x="128676" y="0"/>
                  </a:lnTo>
                  <a:lnTo>
                    <a:pt x="59740" y="0"/>
                  </a:lnTo>
                  <a:lnTo>
                    <a:pt x="59740" y="59067"/>
                  </a:lnTo>
                  <a:lnTo>
                    <a:pt x="0" y="59067"/>
                  </a:lnTo>
                  <a:lnTo>
                    <a:pt x="0" y="127254"/>
                  </a:lnTo>
                  <a:lnTo>
                    <a:pt x="59740" y="127254"/>
                  </a:lnTo>
                  <a:lnTo>
                    <a:pt x="59740" y="186385"/>
                  </a:lnTo>
                  <a:lnTo>
                    <a:pt x="128676" y="186385"/>
                  </a:lnTo>
                  <a:lnTo>
                    <a:pt x="128676" y="127254"/>
                  </a:lnTo>
                  <a:lnTo>
                    <a:pt x="188429" y="127254"/>
                  </a:lnTo>
                  <a:lnTo>
                    <a:pt x="188429" y="590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 descr=""/>
            <p:cNvSpPr/>
            <p:nvPr/>
          </p:nvSpPr>
          <p:spPr>
            <a:xfrm>
              <a:off x="16468566" y="9468130"/>
              <a:ext cx="57150" cy="130175"/>
            </a:xfrm>
            <a:custGeom>
              <a:avLst/>
              <a:gdLst/>
              <a:ahLst/>
              <a:cxnLst/>
              <a:rect l="l" t="t" r="r" b="b"/>
              <a:pathLst>
                <a:path w="57150" h="130175">
                  <a:moveTo>
                    <a:pt x="56867" y="0"/>
                  </a:moveTo>
                  <a:lnTo>
                    <a:pt x="0" y="0"/>
                  </a:lnTo>
                  <a:lnTo>
                    <a:pt x="0" y="129723"/>
                  </a:lnTo>
                  <a:lnTo>
                    <a:pt x="56867" y="129723"/>
                  </a:lnTo>
                  <a:lnTo>
                    <a:pt x="56867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 descr=""/>
            <p:cNvSpPr/>
            <p:nvPr/>
          </p:nvSpPr>
          <p:spPr>
            <a:xfrm>
              <a:off x="16856209" y="9229742"/>
              <a:ext cx="139065" cy="368300"/>
            </a:xfrm>
            <a:custGeom>
              <a:avLst/>
              <a:gdLst/>
              <a:ahLst/>
              <a:cxnLst/>
              <a:rect l="l" t="t" r="r" b="b"/>
              <a:pathLst>
                <a:path w="139065" h="368300">
                  <a:moveTo>
                    <a:pt x="138624" y="0"/>
                  </a:moveTo>
                  <a:lnTo>
                    <a:pt x="0" y="110656"/>
                  </a:lnTo>
                  <a:lnTo>
                    <a:pt x="0" y="368114"/>
                  </a:lnTo>
                  <a:lnTo>
                    <a:pt x="138624" y="368114"/>
                  </a:lnTo>
                  <a:lnTo>
                    <a:pt x="138624" y="0"/>
                  </a:lnTo>
                  <a:close/>
                </a:path>
              </a:pathLst>
            </a:custGeom>
            <a:solidFill>
              <a:srgbClr val="C5DD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 descr=""/>
            <p:cNvSpPr/>
            <p:nvPr/>
          </p:nvSpPr>
          <p:spPr>
            <a:xfrm>
              <a:off x="16133309" y="9682249"/>
              <a:ext cx="723265" cy="428625"/>
            </a:xfrm>
            <a:custGeom>
              <a:avLst/>
              <a:gdLst/>
              <a:ahLst/>
              <a:cxnLst/>
              <a:rect l="l" t="t" r="r" b="b"/>
              <a:pathLst>
                <a:path w="723265" h="428625">
                  <a:moveTo>
                    <a:pt x="0" y="428227"/>
                  </a:moveTo>
                  <a:lnTo>
                    <a:pt x="722899" y="428227"/>
                  </a:lnTo>
                  <a:lnTo>
                    <a:pt x="722899" y="0"/>
                  </a:lnTo>
                  <a:lnTo>
                    <a:pt x="0" y="0"/>
                  </a:lnTo>
                  <a:lnTo>
                    <a:pt x="0" y="428227"/>
                  </a:lnTo>
                  <a:close/>
                </a:path>
              </a:pathLst>
            </a:custGeom>
            <a:solidFill>
              <a:srgbClr val="BAED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 descr=""/>
            <p:cNvSpPr/>
            <p:nvPr/>
          </p:nvSpPr>
          <p:spPr>
            <a:xfrm>
              <a:off x="17823173" y="9340399"/>
              <a:ext cx="638175" cy="342265"/>
            </a:xfrm>
            <a:custGeom>
              <a:avLst/>
              <a:gdLst/>
              <a:ahLst/>
              <a:cxnLst/>
              <a:rect l="l" t="t" r="r" b="b"/>
              <a:pathLst>
                <a:path w="638175" h="342265">
                  <a:moveTo>
                    <a:pt x="462184" y="0"/>
                  </a:moveTo>
                  <a:lnTo>
                    <a:pt x="0" y="0"/>
                  </a:lnTo>
                  <a:lnTo>
                    <a:pt x="0" y="341842"/>
                  </a:lnTo>
                  <a:lnTo>
                    <a:pt x="637582" y="341842"/>
                  </a:lnTo>
                  <a:lnTo>
                    <a:pt x="462184" y="0"/>
                  </a:lnTo>
                  <a:close/>
                </a:path>
              </a:pathLst>
            </a:custGeom>
            <a:solidFill>
              <a:srgbClr val="C5DD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 descr=""/>
            <p:cNvSpPr/>
            <p:nvPr/>
          </p:nvSpPr>
          <p:spPr>
            <a:xfrm>
              <a:off x="16994833" y="9845605"/>
              <a:ext cx="293370" cy="294005"/>
            </a:xfrm>
            <a:custGeom>
              <a:avLst/>
              <a:gdLst/>
              <a:ahLst/>
              <a:cxnLst/>
              <a:rect l="l" t="t" r="r" b="b"/>
              <a:pathLst>
                <a:path w="293369" h="294004">
                  <a:moveTo>
                    <a:pt x="293289" y="0"/>
                  </a:moveTo>
                  <a:lnTo>
                    <a:pt x="0" y="0"/>
                  </a:lnTo>
                  <a:lnTo>
                    <a:pt x="0" y="293394"/>
                  </a:lnTo>
                  <a:lnTo>
                    <a:pt x="293289" y="293394"/>
                  </a:lnTo>
                  <a:lnTo>
                    <a:pt x="293289" y="0"/>
                  </a:lnTo>
                  <a:close/>
                </a:path>
              </a:pathLst>
            </a:custGeom>
            <a:solidFill>
              <a:srgbClr val="8ECE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 descr=""/>
            <p:cNvSpPr/>
            <p:nvPr/>
          </p:nvSpPr>
          <p:spPr>
            <a:xfrm>
              <a:off x="17627042" y="9731889"/>
              <a:ext cx="846455" cy="281305"/>
            </a:xfrm>
            <a:custGeom>
              <a:avLst/>
              <a:gdLst/>
              <a:ahLst/>
              <a:cxnLst/>
              <a:rect l="l" t="t" r="r" b="b"/>
              <a:pathLst>
                <a:path w="846455" h="281304">
                  <a:moveTo>
                    <a:pt x="71107" y="0"/>
                  </a:moveTo>
                  <a:lnTo>
                    <a:pt x="0" y="0"/>
                  </a:lnTo>
                  <a:lnTo>
                    <a:pt x="0" y="281292"/>
                  </a:lnTo>
                  <a:lnTo>
                    <a:pt x="71107" y="281292"/>
                  </a:lnTo>
                  <a:lnTo>
                    <a:pt x="71107" y="0"/>
                  </a:lnTo>
                  <a:close/>
                </a:path>
                <a:path w="846455" h="281304">
                  <a:moveTo>
                    <a:pt x="181825" y="0"/>
                  </a:moveTo>
                  <a:lnTo>
                    <a:pt x="110718" y="0"/>
                  </a:lnTo>
                  <a:lnTo>
                    <a:pt x="110718" y="281292"/>
                  </a:lnTo>
                  <a:lnTo>
                    <a:pt x="181825" y="281292"/>
                  </a:lnTo>
                  <a:lnTo>
                    <a:pt x="181825" y="0"/>
                  </a:lnTo>
                  <a:close/>
                </a:path>
                <a:path w="846455" h="281304">
                  <a:moveTo>
                    <a:pt x="292557" y="0"/>
                  </a:moveTo>
                  <a:lnTo>
                    <a:pt x="221449" y="0"/>
                  </a:lnTo>
                  <a:lnTo>
                    <a:pt x="221449" y="281292"/>
                  </a:lnTo>
                  <a:lnTo>
                    <a:pt x="292557" y="281292"/>
                  </a:lnTo>
                  <a:lnTo>
                    <a:pt x="292557" y="0"/>
                  </a:lnTo>
                  <a:close/>
                </a:path>
                <a:path w="846455" h="281304">
                  <a:moveTo>
                    <a:pt x="403275" y="0"/>
                  </a:moveTo>
                  <a:lnTo>
                    <a:pt x="332168" y="0"/>
                  </a:lnTo>
                  <a:lnTo>
                    <a:pt x="332168" y="281292"/>
                  </a:lnTo>
                  <a:lnTo>
                    <a:pt x="403275" y="281292"/>
                  </a:lnTo>
                  <a:lnTo>
                    <a:pt x="403275" y="0"/>
                  </a:lnTo>
                  <a:close/>
                </a:path>
                <a:path w="846455" h="281304">
                  <a:moveTo>
                    <a:pt x="513969" y="0"/>
                  </a:moveTo>
                  <a:lnTo>
                    <a:pt x="442861" y="0"/>
                  </a:lnTo>
                  <a:lnTo>
                    <a:pt x="442861" y="281292"/>
                  </a:lnTo>
                  <a:lnTo>
                    <a:pt x="513969" y="281292"/>
                  </a:lnTo>
                  <a:lnTo>
                    <a:pt x="513969" y="0"/>
                  </a:lnTo>
                  <a:close/>
                </a:path>
                <a:path w="846455" h="281304">
                  <a:moveTo>
                    <a:pt x="624674" y="0"/>
                  </a:moveTo>
                  <a:lnTo>
                    <a:pt x="553580" y="0"/>
                  </a:lnTo>
                  <a:lnTo>
                    <a:pt x="553580" y="281292"/>
                  </a:lnTo>
                  <a:lnTo>
                    <a:pt x="624674" y="281292"/>
                  </a:lnTo>
                  <a:lnTo>
                    <a:pt x="624674" y="0"/>
                  </a:lnTo>
                  <a:close/>
                </a:path>
                <a:path w="846455" h="281304">
                  <a:moveTo>
                    <a:pt x="735418" y="0"/>
                  </a:moveTo>
                  <a:lnTo>
                    <a:pt x="664286" y="0"/>
                  </a:lnTo>
                  <a:lnTo>
                    <a:pt x="664286" y="281292"/>
                  </a:lnTo>
                  <a:lnTo>
                    <a:pt x="735418" y="281292"/>
                  </a:lnTo>
                  <a:lnTo>
                    <a:pt x="735418" y="0"/>
                  </a:lnTo>
                  <a:close/>
                </a:path>
                <a:path w="846455" h="281304">
                  <a:moveTo>
                    <a:pt x="846137" y="0"/>
                  </a:moveTo>
                  <a:lnTo>
                    <a:pt x="775030" y="0"/>
                  </a:lnTo>
                  <a:lnTo>
                    <a:pt x="775030" y="281292"/>
                  </a:lnTo>
                  <a:lnTo>
                    <a:pt x="846137" y="281292"/>
                  </a:lnTo>
                  <a:lnTo>
                    <a:pt x="846137" y="0"/>
                  </a:lnTo>
                  <a:close/>
                </a:path>
              </a:pathLst>
            </a:custGeom>
            <a:solidFill>
              <a:srgbClr val="C5DD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 descr=""/>
            <p:cNvSpPr/>
            <p:nvPr/>
          </p:nvSpPr>
          <p:spPr>
            <a:xfrm>
              <a:off x="17868926" y="9407810"/>
              <a:ext cx="402590" cy="182880"/>
            </a:xfrm>
            <a:custGeom>
              <a:avLst/>
              <a:gdLst/>
              <a:ahLst/>
              <a:cxnLst/>
              <a:rect l="l" t="t" r="r" b="b"/>
              <a:pathLst>
                <a:path w="402590" h="182879">
                  <a:moveTo>
                    <a:pt x="184873" y="0"/>
                  </a:moveTo>
                  <a:lnTo>
                    <a:pt x="0" y="0"/>
                  </a:lnTo>
                  <a:lnTo>
                    <a:pt x="0" y="182854"/>
                  </a:lnTo>
                  <a:lnTo>
                    <a:pt x="184873" y="182854"/>
                  </a:lnTo>
                  <a:lnTo>
                    <a:pt x="184873" y="0"/>
                  </a:lnTo>
                  <a:close/>
                </a:path>
                <a:path w="402590" h="182879">
                  <a:moveTo>
                    <a:pt x="401993" y="0"/>
                  </a:moveTo>
                  <a:lnTo>
                    <a:pt x="217119" y="0"/>
                  </a:lnTo>
                  <a:lnTo>
                    <a:pt x="217119" y="182854"/>
                  </a:lnTo>
                  <a:lnTo>
                    <a:pt x="401993" y="182854"/>
                  </a:lnTo>
                  <a:lnTo>
                    <a:pt x="4019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 descr=""/>
            <p:cNvSpPr/>
            <p:nvPr/>
          </p:nvSpPr>
          <p:spPr>
            <a:xfrm>
              <a:off x="17881816" y="8409793"/>
              <a:ext cx="252729" cy="879475"/>
            </a:xfrm>
            <a:custGeom>
              <a:avLst/>
              <a:gdLst/>
              <a:ahLst/>
              <a:cxnLst/>
              <a:rect l="l" t="t" r="r" b="b"/>
              <a:pathLst>
                <a:path w="252730" h="879475">
                  <a:moveTo>
                    <a:pt x="252412" y="794689"/>
                  </a:moveTo>
                  <a:lnTo>
                    <a:pt x="0" y="794689"/>
                  </a:lnTo>
                  <a:lnTo>
                    <a:pt x="0" y="879030"/>
                  </a:lnTo>
                  <a:lnTo>
                    <a:pt x="252412" y="879030"/>
                  </a:lnTo>
                  <a:lnTo>
                    <a:pt x="252412" y="794689"/>
                  </a:lnTo>
                  <a:close/>
                </a:path>
                <a:path w="252730" h="879475">
                  <a:moveTo>
                    <a:pt x="252412" y="662216"/>
                  </a:moveTo>
                  <a:lnTo>
                    <a:pt x="0" y="662216"/>
                  </a:lnTo>
                  <a:lnTo>
                    <a:pt x="0" y="746607"/>
                  </a:lnTo>
                  <a:lnTo>
                    <a:pt x="252412" y="746607"/>
                  </a:lnTo>
                  <a:lnTo>
                    <a:pt x="252412" y="662216"/>
                  </a:lnTo>
                  <a:close/>
                </a:path>
                <a:path w="252730" h="879475">
                  <a:moveTo>
                    <a:pt x="252412" y="529755"/>
                  </a:moveTo>
                  <a:lnTo>
                    <a:pt x="0" y="529755"/>
                  </a:lnTo>
                  <a:lnTo>
                    <a:pt x="0" y="614159"/>
                  </a:lnTo>
                  <a:lnTo>
                    <a:pt x="252412" y="614159"/>
                  </a:lnTo>
                  <a:lnTo>
                    <a:pt x="252412" y="529755"/>
                  </a:lnTo>
                  <a:close/>
                </a:path>
                <a:path w="252730" h="879475">
                  <a:moveTo>
                    <a:pt x="252412" y="397332"/>
                  </a:moveTo>
                  <a:lnTo>
                    <a:pt x="0" y="397332"/>
                  </a:lnTo>
                  <a:lnTo>
                    <a:pt x="0" y="481685"/>
                  </a:lnTo>
                  <a:lnTo>
                    <a:pt x="252412" y="481685"/>
                  </a:lnTo>
                  <a:lnTo>
                    <a:pt x="252412" y="397332"/>
                  </a:lnTo>
                  <a:close/>
                </a:path>
                <a:path w="252730" h="879475">
                  <a:moveTo>
                    <a:pt x="252412" y="264871"/>
                  </a:moveTo>
                  <a:lnTo>
                    <a:pt x="0" y="264871"/>
                  </a:lnTo>
                  <a:lnTo>
                    <a:pt x="0" y="349250"/>
                  </a:lnTo>
                  <a:lnTo>
                    <a:pt x="252412" y="349250"/>
                  </a:lnTo>
                  <a:lnTo>
                    <a:pt x="252412" y="264871"/>
                  </a:lnTo>
                  <a:close/>
                </a:path>
                <a:path w="252730" h="879475">
                  <a:moveTo>
                    <a:pt x="252412" y="132461"/>
                  </a:moveTo>
                  <a:lnTo>
                    <a:pt x="0" y="132461"/>
                  </a:lnTo>
                  <a:lnTo>
                    <a:pt x="0" y="216814"/>
                  </a:lnTo>
                  <a:lnTo>
                    <a:pt x="252412" y="216814"/>
                  </a:lnTo>
                  <a:lnTo>
                    <a:pt x="252412" y="132461"/>
                  </a:lnTo>
                  <a:close/>
                </a:path>
                <a:path w="252730" h="879475">
                  <a:moveTo>
                    <a:pt x="252412" y="0"/>
                  </a:moveTo>
                  <a:lnTo>
                    <a:pt x="0" y="0"/>
                  </a:lnTo>
                  <a:lnTo>
                    <a:pt x="0" y="84340"/>
                  </a:lnTo>
                  <a:lnTo>
                    <a:pt x="252412" y="84340"/>
                  </a:lnTo>
                  <a:lnTo>
                    <a:pt x="252412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 descr=""/>
            <p:cNvSpPr/>
            <p:nvPr/>
          </p:nvSpPr>
          <p:spPr>
            <a:xfrm>
              <a:off x="16133306" y="7801374"/>
              <a:ext cx="1637030" cy="2309495"/>
            </a:xfrm>
            <a:custGeom>
              <a:avLst/>
              <a:gdLst/>
              <a:ahLst/>
              <a:cxnLst/>
              <a:rect l="l" t="t" r="r" b="b"/>
              <a:pathLst>
                <a:path w="1637030" h="2309495">
                  <a:moveTo>
                    <a:pt x="737108" y="1867141"/>
                  </a:moveTo>
                  <a:lnTo>
                    <a:pt x="708660" y="1867141"/>
                  </a:lnTo>
                  <a:lnTo>
                    <a:pt x="708660" y="1895081"/>
                  </a:lnTo>
                  <a:lnTo>
                    <a:pt x="708660" y="2095004"/>
                  </a:lnTo>
                  <a:lnTo>
                    <a:pt x="556387" y="2095004"/>
                  </a:lnTo>
                  <a:lnTo>
                    <a:pt x="556387" y="1895081"/>
                  </a:lnTo>
                  <a:lnTo>
                    <a:pt x="708660" y="1895081"/>
                  </a:lnTo>
                  <a:lnTo>
                    <a:pt x="708660" y="1867141"/>
                  </a:lnTo>
                  <a:lnTo>
                    <a:pt x="527939" y="1867141"/>
                  </a:lnTo>
                  <a:lnTo>
                    <a:pt x="527939" y="1895081"/>
                  </a:lnTo>
                  <a:lnTo>
                    <a:pt x="527939" y="2095004"/>
                  </a:lnTo>
                  <a:lnTo>
                    <a:pt x="375678" y="2095004"/>
                  </a:lnTo>
                  <a:lnTo>
                    <a:pt x="375678" y="1895081"/>
                  </a:lnTo>
                  <a:lnTo>
                    <a:pt x="527939" y="1895081"/>
                  </a:lnTo>
                  <a:lnTo>
                    <a:pt x="527939" y="1867141"/>
                  </a:lnTo>
                  <a:lnTo>
                    <a:pt x="347243" y="1867141"/>
                  </a:lnTo>
                  <a:lnTo>
                    <a:pt x="347243" y="1895081"/>
                  </a:lnTo>
                  <a:lnTo>
                    <a:pt x="347243" y="2095004"/>
                  </a:lnTo>
                  <a:lnTo>
                    <a:pt x="194957" y="2095004"/>
                  </a:lnTo>
                  <a:lnTo>
                    <a:pt x="194957" y="1895081"/>
                  </a:lnTo>
                  <a:lnTo>
                    <a:pt x="347243" y="1895081"/>
                  </a:lnTo>
                  <a:lnTo>
                    <a:pt x="347243" y="1867141"/>
                  </a:lnTo>
                  <a:lnTo>
                    <a:pt x="0" y="1867141"/>
                  </a:lnTo>
                  <a:lnTo>
                    <a:pt x="0" y="1895081"/>
                  </a:lnTo>
                  <a:lnTo>
                    <a:pt x="166509" y="1895081"/>
                  </a:lnTo>
                  <a:lnTo>
                    <a:pt x="166509" y="2095004"/>
                  </a:lnTo>
                  <a:lnTo>
                    <a:pt x="0" y="2095004"/>
                  </a:lnTo>
                  <a:lnTo>
                    <a:pt x="0" y="2123109"/>
                  </a:lnTo>
                  <a:lnTo>
                    <a:pt x="166509" y="2123109"/>
                  </a:lnTo>
                  <a:lnTo>
                    <a:pt x="166509" y="2309114"/>
                  </a:lnTo>
                  <a:lnTo>
                    <a:pt x="194957" y="2309114"/>
                  </a:lnTo>
                  <a:lnTo>
                    <a:pt x="194957" y="2123109"/>
                  </a:lnTo>
                  <a:lnTo>
                    <a:pt x="347243" y="2123109"/>
                  </a:lnTo>
                  <a:lnTo>
                    <a:pt x="347243" y="2309114"/>
                  </a:lnTo>
                  <a:lnTo>
                    <a:pt x="375678" y="2309114"/>
                  </a:lnTo>
                  <a:lnTo>
                    <a:pt x="375678" y="2123109"/>
                  </a:lnTo>
                  <a:lnTo>
                    <a:pt x="527939" y="2123109"/>
                  </a:lnTo>
                  <a:lnTo>
                    <a:pt x="527939" y="2309114"/>
                  </a:lnTo>
                  <a:lnTo>
                    <a:pt x="556387" y="2309114"/>
                  </a:lnTo>
                  <a:lnTo>
                    <a:pt x="556387" y="2123109"/>
                  </a:lnTo>
                  <a:lnTo>
                    <a:pt x="708660" y="2123109"/>
                  </a:lnTo>
                  <a:lnTo>
                    <a:pt x="708660" y="2309101"/>
                  </a:lnTo>
                  <a:lnTo>
                    <a:pt x="737108" y="2309101"/>
                  </a:lnTo>
                  <a:lnTo>
                    <a:pt x="737108" y="1895081"/>
                  </a:lnTo>
                  <a:lnTo>
                    <a:pt x="737108" y="1867141"/>
                  </a:lnTo>
                  <a:close/>
                </a:path>
                <a:path w="1637030" h="2309495">
                  <a:moveTo>
                    <a:pt x="985939" y="1554238"/>
                  </a:moveTo>
                  <a:lnTo>
                    <a:pt x="914831" y="1554238"/>
                  </a:lnTo>
                  <a:lnTo>
                    <a:pt x="914831" y="1737093"/>
                  </a:lnTo>
                  <a:lnTo>
                    <a:pt x="985939" y="1737093"/>
                  </a:lnTo>
                  <a:lnTo>
                    <a:pt x="985939" y="1554238"/>
                  </a:lnTo>
                  <a:close/>
                </a:path>
                <a:path w="1637030" h="2309495">
                  <a:moveTo>
                    <a:pt x="985939" y="1295247"/>
                  </a:moveTo>
                  <a:lnTo>
                    <a:pt x="914831" y="1295247"/>
                  </a:lnTo>
                  <a:lnTo>
                    <a:pt x="914831" y="1478051"/>
                  </a:lnTo>
                  <a:lnTo>
                    <a:pt x="985939" y="1478051"/>
                  </a:lnTo>
                  <a:lnTo>
                    <a:pt x="985939" y="1295247"/>
                  </a:lnTo>
                  <a:close/>
                </a:path>
                <a:path w="1637030" h="2309495">
                  <a:moveTo>
                    <a:pt x="985939" y="1036193"/>
                  </a:moveTo>
                  <a:lnTo>
                    <a:pt x="914831" y="1036193"/>
                  </a:lnTo>
                  <a:lnTo>
                    <a:pt x="914831" y="1219047"/>
                  </a:lnTo>
                  <a:lnTo>
                    <a:pt x="985939" y="1219047"/>
                  </a:lnTo>
                  <a:lnTo>
                    <a:pt x="985939" y="1036193"/>
                  </a:lnTo>
                  <a:close/>
                </a:path>
                <a:path w="1637030" h="2309495">
                  <a:moveTo>
                    <a:pt x="985939" y="777151"/>
                  </a:moveTo>
                  <a:lnTo>
                    <a:pt x="914831" y="777151"/>
                  </a:lnTo>
                  <a:lnTo>
                    <a:pt x="914831" y="959993"/>
                  </a:lnTo>
                  <a:lnTo>
                    <a:pt x="985939" y="959993"/>
                  </a:lnTo>
                  <a:lnTo>
                    <a:pt x="985939" y="777151"/>
                  </a:lnTo>
                  <a:close/>
                </a:path>
                <a:path w="1637030" h="2309495">
                  <a:moveTo>
                    <a:pt x="985939" y="518096"/>
                  </a:moveTo>
                  <a:lnTo>
                    <a:pt x="914831" y="518096"/>
                  </a:lnTo>
                  <a:lnTo>
                    <a:pt x="914831" y="700951"/>
                  </a:lnTo>
                  <a:lnTo>
                    <a:pt x="985939" y="700951"/>
                  </a:lnTo>
                  <a:lnTo>
                    <a:pt x="985939" y="518096"/>
                  </a:lnTo>
                  <a:close/>
                </a:path>
                <a:path w="1637030" h="2309495">
                  <a:moveTo>
                    <a:pt x="985939" y="259092"/>
                  </a:moveTo>
                  <a:lnTo>
                    <a:pt x="914831" y="259092"/>
                  </a:lnTo>
                  <a:lnTo>
                    <a:pt x="914831" y="441934"/>
                  </a:lnTo>
                  <a:lnTo>
                    <a:pt x="985939" y="441934"/>
                  </a:lnTo>
                  <a:lnTo>
                    <a:pt x="985939" y="259092"/>
                  </a:lnTo>
                  <a:close/>
                </a:path>
                <a:path w="1637030" h="2309495">
                  <a:moveTo>
                    <a:pt x="985939" y="50"/>
                  </a:moveTo>
                  <a:lnTo>
                    <a:pt x="914831" y="50"/>
                  </a:lnTo>
                  <a:lnTo>
                    <a:pt x="914831" y="182905"/>
                  </a:lnTo>
                  <a:lnTo>
                    <a:pt x="985939" y="182905"/>
                  </a:lnTo>
                  <a:lnTo>
                    <a:pt x="985939" y="50"/>
                  </a:lnTo>
                  <a:close/>
                </a:path>
                <a:path w="1637030" h="2309495">
                  <a:moveTo>
                    <a:pt x="1116050" y="777151"/>
                  </a:moveTo>
                  <a:lnTo>
                    <a:pt x="1044943" y="777151"/>
                  </a:lnTo>
                  <a:lnTo>
                    <a:pt x="1044943" y="959993"/>
                  </a:lnTo>
                  <a:lnTo>
                    <a:pt x="1116050" y="959993"/>
                  </a:lnTo>
                  <a:lnTo>
                    <a:pt x="1116050" y="777151"/>
                  </a:lnTo>
                  <a:close/>
                </a:path>
                <a:path w="1637030" h="2309495">
                  <a:moveTo>
                    <a:pt x="1116063" y="1554238"/>
                  </a:moveTo>
                  <a:lnTo>
                    <a:pt x="1044956" y="1554238"/>
                  </a:lnTo>
                  <a:lnTo>
                    <a:pt x="1044956" y="1737093"/>
                  </a:lnTo>
                  <a:lnTo>
                    <a:pt x="1116063" y="1737093"/>
                  </a:lnTo>
                  <a:lnTo>
                    <a:pt x="1116063" y="1554238"/>
                  </a:lnTo>
                  <a:close/>
                </a:path>
                <a:path w="1637030" h="2309495">
                  <a:moveTo>
                    <a:pt x="1116063" y="1295196"/>
                  </a:moveTo>
                  <a:lnTo>
                    <a:pt x="1044956" y="1295196"/>
                  </a:lnTo>
                  <a:lnTo>
                    <a:pt x="1044956" y="1478051"/>
                  </a:lnTo>
                  <a:lnTo>
                    <a:pt x="1116063" y="1478051"/>
                  </a:lnTo>
                  <a:lnTo>
                    <a:pt x="1116063" y="1295196"/>
                  </a:lnTo>
                  <a:close/>
                </a:path>
                <a:path w="1637030" h="2309495">
                  <a:moveTo>
                    <a:pt x="1116063" y="1036193"/>
                  </a:moveTo>
                  <a:lnTo>
                    <a:pt x="1044956" y="1036193"/>
                  </a:lnTo>
                  <a:lnTo>
                    <a:pt x="1044956" y="1219047"/>
                  </a:lnTo>
                  <a:lnTo>
                    <a:pt x="1116063" y="1219047"/>
                  </a:lnTo>
                  <a:lnTo>
                    <a:pt x="1116063" y="1036193"/>
                  </a:lnTo>
                  <a:close/>
                </a:path>
                <a:path w="1637030" h="2309495">
                  <a:moveTo>
                    <a:pt x="1116063" y="518096"/>
                  </a:moveTo>
                  <a:lnTo>
                    <a:pt x="1044956" y="518096"/>
                  </a:lnTo>
                  <a:lnTo>
                    <a:pt x="1044956" y="700951"/>
                  </a:lnTo>
                  <a:lnTo>
                    <a:pt x="1116063" y="700951"/>
                  </a:lnTo>
                  <a:lnTo>
                    <a:pt x="1116063" y="518096"/>
                  </a:lnTo>
                  <a:close/>
                </a:path>
                <a:path w="1637030" h="2309495">
                  <a:moveTo>
                    <a:pt x="1116063" y="259092"/>
                  </a:moveTo>
                  <a:lnTo>
                    <a:pt x="1044956" y="259092"/>
                  </a:lnTo>
                  <a:lnTo>
                    <a:pt x="1044956" y="441934"/>
                  </a:lnTo>
                  <a:lnTo>
                    <a:pt x="1116063" y="441934"/>
                  </a:lnTo>
                  <a:lnTo>
                    <a:pt x="1116063" y="259092"/>
                  </a:lnTo>
                  <a:close/>
                </a:path>
                <a:path w="1637030" h="2309495">
                  <a:moveTo>
                    <a:pt x="1116063" y="0"/>
                  </a:moveTo>
                  <a:lnTo>
                    <a:pt x="1044956" y="0"/>
                  </a:lnTo>
                  <a:lnTo>
                    <a:pt x="1044956" y="182905"/>
                  </a:lnTo>
                  <a:lnTo>
                    <a:pt x="1116063" y="182905"/>
                  </a:lnTo>
                  <a:lnTo>
                    <a:pt x="1116063" y="0"/>
                  </a:lnTo>
                  <a:close/>
                </a:path>
                <a:path w="1637030" h="2309495">
                  <a:moveTo>
                    <a:pt x="1246187" y="1554238"/>
                  </a:moveTo>
                  <a:lnTo>
                    <a:pt x="1175080" y="1554238"/>
                  </a:lnTo>
                  <a:lnTo>
                    <a:pt x="1175080" y="1737093"/>
                  </a:lnTo>
                  <a:lnTo>
                    <a:pt x="1246187" y="1737093"/>
                  </a:lnTo>
                  <a:lnTo>
                    <a:pt x="1246187" y="1554238"/>
                  </a:lnTo>
                  <a:close/>
                </a:path>
                <a:path w="1637030" h="2309495">
                  <a:moveTo>
                    <a:pt x="1246187" y="1295247"/>
                  </a:moveTo>
                  <a:lnTo>
                    <a:pt x="1175080" y="1295247"/>
                  </a:lnTo>
                  <a:lnTo>
                    <a:pt x="1175080" y="1478051"/>
                  </a:lnTo>
                  <a:lnTo>
                    <a:pt x="1246187" y="1478051"/>
                  </a:lnTo>
                  <a:lnTo>
                    <a:pt x="1246187" y="1295247"/>
                  </a:lnTo>
                  <a:close/>
                </a:path>
                <a:path w="1637030" h="2309495">
                  <a:moveTo>
                    <a:pt x="1246187" y="1036193"/>
                  </a:moveTo>
                  <a:lnTo>
                    <a:pt x="1175080" y="1036193"/>
                  </a:lnTo>
                  <a:lnTo>
                    <a:pt x="1175080" y="1219047"/>
                  </a:lnTo>
                  <a:lnTo>
                    <a:pt x="1246187" y="1219047"/>
                  </a:lnTo>
                  <a:lnTo>
                    <a:pt x="1246187" y="1036193"/>
                  </a:lnTo>
                  <a:close/>
                </a:path>
                <a:path w="1637030" h="2309495">
                  <a:moveTo>
                    <a:pt x="1246187" y="777151"/>
                  </a:moveTo>
                  <a:lnTo>
                    <a:pt x="1175080" y="777151"/>
                  </a:lnTo>
                  <a:lnTo>
                    <a:pt x="1175080" y="959993"/>
                  </a:lnTo>
                  <a:lnTo>
                    <a:pt x="1246187" y="959993"/>
                  </a:lnTo>
                  <a:lnTo>
                    <a:pt x="1246187" y="777151"/>
                  </a:lnTo>
                  <a:close/>
                </a:path>
                <a:path w="1637030" h="2309495">
                  <a:moveTo>
                    <a:pt x="1246187" y="518096"/>
                  </a:moveTo>
                  <a:lnTo>
                    <a:pt x="1175080" y="518096"/>
                  </a:lnTo>
                  <a:lnTo>
                    <a:pt x="1175080" y="700951"/>
                  </a:lnTo>
                  <a:lnTo>
                    <a:pt x="1246187" y="700951"/>
                  </a:lnTo>
                  <a:lnTo>
                    <a:pt x="1246187" y="518096"/>
                  </a:lnTo>
                  <a:close/>
                </a:path>
                <a:path w="1637030" h="2309495">
                  <a:moveTo>
                    <a:pt x="1246187" y="259092"/>
                  </a:moveTo>
                  <a:lnTo>
                    <a:pt x="1175080" y="259092"/>
                  </a:lnTo>
                  <a:lnTo>
                    <a:pt x="1175080" y="441934"/>
                  </a:lnTo>
                  <a:lnTo>
                    <a:pt x="1246187" y="441934"/>
                  </a:lnTo>
                  <a:lnTo>
                    <a:pt x="1246187" y="259092"/>
                  </a:lnTo>
                  <a:close/>
                </a:path>
                <a:path w="1637030" h="2309495">
                  <a:moveTo>
                    <a:pt x="1246187" y="50"/>
                  </a:moveTo>
                  <a:lnTo>
                    <a:pt x="1175080" y="50"/>
                  </a:lnTo>
                  <a:lnTo>
                    <a:pt x="1175080" y="182905"/>
                  </a:lnTo>
                  <a:lnTo>
                    <a:pt x="1246187" y="182905"/>
                  </a:lnTo>
                  <a:lnTo>
                    <a:pt x="1246187" y="50"/>
                  </a:lnTo>
                  <a:close/>
                </a:path>
                <a:path w="1637030" h="2309495">
                  <a:moveTo>
                    <a:pt x="1376286" y="1554238"/>
                  </a:moveTo>
                  <a:lnTo>
                    <a:pt x="1305179" y="1554238"/>
                  </a:lnTo>
                  <a:lnTo>
                    <a:pt x="1305179" y="1737093"/>
                  </a:lnTo>
                  <a:lnTo>
                    <a:pt x="1376286" y="1737093"/>
                  </a:lnTo>
                  <a:lnTo>
                    <a:pt x="1376286" y="1554238"/>
                  </a:lnTo>
                  <a:close/>
                </a:path>
                <a:path w="1637030" h="2309495">
                  <a:moveTo>
                    <a:pt x="1376286" y="1295247"/>
                  </a:moveTo>
                  <a:lnTo>
                    <a:pt x="1305179" y="1295247"/>
                  </a:lnTo>
                  <a:lnTo>
                    <a:pt x="1305179" y="1478051"/>
                  </a:lnTo>
                  <a:lnTo>
                    <a:pt x="1376286" y="1478051"/>
                  </a:lnTo>
                  <a:lnTo>
                    <a:pt x="1376286" y="1295247"/>
                  </a:lnTo>
                  <a:close/>
                </a:path>
                <a:path w="1637030" h="2309495">
                  <a:moveTo>
                    <a:pt x="1376286" y="1036193"/>
                  </a:moveTo>
                  <a:lnTo>
                    <a:pt x="1305179" y="1036193"/>
                  </a:lnTo>
                  <a:lnTo>
                    <a:pt x="1305179" y="1219047"/>
                  </a:lnTo>
                  <a:lnTo>
                    <a:pt x="1376286" y="1219047"/>
                  </a:lnTo>
                  <a:lnTo>
                    <a:pt x="1376286" y="1036193"/>
                  </a:lnTo>
                  <a:close/>
                </a:path>
                <a:path w="1637030" h="2309495">
                  <a:moveTo>
                    <a:pt x="1376286" y="777151"/>
                  </a:moveTo>
                  <a:lnTo>
                    <a:pt x="1305179" y="777151"/>
                  </a:lnTo>
                  <a:lnTo>
                    <a:pt x="1305179" y="959993"/>
                  </a:lnTo>
                  <a:lnTo>
                    <a:pt x="1376286" y="959993"/>
                  </a:lnTo>
                  <a:lnTo>
                    <a:pt x="1376286" y="777151"/>
                  </a:lnTo>
                  <a:close/>
                </a:path>
                <a:path w="1637030" h="2309495">
                  <a:moveTo>
                    <a:pt x="1376286" y="518096"/>
                  </a:moveTo>
                  <a:lnTo>
                    <a:pt x="1305179" y="518096"/>
                  </a:lnTo>
                  <a:lnTo>
                    <a:pt x="1305179" y="700951"/>
                  </a:lnTo>
                  <a:lnTo>
                    <a:pt x="1376286" y="700951"/>
                  </a:lnTo>
                  <a:lnTo>
                    <a:pt x="1376286" y="518096"/>
                  </a:lnTo>
                  <a:close/>
                </a:path>
                <a:path w="1637030" h="2309495">
                  <a:moveTo>
                    <a:pt x="1376286" y="259092"/>
                  </a:moveTo>
                  <a:lnTo>
                    <a:pt x="1305179" y="259092"/>
                  </a:lnTo>
                  <a:lnTo>
                    <a:pt x="1305179" y="441934"/>
                  </a:lnTo>
                  <a:lnTo>
                    <a:pt x="1376286" y="441934"/>
                  </a:lnTo>
                  <a:lnTo>
                    <a:pt x="1376286" y="259092"/>
                  </a:lnTo>
                  <a:close/>
                </a:path>
                <a:path w="1637030" h="2309495">
                  <a:moveTo>
                    <a:pt x="1376286" y="50"/>
                  </a:moveTo>
                  <a:lnTo>
                    <a:pt x="1305179" y="50"/>
                  </a:lnTo>
                  <a:lnTo>
                    <a:pt x="1305179" y="182905"/>
                  </a:lnTo>
                  <a:lnTo>
                    <a:pt x="1376286" y="182905"/>
                  </a:lnTo>
                  <a:lnTo>
                    <a:pt x="1376286" y="50"/>
                  </a:lnTo>
                  <a:close/>
                </a:path>
                <a:path w="1637030" h="2309495">
                  <a:moveTo>
                    <a:pt x="1506385" y="777151"/>
                  </a:moveTo>
                  <a:lnTo>
                    <a:pt x="1435277" y="777151"/>
                  </a:lnTo>
                  <a:lnTo>
                    <a:pt x="1435277" y="959993"/>
                  </a:lnTo>
                  <a:lnTo>
                    <a:pt x="1506385" y="959993"/>
                  </a:lnTo>
                  <a:lnTo>
                    <a:pt x="1506385" y="777151"/>
                  </a:lnTo>
                  <a:close/>
                </a:path>
                <a:path w="1637030" h="2309495">
                  <a:moveTo>
                    <a:pt x="1506397" y="1554238"/>
                  </a:moveTo>
                  <a:lnTo>
                    <a:pt x="1435290" y="1554238"/>
                  </a:lnTo>
                  <a:lnTo>
                    <a:pt x="1435290" y="1737093"/>
                  </a:lnTo>
                  <a:lnTo>
                    <a:pt x="1506397" y="1737093"/>
                  </a:lnTo>
                  <a:lnTo>
                    <a:pt x="1506397" y="1554238"/>
                  </a:lnTo>
                  <a:close/>
                </a:path>
                <a:path w="1637030" h="2309495">
                  <a:moveTo>
                    <a:pt x="1506397" y="1295196"/>
                  </a:moveTo>
                  <a:lnTo>
                    <a:pt x="1435290" y="1295196"/>
                  </a:lnTo>
                  <a:lnTo>
                    <a:pt x="1435290" y="1478051"/>
                  </a:lnTo>
                  <a:lnTo>
                    <a:pt x="1506397" y="1478051"/>
                  </a:lnTo>
                  <a:lnTo>
                    <a:pt x="1506397" y="1295196"/>
                  </a:lnTo>
                  <a:close/>
                </a:path>
                <a:path w="1637030" h="2309495">
                  <a:moveTo>
                    <a:pt x="1506397" y="1036193"/>
                  </a:moveTo>
                  <a:lnTo>
                    <a:pt x="1435290" y="1036193"/>
                  </a:lnTo>
                  <a:lnTo>
                    <a:pt x="1435290" y="1219047"/>
                  </a:lnTo>
                  <a:lnTo>
                    <a:pt x="1506397" y="1219047"/>
                  </a:lnTo>
                  <a:lnTo>
                    <a:pt x="1506397" y="1036193"/>
                  </a:lnTo>
                  <a:close/>
                </a:path>
                <a:path w="1637030" h="2309495">
                  <a:moveTo>
                    <a:pt x="1506397" y="518096"/>
                  </a:moveTo>
                  <a:lnTo>
                    <a:pt x="1435290" y="518096"/>
                  </a:lnTo>
                  <a:lnTo>
                    <a:pt x="1435290" y="700951"/>
                  </a:lnTo>
                  <a:lnTo>
                    <a:pt x="1506397" y="700951"/>
                  </a:lnTo>
                  <a:lnTo>
                    <a:pt x="1506397" y="518096"/>
                  </a:lnTo>
                  <a:close/>
                </a:path>
                <a:path w="1637030" h="2309495">
                  <a:moveTo>
                    <a:pt x="1506397" y="259092"/>
                  </a:moveTo>
                  <a:lnTo>
                    <a:pt x="1435290" y="259092"/>
                  </a:lnTo>
                  <a:lnTo>
                    <a:pt x="1435290" y="441934"/>
                  </a:lnTo>
                  <a:lnTo>
                    <a:pt x="1506397" y="441934"/>
                  </a:lnTo>
                  <a:lnTo>
                    <a:pt x="1506397" y="259092"/>
                  </a:lnTo>
                  <a:close/>
                </a:path>
                <a:path w="1637030" h="2309495">
                  <a:moveTo>
                    <a:pt x="1506397" y="0"/>
                  </a:moveTo>
                  <a:lnTo>
                    <a:pt x="1435290" y="0"/>
                  </a:lnTo>
                  <a:lnTo>
                    <a:pt x="1435290" y="182905"/>
                  </a:lnTo>
                  <a:lnTo>
                    <a:pt x="1506397" y="182905"/>
                  </a:lnTo>
                  <a:lnTo>
                    <a:pt x="1506397" y="0"/>
                  </a:lnTo>
                  <a:close/>
                </a:path>
                <a:path w="1637030" h="2309495">
                  <a:moveTo>
                    <a:pt x="1636534" y="1554238"/>
                  </a:moveTo>
                  <a:lnTo>
                    <a:pt x="1565427" y="1554238"/>
                  </a:lnTo>
                  <a:lnTo>
                    <a:pt x="1565427" y="1737093"/>
                  </a:lnTo>
                  <a:lnTo>
                    <a:pt x="1636534" y="1737093"/>
                  </a:lnTo>
                  <a:lnTo>
                    <a:pt x="1636534" y="1554238"/>
                  </a:lnTo>
                  <a:close/>
                </a:path>
                <a:path w="1637030" h="2309495">
                  <a:moveTo>
                    <a:pt x="1636534" y="1295247"/>
                  </a:moveTo>
                  <a:lnTo>
                    <a:pt x="1565427" y="1295247"/>
                  </a:lnTo>
                  <a:lnTo>
                    <a:pt x="1565427" y="1478051"/>
                  </a:lnTo>
                  <a:lnTo>
                    <a:pt x="1636534" y="1478051"/>
                  </a:lnTo>
                  <a:lnTo>
                    <a:pt x="1636534" y="1295247"/>
                  </a:lnTo>
                  <a:close/>
                </a:path>
                <a:path w="1637030" h="2309495">
                  <a:moveTo>
                    <a:pt x="1636534" y="1036193"/>
                  </a:moveTo>
                  <a:lnTo>
                    <a:pt x="1565427" y="1036193"/>
                  </a:lnTo>
                  <a:lnTo>
                    <a:pt x="1565427" y="1219047"/>
                  </a:lnTo>
                  <a:lnTo>
                    <a:pt x="1636534" y="1219047"/>
                  </a:lnTo>
                  <a:lnTo>
                    <a:pt x="1636534" y="1036193"/>
                  </a:lnTo>
                  <a:close/>
                </a:path>
                <a:path w="1637030" h="2309495">
                  <a:moveTo>
                    <a:pt x="1636534" y="777151"/>
                  </a:moveTo>
                  <a:lnTo>
                    <a:pt x="1565427" y="777151"/>
                  </a:lnTo>
                  <a:lnTo>
                    <a:pt x="1565427" y="959993"/>
                  </a:lnTo>
                  <a:lnTo>
                    <a:pt x="1636534" y="959993"/>
                  </a:lnTo>
                  <a:lnTo>
                    <a:pt x="1636534" y="777151"/>
                  </a:lnTo>
                  <a:close/>
                </a:path>
                <a:path w="1637030" h="2309495">
                  <a:moveTo>
                    <a:pt x="1636534" y="518096"/>
                  </a:moveTo>
                  <a:lnTo>
                    <a:pt x="1565427" y="518096"/>
                  </a:lnTo>
                  <a:lnTo>
                    <a:pt x="1565427" y="700951"/>
                  </a:lnTo>
                  <a:lnTo>
                    <a:pt x="1636534" y="700951"/>
                  </a:lnTo>
                  <a:lnTo>
                    <a:pt x="1636534" y="518096"/>
                  </a:lnTo>
                  <a:close/>
                </a:path>
                <a:path w="1637030" h="2309495">
                  <a:moveTo>
                    <a:pt x="1636534" y="259092"/>
                  </a:moveTo>
                  <a:lnTo>
                    <a:pt x="1565427" y="259092"/>
                  </a:lnTo>
                  <a:lnTo>
                    <a:pt x="1565427" y="441934"/>
                  </a:lnTo>
                  <a:lnTo>
                    <a:pt x="1636534" y="441934"/>
                  </a:lnTo>
                  <a:lnTo>
                    <a:pt x="1636534" y="259092"/>
                  </a:lnTo>
                  <a:close/>
                </a:path>
                <a:path w="1637030" h="2309495">
                  <a:moveTo>
                    <a:pt x="1636534" y="50"/>
                  </a:moveTo>
                  <a:lnTo>
                    <a:pt x="1565427" y="50"/>
                  </a:lnTo>
                  <a:lnTo>
                    <a:pt x="1565427" y="182905"/>
                  </a:lnTo>
                  <a:lnTo>
                    <a:pt x="1636534" y="182905"/>
                  </a:lnTo>
                  <a:lnTo>
                    <a:pt x="1636534" y="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 descr=""/>
            <p:cNvSpPr/>
            <p:nvPr/>
          </p:nvSpPr>
          <p:spPr>
            <a:xfrm>
              <a:off x="16043239" y="10110477"/>
              <a:ext cx="2578735" cy="56515"/>
            </a:xfrm>
            <a:custGeom>
              <a:avLst/>
              <a:gdLst/>
              <a:ahLst/>
              <a:cxnLst/>
              <a:rect l="l" t="t" r="r" b="b"/>
              <a:pathLst>
                <a:path w="2578734" h="56515">
                  <a:moveTo>
                    <a:pt x="2578633" y="0"/>
                  </a:moveTo>
                  <a:lnTo>
                    <a:pt x="0" y="0"/>
                  </a:lnTo>
                  <a:lnTo>
                    <a:pt x="0" y="56270"/>
                  </a:lnTo>
                  <a:lnTo>
                    <a:pt x="2578633" y="56270"/>
                  </a:lnTo>
                  <a:lnTo>
                    <a:pt x="2578633" y="0"/>
                  </a:lnTo>
                  <a:close/>
                </a:path>
              </a:pathLst>
            </a:custGeom>
            <a:solidFill>
              <a:srgbClr val="8ECEA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0" name="object 250" descr=""/>
          <p:cNvGrpSpPr/>
          <p:nvPr/>
        </p:nvGrpSpPr>
        <p:grpSpPr>
          <a:xfrm>
            <a:off x="12923742" y="7589245"/>
            <a:ext cx="2578735" cy="2577465"/>
            <a:chOff x="12923742" y="7589245"/>
            <a:chExt cx="2578735" cy="2577465"/>
          </a:xfrm>
        </p:grpSpPr>
        <p:sp>
          <p:nvSpPr>
            <p:cNvPr id="251" name="object 251" descr=""/>
            <p:cNvSpPr/>
            <p:nvPr/>
          </p:nvSpPr>
          <p:spPr>
            <a:xfrm>
              <a:off x="13715320" y="7944396"/>
              <a:ext cx="820419" cy="2166620"/>
            </a:xfrm>
            <a:custGeom>
              <a:avLst/>
              <a:gdLst/>
              <a:ahLst/>
              <a:cxnLst/>
              <a:rect l="l" t="t" r="r" b="b"/>
              <a:pathLst>
                <a:path w="820419" h="2166620">
                  <a:moveTo>
                    <a:pt x="0" y="2166059"/>
                  </a:moveTo>
                  <a:lnTo>
                    <a:pt x="820069" y="2166059"/>
                  </a:lnTo>
                  <a:lnTo>
                    <a:pt x="820069" y="0"/>
                  </a:lnTo>
                  <a:lnTo>
                    <a:pt x="0" y="0"/>
                  </a:lnTo>
                  <a:lnTo>
                    <a:pt x="0" y="2166059"/>
                  </a:lnTo>
                  <a:close/>
                </a:path>
              </a:pathLst>
            </a:custGeom>
            <a:solidFill>
              <a:srgbClr val="BAED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 descr=""/>
            <p:cNvSpPr/>
            <p:nvPr/>
          </p:nvSpPr>
          <p:spPr>
            <a:xfrm>
              <a:off x="12999573" y="9407189"/>
              <a:ext cx="983615" cy="703580"/>
            </a:xfrm>
            <a:custGeom>
              <a:avLst/>
              <a:gdLst/>
              <a:ahLst/>
              <a:cxnLst/>
              <a:rect l="l" t="t" r="r" b="b"/>
              <a:pathLst>
                <a:path w="983615" h="703579">
                  <a:moveTo>
                    <a:pt x="0" y="703266"/>
                  </a:moveTo>
                  <a:lnTo>
                    <a:pt x="982996" y="703266"/>
                  </a:lnTo>
                  <a:lnTo>
                    <a:pt x="982996" y="0"/>
                  </a:lnTo>
                  <a:lnTo>
                    <a:pt x="0" y="0"/>
                  </a:lnTo>
                  <a:lnTo>
                    <a:pt x="0" y="703266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 descr=""/>
            <p:cNvSpPr/>
            <p:nvPr/>
          </p:nvSpPr>
          <p:spPr>
            <a:xfrm>
              <a:off x="13475958" y="8685155"/>
              <a:ext cx="1931670" cy="1425575"/>
            </a:xfrm>
            <a:custGeom>
              <a:avLst/>
              <a:gdLst/>
              <a:ahLst/>
              <a:cxnLst/>
              <a:rect l="l" t="t" r="r" b="b"/>
              <a:pathLst>
                <a:path w="1931669" h="1425575">
                  <a:moveTo>
                    <a:pt x="239356" y="0"/>
                  </a:moveTo>
                  <a:lnTo>
                    <a:pt x="0" y="182841"/>
                  </a:lnTo>
                  <a:lnTo>
                    <a:pt x="0" y="722033"/>
                  </a:lnTo>
                  <a:lnTo>
                    <a:pt x="239356" y="722033"/>
                  </a:lnTo>
                  <a:lnTo>
                    <a:pt x="239356" y="0"/>
                  </a:lnTo>
                  <a:close/>
                </a:path>
                <a:path w="1931669" h="1425575">
                  <a:moveTo>
                    <a:pt x="1931593" y="281317"/>
                  </a:moveTo>
                  <a:lnTo>
                    <a:pt x="1059421" y="281317"/>
                  </a:lnTo>
                  <a:lnTo>
                    <a:pt x="1059421" y="1425308"/>
                  </a:lnTo>
                  <a:lnTo>
                    <a:pt x="1931593" y="1425308"/>
                  </a:lnTo>
                  <a:lnTo>
                    <a:pt x="1931593" y="281317"/>
                  </a:lnTo>
                  <a:close/>
                </a:path>
              </a:pathLst>
            </a:custGeom>
            <a:solidFill>
              <a:srgbClr val="ACDB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 descr=""/>
            <p:cNvSpPr/>
            <p:nvPr/>
          </p:nvSpPr>
          <p:spPr>
            <a:xfrm>
              <a:off x="13812480" y="7862378"/>
              <a:ext cx="626110" cy="82550"/>
            </a:xfrm>
            <a:custGeom>
              <a:avLst/>
              <a:gdLst/>
              <a:ahLst/>
              <a:cxnLst/>
              <a:rect l="l" t="t" r="r" b="b"/>
              <a:pathLst>
                <a:path w="626109" h="82550">
                  <a:moveTo>
                    <a:pt x="625729" y="0"/>
                  </a:moveTo>
                  <a:lnTo>
                    <a:pt x="0" y="0"/>
                  </a:lnTo>
                  <a:lnTo>
                    <a:pt x="0" y="82018"/>
                  </a:lnTo>
                  <a:lnTo>
                    <a:pt x="625729" y="82018"/>
                  </a:lnTo>
                  <a:lnTo>
                    <a:pt x="625729" y="0"/>
                  </a:lnTo>
                  <a:close/>
                </a:path>
              </a:pathLst>
            </a:custGeom>
            <a:solidFill>
              <a:srgbClr val="C5DD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 descr=""/>
            <p:cNvSpPr/>
            <p:nvPr/>
          </p:nvSpPr>
          <p:spPr>
            <a:xfrm>
              <a:off x="13956486" y="7647829"/>
              <a:ext cx="337820" cy="214629"/>
            </a:xfrm>
            <a:custGeom>
              <a:avLst/>
              <a:gdLst/>
              <a:ahLst/>
              <a:cxnLst/>
              <a:rect l="l" t="t" r="r" b="b"/>
              <a:pathLst>
                <a:path w="337819" h="214629">
                  <a:moveTo>
                    <a:pt x="337727" y="0"/>
                  </a:moveTo>
                  <a:lnTo>
                    <a:pt x="0" y="0"/>
                  </a:lnTo>
                  <a:lnTo>
                    <a:pt x="0" y="214537"/>
                  </a:lnTo>
                  <a:lnTo>
                    <a:pt x="337727" y="214537"/>
                  </a:lnTo>
                  <a:lnTo>
                    <a:pt x="337727" y="0"/>
                  </a:lnTo>
                  <a:close/>
                </a:path>
              </a:pathLst>
            </a:custGeom>
            <a:solidFill>
              <a:srgbClr val="BAED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 descr=""/>
            <p:cNvSpPr/>
            <p:nvPr/>
          </p:nvSpPr>
          <p:spPr>
            <a:xfrm>
              <a:off x="13918403" y="7589245"/>
              <a:ext cx="414020" cy="59055"/>
            </a:xfrm>
            <a:custGeom>
              <a:avLst/>
              <a:gdLst/>
              <a:ahLst/>
              <a:cxnLst/>
              <a:rect l="l" t="t" r="r" b="b"/>
              <a:pathLst>
                <a:path w="414019" h="59054">
                  <a:moveTo>
                    <a:pt x="413903" y="0"/>
                  </a:moveTo>
                  <a:lnTo>
                    <a:pt x="0" y="0"/>
                  </a:lnTo>
                  <a:lnTo>
                    <a:pt x="0" y="58595"/>
                  </a:lnTo>
                  <a:lnTo>
                    <a:pt x="413903" y="58595"/>
                  </a:lnTo>
                  <a:lnTo>
                    <a:pt x="413903" y="0"/>
                  </a:lnTo>
                  <a:close/>
                </a:path>
              </a:pathLst>
            </a:custGeom>
            <a:solidFill>
              <a:srgbClr val="C5DD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 descr=""/>
            <p:cNvSpPr/>
            <p:nvPr/>
          </p:nvSpPr>
          <p:spPr>
            <a:xfrm>
              <a:off x="13052908" y="9450571"/>
              <a:ext cx="876935" cy="660400"/>
            </a:xfrm>
            <a:custGeom>
              <a:avLst/>
              <a:gdLst/>
              <a:ahLst/>
              <a:cxnLst/>
              <a:rect l="l" t="t" r="r" b="b"/>
              <a:pathLst>
                <a:path w="876934" h="660400">
                  <a:moveTo>
                    <a:pt x="396379" y="290106"/>
                  </a:moveTo>
                  <a:lnTo>
                    <a:pt x="0" y="290106"/>
                  </a:lnTo>
                  <a:lnTo>
                    <a:pt x="0" y="374484"/>
                  </a:lnTo>
                  <a:lnTo>
                    <a:pt x="396379" y="374484"/>
                  </a:lnTo>
                  <a:lnTo>
                    <a:pt x="396379" y="290106"/>
                  </a:lnTo>
                  <a:close/>
                </a:path>
                <a:path w="876934" h="660400">
                  <a:moveTo>
                    <a:pt x="396379" y="145034"/>
                  </a:moveTo>
                  <a:lnTo>
                    <a:pt x="0" y="145034"/>
                  </a:lnTo>
                  <a:lnTo>
                    <a:pt x="0" y="229438"/>
                  </a:lnTo>
                  <a:lnTo>
                    <a:pt x="396379" y="229438"/>
                  </a:lnTo>
                  <a:lnTo>
                    <a:pt x="396379" y="145034"/>
                  </a:lnTo>
                  <a:close/>
                </a:path>
                <a:path w="876934" h="660400">
                  <a:moveTo>
                    <a:pt x="396379" y="0"/>
                  </a:moveTo>
                  <a:lnTo>
                    <a:pt x="0" y="0"/>
                  </a:lnTo>
                  <a:lnTo>
                    <a:pt x="0" y="84378"/>
                  </a:lnTo>
                  <a:lnTo>
                    <a:pt x="396379" y="84378"/>
                  </a:lnTo>
                  <a:lnTo>
                    <a:pt x="396379" y="0"/>
                  </a:lnTo>
                  <a:close/>
                </a:path>
                <a:path w="876934" h="660400">
                  <a:moveTo>
                    <a:pt x="506590" y="416077"/>
                  </a:moveTo>
                  <a:lnTo>
                    <a:pt x="339496" y="416077"/>
                  </a:lnTo>
                  <a:lnTo>
                    <a:pt x="339496" y="659892"/>
                  </a:lnTo>
                  <a:lnTo>
                    <a:pt x="506590" y="659892"/>
                  </a:lnTo>
                  <a:lnTo>
                    <a:pt x="506590" y="416077"/>
                  </a:lnTo>
                  <a:close/>
                </a:path>
                <a:path w="876934" h="660400">
                  <a:moveTo>
                    <a:pt x="876338" y="290106"/>
                  </a:moveTo>
                  <a:lnTo>
                    <a:pt x="479933" y="290106"/>
                  </a:lnTo>
                  <a:lnTo>
                    <a:pt x="479933" y="374484"/>
                  </a:lnTo>
                  <a:lnTo>
                    <a:pt x="876338" y="374484"/>
                  </a:lnTo>
                  <a:lnTo>
                    <a:pt x="876338" y="290106"/>
                  </a:lnTo>
                  <a:close/>
                </a:path>
                <a:path w="876934" h="660400">
                  <a:moveTo>
                    <a:pt x="876338" y="145034"/>
                  </a:moveTo>
                  <a:lnTo>
                    <a:pt x="479933" y="145034"/>
                  </a:lnTo>
                  <a:lnTo>
                    <a:pt x="479933" y="229438"/>
                  </a:lnTo>
                  <a:lnTo>
                    <a:pt x="876338" y="229438"/>
                  </a:lnTo>
                  <a:lnTo>
                    <a:pt x="876338" y="145034"/>
                  </a:lnTo>
                  <a:close/>
                </a:path>
                <a:path w="876934" h="660400">
                  <a:moveTo>
                    <a:pt x="876338" y="0"/>
                  </a:moveTo>
                  <a:lnTo>
                    <a:pt x="479933" y="0"/>
                  </a:lnTo>
                  <a:lnTo>
                    <a:pt x="479933" y="84378"/>
                  </a:lnTo>
                  <a:lnTo>
                    <a:pt x="876338" y="84378"/>
                  </a:lnTo>
                  <a:lnTo>
                    <a:pt x="876338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 descr=""/>
            <p:cNvSpPr/>
            <p:nvPr/>
          </p:nvSpPr>
          <p:spPr>
            <a:xfrm>
              <a:off x="13771601" y="7998300"/>
              <a:ext cx="708025" cy="1737995"/>
            </a:xfrm>
            <a:custGeom>
              <a:avLst/>
              <a:gdLst/>
              <a:ahLst/>
              <a:cxnLst/>
              <a:rect l="l" t="t" r="r" b="b"/>
              <a:pathLst>
                <a:path w="708025" h="1737995">
                  <a:moveTo>
                    <a:pt x="184873" y="1140942"/>
                  </a:moveTo>
                  <a:lnTo>
                    <a:pt x="0" y="1140942"/>
                  </a:lnTo>
                  <a:lnTo>
                    <a:pt x="0" y="1281582"/>
                  </a:lnTo>
                  <a:lnTo>
                    <a:pt x="184873" y="1281582"/>
                  </a:lnTo>
                  <a:lnTo>
                    <a:pt x="184873" y="1140942"/>
                  </a:lnTo>
                  <a:close/>
                </a:path>
                <a:path w="708025" h="1737995">
                  <a:moveTo>
                    <a:pt x="184873" y="912761"/>
                  </a:moveTo>
                  <a:lnTo>
                    <a:pt x="0" y="912761"/>
                  </a:lnTo>
                  <a:lnTo>
                    <a:pt x="0" y="1053414"/>
                  </a:lnTo>
                  <a:lnTo>
                    <a:pt x="184873" y="1053414"/>
                  </a:lnTo>
                  <a:lnTo>
                    <a:pt x="184873" y="912761"/>
                  </a:lnTo>
                  <a:close/>
                </a:path>
                <a:path w="708025" h="1737995">
                  <a:moveTo>
                    <a:pt x="184873" y="684555"/>
                  </a:moveTo>
                  <a:lnTo>
                    <a:pt x="0" y="684555"/>
                  </a:lnTo>
                  <a:lnTo>
                    <a:pt x="0" y="825207"/>
                  </a:lnTo>
                  <a:lnTo>
                    <a:pt x="184873" y="825207"/>
                  </a:lnTo>
                  <a:lnTo>
                    <a:pt x="184873" y="684555"/>
                  </a:lnTo>
                  <a:close/>
                </a:path>
                <a:path w="708025" h="1737995">
                  <a:moveTo>
                    <a:pt x="184873" y="456374"/>
                  </a:moveTo>
                  <a:lnTo>
                    <a:pt x="0" y="456374"/>
                  </a:lnTo>
                  <a:lnTo>
                    <a:pt x="0" y="597039"/>
                  </a:lnTo>
                  <a:lnTo>
                    <a:pt x="184873" y="597039"/>
                  </a:lnTo>
                  <a:lnTo>
                    <a:pt x="184873" y="456374"/>
                  </a:lnTo>
                  <a:close/>
                </a:path>
                <a:path w="708025" h="1737995">
                  <a:moveTo>
                    <a:pt x="184873" y="228206"/>
                  </a:moveTo>
                  <a:lnTo>
                    <a:pt x="0" y="228206"/>
                  </a:lnTo>
                  <a:lnTo>
                    <a:pt x="0" y="368820"/>
                  </a:lnTo>
                  <a:lnTo>
                    <a:pt x="184873" y="368820"/>
                  </a:lnTo>
                  <a:lnTo>
                    <a:pt x="184873" y="228206"/>
                  </a:lnTo>
                  <a:close/>
                </a:path>
                <a:path w="708025" h="1737995">
                  <a:moveTo>
                    <a:pt x="184873" y="0"/>
                  </a:moveTo>
                  <a:lnTo>
                    <a:pt x="0" y="0"/>
                  </a:lnTo>
                  <a:lnTo>
                    <a:pt x="0" y="140639"/>
                  </a:lnTo>
                  <a:lnTo>
                    <a:pt x="184873" y="140639"/>
                  </a:lnTo>
                  <a:lnTo>
                    <a:pt x="184873" y="0"/>
                  </a:lnTo>
                  <a:close/>
                </a:path>
                <a:path w="708025" h="1737995">
                  <a:moveTo>
                    <a:pt x="446176" y="1597304"/>
                  </a:moveTo>
                  <a:lnTo>
                    <a:pt x="261315" y="1597304"/>
                  </a:lnTo>
                  <a:lnTo>
                    <a:pt x="261315" y="1737969"/>
                  </a:lnTo>
                  <a:lnTo>
                    <a:pt x="446176" y="1737969"/>
                  </a:lnTo>
                  <a:lnTo>
                    <a:pt x="446176" y="1597304"/>
                  </a:lnTo>
                  <a:close/>
                </a:path>
                <a:path w="708025" h="1737995">
                  <a:moveTo>
                    <a:pt x="446176" y="1369148"/>
                  </a:moveTo>
                  <a:lnTo>
                    <a:pt x="261315" y="1369148"/>
                  </a:lnTo>
                  <a:lnTo>
                    <a:pt x="261315" y="1509776"/>
                  </a:lnTo>
                  <a:lnTo>
                    <a:pt x="446176" y="1509776"/>
                  </a:lnTo>
                  <a:lnTo>
                    <a:pt x="446176" y="1369148"/>
                  </a:lnTo>
                  <a:close/>
                </a:path>
                <a:path w="708025" h="1737995">
                  <a:moveTo>
                    <a:pt x="446176" y="1140942"/>
                  </a:moveTo>
                  <a:lnTo>
                    <a:pt x="261315" y="1140942"/>
                  </a:lnTo>
                  <a:lnTo>
                    <a:pt x="261315" y="1281582"/>
                  </a:lnTo>
                  <a:lnTo>
                    <a:pt x="446176" y="1281582"/>
                  </a:lnTo>
                  <a:lnTo>
                    <a:pt x="446176" y="1140942"/>
                  </a:lnTo>
                  <a:close/>
                </a:path>
                <a:path w="708025" h="1737995">
                  <a:moveTo>
                    <a:pt x="446176" y="912761"/>
                  </a:moveTo>
                  <a:lnTo>
                    <a:pt x="261315" y="912761"/>
                  </a:lnTo>
                  <a:lnTo>
                    <a:pt x="261315" y="1053414"/>
                  </a:lnTo>
                  <a:lnTo>
                    <a:pt x="446176" y="1053414"/>
                  </a:lnTo>
                  <a:lnTo>
                    <a:pt x="446176" y="912761"/>
                  </a:lnTo>
                  <a:close/>
                </a:path>
                <a:path w="708025" h="1737995">
                  <a:moveTo>
                    <a:pt x="446176" y="684555"/>
                  </a:moveTo>
                  <a:lnTo>
                    <a:pt x="261315" y="684555"/>
                  </a:lnTo>
                  <a:lnTo>
                    <a:pt x="261315" y="825207"/>
                  </a:lnTo>
                  <a:lnTo>
                    <a:pt x="446176" y="825207"/>
                  </a:lnTo>
                  <a:lnTo>
                    <a:pt x="446176" y="684555"/>
                  </a:lnTo>
                  <a:close/>
                </a:path>
                <a:path w="708025" h="1737995">
                  <a:moveTo>
                    <a:pt x="446176" y="456374"/>
                  </a:moveTo>
                  <a:lnTo>
                    <a:pt x="261315" y="456374"/>
                  </a:lnTo>
                  <a:lnTo>
                    <a:pt x="261315" y="597039"/>
                  </a:lnTo>
                  <a:lnTo>
                    <a:pt x="446176" y="597039"/>
                  </a:lnTo>
                  <a:lnTo>
                    <a:pt x="446176" y="456374"/>
                  </a:lnTo>
                  <a:close/>
                </a:path>
                <a:path w="708025" h="1737995">
                  <a:moveTo>
                    <a:pt x="446176" y="228206"/>
                  </a:moveTo>
                  <a:lnTo>
                    <a:pt x="261315" y="228206"/>
                  </a:lnTo>
                  <a:lnTo>
                    <a:pt x="261315" y="368820"/>
                  </a:lnTo>
                  <a:lnTo>
                    <a:pt x="446176" y="368820"/>
                  </a:lnTo>
                  <a:lnTo>
                    <a:pt x="446176" y="228206"/>
                  </a:lnTo>
                  <a:close/>
                </a:path>
                <a:path w="708025" h="1737995">
                  <a:moveTo>
                    <a:pt x="446176" y="0"/>
                  </a:moveTo>
                  <a:lnTo>
                    <a:pt x="261315" y="0"/>
                  </a:lnTo>
                  <a:lnTo>
                    <a:pt x="261315" y="140639"/>
                  </a:lnTo>
                  <a:lnTo>
                    <a:pt x="446176" y="140639"/>
                  </a:lnTo>
                  <a:lnTo>
                    <a:pt x="446176" y="0"/>
                  </a:lnTo>
                  <a:close/>
                </a:path>
                <a:path w="708025" h="1737995">
                  <a:moveTo>
                    <a:pt x="707478" y="1597304"/>
                  </a:moveTo>
                  <a:lnTo>
                    <a:pt x="522605" y="1597304"/>
                  </a:lnTo>
                  <a:lnTo>
                    <a:pt x="522605" y="1737969"/>
                  </a:lnTo>
                  <a:lnTo>
                    <a:pt x="707478" y="1737969"/>
                  </a:lnTo>
                  <a:lnTo>
                    <a:pt x="707478" y="1597304"/>
                  </a:lnTo>
                  <a:close/>
                </a:path>
                <a:path w="708025" h="1737995">
                  <a:moveTo>
                    <a:pt x="707478" y="1369148"/>
                  </a:moveTo>
                  <a:lnTo>
                    <a:pt x="522605" y="1369148"/>
                  </a:lnTo>
                  <a:lnTo>
                    <a:pt x="522605" y="1509776"/>
                  </a:lnTo>
                  <a:lnTo>
                    <a:pt x="707478" y="1509776"/>
                  </a:lnTo>
                  <a:lnTo>
                    <a:pt x="707478" y="1369148"/>
                  </a:lnTo>
                  <a:close/>
                </a:path>
                <a:path w="708025" h="1737995">
                  <a:moveTo>
                    <a:pt x="707478" y="1140942"/>
                  </a:moveTo>
                  <a:lnTo>
                    <a:pt x="522605" y="1140942"/>
                  </a:lnTo>
                  <a:lnTo>
                    <a:pt x="522605" y="1281582"/>
                  </a:lnTo>
                  <a:lnTo>
                    <a:pt x="707478" y="1281582"/>
                  </a:lnTo>
                  <a:lnTo>
                    <a:pt x="707478" y="1140942"/>
                  </a:lnTo>
                  <a:close/>
                </a:path>
                <a:path w="708025" h="1737995">
                  <a:moveTo>
                    <a:pt x="707478" y="912761"/>
                  </a:moveTo>
                  <a:lnTo>
                    <a:pt x="522605" y="912761"/>
                  </a:lnTo>
                  <a:lnTo>
                    <a:pt x="522605" y="1053414"/>
                  </a:lnTo>
                  <a:lnTo>
                    <a:pt x="707478" y="1053414"/>
                  </a:lnTo>
                  <a:lnTo>
                    <a:pt x="707478" y="912761"/>
                  </a:lnTo>
                  <a:close/>
                </a:path>
                <a:path w="708025" h="1737995">
                  <a:moveTo>
                    <a:pt x="707478" y="684555"/>
                  </a:moveTo>
                  <a:lnTo>
                    <a:pt x="522605" y="684555"/>
                  </a:lnTo>
                  <a:lnTo>
                    <a:pt x="522605" y="825207"/>
                  </a:lnTo>
                  <a:lnTo>
                    <a:pt x="707478" y="825207"/>
                  </a:lnTo>
                  <a:lnTo>
                    <a:pt x="707478" y="684555"/>
                  </a:lnTo>
                  <a:close/>
                </a:path>
                <a:path w="708025" h="1737995">
                  <a:moveTo>
                    <a:pt x="707478" y="456374"/>
                  </a:moveTo>
                  <a:lnTo>
                    <a:pt x="522605" y="456374"/>
                  </a:lnTo>
                  <a:lnTo>
                    <a:pt x="522605" y="597039"/>
                  </a:lnTo>
                  <a:lnTo>
                    <a:pt x="707478" y="597039"/>
                  </a:lnTo>
                  <a:lnTo>
                    <a:pt x="707478" y="456374"/>
                  </a:lnTo>
                  <a:close/>
                </a:path>
                <a:path w="708025" h="1737995">
                  <a:moveTo>
                    <a:pt x="707478" y="228206"/>
                  </a:moveTo>
                  <a:lnTo>
                    <a:pt x="522605" y="228206"/>
                  </a:lnTo>
                  <a:lnTo>
                    <a:pt x="522605" y="368820"/>
                  </a:lnTo>
                  <a:lnTo>
                    <a:pt x="707478" y="368820"/>
                  </a:lnTo>
                  <a:lnTo>
                    <a:pt x="707478" y="228206"/>
                  </a:lnTo>
                  <a:close/>
                </a:path>
                <a:path w="708025" h="1737995">
                  <a:moveTo>
                    <a:pt x="707478" y="0"/>
                  </a:moveTo>
                  <a:lnTo>
                    <a:pt x="522605" y="0"/>
                  </a:lnTo>
                  <a:lnTo>
                    <a:pt x="522605" y="140639"/>
                  </a:lnTo>
                  <a:lnTo>
                    <a:pt x="707478" y="140639"/>
                  </a:lnTo>
                  <a:lnTo>
                    <a:pt x="707478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 descr=""/>
            <p:cNvSpPr/>
            <p:nvPr/>
          </p:nvSpPr>
          <p:spPr>
            <a:xfrm>
              <a:off x="14032916" y="9782867"/>
              <a:ext cx="446405" cy="281305"/>
            </a:xfrm>
            <a:custGeom>
              <a:avLst/>
              <a:gdLst/>
              <a:ahLst/>
              <a:cxnLst/>
              <a:rect l="l" t="t" r="r" b="b"/>
              <a:pathLst>
                <a:path w="446405" h="281304">
                  <a:moveTo>
                    <a:pt x="71094" y="0"/>
                  </a:moveTo>
                  <a:lnTo>
                    <a:pt x="0" y="0"/>
                  </a:lnTo>
                  <a:lnTo>
                    <a:pt x="0" y="281292"/>
                  </a:lnTo>
                  <a:lnTo>
                    <a:pt x="71094" y="281292"/>
                  </a:lnTo>
                  <a:lnTo>
                    <a:pt x="71094" y="0"/>
                  </a:lnTo>
                  <a:close/>
                </a:path>
                <a:path w="446405" h="281304">
                  <a:moveTo>
                    <a:pt x="196126" y="0"/>
                  </a:moveTo>
                  <a:lnTo>
                    <a:pt x="125018" y="0"/>
                  </a:lnTo>
                  <a:lnTo>
                    <a:pt x="125018" y="281292"/>
                  </a:lnTo>
                  <a:lnTo>
                    <a:pt x="196126" y="281292"/>
                  </a:lnTo>
                  <a:lnTo>
                    <a:pt x="196126" y="0"/>
                  </a:lnTo>
                  <a:close/>
                </a:path>
                <a:path w="446405" h="281304">
                  <a:moveTo>
                    <a:pt x="321170" y="0"/>
                  </a:moveTo>
                  <a:lnTo>
                    <a:pt x="250063" y="0"/>
                  </a:lnTo>
                  <a:lnTo>
                    <a:pt x="250063" y="281292"/>
                  </a:lnTo>
                  <a:lnTo>
                    <a:pt x="321170" y="281292"/>
                  </a:lnTo>
                  <a:lnTo>
                    <a:pt x="321170" y="0"/>
                  </a:lnTo>
                  <a:close/>
                </a:path>
                <a:path w="446405" h="281304">
                  <a:moveTo>
                    <a:pt x="446163" y="0"/>
                  </a:moveTo>
                  <a:lnTo>
                    <a:pt x="375056" y="0"/>
                  </a:lnTo>
                  <a:lnTo>
                    <a:pt x="375056" y="281292"/>
                  </a:lnTo>
                  <a:lnTo>
                    <a:pt x="446163" y="281292"/>
                  </a:lnTo>
                  <a:lnTo>
                    <a:pt x="446163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 descr=""/>
            <p:cNvSpPr/>
            <p:nvPr/>
          </p:nvSpPr>
          <p:spPr>
            <a:xfrm>
              <a:off x="14588109" y="9026734"/>
              <a:ext cx="758825" cy="1037590"/>
            </a:xfrm>
            <a:custGeom>
              <a:avLst/>
              <a:gdLst/>
              <a:ahLst/>
              <a:cxnLst/>
              <a:rect l="l" t="t" r="r" b="b"/>
              <a:pathLst>
                <a:path w="758825" h="1037590">
                  <a:moveTo>
                    <a:pt x="71107" y="854570"/>
                  </a:moveTo>
                  <a:lnTo>
                    <a:pt x="0" y="854570"/>
                  </a:lnTo>
                  <a:lnTo>
                    <a:pt x="0" y="1037424"/>
                  </a:lnTo>
                  <a:lnTo>
                    <a:pt x="71107" y="1037424"/>
                  </a:lnTo>
                  <a:lnTo>
                    <a:pt x="71107" y="854570"/>
                  </a:lnTo>
                  <a:close/>
                </a:path>
                <a:path w="758825" h="1037590">
                  <a:moveTo>
                    <a:pt x="71107" y="569734"/>
                  </a:moveTo>
                  <a:lnTo>
                    <a:pt x="0" y="569734"/>
                  </a:lnTo>
                  <a:lnTo>
                    <a:pt x="0" y="752589"/>
                  </a:lnTo>
                  <a:lnTo>
                    <a:pt x="71107" y="752589"/>
                  </a:lnTo>
                  <a:lnTo>
                    <a:pt x="71107" y="569734"/>
                  </a:lnTo>
                  <a:close/>
                </a:path>
                <a:path w="758825" h="1037590">
                  <a:moveTo>
                    <a:pt x="71107" y="284835"/>
                  </a:moveTo>
                  <a:lnTo>
                    <a:pt x="0" y="284835"/>
                  </a:lnTo>
                  <a:lnTo>
                    <a:pt x="0" y="467690"/>
                  </a:lnTo>
                  <a:lnTo>
                    <a:pt x="71107" y="467690"/>
                  </a:lnTo>
                  <a:lnTo>
                    <a:pt x="71107" y="284835"/>
                  </a:lnTo>
                  <a:close/>
                </a:path>
                <a:path w="758825" h="1037590">
                  <a:moveTo>
                    <a:pt x="71107" y="0"/>
                  </a:moveTo>
                  <a:lnTo>
                    <a:pt x="0" y="0"/>
                  </a:lnTo>
                  <a:lnTo>
                    <a:pt x="0" y="182854"/>
                  </a:lnTo>
                  <a:lnTo>
                    <a:pt x="71107" y="182854"/>
                  </a:lnTo>
                  <a:lnTo>
                    <a:pt x="71107" y="0"/>
                  </a:lnTo>
                  <a:close/>
                </a:path>
                <a:path w="758825" h="1037590">
                  <a:moveTo>
                    <a:pt x="185623" y="284835"/>
                  </a:moveTo>
                  <a:lnTo>
                    <a:pt x="114566" y="284835"/>
                  </a:lnTo>
                  <a:lnTo>
                    <a:pt x="114566" y="467690"/>
                  </a:lnTo>
                  <a:lnTo>
                    <a:pt x="185623" y="467690"/>
                  </a:lnTo>
                  <a:lnTo>
                    <a:pt x="185623" y="284835"/>
                  </a:lnTo>
                  <a:close/>
                </a:path>
                <a:path w="758825" h="1037590">
                  <a:moveTo>
                    <a:pt x="185674" y="854570"/>
                  </a:moveTo>
                  <a:lnTo>
                    <a:pt x="114566" y="854570"/>
                  </a:lnTo>
                  <a:lnTo>
                    <a:pt x="114566" y="1037424"/>
                  </a:lnTo>
                  <a:lnTo>
                    <a:pt x="185674" y="1037424"/>
                  </a:lnTo>
                  <a:lnTo>
                    <a:pt x="185674" y="854570"/>
                  </a:lnTo>
                  <a:close/>
                </a:path>
                <a:path w="758825" h="1037590">
                  <a:moveTo>
                    <a:pt x="185674" y="569734"/>
                  </a:moveTo>
                  <a:lnTo>
                    <a:pt x="114566" y="569734"/>
                  </a:lnTo>
                  <a:lnTo>
                    <a:pt x="114566" y="752589"/>
                  </a:lnTo>
                  <a:lnTo>
                    <a:pt x="185674" y="752589"/>
                  </a:lnTo>
                  <a:lnTo>
                    <a:pt x="185674" y="569734"/>
                  </a:lnTo>
                  <a:close/>
                </a:path>
                <a:path w="758825" h="1037590">
                  <a:moveTo>
                    <a:pt x="185674" y="0"/>
                  </a:moveTo>
                  <a:lnTo>
                    <a:pt x="114566" y="0"/>
                  </a:lnTo>
                  <a:lnTo>
                    <a:pt x="114566" y="182854"/>
                  </a:lnTo>
                  <a:lnTo>
                    <a:pt x="185674" y="182854"/>
                  </a:lnTo>
                  <a:lnTo>
                    <a:pt x="185674" y="0"/>
                  </a:lnTo>
                  <a:close/>
                </a:path>
                <a:path w="758825" h="1037590">
                  <a:moveTo>
                    <a:pt x="300215" y="854570"/>
                  </a:moveTo>
                  <a:lnTo>
                    <a:pt x="229108" y="854570"/>
                  </a:lnTo>
                  <a:lnTo>
                    <a:pt x="229108" y="1037424"/>
                  </a:lnTo>
                  <a:lnTo>
                    <a:pt x="300215" y="1037424"/>
                  </a:lnTo>
                  <a:lnTo>
                    <a:pt x="300215" y="854570"/>
                  </a:lnTo>
                  <a:close/>
                </a:path>
                <a:path w="758825" h="1037590">
                  <a:moveTo>
                    <a:pt x="300215" y="569734"/>
                  </a:moveTo>
                  <a:lnTo>
                    <a:pt x="229108" y="569734"/>
                  </a:lnTo>
                  <a:lnTo>
                    <a:pt x="229108" y="752589"/>
                  </a:lnTo>
                  <a:lnTo>
                    <a:pt x="300215" y="752589"/>
                  </a:lnTo>
                  <a:lnTo>
                    <a:pt x="300215" y="569734"/>
                  </a:lnTo>
                  <a:close/>
                </a:path>
                <a:path w="758825" h="1037590">
                  <a:moveTo>
                    <a:pt x="300215" y="284835"/>
                  </a:moveTo>
                  <a:lnTo>
                    <a:pt x="229108" y="284835"/>
                  </a:lnTo>
                  <a:lnTo>
                    <a:pt x="229108" y="467690"/>
                  </a:lnTo>
                  <a:lnTo>
                    <a:pt x="300215" y="467690"/>
                  </a:lnTo>
                  <a:lnTo>
                    <a:pt x="300215" y="284835"/>
                  </a:lnTo>
                  <a:close/>
                </a:path>
                <a:path w="758825" h="1037590">
                  <a:moveTo>
                    <a:pt x="300215" y="0"/>
                  </a:moveTo>
                  <a:lnTo>
                    <a:pt x="229108" y="0"/>
                  </a:lnTo>
                  <a:lnTo>
                    <a:pt x="229108" y="182854"/>
                  </a:lnTo>
                  <a:lnTo>
                    <a:pt x="300215" y="182854"/>
                  </a:lnTo>
                  <a:lnTo>
                    <a:pt x="300215" y="0"/>
                  </a:lnTo>
                  <a:close/>
                </a:path>
                <a:path w="758825" h="1037590">
                  <a:moveTo>
                    <a:pt x="414743" y="569734"/>
                  </a:moveTo>
                  <a:lnTo>
                    <a:pt x="343636" y="569734"/>
                  </a:lnTo>
                  <a:lnTo>
                    <a:pt x="343636" y="752589"/>
                  </a:lnTo>
                  <a:lnTo>
                    <a:pt x="414743" y="752589"/>
                  </a:lnTo>
                  <a:lnTo>
                    <a:pt x="414743" y="569734"/>
                  </a:lnTo>
                  <a:close/>
                </a:path>
                <a:path w="758825" h="1037590">
                  <a:moveTo>
                    <a:pt x="414743" y="284835"/>
                  </a:moveTo>
                  <a:lnTo>
                    <a:pt x="343623" y="284835"/>
                  </a:lnTo>
                  <a:lnTo>
                    <a:pt x="343623" y="467690"/>
                  </a:lnTo>
                  <a:lnTo>
                    <a:pt x="414743" y="467690"/>
                  </a:lnTo>
                  <a:lnTo>
                    <a:pt x="414743" y="284835"/>
                  </a:lnTo>
                  <a:close/>
                </a:path>
                <a:path w="758825" h="1037590">
                  <a:moveTo>
                    <a:pt x="414743" y="0"/>
                  </a:moveTo>
                  <a:lnTo>
                    <a:pt x="343636" y="0"/>
                  </a:lnTo>
                  <a:lnTo>
                    <a:pt x="343636" y="182854"/>
                  </a:lnTo>
                  <a:lnTo>
                    <a:pt x="414743" y="182854"/>
                  </a:lnTo>
                  <a:lnTo>
                    <a:pt x="414743" y="0"/>
                  </a:lnTo>
                  <a:close/>
                </a:path>
                <a:path w="758825" h="1037590">
                  <a:moveTo>
                    <a:pt x="529310" y="569734"/>
                  </a:moveTo>
                  <a:lnTo>
                    <a:pt x="458203" y="569734"/>
                  </a:lnTo>
                  <a:lnTo>
                    <a:pt x="458203" y="752589"/>
                  </a:lnTo>
                  <a:lnTo>
                    <a:pt x="529310" y="752589"/>
                  </a:lnTo>
                  <a:lnTo>
                    <a:pt x="529310" y="569734"/>
                  </a:lnTo>
                  <a:close/>
                </a:path>
                <a:path w="758825" h="1037590">
                  <a:moveTo>
                    <a:pt x="529310" y="284835"/>
                  </a:moveTo>
                  <a:lnTo>
                    <a:pt x="458203" y="284835"/>
                  </a:lnTo>
                  <a:lnTo>
                    <a:pt x="458203" y="467690"/>
                  </a:lnTo>
                  <a:lnTo>
                    <a:pt x="529310" y="467690"/>
                  </a:lnTo>
                  <a:lnTo>
                    <a:pt x="529310" y="284835"/>
                  </a:lnTo>
                  <a:close/>
                </a:path>
                <a:path w="758825" h="1037590">
                  <a:moveTo>
                    <a:pt x="529310" y="0"/>
                  </a:moveTo>
                  <a:lnTo>
                    <a:pt x="458203" y="0"/>
                  </a:lnTo>
                  <a:lnTo>
                    <a:pt x="458203" y="182854"/>
                  </a:lnTo>
                  <a:lnTo>
                    <a:pt x="529310" y="182854"/>
                  </a:lnTo>
                  <a:lnTo>
                    <a:pt x="529310" y="0"/>
                  </a:lnTo>
                  <a:close/>
                </a:path>
                <a:path w="758825" h="1037590">
                  <a:moveTo>
                    <a:pt x="643864" y="854570"/>
                  </a:moveTo>
                  <a:lnTo>
                    <a:pt x="572757" y="854570"/>
                  </a:lnTo>
                  <a:lnTo>
                    <a:pt x="572757" y="1037424"/>
                  </a:lnTo>
                  <a:lnTo>
                    <a:pt x="643864" y="1037424"/>
                  </a:lnTo>
                  <a:lnTo>
                    <a:pt x="643864" y="854570"/>
                  </a:lnTo>
                  <a:close/>
                </a:path>
                <a:path w="758825" h="1037590">
                  <a:moveTo>
                    <a:pt x="643864" y="569734"/>
                  </a:moveTo>
                  <a:lnTo>
                    <a:pt x="572808" y="569734"/>
                  </a:lnTo>
                  <a:lnTo>
                    <a:pt x="572808" y="752589"/>
                  </a:lnTo>
                  <a:lnTo>
                    <a:pt x="643864" y="752589"/>
                  </a:lnTo>
                  <a:lnTo>
                    <a:pt x="643864" y="569734"/>
                  </a:lnTo>
                  <a:close/>
                </a:path>
                <a:path w="758825" h="1037590">
                  <a:moveTo>
                    <a:pt x="643864" y="284835"/>
                  </a:moveTo>
                  <a:lnTo>
                    <a:pt x="572757" y="284835"/>
                  </a:lnTo>
                  <a:lnTo>
                    <a:pt x="572757" y="467690"/>
                  </a:lnTo>
                  <a:lnTo>
                    <a:pt x="643864" y="467690"/>
                  </a:lnTo>
                  <a:lnTo>
                    <a:pt x="643864" y="284835"/>
                  </a:lnTo>
                  <a:close/>
                </a:path>
                <a:path w="758825" h="1037590">
                  <a:moveTo>
                    <a:pt x="643864" y="0"/>
                  </a:moveTo>
                  <a:lnTo>
                    <a:pt x="572757" y="0"/>
                  </a:lnTo>
                  <a:lnTo>
                    <a:pt x="572757" y="182854"/>
                  </a:lnTo>
                  <a:lnTo>
                    <a:pt x="643864" y="182854"/>
                  </a:lnTo>
                  <a:lnTo>
                    <a:pt x="643864" y="0"/>
                  </a:lnTo>
                  <a:close/>
                </a:path>
                <a:path w="758825" h="1037590">
                  <a:moveTo>
                    <a:pt x="758405" y="284835"/>
                  </a:moveTo>
                  <a:lnTo>
                    <a:pt x="687311" y="284835"/>
                  </a:lnTo>
                  <a:lnTo>
                    <a:pt x="687311" y="467690"/>
                  </a:lnTo>
                  <a:lnTo>
                    <a:pt x="758405" y="467690"/>
                  </a:lnTo>
                  <a:lnTo>
                    <a:pt x="758405" y="284835"/>
                  </a:lnTo>
                  <a:close/>
                </a:path>
                <a:path w="758825" h="1037590">
                  <a:moveTo>
                    <a:pt x="758431" y="854570"/>
                  </a:moveTo>
                  <a:lnTo>
                    <a:pt x="687324" y="854570"/>
                  </a:lnTo>
                  <a:lnTo>
                    <a:pt x="687324" y="1037424"/>
                  </a:lnTo>
                  <a:lnTo>
                    <a:pt x="758431" y="1037424"/>
                  </a:lnTo>
                  <a:lnTo>
                    <a:pt x="758431" y="854570"/>
                  </a:lnTo>
                  <a:close/>
                </a:path>
                <a:path w="758825" h="1037590">
                  <a:moveTo>
                    <a:pt x="758431" y="569734"/>
                  </a:moveTo>
                  <a:lnTo>
                    <a:pt x="687324" y="569734"/>
                  </a:lnTo>
                  <a:lnTo>
                    <a:pt x="687324" y="752589"/>
                  </a:lnTo>
                  <a:lnTo>
                    <a:pt x="758431" y="752589"/>
                  </a:lnTo>
                  <a:lnTo>
                    <a:pt x="758431" y="569734"/>
                  </a:lnTo>
                  <a:close/>
                </a:path>
                <a:path w="758825" h="1037590">
                  <a:moveTo>
                    <a:pt x="758431" y="0"/>
                  </a:moveTo>
                  <a:lnTo>
                    <a:pt x="687324" y="0"/>
                  </a:lnTo>
                  <a:lnTo>
                    <a:pt x="687324" y="182854"/>
                  </a:lnTo>
                  <a:lnTo>
                    <a:pt x="758431" y="182854"/>
                  </a:lnTo>
                  <a:lnTo>
                    <a:pt x="758431" y="0"/>
                  </a:lnTo>
                  <a:close/>
                </a:path>
              </a:pathLst>
            </a:custGeom>
            <a:solidFill>
              <a:srgbClr val="D9EE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 descr=""/>
            <p:cNvSpPr/>
            <p:nvPr/>
          </p:nvSpPr>
          <p:spPr>
            <a:xfrm>
              <a:off x="14941178" y="9881301"/>
              <a:ext cx="160655" cy="257810"/>
            </a:xfrm>
            <a:custGeom>
              <a:avLst/>
              <a:gdLst/>
              <a:ahLst/>
              <a:cxnLst/>
              <a:rect l="l" t="t" r="r" b="b"/>
              <a:pathLst>
                <a:path w="160655" h="257809">
                  <a:moveTo>
                    <a:pt x="160141" y="0"/>
                  </a:moveTo>
                  <a:lnTo>
                    <a:pt x="0" y="0"/>
                  </a:lnTo>
                  <a:lnTo>
                    <a:pt x="0" y="257290"/>
                  </a:lnTo>
                  <a:lnTo>
                    <a:pt x="160141" y="257290"/>
                  </a:lnTo>
                  <a:lnTo>
                    <a:pt x="160141" y="0"/>
                  </a:lnTo>
                  <a:close/>
                </a:path>
              </a:pathLst>
            </a:custGeom>
            <a:solidFill>
              <a:srgbClr val="8ECE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 descr=""/>
            <p:cNvSpPr/>
            <p:nvPr/>
          </p:nvSpPr>
          <p:spPr>
            <a:xfrm>
              <a:off x="14535397" y="8738282"/>
              <a:ext cx="758825" cy="228600"/>
            </a:xfrm>
            <a:custGeom>
              <a:avLst/>
              <a:gdLst/>
              <a:ahLst/>
              <a:cxnLst/>
              <a:rect l="l" t="t" r="r" b="b"/>
              <a:pathLst>
                <a:path w="758825" h="228600">
                  <a:moveTo>
                    <a:pt x="238390" y="0"/>
                  </a:moveTo>
                  <a:lnTo>
                    <a:pt x="187423" y="965"/>
                  </a:lnTo>
                  <a:lnTo>
                    <a:pt x="137886" y="3794"/>
                  </a:lnTo>
                  <a:lnTo>
                    <a:pt x="89994" y="8384"/>
                  </a:lnTo>
                  <a:lnTo>
                    <a:pt x="43960" y="14633"/>
                  </a:lnTo>
                  <a:lnTo>
                    <a:pt x="0" y="22439"/>
                  </a:lnTo>
                  <a:lnTo>
                    <a:pt x="0" y="228181"/>
                  </a:lnTo>
                  <a:lnTo>
                    <a:pt x="752888" y="228181"/>
                  </a:lnTo>
                  <a:lnTo>
                    <a:pt x="755115" y="221354"/>
                  </a:lnTo>
                  <a:lnTo>
                    <a:pt x="756860" y="214468"/>
                  </a:lnTo>
                  <a:lnTo>
                    <a:pt x="757999" y="207518"/>
                  </a:lnTo>
                  <a:lnTo>
                    <a:pt x="758406" y="200496"/>
                  </a:lnTo>
                  <a:lnTo>
                    <a:pt x="754354" y="175344"/>
                  </a:lnTo>
                  <a:lnTo>
                    <a:pt x="723404" y="128027"/>
                  </a:lnTo>
                  <a:lnTo>
                    <a:pt x="665239" y="85944"/>
                  </a:lnTo>
                  <a:lnTo>
                    <a:pt x="627169" y="67335"/>
                  </a:lnTo>
                  <a:lnTo>
                    <a:pt x="583757" y="50597"/>
                  </a:lnTo>
                  <a:lnTo>
                    <a:pt x="535490" y="35919"/>
                  </a:lnTo>
                  <a:lnTo>
                    <a:pt x="482856" y="23489"/>
                  </a:lnTo>
                  <a:lnTo>
                    <a:pt x="426342" y="13494"/>
                  </a:lnTo>
                  <a:lnTo>
                    <a:pt x="366435" y="6122"/>
                  </a:lnTo>
                  <a:lnTo>
                    <a:pt x="303622" y="1562"/>
                  </a:lnTo>
                  <a:lnTo>
                    <a:pt x="238390" y="0"/>
                  </a:lnTo>
                  <a:close/>
                </a:path>
              </a:pathLst>
            </a:custGeom>
            <a:solidFill>
              <a:srgbClr val="BCD7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 descr=""/>
            <p:cNvSpPr/>
            <p:nvPr/>
          </p:nvSpPr>
          <p:spPr>
            <a:xfrm>
              <a:off x="14535390" y="8911058"/>
              <a:ext cx="910590" cy="55880"/>
            </a:xfrm>
            <a:custGeom>
              <a:avLst/>
              <a:gdLst/>
              <a:ahLst/>
              <a:cxnLst/>
              <a:rect l="l" t="t" r="r" b="b"/>
              <a:pathLst>
                <a:path w="910590" h="55879">
                  <a:moveTo>
                    <a:pt x="910118" y="0"/>
                  </a:moveTo>
                  <a:lnTo>
                    <a:pt x="0" y="0"/>
                  </a:lnTo>
                  <a:lnTo>
                    <a:pt x="0" y="55411"/>
                  </a:lnTo>
                  <a:lnTo>
                    <a:pt x="910118" y="55411"/>
                  </a:lnTo>
                  <a:lnTo>
                    <a:pt x="910118" y="0"/>
                  </a:lnTo>
                  <a:close/>
                </a:path>
              </a:pathLst>
            </a:custGeom>
            <a:solidFill>
              <a:srgbClr val="D9EE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 descr=""/>
            <p:cNvSpPr/>
            <p:nvPr/>
          </p:nvSpPr>
          <p:spPr>
            <a:xfrm>
              <a:off x="12923742" y="10110456"/>
              <a:ext cx="2578735" cy="56515"/>
            </a:xfrm>
            <a:custGeom>
              <a:avLst/>
              <a:gdLst/>
              <a:ahLst/>
              <a:cxnLst/>
              <a:rect l="l" t="t" r="r" b="b"/>
              <a:pathLst>
                <a:path w="2578734" h="56515">
                  <a:moveTo>
                    <a:pt x="2578633" y="0"/>
                  </a:moveTo>
                  <a:lnTo>
                    <a:pt x="0" y="0"/>
                  </a:lnTo>
                  <a:lnTo>
                    <a:pt x="0" y="56249"/>
                  </a:lnTo>
                  <a:lnTo>
                    <a:pt x="2578633" y="56249"/>
                  </a:lnTo>
                  <a:lnTo>
                    <a:pt x="2578633" y="0"/>
                  </a:lnTo>
                  <a:close/>
                </a:path>
              </a:pathLst>
            </a:custGeom>
            <a:solidFill>
              <a:srgbClr val="8ECEA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5" name="object 265" descr=""/>
          <p:cNvGrpSpPr/>
          <p:nvPr/>
        </p:nvGrpSpPr>
        <p:grpSpPr>
          <a:xfrm>
            <a:off x="1458618" y="2517713"/>
            <a:ext cx="1565275" cy="1721485"/>
            <a:chOff x="1458618" y="2517713"/>
            <a:chExt cx="1565275" cy="1721485"/>
          </a:xfrm>
        </p:grpSpPr>
        <p:sp>
          <p:nvSpPr>
            <p:cNvPr id="266" name="object 266" descr=""/>
            <p:cNvSpPr/>
            <p:nvPr/>
          </p:nvSpPr>
          <p:spPr>
            <a:xfrm>
              <a:off x="1685194" y="3077686"/>
              <a:ext cx="263525" cy="293370"/>
            </a:xfrm>
            <a:custGeom>
              <a:avLst/>
              <a:gdLst/>
              <a:ahLst/>
              <a:cxnLst/>
              <a:rect l="l" t="t" r="r" b="b"/>
              <a:pathLst>
                <a:path w="263525" h="293370">
                  <a:moveTo>
                    <a:pt x="263520" y="0"/>
                  </a:moveTo>
                  <a:lnTo>
                    <a:pt x="0" y="0"/>
                  </a:lnTo>
                  <a:lnTo>
                    <a:pt x="0" y="293341"/>
                  </a:lnTo>
                  <a:lnTo>
                    <a:pt x="263520" y="293341"/>
                  </a:lnTo>
                  <a:lnTo>
                    <a:pt x="263520" y="0"/>
                  </a:lnTo>
                  <a:close/>
                </a:path>
              </a:pathLst>
            </a:custGeom>
            <a:solidFill>
              <a:srgbClr val="E8F1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 descr=""/>
            <p:cNvSpPr/>
            <p:nvPr/>
          </p:nvSpPr>
          <p:spPr>
            <a:xfrm>
              <a:off x="1751056" y="2517713"/>
              <a:ext cx="66040" cy="560070"/>
            </a:xfrm>
            <a:custGeom>
              <a:avLst/>
              <a:gdLst/>
              <a:ahLst/>
              <a:cxnLst/>
              <a:rect l="l" t="t" r="r" b="b"/>
              <a:pathLst>
                <a:path w="66039" h="560069">
                  <a:moveTo>
                    <a:pt x="65861" y="0"/>
                  </a:moveTo>
                  <a:lnTo>
                    <a:pt x="0" y="0"/>
                  </a:lnTo>
                  <a:lnTo>
                    <a:pt x="0" y="559972"/>
                  </a:lnTo>
                  <a:lnTo>
                    <a:pt x="65861" y="559972"/>
                  </a:lnTo>
                  <a:lnTo>
                    <a:pt x="65861" y="0"/>
                  </a:lnTo>
                  <a:close/>
                </a:path>
              </a:pathLst>
            </a:custGeom>
            <a:solidFill>
              <a:srgbClr val="DFECC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 descr=""/>
            <p:cNvSpPr/>
            <p:nvPr/>
          </p:nvSpPr>
          <p:spPr>
            <a:xfrm>
              <a:off x="1816918" y="2517713"/>
              <a:ext cx="66040" cy="560070"/>
            </a:xfrm>
            <a:custGeom>
              <a:avLst/>
              <a:gdLst/>
              <a:ahLst/>
              <a:cxnLst/>
              <a:rect l="l" t="t" r="r" b="b"/>
              <a:pathLst>
                <a:path w="66039" h="560069">
                  <a:moveTo>
                    <a:pt x="65903" y="0"/>
                  </a:moveTo>
                  <a:lnTo>
                    <a:pt x="0" y="0"/>
                  </a:lnTo>
                  <a:lnTo>
                    <a:pt x="0" y="559972"/>
                  </a:lnTo>
                  <a:lnTo>
                    <a:pt x="65903" y="559972"/>
                  </a:lnTo>
                  <a:lnTo>
                    <a:pt x="65903" y="0"/>
                  </a:lnTo>
                  <a:close/>
                </a:path>
              </a:pathLst>
            </a:custGeom>
            <a:solidFill>
              <a:srgbClr val="D9E9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 descr=""/>
            <p:cNvSpPr/>
            <p:nvPr/>
          </p:nvSpPr>
          <p:spPr>
            <a:xfrm>
              <a:off x="1509585" y="2996642"/>
              <a:ext cx="1463675" cy="1242695"/>
            </a:xfrm>
            <a:custGeom>
              <a:avLst/>
              <a:gdLst/>
              <a:ahLst/>
              <a:cxnLst/>
              <a:rect l="l" t="t" r="r" b="b"/>
              <a:pathLst>
                <a:path w="1463675" h="1242695">
                  <a:moveTo>
                    <a:pt x="731579" y="0"/>
                  </a:moveTo>
                  <a:lnTo>
                    <a:pt x="0" y="614703"/>
                  </a:lnTo>
                  <a:lnTo>
                    <a:pt x="0" y="1242150"/>
                  </a:lnTo>
                  <a:lnTo>
                    <a:pt x="1463191" y="1242150"/>
                  </a:lnTo>
                  <a:lnTo>
                    <a:pt x="1463191" y="614243"/>
                  </a:lnTo>
                  <a:lnTo>
                    <a:pt x="731579" y="0"/>
                  </a:lnTo>
                  <a:close/>
                </a:path>
              </a:pathLst>
            </a:custGeom>
            <a:solidFill>
              <a:srgbClr val="A2DE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 descr=""/>
            <p:cNvSpPr/>
            <p:nvPr/>
          </p:nvSpPr>
          <p:spPr>
            <a:xfrm>
              <a:off x="1509590" y="2933805"/>
              <a:ext cx="1463675" cy="677545"/>
            </a:xfrm>
            <a:custGeom>
              <a:avLst/>
              <a:gdLst/>
              <a:ahLst/>
              <a:cxnLst/>
              <a:rect l="l" t="t" r="r" b="b"/>
              <a:pathLst>
                <a:path w="1463675" h="677545">
                  <a:moveTo>
                    <a:pt x="731579" y="0"/>
                  </a:moveTo>
                  <a:lnTo>
                    <a:pt x="0" y="615719"/>
                  </a:lnTo>
                  <a:lnTo>
                    <a:pt x="0" y="677539"/>
                  </a:lnTo>
                  <a:lnTo>
                    <a:pt x="731579" y="62835"/>
                  </a:lnTo>
                  <a:lnTo>
                    <a:pt x="1463180" y="677078"/>
                  </a:lnTo>
                  <a:lnTo>
                    <a:pt x="1463180" y="615248"/>
                  </a:lnTo>
                  <a:lnTo>
                    <a:pt x="731579" y="0"/>
                  </a:lnTo>
                  <a:close/>
                </a:path>
              </a:pathLst>
            </a:custGeom>
            <a:solidFill>
              <a:srgbClr val="85D0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 descr=""/>
            <p:cNvSpPr/>
            <p:nvPr/>
          </p:nvSpPr>
          <p:spPr>
            <a:xfrm>
              <a:off x="2047822" y="3809213"/>
              <a:ext cx="387350" cy="429895"/>
            </a:xfrm>
            <a:custGeom>
              <a:avLst/>
              <a:gdLst/>
              <a:ahLst/>
              <a:cxnLst/>
              <a:rect l="l" t="t" r="r" b="b"/>
              <a:pathLst>
                <a:path w="387350" h="429895">
                  <a:moveTo>
                    <a:pt x="386731" y="0"/>
                  </a:moveTo>
                  <a:lnTo>
                    <a:pt x="0" y="0"/>
                  </a:lnTo>
                  <a:lnTo>
                    <a:pt x="0" y="429578"/>
                  </a:lnTo>
                  <a:lnTo>
                    <a:pt x="386731" y="429578"/>
                  </a:lnTo>
                  <a:lnTo>
                    <a:pt x="3867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 descr=""/>
            <p:cNvSpPr/>
            <p:nvPr/>
          </p:nvSpPr>
          <p:spPr>
            <a:xfrm>
              <a:off x="1458618" y="2861589"/>
              <a:ext cx="782955" cy="731520"/>
            </a:xfrm>
            <a:custGeom>
              <a:avLst/>
              <a:gdLst/>
              <a:ahLst/>
              <a:cxnLst/>
              <a:rect l="l" t="t" r="r" b="b"/>
              <a:pathLst>
                <a:path w="782955" h="731520">
                  <a:moveTo>
                    <a:pt x="782552" y="0"/>
                  </a:moveTo>
                  <a:lnTo>
                    <a:pt x="0" y="655194"/>
                  </a:lnTo>
                  <a:lnTo>
                    <a:pt x="0" y="730962"/>
                  </a:lnTo>
                  <a:lnTo>
                    <a:pt x="782552" y="75756"/>
                  </a:lnTo>
                  <a:lnTo>
                    <a:pt x="782552" y="10"/>
                  </a:lnTo>
                  <a:close/>
                </a:path>
              </a:pathLst>
            </a:custGeom>
            <a:solidFill>
              <a:srgbClr val="CBD9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 descr=""/>
            <p:cNvSpPr/>
            <p:nvPr/>
          </p:nvSpPr>
          <p:spPr>
            <a:xfrm>
              <a:off x="1509572" y="2861608"/>
              <a:ext cx="1514475" cy="746125"/>
            </a:xfrm>
            <a:custGeom>
              <a:avLst/>
              <a:gdLst/>
              <a:ahLst/>
              <a:cxnLst/>
              <a:rect l="l" t="t" r="r" b="b"/>
              <a:pathLst>
                <a:path w="1514475" h="746125">
                  <a:moveTo>
                    <a:pt x="73685" y="687832"/>
                  </a:moveTo>
                  <a:lnTo>
                    <a:pt x="0" y="687832"/>
                  </a:lnTo>
                  <a:lnTo>
                    <a:pt x="0" y="745515"/>
                  </a:lnTo>
                  <a:lnTo>
                    <a:pt x="5016" y="745515"/>
                  </a:lnTo>
                  <a:lnTo>
                    <a:pt x="73685" y="687832"/>
                  </a:lnTo>
                  <a:close/>
                </a:path>
                <a:path w="1514475" h="746125">
                  <a:moveTo>
                    <a:pt x="1514195" y="655180"/>
                  </a:moveTo>
                  <a:lnTo>
                    <a:pt x="731596" y="0"/>
                  </a:lnTo>
                  <a:lnTo>
                    <a:pt x="731596" y="75742"/>
                  </a:lnTo>
                  <a:lnTo>
                    <a:pt x="1462684" y="687832"/>
                  </a:lnTo>
                  <a:lnTo>
                    <a:pt x="1390002" y="687832"/>
                  </a:lnTo>
                  <a:lnTo>
                    <a:pt x="1458709" y="745515"/>
                  </a:lnTo>
                  <a:lnTo>
                    <a:pt x="1463192" y="745515"/>
                  </a:lnTo>
                  <a:lnTo>
                    <a:pt x="1463192" y="688251"/>
                  </a:lnTo>
                  <a:lnTo>
                    <a:pt x="1514195" y="730948"/>
                  </a:lnTo>
                  <a:lnTo>
                    <a:pt x="1514195" y="655180"/>
                  </a:lnTo>
                  <a:close/>
                </a:path>
              </a:pathLst>
            </a:custGeom>
            <a:solidFill>
              <a:srgbClr val="C8D6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 descr=""/>
            <p:cNvSpPr/>
            <p:nvPr/>
          </p:nvSpPr>
          <p:spPr>
            <a:xfrm>
              <a:off x="1514602" y="3549434"/>
              <a:ext cx="1454150" cy="57785"/>
            </a:xfrm>
            <a:custGeom>
              <a:avLst/>
              <a:gdLst/>
              <a:ahLst/>
              <a:cxnLst/>
              <a:rect l="l" t="t" r="r" b="b"/>
              <a:pathLst>
                <a:path w="1454150" h="57785">
                  <a:moveTo>
                    <a:pt x="1384973" y="0"/>
                  </a:moveTo>
                  <a:lnTo>
                    <a:pt x="68668" y="0"/>
                  </a:lnTo>
                  <a:lnTo>
                    <a:pt x="0" y="57684"/>
                  </a:lnTo>
                  <a:lnTo>
                    <a:pt x="1453683" y="57684"/>
                  </a:lnTo>
                  <a:lnTo>
                    <a:pt x="1384973" y="0"/>
                  </a:lnTo>
                  <a:close/>
                </a:path>
              </a:pathLst>
            </a:custGeom>
            <a:solidFill>
              <a:srgbClr val="CBD94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5" name="object 27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04660" y="3809206"/>
              <a:ext cx="214621" cy="274319"/>
            </a:xfrm>
            <a:prstGeom prst="rect">
              <a:avLst/>
            </a:prstGeom>
          </p:spPr>
        </p:pic>
        <p:pic>
          <p:nvPicPr>
            <p:cNvPr id="276" name="object 27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3073" y="3809206"/>
              <a:ext cx="214632" cy="274319"/>
            </a:xfrm>
            <a:prstGeom prst="rect">
              <a:avLst/>
            </a:prstGeom>
          </p:spPr>
        </p:pic>
        <p:sp>
          <p:nvSpPr>
            <p:cNvPr id="277" name="object 277" descr=""/>
            <p:cNvSpPr/>
            <p:nvPr/>
          </p:nvSpPr>
          <p:spPr>
            <a:xfrm>
              <a:off x="2089088" y="3854259"/>
              <a:ext cx="304800" cy="384810"/>
            </a:xfrm>
            <a:custGeom>
              <a:avLst/>
              <a:gdLst/>
              <a:ahLst/>
              <a:cxnLst/>
              <a:rect l="l" t="t" r="r" b="b"/>
              <a:pathLst>
                <a:path w="304800" h="384810">
                  <a:moveTo>
                    <a:pt x="304189" y="0"/>
                  </a:moveTo>
                  <a:lnTo>
                    <a:pt x="0" y="0"/>
                  </a:lnTo>
                  <a:lnTo>
                    <a:pt x="0" y="384522"/>
                  </a:lnTo>
                  <a:lnTo>
                    <a:pt x="304189" y="384522"/>
                  </a:lnTo>
                  <a:lnTo>
                    <a:pt x="304189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8" name="object 27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36898" y="3100785"/>
              <a:ext cx="214782" cy="382031"/>
            </a:xfrm>
            <a:prstGeom prst="rect">
              <a:avLst/>
            </a:prstGeom>
          </p:spPr>
        </p:pic>
        <p:sp>
          <p:nvSpPr>
            <p:cNvPr id="279" name="object 279" descr=""/>
            <p:cNvSpPr/>
            <p:nvPr/>
          </p:nvSpPr>
          <p:spPr>
            <a:xfrm>
              <a:off x="2107424" y="3398895"/>
              <a:ext cx="417830" cy="151130"/>
            </a:xfrm>
            <a:custGeom>
              <a:avLst/>
              <a:gdLst/>
              <a:ahLst/>
              <a:cxnLst/>
              <a:rect l="l" t="t" r="r" b="b"/>
              <a:pathLst>
                <a:path w="417830" h="151129">
                  <a:moveTo>
                    <a:pt x="267164" y="0"/>
                  </a:moveTo>
                  <a:lnTo>
                    <a:pt x="0" y="0"/>
                  </a:lnTo>
                  <a:lnTo>
                    <a:pt x="0" y="84175"/>
                  </a:lnTo>
                  <a:lnTo>
                    <a:pt x="66364" y="150539"/>
                  </a:lnTo>
                  <a:lnTo>
                    <a:pt x="417694" y="150539"/>
                  </a:lnTo>
                  <a:lnTo>
                    <a:pt x="267164" y="0"/>
                  </a:lnTo>
                  <a:close/>
                </a:path>
              </a:pathLst>
            </a:custGeom>
            <a:solidFill>
              <a:srgbClr val="85D0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 descr=""/>
            <p:cNvSpPr/>
            <p:nvPr/>
          </p:nvSpPr>
          <p:spPr>
            <a:xfrm>
              <a:off x="2107422" y="3398891"/>
              <a:ext cx="267335" cy="84455"/>
            </a:xfrm>
            <a:custGeom>
              <a:avLst/>
              <a:gdLst/>
              <a:ahLst/>
              <a:cxnLst/>
              <a:rect l="l" t="t" r="r" b="b"/>
              <a:pathLst>
                <a:path w="267335" h="84454">
                  <a:moveTo>
                    <a:pt x="267164" y="0"/>
                  </a:moveTo>
                  <a:lnTo>
                    <a:pt x="0" y="0"/>
                  </a:lnTo>
                  <a:lnTo>
                    <a:pt x="0" y="84175"/>
                  </a:lnTo>
                  <a:lnTo>
                    <a:pt x="267164" y="84175"/>
                  </a:lnTo>
                  <a:lnTo>
                    <a:pt x="267164" y="0"/>
                  </a:lnTo>
                  <a:close/>
                </a:path>
              </a:pathLst>
            </a:custGeom>
            <a:solidFill>
              <a:srgbClr val="E8F1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 descr=""/>
            <p:cNvSpPr/>
            <p:nvPr/>
          </p:nvSpPr>
          <p:spPr>
            <a:xfrm>
              <a:off x="2089086" y="3854265"/>
              <a:ext cx="304800" cy="384810"/>
            </a:xfrm>
            <a:custGeom>
              <a:avLst/>
              <a:gdLst/>
              <a:ahLst/>
              <a:cxnLst/>
              <a:rect l="l" t="t" r="r" b="b"/>
              <a:pathLst>
                <a:path w="304800" h="384810">
                  <a:moveTo>
                    <a:pt x="304190" y="0"/>
                  </a:moveTo>
                  <a:lnTo>
                    <a:pt x="0" y="0"/>
                  </a:lnTo>
                  <a:lnTo>
                    <a:pt x="0" y="40640"/>
                  </a:lnTo>
                  <a:lnTo>
                    <a:pt x="0" y="384810"/>
                  </a:lnTo>
                  <a:lnTo>
                    <a:pt x="40678" y="384810"/>
                  </a:lnTo>
                  <a:lnTo>
                    <a:pt x="40678" y="40640"/>
                  </a:lnTo>
                  <a:lnTo>
                    <a:pt x="304190" y="40640"/>
                  </a:lnTo>
                  <a:lnTo>
                    <a:pt x="304190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2" name="object 282" descr=""/>
          <p:cNvGrpSpPr/>
          <p:nvPr/>
        </p:nvGrpSpPr>
        <p:grpSpPr>
          <a:xfrm>
            <a:off x="3696605" y="3184078"/>
            <a:ext cx="1243965" cy="332740"/>
            <a:chOff x="3696605" y="3184078"/>
            <a:chExt cx="1243965" cy="332740"/>
          </a:xfrm>
        </p:grpSpPr>
        <p:sp>
          <p:nvSpPr>
            <p:cNvPr id="283" name="object 283" descr=""/>
            <p:cNvSpPr/>
            <p:nvPr/>
          </p:nvSpPr>
          <p:spPr>
            <a:xfrm>
              <a:off x="3696601" y="3184086"/>
              <a:ext cx="1243965" cy="332740"/>
            </a:xfrm>
            <a:custGeom>
              <a:avLst/>
              <a:gdLst/>
              <a:ahLst/>
              <a:cxnLst/>
              <a:rect l="l" t="t" r="r" b="b"/>
              <a:pathLst>
                <a:path w="1243964" h="332739">
                  <a:moveTo>
                    <a:pt x="512089" y="332701"/>
                  </a:moveTo>
                  <a:lnTo>
                    <a:pt x="265315" y="85928"/>
                  </a:lnTo>
                  <a:lnTo>
                    <a:pt x="265315" y="0"/>
                  </a:lnTo>
                  <a:lnTo>
                    <a:pt x="0" y="0"/>
                  </a:lnTo>
                  <a:lnTo>
                    <a:pt x="0" y="332701"/>
                  </a:lnTo>
                  <a:lnTo>
                    <a:pt x="512089" y="332701"/>
                  </a:lnTo>
                  <a:close/>
                </a:path>
                <a:path w="1243964" h="332739">
                  <a:moveTo>
                    <a:pt x="1243952" y="0"/>
                  </a:moveTo>
                  <a:lnTo>
                    <a:pt x="472833" y="0"/>
                  </a:lnTo>
                  <a:lnTo>
                    <a:pt x="805522" y="332701"/>
                  </a:lnTo>
                  <a:lnTo>
                    <a:pt x="1243952" y="332701"/>
                  </a:lnTo>
                  <a:lnTo>
                    <a:pt x="1243952" y="0"/>
                  </a:lnTo>
                  <a:close/>
                </a:path>
              </a:pathLst>
            </a:custGeom>
            <a:solidFill>
              <a:srgbClr val="CEF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 descr=""/>
            <p:cNvSpPr/>
            <p:nvPr/>
          </p:nvSpPr>
          <p:spPr>
            <a:xfrm>
              <a:off x="3961925" y="3184078"/>
              <a:ext cx="540385" cy="332740"/>
            </a:xfrm>
            <a:custGeom>
              <a:avLst/>
              <a:gdLst/>
              <a:ahLst/>
              <a:cxnLst/>
              <a:rect l="l" t="t" r="r" b="b"/>
              <a:pathLst>
                <a:path w="540385" h="332739">
                  <a:moveTo>
                    <a:pt x="207512" y="0"/>
                  </a:moveTo>
                  <a:lnTo>
                    <a:pt x="0" y="0"/>
                  </a:lnTo>
                  <a:lnTo>
                    <a:pt x="0" y="85934"/>
                  </a:lnTo>
                  <a:lnTo>
                    <a:pt x="246767" y="332701"/>
                  </a:lnTo>
                  <a:lnTo>
                    <a:pt x="540203" y="332701"/>
                  </a:lnTo>
                  <a:lnTo>
                    <a:pt x="207512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5" name="object 285" descr=""/>
          <p:cNvSpPr/>
          <p:nvPr/>
        </p:nvSpPr>
        <p:spPr>
          <a:xfrm>
            <a:off x="3736954" y="3623470"/>
            <a:ext cx="657860" cy="610235"/>
          </a:xfrm>
          <a:custGeom>
            <a:avLst/>
            <a:gdLst/>
            <a:ahLst/>
            <a:cxnLst/>
            <a:rect l="l" t="t" r="r" b="b"/>
            <a:pathLst>
              <a:path w="657860" h="610235">
                <a:moveTo>
                  <a:pt x="0" y="609614"/>
                </a:moveTo>
                <a:lnTo>
                  <a:pt x="657445" y="609614"/>
                </a:lnTo>
                <a:lnTo>
                  <a:pt x="657445" y="0"/>
                </a:lnTo>
                <a:lnTo>
                  <a:pt x="0" y="0"/>
                </a:lnTo>
                <a:lnTo>
                  <a:pt x="0" y="609614"/>
                </a:lnTo>
                <a:close/>
              </a:path>
            </a:pathLst>
          </a:custGeom>
          <a:solidFill>
            <a:srgbClr val="D2F3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86" name="object 286" descr=""/>
          <p:cNvGrpSpPr/>
          <p:nvPr/>
        </p:nvGrpSpPr>
        <p:grpSpPr>
          <a:xfrm>
            <a:off x="3736964" y="3552876"/>
            <a:ext cx="657860" cy="71120"/>
            <a:chOff x="3736964" y="3552876"/>
            <a:chExt cx="657860" cy="71120"/>
          </a:xfrm>
        </p:grpSpPr>
        <p:sp>
          <p:nvSpPr>
            <p:cNvPr id="287" name="object 287" descr=""/>
            <p:cNvSpPr/>
            <p:nvPr/>
          </p:nvSpPr>
          <p:spPr>
            <a:xfrm>
              <a:off x="4343449" y="3552876"/>
              <a:ext cx="51435" cy="1905"/>
            </a:xfrm>
            <a:custGeom>
              <a:avLst/>
              <a:gdLst/>
              <a:ahLst/>
              <a:cxnLst/>
              <a:rect l="l" t="t" r="r" b="b"/>
              <a:pathLst>
                <a:path w="51435" h="1904">
                  <a:moveTo>
                    <a:pt x="0" y="1790"/>
                  </a:moveTo>
                  <a:lnTo>
                    <a:pt x="50951" y="1790"/>
                  </a:lnTo>
                  <a:lnTo>
                    <a:pt x="50951" y="0"/>
                  </a:lnTo>
                  <a:lnTo>
                    <a:pt x="0" y="0"/>
                  </a:lnTo>
                  <a:lnTo>
                    <a:pt x="0" y="1790"/>
                  </a:lnTo>
                  <a:close/>
                </a:path>
              </a:pathLst>
            </a:custGeom>
            <a:solidFill>
              <a:srgbClr val="D2F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 descr=""/>
            <p:cNvSpPr/>
            <p:nvPr/>
          </p:nvSpPr>
          <p:spPr>
            <a:xfrm>
              <a:off x="3736962" y="3554672"/>
              <a:ext cx="657860" cy="69215"/>
            </a:xfrm>
            <a:custGeom>
              <a:avLst/>
              <a:gdLst/>
              <a:ahLst/>
              <a:cxnLst/>
              <a:rect l="l" t="t" r="r" b="b"/>
              <a:pathLst>
                <a:path w="657860" h="69214">
                  <a:moveTo>
                    <a:pt x="657440" y="0"/>
                  </a:moveTo>
                  <a:lnTo>
                    <a:pt x="0" y="0"/>
                  </a:lnTo>
                  <a:lnTo>
                    <a:pt x="0" y="37884"/>
                  </a:lnTo>
                  <a:lnTo>
                    <a:pt x="0" y="68808"/>
                  </a:lnTo>
                  <a:lnTo>
                    <a:pt x="657440" y="68808"/>
                  </a:lnTo>
                  <a:lnTo>
                    <a:pt x="657440" y="37884"/>
                  </a:lnTo>
                  <a:lnTo>
                    <a:pt x="657440" y="0"/>
                  </a:lnTo>
                  <a:close/>
                </a:path>
              </a:pathLst>
            </a:custGeom>
            <a:solidFill>
              <a:srgbClr val="B7DED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9" name="object 289" descr=""/>
          <p:cNvGrpSpPr/>
          <p:nvPr/>
        </p:nvGrpSpPr>
        <p:grpSpPr>
          <a:xfrm>
            <a:off x="5311032" y="2952284"/>
            <a:ext cx="260350" cy="384810"/>
            <a:chOff x="5311032" y="2952284"/>
            <a:chExt cx="260350" cy="384810"/>
          </a:xfrm>
        </p:grpSpPr>
        <p:sp>
          <p:nvSpPr>
            <p:cNvPr id="290" name="object 290" descr=""/>
            <p:cNvSpPr/>
            <p:nvPr/>
          </p:nvSpPr>
          <p:spPr>
            <a:xfrm>
              <a:off x="5337365" y="2952284"/>
              <a:ext cx="207645" cy="384810"/>
            </a:xfrm>
            <a:custGeom>
              <a:avLst/>
              <a:gdLst/>
              <a:ahLst/>
              <a:cxnLst/>
              <a:rect l="l" t="t" r="r" b="b"/>
              <a:pathLst>
                <a:path w="207645" h="384810">
                  <a:moveTo>
                    <a:pt x="207512" y="0"/>
                  </a:moveTo>
                  <a:lnTo>
                    <a:pt x="0" y="0"/>
                  </a:lnTo>
                  <a:lnTo>
                    <a:pt x="0" y="343821"/>
                  </a:lnTo>
                  <a:lnTo>
                    <a:pt x="207512" y="384208"/>
                  </a:lnTo>
                  <a:lnTo>
                    <a:pt x="207512" y="0"/>
                  </a:lnTo>
                  <a:close/>
                </a:path>
              </a:pathLst>
            </a:custGeom>
            <a:solidFill>
              <a:srgbClr val="E8F1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 descr=""/>
            <p:cNvSpPr/>
            <p:nvPr/>
          </p:nvSpPr>
          <p:spPr>
            <a:xfrm>
              <a:off x="5311032" y="2952287"/>
              <a:ext cx="260350" cy="130175"/>
            </a:xfrm>
            <a:custGeom>
              <a:avLst/>
              <a:gdLst/>
              <a:ahLst/>
              <a:cxnLst/>
              <a:rect l="l" t="t" r="r" b="b"/>
              <a:pathLst>
                <a:path w="260350" h="130175">
                  <a:moveTo>
                    <a:pt x="260170" y="0"/>
                  </a:moveTo>
                  <a:lnTo>
                    <a:pt x="0" y="0"/>
                  </a:lnTo>
                  <a:lnTo>
                    <a:pt x="0" y="129807"/>
                  </a:lnTo>
                  <a:lnTo>
                    <a:pt x="260170" y="129807"/>
                  </a:lnTo>
                  <a:lnTo>
                    <a:pt x="260170" y="0"/>
                  </a:lnTo>
                  <a:close/>
                </a:path>
              </a:pathLst>
            </a:custGeom>
            <a:solidFill>
              <a:srgbClr val="D2F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 descr=""/>
            <p:cNvSpPr/>
            <p:nvPr/>
          </p:nvSpPr>
          <p:spPr>
            <a:xfrm>
              <a:off x="5337365" y="3082091"/>
              <a:ext cx="207645" cy="53975"/>
            </a:xfrm>
            <a:custGeom>
              <a:avLst/>
              <a:gdLst/>
              <a:ahLst/>
              <a:cxnLst/>
              <a:rect l="l" t="t" r="r" b="b"/>
              <a:pathLst>
                <a:path w="207645" h="53975">
                  <a:moveTo>
                    <a:pt x="207512" y="0"/>
                  </a:moveTo>
                  <a:lnTo>
                    <a:pt x="0" y="0"/>
                  </a:lnTo>
                  <a:lnTo>
                    <a:pt x="53642" y="53631"/>
                  </a:lnTo>
                  <a:lnTo>
                    <a:pt x="207512" y="53631"/>
                  </a:lnTo>
                  <a:lnTo>
                    <a:pt x="207512" y="0"/>
                  </a:lnTo>
                  <a:close/>
                </a:path>
              </a:pathLst>
            </a:custGeom>
            <a:solidFill>
              <a:srgbClr val="D9E9B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3" name="object 293" descr=""/>
          <p:cNvGrpSpPr/>
          <p:nvPr/>
        </p:nvGrpSpPr>
        <p:grpSpPr>
          <a:xfrm>
            <a:off x="3935597" y="2952287"/>
            <a:ext cx="260350" cy="318135"/>
            <a:chOff x="3935597" y="2952287"/>
            <a:chExt cx="260350" cy="318135"/>
          </a:xfrm>
        </p:grpSpPr>
        <p:sp>
          <p:nvSpPr>
            <p:cNvPr id="294" name="object 294" descr=""/>
            <p:cNvSpPr/>
            <p:nvPr/>
          </p:nvSpPr>
          <p:spPr>
            <a:xfrm>
              <a:off x="3961921" y="3082094"/>
              <a:ext cx="207645" cy="187960"/>
            </a:xfrm>
            <a:custGeom>
              <a:avLst/>
              <a:gdLst/>
              <a:ahLst/>
              <a:cxnLst/>
              <a:rect l="l" t="t" r="r" b="b"/>
              <a:pathLst>
                <a:path w="207645" h="187960">
                  <a:moveTo>
                    <a:pt x="0" y="187910"/>
                  </a:moveTo>
                  <a:lnTo>
                    <a:pt x="207512" y="187910"/>
                  </a:lnTo>
                  <a:lnTo>
                    <a:pt x="207512" y="0"/>
                  </a:lnTo>
                  <a:lnTo>
                    <a:pt x="0" y="0"/>
                  </a:lnTo>
                  <a:lnTo>
                    <a:pt x="0" y="187910"/>
                  </a:lnTo>
                  <a:close/>
                </a:path>
              </a:pathLst>
            </a:custGeom>
            <a:solidFill>
              <a:srgbClr val="E8F1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 descr=""/>
            <p:cNvSpPr/>
            <p:nvPr/>
          </p:nvSpPr>
          <p:spPr>
            <a:xfrm>
              <a:off x="3935597" y="2952287"/>
              <a:ext cx="260350" cy="130175"/>
            </a:xfrm>
            <a:custGeom>
              <a:avLst/>
              <a:gdLst/>
              <a:ahLst/>
              <a:cxnLst/>
              <a:rect l="l" t="t" r="r" b="b"/>
              <a:pathLst>
                <a:path w="260350" h="130175">
                  <a:moveTo>
                    <a:pt x="260170" y="0"/>
                  </a:moveTo>
                  <a:lnTo>
                    <a:pt x="0" y="0"/>
                  </a:lnTo>
                  <a:lnTo>
                    <a:pt x="0" y="129807"/>
                  </a:lnTo>
                  <a:lnTo>
                    <a:pt x="260170" y="129807"/>
                  </a:lnTo>
                  <a:lnTo>
                    <a:pt x="260170" y="0"/>
                  </a:lnTo>
                  <a:close/>
                </a:path>
              </a:pathLst>
            </a:custGeom>
            <a:solidFill>
              <a:srgbClr val="D2F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 descr=""/>
            <p:cNvSpPr/>
            <p:nvPr/>
          </p:nvSpPr>
          <p:spPr>
            <a:xfrm>
              <a:off x="3961925" y="3082091"/>
              <a:ext cx="207645" cy="53975"/>
            </a:xfrm>
            <a:custGeom>
              <a:avLst/>
              <a:gdLst/>
              <a:ahLst/>
              <a:cxnLst/>
              <a:rect l="l" t="t" r="r" b="b"/>
              <a:pathLst>
                <a:path w="207645" h="53975">
                  <a:moveTo>
                    <a:pt x="207512" y="0"/>
                  </a:moveTo>
                  <a:lnTo>
                    <a:pt x="0" y="0"/>
                  </a:lnTo>
                  <a:lnTo>
                    <a:pt x="53642" y="53631"/>
                  </a:lnTo>
                  <a:lnTo>
                    <a:pt x="207512" y="53631"/>
                  </a:lnTo>
                  <a:lnTo>
                    <a:pt x="207512" y="0"/>
                  </a:lnTo>
                  <a:close/>
                </a:path>
              </a:pathLst>
            </a:custGeom>
            <a:solidFill>
              <a:srgbClr val="D9E9B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7" name="object 297" descr=""/>
          <p:cNvGrpSpPr/>
          <p:nvPr/>
        </p:nvGrpSpPr>
        <p:grpSpPr>
          <a:xfrm>
            <a:off x="4273901" y="3130760"/>
            <a:ext cx="1704339" cy="1108075"/>
            <a:chOff x="4273901" y="3130760"/>
            <a:chExt cx="1704339" cy="1108075"/>
          </a:xfrm>
        </p:grpSpPr>
        <p:sp>
          <p:nvSpPr>
            <p:cNvPr id="298" name="object 298" descr=""/>
            <p:cNvSpPr/>
            <p:nvPr/>
          </p:nvSpPr>
          <p:spPr>
            <a:xfrm>
              <a:off x="4394405" y="3193597"/>
              <a:ext cx="1463675" cy="1045210"/>
            </a:xfrm>
            <a:custGeom>
              <a:avLst/>
              <a:gdLst/>
              <a:ahLst/>
              <a:cxnLst/>
              <a:rect l="l" t="t" r="r" b="b"/>
              <a:pathLst>
                <a:path w="1463675" h="1045210">
                  <a:moveTo>
                    <a:pt x="731621" y="0"/>
                  </a:moveTo>
                  <a:lnTo>
                    <a:pt x="0" y="429871"/>
                  </a:lnTo>
                  <a:lnTo>
                    <a:pt x="0" y="1045193"/>
                  </a:lnTo>
                  <a:lnTo>
                    <a:pt x="1463222" y="1045193"/>
                  </a:lnTo>
                  <a:lnTo>
                    <a:pt x="1463222" y="429871"/>
                  </a:lnTo>
                  <a:lnTo>
                    <a:pt x="731621" y="0"/>
                  </a:lnTo>
                  <a:close/>
                </a:path>
              </a:pathLst>
            </a:custGeom>
            <a:solidFill>
              <a:srgbClr val="ECFA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 descr=""/>
            <p:cNvSpPr/>
            <p:nvPr/>
          </p:nvSpPr>
          <p:spPr>
            <a:xfrm>
              <a:off x="4394406" y="3130760"/>
              <a:ext cx="1463675" cy="492759"/>
            </a:xfrm>
            <a:custGeom>
              <a:avLst/>
              <a:gdLst/>
              <a:ahLst/>
              <a:cxnLst/>
              <a:rect l="l" t="t" r="r" b="b"/>
              <a:pathLst>
                <a:path w="1463675" h="492760">
                  <a:moveTo>
                    <a:pt x="731621" y="0"/>
                  </a:moveTo>
                  <a:lnTo>
                    <a:pt x="0" y="430887"/>
                  </a:lnTo>
                  <a:lnTo>
                    <a:pt x="0" y="492707"/>
                  </a:lnTo>
                  <a:lnTo>
                    <a:pt x="731621" y="62835"/>
                  </a:lnTo>
                  <a:lnTo>
                    <a:pt x="1463222" y="492707"/>
                  </a:lnTo>
                  <a:lnTo>
                    <a:pt x="1463222" y="430887"/>
                  </a:lnTo>
                  <a:lnTo>
                    <a:pt x="731621" y="0"/>
                  </a:lnTo>
                  <a:close/>
                </a:path>
              </a:pathLst>
            </a:custGeom>
            <a:solidFill>
              <a:srgbClr val="D2F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 descr=""/>
            <p:cNvSpPr/>
            <p:nvPr/>
          </p:nvSpPr>
          <p:spPr>
            <a:xfrm>
              <a:off x="4273901" y="4118283"/>
              <a:ext cx="1704339" cy="120650"/>
            </a:xfrm>
            <a:custGeom>
              <a:avLst/>
              <a:gdLst/>
              <a:ahLst/>
              <a:cxnLst/>
              <a:rect l="l" t="t" r="r" b="b"/>
              <a:pathLst>
                <a:path w="1704339" h="120650">
                  <a:moveTo>
                    <a:pt x="1704262" y="0"/>
                  </a:moveTo>
                  <a:lnTo>
                    <a:pt x="0" y="0"/>
                  </a:lnTo>
                  <a:lnTo>
                    <a:pt x="0" y="120509"/>
                  </a:lnTo>
                  <a:lnTo>
                    <a:pt x="1704262" y="120509"/>
                  </a:lnTo>
                  <a:lnTo>
                    <a:pt x="1704262" y="0"/>
                  </a:lnTo>
                  <a:close/>
                </a:path>
              </a:pathLst>
            </a:custGeom>
            <a:solidFill>
              <a:srgbClr val="E8F1D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1" name="object 301" descr=""/>
          <p:cNvSpPr/>
          <p:nvPr/>
        </p:nvSpPr>
        <p:spPr>
          <a:xfrm>
            <a:off x="3616444" y="4118283"/>
            <a:ext cx="474345" cy="120650"/>
          </a:xfrm>
          <a:custGeom>
            <a:avLst/>
            <a:gdLst/>
            <a:ahLst/>
            <a:cxnLst/>
            <a:rect l="l" t="t" r="r" b="b"/>
            <a:pathLst>
              <a:path w="474345" h="120650">
                <a:moveTo>
                  <a:pt x="0" y="120509"/>
                </a:moveTo>
                <a:lnTo>
                  <a:pt x="473776" y="120509"/>
                </a:lnTo>
                <a:lnTo>
                  <a:pt x="473776" y="0"/>
                </a:lnTo>
                <a:lnTo>
                  <a:pt x="0" y="0"/>
                </a:lnTo>
                <a:lnTo>
                  <a:pt x="0" y="120509"/>
                </a:lnTo>
                <a:close/>
              </a:path>
            </a:pathLst>
          </a:custGeom>
          <a:solidFill>
            <a:srgbClr val="D9E9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2" name="object 302" descr=""/>
          <p:cNvSpPr/>
          <p:nvPr/>
        </p:nvSpPr>
        <p:spPr>
          <a:xfrm>
            <a:off x="4973942" y="3733750"/>
            <a:ext cx="304800" cy="384810"/>
          </a:xfrm>
          <a:custGeom>
            <a:avLst/>
            <a:gdLst/>
            <a:ahLst/>
            <a:cxnLst/>
            <a:rect l="l" t="t" r="r" b="b"/>
            <a:pathLst>
              <a:path w="304800" h="384810">
                <a:moveTo>
                  <a:pt x="304189" y="0"/>
                </a:moveTo>
                <a:lnTo>
                  <a:pt x="0" y="0"/>
                </a:lnTo>
                <a:lnTo>
                  <a:pt x="0" y="384532"/>
                </a:lnTo>
                <a:lnTo>
                  <a:pt x="304189" y="384532"/>
                </a:lnTo>
                <a:lnTo>
                  <a:pt x="304189" y="0"/>
                </a:lnTo>
                <a:close/>
              </a:path>
            </a:pathLst>
          </a:custGeom>
          <a:solidFill>
            <a:srgbClr val="8ED7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3" name="object 303" descr=""/>
          <p:cNvSpPr/>
          <p:nvPr/>
        </p:nvSpPr>
        <p:spPr>
          <a:xfrm>
            <a:off x="4973942" y="3483569"/>
            <a:ext cx="304800" cy="126364"/>
          </a:xfrm>
          <a:custGeom>
            <a:avLst/>
            <a:gdLst/>
            <a:ahLst/>
            <a:cxnLst/>
            <a:rect l="l" t="t" r="r" b="b"/>
            <a:pathLst>
              <a:path w="304800" h="126364">
                <a:moveTo>
                  <a:pt x="304189" y="0"/>
                </a:moveTo>
                <a:lnTo>
                  <a:pt x="0" y="0"/>
                </a:lnTo>
                <a:lnTo>
                  <a:pt x="0" y="126205"/>
                </a:lnTo>
                <a:lnTo>
                  <a:pt x="304189" y="126205"/>
                </a:lnTo>
                <a:lnTo>
                  <a:pt x="304189" y="0"/>
                </a:lnTo>
                <a:close/>
              </a:path>
            </a:pathLst>
          </a:custGeom>
          <a:solidFill>
            <a:srgbClr val="C9E0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4" name="object 304" descr=""/>
          <p:cNvSpPr/>
          <p:nvPr/>
        </p:nvSpPr>
        <p:spPr>
          <a:xfrm>
            <a:off x="4610477" y="3581911"/>
            <a:ext cx="167005" cy="167005"/>
          </a:xfrm>
          <a:custGeom>
            <a:avLst/>
            <a:gdLst/>
            <a:ahLst/>
            <a:cxnLst/>
            <a:rect l="l" t="t" r="r" b="b"/>
            <a:pathLst>
              <a:path w="167004" h="167004">
                <a:moveTo>
                  <a:pt x="166424" y="0"/>
                </a:moveTo>
                <a:lnTo>
                  <a:pt x="0" y="0"/>
                </a:lnTo>
                <a:lnTo>
                  <a:pt x="0" y="166445"/>
                </a:lnTo>
                <a:lnTo>
                  <a:pt x="166424" y="166445"/>
                </a:lnTo>
                <a:lnTo>
                  <a:pt x="166424" y="0"/>
                </a:lnTo>
                <a:close/>
              </a:path>
            </a:pathLst>
          </a:custGeom>
          <a:solidFill>
            <a:srgbClr val="C9E0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5" name="object 305" descr=""/>
          <p:cNvSpPr/>
          <p:nvPr/>
        </p:nvSpPr>
        <p:spPr>
          <a:xfrm>
            <a:off x="5475173" y="3581911"/>
            <a:ext cx="167005" cy="167005"/>
          </a:xfrm>
          <a:custGeom>
            <a:avLst/>
            <a:gdLst/>
            <a:ahLst/>
            <a:cxnLst/>
            <a:rect l="l" t="t" r="r" b="b"/>
            <a:pathLst>
              <a:path w="167004" h="167004">
                <a:moveTo>
                  <a:pt x="166445" y="0"/>
                </a:moveTo>
                <a:lnTo>
                  <a:pt x="0" y="0"/>
                </a:lnTo>
                <a:lnTo>
                  <a:pt x="0" y="166445"/>
                </a:lnTo>
                <a:lnTo>
                  <a:pt x="166445" y="166445"/>
                </a:lnTo>
                <a:lnTo>
                  <a:pt x="166445" y="0"/>
                </a:lnTo>
                <a:close/>
              </a:path>
            </a:pathLst>
          </a:custGeom>
          <a:solidFill>
            <a:srgbClr val="C9E0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6" name="object 306" descr=""/>
          <p:cNvSpPr/>
          <p:nvPr/>
        </p:nvSpPr>
        <p:spPr>
          <a:xfrm>
            <a:off x="4610477" y="3801737"/>
            <a:ext cx="167005" cy="167005"/>
          </a:xfrm>
          <a:custGeom>
            <a:avLst/>
            <a:gdLst/>
            <a:ahLst/>
            <a:cxnLst/>
            <a:rect l="l" t="t" r="r" b="b"/>
            <a:pathLst>
              <a:path w="167004" h="167004">
                <a:moveTo>
                  <a:pt x="166424" y="0"/>
                </a:moveTo>
                <a:lnTo>
                  <a:pt x="0" y="0"/>
                </a:lnTo>
                <a:lnTo>
                  <a:pt x="0" y="166434"/>
                </a:lnTo>
                <a:lnTo>
                  <a:pt x="166424" y="166434"/>
                </a:lnTo>
                <a:lnTo>
                  <a:pt x="166424" y="0"/>
                </a:lnTo>
                <a:close/>
              </a:path>
            </a:pathLst>
          </a:custGeom>
          <a:solidFill>
            <a:srgbClr val="C9E0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7" name="object 307" descr=""/>
          <p:cNvSpPr/>
          <p:nvPr/>
        </p:nvSpPr>
        <p:spPr>
          <a:xfrm>
            <a:off x="5475173" y="3801737"/>
            <a:ext cx="167005" cy="167005"/>
          </a:xfrm>
          <a:custGeom>
            <a:avLst/>
            <a:gdLst/>
            <a:ahLst/>
            <a:cxnLst/>
            <a:rect l="l" t="t" r="r" b="b"/>
            <a:pathLst>
              <a:path w="167004" h="167004">
                <a:moveTo>
                  <a:pt x="166445" y="0"/>
                </a:moveTo>
                <a:lnTo>
                  <a:pt x="0" y="0"/>
                </a:lnTo>
                <a:lnTo>
                  <a:pt x="0" y="166434"/>
                </a:lnTo>
                <a:lnTo>
                  <a:pt x="166445" y="166434"/>
                </a:lnTo>
                <a:lnTo>
                  <a:pt x="166445" y="0"/>
                </a:lnTo>
                <a:close/>
              </a:path>
            </a:pathLst>
          </a:custGeom>
          <a:solidFill>
            <a:srgbClr val="C9E0A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08" name="object 308" descr=""/>
          <p:cNvGrpSpPr/>
          <p:nvPr/>
        </p:nvGrpSpPr>
        <p:grpSpPr>
          <a:xfrm>
            <a:off x="4090220" y="3965219"/>
            <a:ext cx="184150" cy="273685"/>
            <a:chOff x="4090220" y="3965219"/>
            <a:chExt cx="184150" cy="273685"/>
          </a:xfrm>
        </p:grpSpPr>
        <p:sp>
          <p:nvSpPr>
            <p:cNvPr id="309" name="object 309" descr=""/>
            <p:cNvSpPr/>
            <p:nvPr/>
          </p:nvSpPr>
          <p:spPr>
            <a:xfrm>
              <a:off x="4090220" y="3965219"/>
              <a:ext cx="92075" cy="273685"/>
            </a:xfrm>
            <a:custGeom>
              <a:avLst/>
              <a:gdLst/>
              <a:ahLst/>
              <a:cxnLst/>
              <a:rect l="l" t="t" r="r" b="b"/>
              <a:pathLst>
                <a:path w="92075" h="273685">
                  <a:moveTo>
                    <a:pt x="91840" y="0"/>
                  </a:moveTo>
                  <a:lnTo>
                    <a:pt x="0" y="0"/>
                  </a:lnTo>
                  <a:lnTo>
                    <a:pt x="0" y="273572"/>
                  </a:lnTo>
                  <a:lnTo>
                    <a:pt x="91840" y="273572"/>
                  </a:lnTo>
                  <a:lnTo>
                    <a:pt x="91840" y="0"/>
                  </a:lnTo>
                  <a:close/>
                </a:path>
              </a:pathLst>
            </a:custGeom>
            <a:solidFill>
              <a:srgbClr val="E1EE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 descr=""/>
            <p:cNvSpPr/>
            <p:nvPr/>
          </p:nvSpPr>
          <p:spPr>
            <a:xfrm>
              <a:off x="4182061" y="3965219"/>
              <a:ext cx="92075" cy="273685"/>
            </a:xfrm>
            <a:custGeom>
              <a:avLst/>
              <a:gdLst/>
              <a:ahLst/>
              <a:cxnLst/>
              <a:rect l="l" t="t" r="r" b="b"/>
              <a:pathLst>
                <a:path w="92075" h="273685">
                  <a:moveTo>
                    <a:pt x="91819" y="0"/>
                  </a:moveTo>
                  <a:lnTo>
                    <a:pt x="0" y="0"/>
                  </a:lnTo>
                  <a:lnTo>
                    <a:pt x="0" y="273572"/>
                  </a:lnTo>
                  <a:lnTo>
                    <a:pt x="91819" y="273572"/>
                  </a:lnTo>
                  <a:lnTo>
                    <a:pt x="91819" y="0"/>
                  </a:lnTo>
                  <a:close/>
                </a:path>
              </a:pathLst>
            </a:custGeom>
            <a:solidFill>
              <a:srgbClr val="DAEAC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1" name="object 311" descr=""/>
          <p:cNvSpPr/>
          <p:nvPr/>
        </p:nvSpPr>
        <p:spPr>
          <a:xfrm>
            <a:off x="5278133" y="4118281"/>
            <a:ext cx="120650" cy="120650"/>
          </a:xfrm>
          <a:custGeom>
            <a:avLst/>
            <a:gdLst/>
            <a:ahLst/>
            <a:cxnLst/>
            <a:rect l="l" t="t" r="r" b="b"/>
            <a:pathLst>
              <a:path w="120650" h="120650">
                <a:moveTo>
                  <a:pt x="0" y="0"/>
                </a:moveTo>
                <a:lnTo>
                  <a:pt x="0" y="120509"/>
                </a:lnTo>
                <a:lnTo>
                  <a:pt x="120498" y="120509"/>
                </a:lnTo>
                <a:lnTo>
                  <a:pt x="0" y="0"/>
                </a:lnTo>
                <a:close/>
              </a:path>
            </a:pathLst>
          </a:custGeom>
          <a:solidFill>
            <a:srgbClr val="D9E9B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12" name="object 312" descr=""/>
          <p:cNvGrpSpPr/>
          <p:nvPr/>
        </p:nvGrpSpPr>
        <p:grpSpPr>
          <a:xfrm>
            <a:off x="4343455" y="3058545"/>
            <a:ext cx="1565275" cy="534035"/>
            <a:chOff x="4343455" y="3058545"/>
            <a:chExt cx="1565275" cy="534035"/>
          </a:xfrm>
        </p:grpSpPr>
        <p:sp>
          <p:nvSpPr>
            <p:cNvPr id="313" name="object 313" descr=""/>
            <p:cNvSpPr/>
            <p:nvPr/>
          </p:nvSpPr>
          <p:spPr>
            <a:xfrm>
              <a:off x="4343455" y="3058545"/>
              <a:ext cx="782955" cy="534035"/>
            </a:xfrm>
            <a:custGeom>
              <a:avLst/>
              <a:gdLst/>
              <a:ahLst/>
              <a:cxnLst/>
              <a:rect l="l" t="t" r="r" b="b"/>
              <a:pathLst>
                <a:path w="782954" h="534035">
                  <a:moveTo>
                    <a:pt x="782573" y="0"/>
                  </a:moveTo>
                  <a:lnTo>
                    <a:pt x="0" y="458237"/>
                  </a:lnTo>
                  <a:lnTo>
                    <a:pt x="0" y="534004"/>
                  </a:lnTo>
                  <a:lnTo>
                    <a:pt x="782573" y="75746"/>
                  </a:lnTo>
                  <a:lnTo>
                    <a:pt x="782573" y="1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 descr=""/>
            <p:cNvSpPr/>
            <p:nvPr/>
          </p:nvSpPr>
          <p:spPr>
            <a:xfrm>
              <a:off x="5126028" y="3058554"/>
              <a:ext cx="782955" cy="534035"/>
            </a:xfrm>
            <a:custGeom>
              <a:avLst/>
              <a:gdLst/>
              <a:ahLst/>
              <a:cxnLst/>
              <a:rect l="l" t="t" r="r" b="b"/>
              <a:pathLst>
                <a:path w="782954" h="534035">
                  <a:moveTo>
                    <a:pt x="0" y="0"/>
                  </a:moveTo>
                  <a:lnTo>
                    <a:pt x="0" y="75746"/>
                  </a:lnTo>
                  <a:lnTo>
                    <a:pt x="782604" y="534004"/>
                  </a:lnTo>
                  <a:lnTo>
                    <a:pt x="782604" y="458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EF1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5" name="object 315" descr=""/>
          <p:cNvGrpSpPr/>
          <p:nvPr/>
        </p:nvGrpSpPr>
        <p:grpSpPr>
          <a:xfrm>
            <a:off x="4973942" y="4118283"/>
            <a:ext cx="304800" cy="120650"/>
            <a:chOff x="4973942" y="4118283"/>
            <a:chExt cx="304800" cy="120650"/>
          </a:xfrm>
        </p:grpSpPr>
        <p:sp>
          <p:nvSpPr>
            <p:cNvPr id="316" name="object 316" descr=""/>
            <p:cNvSpPr/>
            <p:nvPr/>
          </p:nvSpPr>
          <p:spPr>
            <a:xfrm>
              <a:off x="4973942" y="4118283"/>
              <a:ext cx="304800" cy="60325"/>
            </a:xfrm>
            <a:custGeom>
              <a:avLst/>
              <a:gdLst/>
              <a:ahLst/>
              <a:cxnLst/>
              <a:rect l="l" t="t" r="r" b="b"/>
              <a:pathLst>
                <a:path w="304800" h="60325">
                  <a:moveTo>
                    <a:pt x="304189" y="0"/>
                  </a:moveTo>
                  <a:lnTo>
                    <a:pt x="0" y="0"/>
                  </a:lnTo>
                  <a:lnTo>
                    <a:pt x="0" y="60270"/>
                  </a:lnTo>
                  <a:lnTo>
                    <a:pt x="304189" y="60270"/>
                  </a:lnTo>
                  <a:lnTo>
                    <a:pt x="304189" y="0"/>
                  </a:lnTo>
                  <a:close/>
                </a:path>
              </a:pathLst>
            </a:custGeom>
            <a:solidFill>
              <a:srgbClr val="F6F9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 descr=""/>
            <p:cNvSpPr/>
            <p:nvPr/>
          </p:nvSpPr>
          <p:spPr>
            <a:xfrm>
              <a:off x="4973942" y="4178522"/>
              <a:ext cx="304800" cy="60325"/>
            </a:xfrm>
            <a:custGeom>
              <a:avLst/>
              <a:gdLst/>
              <a:ahLst/>
              <a:cxnLst/>
              <a:rect l="l" t="t" r="r" b="b"/>
              <a:pathLst>
                <a:path w="304800" h="60325">
                  <a:moveTo>
                    <a:pt x="304189" y="0"/>
                  </a:moveTo>
                  <a:lnTo>
                    <a:pt x="0" y="0"/>
                  </a:lnTo>
                  <a:lnTo>
                    <a:pt x="0" y="60270"/>
                  </a:lnTo>
                  <a:lnTo>
                    <a:pt x="304189" y="60270"/>
                  </a:lnTo>
                  <a:lnTo>
                    <a:pt x="304189" y="0"/>
                  </a:lnTo>
                  <a:close/>
                </a:path>
              </a:pathLst>
            </a:custGeom>
            <a:solidFill>
              <a:srgbClr val="F0F7E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8" name="object 318" descr=""/>
          <p:cNvSpPr/>
          <p:nvPr/>
        </p:nvSpPr>
        <p:spPr>
          <a:xfrm>
            <a:off x="3696599" y="3516783"/>
            <a:ext cx="647065" cy="76200"/>
          </a:xfrm>
          <a:custGeom>
            <a:avLst/>
            <a:gdLst/>
            <a:ahLst/>
            <a:cxnLst/>
            <a:rect l="l" t="t" r="r" b="b"/>
            <a:pathLst>
              <a:path w="647064" h="76200">
                <a:moveTo>
                  <a:pt x="646849" y="0"/>
                </a:moveTo>
                <a:lnTo>
                  <a:pt x="0" y="0"/>
                </a:lnTo>
                <a:lnTo>
                  <a:pt x="0" y="75767"/>
                </a:lnTo>
                <a:lnTo>
                  <a:pt x="646849" y="75767"/>
                </a:lnTo>
                <a:lnTo>
                  <a:pt x="646849" y="0"/>
                </a:lnTo>
                <a:close/>
              </a:path>
            </a:pathLst>
          </a:custGeom>
          <a:solidFill>
            <a:srgbClr val="FFF0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9" name="object 319" descr=""/>
          <p:cNvSpPr/>
          <p:nvPr/>
        </p:nvSpPr>
        <p:spPr>
          <a:xfrm>
            <a:off x="4973917" y="3733755"/>
            <a:ext cx="304800" cy="384810"/>
          </a:xfrm>
          <a:custGeom>
            <a:avLst/>
            <a:gdLst/>
            <a:ahLst/>
            <a:cxnLst/>
            <a:rect l="l" t="t" r="r" b="b"/>
            <a:pathLst>
              <a:path w="304800" h="384810">
                <a:moveTo>
                  <a:pt x="304190" y="0"/>
                </a:moveTo>
                <a:lnTo>
                  <a:pt x="0" y="0"/>
                </a:lnTo>
                <a:lnTo>
                  <a:pt x="0" y="40640"/>
                </a:lnTo>
                <a:lnTo>
                  <a:pt x="0" y="384810"/>
                </a:lnTo>
                <a:lnTo>
                  <a:pt x="40665" y="384810"/>
                </a:lnTo>
                <a:lnTo>
                  <a:pt x="40665" y="40640"/>
                </a:lnTo>
                <a:lnTo>
                  <a:pt x="304190" y="40640"/>
                </a:lnTo>
                <a:lnTo>
                  <a:pt x="304190" y="0"/>
                </a:lnTo>
                <a:close/>
              </a:path>
            </a:pathLst>
          </a:custGeom>
          <a:solidFill>
            <a:srgbClr val="81D3F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20" name="object 320" descr=""/>
          <p:cNvGrpSpPr/>
          <p:nvPr/>
        </p:nvGrpSpPr>
        <p:grpSpPr>
          <a:xfrm>
            <a:off x="7024247" y="1858863"/>
            <a:ext cx="1649095" cy="2327910"/>
            <a:chOff x="7024247" y="1858863"/>
            <a:chExt cx="1649095" cy="2327910"/>
          </a:xfrm>
        </p:grpSpPr>
        <p:sp>
          <p:nvSpPr>
            <p:cNvPr id="321" name="object 321" descr=""/>
            <p:cNvSpPr/>
            <p:nvPr/>
          </p:nvSpPr>
          <p:spPr>
            <a:xfrm>
              <a:off x="7117076" y="1993917"/>
              <a:ext cx="1463675" cy="2192655"/>
            </a:xfrm>
            <a:custGeom>
              <a:avLst/>
              <a:gdLst/>
              <a:ahLst/>
              <a:cxnLst/>
              <a:rect l="l" t="t" r="r" b="b"/>
              <a:pathLst>
                <a:path w="1463675" h="2192654">
                  <a:moveTo>
                    <a:pt x="731569" y="0"/>
                  </a:moveTo>
                  <a:lnTo>
                    <a:pt x="0" y="614682"/>
                  </a:lnTo>
                  <a:lnTo>
                    <a:pt x="0" y="2192153"/>
                  </a:lnTo>
                  <a:lnTo>
                    <a:pt x="1463170" y="2192153"/>
                  </a:lnTo>
                  <a:lnTo>
                    <a:pt x="1463170" y="614243"/>
                  </a:lnTo>
                  <a:lnTo>
                    <a:pt x="731569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 descr=""/>
            <p:cNvSpPr/>
            <p:nvPr/>
          </p:nvSpPr>
          <p:spPr>
            <a:xfrm>
              <a:off x="7117072" y="1931080"/>
              <a:ext cx="1463675" cy="677545"/>
            </a:xfrm>
            <a:custGeom>
              <a:avLst/>
              <a:gdLst/>
              <a:ahLst/>
              <a:cxnLst/>
              <a:rect l="l" t="t" r="r" b="b"/>
              <a:pathLst>
                <a:path w="1463675" h="677544">
                  <a:moveTo>
                    <a:pt x="731569" y="0"/>
                  </a:moveTo>
                  <a:lnTo>
                    <a:pt x="0" y="615719"/>
                  </a:lnTo>
                  <a:lnTo>
                    <a:pt x="0" y="677518"/>
                  </a:lnTo>
                  <a:lnTo>
                    <a:pt x="731569" y="62835"/>
                  </a:lnTo>
                  <a:lnTo>
                    <a:pt x="1463170" y="677078"/>
                  </a:lnTo>
                  <a:lnTo>
                    <a:pt x="1463170" y="615248"/>
                  </a:lnTo>
                  <a:lnTo>
                    <a:pt x="731569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 descr=""/>
            <p:cNvSpPr/>
            <p:nvPr/>
          </p:nvSpPr>
          <p:spPr>
            <a:xfrm>
              <a:off x="7066079" y="1858863"/>
              <a:ext cx="782955" cy="731520"/>
            </a:xfrm>
            <a:custGeom>
              <a:avLst/>
              <a:gdLst/>
              <a:ahLst/>
              <a:cxnLst/>
              <a:rect l="l" t="t" r="r" b="b"/>
              <a:pathLst>
                <a:path w="782954" h="731519">
                  <a:moveTo>
                    <a:pt x="782562" y="0"/>
                  </a:moveTo>
                  <a:lnTo>
                    <a:pt x="0" y="655194"/>
                  </a:lnTo>
                  <a:lnTo>
                    <a:pt x="0" y="730972"/>
                  </a:lnTo>
                  <a:lnTo>
                    <a:pt x="782562" y="75756"/>
                  </a:lnTo>
                  <a:lnTo>
                    <a:pt x="782562" y="10"/>
                  </a:lnTo>
                  <a:close/>
                </a:path>
              </a:pathLst>
            </a:custGeom>
            <a:solidFill>
              <a:srgbClr val="D5EE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 descr=""/>
            <p:cNvSpPr/>
            <p:nvPr/>
          </p:nvSpPr>
          <p:spPr>
            <a:xfrm>
              <a:off x="7848642" y="1858874"/>
              <a:ext cx="782955" cy="731520"/>
            </a:xfrm>
            <a:custGeom>
              <a:avLst/>
              <a:gdLst/>
              <a:ahLst/>
              <a:cxnLst/>
              <a:rect l="l" t="t" r="r" b="b"/>
              <a:pathLst>
                <a:path w="782954" h="731519">
                  <a:moveTo>
                    <a:pt x="0" y="0"/>
                  </a:moveTo>
                  <a:lnTo>
                    <a:pt x="0" y="75746"/>
                  </a:lnTo>
                  <a:lnTo>
                    <a:pt x="782604" y="730962"/>
                  </a:lnTo>
                  <a:lnTo>
                    <a:pt x="782604" y="655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DEB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 descr=""/>
            <p:cNvSpPr/>
            <p:nvPr/>
          </p:nvSpPr>
          <p:spPr>
            <a:xfrm>
              <a:off x="7433196" y="3784009"/>
              <a:ext cx="9525" cy="220345"/>
            </a:xfrm>
            <a:custGeom>
              <a:avLst/>
              <a:gdLst/>
              <a:ahLst/>
              <a:cxnLst/>
              <a:rect l="l" t="t" r="r" b="b"/>
              <a:pathLst>
                <a:path w="9525" h="220345">
                  <a:moveTo>
                    <a:pt x="9131" y="123698"/>
                  </a:moveTo>
                  <a:lnTo>
                    <a:pt x="0" y="123698"/>
                  </a:lnTo>
                  <a:lnTo>
                    <a:pt x="0" y="219887"/>
                  </a:lnTo>
                  <a:lnTo>
                    <a:pt x="9131" y="219887"/>
                  </a:lnTo>
                  <a:lnTo>
                    <a:pt x="9131" y="123698"/>
                  </a:lnTo>
                  <a:close/>
                </a:path>
                <a:path w="9525" h="220345">
                  <a:moveTo>
                    <a:pt x="9131" y="0"/>
                  </a:moveTo>
                  <a:lnTo>
                    <a:pt x="0" y="0"/>
                  </a:lnTo>
                  <a:lnTo>
                    <a:pt x="0" y="96202"/>
                  </a:lnTo>
                  <a:lnTo>
                    <a:pt x="9131" y="96202"/>
                  </a:lnTo>
                  <a:lnTo>
                    <a:pt x="9131" y="0"/>
                  </a:lnTo>
                  <a:close/>
                </a:path>
              </a:pathLst>
            </a:custGeom>
            <a:solidFill>
              <a:srgbClr val="D2E4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 descr=""/>
            <p:cNvSpPr/>
            <p:nvPr/>
          </p:nvSpPr>
          <p:spPr>
            <a:xfrm>
              <a:off x="7312154" y="4003516"/>
              <a:ext cx="130810" cy="27940"/>
            </a:xfrm>
            <a:custGeom>
              <a:avLst/>
              <a:gdLst/>
              <a:ahLst/>
              <a:cxnLst/>
              <a:rect l="l" t="t" r="r" b="b"/>
              <a:pathLst>
                <a:path w="130809" h="27939">
                  <a:moveTo>
                    <a:pt x="0" y="27940"/>
                  </a:moveTo>
                  <a:lnTo>
                    <a:pt x="130184" y="27940"/>
                  </a:lnTo>
                  <a:lnTo>
                    <a:pt x="130184" y="0"/>
                  </a:lnTo>
                  <a:lnTo>
                    <a:pt x="0" y="0"/>
                  </a:lnTo>
                  <a:lnTo>
                    <a:pt x="0" y="279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7" name="object 32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12154" y="3755866"/>
              <a:ext cx="214611" cy="275590"/>
            </a:xfrm>
            <a:prstGeom prst="rect">
              <a:avLst/>
            </a:prstGeom>
          </p:spPr>
        </p:pic>
        <p:sp>
          <p:nvSpPr>
            <p:cNvPr id="328" name="object 328" descr=""/>
            <p:cNvSpPr/>
            <p:nvPr/>
          </p:nvSpPr>
          <p:spPr>
            <a:xfrm>
              <a:off x="7312152" y="3762507"/>
              <a:ext cx="214629" cy="146050"/>
            </a:xfrm>
            <a:custGeom>
              <a:avLst/>
              <a:gdLst/>
              <a:ahLst/>
              <a:cxnLst/>
              <a:rect l="l" t="t" r="r" b="b"/>
              <a:pathLst>
                <a:path w="214629" h="146050">
                  <a:moveTo>
                    <a:pt x="130175" y="117817"/>
                  </a:moveTo>
                  <a:lnTo>
                    <a:pt x="0" y="117817"/>
                  </a:lnTo>
                  <a:lnTo>
                    <a:pt x="0" y="145757"/>
                  </a:lnTo>
                  <a:lnTo>
                    <a:pt x="130175" y="145757"/>
                  </a:lnTo>
                  <a:lnTo>
                    <a:pt x="130175" y="117817"/>
                  </a:lnTo>
                  <a:close/>
                </a:path>
                <a:path w="214629" h="146050">
                  <a:moveTo>
                    <a:pt x="214604" y="0"/>
                  </a:moveTo>
                  <a:lnTo>
                    <a:pt x="0" y="0"/>
                  </a:lnTo>
                  <a:lnTo>
                    <a:pt x="0" y="21297"/>
                  </a:lnTo>
                  <a:lnTo>
                    <a:pt x="214604" y="21297"/>
                  </a:lnTo>
                  <a:lnTo>
                    <a:pt x="21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 descr=""/>
            <p:cNvSpPr/>
            <p:nvPr/>
          </p:nvSpPr>
          <p:spPr>
            <a:xfrm>
              <a:off x="8198053" y="3784009"/>
              <a:ext cx="4445" cy="220345"/>
            </a:xfrm>
            <a:custGeom>
              <a:avLst/>
              <a:gdLst/>
              <a:ahLst/>
              <a:cxnLst/>
              <a:rect l="l" t="t" r="r" b="b"/>
              <a:pathLst>
                <a:path w="4445" h="220345">
                  <a:moveTo>
                    <a:pt x="3975" y="123698"/>
                  </a:moveTo>
                  <a:lnTo>
                    <a:pt x="0" y="123698"/>
                  </a:lnTo>
                  <a:lnTo>
                    <a:pt x="0" y="219887"/>
                  </a:lnTo>
                  <a:lnTo>
                    <a:pt x="3975" y="219887"/>
                  </a:lnTo>
                  <a:lnTo>
                    <a:pt x="3975" y="123698"/>
                  </a:lnTo>
                  <a:close/>
                </a:path>
                <a:path w="4445" h="220345">
                  <a:moveTo>
                    <a:pt x="3975" y="0"/>
                  </a:moveTo>
                  <a:lnTo>
                    <a:pt x="0" y="0"/>
                  </a:lnTo>
                  <a:lnTo>
                    <a:pt x="0" y="96202"/>
                  </a:lnTo>
                  <a:lnTo>
                    <a:pt x="3975" y="96202"/>
                  </a:lnTo>
                  <a:lnTo>
                    <a:pt x="3975" y="0"/>
                  </a:lnTo>
                  <a:close/>
                </a:path>
              </a:pathLst>
            </a:custGeom>
            <a:solidFill>
              <a:srgbClr val="D2E4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 descr=""/>
            <p:cNvSpPr/>
            <p:nvPr/>
          </p:nvSpPr>
          <p:spPr>
            <a:xfrm>
              <a:off x="8170578" y="4003516"/>
              <a:ext cx="31750" cy="27940"/>
            </a:xfrm>
            <a:custGeom>
              <a:avLst/>
              <a:gdLst/>
              <a:ahLst/>
              <a:cxnLst/>
              <a:rect l="l" t="t" r="r" b="b"/>
              <a:pathLst>
                <a:path w="31750" h="27939">
                  <a:moveTo>
                    <a:pt x="0" y="27940"/>
                  </a:moveTo>
                  <a:lnTo>
                    <a:pt x="31454" y="27940"/>
                  </a:lnTo>
                  <a:lnTo>
                    <a:pt x="31454" y="0"/>
                  </a:lnTo>
                  <a:lnTo>
                    <a:pt x="0" y="0"/>
                  </a:lnTo>
                  <a:lnTo>
                    <a:pt x="0" y="279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1" name="object 33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70578" y="3755866"/>
              <a:ext cx="214600" cy="275590"/>
            </a:xfrm>
            <a:prstGeom prst="rect">
              <a:avLst/>
            </a:prstGeom>
          </p:spPr>
        </p:pic>
        <p:sp>
          <p:nvSpPr>
            <p:cNvPr id="332" name="object 332" descr=""/>
            <p:cNvSpPr/>
            <p:nvPr/>
          </p:nvSpPr>
          <p:spPr>
            <a:xfrm>
              <a:off x="8170571" y="3762507"/>
              <a:ext cx="214629" cy="146050"/>
            </a:xfrm>
            <a:custGeom>
              <a:avLst/>
              <a:gdLst/>
              <a:ahLst/>
              <a:cxnLst/>
              <a:rect l="l" t="t" r="r" b="b"/>
              <a:pathLst>
                <a:path w="214629" h="146050">
                  <a:moveTo>
                    <a:pt x="31457" y="117817"/>
                  </a:moveTo>
                  <a:lnTo>
                    <a:pt x="0" y="117817"/>
                  </a:lnTo>
                  <a:lnTo>
                    <a:pt x="0" y="145757"/>
                  </a:lnTo>
                  <a:lnTo>
                    <a:pt x="31457" y="145757"/>
                  </a:lnTo>
                  <a:lnTo>
                    <a:pt x="31457" y="117817"/>
                  </a:lnTo>
                  <a:close/>
                </a:path>
                <a:path w="214629" h="146050">
                  <a:moveTo>
                    <a:pt x="214604" y="0"/>
                  </a:moveTo>
                  <a:lnTo>
                    <a:pt x="0" y="0"/>
                  </a:lnTo>
                  <a:lnTo>
                    <a:pt x="0" y="21297"/>
                  </a:lnTo>
                  <a:lnTo>
                    <a:pt x="214604" y="21297"/>
                  </a:lnTo>
                  <a:lnTo>
                    <a:pt x="21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 descr=""/>
            <p:cNvSpPr/>
            <p:nvPr/>
          </p:nvSpPr>
          <p:spPr>
            <a:xfrm>
              <a:off x="7696569" y="3801560"/>
              <a:ext cx="304800" cy="384810"/>
            </a:xfrm>
            <a:custGeom>
              <a:avLst/>
              <a:gdLst/>
              <a:ahLst/>
              <a:cxnLst/>
              <a:rect l="l" t="t" r="r" b="b"/>
              <a:pathLst>
                <a:path w="304800" h="384810">
                  <a:moveTo>
                    <a:pt x="124637" y="0"/>
                  </a:moveTo>
                  <a:lnTo>
                    <a:pt x="0" y="0"/>
                  </a:lnTo>
                  <a:lnTo>
                    <a:pt x="0" y="384505"/>
                  </a:lnTo>
                  <a:lnTo>
                    <a:pt x="124637" y="384505"/>
                  </a:lnTo>
                  <a:lnTo>
                    <a:pt x="124637" y="0"/>
                  </a:lnTo>
                  <a:close/>
                </a:path>
                <a:path w="304800" h="384810">
                  <a:moveTo>
                    <a:pt x="304190" y="0"/>
                  </a:moveTo>
                  <a:lnTo>
                    <a:pt x="179552" y="0"/>
                  </a:lnTo>
                  <a:lnTo>
                    <a:pt x="179552" y="384505"/>
                  </a:lnTo>
                  <a:lnTo>
                    <a:pt x="304190" y="384505"/>
                  </a:lnTo>
                  <a:lnTo>
                    <a:pt x="304190" y="0"/>
                  </a:lnTo>
                  <a:close/>
                </a:path>
              </a:pathLst>
            </a:custGeom>
            <a:solidFill>
              <a:srgbClr val="C2C2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 descr=""/>
            <p:cNvSpPr/>
            <p:nvPr/>
          </p:nvSpPr>
          <p:spPr>
            <a:xfrm>
              <a:off x="7696569" y="3801573"/>
              <a:ext cx="304800" cy="384810"/>
            </a:xfrm>
            <a:custGeom>
              <a:avLst/>
              <a:gdLst/>
              <a:ahLst/>
              <a:cxnLst/>
              <a:rect l="l" t="t" r="r" b="b"/>
              <a:pathLst>
                <a:path w="304800" h="384810">
                  <a:moveTo>
                    <a:pt x="124637" y="0"/>
                  </a:moveTo>
                  <a:lnTo>
                    <a:pt x="0" y="0"/>
                  </a:lnTo>
                  <a:lnTo>
                    <a:pt x="0" y="40640"/>
                  </a:lnTo>
                  <a:lnTo>
                    <a:pt x="0" y="384810"/>
                  </a:lnTo>
                  <a:lnTo>
                    <a:pt x="40678" y="384810"/>
                  </a:lnTo>
                  <a:lnTo>
                    <a:pt x="40678" y="40640"/>
                  </a:lnTo>
                  <a:lnTo>
                    <a:pt x="124637" y="40640"/>
                  </a:lnTo>
                  <a:lnTo>
                    <a:pt x="124637" y="0"/>
                  </a:lnTo>
                  <a:close/>
                </a:path>
                <a:path w="304800" h="384810">
                  <a:moveTo>
                    <a:pt x="304190" y="0"/>
                  </a:moveTo>
                  <a:lnTo>
                    <a:pt x="179552" y="0"/>
                  </a:lnTo>
                  <a:lnTo>
                    <a:pt x="179552" y="40640"/>
                  </a:lnTo>
                  <a:lnTo>
                    <a:pt x="304190" y="40640"/>
                  </a:lnTo>
                  <a:lnTo>
                    <a:pt x="304190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5" name="object 33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44403" y="2180404"/>
              <a:ext cx="214761" cy="381661"/>
            </a:xfrm>
            <a:prstGeom prst="rect">
              <a:avLst/>
            </a:prstGeom>
          </p:spPr>
        </p:pic>
        <p:sp>
          <p:nvSpPr>
            <p:cNvPr id="336" name="object 336" descr=""/>
            <p:cNvSpPr/>
            <p:nvPr/>
          </p:nvSpPr>
          <p:spPr>
            <a:xfrm>
              <a:off x="7714905" y="2478543"/>
              <a:ext cx="365125" cy="151130"/>
            </a:xfrm>
            <a:custGeom>
              <a:avLst/>
              <a:gdLst/>
              <a:ahLst/>
              <a:cxnLst/>
              <a:rect l="l" t="t" r="r" b="b"/>
              <a:pathLst>
                <a:path w="365125" h="151130">
                  <a:moveTo>
                    <a:pt x="267185" y="0"/>
                  </a:moveTo>
                  <a:lnTo>
                    <a:pt x="0" y="0"/>
                  </a:lnTo>
                  <a:lnTo>
                    <a:pt x="0" y="84154"/>
                  </a:lnTo>
                  <a:lnTo>
                    <a:pt x="66385" y="150529"/>
                  </a:lnTo>
                  <a:lnTo>
                    <a:pt x="364501" y="150529"/>
                  </a:lnTo>
                  <a:lnTo>
                    <a:pt x="364501" y="97316"/>
                  </a:lnTo>
                  <a:lnTo>
                    <a:pt x="267185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 descr=""/>
            <p:cNvSpPr/>
            <p:nvPr/>
          </p:nvSpPr>
          <p:spPr>
            <a:xfrm>
              <a:off x="7714906" y="2478542"/>
              <a:ext cx="267335" cy="84455"/>
            </a:xfrm>
            <a:custGeom>
              <a:avLst/>
              <a:gdLst/>
              <a:ahLst/>
              <a:cxnLst/>
              <a:rect l="l" t="t" r="r" b="b"/>
              <a:pathLst>
                <a:path w="267334" h="84455">
                  <a:moveTo>
                    <a:pt x="267185" y="0"/>
                  </a:moveTo>
                  <a:lnTo>
                    <a:pt x="0" y="0"/>
                  </a:lnTo>
                  <a:lnTo>
                    <a:pt x="0" y="84154"/>
                  </a:lnTo>
                  <a:lnTo>
                    <a:pt x="267185" y="84154"/>
                  </a:lnTo>
                  <a:lnTo>
                    <a:pt x="267185" y="0"/>
                  </a:lnTo>
                  <a:close/>
                </a:path>
              </a:pathLst>
            </a:custGeom>
            <a:solidFill>
              <a:srgbClr val="E8F1D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8" name="object 33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18939" y="2748756"/>
              <a:ext cx="214642" cy="275590"/>
            </a:xfrm>
            <a:prstGeom prst="rect">
              <a:avLst/>
            </a:prstGeom>
          </p:spPr>
        </p:pic>
        <p:sp>
          <p:nvSpPr>
            <p:cNvPr id="339" name="object 339" descr=""/>
            <p:cNvSpPr/>
            <p:nvPr/>
          </p:nvSpPr>
          <p:spPr>
            <a:xfrm>
              <a:off x="7289497" y="2939894"/>
              <a:ext cx="364490" cy="151130"/>
            </a:xfrm>
            <a:custGeom>
              <a:avLst/>
              <a:gdLst/>
              <a:ahLst/>
              <a:cxnLst/>
              <a:rect l="l" t="t" r="r" b="b"/>
              <a:pathLst>
                <a:path w="364490" h="151130">
                  <a:moveTo>
                    <a:pt x="267133" y="0"/>
                  </a:moveTo>
                  <a:lnTo>
                    <a:pt x="0" y="0"/>
                  </a:lnTo>
                  <a:lnTo>
                    <a:pt x="0" y="84164"/>
                  </a:lnTo>
                  <a:lnTo>
                    <a:pt x="66333" y="150539"/>
                  </a:lnTo>
                  <a:lnTo>
                    <a:pt x="364449" y="150539"/>
                  </a:lnTo>
                  <a:lnTo>
                    <a:pt x="364449" y="97326"/>
                  </a:lnTo>
                  <a:lnTo>
                    <a:pt x="267133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 descr=""/>
            <p:cNvSpPr/>
            <p:nvPr/>
          </p:nvSpPr>
          <p:spPr>
            <a:xfrm>
              <a:off x="7289495" y="2939889"/>
              <a:ext cx="267335" cy="84455"/>
            </a:xfrm>
            <a:custGeom>
              <a:avLst/>
              <a:gdLst/>
              <a:ahLst/>
              <a:cxnLst/>
              <a:rect l="l" t="t" r="r" b="b"/>
              <a:pathLst>
                <a:path w="267334" h="84455">
                  <a:moveTo>
                    <a:pt x="267133" y="0"/>
                  </a:moveTo>
                  <a:lnTo>
                    <a:pt x="0" y="0"/>
                  </a:lnTo>
                  <a:lnTo>
                    <a:pt x="0" y="84164"/>
                  </a:lnTo>
                  <a:lnTo>
                    <a:pt x="267133" y="84164"/>
                  </a:lnTo>
                  <a:lnTo>
                    <a:pt x="267133" y="0"/>
                  </a:lnTo>
                  <a:close/>
                </a:path>
              </a:pathLst>
            </a:custGeom>
            <a:solidFill>
              <a:srgbClr val="E8F1D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1" name="object 34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162191" y="2748756"/>
              <a:ext cx="214600" cy="275590"/>
            </a:xfrm>
            <a:prstGeom prst="rect">
              <a:avLst/>
            </a:prstGeom>
          </p:spPr>
        </p:pic>
        <p:sp>
          <p:nvSpPr>
            <p:cNvPr id="342" name="object 342" descr=""/>
            <p:cNvSpPr/>
            <p:nvPr/>
          </p:nvSpPr>
          <p:spPr>
            <a:xfrm>
              <a:off x="8132711" y="2939894"/>
              <a:ext cx="364490" cy="151130"/>
            </a:xfrm>
            <a:custGeom>
              <a:avLst/>
              <a:gdLst/>
              <a:ahLst/>
              <a:cxnLst/>
              <a:rect l="l" t="t" r="r" b="b"/>
              <a:pathLst>
                <a:path w="364490" h="151130">
                  <a:moveTo>
                    <a:pt x="267164" y="0"/>
                  </a:moveTo>
                  <a:lnTo>
                    <a:pt x="0" y="0"/>
                  </a:lnTo>
                  <a:lnTo>
                    <a:pt x="0" y="84164"/>
                  </a:lnTo>
                  <a:lnTo>
                    <a:pt x="66364" y="150539"/>
                  </a:lnTo>
                  <a:lnTo>
                    <a:pt x="364481" y="150539"/>
                  </a:lnTo>
                  <a:lnTo>
                    <a:pt x="364481" y="97326"/>
                  </a:lnTo>
                  <a:lnTo>
                    <a:pt x="267164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 descr=""/>
            <p:cNvSpPr/>
            <p:nvPr/>
          </p:nvSpPr>
          <p:spPr>
            <a:xfrm>
              <a:off x="8132716" y="2939889"/>
              <a:ext cx="267335" cy="84455"/>
            </a:xfrm>
            <a:custGeom>
              <a:avLst/>
              <a:gdLst/>
              <a:ahLst/>
              <a:cxnLst/>
              <a:rect l="l" t="t" r="r" b="b"/>
              <a:pathLst>
                <a:path w="267334" h="84455">
                  <a:moveTo>
                    <a:pt x="267164" y="0"/>
                  </a:moveTo>
                  <a:lnTo>
                    <a:pt x="0" y="0"/>
                  </a:lnTo>
                  <a:lnTo>
                    <a:pt x="0" y="84164"/>
                  </a:lnTo>
                  <a:lnTo>
                    <a:pt x="267164" y="84164"/>
                  </a:lnTo>
                  <a:lnTo>
                    <a:pt x="267164" y="0"/>
                  </a:lnTo>
                  <a:close/>
                </a:path>
              </a:pathLst>
            </a:custGeom>
            <a:solidFill>
              <a:srgbClr val="E8F1D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4" name="object 34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40633" y="2748756"/>
              <a:ext cx="214600" cy="275590"/>
            </a:xfrm>
            <a:prstGeom prst="rect">
              <a:avLst/>
            </a:prstGeom>
          </p:spPr>
        </p:pic>
        <p:sp>
          <p:nvSpPr>
            <p:cNvPr id="345" name="object 345" descr=""/>
            <p:cNvSpPr/>
            <p:nvPr/>
          </p:nvSpPr>
          <p:spPr>
            <a:xfrm>
              <a:off x="7711156" y="2939894"/>
              <a:ext cx="364490" cy="151130"/>
            </a:xfrm>
            <a:custGeom>
              <a:avLst/>
              <a:gdLst/>
              <a:ahLst/>
              <a:cxnLst/>
              <a:rect l="l" t="t" r="r" b="b"/>
              <a:pathLst>
                <a:path w="364490" h="151130">
                  <a:moveTo>
                    <a:pt x="267164" y="0"/>
                  </a:moveTo>
                  <a:lnTo>
                    <a:pt x="0" y="0"/>
                  </a:lnTo>
                  <a:lnTo>
                    <a:pt x="0" y="84164"/>
                  </a:lnTo>
                  <a:lnTo>
                    <a:pt x="66364" y="150539"/>
                  </a:lnTo>
                  <a:lnTo>
                    <a:pt x="364481" y="150539"/>
                  </a:lnTo>
                  <a:lnTo>
                    <a:pt x="364481" y="97326"/>
                  </a:lnTo>
                  <a:lnTo>
                    <a:pt x="267164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 descr=""/>
            <p:cNvSpPr/>
            <p:nvPr/>
          </p:nvSpPr>
          <p:spPr>
            <a:xfrm>
              <a:off x="7711158" y="2939889"/>
              <a:ext cx="267335" cy="84455"/>
            </a:xfrm>
            <a:custGeom>
              <a:avLst/>
              <a:gdLst/>
              <a:ahLst/>
              <a:cxnLst/>
              <a:rect l="l" t="t" r="r" b="b"/>
              <a:pathLst>
                <a:path w="267334" h="84455">
                  <a:moveTo>
                    <a:pt x="267164" y="0"/>
                  </a:moveTo>
                  <a:lnTo>
                    <a:pt x="0" y="0"/>
                  </a:lnTo>
                  <a:lnTo>
                    <a:pt x="0" y="84164"/>
                  </a:lnTo>
                  <a:lnTo>
                    <a:pt x="267164" y="84164"/>
                  </a:lnTo>
                  <a:lnTo>
                    <a:pt x="267164" y="0"/>
                  </a:lnTo>
                  <a:close/>
                </a:path>
              </a:pathLst>
            </a:custGeom>
            <a:solidFill>
              <a:srgbClr val="E8F1D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7" name="object 34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18939" y="3244056"/>
              <a:ext cx="214642" cy="274320"/>
            </a:xfrm>
            <a:prstGeom prst="rect">
              <a:avLst/>
            </a:prstGeom>
          </p:spPr>
        </p:pic>
        <p:sp>
          <p:nvSpPr>
            <p:cNvPr id="348" name="object 348" descr=""/>
            <p:cNvSpPr/>
            <p:nvPr/>
          </p:nvSpPr>
          <p:spPr>
            <a:xfrm>
              <a:off x="7289497" y="3434457"/>
              <a:ext cx="364490" cy="151130"/>
            </a:xfrm>
            <a:custGeom>
              <a:avLst/>
              <a:gdLst/>
              <a:ahLst/>
              <a:cxnLst/>
              <a:rect l="l" t="t" r="r" b="b"/>
              <a:pathLst>
                <a:path w="364490" h="151129">
                  <a:moveTo>
                    <a:pt x="267133" y="0"/>
                  </a:moveTo>
                  <a:lnTo>
                    <a:pt x="0" y="0"/>
                  </a:lnTo>
                  <a:lnTo>
                    <a:pt x="0" y="84164"/>
                  </a:lnTo>
                  <a:lnTo>
                    <a:pt x="66333" y="150539"/>
                  </a:lnTo>
                  <a:lnTo>
                    <a:pt x="364449" y="150539"/>
                  </a:lnTo>
                  <a:lnTo>
                    <a:pt x="364449" y="97326"/>
                  </a:lnTo>
                  <a:lnTo>
                    <a:pt x="267133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9" name="object 349" descr=""/>
            <p:cNvSpPr/>
            <p:nvPr/>
          </p:nvSpPr>
          <p:spPr>
            <a:xfrm>
              <a:off x="7289495" y="3434450"/>
              <a:ext cx="267335" cy="84455"/>
            </a:xfrm>
            <a:custGeom>
              <a:avLst/>
              <a:gdLst/>
              <a:ahLst/>
              <a:cxnLst/>
              <a:rect l="l" t="t" r="r" b="b"/>
              <a:pathLst>
                <a:path w="267334" h="84454">
                  <a:moveTo>
                    <a:pt x="267133" y="0"/>
                  </a:moveTo>
                  <a:lnTo>
                    <a:pt x="0" y="0"/>
                  </a:lnTo>
                  <a:lnTo>
                    <a:pt x="0" y="84164"/>
                  </a:lnTo>
                  <a:lnTo>
                    <a:pt x="267133" y="84164"/>
                  </a:lnTo>
                  <a:lnTo>
                    <a:pt x="267133" y="0"/>
                  </a:lnTo>
                  <a:close/>
                </a:path>
              </a:pathLst>
            </a:custGeom>
            <a:solidFill>
              <a:srgbClr val="E8F1D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0" name="object 35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62191" y="3244056"/>
              <a:ext cx="214600" cy="274320"/>
            </a:xfrm>
            <a:prstGeom prst="rect">
              <a:avLst/>
            </a:prstGeom>
          </p:spPr>
        </p:pic>
        <p:sp>
          <p:nvSpPr>
            <p:cNvPr id="351" name="object 351" descr=""/>
            <p:cNvSpPr/>
            <p:nvPr/>
          </p:nvSpPr>
          <p:spPr>
            <a:xfrm>
              <a:off x="8132711" y="3434457"/>
              <a:ext cx="364490" cy="151130"/>
            </a:xfrm>
            <a:custGeom>
              <a:avLst/>
              <a:gdLst/>
              <a:ahLst/>
              <a:cxnLst/>
              <a:rect l="l" t="t" r="r" b="b"/>
              <a:pathLst>
                <a:path w="364490" h="151129">
                  <a:moveTo>
                    <a:pt x="267164" y="0"/>
                  </a:moveTo>
                  <a:lnTo>
                    <a:pt x="0" y="0"/>
                  </a:lnTo>
                  <a:lnTo>
                    <a:pt x="0" y="84164"/>
                  </a:lnTo>
                  <a:lnTo>
                    <a:pt x="66364" y="150539"/>
                  </a:lnTo>
                  <a:lnTo>
                    <a:pt x="364481" y="150539"/>
                  </a:lnTo>
                  <a:lnTo>
                    <a:pt x="364481" y="97326"/>
                  </a:lnTo>
                  <a:lnTo>
                    <a:pt x="267164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 descr=""/>
            <p:cNvSpPr/>
            <p:nvPr/>
          </p:nvSpPr>
          <p:spPr>
            <a:xfrm>
              <a:off x="8132716" y="3434450"/>
              <a:ext cx="267335" cy="84455"/>
            </a:xfrm>
            <a:custGeom>
              <a:avLst/>
              <a:gdLst/>
              <a:ahLst/>
              <a:cxnLst/>
              <a:rect l="l" t="t" r="r" b="b"/>
              <a:pathLst>
                <a:path w="267334" h="84454">
                  <a:moveTo>
                    <a:pt x="267164" y="0"/>
                  </a:moveTo>
                  <a:lnTo>
                    <a:pt x="0" y="0"/>
                  </a:lnTo>
                  <a:lnTo>
                    <a:pt x="0" y="84164"/>
                  </a:lnTo>
                  <a:lnTo>
                    <a:pt x="267164" y="84164"/>
                  </a:lnTo>
                  <a:lnTo>
                    <a:pt x="267164" y="0"/>
                  </a:lnTo>
                  <a:close/>
                </a:path>
              </a:pathLst>
            </a:custGeom>
            <a:solidFill>
              <a:srgbClr val="E8F1D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3" name="object 35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740633" y="3244056"/>
              <a:ext cx="214600" cy="274320"/>
            </a:xfrm>
            <a:prstGeom prst="rect">
              <a:avLst/>
            </a:prstGeom>
          </p:spPr>
        </p:pic>
        <p:sp>
          <p:nvSpPr>
            <p:cNvPr id="354" name="object 354" descr=""/>
            <p:cNvSpPr/>
            <p:nvPr/>
          </p:nvSpPr>
          <p:spPr>
            <a:xfrm>
              <a:off x="7711156" y="3434457"/>
              <a:ext cx="364490" cy="151130"/>
            </a:xfrm>
            <a:custGeom>
              <a:avLst/>
              <a:gdLst/>
              <a:ahLst/>
              <a:cxnLst/>
              <a:rect l="l" t="t" r="r" b="b"/>
              <a:pathLst>
                <a:path w="364490" h="151129">
                  <a:moveTo>
                    <a:pt x="267164" y="0"/>
                  </a:moveTo>
                  <a:lnTo>
                    <a:pt x="0" y="0"/>
                  </a:lnTo>
                  <a:lnTo>
                    <a:pt x="0" y="84164"/>
                  </a:lnTo>
                  <a:lnTo>
                    <a:pt x="66364" y="150539"/>
                  </a:lnTo>
                  <a:lnTo>
                    <a:pt x="364481" y="150539"/>
                  </a:lnTo>
                  <a:lnTo>
                    <a:pt x="364481" y="97326"/>
                  </a:lnTo>
                  <a:lnTo>
                    <a:pt x="267164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 descr=""/>
            <p:cNvSpPr/>
            <p:nvPr/>
          </p:nvSpPr>
          <p:spPr>
            <a:xfrm>
              <a:off x="7024243" y="2939890"/>
              <a:ext cx="1649095" cy="579120"/>
            </a:xfrm>
            <a:custGeom>
              <a:avLst/>
              <a:gdLst/>
              <a:ahLst/>
              <a:cxnLst/>
              <a:rect l="l" t="t" r="r" b="b"/>
              <a:pathLst>
                <a:path w="1649095" h="579120">
                  <a:moveTo>
                    <a:pt x="92837" y="494563"/>
                  </a:moveTo>
                  <a:lnTo>
                    <a:pt x="0" y="494563"/>
                  </a:lnTo>
                  <a:lnTo>
                    <a:pt x="0" y="578726"/>
                  </a:lnTo>
                  <a:lnTo>
                    <a:pt x="92837" y="578726"/>
                  </a:lnTo>
                  <a:lnTo>
                    <a:pt x="92837" y="494563"/>
                  </a:lnTo>
                  <a:close/>
                </a:path>
                <a:path w="1649095" h="579120">
                  <a:moveTo>
                    <a:pt x="92837" y="0"/>
                  </a:moveTo>
                  <a:lnTo>
                    <a:pt x="0" y="0"/>
                  </a:lnTo>
                  <a:lnTo>
                    <a:pt x="0" y="84175"/>
                  </a:lnTo>
                  <a:lnTo>
                    <a:pt x="92837" y="84175"/>
                  </a:lnTo>
                  <a:lnTo>
                    <a:pt x="92837" y="0"/>
                  </a:lnTo>
                  <a:close/>
                </a:path>
                <a:path w="1649095" h="579120">
                  <a:moveTo>
                    <a:pt x="954074" y="494563"/>
                  </a:moveTo>
                  <a:lnTo>
                    <a:pt x="686904" y="494563"/>
                  </a:lnTo>
                  <a:lnTo>
                    <a:pt x="686904" y="578726"/>
                  </a:lnTo>
                  <a:lnTo>
                    <a:pt x="954074" y="578726"/>
                  </a:lnTo>
                  <a:lnTo>
                    <a:pt x="954074" y="494563"/>
                  </a:lnTo>
                  <a:close/>
                </a:path>
                <a:path w="1649095" h="579120">
                  <a:moveTo>
                    <a:pt x="1648828" y="494563"/>
                  </a:moveTo>
                  <a:lnTo>
                    <a:pt x="1555991" y="494563"/>
                  </a:lnTo>
                  <a:lnTo>
                    <a:pt x="1555991" y="578726"/>
                  </a:lnTo>
                  <a:lnTo>
                    <a:pt x="1648828" y="578726"/>
                  </a:lnTo>
                  <a:lnTo>
                    <a:pt x="1648828" y="494563"/>
                  </a:lnTo>
                  <a:close/>
                </a:path>
                <a:path w="1649095" h="579120">
                  <a:moveTo>
                    <a:pt x="1648828" y="0"/>
                  </a:moveTo>
                  <a:lnTo>
                    <a:pt x="1555991" y="0"/>
                  </a:lnTo>
                  <a:lnTo>
                    <a:pt x="1555991" y="84175"/>
                  </a:lnTo>
                  <a:lnTo>
                    <a:pt x="1648828" y="84175"/>
                  </a:lnTo>
                  <a:lnTo>
                    <a:pt x="1648828" y="0"/>
                  </a:lnTo>
                  <a:close/>
                </a:path>
              </a:pathLst>
            </a:custGeom>
            <a:solidFill>
              <a:srgbClr val="E8F1D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6" name="object 356" descr=""/>
          <p:cNvGrpSpPr/>
          <p:nvPr/>
        </p:nvGrpSpPr>
        <p:grpSpPr>
          <a:xfrm>
            <a:off x="6684571" y="3762503"/>
            <a:ext cx="2330450" cy="476884"/>
            <a:chOff x="6684571" y="3762503"/>
            <a:chExt cx="2330450" cy="476884"/>
          </a:xfrm>
        </p:grpSpPr>
        <p:sp>
          <p:nvSpPr>
            <p:cNvPr id="357" name="object 357" descr=""/>
            <p:cNvSpPr/>
            <p:nvPr/>
          </p:nvSpPr>
          <p:spPr>
            <a:xfrm>
              <a:off x="6684581" y="3762503"/>
              <a:ext cx="55244" cy="424180"/>
            </a:xfrm>
            <a:custGeom>
              <a:avLst/>
              <a:gdLst/>
              <a:ahLst/>
              <a:cxnLst/>
              <a:rect l="l" t="t" r="r" b="b"/>
              <a:pathLst>
                <a:path w="55245" h="424179">
                  <a:moveTo>
                    <a:pt x="54919" y="0"/>
                  </a:moveTo>
                  <a:lnTo>
                    <a:pt x="0" y="0"/>
                  </a:lnTo>
                  <a:lnTo>
                    <a:pt x="0" y="423568"/>
                  </a:lnTo>
                  <a:lnTo>
                    <a:pt x="54919" y="423568"/>
                  </a:lnTo>
                  <a:lnTo>
                    <a:pt x="54919" y="0"/>
                  </a:lnTo>
                  <a:close/>
                </a:path>
              </a:pathLst>
            </a:custGeom>
            <a:solidFill>
              <a:srgbClr val="D9E9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 descr=""/>
            <p:cNvSpPr/>
            <p:nvPr/>
          </p:nvSpPr>
          <p:spPr>
            <a:xfrm>
              <a:off x="6739496" y="3847382"/>
              <a:ext cx="134620" cy="254000"/>
            </a:xfrm>
            <a:custGeom>
              <a:avLst/>
              <a:gdLst/>
              <a:ahLst/>
              <a:cxnLst/>
              <a:rect l="l" t="t" r="r" b="b"/>
              <a:pathLst>
                <a:path w="134620" h="254000">
                  <a:moveTo>
                    <a:pt x="134505" y="206362"/>
                  </a:moveTo>
                  <a:lnTo>
                    <a:pt x="0" y="206362"/>
                  </a:lnTo>
                  <a:lnTo>
                    <a:pt x="0" y="253784"/>
                  </a:lnTo>
                  <a:lnTo>
                    <a:pt x="134505" y="253784"/>
                  </a:lnTo>
                  <a:lnTo>
                    <a:pt x="134505" y="206362"/>
                  </a:lnTo>
                  <a:close/>
                </a:path>
                <a:path w="134620" h="254000">
                  <a:moveTo>
                    <a:pt x="134505" y="0"/>
                  </a:moveTo>
                  <a:lnTo>
                    <a:pt x="0" y="0"/>
                  </a:lnTo>
                  <a:lnTo>
                    <a:pt x="0" y="47459"/>
                  </a:lnTo>
                  <a:lnTo>
                    <a:pt x="134505" y="47459"/>
                  </a:lnTo>
                  <a:lnTo>
                    <a:pt x="134505" y="0"/>
                  </a:lnTo>
                  <a:close/>
                </a:path>
              </a:pathLst>
            </a:custGeom>
            <a:solidFill>
              <a:srgbClr val="E8F1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 descr=""/>
            <p:cNvSpPr/>
            <p:nvPr/>
          </p:nvSpPr>
          <p:spPr>
            <a:xfrm>
              <a:off x="6874010" y="3762503"/>
              <a:ext cx="55244" cy="424180"/>
            </a:xfrm>
            <a:custGeom>
              <a:avLst/>
              <a:gdLst/>
              <a:ahLst/>
              <a:cxnLst/>
              <a:rect l="l" t="t" r="r" b="b"/>
              <a:pathLst>
                <a:path w="55245" h="424179">
                  <a:moveTo>
                    <a:pt x="54961" y="0"/>
                  </a:moveTo>
                  <a:lnTo>
                    <a:pt x="0" y="0"/>
                  </a:lnTo>
                  <a:lnTo>
                    <a:pt x="0" y="423568"/>
                  </a:lnTo>
                  <a:lnTo>
                    <a:pt x="54961" y="423568"/>
                  </a:lnTo>
                  <a:lnTo>
                    <a:pt x="54961" y="0"/>
                  </a:lnTo>
                  <a:close/>
                </a:path>
              </a:pathLst>
            </a:custGeom>
            <a:solidFill>
              <a:srgbClr val="D9E9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 descr=""/>
            <p:cNvSpPr/>
            <p:nvPr/>
          </p:nvSpPr>
          <p:spPr>
            <a:xfrm>
              <a:off x="6928967" y="3847382"/>
              <a:ext cx="134620" cy="254000"/>
            </a:xfrm>
            <a:custGeom>
              <a:avLst/>
              <a:gdLst/>
              <a:ahLst/>
              <a:cxnLst/>
              <a:rect l="l" t="t" r="r" b="b"/>
              <a:pathLst>
                <a:path w="134620" h="254000">
                  <a:moveTo>
                    <a:pt x="134454" y="206362"/>
                  </a:moveTo>
                  <a:lnTo>
                    <a:pt x="0" y="206362"/>
                  </a:lnTo>
                  <a:lnTo>
                    <a:pt x="0" y="253784"/>
                  </a:lnTo>
                  <a:lnTo>
                    <a:pt x="134454" y="253784"/>
                  </a:lnTo>
                  <a:lnTo>
                    <a:pt x="134454" y="206362"/>
                  </a:lnTo>
                  <a:close/>
                </a:path>
                <a:path w="134620" h="254000">
                  <a:moveTo>
                    <a:pt x="134454" y="0"/>
                  </a:moveTo>
                  <a:lnTo>
                    <a:pt x="0" y="0"/>
                  </a:lnTo>
                  <a:lnTo>
                    <a:pt x="0" y="47459"/>
                  </a:lnTo>
                  <a:lnTo>
                    <a:pt x="134454" y="47459"/>
                  </a:lnTo>
                  <a:lnTo>
                    <a:pt x="134454" y="0"/>
                  </a:lnTo>
                  <a:close/>
                </a:path>
              </a:pathLst>
            </a:custGeom>
            <a:solidFill>
              <a:srgbClr val="E8F1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 descr=""/>
            <p:cNvSpPr/>
            <p:nvPr/>
          </p:nvSpPr>
          <p:spPr>
            <a:xfrm>
              <a:off x="7063428" y="3762503"/>
              <a:ext cx="55244" cy="424180"/>
            </a:xfrm>
            <a:custGeom>
              <a:avLst/>
              <a:gdLst/>
              <a:ahLst/>
              <a:cxnLst/>
              <a:rect l="l" t="t" r="r" b="b"/>
              <a:pathLst>
                <a:path w="55245" h="424179">
                  <a:moveTo>
                    <a:pt x="54982" y="0"/>
                  </a:moveTo>
                  <a:lnTo>
                    <a:pt x="0" y="0"/>
                  </a:lnTo>
                  <a:lnTo>
                    <a:pt x="0" y="423568"/>
                  </a:lnTo>
                  <a:lnTo>
                    <a:pt x="54982" y="423568"/>
                  </a:lnTo>
                  <a:lnTo>
                    <a:pt x="54982" y="0"/>
                  </a:lnTo>
                  <a:close/>
                </a:path>
              </a:pathLst>
            </a:custGeom>
            <a:solidFill>
              <a:srgbClr val="D9E9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2" name="object 362" descr=""/>
            <p:cNvSpPr/>
            <p:nvPr/>
          </p:nvSpPr>
          <p:spPr>
            <a:xfrm>
              <a:off x="7118400" y="3847382"/>
              <a:ext cx="134620" cy="254000"/>
            </a:xfrm>
            <a:custGeom>
              <a:avLst/>
              <a:gdLst/>
              <a:ahLst/>
              <a:cxnLst/>
              <a:rect l="l" t="t" r="r" b="b"/>
              <a:pathLst>
                <a:path w="134620" h="254000">
                  <a:moveTo>
                    <a:pt x="134454" y="206362"/>
                  </a:moveTo>
                  <a:lnTo>
                    <a:pt x="0" y="206362"/>
                  </a:lnTo>
                  <a:lnTo>
                    <a:pt x="0" y="253784"/>
                  </a:lnTo>
                  <a:lnTo>
                    <a:pt x="134454" y="253784"/>
                  </a:lnTo>
                  <a:lnTo>
                    <a:pt x="134454" y="206362"/>
                  </a:lnTo>
                  <a:close/>
                </a:path>
                <a:path w="134620" h="254000">
                  <a:moveTo>
                    <a:pt x="134454" y="0"/>
                  </a:moveTo>
                  <a:lnTo>
                    <a:pt x="0" y="0"/>
                  </a:lnTo>
                  <a:lnTo>
                    <a:pt x="0" y="47459"/>
                  </a:lnTo>
                  <a:lnTo>
                    <a:pt x="134454" y="47459"/>
                  </a:lnTo>
                  <a:lnTo>
                    <a:pt x="134454" y="0"/>
                  </a:lnTo>
                  <a:close/>
                </a:path>
              </a:pathLst>
            </a:custGeom>
            <a:solidFill>
              <a:srgbClr val="E8F1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3" name="object 363" descr=""/>
            <p:cNvSpPr/>
            <p:nvPr/>
          </p:nvSpPr>
          <p:spPr>
            <a:xfrm>
              <a:off x="7252867" y="3762503"/>
              <a:ext cx="55244" cy="424180"/>
            </a:xfrm>
            <a:custGeom>
              <a:avLst/>
              <a:gdLst/>
              <a:ahLst/>
              <a:cxnLst/>
              <a:rect l="l" t="t" r="r" b="b"/>
              <a:pathLst>
                <a:path w="55245" h="424179">
                  <a:moveTo>
                    <a:pt x="54961" y="0"/>
                  </a:moveTo>
                  <a:lnTo>
                    <a:pt x="0" y="0"/>
                  </a:lnTo>
                  <a:lnTo>
                    <a:pt x="0" y="423568"/>
                  </a:lnTo>
                  <a:lnTo>
                    <a:pt x="54961" y="423568"/>
                  </a:lnTo>
                  <a:lnTo>
                    <a:pt x="54961" y="0"/>
                  </a:lnTo>
                  <a:close/>
                </a:path>
              </a:pathLst>
            </a:custGeom>
            <a:solidFill>
              <a:srgbClr val="D9E9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 descr=""/>
            <p:cNvSpPr/>
            <p:nvPr/>
          </p:nvSpPr>
          <p:spPr>
            <a:xfrm>
              <a:off x="7307821" y="3847382"/>
              <a:ext cx="134620" cy="254000"/>
            </a:xfrm>
            <a:custGeom>
              <a:avLst/>
              <a:gdLst/>
              <a:ahLst/>
              <a:cxnLst/>
              <a:rect l="l" t="t" r="r" b="b"/>
              <a:pathLst>
                <a:path w="134620" h="254000">
                  <a:moveTo>
                    <a:pt x="134505" y="206362"/>
                  </a:moveTo>
                  <a:lnTo>
                    <a:pt x="0" y="206362"/>
                  </a:lnTo>
                  <a:lnTo>
                    <a:pt x="0" y="253784"/>
                  </a:lnTo>
                  <a:lnTo>
                    <a:pt x="134505" y="253784"/>
                  </a:lnTo>
                  <a:lnTo>
                    <a:pt x="134505" y="206362"/>
                  </a:lnTo>
                  <a:close/>
                </a:path>
                <a:path w="134620" h="254000">
                  <a:moveTo>
                    <a:pt x="134505" y="0"/>
                  </a:moveTo>
                  <a:lnTo>
                    <a:pt x="0" y="0"/>
                  </a:lnTo>
                  <a:lnTo>
                    <a:pt x="0" y="47459"/>
                  </a:lnTo>
                  <a:lnTo>
                    <a:pt x="134505" y="47459"/>
                  </a:lnTo>
                  <a:lnTo>
                    <a:pt x="134505" y="0"/>
                  </a:lnTo>
                  <a:close/>
                </a:path>
              </a:pathLst>
            </a:custGeom>
            <a:solidFill>
              <a:srgbClr val="E8F1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 descr=""/>
            <p:cNvSpPr/>
            <p:nvPr/>
          </p:nvSpPr>
          <p:spPr>
            <a:xfrm>
              <a:off x="7442338" y="3762503"/>
              <a:ext cx="55244" cy="424180"/>
            </a:xfrm>
            <a:custGeom>
              <a:avLst/>
              <a:gdLst/>
              <a:ahLst/>
              <a:cxnLst/>
              <a:rect l="l" t="t" r="r" b="b"/>
              <a:pathLst>
                <a:path w="55245" h="424179">
                  <a:moveTo>
                    <a:pt x="54919" y="0"/>
                  </a:moveTo>
                  <a:lnTo>
                    <a:pt x="0" y="0"/>
                  </a:lnTo>
                  <a:lnTo>
                    <a:pt x="0" y="423568"/>
                  </a:lnTo>
                  <a:lnTo>
                    <a:pt x="54919" y="423568"/>
                  </a:lnTo>
                  <a:lnTo>
                    <a:pt x="54919" y="0"/>
                  </a:lnTo>
                  <a:close/>
                </a:path>
              </a:pathLst>
            </a:custGeom>
            <a:solidFill>
              <a:srgbClr val="D9E9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 descr=""/>
            <p:cNvSpPr/>
            <p:nvPr/>
          </p:nvSpPr>
          <p:spPr>
            <a:xfrm>
              <a:off x="7497267" y="3847382"/>
              <a:ext cx="134620" cy="254000"/>
            </a:xfrm>
            <a:custGeom>
              <a:avLst/>
              <a:gdLst/>
              <a:ahLst/>
              <a:cxnLst/>
              <a:rect l="l" t="t" r="r" b="b"/>
              <a:pathLst>
                <a:path w="134620" h="254000">
                  <a:moveTo>
                    <a:pt x="134505" y="206362"/>
                  </a:moveTo>
                  <a:lnTo>
                    <a:pt x="0" y="206362"/>
                  </a:lnTo>
                  <a:lnTo>
                    <a:pt x="0" y="253784"/>
                  </a:lnTo>
                  <a:lnTo>
                    <a:pt x="134505" y="253784"/>
                  </a:lnTo>
                  <a:lnTo>
                    <a:pt x="134505" y="206362"/>
                  </a:lnTo>
                  <a:close/>
                </a:path>
                <a:path w="134620" h="254000">
                  <a:moveTo>
                    <a:pt x="134505" y="0"/>
                  </a:moveTo>
                  <a:lnTo>
                    <a:pt x="0" y="0"/>
                  </a:lnTo>
                  <a:lnTo>
                    <a:pt x="0" y="47459"/>
                  </a:lnTo>
                  <a:lnTo>
                    <a:pt x="134505" y="47459"/>
                  </a:lnTo>
                  <a:lnTo>
                    <a:pt x="134505" y="0"/>
                  </a:lnTo>
                  <a:close/>
                </a:path>
              </a:pathLst>
            </a:custGeom>
            <a:solidFill>
              <a:srgbClr val="E8F1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7" name="object 367" descr=""/>
            <p:cNvSpPr/>
            <p:nvPr/>
          </p:nvSpPr>
          <p:spPr>
            <a:xfrm>
              <a:off x="7631777" y="3762503"/>
              <a:ext cx="55244" cy="424180"/>
            </a:xfrm>
            <a:custGeom>
              <a:avLst/>
              <a:gdLst/>
              <a:ahLst/>
              <a:cxnLst/>
              <a:rect l="l" t="t" r="r" b="b"/>
              <a:pathLst>
                <a:path w="55245" h="424179">
                  <a:moveTo>
                    <a:pt x="54919" y="0"/>
                  </a:moveTo>
                  <a:lnTo>
                    <a:pt x="0" y="0"/>
                  </a:lnTo>
                  <a:lnTo>
                    <a:pt x="0" y="423568"/>
                  </a:lnTo>
                  <a:lnTo>
                    <a:pt x="54919" y="423568"/>
                  </a:lnTo>
                  <a:lnTo>
                    <a:pt x="54919" y="0"/>
                  </a:lnTo>
                  <a:close/>
                </a:path>
              </a:pathLst>
            </a:custGeom>
            <a:solidFill>
              <a:srgbClr val="D9E9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8" name="object 368" descr=""/>
            <p:cNvSpPr/>
            <p:nvPr/>
          </p:nvSpPr>
          <p:spPr>
            <a:xfrm>
              <a:off x="7686687" y="3847382"/>
              <a:ext cx="134620" cy="254000"/>
            </a:xfrm>
            <a:custGeom>
              <a:avLst/>
              <a:gdLst/>
              <a:ahLst/>
              <a:cxnLst/>
              <a:rect l="l" t="t" r="r" b="b"/>
              <a:pathLst>
                <a:path w="134620" h="254000">
                  <a:moveTo>
                    <a:pt x="134518" y="206362"/>
                  </a:moveTo>
                  <a:lnTo>
                    <a:pt x="0" y="206362"/>
                  </a:lnTo>
                  <a:lnTo>
                    <a:pt x="0" y="253784"/>
                  </a:lnTo>
                  <a:lnTo>
                    <a:pt x="134518" y="253784"/>
                  </a:lnTo>
                  <a:lnTo>
                    <a:pt x="134518" y="206362"/>
                  </a:lnTo>
                  <a:close/>
                </a:path>
                <a:path w="134620" h="254000">
                  <a:moveTo>
                    <a:pt x="134518" y="0"/>
                  </a:moveTo>
                  <a:lnTo>
                    <a:pt x="0" y="0"/>
                  </a:lnTo>
                  <a:lnTo>
                    <a:pt x="0" y="47459"/>
                  </a:lnTo>
                  <a:lnTo>
                    <a:pt x="134518" y="47459"/>
                  </a:lnTo>
                  <a:lnTo>
                    <a:pt x="134518" y="0"/>
                  </a:lnTo>
                  <a:close/>
                </a:path>
              </a:pathLst>
            </a:custGeom>
            <a:solidFill>
              <a:srgbClr val="E8F1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9" name="object 369" descr=""/>
            <p:cNvSpPr/>
            <p:nvPr/>
          </p:nvSpPr>
          <p:spPr>
            <a:xfrm>
              <a:off x="7821206" y="3762503"/>
              <a:ext cx="55244" cy="424180"/>
            </a:xfrm>
            <a:custGeom>
              <a:avLst/>
              <a:gdLst/>
              <a:ahLst/>
              <a:cxnLst/>
              <a:rect l="l" t="t" r="r" b="b"/>
              <a:pathLst>
                <a:path w="55245" h="424179">
                  <a:moveTo>
                    <a:pt x="54919" y="0"/>
                  </a:moveTo>
                  <a:lnTo>
                    <a:pt x="0" y="0"/>
                  </a:lnTo>
                  <a:lnTo>
                    <a:pt x="0" y="423568"/>
                  </a:lnTo>
                  <a:lnTo>
                    <a:pt x="54919" y="423568"/>
                  </a:lnTo>
                  <a:lnTo>
                    <a:pt x="54919" y="0"/>
                  </a:lnTo>
                  <a:close/>
                </a:path>
              </a:pathLst>
            </a:custGeom>
            <a:solidFill>
              <a:srgbClr val="D9E9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0" name="object 370" descr=""/>
            <p:cNvSpPr/>
            <p:nvPr/>
          </p:nvSpPr>
          <p:spPr>
            <a:xfrm>
              <a:off x="7876120" y="3847382"/>
              <a:ext cx="134620" cy="254000"/>
            </a:xfrm>
            <a:custGeom>
              <a:avLst/>
              <a:gdLst/>
              <a:ahLst/>
              <a:cxnLst/>
              <a:rect l="l" t="t" r="r" b="b"/>
              <a:pathLst>
                <a:path w="134620" h="254000">
                  <a:moveTo>
                    <a:pt x="134493" y="206362"/>
                  </a:moveTo>
                  <a:lnTo>
                    <a:pt x="0" y="206362"/>
                  </a:lnTo>
                  <a:lnTo>
                    <a:pt x="0" y="253784"/>
                  </a:lnTo>
                  <a:lnTo>
                    <a:pt x="134493" y="253784"/>
                  </a:lnTo>
                  <a:lnTo>
                    <a:pt x="134493" y="206362"/>
                  </a:lnTo>
                  <a:close/>
                </a:path>
                <a:path w="134620" h="254000">
                  <a:moveTo>
                    <a:pt x="134493" y="0"/>
                  </a:moveTo>
                  <a:lnTo>
                    <a:pt x="0" y="0"/>
                  </a:lnTo>
                  <a:lnTo>
                    <a:pt x="0" y="47459"/>
                  </a:lnTo>
                  <a:lnTo>
                    <a:pt x="134493" y="47459"/>
                  </a:lnTo>
                  <a:lnTo>
                    <a:pt x="134493" y="0"/>
                  </a:lnTo>
                  <a:close/>
                </a:path>
              </a:pathLst>
            </a:custGeom>
            <a:solidFill>
              <a:srgbClr val="E8F1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 descr=""/>
            <p:cNvSpPr/>
            <p:nvPr/>
          </p:nvSpPr>
          <p:spPr>
            <a:xfrm>
              <a:off x="8010624" y="3762503"/>
              <a:ext cx="55244" cy="424180"/>
            </a:xfrm>
            <a:custGeom>
              <a:avLst/>
              <a:gdLst/>
              <a:ahLst/>
              <a:cxnLst/>
              <a:rect l="l" t="t" r="r" b="b"/>
              <a:pathLst>
                <a:path w="55245" h="424179">
                  <a:moveTo>
                    <a:pt x="54982" y="0"/>
                  </a:moveTo>
                  <a:lnTo>
                    <a:pt x="0" y="0"/>
                  </a:lnTo>
                  <a:lnTo>
                    <a:pt x="0" y="423568"/>
                  </a:lnTo>
                  <a:lnTo>
                    <a:pt x="54982" y="423568"/>
                  </a:lnTo>
                  <a:lnTo>
                    <a:pt x="54982" y="0"/>
                  </a:lnTo>
                  <a:close/>
                </a:path>
              </a:pathLst>
            </a:custGeom>
            <a:solidFill>
              <a:srgbClr val="D9E9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2" name="object 372" descr=""/>
            <p:cNvSpPr/>
            <p:nvPr/>
          </p:nvSpPr>
          <p:spPr>
            <a:xfrm>
              <a:off x="8065604" y="3847382"/>
              <a:ext cx="134620" cy="254000"/>
            </a:xfrm>
            <a:custGeom>
              <a:avLst/>
              <a:gdLst/>
              <a:ahLst/>
              <a:cxnLst/>
              <a:rect l="l" t="t" r="r" b="b"/>
              <a:pathLst>
                <a:path w="134620" h="254000">
                  <a:moveTo>
                    <a:pt x="134454" y="206362"/>
                  </a:moveTo>
                  <a:lnTo>
                    <a:pt x="0" y="206362"/>
                  </a:lnTo>
                  <a:lnTo>
                    <a:pt x="0" y="253784"/>
                  </a:lnTo>
                  <a:lnTo>
                    <a:pt x="134454" y="253784"/>
                  </a:lnTo>
                  <a:lnTo>
                    <a:pt x="134454" y="206362"/>
                  </a:lnTo>
                  <a:close/>
                </a:path>
                <a:path w="134620" h="254000">
                  <a:moveTo>
                    <a:pt x="134454" y="0"/>
                  </a:moveTo>
                  <a:lnTo>
                    <a:pt x="0" y="0"/>
                  </a:lnTo>
                  <a:lnTo>
                    <a:pt x="0" y="47459"/>
                  </a:lnTo>
                  <a:lnTo>
                    <a:pt x="134454" y="47459"/>
                  </a:lnTo>
                  <a:lnTo>
                    <a:pt x="134454" y="0"/>
                  </a:lnTo>
                  <a:close/>
                </a:path>
              </a:pathLst>
            </a:custGeom>
            <a:solidFill>
              <a:srgbClr val="E8F1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 descr=""/>
            <p:cNvSpPr/>
            <p:nvPr/>
          </p:nvSpPr>
          <p:spPr>
            <a:xfrm>
              <a:off x="8202032" y="3762503"/>
              <a:ext cx="55244" cy="424180"/>
            </a:xfrm>
            <a:custGeom>
              <a:avLst/>
              <a:gdLst/>
              <a:ahLst/>
              <a:cxnLst/>
              <a:rect l="l" t="t" r="r" b="b"/>
              <a:pathLst>
                <a:path w="55245" h="424179">
                  <a:moveTo>
                    <a:pt x="54919" y="0"/>
                  </a:moveTo>
                  <a:lnTo>
                    <a:pt x="0" y="0"/>
                  </a:lnTo>
                  <a:lnTo>
                    <a:pt x="0" y="423568"/>
                  </a:lnTo>
                  <a:lnTo>
                    <a:pt x="54919" y="423568"/>
                  </a:lnTo>
                  <a:lnTo>
                    <a:pt x="54919" y="0"/>
                  </a:lnTo>
                  <a:close/>
                </a:path>
              </a:pathLst>
            </a:custGeom>
            <a:solidFill>
              <a:srgbClr val="D9E9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4" name="object 374" descr=""/>
            <p:cNvSpPr/>
            <p:nvPr/>
          </p:nvSpPr>
          <p:spPr>
            <a:xfrm>
              <a:off x="8256955" y="3847382"/>
              <a:ext cx="134620" cy="254000"/>
            </a:xfrm>
            <a:custGeom>
              <a:avLst/>
              <a:gdLst/>
              <a:ahLst/>
              <a:cxnLst/>
              <a:rect l="l" t="t" r="r" b="b"/>
              <a:pathLst>
                <a:path w="134620" h="254000">
                  <a:moveTo>
                    <a:pt x="134505" y="206362"/>
                  </a:moveTo>
                  <a:lnTo>
                    <a:pt x="0" y="206362"/>
                  </a:lnTo>
                  <a:lnTo>
                    <a:pt x="0" y="253784"/>
                  </a:lnTo>
                  <a:lnTo>
                    <a:pt x="134505" y="253784"/>
                  </a:lnTo>
                  <a:lnTo>
                    <a:pt x="134505" y="206362"/>
                  </a:lnTo>
                  <a:close/>
                </a:path>
                <a:path w="134620" h="254000">
                  <a:moveTo>
                    <a:pt x="134505" y="0"/>
                  </a:moveTo>
                  <a:lnTo>
                    <a:pt x="0" y="0"/>
                  </a:lnTo>
                  <a:lnTo>
                    <a:pt x="0" y="47459"/>
                  </a:lnTo>
                  <a:lnTo>
                    <a:pt x="134505" y="47459"/>
                  </a:lnTo>
                  <a:lnTo>
                    <a:pt x="134505" y="0"/>
                  </a:lnTo>
                  <a:close/>
                </a:path>
              </a:pathLst>
            </a:custGeom>
            <a:solidFill>
              <a:srgbClr val="E8F1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5" name="object 375" descr=""/>
            <p:cNvSpPr/>
            <p:nvPr/>
          </p:nvSpPr>
          <p:spPr>
            <a:xfrm>
              <a:off x="8391471" y="3762503"/>
              <a:ext cx="55244" cy="424180"/>
            </a:xfrm>
            <a:custGeom>
              <a:avLst/>
              <a:gdLst/>
              <a:ahLst/>
              <a:cxnLst/>
              <a:rect l="l" t="t" r="r" b="b"/>
              <a:pathLst>
                <a:path w="55245" h="424179">
                  <a:moveTo>
                    <a:pt x="54919" y="0"/>
                  </a:moveTo>
                  <a:lnTo>
                    <a:pt x="0" y="0"/>
                  </a:lnTo>
                  <a:lnTo>
                    <a:pt x="0" y="423568"/>
                  </a:lnTo>
                  <a:lnTo>
                    <a:pt x="54919" y="423568"/>
                  </a:lnTo>
                  <a:lnTo>
                    <a:pt x="54919" y="0"/>
                  </a:lnTo>
                  <a:close/>
                </a:path>
              </a:pathLst>
            </a:custGeom>
            <a:solidFill>
              <a:srgbClr val="D9E9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6" name="object 376" descr=""/>
            <p:cNvSpPr/>
            <p:nvPr/>
          </p:nvSpPr>
          <p:spPr>
            <a:xfrm>
              <a:off x="8446389" y="3847382"/>
              <a:ext cx="134620" cy="254000"/>
            </a:xfrm>
            <a:custGeom>
              <a:avLst/>
              <a:gdLst/>
              <a:ahLst/>
              <a:cxnLst/>
              <a:rect l="l" t="t" r="r" b="b"/>
              <a:pathLst>
                <a:path w="134620" h="254000">
                  <a:moveTo>
                    <a:pt x="134480" y="206362"/>
                  </a:moveTo>
                  <a:lnTo>
                    <a:pt x="0" y="206362"/>
                  </a:lnTo>
                  <a:lnTo>
                    <a:pt x="0" y="253784"/>
                  </a:lnTo>
                  <a:lnTo>
                    <a:pt x="134480" y="253784"/>
                  </a:lnTo>
                  <a:lnTo>
                    <a:pt x="134480" y="206362"/>
                  </a:lnTo>
                  <a:close/>
                </a:path>
                <a:path w="134620" h="254000">
                  <a:moveTo>
                    <a:pt x="134480" y="0"/>
                  </a:moveTo>
                  <a:lnTo>
                    <a:pt x="0" y="0"/>
                  </a:lnTo>
                  <a:lnTo>
                    <a:pt x="0" y="47459"/>
                  </a:lnTo>
                  <a:lnTo>
                    <a:pt x="134480" y="47459"/>
                  </a:lnTo>
                  <a:lnTo>
                    <a:pt x="134480" y="0"/>
                  </a:lnTo>
                  <a:close/>
                </a:path>
              </a:pathLst>
            </a:custGeom>
            <a:solidFill>
              <a:srgbClr val="E8F1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 descr=""/>
            <p:cNvSpPr/>
            <p:nvPr/>
          </p:nvSpPr>
          <p:spPr>
            <a:xfrm>
              <a:off x="8580879" y="3762503"/>
              <a:ext cx="55244" cy="424180"/>
            </a:xfrm>
            <a:custGeom>
              <a:avLst/>
              <a:gdLst/>
              <a:ahLst/>
              <a:cxnLst/>
              <a:rect l="l" t="t" r="r" b="b"/>
              <a:pathLst>
                <a:path w="55245" h="424179">
                  <a:moveTo>
                    <a:pt x="54919" y="0"/>
                  </a:moveTo>
                  <a:lnTo>
                    <a:pt x="0" y="0"/>
                  </a:lnTo>
                  <a:lnTo>
                    <a:pt x="0" y="423568"/>
                  </a:lnTo>
                  <a:lnTo>
                    <a:pt x="54919" y="423568"/>
                  </a:lnTo>
                  <a:lnTo>
                    <a:pt x="54919" y="0"/>
                  </a:lnTo>
                  <a:close/>
                </a:path>
              </a:pathLst>
            </a:custGeom>
            <a:solidFill>
              <a:srgbClr val="D9E9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 descr=""/>
            <p:cNvSpPr/>
            <p:nvPr/>
          </p:nvSpPr>
          <p:spPr>
            <a:xfrm>
              <a:off x="8635809" y="3847382"/>
              <a:ext cx="134620" cy="254000"/>
            </a:xfrm>
            <a:custGeom>
              <a:avLst/>
              <a:gdLst/>
              <a:ahLst/>
              <a:cxnLst/>
              <a:rect l="l" t="t" r="r" b="b"/>
              <a:pathLst>
                <a:path w="134620" h="254000">
                  <a:moveTo>
                    <a:pt x="134505" y="206362"/>
                  </a:moveTo>
                  <a:lnTo>
                    <a:pt x="0" y="206362"/>
                  </a:lnTo>
                  <a:lnTo>
                    <a:pt x="0" y="253784"/>
                  </a:lnTo>
                  <a:lnTo>
                    <a:pt x="134505" y="253784"/>
                  </a:lnTo>
                  <a:lnTo>
                    <a:pt x="134505" y="206362"/>
                  </a:lnTo>
                  <a:close/>
                </a:path>
                <a:path w="134620" h="254000">
                  <a:moveTo>
                    <a:pt x="134505" y="0"/>
                  </a:moveTo>
                  <a:lnTo>
                    <a:pt x="0" y="0"/>
                  </a:lnTo>
                  <a:lnTo>
                    <a:pt x="0" y="47459"/>
                  </a:lnTo>
                  <a:lnTo>
                    <a:pt x="134505" y="47459"/>
                  </a:lnTo>
                  <a:lnTo>
                    <a:pt x="134505" y="0"/>
                  </a:lnTo>
                  <a:close/>
                </a:path>
              </a:pathLst>
            </a:custGeom>
            <a:solidFill>
              <a:srgbClr val="E8F1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 descr=""/>
            <p:cNvSpPr/>
            <p:nvPr/>
          </p:nvSpPr>
          <p:spPr>
            <a:xfrm>
              <a:off x="8770319" y="3762503"/>
              <a:ext cx="55244" cy="424180"/>
            </a:xfrm>
            <a:custGeom>
              <a:avLst/>
              <a:gdLst/>
              <a:ahLst/>
              <a:cxnLst/>
              <a:rect l="l" t="t" r="r" b="b"/>
              <a:pathLst>
                <a:path w="55245" h="424179">
                  <a:moveTo>
                    <a:pt x="54961" y="0"/>
                  </a:moveTo>
                  <a:lnTo>
                    <a:pt x="0" y="0"/>
                  </a:lnTo>
                  <a:lnTo>
                    <a:pt x="0" y="423568"/>
                  </a:lnTo>
                  <a:lnTo>
                    <a:pt x="54961" y="423568"/>
                  </a:lnTo>
                  <a:lnTo>
                    <a:pt x="54961" y="0"/>
                  </a:lnTo>
                  <a:close/>
                </a:path>
              </a:pathLst>
            </a:custGeom>
            <a:solidFill>
              <a:srgbClr val="D9E9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0" name="object 380" descr=""/>
            <p:cNvSpPr/>
            <p:nvPr/>
          </p:nvSpPr>
          <p:spPr>
            <a:xfrm>
              <a:off x="8825268" y="3847382"/>
              <a:ext cx="134620" cy="254000"/>
            </a:xfrm>
            <a:custGeom>
              <a:avLst/>
              <a:gdLst/>
              <a:ahLst/>
              <a:cxnLst/>
              <a:rect l="l" t="t" r="r" b="b"/>
              <a:pathLst>
                <a:path w="134620" h="254000">
                  <a:moveTo>
                    <a:pt x="134467" y="206362"/>
                  </a:moveTo>
                  <a:lnTo>
                    <a:pt x="0" y="206362"/>
                  </a:lnTo>
                  <a:lnTo>
                    <a:pt x="0" y="253784"/>
                  </a:lnTo>
                  <a:lnTo>
                    <a:pt x="134467" y="253784"/>
                  </a:lnTo>
                  <a:lnTo>
                    <a:pt x="134467" y="206362"/>
                  </a:lnTo>
                  <a:close/>
                </a:path>
                <a:path w="134620" h="254000">
                  <a:moveTo>
                    <a:pt x="134467" y="0"/>
                  </a:moveTo>
                  <a:lnTo>
                    <a:pt x="0" y="0"/>
                  </a:lnTo>
                  <a:lnTo>
                    <a:pt x="0" y="47459"/>
                  </a:lnTo>
                  <a:lnTo>
                    <a:pt x="134467" y="47459"/>
                  </a:lnTo>
                  <a:lnTo>
                    <a:pt x="134467" y="0"/>
                  </a:lnTo>
                  <a:close/>
                </a:path>
              </a:pathLst>
            </a:custGeom>
            <a:solidFill>
              <a:srgbClr val="E8F1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 descr=""/>
            <p:cNvSpPr/>
            <p:nvPr/>
          </p:nvSpPr>
          <p:spPr>
            <a:xfrm>
              <a:off x="8959747" y="3762503"/>
              <a:ext cx="55244" cy="424180"/>
            </a:xfrm>
            <a:custGeom>
              <a:avLst/>
              <a:gdLst/>
              <a:ahLst/>
              <a:cxnLst/>
              <a:rect l="l" t="t" r="r" b="b"/>
              <a:pathLst>
                <a:path w="55245" h="424179">
                  <a:moveTo>
                    <a:pt x="54961" y="0"/>
                  </a:moveTo>
                  <a:lnTo>
                    <a:pt x="0" y="0"/>
                  </a:lnTo>
                  <a:lnTo>
                    <a:pt x="0" y="423568"/>
                  </a:lnTo>
                  <a:lnTo>
                    <a:pt x="54961" y="423568"/>
                  </a:lnTo>
                  <a:lnTo>
                    <a:pt x="54961" y="0"/>
                  </a:lnTo>
                  <a:close/>
                </a:path>
              </a:pathLst>
            </a:custGeom>
            <a:solidFill>
              <a:srgbClr val="D9E9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 descr=""/>
            <p:cNvSpPr/>
            <p:nvPr/>
          </p:nvSpPr>
          <p:spPr>
            <a:xfrm>
              <a:off x="6684571" y="4186071"/>
              <a:ext cx="2330450" cy="53340"/>
            </a:xfrm>
            <a:custGeom>
              <a:avLst/>
              <a:gdLst/>
              <a:ahLst/>
              <a:cxnLst/>
              <a:rect l="l" t="t" r="r" b="b"/>
              <a:pathLst>
                <a:path w="2330450" h="53339">
                  <a:moveTo>
                    <a:pt x="2330138" y="0"/>
                  </a:moveTo>
                  <a:lnTo>
                    <a:pt x="0" y="0"/>
                  </a:lnTo>
                  <a:lnTo>
                    <a:pt x="0" y="52720"/>
                  </a:lnTo>
                  <a:lnTo>
                    <a:pt x="2330138" y="52720"/>
                  </a:lnTo>
                  <a:lnTo>
                    <a:pt x="2330138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83" name="object 383" descr=""/>
          <p:cNvGrpSpPr/>
          <p:nvPr/>
        </p:nvGrpSpPr>
        <p:grpSpPr>
          <a:xfrm>
            <a:off x="1224727" y="4913756"/>
            <a:ext cx="2614295" cy="2144395"/>
            <a:chOff x="1224727" y="4913756"/>
            <a:chExt cx="2614295" cy="2144395"/>
          </a:xfrm>
        </p:grpSpPr>
        <p:sp>
          <p:nvSpPr>
            <p:cNvPr id="384" name="object 384" descr=""/>
            <p:cNvSpPr/>
            <p:nvPr/>
          </p:nvSpPr>
          <p:spPr>
            <a:xfrm>
              <a:off x="2404214" y="4913756"/>
              <a:ext cx="207645" cy="384810"/>
            </a:xfrm>
            <a:custGeom>
              <a:avLst/>
              <a:gdLst/>
              <a:ahLst/>
              <a:cxnLst/>
              <a:rect l="l" t="t" r="r" b="b"/>
              <a:pathLst>
                <a:path w="207644" h="384810">
                  <a:moveTo>
                    <a:pt x="207512" y="0"/>
                  </a:moveTo>
                  <a:lnTo>
                    <a:pt x="0" y="0"/>
                  </a:lnTo>
                  <a:lnTo>
                    <a:pt x="0" y="343811"/>
                  </a:lnTo>
                  <a:lnTo>
                    <a:pt x="207512" y="384208"/>
                  </a:lnTo>
                  <a:lnTo>
                    <a:pt x="207512" y="0"/>
                  </a:lnTo>
                  <a:close/>
                </a:path>
              </a:pathLst>
            </a:custGeom>
            <a:solidFill>
              <a:srgbClr val="E8F1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 descr=""/>
            <p:cNvSpPr/>
            <p:nvPr/>
          </p:nvSpPr>
          <p:spPr>
            <a:xfrm>
              <a:off x="2377885" y="4913756"/>
              <a:ext cx="260350" cy="130175"/>
            </a:xfrm>
            <a:custGeom>
              <a:avLst/>
              <a:gdLst/>
              <a:ahLst/>
              <a:cxnLst/>
              <a:rect l="l" t="t" r="r" b="b"/>
              <a:pathLst>
                <a:path w="260350" h="130175">
                  <a:moveTo>
                    <a:pt x="260170" y="0"/>
                  </a:moveTo>
                  <a:lnTo>
                    <a:pt x="0" y="0"/>
                  </a:lnTo>
                  <a:lnTo>
                    <a:pt x="0" y="129807"/>
                  </a:lnTo>
                  <a:lnTo>
                    <a:pt x="260170" y="129807"/>
                  </a:lnTo>
                  <a:lnTo>
                    <a:pt x="260170" y="0"/>
                  </a:lnTo>
                  <a:close/>
                </a:path>
              </a:pathLst>
            </a:custGeom>
            <a:solidFill>
              <a:srgbClr val="F6F9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 descr=""/>
            <p:cNvSpPr/>
            <p:nvPr/>
          </p:nvSpPr>
          <p:spPr>
            <a:xfrm>
              <a:off x="2404214" y="5043562"/>
              <a:ext cx="207645" cy="53975"/>
            </a:xfrm>
            <a:custGeom>
              <a:avLst/>
              <a:gdLst/>
              <a:ahLst/>
              <a:cxnLst/>
              <a:rect l="l" t="t" r="r" b="b"/>
              <a:pathLst>
                <a:path w="207644" h="53975">
                  <a:moveTo>
                    <a:pt x="207512" y="0"/>
                  </a:moveTo>
                  <a:lnTo>
                    <a:pt x="0" y="0"/>
                  </a:lnTo>
                  <a:lnTo>
                    <a:pt x="53642" y="53621"/>
                  </a:lnTo>
                  <a:lnTo>
                    <a:pt x="207512" y="53621"/>
                  </a:lnTo>
                  <a:lnTo>
                    <a:pt x="207512" y="0"/>
                  </a:lnTo>
                  <a:close/>
                </a:path>
              </a:pathLst>
            </a:custGeom>
            <a:solidFill>
              <a:srgbClr val="D9E9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 descr=""/>
            <p:cNvSpPr/>
            <p:nvPr/>
          </p:nvSpPr>
          <p:spPr>
            <a:xfrm>
              <a:off x="1275724" y="5105862"/>
              <a:ext cx="1463675" cy="1951989"/>
            </a:xfrm>
            <a:custGeom>
              <a:avLst/>
              <a:gdLst/>
              <a:ahLst/>
              <a:cxnLst/>
              <a:rect l="l" t="t" r="r" b="b"/>
              <a:pathLst>
                <a:path w="1463675" h="1951990">
                  <a:moveTo>
                    <a:pt x="731569" y="0"/>
                  </a:moveTo>
                  <a:lnTo>
                    <a:pt x="0" y="373967"/>
                  </a:lnTo>
                  <a:lnTo>
                    <a:pt x="0" y="1951437"/>
                  </a:lnTo>
                  <a:lnTo>
                    <a:pt x="1463170" y="1951437"/>
                  </a:lnTo>
                  <a:lnTo>
                    <a:pt x="1463170" y="373517"/>
                  </a:lnTo>
                  <a:lnTo>
                    <a:pt x="731569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8" name="object 388" descr=""/>
            <p:cNvSpPr/>
            <p:nvPr/>
          </p:nvSpPr>
          <p:spPr>
            <a:xfrm>
              <a:off x="1275720" y="5043021"/>
              <a:ext cx="1463675" cy="436880"/>
            </a:xfrm>
            <a:custGeom>
              <a:avLst/>
              <a:gdLst/>
              <a:ahLst/>
              <a:cxnLst/>
              <a:rect l="l" t="t" r="r" b="b"/>
              <a:pathLst>
                <a:path w="1463675" h="436879">
                  <a:moveTo>
                    <a:pt x="731569" y="0"/>
                  </a:moveTo>
                  <a:lnTo>
                    <a:pt x="0" y="375004"/>
                  </a:lnTo>
                  <a:lnTo>
                    <a:pt x="0" y="436813"/>
                  </a:lnTo>
                  <a:lnTo>
                    <a:pt x="731569" y="62835"/>
                  </a:lnTo>
                  <a:lnTo>
                    <a:pt x="1463170" y="436353"/>
                  </a:lnTo>
                  <a:lnTo>
                    <a:pt x="1463170" y="374533"/>
                  </a:lnTo>
                  <a:lnTo>
                    <a:pt x="731569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9" name="object 389" descr=""/>
            <p:cNvSpPr/>
            <p:nvPr/>
          </p:nvSpPr>
          <p:spPr>
            <a:xfrm>
              <a:off x="1275720" y="6860649"/>
              <a:ext cx="1463675" cy="196850"/>
            </a:xfrm>
            <a:custGeom>
              <a:avLst/>
              <a:gdLst/>
              <a:ahLst/>
              <a:cxnLst/>
              <a:rect l="l" t="t" r="r" b="b"/>
              <a:pathLst>
                <a:path w="1463675" h="196850">
                  <a:moveTo>
                    <a:pt x="1463170" y="0"/>
                  </a:moveTo>
                  <a:lnTo>
                    <a:pt x="0" y="0"/>
                  </a:lnTo>
                  <a:lnTo>
                    <a:pt x="0" y="196643"/>
                  </a:lnTo>
                  <a:lnTo>
                    <a:pt x="1463170" y="196643"/>
                  </a:lnTo>
                  <a:lnTo>
                    <a:pt x="1463170" y="0"/>
                  </a:lnTo>
                  <a:close/>
                </a:path>
              </a:pathLst>
            </a:custGeom>
            <a:solidFill>
              <a:srgbClr val="BBBB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0" name="object 390" descr=""/>
            <p:cNvSpPr/>
            <p:nvPr/>
          </p:nvSpPr>
          <p:spPr>
            <a:xfrm>
              <a:off x="1863399" y="6505715"/>
              <a:ext cx="687705" cy="354965"/>
            </a:xfrm>
            <a:custGeom>
              <a:avLst/>
              <a:gdLst/>
              <a:ahLst/>
              <a:cxnLst/>
              <a:rect l="l" t="t" r="r" b="b"/>
              <a:pathLst>
                <a:path w="687705" h="354965">
                  <a:moveTo>
                    <a:pt x="332251" y="0"/>
                  </a:moveTo>
                  <a:lnTo>
                    <a:pt x="0" y="0"/>
                  </a:lnTo>
                  <a:lnTo>
                    <a:pt x="0" y="354942"/>
                  </a:lnTo>
                  <a:lnTo>
                    <a:pt x="687193" y="354942"/>
                  </a:lnTo>
                  <a:lnTo>
                    <a:pt x="332251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1" name="object 391" descr=""/>
            <p:cNvSpPr/>
            <p:nvPr/>
          </p:nvSpPr>
          <p:spPr>
            <a:xfrm>
              <a:off x="1863399" y="6860651"/>
              <a:ext cx="875665" cy="197485"/>
            </a:xfrm>
            <a:custGeom>
              <a:avLst/>
              <a:gdLst/>
              <a:ahLst/>
              <a:cxnLst/>
              <a:rect l="l" t="t" r="r" b="b"/>
              <a:pathLst>
                <a:path w="875664" h="197484">
                  <a:moveTo>
                    <a:pt x="687183" y="0"/>
                  </a:moveTo>
                  <a:lnTo>
                    <a:pt x="0" y="0"/>
                  </a:lnTo>
                  <a:lnTo>
                    <a:pt x="0" y="196643"/>
                  </a:lnTo>
                  <a:lnTo>
                    <a:pt x="875481" y="196894"/>
                  </a:lnTo>
                  <a:lnTo>
                    <a:pt x="875512" y="188308"/>
                  </a:lnTo>
                  <a:lnTo>
                    <a:pt x="687183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2" name="object 392" descr=""/>
            <p:cNvSpPr/>
            <p:nvPr/>
          </p:nvSpPr>
          <p:spPr>
            <a:xfrm>
              <a:off x="1224727" y="4970806"/>
              <a:ext cx="782955" cy="490855"/>
            </a:xfrm>
            <a:custGeom>
              <a:avLst/>
              <a:gdLst/>
              <a:ahLst/>
              <a:cxnLst/>
              <a:rect l="l" t="t" r="r" b="b"/>
              <a:pathLst>
                <a:path w="782955" h="490854">
                  <a:moveTo>
                    <a:pt x="782562" y="0"/>
                  </a:moveTo>
                  <a:lnTo>
                    <a:pt x="0" y="414479"/>
                  </a:lnTo>
                  <a:lnTo>
                    <a:pt x="0" y="490257"/>
                  </a:lnTo>
                  <a:lnTo>
                    <a:pt x="782562" y="75756"/>
                  </a:lnTo>
                  <a:lnTo>
                    <a:pt x="782562" y="10"/>
                  </a:lnTo>
                  <a:close/>
                </a:path>
              </a:pathLst>
            </a:custGeom>
            <a:solidFill>
              <a:srgbClr val="95DB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3" name="object 393" descr=""/>
            <p:cNvSpPr/>
            <p:nvPr/>
          </p:nvSpPr>
          <p:spPr>
            <a:xfrm>
              <a:off x="2007289" y="4970816"/>
              <a:ext cx="782955" cy="490855"/>
            </a:xfrm>
            <a:custGeom>
              <a:avLst/>
              <a:gdLst/>
              <a:ahLst/>
              <a:cxnLst/>
              <a:rect l="l" t="t" r="r" b="b"/>
              <a:pathLst>
                <a:path w="782955" h="490854">
                  <a:moveTo>
                    <a:pt x="0" y="0"/>
                  </a:moveTo>
                  <a:lnTo>
                    <a:pt x="0" y="75746"/>
                  </a:lnTo>
                  <a:lnTo>
                    <a:pt x="782593" y="490246"/>
                  </a:lnTo>
                  <a:lnTo>
                    <a:pt x="782593" y="4144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4" name="object 39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77588" y="5861526"/>
              <a:ext cx="214632" cy="274320"/>
            </a:xfrm>
            <a:prstGeom prst="rect">
              <a:avLst/>
            </a:prstGeom>
          </p:spPr>
        </p:pic>
        <p:pic>
          <p:nvPicPr>
            <p:cNvPr id="395" name="object 39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899994" y="5861526"/>
              <a:ext cx="214632" cy="274320"/>
            </a:xfrm>
            <a:prstGeom prst="rect">
              <a:avLst/>
            </a:prstGeom>
          </p:spPr>
        </p:pic>
        <p:pic>
          <p:nvPicPr>
            <p:cNvPr id="396" name="object 39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320829" y="5861526"/>
              <a:ext cx="214621" cy="274320"/>
            </a:xfrm>
            <a:prstGeom prst="rect">
              <a:avLst/>
            </a:prstGeom>
          </p:spPr>
        </p:pic>
        <p:pic>
          <p:nvPicPr>
            <p:cNvPr id="397" name="object 39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77588" y="6309836"/>
              <a:ext cx="214632" cy="275589"/>
            </a:xfrm>
            <a:prstGeom prst="rect">
              <a:avLst/>
            </a:prstGeom>
          </p:spPr>
        </p:pic>
        <p:pic>
          <p:nvPicPr>
            <p:cNvPr id="398" name="object 39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320829" y="6309836"/>
              <a:ext cx="214621" cy="275589"/>
            </a:xfrm>
            <a:prstGeom prst="rect">
              <a:avLst/>
            </a:prstGeom>
          </p:spPr>
        </p:pic>
        <p:pic>
          <p:nvPicPr>
            <p:cNvPr id="399" name="object 399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899994" y="5377656"/>
              <a:ext cx="214632" cy="275590"/>
            </a:xfrm>
            <a:prstGeom prst="rect">
              <a:avLst/>
            </a:prstGeom>
          </p:spPr>
        </p:pic>
        <p:sp>
          <p:nvSpPr>
            <p:cNvPr id="400" name="object 400" descr=""/>
            <p:cNvSpPr/>
            <p:nvPr/>
          </p:nvSpPr>
          <p:spPr>
            <a:xfrm>
              <a:off x="1873553" y="5568604"/>
              <a:ext cx="364490" cy="151130"/>
            </a:xfrm>
            <a:custGeom>
              <a:avLst/>
              <a:gdLst/>
              <a:ahLst/>
              <a:cxnLst/>
              <a:rect l="l" t="t" r="r" b="b"/>
              <a:pathLst>
                <a:path w="364489" h="151129">
                  <a:moveTo>
                    <a:pt x="267175" y="0"/>
                  </a:moveTo>
                  <a:lnTo>
                    <a:pt x="0" y="0"/>
                  </a:lnTo>
                  <a:lnTo>
                    <a:pt x="0" y="84164"/>
                  </a:lnTo>
                  <a:lnTo>
                    <a:pt x="66374" y="150539"/>
                  </a:lnTo>
                  <a:lnTo>
                    <a:pt x="364491" y="150539"/>
                  </a:lnTo>
                  <a:lnTo>
                    <a:pt x="364491" y="97326"/>
                  </a:lnTo>
                  <a:lnTo>
                    <a:pt x="267175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 descr=""/>
            <p:cNvSpPr/>
            <p:nvPr/>
          </p:nvSpPr>
          <p:spPr>
            <a:xfrm>
              <a:off x="1873555" y="5568594"/>
              <a:ext cx="267335" cy="84455"/>
            </a:xfrm>
            <a:custGeom>
              <a:avLst/>
              <a:gdLst/>
              <a:ahLst/>
              <a:cxnLst/>
              <a:rect l="l" t="t" r="r" b="b"/>
              <a:pathLst>
                <a:path w="267335" h="84454">
                  <a:moveTo>
                    <a:pt x="267175" y="0"/>
                  </a:moveTo>
                  <a:lnTo>
                    <a:pt x="0" y="0"/>
                  </a:lnTo>
                  <a:lnTo>
                    <a:pt x="0" y="84164"/>
                  </a:lnTo>
                  <a:lnTo>
                    <a:pt x="267175" y="84164"/>
                  </a:lnTo>
                  <a:lnTo>
                    <a:pt x="267175" y="0"/>
                  </a:lnTo>
                  <a:close/>
                </a:path>
              </a:pathLst>
            </a:custGeom>
            <a:solidFill>
              <a:srgbClr val="E8F1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 descr=""/>
            <p:cNvSpPr/>
            <p:nvPr/>
          </p:nvSpPr>
          <p:spPr>
            <a:xfrm>
              <a:off x="1770501" y="6601327"/>
              <a:ext cx="474980" cy="62865"/>
            </a:xfrm>
            <a:custGeom>
              <a:avLst/>
              <a:gdLst/>
              <a:ahLst/>
              <a:cxnLst/>
              <a:rect l="l" t="t" r="r" b="b"/>
              <a:pathLst>
                <a:path w="474980" h="62865">
                  <a:moveTo>
                    <a:pt x="474362" y="0"/>
                  </a:moveTo>
                  <a:lnTo>
                    <a:pt x="0" y="0"/>
                  </a:lnTo>
                  <a:lnTo>
                    <a:pt x="0" y="62657"/>
                  </a:lnTo>
                  <a:lnTo>
                    <a:pt x="474362" y="62657"/>
                  </a:lnTo>
                  <a:lnTo>
                    <a:pt x="474362" y="0"/>
                  </a:lnTo>
                  <a:close/>
                </a:path>
              </a:pathLst>
            </a:custGeom>
            <a:solidFill>
              <a:srgbClr val="F6F9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3" name="object 403" descr=""/>
            <p:cNvSpPr/>
            <p:nvPr/>
          </p:nvSpPr>
          <p:spPr>
            <a:xfrm>
              <a:off x="1819693" y="6663985"/>
              <a:ext cx="43815" cy="393700"/>
            </a:xfrm>
            <a:custGeom>
              <a:avLst/>
              <a:gdLst/>
              <a:ahLst/>
              <a:cxnLst/>
              <a:rect l="l" t="t" r="r" b="b"/>
              <a:pathLst>
                <a:path w="43814" h="393700">
                  <a:moveTo>
                    <a:pt x="43705" y="0"/>
                  </a:moveTo>
                  <a:lnTo>
                    <a:pt x="0" y="0"/>
                  </a:lnTo>
                  <a:lnTo>
                    <a:pt x="0" y="393307"/>
                  </a:lnTo>
                  <a:lnTo>
                    <a:pt x="43705" y="393307"/>
                  </a:lnTo>
                  <a:lnTo>
                    <a:pt x="43705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4" name="object 404" descr=""/>
            <p:cNvSpPr/>
            <p:nvPr/>
          </p:nvSpPr>
          <p:spPr>
            <a:xfrm>
              <a:off x="2151965" y="6663985"/>
              <a:ext cx="43815" cy="393700"/>
            </a:xfrm>
            <a:custGeom>
              <a:avLst/>
              <a:gdLst/>
              <a:ahLst/>
              <a:cxnLst/>
              <a:rect l="l" t="t" r="r" b="b"/>
              <a:pathLst>
                <a:path w="43814" h="393700">
                  <a:moveTo>
                    <a:pt x="43695" y="0"/>
                  </a:moveTo>
                  <a:lnTo>
                    <a:pt x="0" y="0"/>
                  </a:lnTo>
                  <a:lnTo>
                    <a:pt x="0" y="393307"/>
                  </a:lnTo>
                  <a:lnTo>
                    <a:pt x="43695" y="393307"/>
                  </a:lnTo>
                  <a:lnTo>
                    <a:pt x="4369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5" name="object 405" descr=""/>
            <p:cNvSpPr/>
            <p:nvPr/>
          </p:nvSpPr>
          <p:spPr>
            <a:xfrm>
              <a:off x="1887314" y="6663985"/>
              <a:ext cx="241300" cy="393700"/>
            </a:xfrm>
            <a:custGeom>
              <a:avLst/>
              <a:gdLst/>
              <a:ahLst/>
              <a:cxnLst/>
              <a:rect l="l" t="t" r="r" b="b"/>
              <a:pathLst>
                <a:path w="241300" h="393700">
                  <a:moveTo>
                    <a:pt x="240746" y="0"/>
                  </a:moveTo>
                  <a:lnTo>
                    <a:pt x="0" y="0"/>
                  </a:lnTo>
                  <a:lnTo>
                    <a:pt x="0" y="393307"/>
                  </a:lnTo>
                  <a:lnTo>
                    <a:pt x="240746" y="393307"/>
                  </a:lnTo>
                  <a:lnTo>
                    <a:pt x="240746" y="0"/>
                  </a:lnTo>
                  <a:close/>
                </a:path>
              </a:pathLst>
            </a:custGeom>
            <a:solidFill>
              <a:srgbClr val="C1DC9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6" name="object 406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819690" y="6425738"/>
              <a:ext cx="375970" cy="175596"/>
            </a:xfrm>
            <a:prstGeom prst="rect">
              <a:avLst/>
            </a:prstGeom>
          </p:spPr>
        </p:pic>
        <p:sp>
          <p:nvSpPr>
            <p:cNvPr id="407" name="object 407" descr=""/>
            <p:cNvSpPr/>
            <p:nvPr/>
          </p:nvSpPr>
          <p:spPr>
            <a:xfrm>
              <a:off x="2738894" y="6314598"/>
              <a:ext cx="1056640" cy="546100"/>
            </a:xfrm>
            <a:custGeom>
              <a:avLst/>
              <a:gdLst/>
              <a:ahLst/>
              <a:cxnLst/>
              <a:rect l="l" t="t" r="r" b="b"/>
              <a:pathLst>
                <a:path w="1056639" h="546100">
                  <a:moveTo>
                    <a:pt x="1056157" y="0"/>
                  </a:moveTo>
                  <a:lnTo>
                    <a:pt x="0" y="0"/>
                  </a:lnTo>
                  <a:lnTo>
                    <a:pt x="0" y="238988"/>
                  </a:lnTo>
                  <a:lnTo>
                    <a:pt x="0" y="546061"/>
                  </a:lnTo>
                  <a:lnTo>
                    <a:pt x="1056157" y="546061"/>
                  </a:lnTo>
                  <a:lnTo>
                    <a:pt x="1056157" y="238988"/>
                  </a:lnTo>
                  <a:lnTo>
                    <a:pt x="1056157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8" name="object 408" descr=""/>
            <p:cNvSpPr/>
            <p:nvPr/>
          </p:nvSpPr>
          <p:spPr>
            <a:xfrm>
              <a:off x="2738890" y="6252270"/>
              <a:ext cx="1100455" cy="62865"/>
            </a:xfrm>
            <a:custGeom>
              <a:avLst/>
              <a:gdLst/>
              <a:ahLst/>
              <a:cxnLst/>
              <a:rect l="l" t="t" r="r" b="b"/>
              <a:pathLst>
                <a:path w="1100454" h="62864">
                  <a:moveTo>
                    <a:pt x="1099924" y="0"/>
                  </a:moveTo>
                  <a:lnTo>
                    <a:pt x="0" y="0"/>
                  </a:lnTo>
                  <a:lnTo>
                    <a:pt x="0" y="62322"/>
                  </a:lnTo>
                  <a:lnTo>
                    <a:pt x="1099924" y="62322"/>
                  </a:lnTo>
                  <a:lnTo>
                    <a:pt x="1099924" y="0"/>
                  </a:lnTo>
                  <a:close/>
                </a:path>
              </a:pathLst>
            </a:custGeom>
            <a:solidFill>
              <a:srgbClr val="95DB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9" name="object 409" descr=""/>
            <p:cNvSpPr/>
            <p:nvPr/>
          </p:nvSpPr>
          <p:spPr>
            <a:xfrm>
              <a:off x="2738890" y="5901862"/>
              <a:ext cx="1100455" cy="350520"/>
            </a:xfrm>
            <a:custGeom>
              <a:avLst/>
              <a:gdLst/>
              <a:ahLst/>
              <a:cxnLst/>
              <a:rect l="l" t="t" r="r" b="b"/>
              <a:pathLst>
                <a:path w="1100454" h="350520">
                  <a:moveTo>
                    <a:pt x="1099924" y="0"/>
                  </a:moveTo>
                  <a:lnTo>
                    <a:pt x="0" y="0"/>
                  </a:lnTo>
                  <a:lnTo>
                    <a:pt x="0" y="350418"/>
                  </a:lnTo>
                  <a:lnTo>
                    <a:pt x="1099924" y="350418"/>
                  </a:lnTo>
                  <a:lnTo>
                    <a:pt x="1099924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0" name="object 410" descr=""/>
            <p:cNvSpPr/>
            <p:nvPr/>
          </p:nvSpPr>
          <p:spPr>
            <a:xfrm>
              <a:off x="2738894" y="6860660"/>
              <a:ext cx="1056640" cy="196850"/>
            </a:xfrm>
            <a:custGeom>
              <a:avLst/>
              <a:gdLst/>
              <a:ahLst/>
              <a:cxnLst/>
              <a:rect l="l" t="t" r="r" b="b"/>
              <a:pathLst>
                <a:path w="1056639" h="196850">
                  <a:moveTo>
                    <a:pt x="220687" y="0"/>
                  </a:moveTo>
                  <a:lnTo>
                    <a:pt x="0" y="0"/>
                  </a:lnTo>
                  <a:lnTo>
                    <a:pt x="0" y="196634"/>
                  </a:lnTo>
                  <a:lnTo>
                    <a:pt x="220687" y="196634"/>
                  </a:lnTo>
                  <a:lnTo>
                    <a:pt x="220687" y="0"/>
                  </a:lnTo>
                  <a:close/>
                </a:path>
                <a:path w="1056639" h="196850">
                  <a:moveTo>
                    <a:pt x="1056157" y="0"/>
                  </a:moveTo>
                  <a:lnTo>
                    <a:pt x="835469" y="0"/>
                  </a:lnTo>
                  <a:lnTo>
                    <a:pt x="835469" y="196634"/>
                  </a:lnTo>
                  <a:lnTo>
                    <a:pt x="1056157" y="196634"/>
                  </a:lnTo>
                  <a:lnTo>
                    <a:pt x="1056157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1" name="object 411" descr=""/>
            <p:cNvSpPr/>
            <p:nvPr/>
          </p:nvSpPr>
          <p:spPr>
            <a:xfrm>
              <a:off x="2959585" y="6553580"/>
              <a:ext cx="615315" cy="504190"/>
            </a:xfrm>
            <a:custGeom>
              <a:avLst/>
              <a:gdLst/>
              <a:ahLst/>
              <a:cxnLst/>
              <a:rect l="l" t="t" r="r" b="b"/>
              <a:pathLst>
                <a:path w="615314" h="504190">
                  <a:moveTo>
                    <a:pt x="614787" y="0"/>
                  </a:moveTo>
                  <a:lnTo>
                    <a:pt x="0" y="0"/>
                  </a:lnTo>
                  <a:lnTo>
                    <a:pt x="0" y="503712"/>
                  </a:lnTo>
                  <a:lnTo>
                    <a:pt x="614787" y="503712"/>
                  </a:lnTo>
                  <a:lnTo>
                    <a:pt x="614787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2" name="object 412" descr=""/>
            <p:cNvSpPr/>
            <p:nvPr/>
          </p:nvSpPr>
          <p:spPr>
            <a:xfrm>
              <a:off x="2959582" y="6528885"/>
              <a:ext cx="615315" cy="528320"/>
            </a:xfrm>
            <a:custGeom>
              <a:avLst/>
              <a:gdLst/>
              <a:ahLst/>
              <a:cxnLst/>
              <a:rect l="l" t="t" r="r" b="b"/>
              <a:pathLst>
                <a:path w="615314" h="528320">
                  <a:moveTo>
                    <a:pt x="614781" y="0"/>
                  </a:moveTo>
                  <a:lnTo>
                    <a:pt x="0" y="0"/>
                  </a:lnTo>
                  <a:lnTo>
                    <a:pt x="0" y="40640"/>
                  </a:lnTo>
                  <a:lnTo>
                    <a:pt x="0" y="528320"/>
                  </a:lnTo>
                  <a:lnTo>
                    <a:pt x="40652" y="528320"/>
                  </a:lnTo>
                  <a:lnTo>
                    <a:pt x="40652" y="40640"/>
                  </a:lnTo>
                  <a:lnTo>
                    <a:pt x="614781" y="40640"/>
                  </a:lnTo>
                  <a:lnTo>
                    <a:pt x="61478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3" name="object 413" descr=""/>
            <p:cNvSpPr/>
            <p:nvPr/>
          </p:nvSpPr>
          <p:spPr>
            <a:xfrm>
              <a:off x="2959585" y="6610165"/>
              <a:ext cx="41275" cy="41275"/>
            </a:xfrm>
            <a:custGeom>
              <a:avLst/>
              <a:gdLst/>
              <a:ahLst/>
              <a:cxnLst/>
              <a:rect l="l" t="t" r="r" b="b"/>
              <a:pathLst>
                <a:path w="41275" h="41275">
                  <a:moveTo>
                    <a:pt x="40647" y="0"/>
                  </a:moveTo>
                  <a:lnTo>
                    <a:pt x="0" y="0"/>
                  </a:lnTo>
                  <a:lnTo>
                    <a:pt x="0" y="40658"/>
                  </a:lnTo>
                  <a:lnTo>
                    <a:pt x="40647" y="40658"/>
                  </a:lnTo>
                  <a:lnTo>
                    <a:pt x="40647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4" name="object 414" descr=""/>
            <p:cNvSpPr/>
            <p:nvPr/>
          </p:nvSpPr>
          <p:spPr>
            <a:xfrm>
              <a:off x="3000233" y="6610165"/>
              <a:ext cx="574675" cy="41275"/>
            </a:xfrm>
            <a:custGeom>
              <a:avLst/>
              <a:gdLst/>
              <a:ahLst/>
              <a:cxnLst/>
              <a:rect l="l" t="t" r="r" b="b"/>
              <a:pathLst>
                <a:path w="574675" h="41275">
                  <a:moveTo>
                    <a:pt x="574139" y="0"/>
                  </a:moveTo>
                  <a:lnTo>
                    <a:pt x="0" y="0"/>
                  </a:lnTo>
                  <a:lnTo>
                    <a:pt x="0" y="40658"/>
                  </a:lnTo>
                  <a:lnTo>
                    <a:pt x="574139" y="40658"/>
                  </a:lnTo>
                  <a:lnTo>
                    <a:pt x="574139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5" name="object 415" descr=""/>
            <p:cNvSpPr/>
            <p:nvPr/>
          </p:nvSpPr>
          <p:spPr>
            <a:xfrm>
              <a:off x="2959585" y="6691471"/>
              <a:ext cx="41275" cy="41275"/>
            </a:xfrm>
            <a:custGeom>
              <a:avLst/>
              <a:gdLst/>
              <a:ahLst/>
              <a:cxnLst/>
              <a:rect l="l" t="t" r="r" b="b"/>
              <a:pathLst>
                <a:path w="41275" h="41275">
                  <a:moveTo>
                    <a:pt x="40647" y="0"/>
                  </a:moveTo>
                  <a:lnTo>
                    <a:pt x="0" y="0"/>
                  </a:lnTo>
                  <a:lnTo>
                    <a:pt x="0" y="40658"/>
                  </a:lnTo>
                  <a:lnTo>
                    <a:pt x="40647" y="40658"/>
                  </a:lnTo>
                  <a:lnTo>
                    <a:pt x="40647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6" name="object 416" descr=""/>
            <p:cNvSpPr/>
            <p:nvPr/>
          </p:nvSpPr>
          <p:spPr>
            <a:xfrm>
              <a:off x="3000233" y="6691482"/>
              <a:ext cx="574675" cy="41275"/>
            </a:xfrm>
            <a:custGeom>
              <a:avLst/>
              <a:gdLst/>
              <a:ahLst/>
              <a:cxnLst/>
              <a:rect l="l" t="t" r="r" b="b"/>
              <a:pathLst>
                <a:path w="574675" h="41275">
                  <a:moveTo>
                    <a:pt x="574139" y="0"/>
                  </a:moveTo>
                  <a:lnTo>
                    <a:pt x="0" y="0"/>
                  </a:lnTo>
                  <a:lnTo>
                    <a:pt x="0" y="40658"/>
                  </a:lnTo>
                  <a:lnTo>
                    <a:pt x="574139" y="40658"/>
                  </a:lnTo>
                  <a:lnTo>
                    <a:pt x="574139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7" name="object 417" descr=""/>
            <p:cNvSpPr/>
            <p:nvPr/>
          </p:nvSpPr>
          <p:spPr>
            <a:xfrm>
              <a:off x="2959585" y="6772767"/>
              <a:ext cx="41275" cy="41275"/>
            </a:xfrm>
            <a:custGeom>
              <a:avLst/>
              <a:gdLst/>
              <a:ahLst/>
              <a:cxnLst/>
              <a:rect l="l" t="t" r="r" b="b"/>
              <a:pathLst>
                <a:path w="41275" h="41275">
                  <a:moveTo>
                    <a:pt x="40647" y="0"/>
                  </a:moveTo>
                  <a:lnTo>
                    <a:pt x="0" y="0"/>
                  </a:lnTo>
                  <a:lnTo>
                    <a:pt x="0" y="40658"/>
                  </a:lnTo>
                  <a:lnTo>
                    <a:pt x="40647" y="40658"/>
                  </a:lnTo>
                  <a:lnTo>
                    <a:pt x="40647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8" name="object 418" descr=""/>
            <p:cNvSpPr/>
            <p:nvPr/>
          </p:nvSpPr>
          <p:spPr>
            <a:xfrm>
              <a:off x="3000222" y="6772776"/>
              <a:ext cx="574675" cy="122555"/>
            </a:xfrm>
            <a:custGeom>
              <a:avLst/>
              <a:gdLst/>
              <a:ahLst/>
              <a:cxnLst/>
              <a:rect l="l" t="t" r="r" b="b"/>
              <a:pathLst>
                <a:path w="574675" h="122554">
                  <a:moveTo>
                    <a:pt x="574141" y="81292"/>
                  </a:moveTo>
                  <a:lnTo>
                    <a:pt x="0" y="81292"/>
                  </a:lnTo>
                  <a:lnTo>
                    <a:pt x="0" y="121945"/>
                  </a:lnTo>
                  <a:lnTo>
                    <a:pt x="574141" y="121945"/>
                  </a:lnTo>
                  <a:lnTo>
                    <a:pt x="574141" y="81292"/>
                  </a:lnTo>
                  <a:close/>
                </a:path>
                <a:path w="574675" h="122554">
                  <a:moveTo>
                    <a:pt x="574141" y="0"/>
                  </a:moveTo>
                  <a:lnTo>
                    <a:pt x="0" y="0"/>
                  </a:lnTo>
                  <a:lnTo>
                    <a:pt x="0" y="40652"/>
                  </a:lnTo>
                  <a:lnTo>
                    <a:pt x="574141" y="40652"/>
                  </a:lnTo>
                  <a:lnTo>
                    <a:pt x="574141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9" name="object 419" descr=""/>
            <p:cNvSpPr/>
            <p:nvPr/>
          </p:nvSpPr>
          <p:spPr>
            <a:xfrm>
              <a:off x="2959585" y="6854053"/>
              <a:ext cx="41275" cy="41275"/>
            </a:xfrm>
            <a:custGeom>
              <a:avLst/>
              <a:gdLst/>
              <a:ahLst/>
              <a:cxnLst/>
              <a:rect l="l" t="t" r="r" b="b"/>
              <a:pathLst>
                <a:path w="41275" h="41275">
                  <a:moveTo>
                    <a:pt x="40647" y="0"/>
                  </a:moveTo>
                  <a:lnTo>
                    <a:pt x="0" y="0"/>
                  </a:lnTo>
                  <a:lnTo>
                    <a:pt x="0" y="40658"/>
                  </a:lnTo>
                  <a:lnTo>
                    <a:pt x="40647" y="40658"/>
                  </a:lnTo>
                  <a:lnTo>
                    <a:pt x="40647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0" name="object 420" descr=""/>
            <p:cNvSpPr/>
            <p:nvPr/>
          </p:nvSpPr>
          <p:spPr>
            <a:xfrm>
              <a:off x="3000233" y="6935349"/>
              <a:ext cx="574675" cy="41275"/>
            </a:xfrm>
            <a:custGeom>
              <a:avLst/>
              <a:gdLst/>
              <a:ahLst/>
              <a:cxnLst/>
              <a:rect l="l" t="t" r="r" b="b"/>
              <a:pathLst>
                <a:path w="574675" h="41275">
                  <a:moveTo>
                    <a:pt x="574139" y="0"/>
                  </a:moveTo>
                  <a:lnTo>
                    <a:pt x="0" y="0"/>
                  </a:lnTo>
                  <a:lnTo>
                    <a:pt x="0" y="40658"/>
                  </a:lnTo>
                  <a:lnTo>
                    <a:pt x="574139" y="40658"/>
                  </a:lnTo>
                  <a:lnTo>
                    <a:pt x="574139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1" name="object 421" descr=""/>
            <p:cNvSpPr/>
            <p:nvPr/>
          </p:nvSpPr>
          <p:spPr>
            <a:xfrm>
              <a:off x="2959585" y="6935349"/>
              <a:ext cx="41275" cy="41275"/>
            </a:xfrm>
            <a:custGeom>
              <a:avLst/>
              <a:gdLst/>
              <a:ahLst/>
              <a:cxnLst/>
              <a:rect l="l" t="t" r="r" b="b"/>
              <a:pathLst>
                <a:path w="41275" h="41275">
                  <a:moveTo>
                    <a:pt x="40647" y="0"/>
                  </a:moveTo>
                  <a:lnTo>
                    <a:pt x="0" y="0"/>
                  </a:lnTo>
                  <a:lnTo>
                    <a:pt x="0" y="40658"/>
                  </a:lnTo>
                  <a:lnTo>
                    <a:pt x="40647" y="40658"/>
                  </a:lnTo>
                  <a:lnTo>
                    <a:pt x="40647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2" name="object 422" descr=""/>
            <p:cNvSpPr/>
            <p:nvPr/>
          </p:nvSpPr>
          <p:spPr>
            <a:xfrm>
              <a:off x="3000233" y="7016666"/>
              <a:ext cx="574675" cy="40640"/>
            </a:xfrm>
            <a:custGeom>
              <a:avLst/>
              <a:gdLst/>
              <a:ahLst/>
              <a:cxnLst/>
              <a:rect l="l" t="t" r="r" b="b"/>
              <a:pathLst>
                <a:path w="574675" h="40640">
                  <a:moveTo>
                    <a:pt x="574139" y="0"/>
                  </a:moveTo>
                  <a:lnTo>
                    <a:pt x="0" y="0"/>
                  </a:lnTo>
                  <a:lnTo>
                    <a:pt x="0" y="40637"/>
                  </a:lnTo>
                  <a:lnTo>
                    <a:pt x="574139" y="40637"/>
                  </a:lnTo>
                  <a:lnTo>
                    <a:pt x="574139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3" name="object 423" descr=""/>
            <p:cNvSpPr/>
            <p:nvPr/>
          </p:nvSpPr>
          <p:spPr>
            <a:xfrm>
              <a:off x="2959585" y="7016655"/>
              <a:ext cx="41275" cy="40640"/>
            </a:xfrm>
            <a:custGeom>
              <a:avLst/>
              <a:gdLst/>
              <a:ahLst/>
              <a:cxnLst/>
              <a:rect l="l" t="t" r="r" b="b"/>
              <a:pathLst>
                <a:path w="41275" h="40640">
                  <a:moveTo>
                    <a:pt x="40647" y="0"/>
                  </a:moveTo>
                  <a:lnTo>
                    <a:pt x="0" y="0"/>
                  </a:lnTo>
                  <a:lnTo>
                    <a:pt x="0" y="40637"/>
                  </a:lnTo>
                  <a:lnTo>
                    <a:pt x="40647" y="40637"/>
                  </a:lnTo>
                  <a:lnTo>
                    <a:pt x="40647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4" name="object 424" descr=""/>
          <p:cNvSpPr/>
          <p:nvPr/>
        </p:nvSpPr>
        <p:spPr>
          <a:xfrm>
            <a:off x="4519192" y="5501455"/>
            <a:ext cx="1553845" cy="137795"/>
          </a:xfrm>
          <a:custGeom>
            <a:avLst/>
            <a:gdLst/>
            <a:ahLst/>
            <a:cxnLst/>
            <a:rect l="l" t="t" r="r" b="b"/>
            <a:pathLst>
              <a:path w="1553845" h="137795">
                <a:moveTo>
                  <a:pt x="1553743" y="0"/>
                </a:moveTo>
                <a:lnTo>
                  <a:pt x="0" y="0"/>
                </a:lnTo>
                <a:lnTo>
                  <a:pt x="0" y="137472"/>
                </a:lnTo>
                <a:lnTo>
                  <a:pt x="1553743" y="137472"/>
                </a:lnTo>
                <a:lnTo>
                  <a:pt x="1553743" y="0"/>
                </a:lnTo>
                <a:close/>
              </a:path>
            </a:pathLst>
          </a:custGeom>
          <a:solidFill>
            <a:srgbClr val="C9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5" name="object 425" descr=""/>
          <p:cNvSpPr/>
          <p:nvPr/>
        </p:nvSpPr>
        <p:spPr>
          <a:xfrm>
            <a:off x="4519192" y="5816032"/>
            <a:ext cx="1553845" cy="137795"/>
          </a:xfrm>
          <a:custGeom>
            <a:avLst/>
            <a:gdLst/>
            <a:ahLst/>
            <a:cxnLst/>
            <a:rect l="l" t="t" r="r" b="b"/>
            <a:pathLst>
              <a:path w="1553845" h="137795">
                <a:moveTo>
                  <a:pt x="1553743" y="0"/>
                </a:moveTo>
                <a:lnTo>
                  <a:pt x="0" y="0"/>
                </a:lnTo>
                <a:lnTo>
                  <a:pt x="0" y="137472"/>
                </a:lnTo>
                <a:lnTo>
                  <a:pt x="1553743" y="137472"/>
                </a:lnTo>
                <a:lnTo>
                  <a:pt x="1553743" y="0"/>
                </a:lnTo>
                <a:close/>
              </a:path>
            </a:pathLst>
          </a:custGeom>
          <a:solidFill>
            <a:srgbClr val="C9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6" name="object 426" descr=""/>
          <p:cNvSpPr/>
          <p:nvPr/>
        </p:nvSpPr>
        <p:spPr>
          <a:xfrm>
            <a:off x="4519192" y="6130609"/>
            <a:ext cx="1553845" cy="137795"/>
          </a:xfrm>
          <a:custGeom>
            <a:avLst/>
            <a:gdLst/>
            <a:ahLst/>
            <a:cxnLst/>
            <a:rect l="l" t="t" r="r" b="b"/>
            <a:pathLst>
              <a:path w="1553845" h="137795">
                <a:moveTo>
                  <a:pt x="1553743" y="0"/>
                </a:moveTo>
                <a:lnTo>
                  <a:pt x="0" y="0"/>
                </a:lnTo>
                <a:lnTo>
                  <a:pt x="0" y="137472"/>
                </a:lnTo>
                <a:lnTo>
                  <a:pt x="1553743" y="137472"/>
                </a:lnTo>
                <a:lnTo>
                  <a:pt x="1553743" y="0"/>
                </a:lnTo>
                <a:close/>
              </a:path>
            </a:pathLst>
          </a:custGeom>
          <a:solidFill>
            <a:srgbClr val="C9F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7" name="object 427" descr=""/>
          <p:cNvSpPr/>
          <p:nvPr/>
        </p:nvSpPr>
        <p:spPr>
          <a:xfrm>
            <a:off x="4519192" y="6445186"/>
            <a:ext cx="1553845" cy="137795"/>
          </a:xfrm>
          <a:custGeom>
            <a:avLst/>
            <a:gdLst/>
            <a:ahLst/>
            <a:cxnLst/>
            <a:rect l="l" t="t" r="r" b="b"/>
            <a:pathLst>
              <a:path w="1553845" h="137795">
                <a:moveTo>
                  <a:pt x="1553743" y="0"/>
                </a:moveTo>
                <a:lnTo>
                  <a:pt x="0" y="0"/>
                </a:lnTo>
                <a:lnTo>
                  <a:pt x="0" y="137472"/>
                </a:lnTo>
                <a:lnTo>
                  <a:pt x="1553743" y="137472"/>
                </a:lnTo>
                <a:lnTo>
                  <a:pt x="1553743" y="0"/>
                </a:lnTo>
                <a:close/>
              </a:path>
            </a:pathLst>
          </a:custGeom>
          <a:solidFill>
            <a:srgbClr val="C9F0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28" name="object 428" descr=""/>
          <p:cNvGrpSpPr/>
          <p:nvPr/>
        </p:nvGrpSpPr>
        <p:grpSpPr>
          <a:xfrm>
            <a:off x="4519192" y="4935043"/>
            <a:ext cx="1553845" cy="2122805"/>
            <a:chOff x="4519192" y="4935043"/>
            <a:chExt cx="1553845" cy="2122805"/>
          </a:xfrm>
        </p:grpSpPr>
        <p:sp>
          <p:nvSpPr>
            <p:cNvPr id="429" name="object 429" descr=""/>
            <p:cNvSpPr/>
            <p:nvPr/>
          </p:nvSpPr>
          <p:spPr>
            <a:xfrm>
              <a:off x="4519192" y="5186878"/>
              <a:ext cx="1553845" cy="137795"/>
            </a:xfrm>
            <a:custGeom>
              <a:avLst/>
              <a:gdLst/>
              <a:ahLst/>
              <a:cxnLst/>
              <a:rect l="l" t="t" r="r" b="b"/>
              <a:pathLst>
                <a:path w="1553845" h="137795">
                  <a:moveTo>
                    <a:pt x="1553743" y="0"/>
                  </a:moveTo>
                  <a:lnTo>
                    <a:pt x="0" y="0"/>
                  </a:lnTo>
                  <a:lnTo>
                    <a:pt x="0" y="137461"/>
                  </a:lnTo>
                  <a:lnTo>
                    <a:pt x="1553743" y="137461"/>
                  </a:lnTo>
                  <a:lnTo>
                    <a:pt x="1553743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0" name="object 430" descr=""/>
            <p:cNvSpPr/>
            <p:nvPr/>
          </p:nvSpPr>
          <p:spPr>
            <a:xfrm>
              <a:off x="4630895" y="5049406"/>
              <a:ext cx="1330325" cy="2008505"/>
            </a:xfrm>
            <a:custGeom>
              <a:avLst/>
              <a:gdLst/>
              <a:ahLst/>
              <a:cxnLst/>
              <a:rect l="l" t="t" r="r" b="b"/>
              <a:pathLst>
                <a:path w="1330325" h="2008504">
                  <a:moveTo>
                    <a:pt x="1330294" y="0"/>
                  </a:moveTo>
                  <a:lnTo>
                    <a:pt x="0" y="0"/>
                  </a:lnTo>
                  <a:lnTo>
                    <a:pt x="0" y="2008137"/>
                  </a:lnTo>
                  <a:lnTo>
                    <a:pt x="1330294" y="2008137"/>
                  </a:lnTo>
                  <a:lnTo>
                    <a:pt x="1330294" y="0"/>
                  </a:lnTo>
                  <a:close/>
                </a:path>
              </a:pathLst>
            </a:custGeom>
            <a:solidFill>
              <a:srgbClr val="CEF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1" name="object 431" descr=""/>
            <p:cNvSpPr/>
            <p:nvPr/>
          </p:nvSpPr>
          <p:spPr>
            <a:xfrm>
              <a:off x="5079940" y="6782395"/>
              <a:ext cx="707390" cy="274955"/>
            </a:xfrm>
            <a:custGeom>
              <a:avLst/>
              <a:gdLst/>
              <a:ahLst/>
              <a:cxnLst/>
              <a:rect l="l" t="t" r="r" b="b"/>
              <a:pathLst>
                <a:path w="707389" h="274954">
                  <a:moveTo>
                    <a:pt x="432206" y="0"/>
                  </a:moveTo>
                  <a:lnTo>
                    <a:pt x="0" y="75683"/>
                  </a:lnTo>
                  <a:lnTo>
                    <a:pt x="199501" y="274902"/>
                  </a:lnTo>
                  <a:lnTo>
                    <a:pt x="707109" y="274902"/>
                  </a:lnTo>
                  <a:lnTo>
                    <a:pt x="432206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2" name="object 432" descr=""/>
            <p:cNvSpPr/>
            <p:nvPr/>
          </p:nvSpPr>
          <p:spPr>
            <a:xfrm>
              <a:off x="4519192" y="4935043"/>
              <a:ext cx="1553845" cy="114935"/>
            </a:xfrm>
            <a:custGeom>
              <a:avLst/>
              <a:gdLst/>
              <a:ahLst/>
              <a:cxnLst/>
              <a:rect l="l" t="t" r="r" b="b"/>
              <a:pathLst>
                <a:path w="1553845" h="114935">
                  <a:moveTo>
                    <a:pt x="1553743" y="0"/>
                  </a:moveTo>
                  <a:lnTo>
                    <a:pt x="0" y="0"/>
                  </a:lnTo>
                  <a:lnTo>
                    <a:pt x="0" y="114363"/>
                  </a:lnTo>
                  <a:lnTo>
                    <a:pt x="1553743" y="114363"/>
                  </a:lnTo>
                  <a:lnTo>
                    <a:pt x="1553743" y="0"/>
                  </a:lnTo>
                  <a:close/>
                </a:path>
              </a:pathLst>
            </a:custGeom>
            <a:solidFill>
              <a:srgbClr val="BAD7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3" name="object 433" descr=""/>
            <p:cNvSpPr/>
            <p:nvPr/>
          </p:nvSpPr>
          <p:spPr>
            <a:xfrm>
              <a:off x="4745080" y="5155340"/>
              <a:ext cx="238760" cy="179070"/>
            </a:xfrm>
            <a:custGeom>
              <a:avLst/>
              <a:gdLst/>
              <a:ahLst/>
              <a:cxnLst/>
              <a:rect l="l" t="t" r="r" b="b"/>
              <a:pathLst>
                <a:path w="238760" h="179070">
                  <a:moveTo>
                    <a:pt x="238495" y="0"/>
                  </a:moveTo>
                  <a:lnTo>
                    <a:pt x="0" y="0"/>
                  </a:lnTo>
                  <a:lnTo>
                    <a:pt x="0" y="178874"/>
                  </a:lnTo>
                  <a:lnTo>
                    <a:pt x="238495" y="178874"/>
                  </a:lnTo>
                  <a:lnTo>
                    <a:pt x="238495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4" name="object 434" descr=""/>
            <p:cNvSpPr/>
            <p:nvPr/>
          </p:nvSpPr>
          <p:spPr>
            <a:xfrm>
              <a:off x="4704410" y="5135085"/>
              <a:ext cx="320040" cy="241300"/>
            </a:xfrm>
            <a:custGeom>
              <a:avLst/>
              <a:gdLst/>
              <a:ahLst/>
              <a:cxnLst/>
              <a:rect l="l" t="t" r="r" b="b"/>
              <a:pathLst>
                <a:path w="320039" h="241300">
                  <a:moveTo>
                    <a:pt x="319811" y="199136"/>
                  </a:moveTo>
                  <a:lnTo>
                    <a:pt x="40665" y="199136"/>
                  </a:lnTo>
                  <a:lnTo>
                    <a:pt x="40665" y="20320"/>
                  </a:lnTo>
                  <a:lnTo>
                    <a:pt x="83845" y="20320"/>
                  </a:lnTo>
                  <a:lnTo>
                    <a:pt x="83845" y="199123"/>
                  </a:lnTo>
                  <a:lnTo>
                    <a:pt x="104178" y="199123"/>
                  </a:lnTo>
                  <a:lnTo>
                    <a:pt x="104178" y="20320"/>
                  </a:lnTo>
                  <a:lnTo>
                    <a:pt x="149758" y="20320"/>
                  </a:lnTo>
                  <a:lnTo>
                    <a:pt x="149758" y="199123"/>
                  </a:lnTo>
                  <a:lnTo>
                    <a:pt x="170078" y="199123"/>
                  </a:lnTo>
                  <a:lnTo>
                    <a:pt x="170078" y="20320"/>
                  </a:lnTo>
                  <a:lnTo>
                    <a:pt x="216319" y="20320"/>
                  </a:lnTo>
                  <a:lnTo>
                    <a:pt x="216319" y="199123"/>
                  </a:lnTo>
                  <a:lnTo>
                    <a:pt x="236639" y="199123"/>
                  </a:lnTo>
                  <a:lnTo>
                    <a:pt x="236639" y="20320"/>
                  </a:lnTo>
                  <a:lnTo>
                    <a:pt x="279146" y="20320"/>
                  </a:lnTo>
                  <a:lnTo>
                    <a:pt x="279146" y="199123"/>
                  </a:lnTo>
                  <a:lnTo>
                    <a:pt x="299491" y="199123"/>
                  </a:lnTo>
                  <a:lnTo>
                    <a:pt x="299491" y="20320"/>
                  </a:lnTo>
                  <a:lnTo>
                    <a:pt x="299491" y="0"/>
                  </a:lnTo>
                  <a:lnTo>
                    <a:pt x="20345" y="0"/>
                  </a:lnTo>
                  <a:lnTo>
                    <a:pt x="20345" y="20320"/>
                  </a:lnTo>
                  <a:lnTo>
                    <a:pt x="20345" y="199136"/>
                  </a:lnTo>
                  <a:lnTo>
                    <a:pt x="0" y="199136"/>
                  </a:lnTo>
                  <a:lnTo>
                    <a:pt x="0" y="241134"/>
                  </a:lnTo>
                  <a:lnTo>
                    <a:pt x="319811" y="241134"/>
                  </a:lnTo>
                  <a:lnTo>
                    <a:pt x="319811" y="199136"/>
                  </a:lnTo>
                  <a:close/>
                </a:path>
              </a:pathLst>
            </a:custGeom>
            <a:solidFill>
              <a:srgbClr val="BAD7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5" name="object 435" descr=""/>
            <p:cNvSpPr/>
            <p:nvPr/>
          </p:nvSpPr>
          <p:spPr>
            <a:xfrm>
              <a:off x="4704423" y="5250871"/>
              <a:ext cx="320040" cy="83820"/>
            </a:xfrm>
            <a:custGeom>
              <a:avLst/>
              <a:gdLst/>
              <a:ahLst/>
              <a:cxnLst/>
              <a:rect l="l" t="t" r="r" b="b"/>
              <a:pathLst>
                <a:path w="320039" h="83820">
                  <a:moveTo>
                    <a:pt x="319798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83820"/>
                  </a:lnTo>
                  <a:lnTo>
                    <a:pt x="20320" y="83820"/>
                  </a:lnTo>
                  <a:lnTo>
                    <a:pt x="20320" y="20320"/>
                  </a:lnTo>
                  <a:lnTo>
                    <a:pt x="299478" y="20320"/>
                  </a:lnTo>
                  <a:lnTo>
                    <a:pt x="299478" y="83820"/>
                  </a:lnTo>
                  <a:lnTo>
                    <a:pt x="319798" y="83820"/>
                  </a:lnTo>
                  <a:lnTo>
                    <a:pt x="319798" y="20320"/>
                  </a:lnTo>
                  <a:lnTo>
                    <a:pt x="319798" y="0"/>
                  </a:lnTo>
                  <a:close/>
                </a:path>
              </a:pathLst>
            </a:custGeom>
            <a:solidFill>
              <a:srgbClr val="DAEA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6" name="object 436" descr=""/>
            <p:cNvSpPr/>
            <p:nvPr/>
          </p:nvSpPr>
          <p:spPr>
            <a:xfrm>
              <a:off x="5606761" y="5155340"/>
              <a:ext cx="238760" cy="179070"/>
            </a:xfrm>
            <a:custGeom>
              <a:avLst/>
              <a:gdLst/>
              <a:ahLst/>
              <a:cxnLst/>
              <a:rect l="l" t="t" r="r" b="b"/>
              <a:pathLst>
                <a:path w="238760" h="179070">
                  <a:moveTo>
                    <a:pt x="238484" y="0"/>
                  </a:moveTo>
                  <a:lnTo>
                    <a:pt x="0" y="0"/>
                  </a:lnTo>
                  <a:lnTo>
                    <a:pt x="0" y="178874"/>
                  </a:lnTo>
                  <a:lnTo>
                    <a:pt x="238484" y="178874"/>
                  </a:lnTo>
                  <a:lnTo>
                    <a:pt x="238484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7" name="object 437" descr=""/>
            <p:cNvSpPr/>
            <p:nvPr/>
          </p:nvSpPr>
          <p:spPr>
            <a:xfrm>
              <a:off x="5566080" y="5135085"/>
              <a:ext cx="320040" cy="241300"/>
            </a:xfrm>
            <a:custGeom>
              <a:avLst/>
              <a:gdLst/>
              <a:ahLst/>
              <a:cxnLst/>
              <a:rect l="l" t="t" r="r" b="b"/>
              <a:pathLst>
                <a:path w="320039" h="241300">
                  <a:moveTo>
                    <a:pt x="319811" y="199136"/>
                  </a:moveTo>
                  <a:lnTo>
                    <a:pt x="40678" y="199136"/>
                  </a:lnTo>
                  <a:lnTo>
                    <a:pt x="40678" y="20320"/>
                  </a:lnTo>
                  <a:lnTo>
                    <a:pt x="83870" y="20320"/>
                  </a:lnTo>
                  <a:lnTo>
                    <a:pt x="83870" y="199123"/>
                  </a:lnTo>
                  <a:lnTo>
                    <a:pt x="104178" y="199123"/>
                  </a:lnTo>
                  <a:lnTo>
                    <a:pt x="104178" y="20320"/>
                  </a:lnTo>
                  <a:lnTo>
                    <a:pt x="149771" y="20320"/>
                  </a:lnTo>
                  <a:lnTo>
                    <a:pt x="149771" y="199123"/>
                  </a:lnTo>
                  <a:lnTo>
                    <a:pt x="170065" y="199123"/>
                  </a:lnTo>
                  <a:lnTo>
                    <a:pt x="170065" y="20320"/>
                  </a:lnTo>
                  <a:lnTo>
                    <a:pt x="216306" y="20320"/>
                  </a:lnTo>
                  <a:lnTo>
                    <a:pt x="216306" y="199123"/>
                  </a:lnTo>
                  <a:lnTo>
                    <a:pt x="236664" y="199123"/>
                  </a:lnTo>
                  <a:lnTo>
                    <a:pt x="236664" y="20320"/>
                  </a:lnTo>
                  <a:lnTo>
                    <a:pt x="279146" y="20320"/>
                  </a:lnTo>
                  <a:lnTo>
                    <a:pt x="279146" y="199123"/>
                  </a:lnTo>
                  <a:lnTo>
                    <a:pt x="299491" y="199123"/>
                  </a:lnTo>
                  <a:lnTo>
                    <a:pt x="299491" y="20320"/>
                  </a:lnTo>
                  <a:lnTo>
                    <a:pt x="299491" y="0"/>
                  </a:lnTo>
                  <a:lnTo>
                    <a:pt x="20332" y="0"/>
                  </a:lnTo>
                  <a:lnTo>
                    <a:pt x="20332" y="20320"/>
                  </a:lnTo>
                  <a:lnTo>
                    <a:pt x="20332" y="199136"/>
                  </a:lnTo>
                  <a:lnTo>
                    <a:pt x="0" y="199136"/>
                  </a:lnTo>
                  <a:lnTo>
                    <a:pt x="0" y="241134"/>
                  </a:lnTo>
                  <a:lnTo>
                    <a:pt x="319811" y="241134"/>
                  </a:lnTo>
                  <a:lnTo>
                    <a:pt x="319811" y="199136"/>
                  </a:lnTo>
                  <a:close/>
                </a:path>
              </a:pathLst>
            </a:custGeom>
            <a:solidFill>
              <a:srgbClr val="BAD7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8" name="object 438" descr=""/>
            <p:cNvSpPr/>
            <p:nvPr/>
          </p:nvSpPr>
          <p:spPr>
            <a:xfrm>
              <a:off x="5566080" y="5250871"/>
              <a:ext cx="320040" cy="83820"/>
            </a:xfrm>
            <a:custGeom>
              <a:avLst/>
              <a:gdLst/>
              <a:ahLst/>
              <a:cxnLst/>
              <a:rect l="l" t="t" r="r" b="b"/>
              <a:pathLst>
                <a:path w="320039" h="83820">
                  <a:moveTo>
                    <a:pt x="319811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83820"/>
                  </a:lnTo>
                  <a:lnTo>
                    <a:pt x="20332" y="83820"/>
                  </a:lnTo>
                  <a:lnTo>
                    <a:pt x="20332" y="20320"/>
                  </a:lnTo>
                  <a:lnTo>
                    <a:pt x="299491" y="20320"/>
                  </a:lnTo>
                  <a:lnTo>
                    <a:pt x="299491" y="83820"/>
                  </a:lnTo>
                  <a:lnTo>
                    <a:pt x="319811" y="83820"/>
                  </a:lnTo>
                  <a:lnTo>
                    <a:pt x="319811" y="20320"/>
                  </a:lnTo>
                  <a:lnTo>
                    <a:pt x="319811" y="0"/>
                  </a:lnTo>
                  <a:close/>
                </a:path>
              </a:pathLst>
            </a:custGeom>
            <a:solidFill>
              <a:srgbClr val="DAEA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9" name="object 439" descr=""/>
            <p:cNvSpPr/>
            <p:nvPr/>
          </p:nvSpPr>
          <p:spPr>
            <a:xfrm>
              <a:off x="5176816" y="5155340"/>
              <a:ext cx="238760" cy="179070"/>
            </a:xfrm>
            <a:custGeom>
              <a:avLst/>
              <a:gdLst/>
              <a:ahLst/>
              <a:cxnLst/>
              <a:rect l="l" t="t" r="r" b="b"/>
              <a:pathLst>
                <a:path w="238760" h="179070">
                  <a:moveTo>
                    <a:pt x="238484" y="0"/>
                  </a:moveTo>
                  <a:lnTo>
                    <a:pt x="0" y="0"/>
                  </a:lnTo>
                  <a:lnTo>
                    <a:pt x="0" y="178874"/>
                  </a:lnTo>
                  <a:lnTo>
                    <a:pt x="238484" y="178874"/>
                  </a:lnTo>
                  <a:lnTo>
                    <a:pt x="238484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0" name="object 440" descr=""/>
            <p:cNvSpPr/>
            <p:nvPr/>
          </p:nvSpPr>
          <p:spPr>
            <a:xfrm>
              <a:off x="5136147" y="5135085"/>
              <a:ext cx="320040" cy="241300"/>
            </a:xfrm>
            <a:custGeom>
              <a:avLst/>
              <a:gdLst/>
              <a:ahLst/>
              <a:cxnLst/>
              <a:rect l="l" t="t" r="r" b="b"/>
              <a:pathLst>
                <a:path w="320039" h="241300">
                  <a:moveTo>
                    <a:pt x="319811" y="199136"/>
                  </a:moveTo>
                  <a:lnTo>
                    <a:pt x="40665" y="199136"/>
                  </a:lnTo>
                  <a:lnTo>
                    <a:pt x="40665" y="20320"/>
                  </a:lnTo>
                  <a:lnTo>
                    <a:pt x="83845" y="20320"/>
                  </a:lnTo>
                  <a:lnTo>
                    <a:pt x="83845" y="199123"/>
                  </a:lnTo>
                  <a:lnTo>
                    <a:pt x="104165" y="199123"/>
                  </a:lnTo>
                  <a:lnTo>
                    <a:pt x="104165" y="20320"/>
                  </a:lnTo>
                  <a:lnTo>
                    <a:pt x="149745" y="20320"/>
                  </a:lnTo>
                  <a:lnTo>
                    <a:pt x="149745" y="199123"/>
                  </a:lnTo>
                  <a:lnTo>
                    <a:pt x="170053" y="199123"/>
                  </a:lnTo>
                  <a:lnTo>
                    <a:pt x="170053" y="20320"/>
                  </a:lnTo>
                  <a:lnTo>
                    <a:pt x="216306" y="20320"/>
                  </a:lnTo>
                  <a:lnTo>
                    <a:pt x="216306" y="199123"/>
                  </a:lnTo>
                  <a:lnTo>
                    <a:pt x="236651" y="199123"/>
                  </a:lnTo>
                  <a:lnTo>
                    <a:pt x="236651" y="20320"/>
                  </a:lnTo>
                  <a:lnTo>
                    <a:pt x="279133" y="20320"/>
                  </a:lnTo>
                  <a:lnTo>
                    <a:pt x="279133" y="199123"/>
                  </a:lnTo>
                  <a:lnTo>
                    <a:pt x="299478" y="199123"/>
                  </a:lnTo>
                  <a:lnTo>
                    <a:pt x="299478" y="20320"/>
                  </a:lnTo>
                  <a:lnTo>
                    <a:pt x="299478" y="0"/>
                  </a:lnTo>
                  <a:lnTo>
                    <a:pt x="20320" y="0"/>
                  </a:lnTo>
                  <a:lnTo>
                    <a:pt x="20320" y="20320"/>
                  </a:lnTo>
                  <a:lnTo>
                    <a:pt x="20320" y="199136"/>
                  </a:lnTo>
                  <a:lnTo>
                    <a:pt x="0" y="199136"/>
                  </a:lnTo>
                  <a:lnTo>
                    <a:pt x="0" y="241134"/>
                  </a:lnTo>
                  <a:lnTo>
                    <a:pt x="319811" y="241134"/>
                  </a:lnTo>
                  <a:lnTo>
                    <a:pt x="319811" y="199136"/>
                  </a:lnTo>
                  <a:close/>
                </a:path>
              </a:pathLst>
            </a:custGeom>
            <a:solidFill>
              <a:srgbClr val="BAD7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1" name="object 441" descr=""/>
            <p:cNvSpPr/>
            <p:nvPr/>
          </p:nvSpPr>
          <p:spPr>
            <a:xfrm>
              <a:off x="5136147" y="5250871"/>
              <a:ext cx="320040" cy="83820"/>
            </a:xfrm>
            <a:custGeom>
              <a:avLst/>
              <a:gdLst/>
              <a:ahLst/>
              <a:cxnLst/>
              <a:rect l="l" t="t" r="r" b="b"/>
              <a:pathLst>
                <a:path w="320039" h="83820">
                  <a:moveTo>
                    <a:pt x="319811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83820"/>
                  </a:lnTo>
                  <a:lnTo>
                    <a:pt x="20320" y="83820"/>
                  </a:lnTo>
                  <a:lnTo>
                    <a:pt x="20320" y="20320"/>
                  </a:lnTo>
                  <a:lnTo>
                    <a:pt x="299478" y="20320"/>
                  </a:lnTo>
                  <a:lnTo>
                    <a:pt x="299478" y="83820"/>
                  </a:lnTo>
                  <a:lnTo>
                    <a:pt x="319811" y="83820"/>
                  </a:lnTo>
                  <a:lnTo>
                    <a:pt x="319811" y="20320"/>
                  </a:lnTo>
                  <a:lnTo>
                    <a:pt x="319811" y="0"/>
                  </a:lnTo>
                  <a:close/>
                </a:path>
              </a:pathLst>
            </a:custGeom>
            <a:solidFill>
              <a:srgbClr val="DAEA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2" name="object 442" descr=""/>
            <p:cNvSpPr/>
            <p:nvPr/>
          </p:nvSpPr>
          <p:spPr>
            <a:xfrm>
              <a:off x="4745080" y="5469906"/>
              <a:ext cx="238760" cy="179070"/>
            </a:xfrm>
            <a:custGeom>
              <a:avLst/>
              <a:gdLst/>
              <a:ahLst/>
              <a:cxnLst/>
              <a:rect l="l" t="t" r="r" b="b"/>
              <a:pathLst>
                <a:path w="238760" h="179070">
                  <a:moveTo>
                    <a:pt x="238495" y="0"/>
                  </a:moveTo>
                  <a:lnTo>
                    <a:pt x="0" y="0"/>
                  </a:lnTo>
                  <a:lnTo>
                    <a:pt x="0" y="178874"/>
                  </a:lnTo>
                  <a:lnTo>
                    <a:pt x="238495" y="178874"/>
                  </a:lnTo>
                  <a:lnTo>
                    <a:pt x="238495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3" name="object 443" descr=""/>
            <p:cNvSpPr/>
            <p:nvPr/>
          </p:nvSpPr>
          <p:spPr>
            <a:xfrm>
              <a:off x="4704410" y="5450045"/>
              <a:ext cx="320040" cy="241300"/>
            </a:xfrm>
            <a:custGeom>
              <a:avLst/>
              <a:gdLst/>
              <a:ahLst/>
              <a:cxnLst/>
              <a:rect l="l" t="t" r="r" b="b"/>
              <a:pathLst>
                <a:path w="320039" h="241300">
                  <a:moveTo>
                    <a:pt x="319811" y="198120"/>
                  </a:moveTo>
                  <a:lnTo>
                    <a:pt x="299491" y="198120"/>
                  </a:lnTo>
                  <a:lnTo>
                    <a:pt x="299491" y="20320"/>
                  </a:lnTo>
                  <a:lnTo>
                    <a:pt x="299491" y="0"/>
                  </a:lnTo>
                  <a:lnTo>
                    <a:pt x="279146" y="0"/>
                  </a:lnTo>
                  <a:lnTo>
                    <a:pt x="279146" y="20320"/>
                  </a:lnTo>
                  <a:lnTo>
                    <a:pt x="279146" y="198120"/>
                  </a:lnTo>
                  <a:lnTo>
                    <a:pt x="236639" y="198120"/>
                  </a:lnTo>
                  <a:lnTo>
                    <a:pt x="236639" y="20320"/>
                  </a:lnTo>
                  <a:lnTo>
                    <a:pt x="279146" y="20320"/>
                  </a:lnTo>
                  <a:lnTo>
                    <a:pt x="279146" y="0"/>
                  </a:lnTo>
                  <a:lnTo>
                    <a:pt x="216319" y="0"/>
                  </a:lnTo>
                  <a:lnTo>
                    <a:pt x="216319" y="20320"/>
                  </a:lnTo>
                  <a:lnTo>
                    <a:pt x="216319" y="198120"/>
                  </a:lnTo>
                  <a:lnTo>
                    <a:pt x="170078" y="198120"/>
                  </a:lnTo>
                  <a:lnTo>
                    <a:pt x="170078" y="20320"/>
                  </a:lnTo>
                  <a:lnTo>
                    <a:pt x="216319" y="20320"/>
                  </a:lnTo>
                  <a:lnTo>
                    <a:pt x="216319" y="0"/>
                  </a:lnTo>
                  <a:lnTo>
                    <a:pt x="149758" y="0"/>
                  </a:lnTo>
                  <a:lnTo>
                    <a:pt x="149758" y="20320"/>
                  </a:lnTo>
                  <a:lnTo>
                    <a:pt x="149758" y="198120"/>
                  </a:lnTo>
                  <a:lnTo>
                    <a:pt x="104178" y="198120"/>
                  </a:lnTo>
                  <a:lnTo>
                    <a:pt x="104178" y="20320"/>
                  </a:lnTo>
                  <a:lnTo>
                    <a:pt x="149758" y="20320"/>
                  </a:lnTo>
                  <a:lnTo>
                    <a:pt x="149758" y="0"/>
                  </a:lnTo>
                  <a:lnTo>
                    <a:pt x="83845" y="0"/>
                  </a:lnTo>
                  <a:lnTo>
                    <a:pt x="83845" y="20320"/>
                  </a:lnTo>
                  <a:lnTo>
                    <a:pt x="83845" y="198120"/>
                  </a:lnTo>
                  <a:lnTo>
                    <a:pt x="40665" y="198120"/>
                  </a:lnTo>
                  <a:lnTo>
                    <a:pt x="40665" y="20320"/>
                  </a:lnTo>
                  <a:lnTo>
                    <a:pt x="83845" y="20320"/>
                  </a:lnTo>
                  <a:lnTo>
                    <a:pt x="83845" y="0"/>
                  </a:lnTo>
                  <a:lnTo>
                    <a:pt x="20345" y="0"/>
                  </a:lnTo>
                  <a:lnTo>
                    <a:pt x="20345" y="20320"/>
                  </a:lnTo>
                  <a:lnTo>
                    <a:pt x="20345" y="198120"/>
                  </a:lnTo>
                  <a:lnTo>
                    <a:pt x="0" y="198120"/>
                  </a:lnTo>
                  <a:lnTo>
                    <a:pt x="0" y="241300"/>
                  </a:lnTo>
                  <a:lnTo>
                    <a:pt x="319811" y="241300"/>
                  </a:lnTo>
                  <a:lnTo>
                    <a:pt x="319811" y="198120"/>
                  </a:lnTo>
                  <a:close/>
                </a:path>
              </a:pathLst>
            </a:custGeom>
            <a:solidFill>
              <a:srgbClr val="BAD7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4" name="object 444" descr=""/>
            <p:cNvSpPr/>
            <p:nvPr/>
          </p:nvSpPr>
          <p:spPr>
            <a:xfrm>
              <a:off x="4704423" y="5565463"/>
              <a:ext cx="320040" cy="83820"/>
            </a:xfrm>
            <a:custGeom>
              <a:avLst/>
              <a:gdLst/>
              <a:ahLst/>
              <a:cxnLst/>
              <a:rect l="l" t="t" r="r" b="b"/>
              <a:pathLst>
                <a:path w="320039" h="83820">
                  <a:moveTo>
                    <a:pt x="319798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83820"/>
                  </a:lnTo>
                  <a:lnTo>
                    <a:pt x="20320" y="83820"/>
                  </a:lnTo>
                  <a:lnTo>
                    <a:pt x="20320" y="20320"/>
                  </a:lnTo>
                  <a:lnTo>
                    <a:pt x="299478" y="20320"/>
                  </a:lnTo>
                  <a:lnTo>
                    <a:pt x="299478" y="83820"/>
                  </a:lnTo>
                  <a:lnTo>
                    <a:pt x="319798" y="83820"/>
                  </a:lnTo>
                  <a:lnTo>
                    <a:pt x="319798" y="20320"/>
                  </a:lnTo>
                  <a:lnTo>
                    <a:pt x="319798" y="0"/>
                  </a:lnTo>
                  <a:close/>
                </a:path>
              </a:pathLst>
            </a:custGeom>
            <a:solidFill>
              <a:srgbClr val="DAEA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5" name="object 445" descr=""/>
            <p:cNvSpPr/>
            <p:nvPr/>
          </p:nvSpPr>
          <p:spPr>
            <a:xfrm>
              <a:off x="5606761" y="5469906"/>
              <a:ext cx="238760" cy="179070"/>
            </a:xfrm>
            <a:custGeom>
              <a:avLst/>
              <a:gdLst/>
              <a:ahLst/>
              <a:cxnLst/>
              <a:rect l="l" t="t" r="r" b="b"/>
              <a:pathLst>
                <a:path w="238760" h="179070">
                  <a:moveTo>
                    <a:pt x="238484" y="0"/>
                  </a:moveTo>
                  <a:lnTo>
                    <a:pt x="0" y="0"/>
                  </a:lnTo>
                  <a:lnTo>
                    <a:pt x="0" y="178874"/>
                  </a:lnTo>
                  <a:lnTo>
                    <a:pt x="238484" y="178874"/>
                  </a:lnTo>
                  <a:lnTo>
                    <a:pt x="238484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6" name="object 446" descr=""/>
            <p:cNvSpPr/>
            <p:nvPr/>
          </p:nvSpPr>
          <p:spPr>
            <a:xfrm>
              <a:off x="5566080" y="5450045"/>
              <a:ext cx="320040" cy="241300"/>
            </a:xfrm>
            <a:custGeom>
              <a:avLst/>
              <a:gdLst/>
              <a:ahLst/>
              <a:cxnLst/>
              <a:rect l="l" t="t" r="r" b="b"/>
              <a:pathLst>
                <a:path w="320039" h="241300">
                  <a:moveTo>
                    <a:pt x="319811" y="198120"/>
                  </a:moveTo>
                  <a:lnTo>
                    <a:pt x="299491" y="198120"/>
                  </a:lnTo>
                  <a:lnTo>
                    <a:pt x="299491" y="20320"/>
                  </a:lnTo>
                  <a:lnTo>
                    <a:pt x="299491" y="0"/>
                  </a:lnTo>
                  <a:lnTo>
                    <a:pt x="279146" y="0"/>
                  </a:lnTo>
                  <a:lnTo>
                    <a:pt x="279146" y="20320"/>
                  </a:lnTo>
                  <a:lnTo>
                    <a:pt x="279146" y="198120"/>
                  </a:lnTo>
                  <a:lnTo>
                    <a:pt x="236664" y="198120"/>
                  </a:lnTo>
                  <a:lnTo>
                    <a:pt x="236664" y="20320"/>
                  </a:lnTo>
                  <a:lnTo>
                    <a:pt x="279146" y="20320"/>
                  </a:lnTo>
                  <a:lnTo>
                    <a:pt x="279146" y="0"/>
                  </a:lnTo>
                  <a:lnTo>
                    <a:pt x="216306" y="0"/>
                  </a:lnTo>
                  <a:lnTo>
                    <a:pt x="216306" y="20320"/>
                  </a:lnTo>
                  <a:lnTo>
                    <a:pt x="216306" y="198120"/>
                  </a:lnTo>
                  <a:lnTo>
                    <a:pt x="170065" y="198120"/>
                  </a:lnTo>
                  <a:lnTo>
                    <a:pt x="170065" y="20320"/>
                  </a:lnTo>
                  <a:lnTo>
                    <a:pt x="216306" y="20320"/>
                  </a:lnTo>
                  <a:lnTo>
                    <a:pt x="216306" y="0"/>
                  </a:lnTo>
                  <a:lnTo>
                    <a:pt x="149771" y="0"/>
                  </a:lnTo>
                  <a:lnTo>
                    <a:pt x="149771" y="20320"/>
                  </a:lnTo>
                  <a:lnTo>
                    <a:pt x="149771" y="198120"/>
                  </a:lnTo>
                  <a:lnTo>
                    <a:pt x="104178" y="198120"/>
                  </a:lnTo>
                  <a:lnTo>
                    <a:pt x="104178" y="20320"/>
                  </a:lnTo>
                  <a:lnTo>
                    <a:pt x="149771" y="20320"/>
                  </a:lnTo>
                  <a:lnTo>
                    <a:pt x="149771" y="0"/>
                  </a:lnTo>
                  <a:lnTo>
                    <a:pt x="83870" y="0"/>
                  </a:lnTo>
                  <a:lnTo>
                    <a:pt x="83870" y="20320"/>
                  </a:lnTo>
                  <a:lnTo>
                    <a:pt x="83870" y="198120"/>
                  </a:lnTo>
                  <a:lnTo>
                    <a:pt x="40678" y="198120"/>
                  </a:lnTo>
                  <a:lnTo>
                    <a:pt x="40678" y="20320"/>
                  </a:lnTo>
                  <a:lnTo>
                    <a:pt x="83870" y="20320"/>
                  </a:lnTo>
                  <a:lnTo>
                    <a:pt x="83870" y="0"/>
                  </a:lnTo>
                  <a:lnTo>
                    <a:pt x="20332" y="0"/>
                  </a:lnTo>
                  <a:lnTo>
                    <a:pt x="20332" y="20320"/>
                  </a:lnTo>
                  <a:lnTo>
                    <a:pt x="20332" y="198120"/>
                  </a:lnTo>
                  <a:lnTo>
                    <a:pt x="0" y="198120"/>
                  </a:lnTo>
                  <a:lnTo>
                    <a:pt x="0" y="241300"/>
                  </a:lnTo>
                  <a:lnTo>
                    <a:pt x="319811" y="241300"/>
                  </a:lnTo>
                  <a:lnTo>
                    <a:pt x="319811" y="198120"/>
                  </a:lnTo>
                  <a:close/>
                </a:path>
              </a:pathLst>
            </a:custGeom>
            <a:solidFill>
              <a:srgbClr val="BAD7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7" name="object 447" descr=""/>
            <p:cNvSpPr/>
            <p:nvPr/>
          </p:nvSpPr>
          <p:spPr>
            <a:xfrm>
              <a:off x="5566080" y="5565463"/>
              <a:ext cx="320040" cy="83820"/>
            </a:xfrm>
            <a:custGeom>
              <a:avLst/>
              <a:gdLst/>
              <a:ahLst/>
              <a:cxnLst/>
              <a:rect l="l" t="t" r="r" b="b"/>
              <a:pathLst>
                <a:path w="320039" h="83820">
                  <a:moveTo>
                    <a:pt x="319811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83820"/>
                  </a:lnTo>
                  <a:lnTo>
                    <a:pt x="20332" y="83820"/>
                  </a:lnTo>
                  <a:lnTo>
                    <a:pt x="20332" y="20320"/>
                  </a:lnTo>
                  <a:lnTo>
                    <a:pt x="299491" y="20320"/>
                  </a:lnTo>
                  <a:lnTo>
                    <a:pt x="299491" y="83820"/>
                  </a:lnTo>
                  <a:lnTo>
                    <a:pt x="319811" y="83820"/>
                  </a:lnTo>
                  <a:lnTo>
                    <a:pt x="319811" y="20320"/>
                  </a:lnTo>
                  <a:lnTo>
                    <a:pt x="319811" y="0"/>
                  </a:lnTo>
                  <a:close/>
                </a:path>
              </a:pathLst>
            </a:custGeom>
            <a:solidFill>
              <a:srgbClr val="DAEA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8" name="object 448" descr=""/>
            <p:cNvSpPr/>
            <p:nvPr/>
          </p:nvSpPr>
          <p:spPr>
            <a:xfrm>
              <a:off x="5176816" y="5469906"/>
              <a:ext cx="238760" cy="179070"/>
            </a:xfrm>
            <a:custGeom>
              <a:avLst/>
              <a:gdLst/>
              <a:ahLst/>
              <a:cxnLst/>
              <a:rect l="l" t="t" r="r" b="b"/>
              <a:pathLst>
                <a:path w="238760" h="179070">
                  <a:moveTo>
                    <a:pt x="238484" y="0"/>
                  </a:moveTo>
                  <a:lnTo>
                    <a:pt x="0" y="0"/>
                  </a:lnTo>
                  <a:lnTo>
                    <a:pt x="0" y="178874"/>
                  </a:lnTo>
                  <a:lnTo>
                    <a:pt x="238484" y="178874"/>
                  </a:lnTo>
                  <a:lnTo>
                    <a:pt x="238484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9" name="object 449" descr=""/>
            <p:cNvSpPr/>
            <p:nvPr/>
          </p:nvSpPr>
          <p:spPr>
            <a:xfrm>
              <a:off x="5136147" y="5450045"/>
              <a:ext cx="320040" cy="241300"/>
            </a:xfrm>
            <a:custGeom>
              <a:avLst/>
              <a:gdLst/>
              <a:ahLst/>
              <a:cxnLst/>
              <a:rect l="l" t="t" r="r" b="b"/>
              <a:pathLst>
                <a:path w="320039" h="241300">
                  <a:moveTo>
                    <a:pt x="319811" y="198120"/>
                  </a:moveTo>
                  <a:lnTo>
                    <a:pt x="299478" y="198120"/>
                  </a:lnTo>
                  <a:lnTo>
                    <a:pt x="299478" y="20320"/>
                  </a:lnTo>
                  <a:lnTo>
                    <a:pt x="299478" y="0"/>
                  </a:lnTo>
                  <a:lnTo>
                    <a:pt x="279133" y="0"/>
                  </a:lnTo>
                  <a:lnTo>
                    <a:pt x="279133" y="20320"/>
                  </a:lnTo>
                  <a:lnTo>
                    <a:pt x="279133" y="198120"/>
                  </a:lnTo>
                  <a:lnTo>
                    <a:pt x="236651" y="198120"/>
                  </a:lnTo>
                  <a:lnTo>
                    <a:pt x="236651" y="20320"/>
                  </a:lnTo>
                  <a:lnTo>
                    <a:pt x="279133" y="20320"/>
                  </a:lnTo>
                  <a:lnTo>
                    <a:pt x="279133" y="0"/>
                  </a:lnTo>
                  <a:lnTo>
                    <a:pt x="216306" y="0"/>
                  </a:lnTo>
                  <a:lnTo>
                    <a:pt x="216306" y="20320"/>
                  </a:lnTo>
                  <a:lnTo>
                    <a:pt x="216306" y="198120"/>
                  </a:lnTo>
                  <a:lnTo>
                    <a:pt x="170053" y="198120"/>
                  </a:lnTo>
                  <a:lnTo>
                    <a:pt x="170053" y="20320"/>
                  </a:lnTo>
                  <a:lnTo>
                    <a:pt x="216306" y="20320"/>
                  </a:lnTo>
                  <a:lnTo>
                    <a:pt x="216306" y="0"/>
                  </a:lnTo>
                  <a:lnTo>
                    <a:pt x="149745" y="0"/>
                  </a:lnTo>
                  <a:lnTo>
                    <a:pt x="149745" y="20320"/>
                  </a:lnTo>
                  <a:lnTo>
                    <a:pt x="149745" y="198120"/>
                  </a:lnTo>
                  <a:lnTo>
                    <a:pt x="104165" y="198120"/>
                  </a:lnTo>
                  <a:lnTo>
                    <a:pt x="104165" y="20320"/>
                  </a:lnTo>
                  <a:lnTo>
                    <a:pt x="149745" y="20320"/>
                  </a:lnTo>
                  <a:lnTo>
                    <a:pt x="149745" y="0"/>
                  </a:lnTo>
                  <a:lnTo>
                    <a:pt x="83845" y="0"/>
                  </a:lnTo>
                  <a:lnTo>
                    <a:pt x="83845" y="20320"/>
                  </a:lnTo>
                  <a:lnTo>
                    <a:pt x="83845" y="198120"/>
                  </a:lnTo>
                  <a:lnTo>
                    <a:pt x="40665" y="198120"/>
                  </a:lnTo>
                  <a:lnTo>
                    <a:pt x="40665" y="20320"/>
                  </a:lnTo>
                  <a:lnTo>
                    <a:pt x="83845" y="20320"/>
                  </a:lnTo>
                  <a:lnTo>
                    <a:pt x="83845" y="0"/>
                  </a:lnTo>
                  <a:lnTo>
                    <a:pt x="20320" y="0"/>
                  </a:lnTo>
                  <a:lnTo>
                    <a:pt x="20320" y="20320"/>
                  </a:lnTo>
                  <a:lnTo>
                    <a:pt x="20320" y="198120"/>
                  </a:lnTo>
                  <a:lnTo>
                    <a:pt x="0" y="198120"/>
                  </a:lnTo>
                  <a:lnTo>
                    <a:pt x="0" y="241300"/>
                  </a:lnTo>
                  <a:lnTo>
                    <a:pt x="319811" y="241300"/>
                  </a:lnTo>
                  <a:lnTo>
                    <a:pt x="319811" y="198120"/>
                  </a:lnTo>
                  <a:close/>
                </a:path>
              </a:pathLst>
            </a:custGeom>
            <a:solidFill>
              <a:srgbClr val="BAD7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0" name="object 450" descr=""/>
            <p:cNvSpPr/>
            <p:nvPr/>
          </p:nvSpPr>
          <p:spPr>
            <a:xfrm>
              <a:off x="5136147" y="5565463"/>
              <a:ext cx="320040" cy="83820"/>
            </a:xfrm>
            <a:custGeom>
              <a:avLst/>
              <a:gdLst/>
              <a:ahLst/>
              <a:cxnLst/>
              <a:rect l="l" t="t" r="r" b="b"/>
              <a:pathLst>
                <a:path w="320039" h="83820">
                  <a:moveTo>
                    <a:pt x="319811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83820"/>
                  </a:lnTo>
                  <a:lnTo>
                    <a:pt x="20320" y="83820"/>
                  </a:lnTo>
                  <a:lnTo>
                    <a:pt x="20320" y="20320"/>
                  </a:lnTo>
                  <a:lnTo>
                    <a:pt x="299478" y="20320"/>
                  </a:lnTo>
                  <a:lnTo>
                    <a:pt x="299478" y="83820"/>
                  </a:lnTo>
                  <a:lnTo>
                    <a:pt x="319811" y="83820"/>
                  </a:lnTo>
                  <a:lnTo>
                    <a:pt x="319811" y="20320"/>
                  </a:lnTo>
                  <a:lnTo>
                    <a:pt x="319811" y="0"/>
                  </a:lnTo>
                  <a:close/>
                </a:path>
              </a:pathLst>
            </a:custGeom>
            <a:solidFill>
              <a:srgbClr val="DAEA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1" name="object 451" descr=""/>
            <p:cNvSpPr/>
            <p:nvPr/>
          </p:nvSpPr>
          <p:spPr>
            <a:xfrm>
              <a:off x="4745080" y="5784493"/>
              <a:ext cx="238760" cy="179070"/>
            </a:xfrm>
            <a:custGeom>
              <a:avLst/>
              <a:gdLst/>
              <a:ahLst/>
              <a:cxnLst/>
              <a:rect l="l" t="t" r="r" b="b"/>
              <a:pathLst>
                <a:path w="238760" h="179070">
                  <a:moveTo>
                    <a:pt x="238495" y="0"/>
                  </a:moveTo>
                  <a:lnTo>
                    <a:pt x="0" y="0"/>
                  </a:lnTo>
                  <a:lnTo>
                    <a:pt x="0" y="178874"/>
                  </a:lnTo>
                  <a:lnTo>
                    <a:pt x="238495" y="178874"/>
                  </a:lnTo>
                  <a:lnTo>
                    <a:pt x="238495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2" name="object 452" descr=""/>
            <p:cNvSpPr/>
            <p:nvPr/>
          </p:nvSpPr>
          <p:spPr>
            <a:xfrm>
              <a:off x="4704410" y="5763735"/>
              <a:ext cx="320040" cy="241935"/>
            </a:xfrm>
            <a:custGeom>
              <a:avLst/>
              <a:gdLst/>
              <a:ahLst/>
              <a:cxnLst/>
              <a:rect l="l" t="t" r="r" b="b"/>
              <a:pathLst>
                <a:path w="320039" h="241935">
                  <a:moveTo>
                    <a:pt x="299491" y="0"/>
                  </a:moveTo>
                  <a:lnTo>
                    <a:pt x="20345" y="0"/>
                  </a:lnTo>
                  <a:lnTo>
                    <a:pt x="20345" y="20320"/>
                  </a:lnTo>
                  <a:lnTo>
                    <a:pt x="20345" y="199390"/>
                  </a:lnTo>
                  <a:lnTo>
                    <a:pt x="40665" y="199390"/>
                  </a:lnTo>
                  <a:lnTo>
                    <a:pt x="40665" y="20320"/>
                  </a:lnTo>
                  <a:lnTo>
                    <a:pt x="299491" y="20320"/>
                  </a:lnTo>
                  <a:lnTo>
                    <a:pt x="299491" y="0"/>
                  </a:lnTo>
                  <a:close/>
                </a:path>
                <a:path w="320039" h="241935">
                  <a:moveTo>
                    <a:pt x="319811" y="199644"/>
                  </a:moveTo>
                  <a:lnTo>
                    <a:pt x="299491" y="199644"/>
                  </a:lnTo>
                  <a:lnTo>
                    <a:pt x="299491" y="20764"/>
                  </a:lnTo>
                  <a:lnTo>
                    <a:pt x="279146" y="20764"/>
                  </a:lnTo>
                  <a:lnTo>
                    <a:pt x="279146" y="199644"/>
                  </a:lnTo>
                  <a:lnTo>
                    <a:pt x="236639" y="199644"/>
                  </a:lnTo>
                  <a:lnTo>
                    <a:pt x="236639" y="20764"/>
                  </a:lnTo>
                  <a:lnTo>
                    <a:pt x="216319" y="20764"/>
                  </a:lnTo>
                  <a:lnTo>
                    <a:pt x="216319" y="199644"/>
                  </a:lnTo>
                  <a:lnTo>
                    <a:pt x="170078" y="199644"/>
                  </a:lnTo>
                  <a:lnTo>
                    <a:pt x="170078" y="20764"/>
                  </a:lnTo>
                  <a:lnTo>
                    <a:pt x="149758" y="20764"/>
                  </a:lnTo>
                  <a:lnTo>
                    <a:pt x="149758" y="199644"/>
                  </a:lnTo>
                  <a:lnTo>
                    <a:pt x="104178" y="199644"/>
                  </a:lnTo>
                  <a:lnTo>
                    <a:pt x="104178" y="20764"/>
                  </a:lnTo>
                  <a:lnTo>
                    <a:pt x="83845" y="20764"/>
                  </a:lnTo>
                  <a:lnTo>
                    <a:pt x="83845" y="199644"/>
                  </a:lnTo>
                  <a:lnTo>
                    <a:pt x="0" y="199644"/>
                  </a:lnTo>
                  <a:lnTo>
                    <a:pt x="0" y="241642"/>
                  </a:lnTo>
                  <a:lnTo>
                    <a:pt x="319811" y="241642"/>
                  </a:lnTo>
                  <a:lnTo>
                    <a:pt x="319811" y="199644"/>
                  </a:lnTo>
                  <a:close/>
                </a:path>
              </a:pathLst>
            </a:custGeom>
            <a:solidFill>
              <a:srgbClr val="BAD7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3" name="object 453" descr=""/>
            <p:cNvSpPr/>
            <p:nvPr/>
          </p:nvSpPr>
          <p:spPr>
            <a:xfrm>
              <a:off x="4704423" y="5880042"/>
              <a:ext cx="320040" cy="83820"/>
            </a:xfrm>
            <a:custGeom>
              <a:avLst/>
              <a:gdLst/>
              <a:ahLst/>
              <a:cxnLst/>
              <a:rect l="l" t="t" r="r" b="b"/>
              <a:pathLst>
                <a:path w="320039" h="83820">
                  <a:moveTo>
                    <a:pt x="319798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83820"/>
                  </a:lnTo>
                  <a:lnTo>
                    <a:pt x="20320" y="83820"/>
                  </a:lnTo>
                  <a:lnTo>
                    <a:pt x="20320" y="20320"/>
                  </a:lnTo>
                  <a:lnTo>
                    <a:pt x="299478" y="20320"/>
                  </a:lnTo>
                  <a:lnTo>
                    <a:pt x="299478" y="83820"/>
                  </a:lnTo>
                  <a:lnTo>
                    <a:pt x="319798" y="83820"/>
                  </a:lnTo>
                  <a:lnTo>
                    <a:pt x="319798" y="20320"/>
                  </a:lnTo>
                  <a:lnTo>
                    <a:pt x="319798" y="0"/>
                  </a:lnTo>
                  <a:close/>
                </a:path>
              </a:pathLst>
            </a:custGeom>
            <a:solidFill>
              <a:srgbClr val="DAEA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4" name="object 454" descr=""/>
            <p:cNvSpPr/>
            <p:nvPr/>
          </p:nvSpPr>
          <p:spPr>
            <a:xfrm>
              <a:off x="5606761" y="5784493"/>
              <a:ext cx="238760" cy="179070"/>
            </a:xfrm>
            <a:custGeom>
              <a:avLst/>
              <a:gdLst/>
              <a:ahLst/>
              <a:cxnLst/>
              <a:rect l="l" t="t" r="r" b="b"/>
              <a:pathLst>
                <a:path w="238760" h="179070">
                  <a:moveTo>
                    <a:pt x="238484" y="0"/>
                  </a:moveTo>
                  <a:lnTo>
                    <a:pt x="0" y="0"/>
                  </a:lnTo>
                  <a:lnTo>
                    <a:pt x="0" y="178874"/>
                  </a:lnTo>
                  <a:lnTo>
                    <a:pt x="238484" y="178874"/>
                  </a:lnTo>
                  <a:lnTo>
                    <a:pt x="238484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5" name="object 455" descr=""/>
            <p:cNvSpPr/>
            <p:nvPr/>
          </p:nvSpPr>
          <p:spPr>
            <a:xfrm>
              <a:off x="5566080" y="5763735"/>
              <a:ext cx="320040" cy="241935"/>
            </a:xfrm>
            <a:custGeom>
              <a:avLst/>
              <a:gdLst/>
              <a:ahLst/>
              <a:cxnLst/>
              <a:rect l="l" t="t" r="r" b="b"/>
              <a:pathLst>
                <a:path w="320039" h="241935">
                  <a:moveTo>
                    <a:pt x="299491" y="0"/>
                  </a:moveTo>
                  <a:lnTo>
                    <a:pt x="20332" y="0"/>
                  </a:lnTo>
                  <a:lnTo>
                    <a:pt x="20332" y="20320"/>
                  </a:lnTo>
                  <a:lnTo>
                    <a:pt x="20332" y="199390"/>
                  </a:lnTo>
                  <a:lnTo>
                    <a:pt x="40678" y="199390"/>
                  </a:lnTo>
                  <a:lnTo>
                    <a:pt x="40678" y="20320"/>
                  </a:lnTo>
                  <a:lnTo>
                    <a:pt x="299491" y="20320"/>
                  </a:lnTo>
                  <a:lnTo>
                    <a:pt x="299491" y="0"/>
                  </a:lnTo>
                  <a:close/>
                </a:path>
                <a:path w="320039" h="241935">
                  <a:moveTo>
                    <a:pt x="319811" y="199644"/>
                  </a:moveTo>
                  <a:lnTo>
                    <a:pt x="299491" y="199644"/>
                  </a:lnTo>
                  <a:lnTo>
                    <a:pt x="299491" y="20764"/>
                  </a:lnTo>
                  <a:lnTo>
                    <a:pt x="279146" y="20764"/>
                  </a:lnTo>
                  <a:lnTo>
                    <a:pt x="279146" y="199644"/>
                  </a:lnTo>
                  <a:lnTo>
                    <a:pt x="236664" y="199644"/>
                  </a:lnTo>
                  <a:lnTo>
                    <a:pt x="236664" y="20764"/>
                  </a:lnTo>
                  <a:lnTo>
                    <a:pt x="216306" y="20764"/>
                  </a:lnTo>
                  <a:lnTo>
                    <a:pt x="216306" y="199644"/>
                  </a:lnTo>
                  <a:lnTo>
                    <a:pt x="170065" y="199644"/>
                  </a:lnTo>
                  <a:lnTo>
                    <a:pt x="170065" y="20764"/>
                  </a:lnTo>
                  <a:lnTo>
                    <a:pt x="149771" y="20764"/>
                  </a:lnTo>
                  <a:lnTo>
                    <a:pt x="149771" y="199644"/>
                  </a:lnTo>
                  <a:lnTo>
                    <a:pt x="104178" y="199644"/>
                  </a:lnTo>
                  <a:lnTo>
                    <a:pt x="104178" y="20764"/>
                  </a:lnTo>
                  <a:lnTo>
                    <a:pt x="83870" y="20764"/>
                  </a:lnTo>
                  <a:lnTo>
                    <a:pt x="83870" y="199644"/>
                  </a:lnTo>
                  <a:lnTo>
                    <a:pt x="0" y="199644"/>
                  </a:lnTo>
                  <a:lnTo>
                    <a:pt x="0" y="241642"/>
                  </a:lnTo>
                  <a:lnTo>
                    <a:pt x="319811" y="241642"/>
                  </a:lnTo>
                  <a:lnTo>
                    <a:pt x="319811" y="199644"/>
                  </a:lnTo>
                  <a:close/>
                </a:path>
              </a:pathLst>
            </a:custGeom>
            <a:solidFill>
              <a:srgbClr val="BAD7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6" name="object 456" descr=""/>
            <p:cNvSpPr/>
            <p:nvPr/>
          </p:nvSpPr>
          <p:spPr>
            <a:xfrm>
              <a:off x="5566080" y="5880042"/>
              <a:ext cx="320040" cy="83820"/>
            </a:xfrm>
            <a:custGeom>
              <a:avLst/>
              <a:gdLst/>
              <a:ahLst/>
              <a:cxnLst/>
              <a:rect l="l" t="t" r="r" b="b"/>
              <a:pathLst>
                <a:path w="320039" h="83820">
                  <a:moveTo>
                    <a:pt x="319811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83820"/>
                  </a:lnTo>
                  <a:lnTo>
                    <a:pt x="20332" y="83820"/>
                  </a:lnTo>
                  <a:lnTo>
                    <a:pt x="20332" y="20320"/>
                  </a:lnTo>
                  <a:lnTo>
                    <a:pt x="299491" y="20320"/>
                  </a:lnTo>
                  <a:lnTo>
                    <a:pt x="299491" y="83820"/>
                  </a:lnTo>
                  <a:lnTo>
                    <a:pt x="319811" y="83820"/>
                  </a:lnTo>
                  <a:lnTo>
                    <a:pt x="319811" y="20320"/>
                  </a:lnTo>
                  <a:lnTo>
                    <a:pt x="319811" y="0"/>
                  </a:lnTo>
                  <a:close/>
                </a:path>
              </a:pathLst>
            </a:custGeom>
            <a:solidFill>
              <a:srgbClr val="DAEA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7" name="object 457" descr=""/>
            <p:cNvSpPr/>
            <p:nvPr/>
          </p:nvSpPr>
          <p:spPr>
            <a:xfrm>
              <a:off x="5176816" y="5784493"/>
              <a:ext cx="238760" cy="179070"/>
            </a:xfrm>
            <a:custGeom>
              <a:avLst/>
              <a:gdLst/>
              <a:ahLst/>
              <a:cxnLst/>
              <a:rect l="l" t="t" r="r" b="b"/>
              <a:pathLst>
                <a:path w="238760" h="179070">
                  <a:moveTo>
                    <a:pt x="238484" y="0"/>
                  </a:moveTo>
                  <a:lnTo>
                    <a:pt x="0" y="0"/>
                  </a:lnTo>
                  <a:lnTo>
                    <a:pt x="0" y="178874"/>
                  </a:lnTo>
                  <a:lnTo>
                    <a:pt x="238484" y="178874"/>
                  </a:lnTo>
                  <a:lnTo>
                    <a:pt x="238484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8" name="object 458" descr=""/>
            <p:cNvSpPr/>
            <p:nvPr/>
          </p:nvSpPr>
          <p:spPr>
            <a:xfrm>
              <a:off x="5136147" y="5763735"/>
              <a:ext cx="320040" cy="241935"/>
            </a:xfrm>
            <a:custGeom>
              <a:avLst/>
              <a:gdLst/>
              <a:ahLst/>
              <a:cxnLst/>
              <a:rect l="l" t="t" r="r" b="b"/>
              <a:pathLst>
                <a:path w="320039" h="241935">
                  <a:moveTo>
                    <a:pt x="299478" y="0"/>
                  </a:moveTo>
                  <a:lnTo>
                    <a:pt x="20320" y="0"/>
                  </a:lnTo>
                  <a:lnTo>
                    <a:pt x="20320" y="20320"/>
                  </a:lnTo>
                  <a:lnTo>
                    <a:pt x="20320" y="199390"/>
                  </a:lnTo>
                  <a:lnTo>
                    <a:pt x="40665" y="199390"/>
                  </a:lnTo>
                  <a:lnTo>
                    <a:pt x="40665" y="20320"/>
                  </a:lnTo>
                  <a:lnTo>
                    <a:pt x="299478" y="20320"/>
                  </a:lnTo>
                  <a:lnTo>
                    <a:pt x="299478" y="0"/>
                  </a:lnTo>
                  <a:close/>
                </a:path>
                <a:path w="320039" h="241935">
                  <a:moveTo>
                    <a:pt x="319811" y="199644"/>
                  </a:moveTo>
                  <a:lnTo>
                    <a:pt x="299478" y="199644"/>
                  </a:lnTo>
                  <a:lnTo>
                    <a:pt x="299478" y="20764"/>
                  </a:lnTo>
                  <a:lnTo>
                    <a:pt x="279133" y="20764"/>
                  </a:lnTo>
                  <a:lnTo>
                    <a:pt x="279133" y="199644"/>
                  </a:lnTo>
                  <a:lnTo>
                    <a:pt x="236651" y="199644"/>
                  </a:lnTo>
                  <a:lnTo>
                    <a:pt x="236651" y="20764"/>
                  </a:lnTo>
                  <a:lnTo>
                    <a:pt x="216306" y="20764"/>
                  </a:lnTo>
                  <a:lnTo>
                    <a:pt x="216306" y="199644"/>
                  </a:lnTo>
                  <a:lnTo>
                    <a:pt x="170053" y="199644"/>
                  </a:lnTo>
                  <a:lnTo>
                    <a:pt x="170053" y="20764"/>
                  </a:lnTo>
                  <a:lnTo>
                    <a:pt x="149745" y="20764"/>
                  </a:lnTo>
                  <a:lnTo>
                    <a:pt x="149745" y="199644"/>
                  </a:lnTo>
                  <a:lnTo>
                    <a:pt x="104165" y="199644"/>
                  </a:lnTo>
                  <a:lnTo>
                    <a:pt x="104165" y="20764"/>
                  </a:lnTo>
                  <a:lnTo>
                    <a:pt x="83845" y="20764"/>
                  </a:lnTo>
                  <a:lnTo>
                    <a:pt x="83845" y="199644"/>
                  </a:lnTo>
                  <a:lnTo>
                    <a:pt x="0" y="199644"/>
                  </a:lnTo>
                  <a:lnTo>
                    <a:pt x="0" y="241642"/>
                  </a:lnTo>
                  <a:lnTo>
                    <a:pt x="319811" y="241642"/>
                  </a:lnTo>
                  <a:lnTo>
                    <a:pt x="319811" y="199644"/>
                  </a:lnTo>
                  <a:close/>
                </a:path>
              </a:pathLst>
            </a:custGeom>
            <a:solidFill>
              <a:srgbClr val="BAD7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9" name="object 459" descr=""/>
            <p:cNvSpPr/>
            <p:nvPr/>
          </p:nvSpPr>
          <p:spPr>
            <a:xfrm>
              <a:off x="5136147" y="5880042"/>
              <a:ext cx="320040" cy="83820"/>
            </a:xfrm>
            <a:custGeom>
              <a:avLst/>
              <a:gdLst/>
              <a:ahLst/>
              <a:cxnLst/>
              <a:rect l="l" t="t" r="r" b="b"/>
              <a:pathLst>
                <a:path w="320039" h="83820">
                  <a:moveTo>
                    <a:pt x="319811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83820"/>
                  </a:lnTo>
                  <a:lnTo>
                    <a:pt x="20320" y="83820"/>
                  </a:lnTo>
                  <a:lnTo>
                    <a:pt x="20320" y="20320"/>
                  </a:lnTo>
                  <a:lnTo>
                    <a:pt x="299478" y="20320"/>
                  </a:lnTo>
                  <a:lnTo>
                    <a:pt x="299478" y="83820"/>
                  </a:lnTo>
                  <a:lnTo>
                    <a:pt x="319811" y="83820"/>
                  </a:lnTo>
                  <a:lnTo>
                    <a:pt x="319811" y="20320"/>
                  </a:lnTo>
                  <a:lnTo>
                    <a:pt x="319811" y="0"/>
                  </a:lnTo>
                  <a:close/>
                </a:path>
              </a:pathLst>
            </a:custGeom>
            <a:solidFill>
              <a:srgbClr val="DAEA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0" name="object 460" descr=""/>
            <p:cNvSpPr/>
            <p:nvPr/>
          </p:nvSpPr>
          <p:spPr>
            <a:xfrm>
              <a:off x="4745080" y="6099060"/>
              <a:ext cx="238760" cy="179070"/>
            </a:xfrm>
            <a:custGeom>
              <a:avLst/>
              <a:gdLst/>
              <a:ahLst/>
              <a:cxnLst/>
              <a:rect l="l" t="t" r="r" b="b"/>
              <a:pathLst>
                <a:path w="238760" h="179070">
                  <a:moveTo>
                    <a:pt x="238495" y="0"/>
                  </a:moveTo>
                  <a:lnTo>
                    <a:pt x="0" y="0"/>
                  </a:lnTo>
                  <a:lnTo>
                    <a:pt x="0" y="178884"/>
                  </a:lnTo>
                  <a:lnTo>
                    <a:pt x="238495" y="178884"/>
                  </a:lnTo>
                  <a:lnTo>
                    <a:pt x="238495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1" name="object 461" descr=""/>
            <p:cNvSpPr/>
            <p:nvPr/>
          </p:nvSpPr>
          <p:spPr>
            <a:xfrm>
              <a:off x="4704410" y="6078695"/>
              <a:ext cx="320040" cy="241300"/>
            </a:xfrm>
            <a:custGeom>
              <a:avLst/>
              <a:gdLst/>
              <a:ahLst/>
              <a:cxnLst/>
              <a:rect l="l" t="t" r="r" b="b"/>
              <a:pathLst>
                <a:path w="320039" h="241300">
                  <a:moveTo>
                    <a:pt x="319811" y="199250"/>
                  </a:moveTo>
                  <a:lnTo>
                    <a:pt x="299491" y="199250"/>
                  </a:lnTo>
                  <a:lnTo>
                    <a:pt x="299491" y="20370"/>
                  </a:lnTo>
                  <a:lnTo>
                    <a:pt x="279146" y="20370"/>
                  </a:lnTo>
                  <a:lnTo>
                    <a:pt x="279146" y="199250"/>
                  </a:lnTo>
                  <a:lnTo>
                    <a:pt x="236639" y="199250"/>
                  </a:lnTo>
                  <a:lnTo>
                    <a:pt x="236639" y="20370"/>
                  </a:lnTo>
                  <a:lnTo>
                    <a:pt x="216319" y="20370"/>
                  </a:lnTo>
                  <a:lnTo>
                    <a:pt x="216319" y="199250"/>
                  </a:lnTo>
                  <a:lnTo>
                    <a:pt x="170078" y="199250"/>
                  </a:lnTo>
                  <a:lnTo>
                    <a:pt x="170078" y="20370"/>
                  </a:lnTo>
                  <a:lnTo>
                    <a:pt x="149758" y="20370"/>
                  </a:lnTo>
                  <a:lnTo>
                    <a:pt x="149758" y="199250"/>
                  </a:lnTo>
                  <a:lnTo>
                    <a:pt x="104178" y="199250"/>
                  </a:lnTo>
                  <a:lnTo>
                    <a:pt x="104178" y="20370"/>
                  </a:lnTo>
                  <a:lnTo>
                    <a:pt x="83845" y="20370"/>
                  </a:lnTo>
                  <a:lnTo>
                    <a:pt x="83845" y="199250"/>
                  </a:lnTo>
                  <a:lnTo>
                    <a:pt x="40665" y="199250"/>
                  </a:lnTo>
                  <a:lnTo>
                    <a:pt x="40665" y="20320"/>
                  </a:lnTo>
                  <a:lnTo>
                    <a:pt x="299491" y="20320"/>
                  </a:lnTo>
                  <a:lnTo>
                    <a:pt x="299491" y="0"/>
                  </a:lnTo>
                  <a:lnTo>
                    <a:pt x="20345" y="0"/>
                  </a:lnTo>
                  <a:lnTo>
                    <a:pt x="20345" y="20320"/>
                  </a:lnTo>
                  <a:lnTo>
                    <a:pt x="20345" y="199250"/>
                  </a:lnTo>
                  <a:lnTo>
                    <a:pt x="0" y="199250"/>
                  </a:lnTo>
                  <a:lnTo>
                    <a:pt x="0" y="241261"/>
                  </a:lnTo>
                  <a:lnTo>
                    <a:pt x="319811" y="241261"/>
                  </a:lnTo>
                  <a:lnTo>
                    <a:pt x="319811" y="199250"/>
                  </a:lnTo>
                  <a:close/>
                </a:path>
              </a:pathLst>
            </a:custGeom>
            <a:solidFill>
              <a:srgbClr val="BAD7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2" name="object 462" descr=""/>
            <p:cNvSpPr/>
            <p:nvPr/>
          </p:nvSpPr>
          <p:spPr>
            <a:xfrm>
              <a:off x="4704423" y="6194608"/>
              <a:ext cx="320040" cy="83820"/>
            </a:xfrm>
            <a:custGeom>
              <a:avLst/>
              <a:gdLst/>
              <a:ahLst/>
              <a:cxnLst/>
              <a:rect l="l" t="t" r="r" b="b"/>
              <a:pathLst>
                <a:path w="320039" h="83820">
                  <a:moveTo>
                    <a:pt x="319798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83820"/>
                  </a:lnTo>
                  <a:lnTo>
                    <a:pt x="20320" y="83820"/>
                  </a:lnTo>
                  <a:lnTo>
                    <a:pt x="20320" y="20320"/>
                  </a:lnTo>
                  <a:lnTo>
                    <a:pt x="299478" y="20320"/>
                  </a:lnTo>
                  <a:lnTo>
                    <a:pt x="299478" y="83820"/>
                  </a:lnTo>
                  <a:lnTo>
                    <a:pt x="319798" y="83820"/>
                  </a:lnTo>
                  <a:lnTo>
                    <a:pt x="319798" y="20320"/>
                  </a:lnTo>
                  <a:lnTo>
                    <a:pt x="319798" y="0"/>
                  </a:lnTo>
                  <a:close/>
                </a:path>
              </a:pathLst>
            </a:custGeom>
            <a:solidFill>
              <a:srgbClr val="DAEA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3" name="object 463" descr=""/>
            <p:cNvSpPr/>
            <p:nvPr/>
          </p:nvSpPr>
          <p:spPr>
            <a:xfrm>
              <a:off x="5606761" y="6099060"/>
              <a:ext cx="238760" cy="179070"/>
            </a:xfrm>
            <a:custGeom>
              <a:avLst/>
              <a:gdLst/>
              <a:ahLst/>
              <a:cxnLst/>
              <a:rect l="l" t="t" r="r" b="b"/>
              <a:pathLst>
                <a:path w="238760" h="179070">
                  <a:moveTo>
                    <a:pt x="238484" y="0"/>
                  </a:moveTo>
                  <a:lnTo>
                    <a:pt x="0" y="0"/>
                  </a:lnTo>
                  <a:lnTo>
                    <a:pt x="0" y="178884"/>
                  </a:lnTo>
                  <a:lnTo>
                    <a:pt x="238484" y="178884"/>
                  </a:lnTo>
                  <a:lnTo>
                    <a:pt x="238484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4" name="object 464" descr=""/>
            <p:cNvSpPr/>
            <p:nvPr/>
          </p:nvSpPr>
          <p:spPr>
            <a:xfrm>
              <a:off x="5566080" y="6078695"/>
              <a:ext cx="320040" cy="241300"/>
            </a:xfrm>
            <a:custGeom>
              <a:avLst/>
              <a:gdLst/>
              <a:ahLst/>
              <a:cxnLst/>
              <a:rect l="l" t="t" r="r" b="b"/>
              <a:pathLst>
                <a:path w="320039" h="241300">
                  <a:moveTo>
                    <a:pt x="319811" y="199250"/>
                  </a:moveTo>
                  <a:lnTo>
                    <a:pt x="299491" y="199250"/>
                  </a:lnTo>
                  <a:lnTo>
                    <a:pt x="299491" y="20370"/>
                  </a:lnTo>
                  <a:lnTo>
                    <a:pt x="279146" y="20370"/>
                  </a:lnTo>
                  <a:lnTo>
                    <a:pt x="279146" y="199250"/>
                  </a:lnTo>
                  <a:lnTo>
                    <a:pt x="236664" y="199250"/>
                  </a:lnTo>
                  <a:lnTo>
                    <a:pt x="236664" y="20370"/>
                  </a:lnTo>
                  <a:lnTo>
                    <a:pt x="216306" y="20370"/>
                  </a:lnTo>
                  <a:lnTo>
                    <a:pt x="216306" y="199250"/>
                  </a:lnTo>
                  <a:lnTo>
                    <a:pt x="170065" y="199250"/>
                  </a:lnTo>
                  <a:lnTo>
                    <a:pt x="170065" y="20370"/>
                  </a:lnTo>
                  <a:lnTo>
                    <a:pt x="149771" y="20370"/>
                  </a:lnTo>
                  <a:lnTo>
                    <a:pt x="149771" y="199250"/>
                  </a:lnTo>
                  <a:lnTo>
                    <a:pt x="104178" y="199250"/>
                  </a:lnTo>
                  <a:lnTo>
                    <a:pt x="104178" y="20370"/>
                  </a:lnTo>
                  <a:lnTo>
                    <a:pt x="83870" y="20370"/>
                  </a:lnTo>
                  <a:lnTo>
                    <a:pt x="83870" y="199250"/>
                  </a:lnTo>
                  <a:lnTo>
                    <a:pt x="40678" y="199250"/>
                  </a:lnTo>
                  <a:lnTo>
                    <a:pt x="40678" y="20320"/>
                  </a:lnTo>
                  <a:lnTo>
                    <a:pt x="299491" y="20320"/>
                  </a:lnTo>
                  <a:lnTo>
                    <a:pt x="299491" y="0"/>
                  </a:lnTo>
                  <a:lnTo>
                    <a:pt x="20332" y="0"/>
                  </a:lnTo>
                  <a:lnTo>
                    <a:pt x="20332" y="20320"/>
                  </a:lnTo>
                  <a:lnTo>
                    <a:pt x="20332" y="199250"/>
                  </a:lnTo>
                  <a:lnTo>
                    <a:pt x="0" y="199250"/>
                  </a:lnTo>
                  <a:lnTo>
                    <a:pt x="0" y="241261"/>
                  </a:lnTo>
                  <a:lnTo>
                    <a:pt x="319811" y="241261"/>
                  </a:lnTo>
                  <a:lnTo>
                    <a:pt x="319811" y="199250"/>
                  </a:lnTo>
                  <a:close/>
                </a:path>
              </a:pathLst>
            </a:custGeom>
            <a:solidFill>
              <a:srgbClr val="BAD7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5" name="object 465" descr=""/>
            <p:cNvSpPr/>
            <p:nvPr/>
          </p:nvSpPr>
          <p:spPr>
            <a:xfrm>
              <a:off x="5566080" y="6194608"/>
              <a:ext cx="320040" cy="83820"/>
            </a:xfrm>
            <a:custGeom>
              <a:avLst/>
              <a:gdLst/>
              <a:ahLst/>
              <a:cxnLst/>
              <a:rect l="l" t="t" r="r" b="b"/>
              <a:pathLst>
                <a:path w="320039" h="83820">
                  <a:moveTo>
                    <a:pt x="319811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83820"/>
                  </a:lnTo>
                  <a:lnTo>
                    <a:pt x="20332" y="83820"/>
                  </a:lnTo>
                  <a:lnTo>
                    <a:pt x="20332" y="20320"/>
                  </a:lnTo>
                  <a:lnTo>
                    <a:pt x="299491" y="20320"/>
                  </a:lnTo>
                  <a:lnTo>
                    <a:pt x="299491" y="83820"/>
                  </a:lnTo>
                  <a:lnTo>
                    <a:pt x="319811" y="83820"/>
                  </a:lnTo>
                  <a:lnTo>
                    <a:pt x="319811" y="20320"/>
                  </a:lnTo>
                  <a:lnTo>
                    <a:pt x="319811" y="0"/>
                  </a:lnTo>
                  <a:close/>
                </a:path>
              </a:pathLst>
            </a:custGeom>
            <a:solidFill>
              <a:srgbClr val="DAEA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6" name="object 466" descr=""/>
            <p:cNvSpPr/>
            <p:nvPr/>
          </p:nvSpPr>
          <p:spPr>
            <a:xfrm>
              <a:off x="5176816" y="6099060"/>
              <a:ext cx="238760" cy="179070"/>
            </a:xfrm>
            <a:custGeom>
              <a:avLst/>
              <a:gdLst/>
              <a:ahLst/>
              <a:cxnLst/>
              <a:rect l="l" t="t" r="r" b="b"/>
              <a:pathLst>
                <a:path w="238760" h="179070">
                  <a:moveTo>
                    <a:pt x="238484" y="0"/>
                  </a:moveTo>
                  <a:lnTo>
                    <a:pt x="0" y="0"/>
                  </a:lnTo>
                  <a:lnTo>
                    <a:pt x="0" y="178884"/>
                  </a:lnTo>
                  <a:lnTo>
                    <a:pt x="238484" y="178884"/>
                  </a:lnTo>
                  <a:lnTo>
                    <a:pt x="238484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7" name="object 467" descr=""/>
            <p:cNvSpPr/>
            <p:nvPr/>
          </p:nvSpPr>
          <p:spPr>
            <a:xfrm>
              <a:off x="5136147" y="6078695"/>
              <a:ext cx="320040" cy="241300"/>
            </a:xfrm>
            <a:custGeom>
              <a:avLst/>
              <a:gdLst/>
              <a:ahLst/>
              <a:cxnLst/>
              <a:rect l="l" t="t" r="r" b="b"/>
              <a:pathLst>
                <a:path w="320039" h="241300">
                  <a:moveTo>
                    <a:pt x="319811" y="199250"/>
                  </a:moveTo>
                  <a:lnTo>
                    <a:pt x="299478" y="199250"/>
                  </a:lnTo>
                  <a:lnTo>
                    <a:pt x="299478" y="20370"/>
                  </a:lnTo>
                  <a:lnTo>
                    <a:pt x="279133" y="20370"/>
                  </a:lnTo>
                  <a:lnTo>
                    <a:pt x="279133" y="199250"/>
                  </a:lnTo>
                  <a:lnTo>
                    <a:pt x="236651" y="199250"/>
                  </a:lnTo>
                  <a:lnTo>
                    <a:pt x="236651" y="20370"/>
                  </a:lnTo>
                  <a:lnTo>
                    <a:pt x="216306" y="20370"/>
                  </a:lnTo>
                  <a:lnTo>
                    <a:pt x="216306" y="199250"/>
                  </a:lnTo>
                  <a:lnTo>
                    <a:pt x="170053" y="199250"/>
                  </a:lnTo>
                  <a:lnTo>
                    <a:pt x="170053" y="20370"/>
                  </a:lnTo>
                  <a:lnTo>
                    <a:pt x="149745" y="20370"/>
                  </a:lnTo>
                  <a:lnTo>
                    <a:pt x="149745" y="199250"/>
                  </a:lnTo>
                  <a:lnTo>
                    <a:pt x="104165" y="199250"/>
                  </a:lnTo>
                  <a:lnTo>
                    <a:pt x="104165" y="20370"/>
                  </a:lnTo>
                  <a:lnTo>
                    <a:pt x="83845" y="20370"/>
                  </a:lnTo>
                  <a:lnTo>
                    <a:pt x="83845" y="199250"/>
                  </a:lnTo>
                  <a:lnTo>
                    <a:pt x="40665" y="199250"/>
                  </a:lnTo>
                  <a:lnTo>
                    <a:pt x="40665" y="20320"/>
                  </a:lnTo>
                  <a:lnTo>
                    <a:pt x="299478" y="20320"/>
                  </a:lnTo>
                  <a:lnTo>
                    <a:pt x="299478" y="0"/>
                  </a:lnTo>
                  <a:lnTo>
                    <a:pt x="20320" y="0"/>
                  </a:lnTo>
                  <a:lnTo>
                    <a:pt x="20320" y="20320"/>
                  </a:lnTo>
                  <a:lnTo>
                    <a:pt x="20320" y="199250"/>
                  </a:lnTo>
                  <a:lnTo>
                    <a:pt x="0" y="199250"/>
                  </a:lnTo>
                  <a:lnTo>
                    <a:pt x="0" y="241261"/>
                  </a:lnTo>
                  <a:lnTo>
                    <a:pt x="319811" y="241261"/>
                  </a:lnTo>
                  <a:lnTo>
                    <a:pt x="319811" y="199250"/>
                  </a:lnTo>
                  <a:close/>
                </a:path>
              </a:pathLst>
            </a:custGeom>
            <a:solidFill>
              <a:srgbClr val="BAD7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8" name="object 468" descr=""/>
            <p:cNvSpPr/>
            <p:nvPr/>
          </p:nvSpPr>
          <p:spPr>
            <a:xfrm>
              <a:off x="5136147" y="6194608"/>
              <a:ext cx="320040" cy="83820"/>
            </a:xfrm>
            <a:custGeom>
              <a:avLst/>
              <a:gdLst/>
              <a:ahLst/>
              <a:cxnLst/>
              <a:rect l="l" t="t" r="r" b="b"/>
              <a:pathLst>
                <a:path w="320039" h="83820">
                  <a:moveTo>
                    <a:pt x="319811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83820"/>
                  </a:lnTo>
                  <a:lnTo>
                    <a:pt x="20320" y="83820"/>
                  </a:lnTo>
                  <a:lnTo>
                    <a:pt x="20320" y="20320"/>
                  </a:lnTo>
                  <a:lnTo>
                    <a:pt x="299478" y="20320"/>
                  </a:lnTo>
                  <a:lnTo>
                    <a:pt x="299478" y="83820"/>
                  </a:lnTo>
                  <a:lnTo>
                    <a:pt x="319811" y="83820"/>
                  </a:lnTo>
                  <a:lnTo>
                    <a:pt x="319811" y="20320"/>
                  </a:lnTo>
                  <a:lnTo>
                    <a:pt x="319811" y="0"/>
                  </a:lnTo>
                  <a:close/>
                </a:path>
              </a:pathLst>
            </a:custGeom>
            <a:solidFill>
              <a:srgbClr val="DAEA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9" name="object 469" descr=""/>
            <p:cNvSpPr/>
            <p:nvPr/>
          </p:nvSpPr>
          <p:spPr>
            <a:xfrm>
              <a:off x="4745080" y="6413658"/>
              <a:ext cx="238760" cy="179070"/>
            </a:xfrm>
            <a:custGeom>
              <a:avLst/>
              <a:gdLst/>
              <a:ahLst/>
              <a:cxnLst/>
              <a:rect l="l" t="t" r="r" b="b"/>
              <a:pathLst>
                <a:path w="238760" h="179070">
                  <a:moveTo>
                    <a:pt x="238495" y="0"/>
                  </a:moveTo>
                  <a:lnTo>
                    <a:pt x="0" y="0"/>
                  </a:lnTo>
                  <a:lnTo>
                    <a:pt x="0" y="178863"/>
                  </a:lnTo>
                  <a:lnTo>
                    <a:pt x="238495" y="178863"/>
                  </a:lnTo>
                  <a:lnTo>
                    <a:pt x="238495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0" name="object 470" descr=""/>
            <p:cNvSpPr/>
            <p:nvPr/>
          </p:nvSpPr>
          <p:spPr>
            <a:xfrm>
              <a:off x="4704410" y="6393655"/>
              <a:ext cx="320040" cy="241300"/>
            </a:xfrm>
            <a:custGeom>
              <a:avLst/>
              <a:gdLst/>
              <a:ahLst/>
              <a:cxnLst/>
              <a:rect l="l" t="t" r="r" b="b"/>
              <a:pathLst>
                <a:path w="320039" h="241300">
                  <a:moveTo>
                    <a:pt x="319811" y="198869"/>
                  </a:moveTo>
                  <a:lnTo>
                    <a:pt x="299491" y="198869"/>
                  </a:lnTo>
                  <a:lnTo>
                    <a:pt x="299491" y="20320"/>
                  </a:lnTo>
                  <a:lnTo>
                    <a:pt x="299491" y="20002"/>
                  </a:lnTo>
                  <a:lnTo>
                    <a:pt x="299491" y="0"/>
                  </a:lnTo>
                  <a:lnTo>
                    <a:pt x="279146" y="0"/>
                  </a:lnTo>
                  <a:lnTo>
                    <a:pt x="279146" y="20320"/>
                  </a:lnTo>
                  <a:lnTo>
                    <a:pt x="279146" y="198869"/>
                  </a:lnTo>
                  <a:lnTo>
                    <a:pt x="236639" y="198869"/>
                  </a:lnTo>
                  <a:lnTo>
                    <a:pt x="236639" y="20320"/>
                  </a:lnTo>
                  <a:lnTo>
                    <a:pt x="279146" y="20320"/>
                  </a:lnTo>
                  <a:lnTo>
                    <a:pt x="279146" y="0"/>
                  </a:lnTo>
                  <a:lnTo>
                    <a:pt x="216319" y="0"/>
                  </a:lnTo>
                  <a:lnTo>
                    <a:pt x="216319" y="20320"/>
                  </a:lnTo>
                  <a:lnTo>
                    <a:pt x="216319" y="198869"/>
                  </a:lnTo>
                  <a:lnTo>
                    <a:pt x="170078" y="198869"/>
                  </a:lnTo>
                  <a:lnTo>
                    <a:pt x="170078" y="20320"/>
                  </a:lnTo>
                  <a:lnTo>
                    <a:pt x="216319" y="20320"/>
                  </a:lnTo>
                  <a:lnTo>
                    <a:pt x="216319" y="0"/>
                  </a:lnTo>
                  <a:lnTo>
                    <a:pt x="149758" y="0"/>
                  </a:lnTo>
                  <a:lnTo>
                    <a:pt x="149758" y="20320"/>
                  </a:lnTo>
                  <a:lnTo>
                    <a:pt x="149758" y="198869"/>
                  </a:lnTo>
                  <a:lnTo>
                    <a:pt x="104178" y="198869"/>
                  </a:lnTo>
                  <a:lnTo>
                    <a:pt x="104178" y="20320"/>
                  </a:lnTo>
                  <a:lnTo>
                    <a:pt x="149758" y="20320"/>
                  </a:lnTo>
                  <a:lnTo>
                    <a:pt x="149758" y="0"/>
                  </a:lnTo>
                  <a:lnTo>
                    <a:pt x="83845" y="0"/>
                  </a:lnTo>
                  <a:lnTo>
                    <a:pt x="83845" y="20320"/>
                  </a:lnTo>
                  <a:lnTo>
                    <a:pt x="83845" y="198869"/>
                  </a:lnTo>
                  <a:lnTo>
                    <a:pt x="40665" y="198869"/>
                  </a:lnTo>
                  <a:lnTo>
                    <a:pt x="40665" y="20320"/>
                  </a:lnTo>
                  <a:lnTo>
                    <a:pt x="83845" y="20320"/>
                  </a:lnTo>
                  <a:lnTo>
                    <a:pt x="83845" y="0"/>
                  </a:lnTo>
                  <a:lnTo>
                    <a:pt x="20345" y="0"/>
                  </a:lnTo>
                  <a:lnTo>
                    <a:pt x="20345" y="20320"/>
                  </a:lnTo>
                  <a:lnTo>
                    <a:pt x="20345" y="198869"/>
                  </a:lnTo>
                  <a:lnTo>
                    <a:pt x="0" y="198869"/>
                  </a:lnTo>
                  <a:lnTo>
                    <a:pt x="0" y="240855"/>
                  </a:lnTo>
                  <a:lnTo>
                    <a:pt x="319811" y="240855"/>
                  </a:lnTo>
                  <a:lnTo>
                    <a:pt x="319811" y="198869"/>
                  </a:lnTo>
                  <a:close/>
                </a:path>
              </a:pathLst>
            </a:custGeom>
            <a:solidFill>
              <a:srgbClr val="BAD7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1" name="object 471" descr=""/>
            <p:cNvSpPr/>
            <p:nvPr/>
          </p:nvSpPr>
          <p:spPr>
            <a:xfrm>
              <a:off x="4704423" y="6509187"/>
              <a:ext cx="320040" cy="83820"/>
            </a:xfrm>
            <a:custGeom>
              <a:avLst/>
              <a:gdLst/>
              <a:ahLst/>
              <a:cxnLst/>
              <a:rect l="l" t="t" r="r" b="b"/>
              <a:pathLst>
                <a:path w="320039" h="83820">
                  <a:moveTo>
                    <a:pt x="319798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83820"/>
                  </a:lnTo>
                  <a:lnTo>
                    <a:pt x="20320" y="83820"/>
                  </a:lnTo>
                  <a:lnTo>
                    <a:pt x="20320" y="20320"/>
                  </a:lnTo>
                  <a:lnTo>
                    <a:pt x="299478" y="20320"/>
                  </a:lnTo>
                  <a:lnTo>
                    <a:pt x="299478" y="83820"/>
                  </a:lnTo>
                  <a:lnTo>
                    <a:pt x="319798" y="83820"/>
                  </a:lnTo>
                  <a:lnTo>
                    <a:pt x="319798" y="20320"/>
                  </a:lnTo>
                  <a:lnTo>
                    <a:pt x="319798" y="0"/>
                  </a:lnTo>
                  <a:close/>
                </a:path>
              </a:pathLst>
            </a:custGeom>
            <a:solidFill>
              <a:srgbClr val="DAEA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2" name="object 472" descr=""/>
            <p:cNvSpPr/>
            <p:nvPr/>
          </p:nvSpPr>
          <p:spPr>
            <a:xfrm>
              <a:off x="5606761" y="6413658"/>
              <a:ext cx="238760" cy="179070"/>
            </a:xfrm>
            <a:custGeom>
              <a:avLst/>
              <a:gdLst/>
              <a:ahLst/>
              <a:cxnLst/>
              <a:rect l="l" t="t" r="r" b="b"/>
              <a:pathLst>
                <a:path w="238760" h="179070">
                  <a:moveTo>
                    <a:pt x="238484" y="0"/>
                  </a:moveTo>
                  <a:lnTo>
                    <a:pt x="0" y="0"/>
                  </a:lnTo>
                  <a:lnTo>
                    <a:pt x="0" y="178863"/>
                  </a:lnTo>
                  <a:lnTo>
                    <a:pt x="238484" y="178863"/>
                  </a:lnTo>
                  <a:lnTo>
                    <a:pt x="238484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3" name="object 473" descr=""/>
            <p:cNvSpPr/>
            <p:nvPr/>
          </p:nvSpPr>
          <p:spPr>
            <a:xfrm>
              <a:off x="5566080" y="6393655"/>
              <a:ext cx="320040" cy="241300"/>
            </a:xfrm>
            <a:custGeom>
              <a:avLst/>
              <a:gdLst/>
              <a:ahLst/>
              <a:cxnLst/>
              <a:rect l="l" t="t" r="r" b="b"/>
              <a:pathLst>
                <a:path w="320039" h="241300">
                  <a:moveTo>
                    <a:pt x="319811" y="198869"/>
                  </a:moveTo>
                  <a:lnTo>
                    <a:pt x="299491" y="198869"/>
                  </a:lnTo>
                  <a:lnTo>
                    <a:pt x="299491" y="20320"/>
                  </a:lnTo>
                  <a:lnTo>
                    <a:pt x="299491" y="20002"/>
                  </a:lnTo>
                  <a:lnTo>
                    <a:pt x="299491" y="0"/>
                  </a:lnTo>
                  <a:lnTo>
                    <a:pt x="279146" y="0"/>
                  </a:lnTo>
                  <a:lnTo>
                    <a:pt x="279146" y="20320"/>
                  </a:lnTo>
                  <a:lnTo>
                    <a:pt x="279146" y="198869"/>
                  </a:lnTo>
                  <a:lnTo>
                    <a:pt x="236664" y="198869"/>
                  </a:lnTo>
                  <a:lnTo>
                    <a:pt x="236664" y="20320"/>
                  </a:lnTo>
                  <a:lnTo>
                    <a:pt x="279146" y="20320"/>
                  </a:lnTo>
                  <a:lnTo>
                    <a:pt x="279146" y="0"/>
                  </a:lnTo>
                  <a:lnTo>
                    <a:pt x="216306" y="0"/>
                  </a:lnTo>
                  <a:lnTo>
                    <a:pt x="216306" y="20320"/>
                  </a:lnTo>
                  <a:lnTo>
                    <a:pt x="216306" y="198869"/>
                  </a:lnTo>
                  <a:lnTo>
                    <a:pt x="170065" y="198869"/>
                  </a:lnTo>
                  <a:lnTo>
                    <a:pt x="170065" y="20320"/>
                  </a:lnTo>
                  <a:lnTo>
                    <a:pt x="216306" y="20320"/>
                  </a:lnTo>
                  <a:lnTo>
                    <a:pt x="216306" y="0"/>
                  </a:lnTo>
                  <a:lnTo>
                    <a:pt x="149771" y="0"/>
                  </a:lnTo>
                  <a:lnTo>
                    <a:pt x="149771" y="20320"/>
                  </a:lnTo>
                  <a:lnTo>
                    <a:pt x="149771" y="198869"/>
                  </a:lnTo>
                  <a:lnTo>
                    <a:pt x="104178" y="198869"/>
                  </a:lnTo>
                  <a:lnTo>
                    <a:pt x="104178" y="20320"/>
                  </a:lnTo>
                  <a:lnTo>
                    <a:pt x="149771" y="20320"/>
                  </a:lnTo>
                  <a:lnTo>
                    <a:pt x="149771" y="0"/>
                  </a:lnTo>
                  <a:lnTo>
                    <a:pt x="83870" y="0"/>
                  </a:lnTo>
                  <a:lnTo>
                    <a:pt x="83870" y="20320"/>
                  </a:lnTo>
                  <a:lnTo>
                    <a:pt x="83870" y="198869"/>
                  </a:lnTo>
                  <a:lnTo>
                    <a:pt x="40678" y="198869"/>
                  </a:lnTo>
                  <a:lnTo>
                    <a:pt x="40678" y="20320"/>
                  </a:lnTo>
                  <a:lnTo>
                    <a:pt x="83870" y="20320"/>
                  </a:lnTo>
                  <a:lnTo>
                    <a:pt x="83870" y="0"/>
                  </a:lnTo>
                  <a:lnTo>
                    <a:pt x="20332" y="0"/>
                  </a:lnTo>
                  <a:lnTo>
                    <a:pt x="20332" y="20320"/>
                  </a:lnTo>
                  <a:lnTo>
                    <a:pt x="20332" y="198869"/>
                  </a:lnTo>
                  <a:lnTo>
                    <a:pt x="0" y="198869"/>
                  </a:lnTo>
                  <a:lnTo>
                    <a:pt x="0" y="240855"/>
                  </a:lnTo>
                  <a:lnTo>
                    <a:pt x="319811" y="240855"/>
                  </a:lnTo>
                  <a:lnTo>
                    <a:pt x="319811" y="198869"/>
                  </a:lnTo>
                  <a:close/>
                </a:path>
              </a:pathLst>
            </a:custGeom>
            <a:solidFill>
              <a:srgbClr val="BAD7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4" name="object 474" descr=""/>
            <p:cNvSpPr/>
            <p:nvPr/>
          </p:nvSpPr>
          <p:spPr>
            <a:xfrm>
              <a:off x="5566080" y="6509187"/>
              <a:ext cx="320040" cy="83820"/>
            </a:xfrm>
            <a:custGeom>
              <a:avLst/>
              <a:gdLst/>
              <a:ahLst/>
              <a:cxnLst/>
              <a:rect l="l" t="t" r="r" b="b"/>
              <a:pathLst>
                <a:path w="320039" h="83820">
                  <a:moveTo>
                    <a:pt x="319811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83820"/>
                  </a:lnTo>
                  <a:lnTo>
                    <a:pt x="20332" y="83820"/>
                  </a:lnTo>
                  <a:lnTo>
                    <a:pt x="20332" y="20320"/>
                  </a:lnTo>
                  <a:lnTo>
                    <a:pt x="299491" y="20320"/>
                  </a:lnTo>
                  <a:lnTo>
                    <a:pt x="299491" y="83820"/>
                  </a:lnTo>
                  <a:lnTo>
                    <a:pt x="319811" y="83820"/>
                  </a:lnTo>
                  <a:lnTo>
                    <a:pt x="319811" y="20320"/>
                  </a:lnTo>
                  <a:lnTo>
                    <a:pt x="319811" y="0"/>
                  </a:lnTo>
                  <a:close/>
                </a:path>
              </a:pathLst>
            </a:custGeom>
            <a:solidFill>
              <a:srgbClr val="DAEA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5" name="object 475" descr=""/>
            <p:cNvSpPr/>
            <p:nvPr/>
          </p:nvSpPr>
          <p:spPr>
            <a:xfrm>
              <a:off x="5176816" y="6413658"/>
              <a:ext cx="238760" cy="179070"/>
            </a:xfrm>
            <a:custGeom>
              <a:avLst/>
              <a:gdLst/>
              <a:ahLst/>
              <a:cxnLst/>
              <a:rect l="l" t="t" r="r" b="b"/>
              <a:pathLst>
                <a:path w="238760" h="179070">
                  <a:moveTo>
                    <a:pt x="238484" y="0"/>
                  </a:moveTo>
                  <a:lnTo>
                    <a:pt x="0" y="0"/>
                  </a:lnTo>
                  <a:lnTo>
                    <a:pt x="0" y="178863"/>
                  </a:lnTo>
                  <a:lnTo>
                    <a:pt x="238484" y="178863"/>
                  </a:lnTo>
                  <a:lnTo>
                    <a:pt x="238484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6" name="object 476" descr=""/>
            <p:cNvSpPr/>
            <p:nvPr/>
          </p:nvSpPr>
          <p:spPr>
            <a:xfrm>
              <a:off x="5136147" y="6393655"/>
              <a:ext cx="320040" cy="241300"/>
            </a:xfrm>
            <a:custGeom>
              <a:avLst/>
              <a:gdLst/>
              <a:ahLst/>
              <a:cxnLst/>
              <a:rect l="l" t="t" r="r" b="b"/>
              <a:pathLst>
                <a:path w="320039" h="241300">
                  <a:moveTo>
                    <a:pt x="319811" y="198869"/>
                  </a:moveTo>
                  <a:lnTo>
                    <a:pt x="299478" y="198869"/>
                  </a:lnTo>
                  <a:lnTo>
                    <a:pt x="299478" y="20320"/>
                  </a:lnTo>
                  <a:lnTo>
                    <a:pt x="299478" y="20002"/>
                  </a:lnTo>
                  <a:lnTo>
                    <a:pt x="299478" y="0"/>
                  </a:lnTo>
                  <a:lnTo>
                    <a:pt x="279133" y="0"/>
                  </a:lnTo>
                  <a:lnTo>
                    <a:pt x="279133" y="20320"/>
                  </a:lnTo>
                  <a:lnTo>
                    <a:pt x="279133" y="198869"/>
                  </a:lnTo>
                  <a:lnTo>
                    <a:pt x="236651" y="198869"/>
                  </a:lnTo>
                  <a:lnTo>
                    <a:pt x="236651" y="20320"/>
                  </a:lnTo>
                  <a:lnTo>
                    <a:pt x="279133" y="20320"/>
                  </a:lnTo>
                  <a:lnTo>
                    <a:pt x="279133" y="0"/>
                  </a:lnTo>
                  <a:lnTo>
                    <a:pt x="216306" y="0"/>
                  </a:lnTo>
                  <a:lnTo>
                    <a:pt x="216306" y="20320"/>
                  </a:lnTo>
                  <a:lnTo>
                    <a:pt x="216306" y="198869"/>
                  </a:lnTo>
                  <a:lnTo>
                    <a:pt x="170053" y="198869"/>
                  </a:lnTo>
                  <a:lnTo>
                    <a:pt x="170053" y="20320"/>
                  </a:lnTo>
                  <a:lnTo>
                    <a:pt x="216306" y="20320"/>
                  </a:lnTo>
                  <a:lnTo>
                    <a:pt x="216306" y="0"/>
                  </a:lnTo>
                  <a:lnTo>
                    <a:pt x="149745" y="0"/>
                  </a:lnTo>
                  <a:lnTo>
                    <a:pt x="149745" y="20320"/>
                  </a:lnTo>
                  <a:lnTo>
                    <a:pt x="149745" y="198869"/>
                  </a:lnTo>
                  <a:lnTo>
                    <a:pt x="104165" y="198869"/>
                  </a:lnTo>
                  <a:lnTo>
                    <a:pt x="104165" y="20320"/>
                  </a:lnTo>
                  <a:lnTo>
                    <a:pt x="149745" y="20320"/>
                  </a:lnTo>
                  <a:lnTo>
                    <a:pt x="149745" y="0"/>
                  </a:lnTo>
                  <a:lnTo>
                    <a:pt x="83845" y="0"/>
                  </a:lnTo>
                  <a:lnTo>
                    <a:pt x="83845" y="20320"/>
                  </a:lnTo>
                  <a:lnTo>
                    <a:pt x="83845" y="198869"/>
                  </a:lnTo>
                  <a:lnTo>
                    <a:pt x="40665" y="198869"/>
                  </a:lnTo>
                  <a:lnTo>
                    <a:pt x="40665" y="20320"/>
                  </a:lnTo>
                  <a:lnTo>
                    <a:pt x="83845" y="20320"/>
                  </a:lnTo>
                  <a:lnTo>
                    <a:pt x="83845" y="0"/>
                  </a:lnTo>
                  <a:lnTo>
                    <a:pt x="20320" y="0"/>
                  </a:lnTo>
                  <a:lnTo>
                    <a:pt x="20320" y="20320"/>
                  </a:lnTo>
                  <a:lnTo>
                    <a:pt x="20320" y="198869"/>
                  </a:lnTo>
                  <a:lnTo>
                    <a:pt x="0" y="198869"/>
                  </a:lnTo>
                  <a:lnTo>
                    <a:pt x="0" y="240855"/>
                  </a:lnTo>
                  <a:lnTo>
                    <a:pt x="319811" y="240855"/>
                  </a:lnTo>
                  <a:lnTo>
                    <a:pt x="319811" y="198869"/>
                  </a:lnTo>
                  <a:close/>
                </a:path>
              </a:pathLst>
            </a:custGeom>
            <a:solidFill>
              <a:srgbClr val="BAD7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7" name="object 477" descr=""/>
            <p:cNvSpPr/>
            <p:nvPr/>
          </p:nvSpPr>
          <p:spPr>
            <a:xfrm>
              <a:off x="5136147" y="6509187"/>
              <a:ext cx="320040" cy="83820"/>
            </a:xfrm>
            <a:custGeom>
              <a:avLst/>
              <a:gdLst/>
              <a:ahLst/>
              <a:cxnLst/>
              <a:rect l="l" t="t" r="r" b="b"/>
              <a:pathLst>
                <a:path w="320039" h="83820">
                  <a:moveTo>
                    <a:pt x="319811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83820"/>
                  </a:lnTo>
                  <a:lnTo>
                    <a:pt x="20320" y="83820"/>
                  </a:lnTo>
                  <a:lnTo>
                    <a:pt x="20320" y="20320"/>
                  </a:lnTo>
                  <a:lnTo>
                    <a:pt x="299478" y="20320"/>
                  </a:lnTo>
                  <a:lnTo>
                    <a:pt x="299478" y="83820"/>
                  </a:lnTo>
                  <a:lnTo>
                    <a:pt x="319811" y="83820"/>
                  </a:lnTo>
                  <a:lnTo>
                    <a:pt x="319811" y="20320"/>
                  </a:lnTo>
                  <a:lnTo>
                    <a:pt x="319811" y="0"/>
                  </a:lnTo>
                  <a:close/>
                </a:path>
              </a:pathLst>
            </a:custGeom>
            <a:solidFill>
              <a:srgbClr val="DAEA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8" name="object 478" descr=""/>
            <p:cNvSpPr/>
            <p:nvPr/>
          </p:nvSpPr>
          <p:spPr>
            <a:xfrm>
              <a:off x="4745080" y="6728234"/>
              <a:ext cx="238760" cy="179070"/>
            </a:xfrm>
            <a:custGeom>
              <a:avLst/>
              <a:gdLst/>
              <a:ahLst/>
              <a:cxnLst/>
              <a:rect l="l" t="t" r="r" b="b"/>
              <a:pathLst>
                <a:path w="238760" h="179070">
                  <a:moveTo>
                    <a:pt x="238495" y="0"/>
                  </a:moveTo>
                  <a:lnTo>
                    <a:pt x="0" y="0"/>
                  </a:lnTo>
                  <a:lnTo>
                    <a:pt x="0" y="178874"/>
                  </a:lnTo>
                  <a:lnTo>
                    <a:pt x="238495" y="178874"/>
                  </a:lnTo>
                  <a:lnTo>
                    <a:pt x="238495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9" name="object 479" descr=""/>
            <p:cNvSpPr/>
            <p:nvPr/>
          </p:nvSpPr>
          <p:spPr>
            <a:xfrm>
              <a:off x="4704410" y="6707345"/>
              <a:ext cx="320040" cy="241935"/>
            </a:xfrm>
            <a:custGeom>
              <a:avLst/>
              <a:gdLst/>
              <a:ahLst/>
              <a:cxnLst/>
              <a:rect l="l" t="t" r="r" b="b"/>
              <a:pathLst>
                <a:path w="320039" h="241934">
                  <a:moveTo>
                    <a:pt x="104178" y="20878"/>
                  </a:moveTo>
                  <a:lnTo>
                    <a:pt x="83845" y="20878"/>
                  </a:lnTo>
                  <a:lnTo>
                    <a:pt x="83845" y="199758"/>
                  </a:lnTo>
                  <a:lnTo>
                    <a:pt x="104178" y="199758"/>
                  </a:lnTo>
                  <a:lnTo>
                    <a:pt x="104178" y="20878"/>
                  </a:lnTo>
                  <a:close/>
                </a:path>
                <a:path w="320039" h="241934">
                  <a:moveTo>
                    <a:pt x="170078" y="20878"/>
                  </a:moveTo>
                  <a:lnTo>
                    <a:pt x="149758" y="20878"/>
                  </a:lnTo>
                  <a:lnTo>
                    <a:pt x="149758" y="199758"/>
                  </a:lnTo>
                  <a:lnTo>
                    <a:pt x="170078" y="199758"/>
                  </a:lnTo>
                  <a:lnTo>
                    <a:pt x="170078" y="20878"/>
                  </a:lnTo>
                  <a:close/>
                </a:path>
                <a:path w="320039" h="241934">
                  <a:moveTo>
                    <a:pt x="236639" y="20878"/>
                  </a:moveTo>
                  <a:lnTo>
                    <a:pt x="216319" y="20878"/>
                  </a:lnTo>
                  <a:lnTo>
                    <a:pt x="216319" y="199758"/>
                  </a:lnTo>
                  <a:lnTo>
                    <a:pt x="236639" y="199758"/>
                  </a:lnTo>
                  <a:lnTo>
                    <a:pt x="236639" y="20878"/>
                  </a:lnTo>
                  <a:close/>
                </a:path>
                <a:path w="320039" h="241934">
                  <a:moveTo>
                    <a:pt x="299491" y="20878"/>
                  </a:moveTo>
                  <a:lnTo>
                    <a:pt x="279146" y="20878"/>
                  </a:lnTo>
                  <a:lnTo>
                    <a:pt x="279146" y="199758"/>
                  </a:lnTo>
                  <a:lnTo>
                    <a:pt x="299491" y="199758"/>
                  </a:lnTo>
                  <a:lnTo>
                    <a:pt x="299491" y="20878"/>
                  </a:lnTo>
                  <a:close/>
                </a:path>
                <a:path w="320039" h="241934">
                  <a:moveTo>
                    <a:pt x="299491" y="0"/>
                  </a:moveTo>
                  <a:lnTo>
                    <a:pt x="20345" y="0"/>
                  </a:lnTo>
                  <a:lnTo>
                    <a:pt x="20345" y="20320"/>
                  </a:lnTo>
                  <a:lnTo>
                    <a:pt x="20345" y="199390"/>
                  </a:lnTo>
                  <a:lnTo>
                    <a:pt x="40665" y="199390"/>
                  </a:lnTo>
                  <a:lnTo>
                    <a:pt x="40665" y="20320"/>
                  </a:lnTo>
                  <a:lnTo>
                    <a:pt x="299491" y="20320"/>
                  </a:lnTo>
                  <a:lnTo>
                    <a:pt x="299491" y="0"/>
                  </a:lnTo>
                  <a:close/>
                </a:path>
                <a:path w="320039" h="241934">
                  <a:moveTo>
                    <a:pt x="319811" y="199771"/>
                  </a:moveTo>
                  <a:lnTo>
                    <a:pt x="0" y="199771"/>
                  </a:lnTo>
                  <a:lnTo>
                    <a:pt x="0" y="241731"/>
                  </a:lnTo>
                  <a:lnTo>
                    <a:pt x="319811" y="241731"/>
                  </a:lnTo>
                  <a:lnTo>
                    <a:pt x="319811" y="199771"/>
                  </a:lnTo>
                  <a:close/>
                </a:path>
              </a:pathLst>
            </a:custGeom>
            <a:solidFill>
              <a:srgbClr val="BAD7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0" name="object 480" descr=""/>
            <p:cNvSpPr/>
            <p:nvPr/>
          </p:nvSpPr>
          <p:spPr>
            <a:xfrm>
              <a:off x="4704423" y="6823766"/>
              <a:ext cx="320040" cy="83820"/>
            </a:xfrm>
            <a:custGeom>
              <a:avLst/>
              <a:gdLst/>
              <a:ahLst/>
              <a:cxnLst/>
              <a:rect l="l" t="t" r="r" b="b"/>
              <a:pathLst>
                <a:path w="320039" h="83820">
                  <a:moveTo>
                    <a:pt x="319798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83820"/>
                  </a:lnTo>
                  <a:lnTo>
                    <a:pt x="20320" y="83820"/>
                  </a:lnTo>
                  <a:lnTo>
                    <a:pt x="20320" y="20320"/>
                  </a:lnTo>
                  <a:lnTo>
                    <a:pt x="299478" y="20320"/>
                  </a:lnTo>
                  <a:lnTo>
                    <a:pt x="299478" y="83820"/>
                  </a:lnTo>
                  <a:lnTo>
                    <a:pt x="319798" y="83820"/>
                  </a:lnTo>
                  <a:lnTo>
                    <a:pt x="319798" y="20320"/>
                  </a:lnTo>
                  <a:lnTo>
                    <a:pt x="319798" y="0"/>
                  </a:lnTo>
                  <a:close/>
                </a:path>
              </a:pathLst>
            </a:custGeom>
            <a:solidFill>
              <a:srgbClr val="DAEA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1" name="object 481" descr=""/>
            <p:cNvSpPr/>
            <p:nvPr/>
          </p:nvSpPr>
          <p:spPr>
            <a:xfrm>
              <a:off x="5606761" y="6728234"/>
              <a:ext cx="238760" cy="179070"/>
            </a:xfrm>
            <a:custGeom>
              <a:avLst/>
              <a:gdLst/>
              <a:ahLst/>
              <a:cxnLst/>
              <a:rect l="l" t="t" r="r" b="b"/>
              <a:pathLst>
                <a:path w="238760" h="179070">
                  <a:moveTo>
                    <a:pt x="238484" y="0"/>
                  </a:moveTo>
                  <a:lnTo>
                    <a:pt x="0" y="0"/>
                  </a:lnTo>
                  <a:lnTo>
                    <a:pt x="0" y="178874"/>
                  </a:lnTo>
                  <a:lnTo>
                    <a:pt x="238484" y="178874"/>
                  </a:lnTo>
                  <a:lnTo>
                    <a:pt x="238484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2" name="object 482" descr=""/>
            <p:cNvSpPr/>
            <p:nvPr/>
          </p:nvSpPr>
          <p:spPr>
            <a:xfrm>
              <a:off x="5566080" y="6707345"/>
              <a:ext cx="320040" cy="241935"/>
            </a:xfrm>
            <a:custGeom>
              <a:avLst/>
              <a:gdLst/>
              <a:ahLst/>
              <a:cxnLst/>
              <a:rect l="l" t="t" r="r" b="b"/>
              <a:pathLst>
                <a:path w="320039" h="241934">
                  <a:moveTo>
                    <a:pt x="104178" y="20878"/>
                  </a:moveTo>
                  <a:lnTo>
                    <a:pt x="83870" y="20878"/>
                  </a:lnTo>
                  <a:lnTo>
                    <a:pt x="83870" y="199758"/>
                  </a:lnTo>
                  <a:lnTo>
                    <a:pt x="104178" y="199758"/>
                  </a:lnTo>
                  <a:lnTo>
                    <a:pt x="104178" y="20878"/>
                  </a:lnTo>
                  <a:close/>
                </a:path>
                <a:path w="320039" h="241934">
                  <a:moveTo>
                    <a:pt x="170065" y="20878"/>
                  </a:moveTo>
                  <a:lnTo>
                    <a:pt x="149771" y="20878"/>
                  </a:lnTo>
                  <a:lnTo>
                    <a:pt x="149771" y="199758"/>
                  </a:lnTo>
                  <a:lnTo>
                    <a:pt x="170065" y="199758"/>
                  </a:lnTo>
                  <a:lnTo>
                    <a:pt x="170065" y="20878"/>
                  </a:lnTo>
                  <a:close/>
                </a:path>
                <a:path w="320039" h="241934">
                  <a:moveTo>
                    <a:pt x="236664" y="20878"/>
                  </a:moveTo>
                  <a:lnTo>
                    <a:pt x="216306" y="20878"/>
                  </a:lnTo>
                  <a:lnTo>
                    <a:pt x="216306" y="199758"/>
                  </a:lnTo>
                  <a:lnTo>
                    <a:pt x="236664" y="199758"/>
                  </a:lnTo>
                  <a:lnTo>
                    <a:pt x="236664" y="20878"/>
                  </a:lnTo>
                  <a:close/>
                </a:path>
                <a:path w="320039" h="241934">
                  <a:moveTo>
                    <a:pt x="299491" y="20878"/>
                  </a:moveTo>
                  <a:lnTo>
                    <a:pt x="279146" y="20878"/>
                  </a:lnTo>
                  <a:lnTo>
                    <a:pt x="279146" y="199758"/>
                  </a:lnTo>
                  <a:lnTo>
                    <a:pt x="299491" y="199758"/>
                  </a:lnTo>
                  <a:lnTo>
                    <a:pt x="299491" y="20878"/>
                  </a:lnTo>
                  <a:close/>
                </a:path>
                <a:path w="320039" h="241934">
                  <a:moveTo>
                    <a:pt x="299491" y="0"/>
                  </a:moveTo>
                  <a:lnTo>
                    <a:pt x="20332" y="0"/>
                  </a:lnTo>
                  <a:lnTo>
                    <a:pt x="20332" y="20320"/>
                  </a:lnTo>
                  <a:lnTo>
                    <a:pt x="20332" y="199390"/>
                  </a:lnTo>
                  <a:lnTo>
                    <a:pt x="40678" y="199390"/>
                  </a:lnTo>
                  <a:lnTo>
                    <a:pt x="40678" y="20320"/>
                  </a:lnTo>
                  <a:lnTo>
                    <a:pt x="299491" y="20320"/>
                  </a:lnTo>
                  <a:lnTo>
                    <a:pt x="299491" y="0"/>
                  </a:lnTo>
                  <a:close/>
                </a:path>
                <a:path w="320039" h="241934">
                  <a:moveTo>
                    <a:pt x="319811" y="199771"/>
                  </a:moveTo>
                  <a:lnTo>
                    <a:pt x="0" y="199771"/>
                  </a:lnTo>
                  <a:lnTo>
                    <a:pt x="0" y="241731"/>
                  </a:lnTo>
                  <a:lnTo>
                    <a:pt x="319811" y="241731"/>
                  </a:lnTo>
                  <a:lnTo>
                    <a:pt x="319811" y="199771"/>
                  </a:lnTo>
                  <a:close/>
                </a:path>
              </a:pathLst>
            </a:custGeom>
            <a:solidFill>
              <a:srgbClr val="BAD7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3" name="object 483" descr=""/>
            <p:cNvSpPr/>
            <p:nvPr/>
          </p:nvSpPr>
          <p:spPr>
            <a:xfrm>
              <a:off x="5079936" y="6782402"/>
              <a:ext cx="806450" cy="125730"/>
            </a:xfrm>
            <a:custGeom>
              <a:avLst/>
              <a:gdLst/>
              <a:ahLst/>
              <a:cxnLst/>
              <a:rect l="l" t="t" r="r" b="b"/>
              <a:pathLst>
                <a:path w="806450" h="125729">
                  <a:moveTo>
                    <a:pt x="216090" y="0"/>
                  </a:moveTo>
                  <a:lnTo>
                    <a:pt x="0" y="0"/>
                  </a:lnTo>
                  <a:lnTo>
                    <a:pt x="0" y="75692"/>
                  </a:lnTo>
                  <a:lnTo>
                    <a:pt x="216090" y="75692"/>
                  </a:lnTo>
                  <a:lnTo>
                    <a:pt x="216090" y="0"/>
                  </a:lnTo>
                  <a:close/>
                </a:path>
                <a:path w="806450" h="125729">
                  <a:moveTo>
                    <a:pt x="805954" y="41363"/>
                  </a:moveTo>
                  <a:lnTo>
                    <a:pt x="486143" y="41363"/>
                  </a:lnTo>
                  <a:lnTo>
                    <a:pt x="486143" y="61683"/>
                  </a:lnTo>
                  <a:lnTo>
                    <a:pt x="486143" y="125183"/>
                  </a:lnTo>
                  <a:lnTo>
                    <a:pt x="506476" y="125183"/>
                  </a:lnTo>
                  <a:lnTo>
                    <a:pt x="506476" y="61683"/>
                  </a:lnTo>
                  <a:lnTo>
                    <a:pt x="785634" y="61683"/>
                  </a:lnTo>
                  <a:lnTo>
                    <a:pt x="785634" y="125183"/>
                  </a:lnTo>
                  <a:lnTo>
                    <a:pt x="805954" y="125183"/>
                  </a:lnTo>
                  <a:lnTo>
                    <a:pt x="805954" y="61683"/>
                  </a:lnTo>
                  <a:lnTo>
                    <a:pt x="805954" y="41363"/>
                  </a:lnTo>
                  <a:close/>
                </a:path>
              </a:pathLst>
            </a:custGeom>
            <a:solidFill>
              <a:srgbClr val="DAEA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4" name="object 484" descr=""/>
            <p:cNvSpPr/>
            <p:nvPr/>
          </p:nvSpPr>
          <p:spPr>
            <a:xfrm>
              <a:off x="5296037" y="6782400"/>
              <a:ext cx="216535" cy="76200"/>
            </a:xfrm>
            <a:custGeom>
              <a:avLst/>
              <a:gdLst/>
              <a:ahLst/>
              <a:cxnLst/>
              <a:rect l="l" t="t" r="r" b="b"/>
              <a:pathLst>
                <a:path w="216535" h="76200">
                  <a:moveTo>
                    <a:pt x="216108" y="0"/>
                  </a:moveTo>
                  <a:lnTo>
                    <a:pt x="0" y="0"/>
                  </a:lnTo>
                  <a:lnTo>
                    <a:pt x="0" y="75683"/>
                  </a:lnTo>
                  <a:lnTo>
                    <a:pt x="216108" y="75683"/>
                  </a:lnTo>
                  <a:lnTo>
                    <a:pt x="216108" y="0"/>
                  </a:lnTo>
                  <a:close/>
                </a:path>
              </a:pathLst>
            </a:custGeom>
            <a:solidFill>
              <a:srgbClr val="CFE3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5" name="object 485" descr=""/>
            <p:cNvSpPr/>
            <p:nvPr/>
          </p:nvSpPr>
          <p:spPr>
            <a:xfrm>
              <a:off x="5218433" y="6878438"/>
              <a:ext cx="67945" cy="179070"/>
            </a:xfrm>
            <a:custGeom>
              <a:avLst/>
              <a:gdLst/>
              <a:ahLst/>
              <a:cxnLst/>
              <a:rect l="l" t="t" r="r" b="b"/>
              <a:pathLst>
                <a:path w="67945" h="179070">
                  <a:moveTo>
                    <a:pt x="67463" y="0"/>
                  </a:moveTo>
                  <a:lnTo>
                    <a:pt x="0" y="0"/>
                  </a:lnTo>
                  <a:lnTo>
                    <a:pt x="0" y="118132"/>
                  </a:lnTo>
                  <a:lnTo>
                    <a:pt x="60720" y="178863"/>
                  </a:lnTo>
                  <a:lnTo>
                    <a:pt x="67463" y="178863"/>
                  </a:lnTo>
                  <a:lnTo>
                    <a:pt x="67463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6" name="object 486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133020" y="6878438"/>
              <a:ext cx="65081" cy="178860"/>
            </a:xfrm>
            <a:prstGeom prst="rect">
              <a:avLst/>
            </a:prstGeom>
          </p:spPr>
        </p:pic>
        <p:sp>
          <p:nvSpPr>
            <p:cNvPr id="487" name="object 487" descr=""/>
            <p:cNvSpPr/>
            <p:nvPr/>
          </p:nvSpPr>
          <p:spPr>
            <a:xfrm>
              <a:off x="5218433" y="6996577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60" h="60959">
                  <a:moveTo>
                    <a:pt x="0" y="0"/>
                  </a:moveTo>
                  <a:lnTo>
                    <a:pt x="0" y="60720"/>
                  </a:lnTo>
                  <a:lnTo>
                    <a:pt x="60720" y="607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8" name="object 488" descr=""/>
            <p:cNvSpPr/>
            <p:nvPr/>
          </p:nvSpPr>
          <p:spPr>
            <a:xfrm>
              <a:off x="5306200" y="6878440"/>
              <a:ext cx="153035" cy="179070"/>
            </a:xfrm>
            <a:custGeom>
              <a:avLst/>
              <a:gdLst/>
              <a:ahLst/>
              <a:cxnLst/>
              <a:rect l="l" t="t" r="r" b="b"/>
              <a:pathLst>
                <a:path w="153035" h="179070">
                  <a:moveTo>
                    <a:pt x="68122" y="0"/>
                  </a:moveTo>
                  <a:lnTo>
                    <a:pt x="0" y="0"/>
                  </a:lnTo>
                  <a:lnTo>
                    <a:pt x="0" y="178854"/>
                  </a:lnTo>
                  <a:lnTo>
                    <a:pt x="68122" y="178854"/>
                  </a:lnTo>
                  <a:lnTo>
                    <a:pt x="68122" y="0"/>
                  </a:lnTo>
                  <a:close/>
                </a:path>
                <a:path w="153035" h="179070">
                  <a:moveTo>
                    <a:pt x="152831" y="0"/>
                  </a:moveTo>
                  <a:lnTo>
                    <a:pt x="88455" y="0"/>
                  </a:lnTo>
                  <a:lnTo>
                    <a:pt x="88455" y="178854"/>
                  </a:lnTo>
                  <a:lnTo>
                    <a:pt x="152831" y="178854"/>
                  </a:lnTo>
                  <a:lnTo>
                    <a:pt x="152831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9" name="object 489" descr=""/>
            <p:cNvSpPr/>
            <p:nvPr/>
          </p:nvSpPr>
          <p:spPr>
            <a:xfrm>
              <a:off x="5112687" y="6858080"/>
              <a:ext cx="367030" cy="199390"/>
            </a:xfrm>
            <a:custGeom>
              <a:avLst/>
              <a:gdLst/>
              <a:ahLst/>
              <a:cxnLst/>
              <a:rect l="l" t="t" r="r" b="b"/>
              <a:pathLst>
                <a:path w="367029" h="199390">
                  <a:moveTo>
                    <a:pt x="366690" y="0"/>
                  </a:moveTo>
                  <a:lnTo>
                    <a:pt x="0" y="0"/>
                  </a:lnTo>
                  <a:lnTo>
                    <a:pt x="0" y="32752"/>
                  </a:lnTo>
                  <a:lnTo>
                    <a:pt x="20334" y="53087"/>
                  </a:lnTo>
                  <a:lnTo>
                    <a:pt x="20334" y="20355"/>
                  </a:lnTo>
                  <a:lnTo>
                    <a:pt x="346355" y="20355"/>
                  </a:lnTo>
                  <a:lnTo>
                    <a:pt x="346355" y="199219"/>
                  </a:lnTo>
                  <a:lnTo>
                    <a:pt x="366690" y="199219"/>
                  </a:lnTo>
                  <a:lnTo>
                    <a:pt x="366690" y="0"/>
                  </a:lnTo>
                  <a:close/>
                </a:path>
              </a:pathLst>
            </a:custGeom>
            <a:solidFill>
              <a:srgbClr val="1616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0" name="object 490" descr=""/>
            <p:cNvSpPr/>
            <p:nvPr/>
          </p:nvSpPr>
          <p:spPr>
            <a:xfrm>
              <a:off x="5112677" y="6878440"/>
              <a:ext cx="282575" cy="179070"/>
            </a:xfrm>
            <a:custGeom>
              <a:avLst/>
              <a:gdLst/>
              <a:ahLst/>
              <a:cxnLst/>
              <a:rect l="l" t="t" r="r" b="b"/>
              <a:pathLst>
                <a:path w="282575" h="179070">
                  <a:moveTo>
                    <a:pt x="20332" y="32727"/>
                  </a:moveTo>
                  <a:lnTo>
                    <a:pt x="0" y="12395"/>
                  </a:lnTo>
                  <a:lnTo>
                    <a:pt x="0" y="178866"/>
                  </a:lnTo>
                  <a:lnTo>
                    <a:pt x="20332" y="178866"/>
                  </a:lnTo>
                  <a:lnTo>
                    <a:pt x="20332" y="32727"/>
                  </a:lnTo>
                  <a:close/>
                </a:path>
                <a:path w="282575" h="179070">
                  <a:moveTo>
                    <a:pt x="105752" y="118135"/>
                  </a:moveTo>
                  <a:lnTo>
                    <a:pt x="85407" y="97790"/>
                  </a:lnTo>
                  <a:lnTo>
                    <a:pt x="85407" y="178866"/>
                  </a:lnTo>
                  <a:lnTo>
                    <a:pt x="105752" y="178866"/>
                  </a:lnTo>
                  <a:lnTo>
                    <a:pt x="105752" y="118135"/>
                  </a:lnTo>
                  <a:close/>
                </a:path>
                <a:path w="282575" h="179070">
                  <a:moveTo>
                    <a:pt x="105752" y="12"/>
                  </a:moveTo>
                  <a:lnTo>
                    <a:pt x="85420" y="12"/>
                  </a:lnTo>
                  <a:lnTo>
                    <a:pt x="85420" y="97790"/>
                  </a:lnTo>
                  <a:lnTo>
                    <a:pt x="105752" y="118135"/>
                  </a:lnTo>
                  <a:lnTo>
                    <a:pt x="105752" y="12"/>
                  </a:lnTo>
                  <a:close/>
                </a:path>
                <a:path w="282575" h="179070">
                  <a:moveTo>
                    <a:pt x="193522" y="0"/>
                  </a:moveTo>
                  <a:lnTo>
                    <a:pt x="173215" y="0"/>
                  </a:lnTo>
                  <a:lnTo>
                    <a:pt x="173215" y="178854"/>
                  </a:lnTo>
                  <a:lnTo>
                    <a:pt x="193522" y="178854"/>
                  </a:lnTo>
                  <a:lnTo>
                    <a:pt x="193522" y="0"/>
                  </a:lnTo>
                  <a:close/>
                </a:path>
                <a:path w="282575" h="179070">
                  <a:moveTo>
                    <a:pt x="281978" y="0"/>
                  </a:moveTo>
                  <a:lnTo>
                    <a:pt x="261645" y="0"/>
                  </a:lnTo>
                  <a:lnTo>
                    <a:pt x="261645" y="178854"/>
                  </a:lnTo>
                  <a:lnTo>
                    <a:pt x="281978" y="178854"/>
                  </a:lnTo>
                  <a:lnTo>
                    <a:pt x="281978" y="0"/>
                  </a:lnTo>
                  <a:close/>
                </a:path>
              </a:pathLst>
            </a:custGeom>
            <a:solidFill>
              <a:srgbClr val="BAD78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91" name="object 491" descr=""/>
          <p:cNvGrpSpPr/>
          <p:nvPr/>
        </p:nvGrpSpPr>
        <p:grpSpPr>
          <a:xfrm>
            <a:off x="5685942" y="4484121"/>
            <a:ext cx="158750" cy="451484"/>
            <a:chOff x="5685942" y="4484121"/>
            <a:chExt cx="158750" cy="451484"/>
          </a:xfrm>
        </p:grpSpPr>
        <p:sp>
          <p:nvSpPr>
            <p:cNvPr id="492" name="object 492" descr=""/>
            <p:cNvSpPr/>
            <p:nvPr/>
          </p:nvSpPr>
          <p:spPr>
            <a:xfrm>
              <a:off x="5734156" y="4484121"/>
              <a:ext cx="62230" cy="386080"/>
            </a:xfrm>
            <a:custGeom>
              <a:avLst/>
              <a:gdLst/>
              <a:ahLst/>
              <a:cxnLst/>
              <a:rect l="l" t="t" r="r" b="b"/>
              <a:pathLst>
                <a:path w="62229" h="386079">
                  <a:moveTo>
                    <a:pt x="33444" y="0"/>
                  </a:moveTo>
                  <a:lnTo>
                    <a:pt x="28554" y="0"/>
                  </a:lnTo>
                  <a:lnTo>
                    <a:pt x="0" y="385977"/>
                  </a:lnTo>
                  <a:lnTo>
                    <a:pt x="62019" y="385977"/>
                  </a:lnTo>
                  <a:lnTo>
                    <a:pt x="33444" y="0"/>
                  </a:lnTo>
                  <a:close/>
                </a:path>
              </a:pathLst>
            </a:custGeom>
            <a:solidFill>
              <a:srgbClr val="DFEC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3" name="object 493" descr=""/>
            <p:cNvSpPr/>
            <p:nvPr/>
          </p:nvSpPr>
          <p:spPr>
            <a:xfrm>
              <a:off x="5685942" y="4870092"/>
              <a:ext cx="79375" cy="65405"/>
            </a:xfrm>
            <a:custGeom>
              <a:avLst/>
              <a:gdLst/>
              <a:ahLst/>
              <a:cxnLst/>
              <a:rect l="l" t="t" r="r" b="b"/>
              <a:pathLst>
                <a:path w="79375" h="65404">
                  <a:moveTo>
                    <a:pt x="79222" y="0"/>
                  </a:moveTo>
                  <a:lnTo>
                    <a:pt x="0" y="0"/>
                  </a:lnTo>
                  <a:lnTo>
                    <a:pt x="0" y="64950"/>
                  </a:lnTo>
                  <a:lnTo>
                    <a:pt x="79222" y="64950"/>
                  </a:lnTo>
                  <a:lnTo>
                    <a:pt x="79222" y="0"/>
                  </a:lnTo>
                  <a:close/>
                </a:path>
              </a:pathLst>
            </a:custGeom>
            <a:solidFill>
              <a:srgbClr val="F6F9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4" name="object 494" descr=""/>
            <p:cNvSpPr/>
            <p:nvPr/>
          </p:nvSpPr>
          <p:spPr>
            <a:xfrm>
              <a:off x="5765164" y="4870092"/>
              <a:ext cx="79375" cy="65405"/>
            </a:xfrm>
            <a:custGeom>
              <a:avLst/>
              <a:gdLst/>
              <a:ahLst/>
              <a:cxnLst/>
              <a:rect l="l" t="t" r="r" b="b"/>
              <a:pathLst>
                <a:path w="79375" h="65404">
                  <a:moveTo>
                    <a:pt x="79222" y="0"/>
                  </a:moveTo>
                  <a:lnTo>
                    <a:pt x="0" y="0"/>
                  </a:lnTo>
                  <a:lnTo>
                    <a:pt x="0" y="64950"/>
                  </a:lnTo>
                  <a:lnTo>
                    <a:pt x="79222" y="64950"/>
                  </a:lnTo>
                  <a:lnTo>
                    <a:pt x="79222" y="0"/>
                  </a:lnTo>
                  <a:close/>
                </a:path>
              </a:pathLst>
            </a:custGeom>
            <a:solidFill>
              <a:srgbClr val="E2EEC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5" name="object 495" descr=""/>
          <p:cNvSpPr/>
          <p:nvPr/>
        </p:nvSpPr>
        <p:spPr>
          <a:xfrm>
            <a:off x="5380422" y="4838637"/>
            <a:ext cx="260350" cy="96520"/>
          </a:xfrm>
          <a:custGeom>
            <a:avLst/>
            <a:gdLst/>
            <a:ahLst/>
            <a:cxnLst/>
            <a:rect l="l" t="t" r="r" b="b"/>
            <a:pathLst>
              <a:path w="260350" h="96520">
                <a:moveTo>
                  <a:pt x="259887" y="0"/>
                </a:moveTo>
                <a:lnTo>
                  <a:pt x="0" y="0"/>
                </a:lnTo>
                <a:lnTo>
                  <a:pt x="0" y="96405"/>
                </a:lnTo>
                <a:lnTo>
                  <a:pt x="259887" y="96405"/>
                </a:lnTo>
                <a:lnTo>
                  <a:pt x="259887" y="0"/>
                </a:lnTo>
                <a:close/>
              </a:path>
            </a:pathLst>
          </a:custGeom>
          <a:solidFill>
            <a:srgbClr val="E2EEC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96" name="object 496" descr=""/>
          <p:cNvGrpSpPr/>
          <p:nvPr/>
        </p:nvGrpSpPr>
        <p:grpSpPr>
          <a:xfrm>
            <a:off x="6725640" y="5681771"/>
            <a:ext cx="2113280" cy="1376045"/>
            <a:chOff x="6725640" y="5681771"/>
            <a:chExt cx="2113280" cy="1376045"/>
          </a:xfrm>
        </p:grpSpPr>
        <p:sp>
          <p:nvSpPr>
            <p:cNvPr id="497" name="object 497" descr=""/>
            <p:cNvSpPr/>
            <p:nvPr/>
          </p:nvSpPr>
          <p:spPr>
            <a:xfrm>
              <a:off x="6924354" y="6222612"/>
              <a:ext cx="1914525" cy="652145"/>
            </a:xfrm>
            <a:custGeom>
              <a:avLst/>
              <a:gdLst/>
              <a:ahLst/>
              <a:cxnLst/>
              <a:rect l="l" t="t" r="r" b="b"/>
              <a:pathLst>
                <a:path w="1914525" h="652145">
                  <a:moveTo>
                    <a:pt x="0" y="651973"/>
                  </a:moveTo>
                  <a:lnTo>
                    <a:pt x="1914297" y="651973"/>
                  </a:lnTo>
                  <a:lnTo>
                    <a:pt x="1914297" y="0"/>
                  </a:lnTo>
                  <a:lnTo>
                    <a:pt x="0" y="0"/>
                  </a:lnTo>
                  <a:lnTo>
                    <a:pt x="0" y="651973"/>
                  </a:lnTo>
                  <a:close/>
                </a:path>
              </a:pathLst>
            </a:custGeom>
            <a:solidFill>
              <a:srgbClr val="A2DE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8" name="object 498" descr=""/>
            <p:cNvSpPr/>
            <p:nvPr/>
          </p:nvSpPr>
          <p:spPr>
            <a:xfrm>
              <a:off x="6924355" y="6160289"/>
              <a:ext cx="1914525" cy="62865"/>
            </a:xfrm>
            <a:custGeom>
              <a:avLst/>
              <a:gdLst/>
              <a:ahLst/>
              <a:cxnLst/>
              <a:rect l="l" t="t" r="r" b="b"/>
              <a:pathLst>
                <a:path w="1914525" h="62864">
                  <a:moveTo>
                    <a:pt x="1914297" y="0"/>
                  </a:moveTo>
                  <a:lnTo>
                    <a:pt x="0" y="0"/>
                  </a:lnTo>
                  <a:lnTo>
                    <a:pt x="0" y="62322"/>
                  </a:lnTo>
                  <a:lnTo>
                    <a:pt x="1914297" y="62322"/>
                  </a:lnTo>
                  <a:lnTo>
                    <a:pt x="1914297" y="0"/>
                  </a:lnTo>
                  <a:close/>
                </a:path>
              </a:pathLst>
            </a:custGeom>
            <a:solidFill>
              <a:srgbClr val="85D0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9" name="object 499" descr=""/>
            <p:cNvSpPr/>
            <p:nvPr/>
          </p:nvSpPr>
          <p:spPr>
            <a:xfrm>
              <a:off x="6924345" y="6222561"/>
              <a:ext cx="1914525" cy="651510"/>
            </a:xfrm>
            <a:custGeom>
              <a:avLst/>
              <a:gdLst/>
              <a:ahLst/>
              <a:cxnLst/>
              <a:rect l="l" t="t" r="r" b="b"/>
              <a:pathLst>
                <a:path w="1914525" h="651509">
                  <a:moveTo>
                    <a:pt x="115912" y="372071"/>
                  </a:moveTo>
                  <a:lnTo>
                    <a:pt x="0" y="372071"/>
                  </a:lnTo>
                  <a:lnTo>
                    <a:pt x="0" y="403250"/>
                  </a:lnTo>
                  <a:lnTo>
                    <a:pt x="115912" y="403250"/>
                  </a:lnTo>
                  <a:lnTo>
                    <a:pt x="115912" y="372071"/>
                  </a:lnTo>
                  <a:close/>
                </a:path>
                <a:path w="1914525" h="651509">
                  <a:moveTo>
                    <a:pt x="115912" y="185966"/>
                  </a:moveTo>
                  <a:lnTo>
                    <a:pt x="0" y="185966"/>
                  </a:lnTo>
                  <a:lnTo>
                    <a:pt x="0" y="217081"/>
                  </a:lnTo>
                  <a:lnTo>
                    <a:pt x="115912" y="217081"/>
                  </a:lnTo>
                  <a:lnTo>
                    <a:pt x="115912" y="185966"/>
                  </a:lnTo>
                  <a:close/>
                </a:path>
                <a:path w="1914525" h="651509">
                  <a:moveTo>
                    <a:pt x="231965" y="372071"/>
                  </a:moveTo>
                  <a:lnTo>
                    <a:pt x="197853" y="372071"/>
                  </a:lnTo>
                  <a:lnTo>
                    <a:pt x="197853" y="403250"/>
                  </a:lnTo>
                  <a:lnTo>
                    <a:pt x="231965" y="403250"/>
                  </a:lnTo>
                  <a:lnTo>
                    <a:pt x="231965" y="372071"/>
                  </a:lnTo>
                  <a:close/>
                </a:path>
                <a:path w="1914525" h="651509">
                  <a:moveTo>
                    <a:pt x="231965" y="185966"/>
                  </a:moveTo>
                  <a:lnTo>
                    <a:pt x="197853" y="185966"/>
                  </a:lnTo>
                  <a:lnTo>
                    <a:pt x="197853" y="217081"/>
                  </a:lnTo>
                  <a:lnTo>
                    <a:pt x="231965" y="217081"/>
                  </a:lnTo>
                  <a:lnTo>
                    <a:pt x="231965" y="185966"/>
                  </a:lnTo>
                  <a:close/>
                </a:path>
                <a:path w="1914525" h="651509">
                  <a:moveTo>
                    <a:pt x="486067" y="372071"/>
                  </a:moveTo>
                  <a:lnTo>
                    <a:pt x="313905" y="372071"/>
                  </a:lnTo>
                  <a:lnTo>
                    <a:pt x="313905" y="403250"/>
                  </a:lnTo>
                  <a:lnTo>
                    <a:pt x="486067" y="403250"/>
                  </a:lnTo>
                  <a:lnTo>
                    <a:pt x="486067" y="372071"/>
                  </a:lnTo>
                  <a:close/>
                </a:path>
                <a:path w="1914525" h="651509">
                  <a:moveTo>
                    <a:pt x="486067" y="185966"/>
                  </a:moveTo>
                  <a:lnTo>
                    <a:pt x="313905" y="185966"/>
                  </a:lnTo>
                  <a:lnTo>
                    <a:pt x="313905" y="217081"/>
                  </a:lnTo>
                  <a:lnTo>
                    <a:pt x="486067" y="217081"/>
                  </a:lnTo>
                  <a:lnTo>
                    <a:pt x="486067" y="185966"/>
                  </a:lnTo>
                  <a:close/>
                </a:path>
                <a:path w="1914525" h="651509">
                  <a:moveTo>
                    <a:pt x="602132" y="185966"/>
                  </a:moveTo>
                  <a:lnTo>
                    <a:pt x="568032" y="185966"/>
                  </a:lnTo>
                  <a:lnTo>
                    <a:pt x="568032" y="217081"/>
                  </a:lnTo>
                  <a:lnTo>
                    <a:pt x="602132" y="217081"/>
                  </a:lnTo>
                  <a:lnTo>
                    <a:pt x="602132" y="185966"/>
                  </a:lnTo>
                  <a:close/>
                </a:path>
                <a:path w="1914525" h="651509">
                  <a:moveTo>
                    <a:pt x="602145" y="372071"/>
                  </a:moveTo>
                  <a:lnTo>
                    <a:pt x="568032" y="372071"/>
                  </a:lnTo>
                  <a:lnTo>
                    <a:pt x="568032" y="403250"/>
                  </a:lnTo>
                  <a:lnTo>
                    <a:pt x="602145" y="403250"/>
                  </a:lnTo>
                  <a:lnTo>
                    <a:pt x="602145" y="372071"/>
                  </a:lnTo>
                  <a:close/>
                </a:path>
                <a:path w="1914525" h="651509">
                  <a:moveTo>
                    <a:pt x="819023" y="620318"/>
                  </a:moveTo>
                  <a:lnTo>
                    <a:pt x="0" y="620318"/>
                  </a:lnTo>
                  <a:lnTo>
                    <a:pt x="0" y="651471"/>
                  </a:lnTo>
                  <a:lnTo>
                    <a:pt x="819023" y="651471"/>
                  </a:lnTo>
                  <a:lnTo>
                    <a:pt x="819023" y="620318"/>
                  </a:lnTo>
                  <a:close/>
                </a:path>
                <a:path w="1914525" h="651509">
                  <a:moveTo>
                    <a:pt x="819023" y="557949"/>
                  </a:moveTo>
                  <a:lnTo>
                    <a:pt x="0" y="557949"/>
                  </a:lnTo>
                  <a:lnTo>
                    <a:pt x="0" y="589153"/>
                  </a:lnTo>
                  <a:lnTo>
                    <a:pt x="819023" y="589153"/>
                  </a:lnTo>
                  <a:lnTo>
                    <a:pt x="819023" y="557949"/>
                  </a:lnTo>
                  <a:close/>
                </a:path>
                <a:path w="1914525" h="651509">
                  <a:moveTo>
                    <a:pt x="819023" y="496735"/>
                  </a:moveTo>
                  <a:lnTo>
                    <a:pt x="0" y="496735"/>
                  </a:lnTo>
                  <a:lnTo>
                    <a:pt x="0" y="527862"/>
                  </a:lnTo>
                  <a:lnTo>
                    <a:pt x="819023" y="527862"/>
                  </a:lnTo>
                  <a:lnTo>
                    <a:pt x="819023" y="496735"/>
                  </a:lnTo>
                  <a:close/>
                </a:path>
                <a:path w="1914525" h="651509">
                  <a:moveTo>
                    <a:pt x="819023" y="434390"/>
                  </a:moveTo>
                  <a:lnTo>
                    <a:pt x="0" y="434390"/>
                  </a:lnTo>
                  <a:lnTo>
                    <a:pt x="0" y="465531"/>
                  </a:lnTo>
                  <a:lnTo>
                    <a:pt x="819023" y="465531"/>
                  </a:lnTo>
                  <a:lnTo>
                    <a:pt x="819023" y="434390"/>
                  </a:lnTo>
                  <a:close/>
                </a:path>
                <a:path w="1914525" h="651509">
                  <a:moveTo>
                    <a:pt x="819023" y="372071"/>
                  </a:moveTo>
                  <a:lnTo>
                    <a:pt x="684034" y="372071"/>
                  </a:lnTo>
                  <a:lnTo>
                    <a:pt x="684034" y="403250"/>
                  </a:lnTo>
                  <a:lnTo>
                    <a:pt x="819023" y="403250"/>
                  </a:lnTo>
                  <a:lnTo>
                    <a:pt x="819023" y="372071"/>
                  </a:lnTo>
                  <a:close/>
                </a:path>
                <a:path w="1914525" h="651509">
                  <a:moveTo>
                    <a:pt x="819023" y="309765"/>
                  </a:moveTo>
                  <a:lnTo>
                    <a:pt x="0" y="309765"/>
                  </a:lnTo>
                  <a:lnTo>
                    <a:pt x="0" y="312204"/>
                  </a:lnTo>
                  <a:lnTo>
                    <a:pt x="0" y="340893"/>
                  </a:lnTo>
                  <a:lnTo>
                    <a:pt x="231965" y="340893"/>
                  </a:lnTo>
                  <a:lnTo>
                    <a:pt x="231965" y="312204"/>
                  </a:lnTo>
                  <a:lnTo>
                    <a:pt x="313905" y="312204"/>
                  </a:lnTo>
                  <a:lnTo>
                    <a:pt x="313905" y="340893"/>
                  </a:lnTo>
                  <a:lnTo>
                    <a:pt x="486067" y="340893"/>
                  </a:lnTo>
                  <a:lnTo>
                    <a:pt x="486067" y="312204"/>
                  </a:lnTo>
                  <a:lnTo>
                    <a:pt x="568032" y="312204"/>
                  </a:lnTo>
                  <a:lnTo>
                    <a:pt x="568032" y="340893"/>
                  </a:lnTo>
                  <a:lnTo>
                    <a:pt x="602145" y="340893"/>
                  </a:lnTo>
                  <a:lnTo>
                    <a:pt x="602145" y="312204"/>
                  </a:lnTo>
                  <a:lnTo>
                    <a:pt x="684034" y="312204"/>
                  </a:lnTo>
                  <a:lnTo>
                    <a:pt x="684034" y="340893"/>
                  </a:lnTo>
                  <a:lnTo>
                    <a:pt x="819023" y="340893"/>
                  </a:lnTo>
                  <a:lnTo>
                    <a:pt x="819023" y="312204"/>
                  </a:lnTo>
                  <a:lnTo>
                    <a:pt x="819023" y="309765"/>
                  </a:lnTo>
                  <a:close/>
                </a:path>
                <a:path w="1914525" h="651509">
                  <a:moveTo>
                    <a:pt x="1230147" y="372071"/>
                  </a:moveTo>
                  <a:lnTo>
                    <a:pt x="1095298" y="372071"/>
                  </a:lnTo>
                  <a:lnTo>
                    <a:pt x="1095298" y="403250"/>
                  </a:lnTo>
                  <a:lnTo>
                    <a:pt x="1230147" y="403250"/>
                  </a:lnTo>
                  <a:lnTo>
                    <a:pt x="1230147" y="372071"/>
                  </a:lnTo>
                  <a:close/>
                </a:path>
                <a:path w="1914525" h="651509">
                  <a:moveTo>
                    <a:pt x="1230147" y="185966"/>
                  </a:moveTo>
                  <a:lnTo>
                    <a:pt x="684022" y="185966"/>
                  </a:lnTo>
                  <a:lnTo>
                    <a:pt x="684022" y="217081"/>
                  </a:lnTo>
                  <a:lnTo>
                    <a:pt x="1230147" y="217081"/>
                  </a:lnTo>
                  <a:lnTo>
                    <a:pt x="1230147" y="185966"/>
                  </a:lnTo>
                  <a:close/>
                </a:path>
                <a:path w="1914525" h="651509">
                  <a:moveTo>
                    <a:pt x="1346187" y="372071"/>
                  </a:moveTo>
                  <a:lnTo>
                    <a:pt x="1312125" y="372071"/>
                  </a:lnTo>
                  <a:lnTo>
                    <a:pt x="1312125" y="403250"/>
                  </a:lnTo>
                  <a:lnTo>
                    <a:pt x="1346187" y="403250"/>
                  </a:lnTo>
                  <a:lnTo>
                    <a:pt x="1346187" y="372071"/>
                  </a:lnTo>
                  <a:close/>
                </a:path>
                <a:path w="1914525" h="651509">
                  <a:moveTo>
                    <a:pt x="1346187" y="185966"/>
                  </a:moveTo>
                  <a:lnTo>
                    <a:pt x="1312125" y="185966"/>
                  </a:lnTo>
                  <a:lnTo>
                    <a:pt x="1312125" y="217081"/>
                  </a:lnTo>
                  <a:lnTo>
                    <a:pt x="1346187" y="217081"/>
                  </a:lnTo>
                  <a:lnTo>
                    <a:pt x="1346187" y="185966"/>
                  </a:lnTo>
                  <a:close/>
                </a:path>
                <a:path w="1914525" h="651509">
                  <a:moveTo>
                    <a:pt x="1603756" y="372071"/>
                  </a:moveTo>
                  <a:lnTo>
                    <a:pt x="1428115" y="372071"/>
                  </a:lnTo>
                  <a:lnTo>
                    <a:pt x="1428115" y="403250"/>
                  </a:lnTo>
                  <a:lnTo>
                    <a:pt x="1603756" y="403250"/>
                  </a:lnTo>
                  <a:lnTo>
                    <a:pt x="1603756" y="372071"/>
                  </a:lnTo>
                  <a:close/>
                </a:path>
                <a:path w="1914525" h="651509">
                  <a:moveTo>
                    <a:pt x="1603756" y="185966"/>
                  </a:moveTo>
                  <a:lnTo>
                    <a:pt x="1428115" y="185966"/>
                  </a:lnTo>
                  <a:lnTo>
                    <a:pt x="1428115" y="217081"/>
                  </a:lnTo>
                  <a:lnTo>
                    <a:pt x="1603756" y="217081"/>
                  </a:lnTo>
                  <a:lnTo>
                    <a:pt x="1603756" y="185966"/>
                  </a:lnTo>
                  <a:close/>
                </a:path>
                <a:path w="1914525" h="651509">
                  <a:moveTo>
                    <a:pt x="1719808" y="372071"/>
                  </a:moveTo>
                  <a:lnTo>
                    <a:pt x="1685747" y="372071"/>
                  </a:lnTo>
                  <a:lnTo>
                    <a:pt x="1685747" y="403250"/>
                  </a:lnTo>
                  <a:lnTo>
                    <a:pt x="1719808" y="403250"/>
                  </a:lnTo>
                  <a:lnTo>
                    <a:pt x="1719808" y="372071"/>
                  </a:lnTo>
                  <a:close/>
                </a:path>
                <a:path w="1914525" h="651509">
                  <a:moveTo>
                    <a:pt x="1719808" y="185966"/>
                  </a:moveTo>
                  <a:lnTo>
                    <a:pt x="1685747" y="185966"/>
                  </a:lnTo>
                  <a:lnTo>
                    <a:pt x="1685747" y="217081"/>
                  </a:lnTo>
                  <a:lnTo>
                    <a:pt x="1719808" y="217081"/>
                  </a:lnTo>
                  <a:lnTo>
                    <a:pt x="1719808" y="185966"/>
                  </a:lnTo>
                  <a:close/>
                </a:path>
                <a:path w="1914525" h="651509">
                  <a:moveTo>
                    <a:pt x="1914296" y="620318"/>
                  </a:moveTo>
                  <a:lnTo>
                    <a:pt x="1095298" y="620318"/>
                  </a:lnTo>
                  <a:lnTo>
                    <a:pt x="1095298" y="651471"/>
                  </a:lnTo>
                  <a:lnTo>
                    <a:pt x="1914296" y="651471"/>
                  </a:lnTo>
                  <a:lnTo>
                    <a:pt x="1914296" y="620318"/>
                  </a:lnTo>
                  <a:close/>
                </a:path>
                <a:path w="1914525" h="651509">
                  <a:moveTo>
                    <a:pt x="1914296" y="557949"/>
                  </a:moveTo>
                  <a:lnTo>
                    <a:pt x="1095298" y="557949"/>
                  </a:lnTo>
                  <a:lnTo>
                    <a:pt x="1095298" y="589153"/>
                  </a:lnTo>
                  <a:lnTo>
                    <a:pt x="1914296" y="589153"/>
                  </a:lnTo>
                  <a:lnTo>
                    <a:pt x="1914296" y="557949"/>
                  </a:lnTo>
                  <a:close/>
                </a:path>
                <a:path w="1914525" h="651509">
                  <a:moveTo>
                    <a:pt x="1914296" y="496735"/>
                  </a:moveTo>
                  <a:lnTo>
                    <a:pt x="1095298" y="496735"/>
                  </a:lnTo>
                  <a:lnTo>
                    <a:pt x="1095298" y="527862"/>
                  </a:lnTo>
                  <a:lnTo>
                    <a:pt x="1914296" y="527862"/>
                  </a:lnTo>
                  <a:lnTo>
                    <a:pt x="1914296" y="496735"/>
                  </a:lnTo>
                  <a:close/>
                </a:path>
                <a:path w="1914525" h="651509">
                  <a:moveTo>
                    <a:pt x="1914296" y="434390"/>
                  </a:moveTo>
                  <a:lnTo>
                    <a:pt x="1095298" y="434390"/>
                  </a:lnTo>
                  <a:lnTo>
                    <a:pt x="1095298" y="465531"/>
                  </a:lnTo>
                  <a:lnTo>
                    <a:pt x="1914296" y="465531"/>
                  </a:lnTo>
                  <a:lnTo>
                    <a:pt x="1914296" y="434390"/>
                  </a:lnTo>
                  <a:close/>
                </a:path>
                <a:path w="1914525" h="651509">
                  <a:moveTo>
                    <a:pt x="1914296" y="372071"/>
                  </a:moveTo>
                  <a:lnTo>
                    <a:pt x="1801736" y="372071"/>
                  </a:lnTo>
                  <a:lnTo>
                    <a:pt x="1801736" y="403250"/>
                  </a:lnTo>
                  <a:lnTo>
                    <a:pt x="1914296" y="403250"/>
                  </a:lnTo>
                  <a:lnTo>
                    <a:pt x="1914296" y="372071"/>
                  </a:lnTo>
                  <a:close/>
                </a:path>
                <a:path w="1914525" h="651509">
                  <a:moveTo>
                    <a:pt x="1914296" y="309765"/>
                  </a:moveTo>
                  <a:lnTo>
                    <a:pt x="1095298" y="309765"/>
                  </a:lnTo>
                  <a:lnTo>
                    <a:pt x="1095298" y="312204"/>
                  </a:lnTo>
                  <a:lnTo>
                    <a:pt x="1095298" y="340893"/>
                  </a:lnTo>
                  <a:lnTo>
                    <a:pt x="1346187" y="340893"/>
                  </a:lnTo>
                  <a:lnTo>
                    <a:pt x="1346187" y="312204"/>
                  </a:lnTo>
                  <a:lnTo>
                    <a:pt x="1428115" y="312204"/>
                  </a:lnTo>
                  <a:lnTo>
                    <a:pt x="1428115" y="340893"/>
                  </a:lnTo>
                  <a:lnTo>
                    <a:pt x="1603756" y="340893"/>
                  </a:lnTo>
                  <a:lnTo>
                    <a:pt x="1603756" y="312204"/>
                  </a:lnTo>
                  <a:lnTo>
                    <a:pt x="1685747" y="312204"/>
                  </a:lnTo>
                  <a:lnTo>
                    <a:pt x="1685747" y="340893"/>
                  </a:lnTo>
                  <a:lnTo>
                    <a:pt x="1719808" y="340893"/>
                  </a:lnTo>
                  <a:lnTo>
                    <a:pt x="1719808" y="312204"/>
                  </a:lnTo>
                  <a:lnTo>
                    <a:pt x="1801736" y="312204"/>
                  </a:lnTo>
                  <a:lnTo>
                    <a:pt x="1801736" y="340893"/>
                  </a:lnTo>
                  <a:lnTo>
                    <a:pt x="1914296" y="340893"/>
                  </a:lnTo>
                  <a:lnTo>
                    <a:pt x="1914296" y="312204"/>
                  </a:lnTo>
                  <a:lnTo>
                    <a:pt x="1914296" y="309765"/>
                  </a:lnTo>
                  <a:close/>
                </a:path>
                <a:path w="1914525" h="651509">
                  <a:moveTo>
                    <a:pt x="1914296" y="248285"/>
                  </a:moveTo>
                  <a:lnTo>
                    <a:pt x="1801736" y="248285"/>
                  </a:lnTo>
                  <a:lnTo>
                    <a:pt x="1801736" y="278091"/>
                  </a:lnTo>
                  <a:lnTo>
                    <a:pt x="1719808" y="278091"/>
                  </a:lnTo>
                  <a:lnTo>
                    <a:pt x="1719808" y="248285"/>
                  </a:lnTo>
                  <a:lnTo>
                    <a:pt x="1685747" y="248285"/>
                  </a:lnTo>
                  <a:lnTo>
                    <a:pt x="1685747" y="278091"/>
                  </a:lnTo>
                  <a:lnTo>
                    <a:pt x="1603756" y="278091"/>
                  </a:lnTo>
                  <a:lnTo>
                    <a:pt x="1603756" y="248285"/>
                  </a:lnTo>
                  <a:lnTo>
                    <a:pt x="1428115" y="248285"/>
                  </a:lnTo>
                  <a:lnTo>
                    <a:pt x="1428115" y="278091"/>
                  </a:lnTo>
                  <a:lnTo>
                    <a:pt x="1346187" y="278091"/>
                  </a:lnTo>
                  <a:lnTo>
                    <a:pt x="1346187" y="248285"/>
                  </a:lnTo>
                  <a:lnTo>
                    <a:pt x="1312125" y="248285"/>
                  </a:lnTo>
                  <a:lnTo>
                    <a:pt x="1312125" y="278091"/>
                  </a:lnTo>
                  <a:lnTo>
                    <a:pt x="1230147" y="278091"/>
                  </a:lnTo>
                  <a:lnTo>
                    <a:pt x="1230147" y="248285"/>
                  </a:lnTo>
                  <a:lnTo>
                    <a:pt x="684022" y="248285"/>
                  </a:lnTo>
                  <a:lnTo>
                    <a:pt x="684022" y="278091"/>
                  </a:lnTo>
                  <a:lnTo>
                    <a:pt x="602132" y="278091"/>
                  </a:lnTo>
                  <a:lnTo>
                    <a:pt x="602132" y="248285"/>
                  </a:lnTo>
                  <a:lnTo>
                    <a:pt x="568032" y="248285"/>
                  </a:lnTo>
                  <a:lnTo>
                    <a:pt x="568032" y="278091"/>
                  </a:lnTo>
                  <a:lnTo>
                    <a:pt x="486067" y="278091"/>
                  </a:lnTo>
                  <a:lnTo>
                    <a:pt x="486067" y="248285"/>
                  </a:lnTo>
                  <a:lnTo>
                    <a:pt x="313905" y="248285"/>
                  </a:lnTo>
                  <a:lnTo>
                    <a:pt x="313905" y="278091"/>
                  </a:lnTo>
                  <a:lnTo>
                    <a:pt x="231965" y="278091"/>
                  </a:lnTo>
                  <a:lnTo>
                    <a:pt x="231965" y="248285"/>
                  </a:lnTo>
                  <a:lnTo>
                    <a:pt x="0" y="248285"/>
                  </a:lnTo>
                  <a:lnTo>
                    <a:pt x="0" y="278091"/>
                  </a:lnTo>
                  <a:lnTo>
                    <a:pt x="0" y="279412"/>
                  </a:lnTo>
                  <a:lnTo>
                    <a:pt x="1914296" y="279412"/>
                  </a:lnTo>
                  <a:lnTo>
                    <a:pt x="1914296" y="278091"/>
                  </a:lnTo>
                  <a:lnTo>
                    <a:pt x="1914296" y="248285"/>
                  </a:lnTo>
                  <a:close/>
                </a:path>
                <a:path w="1914525" h="651509">
                  <a:moveTo>
                    <a:pt x="1914296" y="185966"/>
                  </a:moveTo>
                  <a:lnTo>
                    <a:pt x="1801736" y="185966"/>
                  </a:lnTo>
                  <a:lnTo>
                    <a:pt x="1801736" y="217081"/>
                  </a:lnTo>
                  <a:lnTo>
                    <a:pt x="1914296" y="217081"/>
                  </a:lnTo>
                  <a:lnTo>
                    <a:pt x="1914296" y="185966"/>
                  </a:lnTo>
                  <a:close/>
                </a:path>
                <a:path w="1914525" h="651509">
                  <a:moveTo>
                    <a:pt x="1914296" y="124701"/>
                  </a:moveTo>
                  <a:lnTo>
                    <a:pt x="0" y="124701"/>
                  </a:lnTo>
                  <a:lnTo>
                    <a:pt x="0" y="155841"/>
                  </a:lnTo>
                  <a:lnTo>
                    <a:pt x="1914296" y="155841"/>
                  </a:lnTo>
                  <a:lnTo>
                    <a:pt x="1914296" y="124701"/>
                  </a:lnTo>
                  <a:close/>
                </a:path>
                <a:path w="1914525" h="651509">
                  <a:moveTo>
                    <a:pt x="1914296" y="62369"/>
                  </a:moveTo>
                  <a:lnTo>
                    <a:pt x="0" y="62369"/>
                  </a:lnTo>
                  <a:lnTo>
                    <a:pt x="0" y="93510"/>
                  </a:lnTo>
                  <a:lnTo>
                    <a:pt x="1914296" y="93510"/>
                  </a:lnTo>
                  <a:lnTo>
                    <a:pt x="1914296" y="62369"/>
                  </a:lnTo>
                  <a:close/>
                </a:path>
                <a:path w="1914525" h="651509">
                  <a:moveTo>
                    <a:pt x="1914296" y="0"/>
                  </a:moveTo>
                  <a:lnTo>
                    <a:pt x="0" y="0"/>
                  </a:lnTo>
                  <a:lnTo>
                    <a:pt x="0" y="31242"/>
                  </a:lnTo>
                  <a:lnTo>
                    <a:pt x="1914296" y="31242"/>
                  </a:lnTo>
                  <a:lnTo>
                    <a:pt x="1914296" y="0"/>
                  </a:lnTo>
                  <a:close/>
                </a:path>
              </a:pathLst>
            </a:custGeom>
            <a:solidFill>
              <a:srgbClr val="B5E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0" name="object 500" descr=""/>
            <p:cNvSpPr/>
            <p:nvPr/>
          </p:nvSpPr>
          <p:spPr>
            <a:xfrm>
              <a:off x="6725628" y="5681782"/>
              <a:ext cx="2113280" cy="1376045"/>
            </a:xfrm>
            <a:custGeom>
              <a:avLst/>
              <a:gdLst/>
              <a:ahLst/>
              <a:cxnLst/>
              <a:rect l="l" t="t" r="r" b="b"/>
              <a:pathLst>
                <a:path w="2113279" h="1376045">
                  <a:moveTo>
                    <a:pt x="109105" y="1192822"/>
                  </a:moveTo>
                  <a:lnTo>
                    <a:pt x="57924" y="1192822"/>
                  </a:lnTo>
                  <a:lnTo>
                    <a:pt x="57924" y="1375778"/>
                  </a:lnTo>
                  <a:lnTo>
                    <a:pt x="109105" y="1375778"/>
                  </a:lnTo>
                  <a:lnTo>
                    <a:pt x="109105" y="1192822"/>
                  </a:lnTo>
                  <a:close/>
                </a:path>
                <a:path w="2113279" h="1376045">
                  <a:moveTo>
                    <a:pt x="1155865" y="0"/>
                  </a:moveTo>
                  <a:lnTo>
                    <a:pt x="408317" y="0"/>
                  </a:lnTo>
                  <a:lnTo>
                    <a:pt x="278523" y="298170"/>
                  </a:lnTo>
                  <a:lnTo>
                    <a:pt x="0" y="478510"/>
                  </a:lnTo>
                  <a:lnTo>
                    <a:pt x="1155865" y="478510"/>
                  </a:lnTo>
                  <a:lnTo>
                    <a:pt x="1155865" y="0"/>
                  </a:lnTo>
                  <a:close/>
                </a:path>
                <a:path w="2113279" h="1376045">
                  <a:moveTo>
                    <a:pt x="2113013" y="1192822"/>
                  </a:moveTo>
                  <a:lnTo>
                    <a:pt x="198716" y="1192822"/>
                  </a:lnTo>
                  <a:lnTo>
                    <a:pt x="198716" y="1375778"/>
                  </a:lnTo>
                  <a:lnTo>
                    <a:pt x="2113013" y="1375778"/>
                  </a:lnTo>
                  <a:lnTo>
                    <a:pt x="2113013" y="1192822"/>
                  </a:lnTo>
                  <a:close/>
                </a:path>
              </a:pathLst>
            </a:custGeom>
            <a:solidFill>
              <a:srgbClr val="CBD94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1" name="object 501" descr=""/>
          <p:cNvSpPr/>
          <p:nvPr/>
        </p:nvSpPr>
        <p:spPr>
          <a:xfrm>
            <a:off x="8928293" y="6874596"/>
            <a:ext cx="51435" cy="183515"/>
          </a:xfrm>
          <a:custGeom>
            <a:avLst/>
            <a:gdLst/>
            <a:ahLst/>
            <a:cxnLst/>
            <a:rect l="l" t="t" r="r" b="b"/>
            <a:pathLst>
              <a:path w="51434" h="183515">
                <a:moveTo>
                  <a:pt x="0" y="182957"/>
                </a:moveTo>
                <a:lnTo>
                  <a:pt x="51160" y="182957"/>
                </a:lnTo>
                <a:lnTo>
                  <a:pt x="51160" y="0"/>
                </a:lnTo>
                <a:lnTo>
                  <a:pt x="0" y="0"/>
                </a:lnTo>
                <a:lnTo>
                  <a:pt x="0" y="182957"/>
                </a:lnTo>
                <a:close/>
              </a:path>
            </a:pathLst>
          </a:custGeom>
          <a:solidFill>
            <a:srgbClr val="CBD94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02" name="object 502" descr=""/>
          <p:cNvGrpSpPr/>
          <p:nvPr/>
        </p:nvGrpSpPr>
        <p:grpSpPr>
          <a:xfrm>
            <a:off x="7743376" y="6501969"/>
            <a:ext cx="276860" cy="372110"/>
            <a:chOff x="7743376" y="6501969"/>
            <a:chExt cx="276860" cy="372110"/>
          </a:xfrm>
        </p:grpSpPr>
        <p:sp>
          <p:nvSpPr>
            <p:cNvPr id="503" name="object 503" descr=""/>
            <p:cNvSpPr/>
            <p:nvPr/>
          </p:nvSpPr>
          <p:spPr>
            <a:xfrm>
              <a:off x="7743376" y="6501969"/>
              <a:ext cx="276860" cy="372110"/>
            </a:xfrm>
            <a:custGeom>
              <a:avLst/>
              <a:gdLst/>
              <a:ahLst/>
              <a:cxnLst/>
              <a:rect l="l" t="t" r="r" b="b"/>
              <a:pathLst>
                <a:path w="276859" h="372109">
                  <a:moveTo>
                    <a:pt x="276274" y="0"/>
                  </a:moveTo>
                  <a:lnTo>
                    <a:pt x="0" y="0"/>
                  </a:lnTo>
                  <a:lnTo>
                    <a:pt x="0" y="372061"/>
                  </a:lnTo>
                  <a:lnTo>
                    <a:pt x="276274" y="372061"/>
                  </a:lnTo>
                  <a:lnTo>
                    <a:pt x="276274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4" name="object 504" descr=""/>
            <p:cNvSpPr/>
            <p:nvPr/>
          </p:nvSpPr>
          <p:spPr>
            <a:xfrm>
              <a:off x="7778967" y="6668917"/>
              <a:ext cx="22860" cy="61594"/>
            </a:xfrm>
            <a:custGeom>
              <a:avLst/>
              <a:gdLst/>
              <a:ahLst/>
              <a:cxnLst/>
              <a:rect l="l" t="t" r="r" b="b"/>
              <a:pathLst>
                <a:path w="22859" h="61595">
                  <a:moveTo>
                    <a:pt x="22617" y="0"/>
                  </a:moveTo>
                  <a:lnTo>
                    <a:pt x="0" y="0"/>
                  </a:lnTo>
                  <a:lnTo>
                    <a:pt x="0" y="60992"/>
                  </a:lnTo>
                  <a:lnTo>
                    <a:pt x="22617" y="60992"/>
                  </a:lnTo>
                  <a:lnTo>
                    <a:pt x="226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05" name="object 505" descr=""/>
          <p:cNvGrpSpPr/>
          <p:nvPr/>
        </p:nvGrpSpPr>
        <p:grpSpPr>
          <a:xfrm>
            <a:off x="7542690" y="6874026"/>
            <a:ext cx="751840" cy="184150"/>
            <a:chOff x="7542690" y="6874026"/>
            <a:chExt cx="751840" cy="184150"/>
          </a:xfrm>
        </p:grpSpPr>
        <p:sp>
          <p:nvSpPr>
            <p:cNvPr id="506" name="object 506" descr=""/>
            <p:cNvSpPr/>
            <p:nvPr/>
          </p:nvSpPr>
          <p:spPr>
            <a:xfrm>
              <a:off x="8110822" y="6874030"/>
              <a:ext cx="183515" cy="184150"/>
            </a:xfrm>
            <a:custGeom>
              <a:avLst/>
              <a:gdLst/>
              <a:ahLst/>
              <a:cxnLst/>
              <a:rect l="l" t="t" r="r" b="b"/>
              <a:pathLst>
                <a:path w="183515" h="184150">
                  <a:moveTo>
                    <a:pt x="0" y="0"/>
                  </a:moveTo>
                  <a:lnTo>
                    <a:pt x="0" y="183523"/>
                  </a:lnTo>
                  <a:lnTo>
                    <a:pt x="183408" y="1835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7" name="object 507" descr=""/>
            <p:cNvSpPr/>
            <p:nvPr/>
          </p:nvSpPr>
          <p:spPr>
            <a:xfrm>
              <a:off x="7542690" y="6874026"/>
              <a:ext cx="673100" cy="184150"/>
            </a:xfrm>
            <a:custGeom>
              <a:avLst/>
              <a:gdLst/>
              <a:ahLst/>
              <a:cxnLst/>
              <a:rect l="l" t="t" r="r" b="b"/>
              <a:pathLst>
                <a:path w="673100" h="184150">
                  <a:moveTo>
                    <a:pt x="568129" y="0"/>
                  </a:moveTo>
                  <a:lnTo>
                    <a:pt x="104855" y="0"/>
                  </a:lnTo>
                  <a:lnTo>
                    <a:pt x="0" y="183523"/>
                  </a:lnTo>
                  <a:lnTo>
                    <a:pt x="672932" y="183523"/>
                  </a:lnTo>
                  <a:lnTo>
                    <a:pt x="568129" y="0"/>
                  </a:lnTo>
                  <a:close/>
                </a:path>
              </a:pathLst>
            </a:custGeom>
            <a:solidFill>
              <a:srgbClr val="DAF1F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08" name="object 508" descr=""/>
          <p:cNvGrpSpPr/>
          <p:nvPr/>
        </p:nvGrpSpPr>
        <p:grpSpPr>
          <a:xfrm>
            <a:off x="7006205" y="6346666"/>
            <a:ext cx="266700" cy="341630"/>
            <a:chOff x="7006205" y="6346666"/>
            <a:chExt cx="266700" cy="341630"/>
          </a:xfrm>
        </p:grpSpPr>
        <p:sp>
          <p:nvSpPr>
            <p:cNvPr id="509" name="object 509" descr=""/>
            <p:cNvSpPr/>
            <p:nvPr/>
          </p:nvSpPr>
          <p:spPr>
            <a:xfrm>
              <a:off x="7040258" y="6381362"/>
              <a:ext cx="198120" cy="273050"/>
            </a:xfrm>
            <a:custGeom>
              <a:avLst/>
              <a:gdLst/>
              <a:ahLst/>
              <a:cxnLst/>
              <a:rect l="l" t="t" r="r" b="b"/>
              <a:pathLst>
                <a:path w="198120" h="273050">
                  <a:moveTo>
                    <a:pt x="81940" y="153403"/>
                  </a:moveTo>
                  <a:lnTo>
                    <a:pt x="0" y="153403"/>
                  </a:lnTo>
                  <a:lnTo>
                    <a:pt x="0" y="272618"/>
                  </a:lnTo>
                  <a:lnTo>
                    <a:pt x="81940" y="272618"/>
                  </a:lnTo>
                  <a:lnTo>
                    <a:pt x="81940" y="153403"/>
                  </a:lnTo>
                  <a:close/>
                </a:path>
                <a:path w="198120" h="273050">
                  <a:moveTo>
                    <a:pt x="81940" y="0"/>
                  </a:moveTo>
                  <a:lnTo>
                    <a:pt x="0" y="0"/>
                  </a:lnTo>
                  <a:lnTo>
                    <a:pt x="0" y="119291"/>
                  </a:lnTo>
                  <a:lnTo>
                    <a:pt x="81940" y="119291"/>
                  </a:lnTo>
                  <a:lnTo>
                    <a:pt x="81940" y="0"/>
                  </a:lnTo>
                  <a:close/>
                </a:path>
                <a:path w="198120" h="273050">
                  <a:moveTo>
                    <a:pt x="197993" y="153403"/>
                  </a:moveTo>
                  <a:lnTo>
                    <a:pt x="116052" y="153403"/>
                  </a:lnTo>
                  <a:lnTo>
                    <a:pt x="116052" y="272618"/>
                  </a:lnTo>
                  <a:lnTo>
                    <a:pt x="197993" y="272618"/>
                  </a:lnTo>
                  <a:lnTo>
                    <a:pt x="197993" y="153403"/>
                  </a:lnTo>
                  <a:close/>
                </a:path>
                <a:path w="198120" h="273050">
                  <a:moveTo>
                    <a:pt x="197993" y="0"/>
                  </a:moveTo>
                  <a:lnTo>
                    <a:pt x="116052" y="0"/>
                  </a:lnTo>
                  <a:lnTo>
                    <a:pt x="116052" y="119291"/>
                  </a:lnTo>
                  <a:lnTo>
                    <a:pt x="197993" y="119291"/>
                  </a:lnTo>
                  <a:lnTo>
                    <a:pt x="197993" y="0"/>
                  </a:lnTo>
                  <a:close/>
                </a:path>
              </a:pathLst>
            </a:custGeom>
            <a:solidFill>
              <a:srgbClr val="D2E4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0" name="object 510" descr=""/>
            <p:cNvSpPr/>
            <p:nvPr/>
          </p:nvSpPr>
          <p:spPr>
            <a:xfrm>
              <a:off x="7006196" y="6346665"/>
              <a:ext cx="266700" cy="341630"/>
            </a:xfrm>
            <a:custGeom>
              <a:avLst/>
              <a:gdLst/>
              <a:ahLst/>
              <a:cxnLst/>
              <a:rect l="l" t="t" r="r" b="b"/>
              <a:pathLst>
                <a:path w="266700" h="341629">
                  <a:moveTo>
                    <a:pt x="150114" y="188099"/>
                  </a:moveTo>
                  <a:lnTo>
                    <a:pt x="116001" y="188099"/>
                  </a:lnTo>
                  <a:lnTo>
                    <a:pt x="116001" y="307314"/>
                  </a:lnTo>
                  <a:lnTo>
                    <a:pt x="150114" y="307314"/>
                  </a:lnTo>
                  <a:lnTo>
                    <a:pt x="150114" y="188099"/>
                  </a:lnTo>
                  <a:close/>
                </a:path>
                <a:path w="266700" h="341629">
                  <a:moveTo>
                    <a:pt x="266115" y="188099"/>
                  </a:moveTo>
                  <a:lnTo>
                    <a:pt x="232054" y="188099"/>
                  </a:lnTo>
                  <a:lnTo>
                    <a:pt x="232054" y="307314"/>
                  </a:lnTo>
                  <a:lnTo>
                    <a:pt x="266115" y="307314"/>
                  </a:lnTo>
                  <a:lnTo>
                    <a:pt x="266115" y="188099"/>
                  </a:lnTo>
                  <a:close/>
                </a:path>
                <a:path w="266700" h="341629">
                  <a:moveTo>
                    <a:pt x="266115" y="0"/>
                  </a:moveTo>
                  <a:lnTo>
                    <a:pt x="0" y="0"/>
                  </a:lnTo>
                  <a:lnTo>
                    <a:pt x="0" y="34290"/>
                  </a:lnTo>
                  <a:lnTo>
                    <a:pt x="0" y="153670"/>
                  </a:lnTo>
                  <a:lnTo>
                    <a:pt x="0" y="187960"/>
                  </a:lnTo>
                  <a:lnTo>
                    <a:pt x="0" y="307340"/>
                  </a:lnTo>
                  <a:lnTo>
                    <a:pt x="0" y="341630"/>
                  </a:lnTo>
                  <a:lnTo>
                    <a:pt x="266115" y="341630"/>
                  </a:lnTo>
                  <a:lnTo>
                    <a:pt x="266115" y="307340"/>
                  </a:lnTo>
                  <a:lnTo>
                    <a:pt x="34061" y="307340"/>
                  </a:lnTo>
                  <a:lnTo>
                    <a:pt x="34061" y="187960"/>
                  </a:lnTo>
                  <a:lnTo>
                    <a:pt x="266115" y="187960"/>
                  </a:lnTo>
                  <a:lnTo>
                    <a:pt x="266115" y="153987"/>
                  </a:lnTo>
                  <a:lnTo>
                    <a:pt x="266115" y="153670"/>
                  </a:lnTo>
                  <a:lnTo>
                    <a:pt x="266115" y="34696"/>
                  </a:lnTo>
                  <a:lnTo>
                    <a:pt x="232054" y="34696"/>
                  </a:lnTo>
                  <a:lnTo>
                    <a:pt x="232054" y="153670"/>
                  </a:lnTo>
                  <a:lnTo>
                    <a:pt x="150114" y="153670"/>
                  </a:lnTo>
                  <a:lnTo>
                    <a:pt x="150114" y="34696"/>
                  </a:lnTo>
                  <a:lnTo>
                    <a:pt x="116001" y="34696"/>
                  </a:lnTo>
                  <a:lnTo>
                    <a:pt x="116001" y="153670"/>
                  </a:lnTo>
                  <a:lnTo>
                    <a:pt x="34061" y="153670"/>
                  </a:lnTo>
                  <a:lnTo>
                    <a:pt x="34061" y="34290"/>
                  </a:lnTo>
                  <a:lnTo>
                    <a:pt x="266115" y="34290"/>
                  </a:lnTo>
                  <a:lnTo>
                    <a:pt x="2661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11" name="object 511" descr=""/>
          <p:cNvGrpSpPr/>
          <p:nvPr/>
        </p:nvGrpSpPr>
        <p:grpSpPr>
          <a:xfrm>
            <a:off x="7376393" y="6346666"/>
            <a:ext cx="266700" cy="341630"/>
            <a:chOff x="7376393" y="6346666"/>
            <a:chExt cx="266700" cy="341630"/>
          </a:xfrm>
        </p:grpSpPr>
        <p:sp>
          <p:nvSpPr>
            <p:cNvPr id="512" name="object 512" descr=""/>
            <p:cNvSpPr/>
            <p:nvPr/>
          </p:nvSpPr>
          <p:spPr>
            <a:xfrm>
              <a:off x="7410412" y="6381362"/>
              <a:ext cx="198120" cy="273050"/>
            </a:xfrm>
            <a:custGeom>
              <a:avLst/>
              <a:gdLst/>
              <a:ahLst/>
              <a:cxnLst/>
              <a:rect l="l" t="t" r="r" b="b"/>
              <a:pathLst>
                <a:path w="198120" h="273050">
                  <a:moveTo>
                    <a:pt x="81965" y="153403"/>
                  </a:moveTo>
                  <a:lnTo>
                    <a:pt x="0" y="153403"/>
                  </a:lnTo>
                  <a:lnTo>
                    <a:pt x="0" y="272618"/>
                  </a:lnTo>
                  <a:lnTo>
                    <a:pt x="81965" y="272618"/>
                  </a:lnTo>
                  <a:lnTo>
                    <a:pt x="81965" y="153403"/>
                  </a:lnTo>
                  <a:close/>
                </a:path>
                <a:path w="198120" h="273050">
                  <a:moveTo>
                    <a:pt x="81965" y="0"/>
                  </a:moveTo>
                  <a:lnTo>
                    <a:pt x="0" y="0"/>
                  </a:lnTo>
                  <a:lnTo>
                    <a:pt x="0" y="119291"/>
                  </a:lnTo>
                  <a:lnTo>
                    <a:pt x="81965" y="119291"/>
                  </a:lnTo>
                  <a:lnTo>
                    <a:pt x="81965" y="0"/>
                  </a:lnTo>
                  <a:close/>
                </a:path>
                <a:path w="198120" h="273050">
                  <a:moveTo>
                    <a:pt x="197954" y="0"/>
                  </a:moveTo>
                  <a:lnTo>
                    <a:pt x="116065" y="0"/>
                  </a:lnTo>
                  <a:lnTo>
                    <a:pt x="116065" y="119291"/>
                  </a:lnTo>
                  <a:lnTo>
                    <a:pt x="197954" y="119291"/>
                  </a:lnTo>
                  <a:lnTo>
                    <a:pt x="197954" y="0"/>
                  </a:lnTo>
                  <a:close/>
                </a:path>
                <a:path w="198120" h="273050">
                  <a:moveTo>
                    <a:pt x="197967" y="153403"/>
                  </a:moveTo>
                  <a:lnTo>
                    <a:pt x="116078" y="153403"/>
                  </a:lnTo>
                  <a:lnTo>
                    <a:pt x="116078" y="272618"/>
                  </a:lnTo>
                  <a:lnTo>
                    <a:pt x="197967" y="272618"/>
                  </a:lnTo>
                  <a:lnTo>
                    <a:pt x="197967" y="153403"/>
                  </a:lnTo>
                  <a:close/>
                </a:path>
              </a:pathLst>
            </a:custGeom>
            <a:solidFill>
              <a:srgbClr val="D2E4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3" name="object 513" descr=""/>
            <p:cNvSpPr/>
            <p:nvPr/>
          </p:nvSpPr>
          <p:spPr>
            <a:xfrm>
              <a:off x="7376388" y="6346665"/>
              <a:ext cx="266700" cy="341630"/>
            </a:xfrm>
            <a:custGeom>
              <a:avLst/>
              <a:gdLst/>
              <a:ahLst/>
              <a:cxnLst/>
              <a:rect l="l" t="t" r="r" b="b"/>
              <a:pathLst>
                <a:path w="266700" h="341629">
                  <a:moveTo>
                    <a:pt x="150088" y="188099"/>
                  </a:moveTo>
                  <a:lnTo>
                    <a:pt x="115989" y="188099"/>
                  </a:lnTo>
                  <a:lnTo>
                    <a:pt x="115989" y="307314"/>
                  </a:lnTo>
                  <a:lnTo>
                    <a:pt x="150088" y="307314"/>
                  </a:lnTo>
                  <a:lnTo>
                    <a:pt x="150088" y="188099"/>
                  </a:lnTo>
                  <a:close/>
                </a:path>
                <a:path w="266700" h="341629">
                  <a:moveTo>
                    <a:pt x="266103" y="188099"/>
                  </a:moveTo>
                  <a:lnTo>
                    <a:pt x="231978" y="188099"/>
                  </a:lnTo>
                  <a:lnTo>
                    <a:pt x="231978" y="307314"/>
                  </a:lnTo>
                  <a:lnTo>
                    <a:pt x="266103" y="307314"/>
                  </a:lnTo>
                  <a:lnTo>
                    <a:pt x="266103" y="188099"/>
                  </a:lnTo>
                  <a:close/>
                </a:path>
                <a:path w="266700" h="341629">
                  <a:moveTo>
                    <a:pt x="266103" y="0"/>
                  </a:moveTo>
                  <a:lnTo>
                    <a:pt x="0" y="0"/>
                  </a:lnTo>
                  <a:lnTo>
                    <a:pt x="0" y="34290"/>
                  </a:lnTo>
                  <a:lnTo>
                    <a:pt x="0" y="153670"/>
                  </a:lnTo>
                  <a:lnTo>
                    <a:pt x="0" y="187960"/>
                  </a:lnTo>
                  <a:lnTo>
                    <a:pt x="0" y="307340"/>
                  </a:lnTo>
                  <a:lnTo>
                    <a:pt x="0" y="341630"/>
                  </a:lnTo>
                  <a:lnTo>
                    <a:pt x="266103" y="341630"/>
                  </a:lnTo>
                  <a:lnTo>
                    <a:pt x="266103" y="307340"/>
                  </a:lnTo>
                  <a:lnTo>
                    <a:pt x="34023" y="307340"/>
                  </a:lnTo>
                  <a:lnTo>
                    <a:pt x="34023" y="187960"/>
                  </a:lnTo>
                  <a:lnTo>
                    <a:pt x="266103" y="187960"/>
                  </a:lnTo>
                  <a:lnTo>
                    <a:pt x="266103" y="153987"/>
                  </a:lnTo>
                  <a:lnTo>
                    <a:pt x="266103" y="153670"/>
                  </a:lnTo>
                  <a:lnTo>
                    <a:pt x="266103" y="34696"/>
                  </a:lnTo>
                  <a:lnTo>
                    <a:pt x="231990" y="34696"/>
                  </a:lnTo>
                  <a:lnTo>
                    <a:pt x="231990" y="153670"/>
                  </a:lnTo>
                  <a:lnTo>
                    <a:pt x="150101" y="153670"/>
                  </a:lnTo>
                  <a:lnTo>
                    <a:pt x="150101" y="34696"/>
                  </a:lnTo>
                  <a:lnTo>
                    <a:pt x="115989" y="34696"/>
                  </a:lnTo>
                  <a:lnTo>
                    <a:pt x="115989" y="153670"/>
                  </a:lnTo>
                  <a:lnTo>
                    <a:pt x="34023" y="153670"/>
                  </a:lnTo>
                  <a:lnTo>
                    <a:pt x="34023" y="34290"/>
                  </a:lnTo>
                  <a:lnTo>
                    <a:pt x="266103" y="34290"/>
                  </a:lnTo>
                  <a:lnTo>
                    <a:pt x="2661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14" name="object 514" descr=""/>
          <p:cNvGrpSpPr/>
          <p:nvPr/>
        </p:nvGrpSpPr>
        <p:grpSpPr>
          <a:xfrm>
            <a:off x="8120433" y="6346666"/>
            <a:ext cx="266700" cy="341630"/>
            <a:chOff x="8120433" y="6346666"/>
            <a:chExt cx="266700" cy="341630"/>
          </a:xfrm>
        </p:grpSpPr>
        <p:sp>
          <p:nvSpPr>
            <p:cNvPr id="515" name="object 515" descr=""/>
            <p:cNvSpPr/>
            <p:nvPr/>
          </p:nvSpPr>
          <p:spPr>
            <a:xfrm>
              <a:off x="8154492" y="6381362"/>
              <a:ext cx="198120" cy="273050"/>
            </a:xfrm>
            <a:custGeom>
              <a:avLst/>
              <a:gdLst/>
              <a:ahLst/>
              <a:cxnLst/>
              <a:rect l="l" t="t" r="r" b="b"/>
              <a:pathLst>
                <a:path w="198120" h="273050">
                  <a:moveTo>
                    <a:pt x="81978" y="153403"/>
                  </a:moveTo>
                  <a:lnTo>
                    <a:pt x="0" y="153403"/>
                  </a:lnTo>
                  <a:lnTo>
                    <a:pt x="0" y="272618"/>
                  </a:lnTo>
                  <a:lnTo>
                    <a:pt x="81978" y="272618"/>
                  </a:lnTo>
                  <a:lnTo>
                    <a:pt x="81978" y="153403"/>
                  </a:lnTo>
                  <a:close/>
                </a:path>
                <a:path w="198120" h="273050">
                  <a:moveTo>
                    <a:pt x="81978" y="0"/>
                  </a:moveTo>
                  <a:lnTo>
                    <a:pt x="0" y="0"/>
                  </a:lnTo>
                  <a:lnTo>
                    <a:pt x="0" y="119291"/>
                  </a:lnTo>
                  <a:lnTo>
                    <a:pt x="81978" y="119291"/>
                  </a:lnTo>
                  <a:lnTo>
                    <a:pt x="81978" y="0"/>
                  </a:lnTo>
                  <a:close/>
                </a:path>
                <a:path w="198120" h="273050">
                  <a:moveTo>
                    <a:pt x="197967" y="153403"/>
                  </a:moveTo>
                  <a:lnTo>
                    <a:pt x="116039" y="153403"/>
                  </a:lnTo>
                  <a:lnTo>
                    <a:pt x="116039" y="272618"/>
                  </a:lnTo>
                  <a:lnTo>
                    <a:pt x="197967" y="272618"/>
                  </a:lnTo>
                  <a:lnTo>
                    <a:pt x="197967" y="153403"/>
                  </a:lnTo>
                  <a:close/>
                </a:path>
                <a:path w="198120" h="273050">
                  <a:moveTo>
                    <a:pt x="197967" y="0"/>
                  </a:moveTo>
                  <a:lnTo>
                    <a:pt x="116039" y="0"/>
                  </a:lnTo>
                  <a:lnTo>
                    <a:pt x="116039" y="119291"/>
                  </a:lnTo>
                  <a:lnTo>
                    <a:pt x="197967" y="119291"/>
                  </a:lnTo>
                  <a:lnTo>
                    <a:pt x="197967" y="0"/>
                  </a:lnTo>
                  <a:close/>
                </a:path>
              </a:pathLst>
            </a:custGeom>
            <a:solidFill>
              <a:srgbClr val="D2E4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6" name="object 516" descr=""/>
            <p:cNvSpPr/>
            <p:nvPr/>
          </p:nvSpPr>
          <p:spPr>
            <a:xfrm>
              <a:off x="8120430" y="6346665"/>
              <a:ext cx="266700" cy="341630"/>
            </a:xfrm>
            <a:custGeom>
              <a:avLst/>
              <a:gdLst/>
              <a:ahLst/>
              <a:cxnLst/>
              <a:rect l="l" t="t" r="r" b="b"/>
              <a:pathLst>
                <a:path w="266700" h="341629">
                  <a:moveTo>
                    <a:pt x="150101" y="188099"/>
                  </a:moveTo>
                  <a:lnTo>
                    <a:pt x="116039" y="188099"/>
                  </a:lnTo>
                  <a:lnTo>
                    <a:pt x="116039" y="307314"/>
                  </a:lnTo>
                  <a:lnTo>
                    <a:pt x="150101" y="307314"/>
                  </a:lnTo>
                  <a:lnTo>
                    <a:pt x="150101" y="188099"/>
                  </a:lnTo>
                  <a:close/>
                </a:path>
                <a:path w="266700" h="341629">
                  <a:moveTo>
                    <a:pt x="266153" y="188099"/>
                  </a:moveTo>
                  <a:lnTo>
                    <a:pt x="232029" y="188099"/>
                  </a:lnTo>
                  <a:lnTo>
                    <a:pt x="232029" y="307314"/>
                  </a:lnTo>
                  <a:lnTo>
                    <a:pt x="266153" y="307314"/>
                  </a:lnTo>
                  <a:lnTo>
                    <a:pt x="266153" y="188099"/>
                  </a:lnTo>
                  <a:close/>
                </a:path>
                <a:path w="266700" h="341629">
                  <a:moveTo>
                    <a:pt x="266153" y="0"/>
                  </a:moveTo>
                  <a:lnTo>
                    <a:pt x="0" y="0"/>
                  </a:lnTo>
                  <a:lnTo>
                    <a:pt x="0" y="34290"/>
                  </a:lnTo>
                  <a:lnTo>
                    <a:pt x="0" y="153670"/>
                  </a:lnTo>
                  <a:lnTo>
                    <a:pt x="0" y="187960"/>
                  </a:lnTo>
                  <a:lnTo>
                    <a:pt x="0" y="307340"/>
                  </a:lnTo>
                  <a:lnTo>
                    <a:pt x="0" y="341630"/>
                  </a:lnTo>
                  <a:lnTo>
                    <a:pt x="266153" y="341630"/>
                  </a:lnTo>
                  <a:lnTo>
                    <a:pt x="266153" y="307340"/>
                  </a:lnTo>
                  <a:lnTo>
                    <a:pt x="34061" y="307340"/>
                  </a:lnTo>
                  <a:lnTo>
                    <a:pt x="34061" y="187960"/>
                  </a:lnTo>
                  <a:lnTo>
                    <a:pt x="266153" y="187960"/>
                  </a:lnTo>
                  <a:lnTo>
                    <a:pt x="266153" y="153987"/>
                  </a:lnTo>
                  <a:lnTo>
                    <a:pt x="266153" y="153670"/>
                  </a:lnTo>
                  <a:lnTo>
                    <a:pt x="266153" y="34696"/>
                  </a:lnTo>
                  <a:lnTo>
                    <a:pt x="232029" y="34696"/>
                  </a:lnTo>
                  <a:lnTo>
                    <a:pt x="232029" y="153670"/>
                  </a:lnTo>
                  <a:lnTo>
                    <a:pt x="150101" y="153670"/>
                  </a:lnTo>
                  <a:lnTo>
                    <a:pt x="150101" y="34696"/>
                  </a:lnTo>
                  <a:lnTo>
                    <a:pt x="116039" y="34696"/>
                  </a:lnTo>
                  <a:lnTo>
                    <a:pt x="116039" y="153670"/>
                  </a:lnTo>
                  <a:lnTo>
                    <a:pt x="34061" y="153670"/>
                  </a:lnTo>
                  <a:lnTo>
                    <a:pt x="34061" y="34290"/>
                  </a:lnTo>
                  <a:lnTo>
                    <a:pt x="266153" y="34290"/>
                  </a:lnTo>
                  <a:lnTo>
                    <a:pt x="2661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17" name="object 517" descr=""/>
          <p:cNvGrpSpPr/>
          <p:nvPr/>
        </p:nvGrpSpPr>
        <p:grpSpPr>
          <a:xfrm>
            <a:off x="8494045" y="6346666"/>
            <a:ext cx="266700" cy="341630"/>
            <a:chOff x="8494045" y="6346666"/>
            <a:chExt cx="266700" cy="341630"/>
          </a:xfrm>
        </p:grpSpPr>
        <p:sp>
          <p:nvSpPr>
            <p:cNvPr id="518" name="object 518" descr=""/>
            <p:cNvSpPr/>
            <p:nvPr/>
          </p:nvSpPr>
          <p:spPr>
            <a:xfrm>
              <a:off x="8528101" y="6381362"/>
              <a:ext cx="198120" cy="273050"/>
            </a:xfrm>
            <a:custGeom>
              <a:avLst/>
              <a:gdLst/>
              <a:ahLst/>
              <a:cxnLst/>
              <a:rect l="l" t="t" r="r" b="b"/>
              <a:pathLst>
                <a:path w="198120" h="273050">
                  <a:moveTo>
                    <a:pt x="81991" y="153403"/>
                  </a:moveTo>
                  <a:lnTo>
                    <a:pt x="0" y="153403"/>
                  </a:lnTo>
                  <a:lnTo>
                    <a:pt x="0" y="272618"/>
                  </a:lnTo>
                  <a:lnTo>
                    <a:pt x="81991" y="272618"/>
                  </a:lnTo>
                  <a:lnTo>
                    <a:pt x="81991" y="153403"/>
                  </a:lnTo>
                  <a:close/>
                </a:path>
                <a:path w="198120" h="273050">
                  <a:moveTo>
                    <a:pt x="81991" y="0"/>
                  </a:moveTo>
                  <a:lnTo>
                    <a:pt x="0" y="0"/>
                  </a:lnTo>
                  <a:lnTo>
                    <a:pt x="0" y="119291"/>
                  </a:lnTo>
                  <a:lnTo>
                    <a:pt x="81991" y="119291"/>
                  </a:lnTo>
                  <a:lnTo>
                    <a:pt x="81991" y="0"/>
                  </a:lnTo>
                  <a:close/>
                </a:path>
                <a:path w="198120" h="273050">
                  <a:moveTo>
                    <a:pt x="197980" y="153403"/>
                  </a:moveTo>
                  <a:lnTo>
                    <a:pt x="116052" y="153403"/>
                  </a:lnTo>
                  <a:lnTo>
                    <a:pt x="116052" y="272618"/>
                  </a:lnTo>
                  <a:lnTo>
                    <a:pt x="197980" y="272618"/>
                  </a:lnTo>
                  <a:lnTo>
                    <a:pt x="197980" y="153403"/>
                  </a:lnTo>
                  <a:close/>
                </a:path>
                <a:path w="198120" h="273050">
                  <a:moveTo>
                    <a:pt x="197980" y="0"/>
                  </a:moveTo>
                  <a:lnTo>
                    <a:pt x="116052" y="0"/>
                  </a:lnTo>
                  <a:lnTo>
                    <a:pt x="116052" y="119291"/>
                  </a:lnTo>
                  <a:lnTo>
                    <a:pt x="197980" y="119291"/>
                  </a:lnTo>
                  <a:lnTo>
                    <a:pt x="197980" y="0"/>
                  </a:lnTo>
                  <a:close/>
                </a:path>
              </a:pathLst>
            </a:custGeom>
            <a:solidFill>
              <a:srgbClr val="D2E4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9" name="object 519" descr=""/>
            <p:cNvSpPr/>
            <p:nvPr/>
          </p:nvSpPr>
          <p:spPr>
            <a:xfrm>
              <a:off x="8494039" y="6346665"/>
              <a:ext cx="266700" cy="341630"/>
            </a:xfrm>
            <a:custGeom>
              <a:avLst/>
              <a:gdLst/>
              <a:ahLst/>
              <a:cxnLst/>
              <a:rect l="l" t="t" r="r" b="b"/>
              <a:pathLst>
                <a:path w="266700" h="341629">
                  <a:moveTo>
                    <a:pt x="150114" y="188099"/>
                  </a:moveTo>
                  <a:lnTo>
                    <a:pt x="116052" y="188099"/>
                  </a:lnTo>
                  <a:lnTo>
                    <a:pt x="116052" y="307314"/>
                  </a:lnTo>
                  <a:lnTo>
                    <a:pt x="150114" y="307314"/>
                  </a:lnTo>
                  <a:lnTo>
                    <a:pt x="150114" y="188099"/>
                  </a:lnTo>
                  <a:close/>
                </a:path>
                <a:path w="266700" h="341629">
                  <a:moveTo>
                    <a:pt x="266141" y="188099"/>
                  </a:moveTo>
                  <a:lnTo>
                    <a:pt x="232041" y="188099"/>
                  </a:lnTo>
                  <a:lnTo>
                    <a:pt x="232041" y="307314"/>
                  </a:lnTo>
                  <a:lnTo>
                    <a:pt x="266141" y="307314"/>
                  </a:lnTo>
                  <a:lnTo>
                    <a:pt x="266141" y="188099"/>
                  </a:lnTo>
                  <a:close/>
                </a:path>
                <a:path w="266700" h="341629">
                  <a:moveTo>
                    <a:pt x="266141" y="0"/>
                  </a:moveTo>
                  <a:lnTo>
                    <a:pt x="0" y="0"/>
                  </a:lnTo>
                  <a:lnTo>
                    <a:pt x="0" y="34290"/>
                  </a:lnTo>
                  <a:lnTo>
                    <a:pt x="0" y="153670"/>
                  </a:lnTo>
                  <a:lnTo>
                    <a:pt x="0" y="187960"/>
                  </a:lnTo>
                  <a:lnTo>
                    <a:pt x="0" y="307340"/>
                  </a:lnTo>
                  <a:lnTo>
                    <a:pt x="0" y="341630"/>
                  </a:lnTo>
                  <a:lnTo>
                    <a:pt x="266141" y="341630"/>
                  </a:lnTo>
                  <a:lnTo>
                    <a:pt x="266141" y="307340"/>
                  </a:lnTo>
                  <a:lnTo>
                    <a:pt x="34061" y="307340"/>
                  </a:lnTo>
                  <a:lnTo>
                    <a:pt x="34061" y="187960"/>
                  </a:lnTo>
                  <a:lnTo>
                    <a:pt x="266141" y="187960"/>
                  </a:lnTo>
                  <a:lnTo>
                    <a:pt x="266141" y="153987"/>
                  </a:lnTo>
                  <a:lnTo>
                    <a:pt x="266141" y="153670"/>
                  </a:lnTo>
                  <a:lnTo>
                    <a:pt x="266141" y="34696"/>
                  </a:lnTo>
                  <a:lnTo>
                    <a:pt x="232041" y="34696"/>
                  </a:lnTo>
                  <a:lnTo>
                    <a:pt x="232041" y="153670"/>
                  </a:lnTo>
                  <a:lnTo>
                    <a:pt x="150114" y="153670"/>
                  </a:lnTo>
                  <a:lnTo>
                    <a:pt x="150114" y="34696"/>
                  </a:lnTo>
                  <a:lnTo>
                    <a:pt x="116052" y="34696"/>
                  </a:lnTo>
                  <a:lnTo>
                    <a:pt x="116052" y="153670"/>
                  </a:lnTo>
                  <a:lnTo>
                    <a:pt x="34061" y="153670"/>
                  </a:lnTo>
                  <a:lnTo>
                    <a:pt x="34061" y="34290"/>
                  </a:lnTo>
                  <a:lnTo>
                    <a:pt x="266141" y="34290"/>
                  </a:lnTo>
                  <a:lnTo>
                    <a:pt x="2661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20" name="object 520" descr=""/>
          <p:cNvGrpSpPr/>
          <p:nvPr/>
        </p:nvGrpSpPr>
        <p:grpSpPr>
          <a:xfrm>
            <a:off x="6834733" y="6160283"/>
            <a:ext cx="90170" cy="897890"/>
            <a:chOff x="6834733" y="6160283"/>
            <a:chExt cx="90170" cy="897890"/>
          </a:xfrm>
        </p:grpSpPr>
        <p:sp>
          <p:nvSpPr>
            <p:cNvPr id="521" name="object 521" descr=""/>
            <p:cNvSpPr/>
            <p:nvPr/>
          </p:nvSpPr>
          <p:spPr>
            <a:xfrm>
              <a:off x="6834733" y="6160283"/>
              <a:ext cx="90170" cy="62865"/>
            </a:xfrm>
            <a:custGeom>
              <a:avLst/>
              <a:gdLst/>
              <a:ahLst/>
              <a:cxnLst/>
              <a:rect l="l" t="t" r="r" b="b"/>
              <a:pathLst>
                <a:path w="90170" h="62864">
                  <a:moveTo>
                    <a:pt x="89620" y="0"/>
                  </a:moveTo>
                  <a:lnTo>
                    <a:pt x="0" y="0"/>
                  </a:lnTo>
                  <a:lnTo>
                    <a:pt x="0" y="62270"/>
                  </a:lnTo>
                  <a:lnTo>
                    <a:pt x="89620" y="62270"/>
                  </a:lnTo>
                  <a:lnTo>
                    <a:pt x="89620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2" name="object 522" descr=""/>
            <p:cNvSpPr/>
            <p:nvPr/>
          </p:nvSpPr>
          <p:spPr>
            <a:xfrm>
              <a:off x="6834733" y="6222564"/>
              <a:ext cx="90170" cy="835025"/>
            </a:xfrm>
            <a:custGeom>
              <a:avLst/>
              <a:gdLst/>
              <a:ahLst/>
              <a:cxnLst/>
              <a:rect l="l" t="t" r="r" b="b"/>
              <a:pathLst>
                <a:path w="90170" h="835025">
                  <a:moveTo>
                    <a:pt x="89620" y="0"/>
                  </a:moveTo>
                  <a:lnTo>
                    <a:pt x="0" y="0"/>
                  </a:lnTo>
                  <a:lnTo>
                    <a:pt x="0" y="834990"/>
                  </a:lnTo>
                  <a:lnTo>
                    <a:pt x="89620" y="834990"/>
                  </a:lnTo>
                  <a:lnTo>
                    <a:pt x="89620" y="0"/>
                  </a:lnTo>
                  <a:close/>
                </a:path>
              </a:pathLst>
            </a:custGeom>
            <a:solidFill>
              <a:srgbClr val="FBE3E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23" name="object 523" descr=""/>
          <p:cNvGrpSpPr/>
          <p:nvPr/>
        </p:nvGrpSpPr>
        <p:grpSpPr>
          <a:xfrm>
            <a:off x="8838651" y="6160294"/>
            <a:ext cx="90170" cy="897255"/>
            <a:chOff x="8838651" y="6160294"/>
            <a:chExt cx="90170" cy="897255"/>
          </a:xfrm>
        </p:grpSpPr>
        <p:sp>
          <p:nvSpPr>
            <p:cNvPr id="524" name="object 524" descr=""/>
            <p:cNvSpPr/>
            <p:nvPr/>
          </p:nvSpPr>
          <p:spPr>
            <a:xfrm>
              <a:off x="8838651" y="6160294"/>
              <a:ext cx="90170" cy="62865"/>
            </a:xfrm>
            <a:custGeom>
              <a:avLst/>
              <a:gdLst/>
              <a:ahLst/>
              <a:cxnLst/>
              <a:rect l="l" t="t" r="r" b="b"/>
              <a:pathLst>
                <a:path w="90170" h="62864">
                  <a:moveTo>
                    <a:pt x="89641" y="0"/>
                  </a:moveTo>
                  <a:lnTo>
                    <a:pt x="0" y="0"/>
                  </a:lnTo>
                  <a:lnTo>
                    <a:pt x="0" y="62270"/>
                  </a:lnTo>
                  <a:lnTo>
                    <a:pt x="89641" y="62270"/>
                  </a:lnTo>
                  <a:lnTo>
                    <a:pt x="89641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5" name="object 525" descr=""/>
            <p:cNvSpPr/>
            <p:nvPr/>
          </p:nvSpPr>
          <p:spPr>
            <a:xfrm>
              <a:off x="8838651" y="6222564"/>
              <a:ext cx="90170" cy="835025"/>
            </a:xfrm>
            <a:custGeom>
              <a:avLst/>
              <a:gdLst/>
              <a:ahLst/>
              <a:cxnLst/>
              <a:rect l="l" t="t" r="r" b="b"/>
              <a:pathLst>
                <a:path w="90170" h="835025">
                  <a:moveTo>
                    <a:pt x="89641" y="0"/>
                  </a:moveTo>
                  <a:lnTo>
                    <a:pt x="0" y="0"/>
                  </a:lnTo>
                  <a:lnTo>
                    <a:pt x="0" y="834990"/>
                  </a:lnTo>
                  <a:lnTo>
                    <a:pt x="89641" y="834990"/>
                  </a:lnTo>
                  <a:lnTo>
                    <a:pt x="89641" y="0"/>
                  </a:lnTo>
                  <a:close/>
                </a:path>
              </a:pathLst>
            </a:custGeom>
            <a:solidFill>
              <a:srgbClr val="FBE3E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26" name="object 526" descr=""/>
          <p:cNvGrpSpPr/>
          <p:nvPr/>
        </p:nvGrpSpPr>
        <p:grpSpPr>
          <a:xfrm>
            <a:off x="7206618" y="5681770"/>
            <a:ext cx="1831339" cy="478790"/>
            <a:chOff x="7206618" y="5681770"/>
            <a:chExt cx="1831339" cy="478790"/>
          </a:xfrm>
        </p:grpSpPr>
        <p:sp>
          <p:nvSpPr>
            <p:cNvPr id="527" name="object 527" descr=""/>
            <p:cNvSpPr/>
            <p:nvPr/>
          </p:nvSpPr>
          <p:spPr>
            <a:xfrm>
              <a:off x="7206615" y="5681783"/>
              <a:ext cx="1831339" cy="478790"/>
            </a:xfrm>
            <a:custGeom>
              <a:avLst/>
              <a:gdLst/>
              <a:ahLst/>
              <a:cxnLst/>
              <a:rect l="l" t="t" r="r" b="b"/>
              <a:pathLst>
                <a:path w="1831340" h="478789">
                  <a:moveTo>
                    <a:pt x="572350" y="478510"/>
                  </a:moveTo>
                  <a:lnTo>
                    <a:pt x="281889" y="182587"/>
                  </a:lnTo>
                  <a:lnTo>
                    <a:pt x="140970" y="65519"/>
                  </a:lnTo>
                  <a:lnTo>
                    <a:pt x="0" y="182587"/>
                  </a:lnTo>
                  <a:lnTo>
                    <a:pt x="0" y="222516"/>
                  </a:lnTo>
                  <a:lnTo>
                    <a:pt x="140970" y="105410"/>
                  </a:lnTo>
                  <a:lnTo>
                    <a:pt x="256997" y="201841"/>
                  </a:lnTo>
                  <a:lnTo>
                    <a:pt x="0" y="400685"/>
                  </a:lnTo>
                  <a:lnTo>
                    <a:pt x="77838" y="478510"/>
                  </a:lnTo>
                  <a:lnTo>
                    <a:pt x="572350" y="478510"/>
                  </a:lnTo>
                  <a:close/>
                </a:path>
                <a:path w="1831340" h="478789">
                  <a:moveTo>
                    <a:pt x="1830743" y="478510"/>
                  </a:moveTo>
                  <a:lnTo>
                    <a:pt x="1552244" y="298170"/>
                  </a:lnTo>
                  <a:lnTo>
                    <a:pt x="1422400" y="0"/>
                  </a:lnTo>
                  <a:lnTo>
                    <a:pt x="674878" y="0"/>
                  </a:lnTo>
                  <a:lnTo>
                    <a:pt x="674878" y="291604"/>
                  </a:lnTo>
                  <a:lnTo>
                    <a:pt x="533933" y="400685"/>
                  </a:lnTo>
                  <a:lnTo>
                    <a:pt x="611771" y="478510"/>
                  </a:lnTo>
                  <a:lnTo>
                    <a:pt x="1830743" y="47851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8" name="object 528" descr=""/>
            <p:cNvSpPr/>
            <p:nvPr/>
          </p:nvSpPr>
          <p:spPr>
            <a:xfrm>
              <a:off x="7206622" y="5787189"/>
              <a:ext cx="281940" cy="295275"/>
            </a:xfrm>
            <a:custGeom>
              <a:avLst/>
              <a:gdLst/>
              <a:ahLst/>
              <a:cxnLst/>
              <a:rect l="l" t="t" r="r" b="b"/>
              <a:pathLst>
                <a:path w="281940" h="295275">
                  <a:moveTo>
                    <a:pt x="140969" y="0"/>
                  </a:moveTo>
                  <a:lnTo>
                    <a:pt x="0" y="117095"/>
                  </a:lnTo>
                  <a:lnTo>
                    <a:pt x="0" y="295268"/>
                  </a:lnTo>
                  <a:lnTo>
                    <a:pt x="281886" y="295268"/>
                  </a:lnTo>
                  <a:lnTo>
                    <a:pt x="281886" y="117095"/>
                  </a:lnTo>
                  <a:lnTo>
                    <a:pt x="140969" y="0"/>
                  </a:lnTo>
                  <a:close/>
                </a:path>
              </a:pathLst>
            </a:custGeom>
            <a:solidFill>
              <a:srgbClr val="A2DE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9" name="object 529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268218" y="5876766"/>
              <a:ext cx="158728" cy="172720"/>
            </a:xfrm>
            <a:prstGeom prst="rect">
              <a:avLst/>
            </a:prstGeom>
          </p:spPr>
        </p:pic>
        <p:sp>
          <p:nvSpPr>
            <p:cNvPr id="530" name="object 530" descr=""/>
            <p:cNvSpPr/>
            <p:nvPr/>
          </p:nvSpPr>
          <p:spPr>
            <a:xfrm>
              <a:off x="7740556" y="5747298"/>
              <a:ext cx="281940" cy="157480"/>
            </a:xfrm>
            <a:custGeom>
              <a:avLst/>
              <a:gdLst/>
              <a:ahLst/>
              <a:cxnLst/>
              <a:rect l="l" t="t" r="r" b="b"/>
              <a:pathLst>
                <a:path w="281940" h="157479">
                  <a:moveTo>
                    <a:pt x="140948" y="0"/>
                  </a:moveTo>
                  <a:lnTo>
                    <a:pt x="0" y="117064"/>
                  </a:lnTo>
                  <a:lnTo>
                    <a:pt x="0" y="156989"/>
                  </a:lnTo>
                  <a:lnTo>
                    <a:pt x="140948" y="39894"/>
                  </a:lnTo>
                  <a:lnTo>
                    <a:pt x="281876" y="156989"/>
                  </a:lnTo>
                  <a:lnTo>
                    <a:pt x="281876" y="117064"/>
                  </a:lnTo>
                  <a:lnTo>
                    <a:pt x="140948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1" name="object 531" descr=""/>
            <p:cNvSpPr/>
            <p:nvPr/>
          </p:nvSpPr>
          <p:spPr>
            <a:xfrm>
              <a:off x="7740554" y="5787189"/>
              <a:ext cx="281940" cy="295275"/>
            </a:xfrm>
            <a:custGeom>
              <a:avLst/>
              <a:gdLst/>
              <a:ahLst/>
              <a:cxnLst/>
              <a:rect l="l" t="t" r="r" b="b"/>
              <a:pathLst>
                <a:path w="281940" h="295275">
                  <a:moveTo>
                    <a:pt x="140948" y="0"/>
                  </a:moveTo>
                  <a:lnTo>
                    <a:pt x="0" y="117095"/>
                  </a:lnTo>
                  <a:lnTo>
                    <a:pt x="0" y="295268"/>
                  </a:lnTo>
                  <a:lnTo>
                    <a:pt x="281886" y="295268"/>
                  </a:lnTo>
                  <a:lnTo>
                    <a:pt x="281886" y="117095"/>
                  </a:lnTo>
                  <a:lnTo>
                    <a:pt x="140948" y="0"/>
                  </a:lnTo>
                  <a:close/>
                </a:path>
              </a:pathLst>
            </a:custGeom>
            <a:solidFill>
              <a:srgbClr val="A2DE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2" name="object 532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802149" y="5876766"/>
              <a:ext cx="158738" cy="172720"/>
            </a:xfrm>
            <a:prstGeom prst="rect">
              <a:avLst/>
            </a:prstGeom>
          </p:spPr>
        </p:pic>
        <p:sp>
          <p:nvSpPr>
            <p:cNvPr id="533" name="object 533" descr=""/>
            <p:cNvSpPr/>
            <p:nvPr/>
          </p:nvSpPr>
          <p:spPr>
            <a:xfrm>
              <a:off x="8273757" y="5747298"/>
              <a:ext cx="281940" cy="157480"/>
            </a:xfrm>
            <a:custGeom>
              <a:avLst/>
              <a:gdLst/>
              <a:ahLst/>
              <a:cxnLst/>
              <a:rect l="l" t="t" r="r" b="b"/>
              <a:pathLst>
                <a:path w="281940" h="157479">
                  <a:moveTo>
                    <a:pt x="140906" y="0"/>
                  </a:moveTo>
                  <a:lnTo>
                    <a:pt x="0" y="117064"/>
                  </a:lnTo>
                  <a:lnTo>
                    <a:pt x="0" y="156989"/>
                  </a:lnTo>
                  <a:lnTo>
                    <a:pt x="140906" y="39894"/>
                  </a:lnTo>
                  <a:lnTo>
                    <a:pt x="281876" y="156989"/>
                  </a:lnTo>
                  <a:lnTo>
                    <a:pt x="281876" y="117064"/>
                  </a:lnTo>
                  <a:lnTo>
                    <a:pt x="140906" y="0"/>
                  </a:lnTo>
                  <a:close/>
                </a:path>
              </a:pathLst>
            </a:custGeom>
            <a:solidFill>
              <a:srgbClr val="CBD9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4" name="object 534" descr=""/>
            <p:cNvSpPr/>
            <p:nvPr/>
          </p:nvSpPr>
          <p:spPr>
            <a:xfrm>
              <a:off x="8273753" y="5787189"/>
              <a:ext cx="281940" cy="295275"/>
            </a:xfrm>
            <a:custGeom>
              <a:avLst/>
              <a:gdLst/>
              <a:ahLst/>
              <a:cxnLst/>
              <a:rect l="l" t="t" r="r" b="b"/>
              <a:pathLst>
                <a:path w="281940" h="295275">
                  <a:moveTo>
                    <a:pt x="140906" y="0"/>
                  </a:moveTo>
                  <a:lnTo>
                    <a:pt x="0" y="117095"/>
                  </a:lnTo>
                  <a:lnTo>
                    <a:pt x="0" y="295268"/>
                  </a:lnTo>
                  <a:lnTo>
                    <a:pt x="281876" y="295268"/>
                  </a:lnTo>
                  <a:lnTo>
                    <a:pt x="281876" y="117095"/>
                  </a:lnTo>
                  <a:lnTo>
                    <a:pt x="140906" y="0"/>
                  </a:lnTo>
                  <a:close/>
                </a:path>
              </a:pathLst>
            </a:custGeom>
            <a:solidFill>
              <a:srgbClr val="A2DE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5" name="object 535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335348" y="5876766"/>
              <a:ext cx="158696" cy="172720"/>
            </a:xfrm>
            <a:prstGeom prst="rect">
              <a:avLst/>
            </a:prstGeom>
          </p:spPr>
        </p:pic>
      </p:grpSp>
      <p:grpSp>
        <p:nvGrpSpPr>
          <p:cNvPr id="536" name="object 536" descr=""/>
          <p:cNvGrpSpPr/>
          <p:nvPr/>
        </p:nvGrpSpPr>
        <p:grpSpPr>
          <a:xfrm>
            <a:off x="1198763" y="8834051"/>
            <a:ext cx="2689860" cy="565150"/>
            <a:chOff x="1198763" y="8834051"/>
            <a:chExt cx="2689860" cy="565150"/>
          </a:xfrm>
        </p:grpSpPr>
        <p:sp>
          <p:nvSpPr>
            <p:cNvPr id="537" name="object 537" descr=""/>
            <p:cNvSpPr/>
            <p:nvPr/>
          </p:nvSpPr>
          <p:spPr>
            <a:xfrm>
              <a:off x="1870863" y="8834051"/>
              <a:ext cx="673100" cy="565150"/>
            </a:xfrm>
            <a:custGeom>
              <a:avLst/>
              <a:gdLst/>
              <a:ahLst/>
              <a:cxnLst/>
              <a:rect l="l" t="t" r="r" b="b"/>
              <a:pathLst>
                <a:path w="673100" h="565150">
                  <a:moveTo>
                    <a:pt x="0" y="0"/>
                  </a:moveTo>
                  <a:lnTo>
                    <a:pt x="0" y="564726"/>
                  </a:lnTo>
                  <a:lnTo>
                    <a:pt x="672649" y="5647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F1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8" name="object 538" descr=""/>
            <p:cNvSpPr/>
            <p:nvPr/>
          </p:nvSpPr>
          <p:spPr>
            <a:xfrm>
              <a:off x="1198753" y="8834062"/>
              <a:ext cx="2017395" cy="565150"/>
            </a:xfrm>
            <a:custGeom>
              <a:avLst/>
              <a:gdLst/>
              <a:ahLst/>
              <a:cxnLst/>
              <a:rect l="l" t="t" r="r" b="b"/>
              <a:pathLst>
                <a:path w="2017395" h="565150">
                  <a:moveTo>
                    <a:pt x="672096" y="0"/>
                  </a:moveTo>
                  <a:lnTo>
                    <a:pt x="0" y="564718"/>
                  </a:lnTo>
                  <a:lnTo>
                    <a:pt x="672096" y="564718"/>
                  </a:lnTo>
                  <a:lnTo>
                    <a:pt x="672096" y="0"/>
                  </a:lnTo>
                  <a:close/>
                </a:path>
                <a:path w="2017395" h="565150">
                  <a:moveTo>
                    <a:pt x="2017026" y="0"/>
                  </a:moveTo>
                  <a:lnTo>
                    <a:pt x="1344930" y="564718"/>
                  </a:lnTo>
                  <a:lnTo>
                    <a:pt x="2017026" y="564718"/>
                  </a:lnTo>
                  <a:lnTo>
                    <a:pt x="2017026" y="0"/>
                  </a:lnTo>
                  <a:close/>
                </a:path>
              </a:pathLst>
            </a:custGeom>
            <a:solidFill>
              <a:srgbClr val="F0F7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9" name="object 539" descr=""/>
            <p:cNvSpPr/>
            <p:nvPr/>
          </p:nvSpPr>
          <p:spPr>
            <a:xfrm>
              <a:off x="3215797" y="8834051"/>
              <a:ext cx="673100" cy="565150"/>
            </a:xfrm>
            <a:custGeom>
              <a:avLst/>
              <a:gdLst/>
              <a:ahLst/>
              <a:cxnLst/>
              <a:rect l="l" t="t" r="r" b="b"/>
              <a:pathLst>
                <a:path w="673100" h="565150">
                  <a:moveTo>
                    <a:pt x="0" y="0"/>
                  </a:moveTo>
                  <a:lnTo>
                    <a:pt x="0" y="564726"/>
                  </a:lnTo>
                  <a:lnTo>
                    <a:pt x="672639" y="5647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F1D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0" name="object 540" descr=""/>
          <p:cNvSpPr/>
          <p:nvPr/>
        </p:nvSpPr>
        <p:spPr>
          <a:xfrm>
            <a:off x="2195734" y="9976094"/>
            <a:ext cx="1815464" cy="195580"/>
          </a:xfrm>
          <a:custGeom>
            <a:avLst/>
            <a:gdLst/>
            <a:ahLst/>
            <a:cxnLst/>
            <a:rect l="l" t="t" r="r" b="b"/>
            <a:pathLst>
              <a:path w="1815464" h="195579">
                <a:moveTo>
                  <a:pt x="1814876" y="0"/>
                </a:moveTo>
                <a:lnTo>
                  <a:pt x="0" y="0"/>
                </a:lnTo>
                <a:lnTo>
                  <a:pt x="0" y="195428"/>
                </a:lnTo>
                <a:lnTo>
                  <a:pt x="1814876" y="195428"/>
                </a:lnTo>
                <a:lnTo>
                  <a:pt x="1814876" y="0"/>
                </a:lnTo>
                <a:close/>
              </a:path>
            </a:pathLst>
          </a:custGeom>
          <a:solidFill>
            <a:srgbClr val="CDE2A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41" name="object 541" descr=""/>
          <p:cNvGrpSpPr/>
          <p:nvPr/>
        </p:nvGrpSpPr>
        <p:grpSpPr>
          <a:xfrm>
            <a:off x="1052938" y="8709882"/>
            <a:ext cx="2882900" cy="1461770"/>
            <a:chOff x="1052938" y="8709882"/>
            <a:chExt cx="2882900" cy="1461770"/>
          </a:xfrm>
        </p:grpSpPr>
        <p:sp>
          <p:nvSpPr>
            <p:cNvPr id="542" name="object 542" descr=""/>
            <p:cNvSpPr/>
            <p:nvPr/>
          </p:nvSpPr>
          <p:spPr>
            <a:xfrm>
              <a:off x="1357294" y="8743522"/>
              <a:ext cx="191135" cy="432434"/>
            </a:xfrm>
            <a:custGeom>
              <a:avLst/>
              <a:gdLst/>
              <a:ahLst/>
              <a:cxnLst/>
              <a:rect l="l" t="t" r="r" b="b"/>
              <a:pathLst>
                <a:path w="191134" h="432434">
                  <a:moveTo>
                    <a:pt x="190779" y="0"/>
                  </a:moveTo>
                  <a:lnTo>
                    <a:pt x="0" y="0"/>
                  </a:lnTo>
                  <a:lnTo>
                    <a:pt x="0" y="432028"/>
                  </a:lnTo>
                  <a:lnTo>
                    <a:pt x="190779" y="353214"/>
                  </a:lnTo>
                  <a:lnTo>
                    <a:pt x="190779" y="0"/>
                  </a:lnTo>
                  <a:close/>
                </a:path>
              </a:pathLst>
            </a:custGeom>
            <a:solidFill>
              <a:srgbClr val="E8F1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3" name="object 543" descr=""/>
            <p:cNvSpPr/>
            <p:nvPr/>
          </p:nvSpPr>
          <p:spPr>
            <a:xfrm>
              <a:off x="1333079" y="8743524"/>
              <a:ext cx="239395" cy="119380"/>
            </a:xfrm>
            <a:custGeom>
              <a:avLst/>
              <a:gdLst/>
              <a:ahLst/>
              <a:cxnLst/>
              <a:rect l="l" t="t" r="r" b="b"/>
              <a:pathLst>
                <a:path w="239394" h="119379">
                  <a:moveTo>
                    <a:pt x="239207" y="0"/>
                  </a:moveTo>
                  <a:lnTo>
                    <a:pt x="0" y="0"/>
                  </a:lnTo>
                  <a:lnTo>
                    <a:pt x="0" y="119336"/>
                  </a:lnTo>
                  <a:lnTo>
                    <a:pt x="239207" y="119336"/>
                  </a:lnTo>
                  <a:lnTo>
                    <a:pt x="239207" y="0"/>
                  </a:lnTo>
                  <a:close/>
                </a:path>
              </a:pathLst>
            </a:custGeom>
            <a:solidFill>
              <a:srgbClr val="CBD9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4" name="object 544" descr=""/>
            <p:cNvSpPr/>
            <p:nvPr/>
          </p:nvSpPr>
          <p:spPr>
            <a:xfrm>
              <a:off x="1198245" y="8776315"/>
              <a:ext cx="1345565" cy="622935"/>
            </a:xfrm>
            <a:custGeom>
              <a:avLst/>
              <a:gdLst/>
              <a:ahLst/>
              <a:cxnLst/>
              <a:rect l="l" t="t" r="r" b="b"/>
              <a:pathLst>
                <a:path w="1345564" h="622934">
                  <a:moveTo>
                    <a:pt x="349821" y="86550"/>
                  </a:moveTo>
                  <a:lnTo>
                    <a:pt x="159042" y="86550"/>
                  </a:lnTo>
                  <a:lnTo>
                    <a:pt x="208356" y="135826"/>
                  </a:lnTo>
                  <a:lnTo>
                    <a:pt x="349821" y="135826"/>
                  </a:lnTo>
                  <a:lnTo>
                    <a:pt x="349821" y="86550"/>
                  </a:lnTo>
                  <a:close/>
                </a:path>
                <a:path w="1345564" h="622934">
                  <a:moveTo>
                    <a:pt x="1345260" y="565632"/>
                  </a:moveTo>
                  <a:lnTo>
                    <a:pt x="672617" y="0"/>
                  </a:lnTo>
                  <a:lnTo>
                    <a:pt x="0" y="566026"/>
                  </a:lnTo>
                  <a:lnTo>
                    <a:pt x="0" y="622909"/>
                  </a:lnTo>
                  <a:lnTo>
                    <a:pt x="672617" y="57746"/>
                  </a:lnTo>
                  <a:lnTo>
                    <a:pt x="1345260" y="622465"/>
                  </a:lnTo>
                  <a:lnTo>
                    <a:pt x="1345260" y="565632"/>
                  </a:lnTo>
                  <a:close/>
                </a:path>
              </a:pathLst>
            </a:custGeom>
            <a:solidFill>
              <a:srgbClr val="D9E9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5" name="object 545" descr=""/>
            <p:cNvSpPr/>
            <p:nvPr/>
          </p:nvSpPr>
          <p:spPr>
            <a:xfrm>
              <a:off x="1151387" y="8709882"/>
              <a:ext cx="720090" cy="672465"/>
            </a:xfrm>
            <a:custGeom>
              <a:avLst/>
              <a:gdLst/>
              <a:ahLst/>
              <a:cxnLst/>
              <a:rect l="l" t="t" r="r" b="b"/>
              <a:pathLst>
                <a:path w="720089" h="672465">
                  <a:moveTo>
                    <a:pt x="719475" y="0"/>
                  </a:moveTo>
                  <a:lnTo>
                    <a:pt x="0" y="602348"/>
                  </a:lnTo>
                  <a:lnTo>
                    <a:pt x="0" y="672021"/>
                  </a:lnTo>
                  <a:lnTo>
                    <a:pt x="719475" y="69610"/>
                  </a:lnTo>
                  <a:lnTo>
                    <a:pt x="719475" y="0"/>
                  </a:lnTo>
                  <a:close/>
                </a:path>
              </a:pathLst>
            </a:custGeom>
            <a:solidFill>
              <a:srgbClr val="CBD9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6" name="object 546" descr=""/>
            <p:cNvSpPr/>
            <p:nvPr/>
          </p:nvSpPr>
          <p:spPr>
            <a:xfrm>
              <a:off x="1870863" y="8709882"/>
              <a:ext cx="673100" cy="632460"/>
            </a:xfrm>
            <a:custGeom>
              <a:avLst/>
              <a:gdLst/>
              <a:ahLst/>
              <a:cxnLst/>
              <a:rect l="l" t="t" r="r" b="b"/>
              <a:pathLst>
                <a:path w="673100" h="632459">
                  <a:moveTo>
                    <a:pt x="0" y="0"/>
                  </a:moveTo>
                  <a:lnTo>
                    <a:pt x="0" y="69610"/>
                  </a:lnTo>
                  <a:lnTo>
                    <a:pt x="672649" y="632064"/>
                  </a:lnTo>
                  <a:lnTo>
                    <a:pt x="672827" y="5632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63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7" name="object 547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723988" y="9083785"/>
              <a:ext cx="131817" cy="131765"/>
            </a:xfrm>
            <a:prstGeom prst="rect">
              <a:avLst/>
            </a:prstGeom>
          </p:spPr>
        </p:pic>
        <p:pic>
          <p:nvPicPr>
            <p:cNvPr id="548" name="object 548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885989" y="9083785"/>
              <a:ext cx="131817" cy="131765"/>
            </a:xfrm>
            <a:prstGeom prst="rect">
              <a:avLst/>
            </a:prstGeom>
          </p:spPr>
        </p:pic>
        <p:sp>
          <p:nvSpPr>
            <p:cNvPr id="549" name="object 549" descr=""/>
            <p:cNvSpPr/>
            <p:nvPr/>
          </p:nvSpPr>
          <p:spPr>
            <a:xfrm>
              <a:off x="1693034" y="9052791"/>
              <a:ext cx="356235" cy="193040"/>
            </a:xfrm>
            <a:custGeom>
              <a:avLst/>
              <a:gdLst/>
              <a:ahLst/>
              <a:cxnLst/>
              <a:rect l="l" t="t" r="r" b="b"/>
              <a:pathLst>
                <a:path w="356235" h="193040">
                  <a:moveTo>
                    <a:pt x="177868" y="0"/>
                  </a:moveTo>
                  <a:lnTo>
                    <a:pt x="130637" y="6365"/>
                  </a:lnTo>
                  <a:lnTo>
                    <a:pt x="88163" y="24322"/>
                  </a:lnTo>
                  <a:lnTo>
                    <a:pt x="52154" y="52160"/>
                  </a:lnTo>
                  <a:lnTo>
                    <a:pt x="24318" y="88169"/>
                  </a:lnTo>
                  <a:lnTo>
                    <a:pt x="6364" y="130638"/>
                  </a:lnTo>
                  <a:lnTo>
                    <a:pt x="0" y="177858"/>
                  </a:lnTo>
                  <a:lnTo>
                    <a:pt x="0" y="192936"/>
                  </a:lnTo>
                  <a:lnTo>
                    <a:pt x="355716" y="192936"/>
                  </a:lnTo>
                  <a:lnTo>
                    <a:pt x="355716" y="177858"/>
                  </a:lnTo>
                  <a:lnTo>
                    <a:pt x="353681" y="162759"/>
                  </a:lnTo>
                  <a:lnTo>
                    <a:pt x="30951" y="162759"/>
                  </a:lnTo>
                  <a:lnTo>
                    <a:pt x="44776" y="113890"/>
                  </a:lnTo>
                  <a:lnTo>
                    <a:pt x="73493" y="73513"/>
                  </a:lnTo>
                  <a:lnTo>
                    <a:pt x="113894" y="44817"/>
                  </a:lnTo>
                  <a:lnTo>
                    <a:pt x="162769" y="30993"/>
                  </a:lnTo>
                  <a:lnTo>
                    <a:pt x="276183" y="30993"/>
                  </a:lnTo>
                  <a:lnTo>
                    <a:pt x="267555" y="24322"/>
                  </a:lnTo>
                  <a:lnTo>
                    <a:pt x="225087" y="6365"/>
                  </a:lnTo>
                  <a:lnTo>
                    <a:pt x="177868" y="0"/>
                  </a:lnTo>
                  <a:close/>
                </a:path>
                <a:path w="356235" h="193040">
                  <a:moveTo>
                    <a:pt x="192957" y="30993"/>
                  </a:moveTo>
                  <a:lnTo>
                    <a:pt x="162769" y="30993"/>
                  </a:lnTo>
                  <a:lnTo>
                    <a:pt x="162769" y="162759"/>
                  </a:lnTo>
                  <a:lnTo>
                    <a:pt x="192957" y="162759"/>
                  </a:lnTo>
                  <a:lnTo>
                    <a:pt x="192957" y="30993"/>
                  </a:lnTo>
                  <a:close/>
                </a:path>
                <a:path w="356235" h="193040">
                  <a:moveTo>
                    <a:pt x="276183" y="30993"/>
                  </a:moveTo>
                  <a:lnTo>
                    <a:pt x="192957" y="30993"/>
                  </a:lnTo>
                  <a:lnTo>
                    <a:pt x="241828" y="44817"/>
                  </a:lnTo>
                  <a:lnTo>
                    <a:pt x="282229" y="73513"/>
                  </a:lnTo>
                  <a:lnTo>
                    <a:pt x="310949" y="113890"/>
                  </a:lnTo>
                  <a:lnTo>
                    <a:pt x="324775" y="162759"/>
                  </a:lnTo>
                  <a:lnTo>
                    <a:pt x="353681" y="162759"/>
                  </a:lnTo>
                  <a:lnTo>
                    <a:pt x="349351" y="130638"/>
                  </a:lnTo>
                  <a:lnTo>
                    <a:pt x="331396" y="88169"/>
                  </a:lnTo>
                  <a:lnTo>
                    <a:pt x="303561" y="52160"/>
                  </a:lnTo>
                  <a:lnTo>
                    <a:pt x="276183" y="3099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0" name="object 550" descr=""/>
            <p:cNvSpPr/>
            <p:nvPr/>
          </p:nvSpPr>
          <p:spPr>
            <a:xfrm>
              <a:off x="1198251" y="9398780"/>
              <a:ext cx="2690495" cy="577850"/>
            </a:xfrm>
            <a:custGeom>
              <a:avLst/>
              <a:gdLst/>
              <a:ahLst/>
              <a:cxnLst/>
              <a:rect l="l" t="t" r="r" b="b"/>
              <a:pathLst>
                <a:path w="2690495" h="577850">
                  <a:moveTo>
                    <a:pt x="2690179" y="0"/>
                  </a:moveTo>
                  <a:lnTo>
                    <a:pt x="1345435" y="0"/>
                  </a:lnTo>
                  <a:lnTo>
                    <a:pt x="1345257" y="136"/>
                  </a:lnTo>
                  <a:lnTo>
                    <a:pt x="1345257" y="0"/>
                  </a:lnTo>
                  <a:lnTo>
                    <a:pt x="513" y="0"/>
                  </a:lnTo>
                  <a:lnTo>
                    <a:pt x="0" y="439"/>
                  </a:lnTo>
                  <a:lnTo>
                    <a:pt x="0" y="577312"/>
                  </a:lnTo>
                  <a:lnTo>
                    <a:pt x="2690179" y="577312"/>
                  </a:lnTo>
                  <a:lnTo>
                    <a:pt x="2690179" y="0"/>
                  </a:lnTo>
                  <a:close/>
                </a:path>
              </a:pathLst>
            </a:custGeom>
            <a:solidFill>
              <a:srgbClr val="D9E9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1" name="object 551" descr=""/>
            <p:cNvSpPr/>
            <p:nvPr/>
          </p:nvSpPr>
          <p:spPr>
            <a:xfrm>
              <a:off x="1198753" y="9455600"/>
              <a:ext cx="2689860" cy="520700"/>
            </a:xfrm>
            <a:custGeom>
              <a:avLst/>
              <a:gdLst/>
              <a:ahLst/>
              <a:cxnLst/>
              <a:rect l="l" t="t" r="r" b="b"/>
              <a:pathLst>
                <a:path w="2689860" h="520700">
                  <a:moveTo>
                    <a:pt x="139509" y="231317"/>
                  </a:moveTo>
                  <a:lnTo>
                    <a:pt x="0" y="231317"/>
                  </a:lnTo>
                  <a:lnTo>
                    <a:pt x="0" y="289153"/>
                  </a:lnTo>
                  <a:lnTo>
                    <a:pt x="139509" y="289153"/>
                  </a:lnTo>
                  <a:lnTo>
                    <a:pt x="139509" y="231317"/>
                  </a:lnTo>
                  <a:close/>
                </a:path>
                <a:path w="2689860" h="520700">
                  <a:moveTo>
                    <a:pt x="139509" y="115658"/>
                  </a:moveTo>
                  <a:lnTo>
                    <a:pt x="0" y="115658"/>
                  </a:lnTo>
                  <a:lnTo>
                    <a:pt x="0" y="173494"/>
                  </a:lnTo>
                  <a:lnTo>
                    <a:pt x="139509" y="173494"/>
                  </a:lnTo>
                  <a:lnTo>
                    <a:pt x="139509" y="115658"/>
                  </a:lnTo>
                  <a:close/>
                </a:path>
                <a:path w="2689860" h="520700">
                  <a:moveTo>
                    <a:pt x="284099" y="231317"/>
                  </a:moveTo>
                  <a:lnTo>
                    <a:pt x="253923" y="231317"/>
                  </a:lnTo>
                  <a:lnTo>
                    <a:pt x="253923" y="289153"/>
                  </a:lnTo>
                  <a:lnTo>
                    <a:pt x="284099" y="289153"/>
                  </a:lnTo>
                  <a:lnTo>
                    <a:pt x="284099" y="231317"/>
                  </a:lnTo>
                  <a:close/>
                </a:path>
                <a:path w="2689860" h="520700">
                  <a:moveTo>
                    <a:pt x="284099" y="115658"/>
                  </a:moveTo>
                  <a:lnTo>
                    <a:pt x="253923" y="115658"/>
                  </a:lnTo>
                  <a:lnTo>
                    <a:pt x="253923" y="173494"/>
                  </a:lnTo>
                  <a:lnTo>
                    <a:pt x="284099" y="173494"/>
                  </a:lnTo>
                  <a:lnTo>
                    <a:pt x="284099" y="115658"/>
                  </a:lnTo>
                  <a:close/>
                </a:path>
                <a:path w="2689860" h="520700">
                  <a:moveTo>
                    <a:pt x="532282" y="462673"/>
                  </a:moveTo>
                  <a:lnTo>
                    <a:pt x="0" y="462673"/>
                  </a:lnTo>
                  <a:lnTo>
                    <a:pt x="0" y="520496"/>
                  </a:lnTo>
                  <a:lnTo>
                    <a:pt x="532282" y="520496"/>
                  </a:lnTo>
                  <a:lnTo>
                    <a:pt x="532282" y="462673"/>
                  </a:lnTo>
                  <a:close/>
                </a:path>
                <a:path w="2689860" h="520700">
                  <a:moveTo>
                    <a:pt x="532282" y="346976"/>
                  </a:moveTo>
                  <a:lnTo>
                    <a:pt x="0" y="346976"/>
                  </a:lnTo>
                  <a:lnTo>
                    <a:pt x="0" y="404799"/>
                  </a:lnTo>
                  <a:lnTo>
                    <a:pt x="532282" y="404799"/>
                  </a:lnTo>
                  <a:lnTo>
                    <a:pt x="532282" y="346976"/>
                  </a:lnTo>
                  <a:close/>
                </a:path>
                <a:path w="2689860" h="520700">
                  <a:moveTo>
                    <a:pt x="532282" y="231317"/>
                  </a:moveTo>
                  <a:lnTo>
                    <a:pt x="398513" y="231317"/>
                  </a:lnTo>
                  <a:lnTo>
                    <a:pt x="398513" y="289153"/>
                  </a:lnTo>
                  <a:lnTo>
                    <a:pt x="532282" y="289153"/>
                  </a:lnTo>
                  <a:lnTo>
                    <a:pt x="532282" y="231317"/>
                  </a:lnTo>
                  <a:close/>
                </a:path>
                <a:path w="2689860" h="520700">
                  <a:moveTo>
                    <a:pt x="945438" y="231317"/>
                  </a:moveTo>
                  <a:lnTo>
                    <a:pt x="811974" y="231317"/>
                  </a:lnTo>
                  <a:lnTo>
                    <a:pt x="811974" y="289153"/>
                  </a:lnTo>
                  <a:lnTo>
                    <a:pt x="945438" y="289153"/>
                  </a:lnTo>
                  <a:lnTo>
                    <a:pt x="945438" y="231317"/>
                  </a:lnTo>
                  <a:close/>
                </a:path>
                <a:path w="2689860" h="520700">
                  <a:moveTo>
                    <a:pt x="945438" y="115658"/>
                  </a:moveTo>
                  <a:lnTo>
                    <a:pt x="398513" y="115658"/>
                  </a:lnTo>
                  <a:lnTo>
                    <a:pt x="398513" y="173494"/>
                  </a:lnTo>
                  <a:lnTo>
                    <a:pt x="945438" y="173494"/>
                  </a:lnTo>
                  <a:lnTo>
                    <a:pt x="945438" y="115658"/>
                  </a:lnTo>
                  <a:close/>
                </a:path>
                <a:path w="2689860" h="520700">
                  <a:moveTo>
                    <a:pt x="1090041" y="231317"/>
                  </a:moveTo>
                  <a:lnTo>
                    <a:pt x="1059840" y="231317"/>
                  </a:lnTo>
                  <a:lnTo>
                    <a:pt x="1059840" y="289153"/>
                  </a:lnTo>
                  <a:lnTo>
                    <a:pt x="1090041" y="289153"/>
                  </a:lnTo>
                  <a:lnTo>
                    <a:pt x="1090041" y="231317"/>
                  </a:lnTo>
                  <a:close/>
                </a:path>
                <a:path w="2689860" h="520700">
                  <a:moveTo>
                    <a:pt x="1090041" y="115658"/>
                  </a:moveTo>
                  <a:lnTo>
                    <a:pt x="1059840" y="115658"/>
                  </a:lnTo>
                  <a:lnTo>
                    <a:pt x="1059840" y="173494"/>
                  </a:lnTo>
                  <a:lnTo>
                    <a:pt x="1090041" y="173494"/>
                  </a:lnTo>
                  <a:lnTo>
                    <a:pt x="1090041" y="115658"/>
                  </a:lnTo>
                  <a:close/>
                </a:path>
                <a:path w="2689860" h="520700">
                  <a:moveTo>
                    <a:pt x="1344739" y="462673"/>
                  </a:moveTo>
                  <a:lnTo>
                    <a:pt x="811974" y="462673"/>
                  </a:lnTo>
                  <a:lnTo>
                    <a:pt x="811974" y="520496"/>
                  </a:lnTo>
                  <a:lnTo>
                    <a:pt x="1344739" y="520496"/>
                  </a:lnTo>
                  <a:lnTo>
                    <a:pt x="1344739" y="462673"/>
                  </a:lnTo>
                  <a:close/>
                </a:path>
                <a:path w="2689860" h="520700">
                  <a:moveTo>
                    <a:pt x="1344739" y="346976"/>
                  </a:moveTo>
                  <a:lnTo>
                    <a:pt x="811974" y="346976"/>
                  </a:lnTo>
                  <a:lnTo>
                    <a:pt x="811974" y="404799"/>
                  </a:lnTo>
                  <a:lnTo>
                    <a:pt x="1344739" y="404799"/>
                  </a:lnTo>
                  <a:lnTo>
                    <a:pt x="1344739" y="346976"/>
                  </a:lnTo>
                  <a:close/>
                </a:path>
                <a:path w="2689860" h="520700">
                  <a:moveTo>
                    <a:pt x="1344739" y="231317"/>
                  </a:moveTo>
                  <a:lnTo>
                    <a:pt x="1204442" y="231317"/>
                  </a:lnTo>
                  <a:lnTo>
                    <a:pt x="1204442" y="289153"/>
                  </a:lnTo>
                  <a:lnTo>
                    <a:pt x="1344739" y="289153"/>
                  </a:lnTo>
                  <a:lnTo>
                    <a:pt x="1344739" y="231317"/>
                  </a:lnTo>
                  <a:close/>
                </a:path>
                <a:path w="2689860" h="520700">
                  <a:moveTo>
                    <a:pt x="1344739" y="115658"/>
                  </a:moveTo>
                  <a:lnTo>
                    <a:pt x="1204442" y="115658"/>
                  </a:lnTo>
                  <a:lnTo>
                    <a:pt x="1204442" y="173494"/>
                  </a:lnTo>
                  <a:lnTo>
                    <a:pt x="1344739" y="173494"/>
                  </a:lnTo>
                  <a:lnTo>
                    <a:pt x="1344739" y="115658"/>
                  </a:lnTo>
                  <a:close/>
                </a:path>
                <a:path w="2689860" h="520700">
                  <a:moveTo>
                    <a:pt x="1887131" y="231317"/>
                  </a:moveTo>
                  <a:lnTo>
                    <a:pt x="1344930" y="231317"/>
                  </a:lnTo>
                  <a:lnTo>
                    <a:pt x="1344930" y="289153"/>
                  </a:lnTo>
                  <a:lnTo>
                    <a:pt x="1887131" y="289153"/>
                  </a:lnTo>
                  <a:lnTo>
                    <a:pt x="1887131" y="231317"/>
                  </a:lnTo>
                  <a:close/>
                </a:path>
                <a:path w="2689860" h="520700">
                  <a:moveTo>
                    <a:pt x="1887131" y="115658"/>
                  </a:moveTo>
                  <a:lnTo>
                    <a:pt x="1344930" y="115658"/>
                  </a:lnTo>
                  <a:lnTo>
                    <a:pt x="1344930" y="173494"/>
                  </a:lnTo>
                  <a:lnTo>
                    <a:pt x="1887131" y="173494"/>
                  </a:lnTo>
                  <a:lnTo>
                    <a:pt x="1887131" y="115658"/>
                  </a:lnTo>
                  <a:close/>
                </a:path>
                <a:path w="2689860" h="520700">
                  <a:moveTo>
                    <a:pt x="2031695" y="231317"/>
                  </a:moveTo>
                  <a:lnTo>
                    <a:pt x="2001520" y="231317"/>
                  </a:lnTo>
                  <a:lnTo>
                    <a:pt x="2001520" y="289153"/>
                  </a:lnTo>
                  <a:lnTo>
                    <a:pt x="2031695" y="289153"/>
                  </a:lnTo>
                  <a:lnTo>
                    <a:pt x="2031695" y="231317"/>
                  </a:lnTo>
                  <a:close/>
                </a:path>
                <a:path w="2689860" h="520700">
                  <a:moveTo>
                    <a:pt x="2031695" y="115658"/>
                  </a:moveTo>
                  <a:lnTo>
                    <a:pt x="2001520" y="115658"/>
                  </a:lnTo>
                  <a:lnTo>
                    <a:pt x="2001520" y="173494"/>
                  </a:lnTo>
                  <a:lnTo>
                    <a:pt x="2031695" y="173494"/>
                  </a:lnTo>
                  <a:lnTo>
                    <a:pt x="2031695" y="115658"/>
                  </a:lnTo>
                  <a:close/>
                </a:path>
                <a:path w="2689860" h="520700">
                  <a:moveTo>
                    <a:pt x="2689682" y="462673"/>
                  </a:moveTo>
                  <a:lnTo>
                    <a:pt x="1344930" y="462673"/>
                  </a:lnTo>
                  <a:lnTo>
                    <a:pt x="1344930" y="520496"/>
                  </a:lnTo>
                  <a:lnTo>
                    <a:pt x="2689682" y="520496"/>
                  </a:lnTo>
                  <a:lnTo>
                    <a:pt x="2689682" y="462673"/>
                  </a:lnTo>
                  <a:close/>
                </a:path>
                <a:path w="2689860" h="520700">
                  <a:moveTo>
                    <a:pt x="2689682" y="346976"/>
                  </a:moveTo>
                  <a:lnTo>
                    <a:pt x="1344930" y="346976"/>
                  </a:lnTo>
                  <a:lnTo>
                    <a:pt x="1344930" y="404799"/>
                  </a:lnTo>
                  <a:lnTo>
                    <a:pt x="2689682" y="404799"/>
                  </a:lnTo>
                  <a:lnTo>
                    <a:pt x="2689682" y="346976"/>
                  </a:lnTo>
                  <a:close/>
                </a:path>
                <a:path w="2689860" h="520700">
                  <a:moveTo>
                    <a:pt x="2689682" y="231317"/>
                  </a:moveTo>
                  <a:lnTo>
                    <a:pt x="2146109" y="231317"/>
                  </a:lnTo>
                  <a:lnTo>
                    <a:pt x="2146109" y="289153"/>
                  </a:lnTo>
                  <a:lnTo>
                    <a:pt x="2689682" y="289153"/>
                  </a:lnTo>
                  <a:lnTo>
                    <a:pt x="2689682" y="231317"/>
                  </a:lnTo>
                  <a:close/>
                </a:path>
                <a:path w="2689860" h="520700">
                  <a:moveTo>
                    <a:pt x="2689682" y="115658"/>
                  </a:moveTo>
                  <a:lnTo>
                    <a:pt x="2146109" y="115658"/>
                  </a:lnTo>
                  <a:lnTo>
                    <a:pt x="2146109" y="173494"/>
                  </a:lnTo>
                  <a:lnTo>
                    <a:pt x="2689682" y="173494"/>
                  </a:lnTo>
                  <a:lnTo>
                    <a:pt x="2689682" y="115658"/>
                  </a:lnTo>
                  <a:close/>
                </a:path>
                <a:path w="2689860" h="520700">
                  <a:moveTo>
                    <a:pt x="2689682" y="0"/>
                  </a:moveTo>
                  <a:lnTo>
                    <a:pt x="12" y="0"/>
                  </a:lnTo>
                  <a:lnTo>
                    <a:pt x="12" y="57150"/>
                  </a:lnTo>
                  <a:lnTo>
                    <a:pt x="12" y="58420"/>
                  </a:lnTo>
                  <a:lnTo>
                    <a:pt x="1344752" y="58420"/>
                  </a:lnTo>
                  <a:lnTo>
                    <a:pt x="1344752" y="57150"/>
                  </a:lnTo>
                  <a:lnTo>
                    <a:pt x="1344917" y="57150"/>
                  </a:lnTo>
                  <a:lnTo>
                    <a:pt x="1344917" y="58420"/>
                  </a:lnTo>
                  <a:lnTo>
                    <a:pt x="2689682" y="58420"/>
                  </a:lnTo>
                  <a:lnTo>
                    <a:pt x="2689682" y="57150"/>
                  </a:lnTo>
                  <a:lnTo>
                    <a:pt x="2689682" y="0"/>
                  </a:lnTo>
                  <a:close/>
                </a:path>
              </a:pathLst>
            </a:custGeom>
            <a:solidFill>
              <a:srgbClr val="E8F1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2" name="object 552" descr=""/>
            <p:cNvSpPr/>
            <p:nvPr/>
          </p:nvSpPr>
          <p:spPr>
            <a:xfrm>
              <a:off x="2543179" y="8776307"/>
              <a:ext cx="1345565" cy="622935"/>
            </a:xfrm>
            <a:custGeom>
              <a:avLst/>
              <a:gdLst/>
              <a:ahLst/>
              <a:cxnLst/>
              <a:rect l="l" t="t" r="r" b="b"/>
              <a:pathLst>
                <a:path w="1345564" h="622934">
                  <a:moveTo>
                    <a:pt x="672618" y="0"/>
                  </a:moveTo>
                  <a:lnTo>
                    <a:pt x="0" y="566024"/>
                  </a:lnTo>
                  <a:lnTo>
                    <a:pt x="0" y="622912"/>
                  </a:lnTo>
                  <a:lnTo>
                    <a:pt x="672618" y="57746"/>
                  </a:lnTo>
                  <a:lnTo>
                    <a:pt x="1345257" y="622473"/>
                  </a:lnTo>
                  <a:lnTo>
                    <a:pt x="1345257" y="565637"/>
                  </a:lnTo>
                  <a:lnTo>
                    <a:pt x="672618" y="0"/>
                  </a:lnTo>
                  <a:close/>
                </a:path>
              </a:pathLst>
            </a:custGeom>
            <a:solidFill>
              <a:srgbClr val="D9E9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3" name="object 553" descr=""/>
            <p:cNvSpPr/>
            <p:nvPr/>
          </p:nvSpPr>
          <p:spPr>
            <a:xfrm>
              <a:off x="2543514" y="8709882"/>
              <a:ext cx="672465" cy="632460"/>
            </a:xfrm>
            <a:custGeom>
              <a:avLst/>
              <a:gdLst/>
              <a:ahLst/>
              <a:cxnLst/>
              <a:rect l="l" t="t" r="r" b="b"/>
              <a:pathLst>
                <a:path w="672464" h="632459">
                  <a:moveTo>
                    <a:pt x="672283" y="0"/>
                  </a:moveTo>
                  <a:lnTo>
                    <a:pt x="178" y="563239"/>
                  </a:lnTo>
                  <a:lnTo>
                    <a:pt x="0" y="632064"/>
                  </a:lnTo>
                  <a:lnTo>
                    <a:pt x="672283" y="69610"/>
                  </a:lnTo>
                  <a:lnTo>
                    <a:pt x="672283" y="0"/>
                  </a:lnTo>
                  <a:close/>
                </a:path>
              </a:pathLst>
            </a:custGeom>
            <a:solidFill>
              <a:srgbClr val="CBD9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4" name="object 554" descr=""/>
            <p:cNvSpPr/>
            <p:nvPr/>
          </p:nvSpPr>
          <p:spPr>
            <a:xfrm>
              <a:off x="3215797" y="8709882"/>
              <a:ext cx="720090" cy="672465"/>
            </a:xfrm>
            <a:custGeom>
              <a:avLst/>
              <a:gdLst/>
              <a:ahLst/>
              <a:cxnLst/>
              <a:rect l="l" t="t" r="r" b="b"/>
              <a:pathLst>
                <a:path w="720089" h="672465">
                  <a:moveTo>
                    <a:pt x="0" y="0"/>
                  </a:moveTo>
                  <a:lnTo>
                    <a:pt x="0" y="69610"/>
                  </a:lnTo>
                  <a:lnTo>
                    <a:pt x="719527" y="672021"/>
                  </a:lnTo>
                  <a:lnTo>
                    <a:pt x="719527" y="602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6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5" name="object 555" descr=""/>
            <p:cNvSpPr/>
            <p:nvPr/>
          </p:nvSpPr>
          <p:spPr>
            <a:xfrm>
              <a:off x="3085884" y="9543598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114388" y="0"/>
                  </a:moveTo>
                  <a:lnTo>
                    <a:pt x="0" y="0"/>
                  </a:lnTo>
                  <a:lnTo>
                    <a:pt x="0" y="258978"/>
                  </a:lnTo>
                  <a:lnTo>
                    <a:pt x="114388" y="258978"/>
                  </a:lnTo>
                  <a:lnTo>
                    <a:pt x="114388" y="0"/>
                  </a:lnTo>
                  <a:close/>
                </a:path>
                <a:path w="259079" h="259079">
                  <a:moveTo>
                    <a:pt x="258978" y="0"/>
                  </a:moveTo>
                  <a:lnTo>
                    <a:pt x="144564" y="0"/>
                  </a:lnTo>
                  <a:lnTo>
                    <a:pt x="144564" y="258978"/>
                  </a:lnTo>
                  <a:lnTo>
                    <a:pt x="258978" y="258978"/>
                  </a:lnTo>
                  <a:lnTo>
                    <a:pt x="258978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6" name="object 556" descr=""/>
            <p:cNvSpPr/>
            <p:nvPr/>
          </p:nvSpPr>
          <p:spPr>
            <a:xfrm>
              <a:off x="3055683" y="9514046"/>
              <a:ext cx="319405" cy="318770"/>
            </a:xfrm>
            <a:custGeom>
              <a:avLst/>
              <a:gdLst/>
              <a:ahLst/>
              <a:cxnLst/>
              <a:rect l="l" t="t" r="r" b="b"/>
              <a:pathLst>
                <a:path w="319404" h="318770">
                  <a:moveTo>
                    <a:pt x="319354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0" y="288290"/>
                  </a:lnTo>
                  <a:lnTo>
                    <a:pt x="0" y="318770"/>
                  </a:lnTo>
                  <a:lnTo>
                    <a:pt x="319354" y="318770"/>
                  </a:lnTo>
                  <a:lnTo>
                    <a:pt x="319354" y="288531"/>
                  </a:lnTo>
                  <a:lnTo>
                    <a:pt x="319354" y="288290"/>
                  </a:lnTo>
                  <a:lnTo>
                    <a:pt x="319354" y="29552"/>
                  </a:lnTo>
                  <a:lnTo>
                    <a:pt x="289179" y="29552"/>
                  </a:lnTo>
                  <a:lnTo>
                    <a:pt x="289179" y="288290"/>
                  </a:lnTo>
                  <a:lnTo>
                    <a:pt x="174764" y="288290"/>
                  </a:lnTo>
                  <a:lnTo>
                    <a:pt x="174764" y="29552"/>
                  </a:lnTo>
                  <a:lnTo>
                    <a:pt x="144589" y="29552"/>
                  </a:lnTo>
                  <a:lnTo>
                    <a:pt x="144589" y="288290"/>
                  </a:lnTo>
                  <a:lnTo>
                    <a:pt x="30200" y="288290"/>
                  </a:lnTo>
                  <a:lnTo>
                    <a:pt x="30200" y="29210"/>
                  </a:lnTo>
                  <a:lnTo>
                    <a:pt x="319354" y="29210"/>
                  </a:lnTo>
                  <a:lnTo>
                    <a:pt x="3193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7" name="object 557" descr=""/>
            <p:cNvSpPr/>
            <p:nvPr/>
          </p:nvSpPr>
          <p:spPr>
            <a:xfrm>
              <a:off x="1731046" y="9629047"/>
              <a:ext cx="280035" cy="347345"/>
            </a:xfrm>
            <a:custGeom>
              <a:avLst/>
              <a:gdLst/>
              <a:ahLst/>
              <a:cxnLst/>
              <a:rect l="l" t="t" r="r" b="b"/>
              <a:pathLst>
                <a:path w="280035" h="347345">
                  <a:moveTo>
                    <a:pt x="279687" y="0"/>
                  </a:moveTo>
                  <a:lnTo>
                    <a:pt x="0" y="0"/>
                  </a:lnTo>
                  <a:lnTo>
                    <a:pt x="0" y="347047"/>
                  </a:lnTo>
                  <a:lnTo>
                    <a:pt x="279687" y="347047"/>
                  </a:lnTo>
                  <a:lnTo>
                    <a:pt x="279687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8" name="object 558" descr=""/>
            <p:cNvSpPr/>
            <p:nvPr/>
          </p:nvSpPr>
          <p:spPr>
            <a:xfrm>
              <a:off x="1855807" y="9629078"/>
              <a:ext cx="30480" cy="347345"/>
            </a:xfrm>
            <a:custGeom>
              <a:avLst/>
              <a:gdLst/>
              <a:ahLst/>
              <a:cxnLst/>
              <a:rect l="l" t="t" r="r" b="b"/>
              <a:pathLst>
                <a:path w="30480" h="347345">
                  <a:moveTo>
                    <a:pt x="30187" y="0"/>
                  </a:moveTo>
                  <a:lnTo>
                    <a:pt x="0" y="0"/>
                  </a:lnTo>
                  <a:lnTo>
                    <a:pt x="0" y="347015"/>
                  </a:lnTo>
                  <a:lnTo>
                    <a:pt x="30187" y="347015"/>
                  </a:lnTo>
                  <a:lnTo>
                    <a:pt x="30187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9" name="object 559" descr=""/>
            <p:cNvSpPr/>
            <p:nvPr/>
          </p:nvSpPr>
          <p:spPr>
            <a:xfrm>
              <a:off x="1338262" y="9543598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80" h="259079">
                  <a:moveTo>
                    <a:pt x="114414" y="0"/>
                  </a:moveTo>
                  <a:lnTo>
                    <a:pt x="0" y="0"/>
                  </a:lnTo>
                  <a:lnTo>
                    <a:pt x="0" y="258978"/>
                  </a:lnTo>
                  <a:lnTo>
                    <a:pt x="114414" y="258978"/>
                  </a:lnTo>
                  <a:lnTo>
                    <a:pt x="114414" y="0"/>
                  </a:lnTo>
                  <a:close/>
                </a:path>
                <a:path w="259080" h="259079">
                  <a:moveTo>
                    <a:pt x="259003" y="0"/>
                  </a:moveTo>
                  <a:lnTo>
                    <a:pt x="144589" y="0"/>
                  </a:lnTo>
                  <a:lnTo>
                    <a:pt x="144589" y="258978"/>
                  </a:lnTo>
                  <a:lnTo>
                    <a:pt x="259003" y="258978"/>
                  </a:lnTo>
                  <a:lnTo>
                    <a:pt x="259003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0" name="object 560" descr=""/>
            <p:cNvSpPr/>
            <p:nvPr/>
          </p:nvSpPr>
          <p:spPr>
            <a:xfrm>
              <a:off x="1308074" y="9514046"/>
              <a:ext cx="319405" cy="318770"/>
            </a:xfrm>
            <a:custGeom>
              <a:avLst/>
              <a:gdLst/>
              <a:ahLst/>
              <a:cxnLst/>
              <a:rect l="l" t="t" r="r" b="b"/>
              <a:pathLst>
                <a:path w="319405" h="318770">
                  <a:moveTo>
                    <a:pt x="319366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0" y="288290"/>
                  </a:lnTo>
                  <a:lnTo>
                    <a:pt x="0" y="318770"/>
                  </a:lnTo>
                  <a:lnTo>
                    <a:pt x="319366" y="318770"/>
                  </a:lnTo>
                  <a:lnTo>
                    <a:pt x="319366" y="288531"/>
                  </a:lnTo>
                  <a:lnTo>
                    <a:pt x="319366" y="288290"/>
                  </a:lnTo>
                  <a:lnTo>
                    <a:pt x="319366" y="29552"/>
                  </a:lnTo>
                  <a:lnTo>
                    <a:pt x="289191" y="29552"/>
                  </a:lnTo>
                  <a:lnTo>
                    <a:pt x="289191" y="288290"/>
                  </a:lnTo>
                  <a:lnTo>
                    <a:pt x="174777" y="288290"/>
                  </a:lnTo>
                  <a:lnTo>
                    <a:pt x="174777" y="29552"/>
                  </a:lnTo>
                  <a:lnTo>
                    <a:pt x="144602" y="29552"/>
                  </a:lnTo>
                  <a:lnTo>
                    <a:pt x="144602" y="288290"/>
                  </a:lnTo>
                  <a:lnTo>
                    <a:pt x="30187" y="288290"/>
                  </a:lnTo>
                  <a:lnTo>
                    <a:pt x="30187" y="29210"/>
                  </a:lnTo>
                  <a:lnTo>
                    <a:pt x="319366" y="29210"/>
                  </a:lnTo>
                  <a:lnTo>
                    <a:pt x="3193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1" name="object 561" descr=""/>
            <p:cNvSpPr/>
            <p:nvPr/>
          </p:nvSpPr>
          <p:spPr>
            <a:xfrm>
              <a:off x="2144191" y="9543598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80" h="259079">
                  <a:moveTo>
                    <a:pt x="114401" y="0"/>
                  </a:moveTo>
                  <a:lnTo>
                    <a:pt x="0" y="0"/>
                  </a:lnTo>
                  <a:lnTo>
                    <a:pt x="0" y="258978"/>
                  </a:lnTo>
                  <a:lnTo>
                    <a:pt x="114401" y="258978"/>
                  </a:lnTo>
                  <a:lnTo>
                    <a:pt x="114401" y="0"/>
                  </a:lnTo>
                  <a:close/>
                </a:path>
                <a:path w="259080" h="259079">
                  <a:moveTo>
                    <a:pt x="259003" y="0"/>
                  </a:moveTo>
                  <a:lnTo>
                    <a:pt x="144602" y="0"/>
                  </a:lnTo>
                  <a:lnTo>
                    <a:pt x="144602" y="258978"/>
                  </a:lnTo>
                  <a:lnTo>
                    <a:pt x="259003" y="258978"/>
                  </a:lnTo>
                  <a:lnTo>
                    <a:pt x="259003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2" name="object 562" descr=""/>
            <p:cNvSpPr/>
            <p:nvPr/>
          </p:nvSpPr>
          <p:spPr>
            <a:xfrm>
              <a:off x="2114016" y="9514046"/>
              <a:ext cx="319405" cy="318770"/>
            </a:xfrm>
            <a:custGeom>
              <a:avLst/>
              <a:gdLst/>
              <a:ahLst/>
              <a:cxnLst/>
              <a:rect l="l" t="t" r="r" b="b"/>
              <a:pathLst>
                <a:path w="319405" h="318770">
                  <a:moveTo>
                    <a:pt x="319354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0" y="288290"/>
                  </a:lnTo>
                  <a:lnTo>
                    <a:pt x="0" y="318770"/>
                  </a:lnTo>
                  <a:lnTo>
                    <a:pt x="319354" y="318770"/>
                  </a:lnTo>
                  <a:lnTo>
                    <a:pt x="319354" y="288531"/>
                  </a:lnTo>
                  <a:lnTo>
                    <a:pt x="319354" y="288290"/>
                  </a:lnTo>
                  <a:lnTo>
                    <a:pt x="319354" y="29552"/>
                  </a:lnTo>
                  <a:lnTo>
                    <a:pt x="289179" y="29552"/>
                  </a:lnTo>
                  <a:lnTo>
                    <a:pt x="289179" y="288290"/>
                  </a:lnTo>
                  <a:lnTo>
                    <a:pt x="174777" y="288290"/>
                  </a:lnTo>
                  <a:lnTo>
                    <a:pt x="174777" y="29552"/>
                  </a:lnTo>
                  <a:lnTo>
                    <a:pt x="144576" y="29552"/>
                  </a:lnTo>
                  <a:lnTo>
                    <a:pt x="144576" y="288290"/>
                  </a:lnTo>
                  <a:lnTo>
                    <a:pt x="30175" y="288290"/>
                  </a:lnTo>
                  <a:lnTo>
                    <a:pt x="30175" y="29210"/>
                  </a:lnTo>
                  <a:lnTo>
                    <a:pt x="319354" y="29210"/>
                  </a:lnTo>
                  <a:lnTo>
                    <a:pt x="3193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3" name="object 563" descr=""/>
            <p:cNvSpPr/>
            <p:nvPr/>
          </p:nvSpPr>
          <p:spPr>
            <a:xfrm>
              <a:off x="1119746" y="10013831"/>
              <a:ext cx="751205" cy="60325"/>
            </a:xfrm>
            <a:custGeom>
              <a:avLst/>
              <a:gdLst/>
              <a:ahLst/>
              <a:cxnLst/>
              <a:rect l="l" t="t" r="r" b="b"/>
              <a:pathLst>
                <a:path w="751205" h="60325">
                  <a:moveTo>
                    <a:pt x="751160" y="0"/>
                  </a:moveTo>
                  <a:lnTo>
                    <a:pt x="0" y="0"/>
                  </a:lnTo>
                  <a:lnTo>
                    <a:pt x="0" y="59966"/>
                  </a:lnTo>
                  <a:lnTo>
                    <a:pt x="751160" y="59966"/>
                  </a:lnTo>
                  <a:lnTo>
                    <a:pt x="75116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4" name="object 564" descr=""/>
            <p:cNvSpPr/>
            <p:nvPr/>
          </p:nvSpPr>
          <p:spPr>
            <a:xfrm>
              <a:off x="1870906" y="10013831"/>
              <a:ext cx="750570" cy="60325"/>
            </a:xfrm>
            <a:custGeom>
              <a:avLst/>
              <a:gdLst/>
              <a:ahLst/>
              <a:cxnLst/>
              <a:rect l="l" t="t" r="r" b="b"/>
              <a:pathLst>
                <a:path w="750569" h="60325">
                  <a:moveTo>
                    <a:pt x="750406" y="0"/>
                  </a:moveTo>
                  <a:lnTo>
                    <a:pt x="0" y="0"/>
                  </a:lnTo>
                  <a:lnTo>
                    <a:pt x="0" y="59966"/>
                  </a:lnTo>
                  <a:lnTo>
                    <a:pt x="750406" y="59966"/>
                  </a:lnTo>
                  <a:lnTo>
                    <a:pt x="750406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5" name="object 565" descr=""/>
            <p:cNvSpPr/>
            <p:nvPr/>
          </p:nvSpPr>
          <p:spPr>
            <a:xfrm>
              <a:off x="1119581" y="9976059"/>
              <a:ext cx="1501775" cy="38100"/>
            </a:xfrm>
            <a:custGeom>
              <a:avLst/>
              <a:gdLst/>
              <a:ahLst/>
              <a:cxnLst/>
              <a:rect l="l" t="t" r="r" b="b"/>
              <a:pathLst>
                <a:path w="1501775" h="38100">
                  <a:moveTo>
                    <a:pt x="751319" y="38"/>
                  </a:moveTo>
                  <a:lnTo>
                    <a:pt x="0" y="0"/>
                  </a:lnTo>
                  <a:lnTo>
                    <a:pt x="0" y="37782"/>
                  </a:lnTo>
                  <a:lnTo>
                    <a:pt x="152" y="37782"/>
                  </a:lnTo>
                  <a:lnTo>
                    <a:pt x="751319" y="37782"/>
                  </a:lnTo>
                  <a:lnTo>
                    <a:pt x="751319" y="38"/>
                  </a:lnTo>
                  <a:close/>
                </a:path>
                <a:path w="1501775" h="38100">
                  <a:moveTo>
                    <a:pt x="1501711" y="0"/>
                  </a:moveTo>
                  <a:lnTo>
                    <a:pt x="751306" y="0"/>
                  </a:lnTo>
                  <a:lnTo>
                    <a:pt x="1501711" y="38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6" name="object 566" descr=""/>
            <p:cNvSpPr/>
            <p:nvPr/>
          </p:nvSpPr>
          <p:spPr>
            <a:xfrm>
              <a:off x="1870906" y="9976094"/>
              <a:ext cx="750570" cy="38100"/>
            </a:xfrm>
            <a:custGeom>
              <a:avLst/>
              <a:gdLst/>
              <a:ahLst/>
              <a:cxnLst/>
              <a:rect l="l" t="t" r="r" b="b"/>
              <a:pathLst>
                <a:path w="750569" h="38100">
                  <a:moveTo>
                    <a:pt x="750406" y="0"/>
                  </a:moveTo>
                  <a:lnTo>
                    <a:pt x="0" y="0"/>
                  </a:lnTo>
                  <a:lnTo>
                    <a:pt x="0" y="37737"/>
                  </a:lnTo>
                  <a:lnTo>
                    <a:pt x="750406" y="37737"/>
                  </a:lnTo>
                  <a:lnTo>
                    <a:pt x="750406" y="0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7" name="object 567" descr=""/>
            <p:cNvSpPr/>
            <p:nvPr/>
          </p:nvSpPr>
          <p:spPr>
            <a:xfrm>
              <a:off x="1053119" y="10111555"/>
              <a:ext cx="817880" cy="60325"/>
            </a:xfrm>
            <a:custGeom>
              <a:avLst/>
              <a:gdLst/>
              <a:ahLst/>
              <a:cxnLst/>
              <a:rect l="l" t="t" r="r" b="b"/>
              <a:pathLst>
                <a:path w="817880" h="60325">
                  <a:moveTo>
                    <a:pt x="817786" y="0"/>
                  </a:moveTo>
                  <a:lnTo>
                    <a:pt x="0" y="0"/>
                  </a:lnTo>
                  <a:lnTo>
                    <a:pt x="0" y="59966"/>
                  </a:lnTo>
                  <a:lnTo>
                    <a:pt x="817786" y="59966"/>
                  </a:lnTo>
                  <a:lnTo>
                    <a:pt x="817786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8" name="object 568" descr=""/>
            <p:cNvSpPr/>
            <p:nvPr/>
          </p:nvSpPr>
          <p:spPr>
            <a:xfrm>
              <a:off x="1870906" y="10111555"/>
              <a:ext cx="818515" cy="60325"/>
            </a:xfrm>
            <a:custGeom>
              <a:avLst/>
              <a:gdLst/>
              <a:ahLst/>
              <a:cxnLst/>
              <a:rect l="l" t="t" r="r" b="b"/>
              <a:pathLst>
                <a:path w="818514" h="60325">
                  <a:moveTo>
                    <a:pt x="818320" y="0"/>
                  </a:moveTo>
                  <a:lnTo>
                    <a:pt x="0" y="0"/>
                  </a:lnTo>
                  <a:lnTo>
                    <a:pt x="0" y="59966"/>
                  </a:lnTo>
                  <a:lnTo>
                    <a:pt x="818320" y="59966"/>
                  </a:lnTo>
                  <a:lnTo>
                    <a:pt x="81832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9" name="object 569" descr=""/>
            <p:cNvSpPr/>
            <p:nvPr/>
          </p:nvSpPr>
          <p:spPr>
            <a:xfrm>
              <a:off x="1052931" y="10073798"/>
              <a:ext cx="818515" cy="38100"/>
            </a:xfrm>
            <a:custGeom>
              <a:avLst/>
              <a:gdLst/>
              <a:ahLst/>
              <a:cxnLst/>
              <a:rect l="l" t="t" r="r" b="b"/>
              <a:pathLst>
                <a:path w="818514" h="38100">
                  <a:moveTo>
                    <a:pt x="817968" y="0"/>
                  </a:moveTo>
                  <a:lnTo>
                    <a:pt x="177" y="0"/>
                  </a:lnTo>
                  <a:lnTo>
                    <a:pt x="0" y="0"/>
                  </a:lnTo>
                  <a:lnTo>
                    <a:pt x="0" y="37769"/>
                  </a:lnTo>
                  <a:lnTo>
                    <a:pt x="177" y="37769"/>
                  </a:lnTo>
                  <a:lnTo>
                    <a:pt x="817968" y="37769"/>
                  </a:lnTo>
                  <a:lnTo>
                    <a:pt x="817968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0" name="object 570" descr=""/>
            <p:cNvSpPr/>
            <p:nvPr/>
          </p:nvSpPr>
          <p:spPr>
            <a:xfrm>
              <a:off x="1870906" y="10073797"/>
              <a:ext cx="818515" cy="38100"/>
            </a:xfrm>
            <a:custGeom>
              <a:avLst/>
              <a:gdLst/>
              <a:ahLst/>
              <a:cxnLst/>
              <a:rect l="l" t="t" r="r" b="b"/>
              <a:pathLst>
                <a:path w="818514" h="38100">
                  <a:moveTo>
                    <a:pt x="818320" y="0"/>
                  </a:moveTo>
                  <a:lnTo>
                    <a:pt x="0" y="0"/>
                  </a:lnTo>
                  <a:lnTo>
                    <a:pt x="0" y="37758"/>
                  </a:lnTo>
                  <a:lnTo>
                    <a:pt x="818320" y="37758"/>
                  </a:lnTo>
                  <a:lnTo>
                    <a:pt x="818320" y="0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1" name="object 571" descr=""/>
          <p:cNvSpPr/>
          <p:nvPr/>
        </p:nvSpPr>
        <p:spPr>
          <a:xfrm>
            <a:off x="7071826" y="7739471"/>
            <a:ext cx="1619885" cy="2304415"/>
          </a:xfrm>
          <a:custGeom>
            <a:avLst/>
            <a:gdLst/>
            <a:ahLst/>
            <a:cxnLst/>
            <a:rect l="l" t="t" r="r" b="b"/>
            <a:pathLst>
              <a:path w="1619884" h="2304415">
                <a:moveTo>
                  <a:pt x="1619385" y="0"/>
                </a:moveTo>
                <a:lnTo>
                  <a:pt x="0" y="0"/>
                </a:lnTo>
                <a:lnTo>
                  <a:pt x="0" y="2304380"/>
                </a:lnTo>
                <a:lnTo>
                  <a:pt x="1619385" y="2304380"/>
                </a:lnTo>
                <a:lnTo>
                  <a:pt x="1619385" y="0"/>
                </a:lnTo>
                <a:close/>
              </a:path>
            </a:pathLst>
          </a:custGeom>
          <a:solidFill>
            <a:srgbClr val="ECFA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72" name="object 572" descr=""/>
          <p:cNvGrpSpPr/>
          <p:nvPr/>
        </p:nvGrpSpPr>
        <p:grpSpPr>
          <a:xfrm>
            <a:off x="7021555" y="7484128"/>
            <a:ext cx="1720214" cy="255904"/>
            <a:chOff x="7021555" y="7484128"/>
            <a:chExt cx="1720214" cy="255904"/>
          </a:xfrm>
        </p:grpSpPr>
        <p:sp>
          <p:nvSpPr>
            <p:cNvPr id="573" name="object 573" descr=""/>
            <p:cNvSpPr/>
            <p:nvPr/>
          </p:nvSpPr>
          <p:spPr>
            <a:xfrm>
              <a:off x="7021555" y="7484128"/>
              <a:ext cx="1720214" cy="128270"/>
            </a:xfrm>
            <a:custGeom>
              <a:avLst/>
              <a:gdLst/>
              <a:ahLst/>
              <a:cxnLst/>
              <a:rect l="l" t="t" r="r" b="b"/>
              <a:pathLst>
                <a:path w="1720215" h="128270">
                  <a:moveTo>
                    <a:pt x="1719916" y="0"/>
                  </a:moveTo>
                  <a:lnTo>
                    <a:pt x="0" y="0"/>
                  </a:lnTo>
                  <a:lnTo>
                    <a:pt x="0" y="127671"/>
                  </a:lnTo>
                  <a:lnTo>
                    <a:pt x="1719916" y="127671"/>
                  </a:lnTo>
                  <a:lnTo>
                    <a:pt x="1719916" y="0"/>
                  </a:lnTo>
                  <a:close/>
                </a:path>
              </a:pathLst>
            </a:custGeom>
            <a:solidFill>
              <a:srgbClr val="ECFA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4" name="object 574" descr=""/>
            <p:cNvSpPr/>
            <p:nvPr/>
          </p:nvSpPr>
          <p:spPr>
            <a:xfrm>
              <a:off x="7132547" y="7611799"/>
              <a:ext cx="1497965" cy="128270"/>
            </a:xfrm>
            <a:custGeom>
              <a:avLst/>
              <a:gdLst/>
              <a:ahLst/>
              <a:cxnLst/>
              <a:rect l="l" t="t" r="r" b="b"/>
              <a:pathLst>
                <a:path w="1497965" h="128270">
                  <a:moveTo>
                    <a:pt x="1497922" y="0"/>
                  </a:moveTo>
                  <a:lnTo>
                    <a:pt x="0" y="0"/>
                  </a:lnTo>
                  <a:lnTo>
                    <a:pt x="0" y="127671"/>
                  </a:lnTo>
                  <a:lnTo>
                    <a:pt x="1497922" y="127671"/>
                  </a:lnTo>
                  <a:lnTo>
                    <a:pt x="1497922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5" name="object 575" descr=""/>
          <p:cNvSpPr/>
          <p:nvPr/>
        </p:nvSpPr>
        <p:spPr>
          <a:xfrm>
            <a:off x="7071826" y="10043851"/>
            <a:ext cx="1619885" cy="128270"/>
          </a:xfrm>
          <a:custGeom>
            <a:avLst/>
            <a:gdLst/>
            <a:ahLst/>
            <a:cxnLst/>
            <a:rect l="l" t="t" r="r" b="b"/>
            <a:pathLst>
              <a:path w="1619884" h="128270">
                <a:moveTo>
                  <a:pt x="1619385" y="0"/>
                </a:moveTo>
                <a:lnTo>
                  <a:pt x="0" y="0"/>
                </a:lnTo>
                <a:lnTo>
                  <a:pt x="0" y="127671"/>
                </a:lnTo>
                <a:lnTo>
                  <a:pt x="1619385" y="127671"/>
                </a:lnTo>
                <a:lnTo>
                  <a:pt x="1619385" y="0"/>
                </a:lnTo>
                <a:close/>
              </a:path>
            </a:pathLst>
          </a:custGeom>
          <a:solidFill>
            <a:srgbClr val="C9F0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76" name="object 576" descr=""/>
          <p:cNvGrpSpPr/>
          <p:nvPr/>
        </p:nvGrpSpPr>
        <p:grpSpPr>
          <a:xfrm>
            <a:off x="7642751" y="7922736"/>
            <a:ext cx="477520" cy="228600"/>
            <a:chOff x="7642751" y="7922736"/>
            <a:chExt cx="477520" cy="228600"/>
          </a:xfrm>
        </p:grpSpPr>
        <p:sp>
          <p:nvSpPr>
            <p:cNvPr id="577" name="object 577" descr=""/>
            <p:cNvSpPr/>
            <p:nvPr/>
          </p:nvSpPr>
          <p:spPr>
            <a:xfrm>
              <a:off x="7686519" y="7966982"/>
              <a:ext cx="390525" cy="140335"/>
            </a:xfrm>
            <a:custGeom>
              <a:avLst/>
              <a:gdLst/>
              <a:ahLst/>
              <a:cxnLst/>
              <a:rect l="l" t="t" r="r" b="b"/>
              <a:pathLst>
                <a:path w="390525" h="140334">
                  <a:moveTo>
                    <a:pt x="389967" y="0"/>
                  </a:moveTo>
                  <a:lnTo>
                    <a:pt x="0" y="0"/>
                  </a:lnTo>
                  <a:lnTo>
                    <a:pt x="0" y="139985"/>
                  </a:lnTo>
                  <a:lnTo>
                    <a:pt x="389967" y="139985"/>
                  </a:lnTo>
                  <a:lnTo>
                    <a:pt x="389967" y="0"/>
                  </a:lnTo>
                  <a:close/>
                </a:path>
              </a:pathLst>
            </a:custGeom>
            <a:solidFill>
              <a:srgbClr val="C9E0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8" name="object 578" descr=""/>
            <p:cNvSpPr/>
            <p:nvPr/>
          </p:nvSpPr>
          <p:spPr>
            <a:xfrm>
              <a:off x="7642745" y="7922736"/>
              <a:ext cx="477520" cy="228600"/>
            </a:xfrm>
            <a:custGeom>
              <a:avLst/>
              <a:gdLst/>
              <a:ahLst/>
              <a:cxnLst/>
              <a:rect l="l" t="t" r="r" b="b"/>
              <a:pathLst>
                <a:path w="477520" h="228600">
                  <a:moveTo>
                    <a:pt x="477507" y="0"/>
                  </a:moveTo>
                  <a:lnTo>
                    <a:pt x="433730" y="0"/>
                  </a:lnTo>
                  <a:lnTo>
                    <a:pt x="433730" y="44450"/>
                  </a:lnTo>
                  <a:lnTo>
                    <a:pt x="433730" y="184150"/>
                  </a:lnTo>
                  <a:lnTo>
                    <a:pt x="43764" y="184150"/>
                  </a:lnTo>
                  <a:lnTo>
                    <a:pt x="43764" y="44450"/>
                  </a:lnTo>
                  <a:lnTo>
                    <a:pt x="433730" y="44450"/>
                  </a:lnTo>
                  <a:lnTo>
                    <a:pt x="433730" y="0"/>
                  </a:lnTo>
                  <a:lnTo>
                    <a:pt x="0" y="0"/>
                  </a:lnTo>
                  <a:lnTo>
                    <a:pt x="0" y="44450"/>
                  </a:lnTo>
                  <a:lnTo>
                    <a:pt x="0" y="184150"/>
                  </a:lnTo>
                  <a:lnTo>
                    <a:pt x="0" y="228600"/>
                  </a:lnTo>
                  <a:lnTo>
                    <a:pt x="477507" y="228600"/>
                  </a:lnTo>
                  <a:lnTo>
                    <a:pt x="477507" y="184238"/>
                  </a:lnTo>
                  <a:lnTo>
                    <a:pt x="477507" y="44450"/>
                  </a:lnTo>
                  <a:lnTo>
                    <a:pt x="477507" y="44246"/>
                  </a:lnTo>
                  <a:lnTo>
                    <a:pt x="477507" y="0"/>
                  </a:lnTo>
                  <a:close/>
                </a:path>
              </a:pathLst>
            </a:custGeom>
            <a:solidFill>
              <a:srgbClr val="BCE1D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79" name="object 579" descr=""/>
          <p:cNvGrpSpPr/>
          <p:nvPr/>
        </p:nvGrpSpPr>
        <p:grpSpPr>
          <a:xfrm>
            <a:off x="7642751" y="8264366"/>
            <a:ext cx="477520" cy="227329"/>
            <a:chOff x="7642751" y="8264366"/>
            <a:chExt cx="477520" cy="227329"/>
          </a:xfrm>
        </p:grpSpPr>
        <p:sp>
          <p:nvSpPr>
            <p:cNvPr id="580" name="object 580" descr=""/>
            <p:cNvSpPr/>
            <p:nvPr/>
          </p:nvSpPr>
          <p:spPr>
            <a:xfrm>
              <a:off x="7686519" y="8308239"/>
              <a:ext cx="390525" cy="140335"/>
            </a:xfrm>
            <a:custGeom>
              <a:avLst/>
              <a:gdLst/>
              <a:ahLst/>
              <a:cxnLst/>
              <a:rect l="l" t="t" r="r" b="b"/>
              <a:pathLst>
                <a:path w="390525" h="140334">
                  <a:moveTo>
                    <a:pt x="389967" y="0"/>
                  </a:moveTo>
                  <a:lnTo>
                    <a:pt x="0" y="0"/>
                  </a:lnTo>
                  <a:lnTo>
                    <a:pt x="0" y="139985"/>
                  </a:lnTo>
                  <a:lnTo>
                    <a:pt x="389967" y="139985"/>
                  </a:lnTo>
                  <a:lnTo>
                    <a:pt x="389967" y="0"/>
                  </a:lnTo>
                  <a:close/>
                </a:path>
              </a:pathLst>
            </a:custGeom>
            <a:solidFill>
              <a:srgbClr val="C9E0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1" name="object 581" descr=""/>
            <p:cNvSpPr/>
            <p:nvPr/>
          </p:nvSpPr>
          <p:spPr>
            <a:xfrm>
              <a:off x="7642745" y="8264365"/>
              <a:ext cx="477520" cy="227329"/>
            </a:xfrm>
            <a:custGeom>
              <a:avLst/>
              <a:gdLst/>
              <a:ahLst/>
              <a:cxnLst/>
              <a:rect l="l" t="t" r="r" b="b"/>
              <a:pathLst>
                <a:path w="477520" h="227329">
                  <a:moveTo>
                    <a:pt x="477507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0" y="184150"/>
                  </a:lnTo>
                  <a:lnTo>
                    <a:pt x="0" y="227330"/>
                  </a:lnTo>
                  <a:lnTo>
                    <a:pt x="477507" y="227330"/>
                  </a:lnTo>
                  <a:lnTo>
                    <a:pt x="477507" y="184150"/>
                  </a:lnTo>
                  <a:lnTo>
                    <a:pt x="43764" y="184150"/>
                  </a:lnTo>
                  <a:lnTo>
                    <a:pt x="43764" y="44450"/>
                  </a:lnTo>
                  <a:lnTo>
                    <a:pt x="433730" y="44450"/>
                  </a:lnTo>
                  <a:lnTo>
                    <a:pt x="433730" y="183870"/>
                  </a:lnTo>
                  <a:lnTo>
                    <a:pt x="477507" y="183870"/>
                  </a:lnTo>
                  <a:lnTo>
                    <a:pt x="477507" y="44450"/>
                  </a:lnTo>
                  <a:lnTo>
                    <a:pt x="477507" y="43878"/>
                  </a:lnTo>
                  <a:lnTo>
                    <a:pt x="477507" y="0"/>
                  </a:lnTo>
                  <a:close/>
                </a:path>
              </a:pathLst>
            </a:custGeom>
            <a:solidFill>
              <a:srgbClr val="BCE1D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82" name="object 582" descr=""/>
          <p:cNvGrpSpPr/>
          <p:nvPr/>
        </p:nvGrpSpPr>
        <p:grpSpPr>
          <a:xfrm>
            <a:off x="7642751" y="8605996"/>
            <a:ext cx="477520" cy="227329"/>
            <a:chOff x="7642751" y="8605996"/>
            <a:chExt cx="477520" cy="227329"/>
          </a:xfrm>
        </p:grpSpPr>
        <p:sp>
          <p:nvSpPr>
            <p:cNvPr id="583" name="object 583" descr=""/>
            <p:cNvSpPr/>
            <p:nvPr/>
          </p:nvSpPr>
          <p:spPr>
            <a:xfrm>
              <a:off x="7686519" y="8649527"/>
              <a:ext cx="390525" cy="140335"/>
            </a:xfrm>
            <a:custGeom>
              <a:avLst/>
              <a:gdLst/>
              <a:ahLst/>
              <a:cxnLst/>
              <a:rect l="l" t="t" r="r" b="b"/>
              <a:pathLst>
                <a:path w="390525" h="140334">
                  <a:moveTo>
                    <a:pt x="389967" y="0"/>
                  </a:moveTo>
                  <a:lnTo>
                    <a:pt x="0" y="0"/>
                  </a:lnTo>
                  <a:lnTo>
                    <a:pt x="0" y="139985"/>
                  </a:lnTo>
                  <a:lnTo>
                    <a:pt x="389967" y="139985"/>
                  </a:lnTo>
                  <a:lnTo>
                    <a:pt x="389967" y="0"/>
                  </a:lnTo>
                  <a:close/>
                </a:path>
              </a:pathLst>
            </a:custGeom>
            <a:solidFill>
              <a:srgbClr val="C9E0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4" name="object 584" descr=""/>
            <p:cNvSpPr/>
            <p:nvPr/>
          </p:nvSpPr>
          <p:spPr>
            <a:xfrm>
              <a:off x="7642745" y="8605996"/>
              <a:ext cx="477520" cy="227329"/>
            </a:xfrm>
            <a:custGeom>
              <a:avLst/>
              <a:gdLst/>
              <a:ahLst/>
              <a:cxnLst/>
              <a:rect l="l" t="t" r="r" b="b"/>
              <a:pathLst>
                <a:path w="477520" h="227329">
                  <a:moveTo>
                    <a:pt x="477507" y="43535"/>
                  </a:moveTo>
                  <a:lnTo>
                    <a:pt x="433730" y="43535"/>
                  </a:lnTo>
                  <a:lnTo>
                    <a:pt x="433730" y="183527"/>
                  </a:lnTo>
                  <a:lnTo>
                    <a:pt x="477507" y="183527"/>
                  </a:lnTo>
                  <a:lnTo>
                    <a:pt x="477507" y="43535"/>
                  </a:lnTo>
                  <a:close/>
                </a:path>
                <a:path w="477520" h="227329">
                  <a:moveTo>
                    <a:pt x="477507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0" y="184150"/>
                  </a:lnTo>
                  <a:lnTo>
                    <a:pt x="0" y="227330"/>
                  </a:lnTo>
                  <a:lnTo>
                    <a:pt x="477507" y="227330"/>
                  </a:lnTo>
                  <a:lnTo>
                    <a:pt x="477507" y="184150"/>
                  </a:lnTo>
                  <a:lnTo>
                    <a:pt x="43764" y="184150"/>
                  </a:lnTo>
                  <a:lnTo>
                    <a:pt x="43764" y="43180"/>
                  </a:lnTo>
                  <a:lnTo>
                    <a:pt x="477507" y="43180"/>
                  </a:lnTo>
                  <a:lnTo>
                    <a:pt x="477507" y="0"/>
                  </a:lnTo>
                  <a:close/>
                </a:path>
              </a:pathLst>
            </a:custGeom>
            <a:solidFill>
              <a:srgbClr val="BCE1D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85" name="object 585" descr=""/>
          <p:cNvGrpSpPr/>
          <p:nvPr/>
        </p:nvGrpSpPr>
        <p:grpSpPr>
          <a:xfrm>
            <a:off x="7642751" y="8947625"/>
            <a:ext cx="477520" cy="227329"/>
            <a:chOff x="7642751" y="8947625"/>
            <a:chExt cx="477520" cy="227329"/>
          </a:xfrm>
        </p:grpSpPr>
        <p:sp>
          <p:nvSpPr>
            <p:cNvPr id="586" name="object 586" descr=""/>
            <p:cNvSpPr/>
            <p:nvPr/>
          </p:nvSpPr>
          <p:spPr>
            <a:xfrm>
              <a:off x="7686519" y="8990773"/>
              <a:ext cx="390525" cy="140335"/>
            </a:xfrm>
            <a:custGeom>
              <a:avLst/>
              <a:gdLst/>
              <a:ahLst/>
              <a:cxnLst/>
              <a:rect l="l" t="t" r="r" b="b"/>
              <a:pathLst>
                <a:path w="390525" h="140334">
                  <a:moveTo>
                    <a:pt x="389967" y="0"/>
                  </a:moveTo>
                  <a:lnTo>
                    <a:pt x="0" y="0"/>
                  </a:lnTo>
                  <a:lnTo>
                    <a:pt x="0" y="139985"/>
                  </a:lnTo>
                  <a:lnTo>
                    <a:pt x="389967" y="139985"/>
                  </a:lnTo>
                  <a:lnTo>
                    <a:pt x="389967" y="0"/>
                  </a:lnTo>
                  <a:close/>
                </a:path>
              </a:pathLst>
            </a:custGeom>
            <a:solidFill>
              <a:srgbClr val="C9E0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7" name="object 587" descr=""/>
            <p:cNvSpPr/>
            <p:nvPr/>
          </p:nvSpPr>
          <p:spPr>
            <a:xfrm>
              <a:off x="7642745" y="8947625"/>
              <a:ext cx="477520" cy="227329"/>
            </a:xfrm>
            <a:custGeom>
              <a:avLst/>
              <a:gdLst/>
              <a:ahLst/>
              <a:cxnLst/>
              <a:rect l="l" t="t" r="r" b="b"/>
              <a:pathLst>
                <a:path w="477520" h="227329">
                  <a:moveTo>
                    <a:pt x="477507" y="0"/>
                  </a:moveTo>
                  <a:lnTo>
                    <a:pt x="433730" y="0"/>
                  </a:lnTo>
                  <a:lnTo>
                    <a:pt x="433730" y="43180"/>
                  </a:lnTo>
                  <a:lnTo>
                    <a:pt x="433730" y="182880"/>
                  </a:lnTo>
                  <a:lnTo>
                    <a:pt x="43764" y="182880"/>
                  </a:lnTo>
                  <a:lnTo>
                    <a:pt x="43764" y="43180"/>
                  </a:lnTo>
                  <a:lnTo>
                    <a:pt x="433730" y="43180"/>
                  </a:lnTo>
                  <a:lnTo>
                    <a:pt x="433730" y="0"/>
                  </a:lnTo>
                  <a:lnTo>
                    <a:pt x="0" y="0"/>
                  </a:lnTo>
                  <a:lnTo>
                    <a:pt x="0" y="43180"/>
                  </a:lnTo>
                  <a:lnTo>
                    <a:pt x="0" y="182880"/>
                  </a:lnTo>
                  <a:lnTo>
                    <a:pt x="0" y="227330"/>
                  </a:lnTo>
                  <a:lnTo>
                    <a:pt x="477507" y="227330"/>
                  </a:lnTo>
                  <a:lnTo>
                    <a:pt x="477507" y="183134"/>
                  </a:lnTo>
                  <a:lnTo>
                    <a:pt x="477507" y="182880"/>
                  </a:lnTo>
                  <a:lnTo>
                    <a:pt x="477507" y="43180"/>
                  </a:lnTo>
                  <a:lnTo>
                    <a:pt x="477507" y="0"/>
                  </a:lnTo>
                  <a:close/>
                </a:path>
              </a:pathLst>
            </a:custGeom>
            <a:solidFill>
              <a:srgbClr val="BCE1D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88" name="object 588" descr=""/>
          <p:cNvGrpSpPr/>
          <p:nvPr/>
        </p:nvGrpSpPr>
        <p:grpSpPr>
          <a:xfrm>
            <a:off x="7642751" y="9287986"/>
            <a:ext cx="477520" cy="227329"/>
            <a:chOff x="7642751" y="9287986"/>
            <a:chExt cx="477520" cy="227329"/>
          </a:xfrm>
        </p:grpSpPr>
        <p:sp>
          <p:nvSpPr>
            <p:cNvPr id="589" name="object 589" descr=""/>
            <p:cNvSpPr/>
            <p:nvPr/>
          </p:nvSpPr>
          <p:spPr>
            <a:xfrm>
              <a:off x="7686519" y="9332061"/>
              <a:ext cx="390525" cy="140335"/>
            </a:xfrm>
            <a:custGeom>
              <a:avLst/>
              <a:gdLst/>
              <a:ahLst/>
              <a:cxnLst/>
              <a:rect l="l" t="t" r="r" b="b"/>
              <a:pathLst>
                <a:path w="390525" h="140334">
                  <a:moveTo>
                    <a:pt x="389967" y="0"/>
                  </a:moveTo>
                  <a:lnTo>
                    <a:pt x="0" y="0"/>
                  </a:lnTo>
                  <a:lnTo>
                    <a:pt x="0" y="139985"/>
                  </a:lnTo>
                  <a:lnTo>
                    <a:pt x="389967" y="139985"/>
                  </a:lnTo>
                  <a:lnTo>
                    <a:pt x="389967" y="0"/>
                  </a:lnTo>
                  <a:close/>
                </a:path>
              </a:pathLst>
            </a:custGeom>
            <a:solidFill>
              <a:srgbClr val="C9E0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0" name="object 590" descr=""/>
            <p:cNvSpPr/>
            <p:nvPr/>
          </p:nvSpPr>
          <p:spPr>
            <a:xfrm>
              <a:off x="7642745" y="9287986"/>
              <a:ext cx="477520" cy="227329"/>
            </a:xfrm>
            <a:custGeom>
              <a:avLst/>
              <a:gdLst/>
              <a:ahLst/>
              <a:cxnLst/>
              <a:rect l="l" t="t" r="r" b="b"/>
              <a:pathLst>
                <a:path w="477520" h="227329">
                  <a:moveTo>
                    <a:pt x="477507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0" y="184150"/>
                  </a:lnTo>
                  <a:lnTo>
                    <a:pt x="0" y="227330"/>
                  </a:lnTo>
                  <a:lnTo>
                    <a:pt x="477507" y="227330"/>
                  </a:lnTo>
                  <a:lnTo>
                    <a:pt x="477507" y="184150"/>
                  </a:lnTo>
                  <a:lnTo>
                    <a:pt x="43764" y="184150"/>
                  </a:lnTo>
                  <a:lnTo>
                    <a:pt x="43764" y="44450"/>
                  </a:lnTo>
                  <a:lnTo>
                    <a:pt x="433730" y="44450"/>
                  </a:lnTo>
                  <a:lnTo>
                    <a:pt x="433730" y="184061"/>
                  </a:lnTo>
                  <a:lnTo>
                    <a:pt x="477507" y="184061"/>
                  </a:lnTo>
                  <a:lnTo>
                    <a:pt x="477507" y="44450"/>
                  </a:lnTo>
                  <a:lnTo>
                    <a:pt x="477507" y="44081"/>
                  </a:lnTo>
                  <a:lnTo>
                    <a:pt x="477507" y="0"/>
                  </a:lnTo>
                  <a:close/>
                </a:path>
              </a:pathLst>
            </a:custGeom>
            <a:solidFill>
              <a:srgbClr val="BCE1D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91" name="object 591" descr=""/>
          <p:cNvGrpSpPr/>
          <p:nvPr/>
        </p:nvGrpSpPr>
        <p:grpSpPr>
          <a:xfrm>
            <a:off x="8172484" y="7923214"/>
            <a:ext cx="96520" cy="227965"/>
            <a:chOff x="8172484" y="7923214"/>
            <a:chExt cx="96520" cy="227965"/>
          </a:xfrm>
        </p:grpSpPr>
        <p:sp>
          <p:nvSpPr>
            <p:cNvPr id="592" name="object 592" descr=""/>
            <p:cNvSpPr/>
            <p:nvPr/>
          </p:nvSpPr>
          <p:spPr>
            <a:xfrm>
              <a:off x="8172484" y="7923214"/>
              <a:ext cx="96520" cy="96520"/>
            </a:xfrm>
            <a:custGeom>
              <a:avLst/>
              <a:gdLst/>
              <a:ahLst/>
              <a:cxnLst/>
              <a:rect l="l" t="t" r="r" b="b"/>
              <a:pathLst>
                <a:path w="96520" h="96520">
                  <a:moveTo>
                    <a:pt x="96122" y="0"/>
                  </a:moveTo>
                  <a:lnTo>
                    <a:pt x="0" y="0"/>
                  </a:lnTo>
                  <a:lnTo>
                    <a:pt x="0" y="96122"/>
                  </a:lnTo>
                  <a:lnTo>
                    <a:pt x="96122" y="96122"/>
                  </a:lnTo>
                  <a:lnTo>
                    <a:pt x="96122" y="0"/>
                  </a:lnTo>
                  <a:close/>
                </a:path>
              </a:pathLst>
            </a:custGeom>
            <a:solidFill>
              <a:srgbClr val="C9E0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3" name="object 593" descr=""/>
            <p:cNvSpPr/>
            <p:nvPr/>
          </p:nvSpPr>
          <p:spPr>
            <a:xfrm>
              <a:off x="8172484" y="8054445"/>
              <a:ext cx="96520" cy="96520"/>
            </a:xfrm>
            <a:custGeom>
              <a:avLst/>
              <a:gdLst/>
              <a:ahLst/>
              <a:cxnLst/>
              <a:rect l="l" t="t" r="r" b="b"/>
              <a:pathLst>
                <a:path w="96520" h="96520">
                  <a:moveTo>
                    <a:pt x="96122" y="0"/>
                  </a:moveTo>
                  <a:lnTo>
                    <a:pt x="0" y="0"/>
                  </a:lnTo>
                  <a:lnTo>
                    <a:pt x="0" y="96122"/>
                  </a:lnTo>
                  <a:lnTo>
                    <a:pt x="96122" y="96122"/>
                  </a:lnTo>
                  <a:lnTo>
                    <a:pt x="96122" y="0"/>
                  </a:lnTo>
                  <a:close/>
                </a:path>
              </a:pathLst>
            </a:custGeom>
            <a:solidFill>
              <a:srgbClr val="BCE1D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4" name="object 594" descr=""/>
          <p:cNvSpPr/>
          <p:nvPr/>
        </p:nvSpPr>
        <p:spPr>
          <a:xfrm>
            <a:off x="8324019" y="7923214"/>
            <a:ext cx="227329" cy="227329"/>
          </a:xfrm>
          <a:custGeom>
            <a:avLst/>
            <a:gdLst/>
            <a:ahLst/>
            <a:cxnLst/>
            <a:rect l="l" t="t" r="r" b="b"/>
            <a:pathLst>
              <a:path w="227329" h="227329">
                <a:moveTo>
                  <a:pt x="227134" y="0"/>
                </a:moveTo>
                <a:lnTo>
                  <a:pt x="0" y="0"/>
                </a:lnTo>
                <a:lnTo>
                  <a:pt x="0" y="227134"/>
                </a:lnTo>
                <a:lnTo>
                  <a:pt x="227134" y="227134"/>
                </a:lnTo>
                <a:lnTo>
                  <a:pt x="227134" y="0"/>
                </a:lnTo>
                <a:close/>
              </a:path>
            </a:pathLst>
          </a:custGeom>
          <a:solidFill>
            <a:srgbClr val="C9E0A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95" name="object 595" descr=""/>
          <p:cNvGrpSpPr/>
          <p:nvPr/>
        </p:nvGrpSpPr>
        <p:grpSpPr>
          <a:xfrm>
            <a:off x="8172484" y="8264554"/>
            <a:ext cx="96520" cy="227965"/>
            <a:chOff x="8172484" y="8264554"/>
            <a:chExt cx="96520" cy="227965"/>
          </a:xfrm>
        </p:grpSpPr>
        <p:sp>
          <p:nvSpPr>
            <p:cNvPr id="596" name="object 596" descr=""/>
            <p:cNvSpPr/>
            <p:nvPr/>
          </p:nvSpPr>
          <p:spPr>
            <a:xfrm>
              <a:off x="8172484" y="8264554"/>
              <a:ext cx="96520" cy="96520"/>
            </a:xfrm>
            <a:custGeom>
              <a:avLst/>
              <a:gdLst/>
              <a:ahLst/>
              <a:cxnLst/>
              <a:rect l="l" t="t" r="r" b="b"/>
              <a:pathLst>
                <a:path w="96520" h="96520">
                  <a:moveTo>
                    <a:pt x="96122" y="0"/>
                  </a:moveTo>
                  <a:lnTo>
                    <a:pt x="0" y="0"/>
                  </a:lnTo>
                  <a:lnTo>
                    <a:pt x="0" y="96133"/>
                  </a:lnTo>
                  <a:lnTo>
                    <a:pt x="96122" y="96133"/>
                  </a:lnTo>
                  <a:lnTo>
                    <a:pt x="96122" y="0"/>
                  </a:lnTo>
                  <a:close/>
                </a:path>
              </a:pathLst>
            </a:custGeom>
            <a:solidFill>
              <a:srgbClr val="C9E0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7" name="object 597" descr=""/>
            <p:cNvSpPr/>
            <p:nvPr/>
          </p:nvSpPr>
          <p:spPr>
            <a:xfrm>
              <a:off x="8172484" y="8395775"/>
              <a:ext cx="96520" cy="96520"/>
            </a:xfrm>
            <a:custGeom>
              <a:avLst/>
              <a:gdLst/>
              <a:ahLst/>
              <a:cxnLst/>
              <a:rect l="l" t="t" r="r" b="b"/>
              <a:pathLst>
                <a:path w="96520" h="96520">
                  <a:moveTo>
                    <a:pt x="96122" y="0"/>
                  </a:moveTo>
                  <a:lnTo>
                    <a:pt x="0" y="0"/>
                  </a:lnTo>
                  <a:lnTo>
                    <a:pt x="0" y="96122"/>
                  </a:lnTo>
                  <a:lnTo>
                    <a:pt x="96122" y="96122"/>
                  </a:lnTo>
                  <a:lnTo>
                    <a:pt x="96122" y="0"/>
                  </a:lnTo>
                  <a:close/>
                </a:path>
              </a:pathLst>
            </a:custGeom>
            <a:solidFill>
              <a:srgbClr val="BCE1D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8" name="object 598" descr=""/>
          <p:cNvSpPr/>
          <p:nvPr/>
        </p:nvSpPr>
        <p:spPr>
          <a:xfrm>
            <a:off x="8324019" y="8264544"/>
            <a:ext cx="227329" cy="227329"/>
          </a:xfrm>
          <a:custGeom>
            <a:avLst/>
            <a:gdLst/>
            <a:ahLst/>
            <a:cxnLst/>
            <a:rect l="l" t="t" r="r" b="b"/>
            <a:pathLst>
              <a:path w="227329" h="227329">
                <a:moveTo>
                  <a:pt x="227134" y="0"/>
                </a:moveTo>
                <a:lnTo>
                  <a:pt x="0" y="0"/>
                </a:lnTo>
                <a:lnTo>
                  <a:pt x="0" y="227134"/>
                </a:lnTo>
                <a:lnTo>
                  <a:pt x="227134" y="227134"/>
                </a:lnTo>
                <a:lnTo>
                  <a:pt x="227134" y="0"/>
                </a:lnTo>
                <a:close/>
              </a:path>
            </a:pathLst>
          </a:custGeom>
          <a:solidFill>
            <a:srgbClr val="C9E0A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99" name="object 599" descr=""/>
          <p:cNvGrpSpPr/>
          <p:nvPr/>
        </p:nvGrpSpPr>
        <p:grpSpPr>
          <a:xfrm>
            <a:off x="8172484" y="8605853"/>
            <a:ext cx="96520" cy="227329"/>
            <a:chOff x="8172484" y="8605853"/>
            <a:chExt cx="96520" cy="227329"/>
          </a:xfrm>
        </p:grpSpPr>
        <p:sp>
          <p:nvSpPr>
            <p:cNvPr id="600" name="object 600" descr=""/>
            <p:cNvSpPr/>
            <p:nvPr/>
          </p:nvSpPr>
          <p:spPr>
            <a:xfrm>
              <a:off x="8172484" y="8605853"/>
              <a:ext cx="96520" cy="96520"/>
            </a:xfrm>
            <a:custGeom>
              <a:avLst/>
              <a:gdLst/>
              <a:ahLst/>
              <a:cxnLst/>
              <a:rect l="l" t="t" r="r" b="b"/>
              <a:pathLst>
                <a:path w="96520" h="96520">
                  <a:moveTo>
                    <a:pt x="96122" y="0"/>
                  </a:moveTo>
                  <a:lnTo>
                    <a:pt x="0" y="0"/>
                  </a:lnTo>
                  <a:lnTo>
                    <a:pt x="0" y="96122"/>
                  </a:lnTo>
                  <a:lnTo>
                    <a:pt x="96122" y="96122"/>
                  </a:lnTo>
                  <a:lnTo>
                    <a:pt x="96122" y="0"/>
                  </a:lnTo>
                  <a:close/>
                </a:path>
              </a:pathLst>
            </a:custGeom>
            <a:solidFill>
              <a:srgbClr val="C9E0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1" name="object 601" descr=""/>
            <p:cNvSpPr/>
            <p:nvPr/>
          </p:nvSpPr>
          <p:spPr>
            <a:xfrm>
              <a:off x="8172484" y="8737063"/>
              <a:ext cx="96520" cy="96520"/>
            </a:xfrm>
            <a:custGeom>
              <a:avLst/>
              <a:gdLst/>
              <a:ahLst/>
              <a:cxnLst/>
              <a:rect l="l" t="t" r="r" b="b"/>
              <a:pathLst>
                <a:path w="96520" h="96520">
                  <a:moveTo>
                    <a:pt x="96122" y="0"/>
                  </a:moveTo>
                  <a:lnTo>
                    <a:pt x="0" y="0"/>
                  </a:lnTo>
                  <a:lnTo>
                    <a:pt x="0" y="96122"/>
                  </a:lnTo>
                  <a:lnTo>
                    <a:pt x="96122" y="96122"/>
                  </a:lnTo>
                  <a:lnTo>
                    <a:pt x="96122" y="0"/>
                  </a:lnTo>
                  <a:close/>
                </a:path>
              </a:pathLst>
            </a:custGeom>
            <a:solidFill>
              <a:srgbClr val="BCE1D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2" name="object 602" descr=""/>
          <p:cNvSpPr/>
          <p:nvPr/>
        </p:nvSpPr>
        <p:spPr>
          <a:xfrm>
            <a:off x="8324019" y="8605853"/>
            <a:ext cx="227329" cy="227329"/>
          </a:xfrm>
          <a:custGeom>
            <a:avLst/>
            <a:gdLst/>
            <a:ahLst/>
            <a:cxnLst/>
            <a:rect l="l" t="t" r="r" b="b"/>
            <a:pathLst>
              <a:path w="227329" h="227329">
                <a:moveTo>
                  <a:pt x="227134" y="0"/>
                </a:moveTo>
                <a:lnTo>
                  <a:pt x="0" y="0"/>
                </a:lnTo>
                <a:lnTo>
                  <a:pt x="0" y="227113"/>
                </a:lnTo>
                <a:lnTo>
                  <a:pt x="227134" y="227113"/>
                </a:lnTo>
                <a:lnTo>
                  <a:pt x="227134" y="0"/>
                </a:lnTo>
                <a:close/>
              </a:path>
            </a:pathLst>
          </a:custGeom>
          <a:solidFill>
            <a:srgbClr val="C9E0A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03" name="object 603" descr=""/>
          <p:cNvGrpSpPr/>
          <p:nvPr/>
        </p:nvGrpSpPr>
        <p:grpSpPr>
          <a:xfrm>
            <a:off x="8172484" y="8947088"/>
            <a:ext cx="96520" cy="227965"/>
            <a:chOff x="8172484" y="8947088"/>
            <a:chExt cx="96520" cy="227965"/>
          </a:xfrm>
        </p:grpSpPr>
        <p:sp>
          <p:nvSpPr>
            <p:cNvPr id="604" name="object 604" descr=""/>
            <p:cNvSpPr/>
            <p:nvPr/>
          </p:nvSpPr>
          <p:spPr>
            <a:xfrm>
              <a:off x="8172484" y="8947088"/>
              <a:ext cx="96520" cy="96520"/>
            </a:xfrm>
            <a:custGeom>
              <a:avLst/>
              <a:gdLst/>
              <a:ahLst/>
              <a:cxnLst/>
              <a:rect l="l" t="t" r="r" b="b"/>
              <a:pathLst>
                <a:path w="96520" h="96520">
                  <a:moveTo>
                    <a:pt x="96122" y="0"/>
                  </a:moveTo>
                  <a:lnTo>
                    <a:pt x="0" y="0"/>
                  </a:lnTo>
                  <a:lnTo>
                    <a:pt x="0" y="96133"/>
                  </a:lnTo>
                  <a:lnTo>
                    <a:pt x="96122" y="96133"/>
                  </a:lnTo>
                  <a:lnTo>
                    <a:pt x="96122" y="0"/>
                  </a:lnTo>
                  <a:close/>
                </a:path>
              </a:pathLst>
            </a:custGeom>
            <a:solidFill>
              <a:srgbClr val="C9E0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5" name="object 605" descr=""/>
            <p:cNvSpPr/>
            <p:nvPr/>
          </p:nvSpPr>
          <p:spPr>
            <a:xfrm>
              <a:off x="8172484" y="9078309"/>
              <a:ext cx="96520" cy="96520"/>
            </a:xfrm>
            <a:custGeom>
              <a:avLst/>
              <a:gdLst/>
              <a:ahLst/>
              <a:cxnLst/>
              <a:rect l="l" t="t" r="r" b="b"/>
              <a:pathLst>
                <a:path w="96520" h="96520">
                  <a:moveTo>
                    <a:pt x="96122" y="0"/>
                  </a:moveTo>
                  <a:lnTo>
                    <a:pt x="0" y="0"/>
                  </a:lnTo>
                  <a:lnTo>
                    <a:pt x="0" y="96122"/>
                  </a:lnTo>
                  <a:lnTo>
                    <a:pt x="96122" y="96122"/>
                  </a:lnTo>
                  <a:lnTo>
                    <a:pt x="96122" y="0"/>
                  </a:lnTo>
                  <a:close/>
                </a:path>
              </a:pathLst>
            </a:custGeom>
            <a:solidFill>
              <a:srgbClr val="BCE1D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6" name="object 606" descr=""/>
          <p:cNvSpPr/>
          <p:nvPr/>
        </p:nvSpPr>
        <p:spPr>
          <a:xfrm>
            <a:off x="8324019" y="8947088"/>
            <a:ext cx="227329" cy="227329"/>
          </a:xfrm>
          <a:custGeom>
            <a:avLst/>
            <a:gdLst/>
            <a:ahLst/>
            <a:cxnLst/>
            <a:rect l="l" t="t" r="r" b="b"/>
            <a:pathLst>
              <a:path w="227329" h="227329">
                <a:moveTo>
                  <a:pt x="227134" y="0"/>
                </a:moveTo>
                <a:lnTo>
                  <a:pt x="0" y="0"/>
                </a:lnTo>
                <a:lnTo>
                  <a:pt x="0" y="227134"/>
                </a:lnTo>
                <a:lnTo>
                  <a:pt x="227134" y="227134"/>
                </a:lnTo>
                <a:lnTo>
                  <a:pt x="227134" y="0"/>
                </a:lnTo>
                <a:close/>
              </a:path>
            </a:pathLst>
          </a:custGeom>
          <a:solidFill>
            <a:srgbClr val="C9E0A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07" name="object 607" descr=""/>
          <p:cNvGrpSpPr/>
          <p:nvPr/>
        </p:nvGrpSpPr>
        <p:grpSpPr>
          <a:xfrm>
            <a:off x="8172484" y="9288387"/>
            <a:ext cx="96520" cy="227329"/>
            <a:chOff x="8172484" y="9288387"/>
            <a:chExt cx="96520" cy="227329"/>
          </a:xfrm>
        </p:grpSpPr>
        <p:sp>
          <p:nvSpPr>
            <p:cNvPr id="608" name="object 608" descr=""/>
            <p:cNvSpPr/>
            <p:nvPr/>
          </p:nvSpPr>
          <p:spPr>
            <a:xfrm>
              <a:off x="8172484" y="9288387"/>
              <a:ext cx="96520" cy="96520"/>
            </a:xfrm>
            <a:custGeom>
              <a:avLst/>
              <a:gdLst/>
              <a:ahLst/>
              <a:cxnLst/>
              <a:rect l="l" t="t" r="r" b="b"/>
              <a:pathLst>
                <a:path w="96520" h="96520">
                  <a:moveTo>
                    <a:pt x="96122" y="0"/>
                  </a:moveTo>
                  <a:lnTo>
                    <a:pt x="0" y="0"/>
                  </a:lnTo>
                  <a:lnTo>
                    <a:pt x="0" y="96122"/>
                  </a:lnTo>
                  <a:lnTo>
                    <a:pt x="96122" y="96122"/>
                  </a:lnTo>
                  <a:lnTo>
                    <a:pt x="96122" y="0"/>
                  </a:lnTo>
                  <a:close/>
                </a:path>
              </a:pathLst>
            </a:custGeom>
            <a:solidFill>
              <a:srgbClr val="C9E0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9" name="object 609" descr=""/>
            <p:cNvSpPr/>
            <p:nvPr/>
          </p:nvSpPr>
          <p:spPr>
            <a:xfrm>
              <a:off x="8172484" y="9419597"/>
              <a:ext cx="96520" cy="96520"/>
            </a:xfrm>
            <a:custGeom>
              <a:avLst/>
              <a:gdLst/>
              <a:ahLst/>
              <a:cxnLst/>
              <a:rect l="l" t="t" r="r" b="b"/>
              <a:pathLst>
                <a:path w="96520" h="96520">
                  <a:moveTo>
                    <a:pt x="96122" y="0"/>
                  </a:moveTo>
                  <a:lnTo>
                    <a:pt x="0" y="0"/>
                  </a:lnTo>
                  <a:lnTo>
                    <a:pt x="0" y="96122"/>
                  </a:lnTo>
                  <a:lnTo>
                    <a:pt x="96122" y="96122"/>
                  </a:lnTo>
                  <a:lnTo>
                    <a:pt x="96122" y="0"/>
                  </a:lnTo>
                  <a:close/>
                </a:path>
              </a:pathLst>
            </a:custGeom>
            <a:solidFill>
              <a:srgbClr val="BCE1D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0" name="object 610" descr=""/>
          <p:cNvSpPr/>
          <p:nvPr/>
        </p:nvSpPr>
        <p:spPr>
          <a:xfrm>
            <a:off x="8324019" y="9288398"/>
            <a:ext cx="227329" cy="227329"/>
          </a:xfrm>
          <a:custGeom>
            <a:avLst/>
            <a:gdLst/>
            <a:ahLst/>
            <a:cxnLst/>
            <a:rect l="l" t="t" r="r" b="b"/>
            <a:pathLst>
              <a:path w="227329" h="227329">
                <a:moveTo>
                  <a:pt x="227134" y="0"/>
                </a:moveTo>
                <a:lnTo>
                  <a:pt x="0" y="0"/>
                </a:lnTo>
                <a:lnTo>
                  <a:pt x="0" y="227113"/>
                </a:lnTo>
                <a:lnTo>
                  <a:pt x="227134" y="227113"/>
                </a:lnTo>
                <a:lnTo>
                  <a:pt x="227134" y="0"/>
                </a:lnTo>
                <a:close/>
              </a:path>
            </a:pathLst>
          </a:custGeom>
          <a:solidFill>
            <a:srgbClr val="C9E0A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11" name="object 611" descr=""/>
          <p:cNvGrpSpPr/>
          <p:nvPr/>
        </p:nvGrpSpPr>
        <p:grpSpPr>
          <a:xfrm>
            <a:off x="7492599" y="7923214"/>
            <a:ext cx="96520" cy="227965"/>
            <a:chOff x="7492599" y="7923214"/>
            <a:chExt cx="96520" cy="227965"/>
          </a:xfrm>
        </p:grpSpPr>
        <p:sp>
          <p:nvSpPr>
            <p:cNvPr id="612" name="object 612" descr=""/>
            <p:cNvSpPr/>
            <p:nvPr/>
          </p:nvSpPr>
          <p:spPr>
            <a:xfrm>
              <a:off x="7492599" y="7923214"/>
              <a:ext cx="96520" cy="96520"/>
            </a:xfrm>
            <a:custGeom>
              <a:avLst/>
              <a:gdLst/>
              <a:ahLst/>
              <a:cxnLst/>
              <a:rect l="l" t="t" r="r" b="b"/>
              <a:pathLst>
                <a:path w="96520" h="96520">
                  <a:moveTo>
                    <a:pt x="96122" y="0"/>
                  </a:moveTo>
                  <a:lnTo>
                    <a:pt x="0" y="0"/>
                  </a:lnTo>
                  <a:lnTo>
                    <a:pt x="0" y="96122"/>
                  </a:lnTo>
                  <a:lnTo>
                    <a:pt x="96122" y="96122"/>
                  </a:lnTo>
                  <a:lnTo>
                    <a:pt x="96122" y="0"/>
                  </a:lnTo>
                  <a:close/>
                </a:path>
              </a:pathLst>
            </a:custGeom>
            <a:solidFill>
              <a:srgbClr val="C9E0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3" name="object 613" descr=""/>
            <p:cNvSpPr/>
            <p:nvPr/>
          </p:nvSpPr>
          <p:spPr>
            <a:xfrm>
              <a:off x="7492599" y="8054445"/>
              <a:ext cx="96520" cy="96520"/>
            </a:xfrm>
            <a:custGeom>
              <a:avLst/>
              <a:gdLst/>
              <a:ahLst/>
              <a:cxnLst/>
              <a:rect l="l" t="t" r="r" b="b"/>
              <a:pathLst>
                <a:path w="96520" h="96520">
                  <a:moveTo>
                    <a:pt x="96122" y="0"/>
                  </a:moveTo>
                  <a:lnTo>
                    <a:pt x="0" y="0"/>
                  </a:lnTo>
                  <a:lnTo>
                    <a:pt x="0" y="96122"/>
                  </a:lnTo>
                  <a:lnTo>
                    <a:pt x="96122" y="96122"/>
                  </a:lnTo>
                  <a:lnTo>
                    <a:pt x="96122" y="0"/>
                  </a:lnTo>
                  <a:close/>
                </a:path>
              </a:pathLst>
            </a:custGeom>
            <a:solidFill>
              <a:srgbClr val="BCE1D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4" name="object 614" descr=""/>
          <p:cNvSpPr/>
          <p:nvPr/>
        </p:nvSpPr>
        <p:spPr>
          <a:xfrm>
            <a:off x="7210083" y="7923214"/>
            <a:ext cx="227329" cy="227329"/>
          </a:xfrm>
          <a:custGeom>
            <a:avLst/>
            <a:gdLst/>
            <a:ahLst/>
            <a:cxnLst/>
            <a:rect l="l" t="t" r="r" b="b"/>
            <a:pathLst>
              <a:path w="227329" h="227329">
                <a:moveTo>
                  <a:pt x="227134" y="0"/>
                </a:moveTo>
                <a:lnTo>
                  <a:pt x="0" y="0"/>
                </a:lnTo>
                <a:lnTo>
                  <a:pt x="0" y="227134"/>
                </a:lnTo>
                <a:lnTo>
                  <a:pt x="227134" y="227134"/>
                </a:lnTo>
                <a:lnTo>
                  <a:pt x="227134" y="0"/>
                </a:lnTo>
                <a:close/>
              </a:path>
            </a:pathLst>
          </a:custGeom>
          <a:solidFill>
            <a:srgbClr val="C9E0A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15" name="object 615" descr=""/>
          <p:cNvGrpSpPr/>
          <p:nvPr/>
        </p:nvGrpSpPr>
        <p:grpSpPr>
          <a:xfrm>
            <a:off x="7492599" y="8264554"/>
            <a:ext cx="96520" cy="227965"/>
            <a:chOff x="7492599" y="8264554"/>
            <a:chExt cx="96520" cy="227965"/>
          </a:xfrm>
        </p:grpSpPr>
        <p:sp>
          <p:nvSpPr>
            <p:cNvPr id="616" name="object 616" descr=""/>
            <p:cNvSpPr/>
            <p:nvPr/>
          </p:nvSpPr>
          <p:spPr>
            <a:xfrm>
              <a:off x="7492599" y="8264554"/>
              <a:ext cx="96520" cy="96520"/>
            </a:xfrm>
            <a:custGeom>
              <a:avLst/>
              <a:gdLst/>
              <a:ahLst/>
              <a:cxnLst/>
              <a:rect l="l" t="t" r="r" b="b"/>
              <a:pathLst>
                <a:path w="96520" h="96520">
                  <a:moveTo>
                    <a:pt x="96122" y="0"/>
                  </a:moveTo>
                  <a:lnTo>
                    <a:pt x="0" y="0"/>
                  </a:lnTo>
                  <a:lnTo>
                    <a:pt x="0" y="96133"/>
                  </a:lnTo>
                  <a:lnTo>
                    <a:pt x="96122" y="96133"/>
                  </a:lnTo>
                  <a:lnTo>
                    <a:pt x="96122" y="0"/>
                  </a:lnTo>
                  <a:close/>
                </a:path>
              </a:pathLst>
            </a:custGeom>
            <a:solidFill>
              <a:srgbClr val="C9E0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7" name="object 617" descr=""/>
            <p:cNvSpPr/>
            <p:nvPr/>
          </p:nvSpPr>
          <p:spPr>
            <a:xfrm>
              <a:off x="7492599" y="8395775"/>
              <a:ext cx="96520" cy="96520"/>
            </a:xfrm>
            <a:custGeom>
              <a:avLst/>
              <a:gdLst/>
              <a:ahLst/>
              <a:cxnLst/>
              <a:rect l="l" t="t" r="r" b="b"/>
              <a:pathLst>
                <a:path w="96520" h="96520">
                  <a:moveTo>
                    <a:pt x="96122" y="0"/>
                  </a:moveTo>
                  <a:lnTo>
                    <a:pt x="0" y="0"/>
                  </a:lnTo>
                  <a:lnTo>
                    <a:pt x="0" y="96122"/>
                  </a:lnTo>
                  <a:lnTo>
                    <a:pt x="96122" y="96122"/>
                  </a:lnTo>
                  <a:lnTo>
                    <a:pt x="96122" y="0"/>
                  </a:lnTo>
                  <a:close/>
                </a:path>
              </a:pathLst>
            </a:custGeom>
            <a:solidFill>
              <a:srgbClr val="BCE1D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8" name="object 618" descr=""/>
          <p:cNvSpPr/>
          <p:nvPr/>
        </p:nvSpPr>
        <p:spPr>
          <a:xfrm>
            <a:off x="7210083" y="8264544"/>
            <a:ext cx="227329" cy="227329"/>
          </a:xfrm>
          <a:custGeom>
            <a:avLst/>
            <a:gdLst/>
            <a:ahLst/>
            <a:cxnLst/>
            <a:rect l="l" t="t" r="r" b="b"/>
            <a:pathLst>
              <a:path w="227329" h="227329">
                <a:moveTo>
                  <a:pt x="227134" y="0"/>
                </a:moveTo>
                <a:lnTo>
                  <a:pt x="0" y="0"/>
                </a:lnTo>
                <a:lnTo>
                  <a:pt x="0" y="227134"/>
                </a:lnTo>
                <a:lnTo>
                  <a:pt x="227134" y="227134"/>
                </a:lnTo>
                <a:lnTo>
                  <a:pt x="227134" y="0"/>
                </a:lnTo>
                <a:close/>
              </a:path>
            </a:pathLst>
          </a:custGeom>
          <a:solidFill>
            <a:srgbClr val="C9E0A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19" name="object 619" descr=""/>
          <p:cNvGrpSpPr/>
          <p:nvPr/>
        </p:nvGrpSpPr>
        <p:grpSpPr>
          <a:xfrm>
            <a:off x="7492599" y="8605853"/>
            <a:ext cx="96520" cy="227329"/>
            <a:chOff x="7492599" y="8605853"/>
            <a:chExt cx="96520" cy="227329"/>
          </a:xfrm>
        </p:grpSpPr>
        <p:sp>
          <p:nvSpPr>
            <p:cNvPr id="620" name="object 620" descr=""/>
            <p:cNvSpPr/>
            <p:nvPr/>
          </p:nvSpPr>
          <p:spPr>
            <a:xfrm>
              <a:off x="7492599" y="8605853"/>
              <a:ext cx="96520" cy="96520"/>
            </a:xfrm>
            <a:custGeom>
              <a:avLst/>
              <a:gdLst/>
              <a:ahLst/>
              <a:cxnLst/>
              <a:rect l="l" t="t" r="r" b="b"/>
              <a:pathLst>
                <a:path w="96520" h="96520">
                  <a:moveTo>
                    <a:pt x="96122" y="0"/>
                  </a:moveTo>
                  <a:lnTo>
                    <a:pt x="0" y="0"/>
                  </a:lnTo>
                  <a:lnTo>
                    <a:pt x="0" y="96122"/>
                  </a:lnTo>
                  <a:lnTo>
                    <a:pt x="96122" y="96122"/>
                  </a:lnTo>
                  <a:lnTo>
                    <a:pt x="96122" y="0"/>
                  </a:lnTo>
                  <a:close/>
                </a:path>
              </a:pathLst>
            </a:custGeom>
            <a:solidFill>
              <a:srgbClr val="C9E0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1" name="object 621" descr=""/>
            <p:cNvSpPr/>
            <p:nvPr/>
          </p:nvSpPr>
          <p:spPr>
            <a:xfrm>
              <a:off x="7492599" y="8737063"/>
              <a:ext cx="96520" cy="96520"/>
            </a:xfrm>
            <a:custGeom>
              <a:avLst/>
              <a:gdLst/>
              <a:ahLst/>
              <a:cxnLst/>
              <a:rect l="l" t="t" r="r" b="b"/>
              <a:pathLst>
                <a:path w="96520" h="96520">
                  <a:moveTo>
                    <a:pt x="96122" y="0"/>
                  </a:moveTo>
                  <a:lnTo>
                    <a:pt x="0" y="0"/>
                  </a:lnTo>
                  <a:lnTo>
                    <a:pt x="0" y="96122"/>
                  </a:lnTo>
                  <a:lnTo>
                    <a:pt x="96122" y="96122"/>
                  </a:lnTo>
                  <a:lnTo>
                    <a:pt x="96122" y="0"/>
                  </a:lnTo>
                  <a:close/>
                </a:path>
              </a:pathLst>
            </a:custGeom>
            <a:solidFill>
              <a:srgbClr val="BCE1D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2" name="object 622" descr=""/>
          <p:cNvSpPr/>
          <p:nvPr/>
        </p:nvSpPr>
        <p:spPr>
          <a:xfrm>
            <a:off x="7210083" y="8605853"/>
            <a:ext cx="227329" cy="227329"/>
          </a:xfrm>
          <a:custGeom>
            <a:avLst/>
            <a:gdLst/>
            <a:ahLst/>
            <a:cxnLst/>
            <a:rect l="l" t="t" r="r" b="b"/>
            <a:pathLst>
              <a:path w="227329" h="227329">
                <a:moveTo>
                  <a:pt x="227134" y="0"/>
                </a:moveTo>
                <a:lnTo>
                  <a:pt x="0" y="0"/>
                </a:lnTo>
                <a:lnTo>
                  <a:pt x="0" y="227113"/>
                </a:lnTo>
                <a:lnTo>
                  <a:pt x="227134" y="227113"/>
                </a:lnTo>
                <a:lnTo>
                  <a:pt x="227134" y="0"/>
                </a:lnTo>
                <a:close/>
              </a:path>
            </a:pathLst>
          </a:custGeom>
          <a:solidFill>
            <a:srgbClr val="C9E0A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23" name="object 623" descr=""/>
          <p:cNvGrpSpPr/>
          <p:nvPr/>
        </p:nvGrpSpPr>
        <p:grpSpPr>
          <a:xfrm>
            <a:off x="7492599" y="8947088"/>
            <a:ext cx="96520" cy="227965"/>
            <a:chOff x="7492599" y="8947088"/>
            <a:chExt cx="96520" cy="227965"/>
          </a:xfrm>
        </p:grpSpPr>
        <p:sp>
          <p:nvSpPr>
            <p:cNvPr id="624" name="object 624" descr=""/>
            <p:cNvSpPr/>
            <p:nvPr/>
          </p:nvSpPr>
          <p:spPr>
            <a:xfrm>
              <a:off x="7492599" y="8947088"/>
              <a:ext cx="96520" cy="96520"/>
            </a:xfrm>
            <a:custGeom>
              <a:avLst/>
              <a:gdLst/>
              <a:ahLst/>
              <a:cxnLst/>
              <a:rect l="l" t="t" r="r" b="b"/>
              <a:pathLst>
                <a:path w="96520" h="96520">
                  <a:moveTo>
                    <a:pt x="96122" y="0"/>
                  </a:moveTo>
                  <a:lnTo>
                    <a:pt x="0" y="0"/>
                  </a:lnTo>
                  <a:lnTo>
                    <a:pt x="0" y="96133"/>
                  </a:lnTo>
                  <a:lnTo>
                    <a:pt x="96122" y="96133"/>
                  </a:lnTo>
                  <a:lnTo>
                    <a:pt x="96122" y="0"/>
                  </a:lnTo>
                  <a:close/>
                </a:path>
              </a:pathLst>
            </a:custGeom>
            <a:solidFill>
              <a:srgbClr val="C9E0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5" name="object 625" descr=""/>
            <p:cNvSpPr/>
            <p:nvPr/>
          </p:nvSpPr>
          <p:spPr>
            <a:xfrm>
              <a:off x="7492599" y="9078309"/>
              <a:ext cx="96520" cy="96520"/>
            </a:xfrm>
            <a:custGeom>
              <a:avLst/>
              <a:gdLst/>
              <a:ahLst/>
              <a:cxnLst/>
              <a:rect l="l" t="t" r="r" b="b"/>
              <a:pathLst>
                <a:path w="96520" h="96520">
                  <a:moveTo>
                    <a:pt x="96122" y="0"/>
                  </a:moveTo>
                  <a:lnTo>
                    <a:pt x="0" y="0"/>
                  </a:lnTo>
                  <a:lnTo>
                    <a:pt x="0" y="96122"/>
                  </a:lnTo>
                  <a:lnTo>
                    <a:pt x="96122" y="96122"/>
                  </a:lnTo>
                  <a:lnTo>
                    <a:pt x="96122" y="0"/>
                  </a:lnTo>
                  <a:close/>
                </a:path>
              </a:pathLst>
            </a:custGeom>
            <a:solidFill>
              <a:srgbClr val="BCE1D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6" name="object 626" descr=""/>
          <p:cNvSpPr/>
          <p:nvPr/>
        </p:nvSpPr>
        <p:spPr>
          <a:xfrm>
            <a:off x="7210083" y="8947088"/>
            <a:ext cx="227329" cy="227329"/>
          </a:xfrm>
          <a:custGeom>
            <a:avLst/>
            <a:gdLst/>
            <a:ahLst/>
            <a:cxnLst/>
            <a:rect l="l" t="t" r="r" b="b"/>
            <a:pathLst>
              <a:path w="227329" h="227329">
                <a:moveTo>
                  <a:pt x="227134" y="0"/>
                </a:moveTo>
                <a:lnTo>
                  <a:pt x="0" y="0"/>
                </a:lnTo>
                <a:lnTo>
                  <a:pt x="0" y="227134"/>
                </a:lnTo>
                <a:lnTo>
                  <a:pt x="227134" y="227134"/>
                </a:lnTo>
                <a:lnTo>
                  <a:pt x="227134" y="0"/>
                </a:lnTo>
                <a:close/>
              </a:path>
            </a:pathLst>
          </a:custGeom>
          <a:solidFill>
            <a:srgbClr val="C9E0A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27" name="object 627" descr=""/>
          <p:cNvGrpSpPr/>
          <p:nvPr/>
        </p:nvGrpSpPr>
        <p:grpSpPr>
          <a:xfrm>
            <a:off x="7492599" y="9288387"/>
            <a:ext cx="96520" cy="227329"/>
            <a:chOff x="7492599" y="9288387"/>
            <a:chExt cx="96520" cy="227329"/>
          </a:xfrm>
        </p:grpSpPr>
        <p:sp>
          <p:nvSpPr>
            <p:cNvPr id="628" name="object 628" descr=""/>
            <p:cNvSpPr/>
            <p:nvPr/>
          </p:nvSpPr>
          <p:spPr>
            <a:xfrm>
              <a:off x="7492599" y="9288387"/>
              <a:ext cx="96520" cy="96520"/>
            </a:xfrm>
            <a:custGeom>
              <a:avLst/>
              <a:gdLst/>
              <a:ahLst/>
              <a:cxnLst/>
              <a:rect l="l" t="t" r="r" b="b"/>
              <a:pathLst>
                <a:path w="96520" h="96520">
                  <a:moveTo>
                    <a:pt x="96122" y="0"/>
                  </a:moveTo>
                  <a:lnTo>
                    <a:pt x="0" y="0"/>
                  </a:lnTo>
                  <a:lnTo>
                    <a:pt x="0" y="96122"/>
                  </a:lnTo>
                  <a:lnTo>
                    <a:pt x="96122" y="96122"/>
                  </a:lnTo>
                  <a:lnTo>
                    <a:pt x="96122" y="0"/>
                  </a:lnTo>
                  <a:close/>
                </a:path>
              </a:pathLst>
            </a:custGeom>
            <a:solidFill>
              <a:srgbClr val="C9E0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9" name="object 629" descr=""/>
            <p:cNvSpPr/>
            <p:nvPr/>
          </p:nvSpPr>
          <p:spPr>
            <a:xfrm>
              <a:off x="7492599" y="9419597"/>
              <a:ext cx="96520" cy="96520"/>
            </a:xfrm>
            <a:custGeom>
              <a:avLst/>
              <a:gdLst/>
              <a:ahLst/>
              <a:cxnLst/>
              <a:rect l="l" t="t" r="r" b="b"/>
              <a:pathLst>
                <a:path w="96520" h="96520">
                  <a:moveTo>
                    <a:pt x="96122" y="0"/>
                  </a:moveTo>
                  <a:lnTo>
                    <a:pt x="0" y="0"/>
                  </a:lnTo>
                  <a:lnTo>
                    <a:pt x="0" y="96122"/>
                  </a:lnTo>
                  <a:lnTo>
                    <a:pt x="96122" y="96122"/>
                  </a:lnTo>
                  <a:lnTo>
                    <a:pt x="96122" y="0"/>
                  </a:lnTo>
                  <a:close/>
                </a:path>
              </a:pathLst>
            </a:custGeom>
            <a:solidFill>
              <a:srgbClr val="BCE1D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0" name="object 630" descr=""/>
          <p:cNvSpPr/>
          <p:nvPr/>
        </p:nvSpPr>
        <p:spPr>
          <a:xfrm>
            <a:off x="7210083" y="9288398"/>
            <a:ext cx="227329" cy="227329"/>
          </a:xfrm>
          <a:custGeom>
            <a:avLst/>
            <a:gdLst/>
            <a:ahLst/>
            <a:cxnLst/>
            <a:rect l="l" t="t" r="r" b="b"/>
            <a:pathLst>
              <a:path w="227329" h="227329">
                <a:moveTo>
                  <a:pt x="227134" y="0"/>
                </a:moveTo>
                <a:lnTo>
                  <a:pt x="0" y="0"/>
                </a:lnTo>
                <a:lnTo>
                  <a:pt x="0" y="227113"/>
                </a:lnTo>
                <a:lnTo>
                  <a:pt x="227134" y="227113"/>
                </a:lnTo>
                <a:lnTo>
                  <a:pt x="227134" y="0"/>
                </a:lnTo>
                <a:close/>
              </a:path>
            </a:pathLst>
          </a:custGeom>
          <a:solidFill>
            <a:srgbClr val="C9E0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1" name="object 631" descr=""/>
          <p:cNvSpPr/>
          <p:nvPr/>
        </p:nvSpPr>
        <p:spPr>
          <a:xfrm>
            <a:off x="7210083" y="9629465"/>
            <a:ext cx="227329" cy="227329"/>
          </a:xfrm>
          <a:custGeom>
            <a:avLst/>
            <a:gdLst/>
            <a:ahLst/>
            <a:cxnLst/>
            <a:rect l="l" t="t" r="r" b="b"/>
            <a:pathLst>
              <a:path w="227329" h="227329">
                <a:moveTo>
                  <a:pt x="227134" y="0"/>
                </a:moveTo>
                <a:lnTo>
                  <a:pt x="0" y="0"/>
                </a:lnTo>
                <a:lnTo>
                  <a:pt x="0" y="227134"/>
                </a:lnTo>
                <a:lnTo>
                  <a:pt x="227134" y="227134"/>
                </a:lnTo>
                <a:lnTo>
                  <a:pt x="227134" y="0"/>
                </a:lnTo>
                <a:close/>
              </a:path>
            </a:pathLst>
          </a:custGeom>
          <a:solidFill>
            <a:srgbClr val="C9E0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2" name="object 632" descr=""/>
          <p:cNvSpPr/>
          <p:nvPr/>
        </p:nvSpPr>
        <p:spPr>
          <a:xfrm>
            <a:off x="8324019" y="9629465"/>
            <a:ext cx="227329" cy="227329"/>
          </a:xfrm>
          <a:custGeom>
            <a:avLst/>
            <a:gdLst/>
            <a:ahLst/>
            <a:cxnLst/>
            <a:rect l="l" t="t" r="r" b="b"/>
            <a:pathLst>
              <a:path w="227329" h="227329">
                <a:moveTo>
                  <a:pt x="227134" y="0"/>
                </a:moveTo>
                <a:lnTo>
                  <a:pt x="0" y="0"/>
                </a:lnTo>
                <a:lnTo>
                  <a:pt x="0" y="227134"/>
                </a:lnTo>
                <a:lnTo>
                  <a:pt x="227134" y="227134"/>
                </a:lnTo>
                <a:lnTo>
                  <a:pt x="227134" y="0"/>
                </a:lnTo>
                <a:close/>
              </a:path>
            </a:pathLst>
          </a:custGeom>
          <a:solidFill>
            <a:srgbClr val="C9E0A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33" name="object 633" descr=""/>
          <p:cNvGrpSpPr/>
          <p:nvPr/>
        </p:nvGrpSpPr>
        <p:grpSpPr>
          <a:xfrm>
            <a:off x="7183928" y="8054445"/>
            <a:ext cx="279400" cy="96520"/>
            <a:chOff x="7183928" y="8054445"/>
            <a:chExt cx="279400" cy="96520"/>
          </a:xfrm>
        </p:grpSpPr>
        <p:sp>
          <p:nvSpPr>
            <p:cNvPr id="634" name="object 634" descr=""/>
            <p:cNvSpPr/>
            <p:nvPr/>
          </p:nvSpPr>
          <p:spPr>
            <a:xfrm>
              <a:off x="7183928" y="8054445"/>
              <a:ext cx="140335" cy="96520"/>
            </a:xfrm>
            <a:custGeom>
              <a:avLst/>
              <a:gdLst/>
              <a:ahLst/>
              <a:cxnLst/>
              <a:rect l="l" t="t" r="r" b="b"/>
              <a:pathLst>
                <a:path w="140334" h="96520">
                  <a:moveTo>
                    <a:pt x="139713" y="0"/>
                  </a:moveTo>
                  <a:lnTo>
                    <a:pt x="0" y="0"/>
                  </a:lnTo>
                  <a:lnTo>
                    <a:pt x="0" y="95902"/>
                  </a:lnTo>
                  <a:lnTo>
                    <a:pt x="139713" y="95902"/>
                  </a:lnTo>
                  <a:lnTo>
                    <a:pt x="139713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5" name="object 635" descr=""/>
            <p:cNvSpPr/>
            <p:nvPr/>
          </p:nvSpPr>
          <p:spPr>
            <a:xfrm>
              <a:off x="7323641" y="8054445"/>
              <a:ext cx="139700" cy="96520"/>
            </a:xfrm>
            <a:custGeom>
              <a:avLst/>
              <a:gdLst/>
              <a:ahLst/>
              <a:cxnLst/>
              <a:rect l="l" t="t" r="r" b="b"/>
              <a:pathLst>
                <a:path w="139700" h="96520">
                  <a:moveTo>
                    <a:pt x="139692" y="0"/>
                  </a:moveTo>
                  <a:lnTo>
                    <a:pt x="0" y="0"/>
                  </a:lnTo>
                  <a:lnTo>
                    <a:pt x="0" y="95902"/>
                  </a:lnTo>
                  <a:lnTo>
                    <a:pt x="139692" y="95902"/>
                  </a:lnTo>
                  <a:lnTo>
                    <a:pt x="139692" y="0"/>
                  </a:lnTo>
                  <a:close/>
                </a:path>
              </a:pathLst>
            </a:custGeom>
            <a:solidFill>
              <a:srgbClr val="B1DCD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36" name="object 636" descr=""/>
          <p:cNvGrpSpPr/>
          <p:nvPr/>
        </p:nvGrpSpPr>
        <p:grpSpPr>
          <a:xfrm>
            <a:off x="7183928" y="8395890"/>
            <a:ext cx="279400" cy="96520"/>
            <a:chOff x="7183928" y="8395890"/>
            <a:chExt cx="279400" cy="96520"/>
          </a:xfrm>
        </p:grpSpPr>
        <p:sp>
          <p:nvSpPr>
            <p:cNvPr id="637" name="object 637" descr=""/>
            <p:cNvSpPr/>
            <p:nvPr/>
          </p:nvSpPr>
          <p:spPr>
            <a:xfrm>
              <a:off x="7323641" y="8395890"/>
              <a:ext cx="139700" cy="96520"/>
            </a:xfrm>
            <a:custGeom>
              <a:avLst/>
              <a:gdLst/>
              <a:ahLst/>
              <a:cxnLst/>
              <a:rect l="l" t="t" r="r" b="b"/>
              <a:pathLst>
                <a:path w="139700" h="96520">
                  <a:moveTo>
                    <a:pt x="139692" y="0"/>
                  </a:moveTo>
                  <a:lnTo>
                    <a:pt x="0" y="0"/>
                  </a:lnTo>
                  <a:lnTo>
                    <a:pt x="0" y="95923"/>
                  </a:lnTo>
                  <a:lnTo>
                    <a:pt x="139692" y="95923"/>
                  </a:lnTo>
                  <a:lnTo>
                    <a:pt x="139692" y="0"/>
                  </a:lnTo>
                  <a:close/>
                </a:path>
              </a:pathLst>
            </a:custGeom>
            <a:solidFill>
              <a:srgbClr val="B1DC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8" name="object 638" descr=""/>
            <p:cNvSpPr/>
            <p:nvPr/>
          </p:nvSpPr>
          <p:spPr>
            <a:xfrm>
              <a:off x="7183928" y="8395890"/>
              <a:ext cx="140335" cy="96520"/>
            </a:xfrm>
            <a:custGeom>
              <a:avLst/>
              <a:gdLst/>
              <a:ahLst/>
              <a:cxnLst/>
              <a:rect l="l" t="t" r="r" b="b"/>
              <a:pathLst>
                <a:path w="140334" h="96520">
                  <a:moveTo>
                    <a:pt x="139713" y="0"/>
                  </a:moveTo>
                  <a:lnTo>
                    <a:pt x="0" y="0"/>
                  </a:lnTo>
                  <a:lnTo>
                    <a:pt x="0" y="95923"/>
                  </a:lnTo>
                  <a:lnTo>
                    <a:pt x="139713" y="95923"/>
                  </a:lnTo>
                  <a:lnTo>
                    <a:pt x="139713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39" name="object 639" descr=""/>
          <p:cNvGrpSpPr/>
          <p:nvPr/>
        </p:nvGrpSpPr>
        <p:grpSpPr>
          <a:xfrm>
            <a:off x="7183928" y="8737200"/>
            <a:ext cx="279400" cy="96520"/>
            <a:chOff x="7183928" y="8737200"/>
            <a:chExt cx="279400" cy="96520"/>
          </a:xfrm>
        </p:grpSpPr>
        <p:sp>
          <p:nvSpPr>
            <p:cNvPr id="640" name="object 640" descr=""/>
            <p:cNvSpPr/>
            <p:nvPr/>
          </p:nvSpPr>
          <p:spPr>
            <a:xfrm>
              <a:off x="7323641" y="8737200"/>
              <a:ext cx="139700" cy="96520"/>
            </a:xfrm>
            <a:custGeom>
              <a:avLst/>
              <a:gdLst/>
              <a:ahLst/>
              <a:cxnLst/>
              <a:rect l="l" t="t" r="r" b="b"/>
              <a:pathLst>
                <a:path w="139700" h="96520">
                  <a:moveTo>
                    <a:pt x="139692" y="0"/>
                  </a:moveTo>
                  <a:lnTo>
                    <a:pt x="0" y="0"/>
                  </a:lnTo>
                  <a:lnTo>
                    <a:pt x="0" y="95902"/>
                  </a:lnTo>
                  <a:lnTo>
                    <a:pt x="139692" y="95902"/>
                  </a:lnTo>
                  <a:lnTo>
                    <a:pt x="139692" y="0"/>
                  </a:lnTo>
                  <a:close/>
                </a:path>
              </a:pathLst>
            </a:custGeom>
            <a:solidFill>
              <a:srgbClr val="B1DC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1" name="object 641" descr=""/>
            <p:cNvSpPr/>
            <p:nvPr/>
          </p:nvSpPr>
          <p:spPr>
            <a:xfrm>
              <a:off x="7183928" y="8737200"/>
              <a:ext cx="140335" cy="96520"/>
            </a:xfrm>
            <a:custGeom>
              <a:avLst/>
              <a:gdLst/>
              <a:ahLst/>
              <a:cxnLst/>
              <a:rect l="l" t="t" r="r" b="b"/>
              <a:pathLst>
                <a:path w="140334" h="96520">
                  <a:moveTo>
                    <a:pt x="139713" y="0"/>
                  </a:moveTo>
                  <a:lnTo>
                    <a:pt x="0" y="0"/>
                  </a:lnTo>
                  <a:lnTo>
                    <a:pt x="0" y="95902"/>
                  </a:lnTo>
                  <a:lnTo>
                    <a:pt x="139713" y="95902"/>
                  </a:lnTo>
                  <a:lnTo>
                    <a:pt x="139713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42" name="object 642" descr=""/>
          <p:cNvGrpSpPr/>
          <p:nvPr/>
        </p:nvGrpSpPr>
        <p:grpSpPr>
          <a:xfrm>
            <a:off x="7183928" y="9078445"/>
            <a:ext cx="279400" cy="96520"/>
            <a:chOff x="7183928" y="9078445"/>
            <a:chExt cx="279400" cy="96520"/>
          </a:xfrm>
        </p:grpSpPr>
        <p:sp>
          <p:nvSpPr>
            <p:cNvPr id="643" name="object 643" descr=""/>
            <p:cNvSpPr/>
            <p:nvPr/>
          </p:nvSpPr>
          <p:spPr>
            <a:xfrm>
              <a:off x="7323641" y="9078445"/>
              <a:ext cx="139700" cy="96520"/>
            </a:xfrm>
            <a:custGeom>
              <a:avLst/>
              <a:gdLst/>
              <a:ahLst/>
              <a:cxnLst/>
              <a:rect l="l" t="t" r="r" b="b"/>
              <a:pathLst>
                <a:path w="139700" h="96520">
                  <a:moveTo>
                    <a:pt x="139692" y="0"/>
                  </a:moveTo>
                  <a:lnTo>
                    <a:pt x="0" y="0"/>
                  </a:lnTo>
                  <a:lnTo>
                    <a:pt x="0" y="95902"/>
                  </a:lnTo>
                  <a:lnTo>
                    <a:pt x="139692" y="95902"/>
                  </a:lnTo>
                  <a:lnTo>
                    <a:pt x="139692" y="0"/>
                  </a:lnTo>
                  <a:close/>
                </a:path>
              </a:pathLst>
            </a:custGeom>
            <a:solidFill>
              <a:srgbClr val="B1DC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4" name="object 644" descr=""/>
            <p:cNvSpPr/>
            <p:nvPr/>
          </p:nvSpPr>
          <p:spPr>
            <a:xfrm>
              <a:off x="7183928" y="9078456"/>
              <a:ext cx="140335" cy="96520"/>
            </a:xfrm>
            <a:custGeom>
              <a:avLst/>
              <a:gdLst/>
              <a:ahLst/>
              <a:cxnLst/>
              <a:rect l="l" t="t" r="r" b="b"/>
              <a:pathLst>
                <a:path w="140334" h="96520">
                  <a:moveTo>
                    <a:pt x="139713" y="0"/>
                  </a:moveTo>
                  <a:lnTo>
                    <a:pt x="0" y="0"/>
                  </a:lnTo>
                  <a:lnTo>
                    <a:pt x="0" y="95902"/>
                  </a:lnTo>
                  <a:lnTo>
                    <a:pt x="139713" y="95902"/>
                  </a:lnTo>
                  <a:lnTo>
                    <a:pt x="139713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45" name="object 645" descr=""/>
          <p:cNvGrpSpPr/>
          <p:nvPr/>
        </p:nvGrpSpPr>
        <p:grpSpPr>
          <a:xfrm>
            <a:off x="7183928" y="9419734"/>
            <a:ext cx="279400" cy="96520"/>
            <a:chOff x="7183928" y="9419734"/>
            <a:chExt cx="279400" cy="96520"/>
          </a:xfrm>
        </p:grpSpPr>
        <p:sp>
          <p:nvSpPr>
            <p:cNvPr id="646" name="object 646" descr=""/>
            <p:cNvSpPr/>
            <p:nvPr/>
          </p:nvSpPr>
          <p:spPr>
            <a:xfrm>
              <a:off x="7183928" y="9419744"/>
              <a:ext cx="140335" cy="96520"/>
            </a:xfrm>
            <a:custGeom>
              <a:avLst/>
              <a:gdLst/>
              <a:ahLst/>
              <a:cxnLst/>
              <a:rect l="l" t="t" r="r" b="b"/>
              <a:pathLst>
                <a:path w="140334" h="96520">
                  <a:moveTo>
                    <a:pt x="139713" y="0"/>
                  </a:moveTo>
                  <a:lnTo>
                    <a:pt x="0" y="0"/>
                  </a:lnTo>
                  <a:lnTo>
                    <a:pt x="0" y="95902"/>
                  </a:lnTo>
                  <a:lnTo>
                    <a:pt x="139713" y="95902"/>
                  </a:lnTo>
                  <a:lnTo>
                    <a:pt x="139713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7" name="object 647" descr=""/>
            <p:cNvSpPr/>
            <p:nvPr/>
          </p:nvSpPr>
          <p:spPr>
            <a:xfrm>
              <a:off x="7323641" y="9419734"/>
              <a:ext cx="139700" cy="96520"/>
            </a:xfrm>
            <a:custGeom>
              <a:avLst/>
              <a:gdLst/>
              <a:ahLst/>
              <a:cxnLst/>
              <a:rect l="l" t="t" r="r" b="b"/>
              <a:pathLst>
                <a:path w="139700" h="96520">
                  <a:moveTo>
                    <a:pt x="139692" y="0"/>
                  </a:moveTo>
                  <a:lnTo>
                    <a:pt x="0" y="0"/>
                  </a:lnTo>
                  <a:lnTo>
                    <a:pt x="0" y="95902"/>
                  </a:lnTo>
                  <a:lnTo>
                    <a:pt x="139692" y="95902"/>
                  </a:lnTo>
                  <a:lnTo>
                    <a:pt x="139692" y="0"/>
                  </a:lnTo>
                  <a:close/>
                </a:path>
              </a:pathLst>
            </a:custGeom>
            <a:solidFill>
              <a:srgbClr val="B1DCD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48" name="object 648" descr=""/>
          <p:cNvGrpSpPr/>
          <p:nvPr/>
        </p:nvGrpSpPr>
        <p:grpSpPr>
          <a:xfrm>
            <a:off x="8297904" y="8054445"/>
            <a:ext cx="279400" cy="96520"/>
            <a:chOff x="8297904" y="8054445"/>
            <a:chExt cx="279400" cy="96520"/>
          </a:xfrm>
        </p:grpSpPr>
        <p:sp>
          <p:nvSpPr>
            <p:cNvPr id="649" name="object 649" descr=""/>
            <p:cNvSpPr/>
            <p:nvPr/>
          </p:nvSpPr>
          <p:spPr>
            <a:xfrm>
              <a:off x="8437575" y="8054445"/>
              <a:ext cx="140335" cy="96520"/>
            </a:xfrm>
            <a:custGeom>
              <a:avLst/>
              <a:gdLst/>
              <a:ahLst/>
              <a:cxnLst/>
              <a:rect l="l" t="t" r="r" b="b"/>
              <a:pathLst>
                <a:path w="140334" h="96520">
                  <a:moveTo>
                    <a:pt x="139733" y="0"/>
                  </a:moveTo>
                  <a:lnTo>
                    <a:pt x="0" y="0"/>
                  </a:lnTo>
                  <a:lnTo>
                    <a:pt x="0" y="95902"/>
                  </a:lnTo>
                  <a:lnTo>
                    <a:pt x="139733" y="95902"/>
                  </a:lnTo>
                  <a:lnTo>
                    <a:pt x="139733" y="0"/>
                  </a:lnTo>
                  <a:close/>
                </a:path>
              </a:pathLst>
            </a:custGeom>
            <a:solidFill>
              <a:srgbClr val="B1DC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0" name="object 650" descr=""/>
            <p:cNvSpPr/>
            <p:nvPr/>
          </p:nvSpPr>
          <p:spPr>
            <a:xfrm>
              <a:off x="8297904" y="8054445"/>
              <a:ext cx="139700" cy="96520"/>
            </a:xfrm>
            <a:custGeom>
              <a:avLst/>
              <a:gdLst/>
              <a:ahLst/>
              <a:cxnLst/>
              <a:rect l="l" t="t" r="r" b="b"/>
              <a:pathLst>
                <a:path w="139700" h="96520">
                  <a:moveTo>
                    <a:pt x="139671" y="0"/>
                  </a:moveTo>
                  <a:lnTo>
                    <a:pt x="0" y="0"/>
                  </a:lnTo>
                  <a:lnTo>
                    <a:pt x="0" y="95902"/>
                  </a:lnTo>
                  <a:lnTo>
                    <a:pt x="139671" y="95902"/>
                  </a:lnTo>
                  <a:lnTo>
                    <a:pt x="139671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51" name="object 651" descr=""/>
          <p:cNvGrpSpPr/>
          <p:nvPr/>
        </p:nvGrpSpPr>
        <p:grpSpPr>
          <a:xfrm>
            <a:off x="8297904" y="8395890"/>
            <a:ext cx="279400" cy="96520"/>
            <a:chOff x="8297904" y="8395890"/>
            <a:chExt cx="279400" cy="96520"/>
          </a:xfrm>
        </p:grpSpPr>
        <p:sp>
          <p:nvSpPr>
            <p:cNvPr id="652" name="object 652" descr=""/>
            <p:cNvSpPr/>
            <p:nvPr/>
          </p:nvSpPr>
          <p:spPr>
            <a:xfrm>
              <a:off x="8437575" y="8395890"/>
              <a:ext cx="140335" cy="96520"/>
            </a:xfrm>
            <a:custGeom>
              <a:avLst/>
              <a:gdLst/>
              <a:ahLst/>
              <a:cxnLst/>
              <a:rect l="l" t="t" r="r" b="b"/>
              <a:pathLst>
                <a:path w="140334" h="96520">
                  <a:moveTo>
                    <a:pt x="139733" y="0"/>
                  </a:moveTo>
                  <a:lnTo>
                    <a:pt x="0" y="0"/>
                  </a:lnTo>
                  <a:lnTo>
                    <a:pt x="0" y="95923"/>
                  </a:lnTo>
                  <a:lnTo>
                    <a:pt x="139733" y="95923"/>
                  </a:lnTo>
                  <a:lnTo>
                    <a:pt x="139733" y="0"/>
                  </a:lnTo>
                  <a:close/>
                </a:path>
              </a:pathLst>
            </a:custGeom>
            <a:solidFill>
              <a:srgbClr val="B1DC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3" name="object 653" descr=""/>
            <p:cNvSpPr/>
            <p:nvPr/>
          </p:nvSpPr>
          <p:spPr>
            <a:xfrm>
              <a:off x="8297904" y="8395890"/>
              <a:ext cx="139700" cy="96520"/>
            </a:xfrm>
            <a:custGeom>
              <a:avLst/>
              <a:gdLst/>
              <a:ahLst/>
              <a:cxnLst/>
              <a:rect l="l" t="t" r="r" b="b"/>
              <a:pathLst>
                <a:path w="139700" h="96520">
                  <a:moveTo>
                    <a:pt x="139671" y="0"/>
                  </a:moveTo>
                  <a:lnTo>
                    <a:pt x="0" y="0"/>
                  </a:lnTo>
                  <a:lnTo>
                    <a:pt x="0" y="95923"/>
                  </a:lnTo>
                  <a:lnTo>
                    <a:pt x="139671" y="95923"/>
                  </a:lnTo>
                  <a:lnTo>
                    <a:pt x="139671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54" name="object 654" descr=""/>
          <p:cNvGrpSpPr/>
          <p:nvPr/>
        </p:nvGrpSpPr>
        <p:grpSpPr>
          <a:xfrm>
            <a:off x="8297904" y="8737200"/>
            <a:ext cx="279400" cy="96520"/>
            <a:chOff x="8297904" y="8737200"/>
            <a:chExt cx="279400" cy="96520"/>
          </a:xfrm>
        </p:grpSpPr>
        <p:sp>
          <p:nvSpPr>
            <p:cNvPr id="655" name="object 655" descr=""/>
            <p:cNvSpPr/>
            <p:nvPr/>
          </p:nvSpPr>
          <p:spPr>
            <a:xfrm>
              <a:off x="8297904" y="8737200"/>
              <a:ext cx="139700" cy="96520"/>
            </a:xfrm>
            <a:custGeom>
              <a:avLst/>
              <a:gdLst/>
              <a:ahLst/>
              <a:cxnLst/>
              <a:rect l="l" t="t" r="r" b="b"/>
              <a:pathLst>
                <a:path w="139700" h="96520">
                  <a:moveTo>
                    <a:pt x="139671" y="0"/>
                  </a:moveTo>
                  <a:lnTo>
                    <a:pt x="0" y="0"/>
                  </a:lnTo>
                  <a:lnTo>
                    <a:pt x="0" y="95902"/>
                  </a:lnTo>
                  <a:lnTo>
                    <a:pt x="139671" y="95902"/>
                  </a:lnTo>
                  <a:lnTo>
                    <a:pt x="139671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6" name="object 656" descr=""/>
            <p:cNvSpPr/>
            <p:nvPr/>
          </p:nvSpPr>
          <p:spPr>
            <a:xfrm>
              <a:off x="8437575" y="8737200"/>
              <a:ext cx="140335" cy="96520"/>
            </a:xfrm>
            <a:custGeom>
              <a:avLst/>
              <a:gdLst/>
              <a:ahLst/>
              <a:cxnLst/>
              <a:rect l="l" t="t" r="r" b="b"/>
              <a:pathLst>
                <a:path w="140334" h="96520">
                  <a:moveTo>
                    <a:pt x="139733" y="0"/>
                  </a:moveTo>
                  <a:lnTo>
                    <a:pt x="0" y="0"/>
                  </a:lnTo>
                  <a:lnTo>
                    <a:pt x="0" y="95902"/>
                  </a:lnTo>
                  <a:lnTo>
                    <a:pt x="139733" y="95902"/>
                  </a:lnTo>
                  <a:lnTo>
                    <a:pt x="139733" y="0"/>
                  </a:lnTo>
                  <a:close/>
                </a:path>
              </a:pathLst>
            </a:custGeom>
            <a:solidFill>
              <a:srgbClr val="B1DCD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57" name="object 657" descr=""/>
          <p:cNvGrpSpPr/>
          <p:nvPr/>
        </p:nvGrpSpPr>
        <p:grpSpPr>
          <a:xfrm>
            <a:off x="8297904" y="9078445"/>
            <a:ext cx="279400" cy="96520"/>
            <a:chOff x="8297904" y="9078445"/>
            <a:chExt cx="279400" cy="96520"/>
          </a:xfrm>
        </p:grpSpPr>
        <p:sp>
          <p:nvSpPr>
            <p:cNvPr id="658" name="object 658" descr=""/>
            <p:cNvSpPr/>
            <p:nvPr/>
          </p:nvSpPr>
          <p:spPr>
            <a:xfrm>
              <a:off x="8437575" y="9078445"/>
              <a:ext cx="140335" cy="96520"/>
            </a:xfrm>
            <a:custGeom>
              <a:avLst/>
              <a:gdLst/>
              <a:ahLst/>
              <a:cxnLst/>
              <a:rect l="l" t="t" r="r" b="b"/>
              <a:pathLst>
                <a:path w="140334" h="96520">
                  <a:moveTo>
                    <a:pt x="139733" y="0"/>
                  </a:moveTo>
                  <a:lnTo>
                    <a:pt x="0" y="0"/>
                  </a:lnTo>
                  <a:lnTo>
                    <a:pt x="0" y="95902"/>
                  </a:lnTo>
                  <a:lnTo>
                    <a:pt x="139733" y="95902"/>
                  </a:lnTo>
                  <a:lnTo>
                    <a:pt x="139733" y="0"/>
                  </a:lnTo>
                  <a:close/>
                </a:path>
              </a:pathLst>
            </a:custGeom>
            <a:solidFill>
              <a:srgbClr val="B1DC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9" name="object 659" descr=""/>
            <p:cNvSpPr/>
            <p:nvPr/>
          </p:nvSpPr>
          <p:spPr>
            <a:xfrm>
              <a:off x="8297904" y="9078456"/>
              <a:ext cx="139700" cy="96520"/>
            </a:xfrm>
            <a:custGeom>
              <a:avLst/>
              <a:gdLst/>
              <a:ahLst/>
              <a:cxnLst/>
              <a:rect l="l" t="t" r="r" b="b"/>
              <a:pathLst>
                <a:path w="139700" h="96520">
                  <a:moveTo>
                    <a:pt x="139671" y="0"/>
                  </a:moveTo>
                  <a:lnTo>
                    <a:pt x="0" y="0"/>
                  </a:lnTo>
                  <a:lnTo>
                    <a:pt x="0" y="95902"/>
                  </a:lnTo>
                  <a:lnTo>
                    <a:pt x="139671" y="95902"/>
                  </a:lnTo>
                  <a:lnTo>
                    <a:pt x="139671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60" name="object 660" descr=""/>
          <p:cNvGrpSpPr/>
          <p:nvPr/>
        </p:nvGrpSpPr>
        <p:grpSpPr>
          <a:xfrm>
            <a:off x="8297904" y="9419734"/>
            <a:ext cx="279400" cy="96520"/>
            <a:chOff x="8297904" y="9419734"/>
            <a:chExt cx="279400" cy="96520"/>
          </a:xfrm>
        </p:grpSpPr>
        <p:sp>
          <p:nvSpPr>
            <p:cNvPr id="661" name="object 661" descr=""/>
            <p:cNvSpPr/>
            <p:nvPr/>
          </p:nvSpPr>
          <p:spPr>
            <a:xfrm>
              <a:off x="8437575" y="9419734"/>
              <a:ext cx="140335" cy="96520"/>
            </a:xfrm>
            <a:custGeom>
              <a:avLst/>
              <a:gdLst/>
              <a:ahLst/>
              <a:cxnLst/>
              <a:rect l="l" t="t" r="r" b="b"/>
              <a:pathLst>
                <a:path w="140334" h="96520">
                  <a:moveTo>
                    <a:pt x="139733" y="0"/>
                  </a:moveTo>
                  <a:lnTo>
                    <a:pt x="0" y="0"/>
                  </a:lnTo>
                  <a:lnTo>
                    <a:pt x="0" y="95902"/>
                  </a:lnTo>
                  <a:lnTo>
                    <a:pt x="139733" y="95902"/>
                  </a:lnTo>
                  <a:lnTo>
                    <a:pt x="139733" y="0"/>
                  </a:lnTo>
                  <a:close/>
                </a:path>
              </a:pathLst>
            </a:custGeom>
            <a:solidFill>
              <a:srgbClr val="B1DC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2" name="object 662" descr=""/>
            <p:cNvSpPr/>
            <p:nvPr/>
          </p:nvSpPr>
          <p:spPr>
            <a:xfrm>
              <a:off x="8297904" y="9419744"/>
              <a:ext cx="139700" cy="96520"/>
            </a:xfrm>
            <a:custGeom>
              <a:avLst/>
              <a:gdLst/>
              <a:ahLst/>
              <a:cxnLst/>
              <a:rect l="l" t="t" r="r" b="b"/>
              <a:pathLst>
                <a:path w="139700" h="96520">
                  <a:moveTo>
                    <a:pt x="139671" y="0"/>
                  </a:moveTo>
                  <a:lnTo>
                    <a:pt x="0" y="0"/>
                  </a:lnTo>
                  <a:lnTo>
                    <a:pt x="0" y="95902"/>
                  </a:lnTo>
                  <a:lnTo>
                    <a:pt x="139671" y="95902"/>
                  </a:lnTo>
                  <a:lnTo>
                    <a:pt x="139671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63" name="object 663" descr=""/>
          <p:cNvGrpSpPr/>
          <p:nvPr/>
        </p:nvGrpSpPr>
        <p:grpSpPr>
          <a:xfrm>
            <a:off x="7650877" y="9629465"/>
            <a:ext cx="461645" cy="542290"/>
            <a:chOff x="7650877" y="9629465"/>
            <a:chExt cx="461645" cy="542290"/>
          </a:xfrm>
        </p:grpSpPr>
        <p:sp>
          <p:nvSpPr>
            <p:cNvPr id="664" name="object 664" descr=""/>
            <p:cNvSpPr/>
            <p:nvPr/>
          </p:nvSpPr>
          <p:spPr>
            <a:xfrm>
              <a:off x="7650877" y="9629465"/>
              <a:ext cx="461645" cy="414655"/>
            </a:xfrm>
            <a:custGeom>
              <a:avLst/>
              <a:gdLst/>
              <a:ahLst/>
              <a:cxnLst/>
              <a:rect l="l" t="t" r="r" b="b"/>
              <a:pathLst>
                <a:path w="461645" h="414654">
                  <a:moveTo>
                    <a:pt x="461221" y="0"/>
                  </a:moveTo>
                  <a:lnTo>
                    <a:pt x="0" y="0"/>
                  </a:lnTo>
                  <a:lnTo>
                    <a:pt x="0" y="414385"/>
                  </a:lnTo>
                  <a:lnTo>
                    <a:pt x="461221" y="414385"/>
                  </a:lnTo>
                  <a:lnTo>
                    <a:pt x="461221" y="0"/>
                  </a:lnTo>
                  <a:close/>
                </a:path>
              </a:pathLst>
            </a:custGeom>
            <a:solidFill>
              <a:srgbClr val="C9E0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5" name="object 665" descr=""/>
            <p:cNvSpPr/>
            <p:nvPr/>
          </p:nvSpPr>
          <p:spPr>
            <a:xfrm>
              <a:off x="7809611" y="9821982"/>
              <a:ext cx="144145" cy="49530"/>
            </a:xfrm>
            <a:custGeom>
              <a:avLst/>
              <a:gdLst/>
              <a:ahLst/>
              <a:cxnLst/>
              <a:rect l="l" t="t" r="r" b="b"/>
              <a:pathLst>
                <a:path w="144145" h="49529">
                  <a:moveTo>
                    <a:pt x="17703" y="0"/>
                  </a:moveTo>
                  <a:lnTo>
                    <a:pt x="0" y="0"/>
                  </a:lnTo>
                  <a:lnTo>
                    <a:pt x="0" y="49453"/>
                  </a:lnTo>
                  <a:lnTo>
                    <a:pt x="17703" y="49453"/>
                  </a:lnTo>
                  <a:lnTo>
                    <a:pt x="17703" y="0"/>
                  </a:lnTo>
                  <a:close/>
                </a:path>
                <a:path w="144145" h="49529">
                  <a:moveTo>
                    <a:pt x="143789" y="0"/>
                  </a:moveTo>
                  <a:lnTo>
                    <a:pt x="126136" y="0"/>
                  </a:lnTo>
                  <a:lnTo>
                    <a:pt x="126136" y="49453"/>
                  </a:lnTo>
                  <a:lnTo>
                    <a:pt x="143789" y="49453"/>
                  </a:lnTo>
                  <a:lnTo>
                    <a:pt x="143789" y="0"/>
                  </a:lnTo>
                  <a:close/>
                </a:path>
              </a:pathLst>
            </a:custGeom>
            <a:solidFill>
              <a:srgbClr val="ECFA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6" name="object 666" descr=""/>
            <p:cNvSpPr/>
            <p:nvPr/>
          </p:nvSpPr>
          <p:spPr>
            <a:xfrm>
              <a:off x="7677722" y="9629476"/>
              <a:ext cx="407670" cy="414020"/>
            </a:xfrm>
            <a:custGeom>
              <a:avLst/>
              <a:gdLst/>
              <a:ahLst/>
              <a:cxnLst/>
              <a:rect l="l" t="t" r="r" b="b"/>
              <a:pathLst>
                <a:path w="407670" h="414020">
                  <a:moveTo>
                    <a:pt x="407644" y="0"/>
                  </a:moveTo>
                  <a:lnTo>
                    <a:pt x="384454" y="0"/>
                  </a:lnTo>
                  <a:lnTo>
                    <a:pt x="384454" y="60960"/>
                  </a:lnTo>
                  <a:lnTo>
                    <a:pt x="215417" y="60960"/>
                  </a:lnTo>
                  <a:lnTo>
                    <a:pt x="215417" y="0"/>
                  </a:lnTo>
                  <a:lnTo>
                    <a:pt x="192201" y="0"/>
                  </a:lnTo>
                  <a:lnTo>
                    <a:pt x="192201" y="60960"/>
                  </a:lnTo>
                  <a:lnTo>
                    <a:pt x="23202" y="60960"/>
                  </a:lnTo>
                  <a:lnTo>
                    <a:pt x="23202" y="0"/>
                  </a:lnTo>
                  <a:lnTo>
                    <a:pt x="0" y="0"/>
                  </a:lnTo>
                  <a:lnTo>
                    <a:pt x="0" y="60960"/>
                  </a:lnTo>
                  <a:lnTo>
                    <a:pt x="0" y="85090"/>
                  </a:lnTo>
                  <a:lnTo>
                    <a:pt x="0" y="414020"/>
                  </a:lnTo>
                  <a:lnTo>
                    <a:pt x="23202" y="414020"/>
                  </a:lnTo>
                  <a:lnTo>
                    <a:pt x="23202" y="85090"/>
                  </a:lnTo>
                  <a:lnTo>
                    <a:pt x="192201" y="85090"/>
                  </a:lnTo>
                  <a:lnTo>
                    <a:pt x="192201" y="414020"/>
                  </a:lnTo>
                  <a:lnTo>
                    <a:pt x="215417" y="414020"/>
                  </a:lnTo>
                  <a:lnTo>
                    <a:pt x="215417" y="85090"/>
                  </a:lnTo>
                  <a:lnTo>
                    <a:pt x="384454" y="85090"/>
                  </a:lnTo>
                  <a:lnTo>
                    <a:pt x="384454" y="414020"/>
                  </a:lnTo>
                  <a:lnTo>
                    <a:pt x="407644" y="414020"/>
                  </a:lnTo>
                  <a:lnTo>
                    <a:pt x="407644" y="85090"/>
                  </a:lnTo>
                  <a:lnTo>
                    <a:pt x="407644" y="60960"/>
                  </a:lnTo>
                  <a:lnTo>
                    <a:pt x="407644" y="0"/>
                  </a:lnTo>
                  <a:close/>
                </a:path>
              </a:pathLst>
            </a:custGeom>
            <a:solidFill>
              <a:srgbClr val="BCE1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7" name="object 667" descr=""/>
            <p:cNvSpPr/>
            <p:nvPr/>
          </p:nvSpPr>
          <p:spPr>
            <a:xfrm>
              <a:off x="7650877" y="10043850"/>
              <a:ext cx="461645" cy="64135"/>
            </a:xfrm>
            <a:custGeom>
              <a:avLst/>
              <a:gdLst/>
              <a:ahLst/>
              <a:cxnLst/>
              <a:rect l="l" t="t" r="r" b="b"/>
              <a:pathLst>
                <a:path w="461645" h="64134">
                  <a:moveTo>
                    <a:pt x="461221" y="0"/>
                  </a:moveTo>
                  <a:lnTo>
                    <a:pt x="0" y="0"/>
                  </a:lnTo>
                  <a:lnTo>
                    <a:pt x="0" y="63799"/>
                  </a:lnTo>
                  <a:lnTo>
                    <a:pt x="461221" y="63799"/>
                  </a:lnTo>
                  <a:lnTo>
                    <a:pt x="461221" y="0"/>
                  </a:lnTo>
                  <a:close/>
                </a:path>
              </a:pathLst>
            </a:custGeom>
            <a:solidFill>
              <a:srgbClr val="FAF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8" name="object 668" descr=""/>
            <p:cNvSpPr/>
            <p:nvPr/>
          </p:nvSpPr>
          <p:spPr>
            <a:xfrm>
              <a:off x="7650877" y="10107650"/>
              <a:ext cx="461645" cy="64135"/>
            </a:xfrm>
            <a:custGeom>
              <a:avLst/>
              <a:gdLst/>
              <a:ahLst/>
              <a:cxnLst/>
              <a:rect l="l" t="t" r="r" b="b"/>
              <a:pathLst>
                <a:path w="461645" h="64134">
                  <a:moveTo>
                    <a:pt x="461221" y="0"/>
                  </a:moveTo>
                  <a:lnTo>
                    <a:pt x="0" y="0"/>
                  </a:lnTo>
                  <a:lnTo>
                    <a:pt x="0" y="63872"/>
                  </a:lnTo>
                  <a:lnTo>
                    <a:pt x="461221" y="63872"/>
                  </a:lnTo>
                  <a:lnTo>
                    <a:pt x="461221" y="0"/>
                  </a:lnTo>
                  <a:close/>
                </a:path>
              </a:pathLst>
            </a:custGeom>
            <a:solidFill>
              <a:srgbClr val="ECFA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69" name="object 669" descr=""/>
          <p:cNvGrpSpPr/>
          <p:nvPr/>
        </p:nvGrpSpPr>
        <p:grpSpPr>
          <a:xfrm>
            <a:off x="4821461" y="8207749"/>
            <a:ext cx="1582420" cy="1964055"/>
            <a:chOff x="4821461" y="8207749"/>
            <a:chExt cx="1582420" cy="1964055"/>
          </a:xfrm>
        </p:grpSpPr>
        <p:sp>
          <p:nvSpPr>
            <p:cNvPr id="670" name="object 670" descr=""/>
            <p:cNvSpPr/>
            <p:nvPr/>
          </p:nvSpPr>
          <p:spPr>
            <a:xfrm>
              <a:off x="5612750" y="8514767"/>
              <a:ext cx="758190" cy="621665"/>
            </a:xfrm>
            <a:custGeom>
              <a:avLst/>
              <a:gdLst/>
              <a:ahLst/>
              <a:cxnLst/>
              <a:rect l="l" t="t" r="r" b="b"/>
              <a:pathLst>
                <a:path w="758189" h="621665">
                  <a:moveTo>
                    <a:pt x="757914" y="0"/>
                  </a:moveTo>
                  <a:lnTo>
                    <a:pt x="0" y="0"/>
                  </a:lnTo>
                  <a:lnTo>
                    <a:pt x="0" y="621080"/>
                  </a:lnTo>
                  <a:lnTo>
                    <a:pt x="757914" y="621080"/>
                  </a:lnTo>
                  <a:lnTo>
                    <a:pt x="757914" y="0"/>
                  </a:lnTo>
                  <a:close/>
                </a:path>
              </a:pathLst>
            </a:custGeom>
            <a:solidFill>
              <a:srgbClr val="CDEB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1" name="object 671" descr=""/>
            <p:cNvSpPr/>
            <p:nvPr/>
          </p:nvSpPr>
          <p:spPr>
            <a:xfrm>
              <a:off x="4853066" y="8514767"/>
              <a:ext cx="760095" cy="621665"/>
            </a:xfrm>
            <a:custGeom>
              <a:avLst/>
              <a:gdLst/>
              <a:ahLst/>
              <a:cxnLst/>
              <a:rect l="l" t="t" r="r" b="b"/>
              <a:pathLst>
                <a:path w="760095" h="621665">
                  <a:moveTo>
                    <a:pt x="759683" y="0"/>
                  </a:moveTo>
                  <a:lnTo>
                    <a:pt x="0" y="0"/>
                  </a:lnTo>
                  <a:lnTo>
                    <a:pt x="0" y="621080"/>
                  </a:lnTo>
                  <a:lnTo>
                    <a:pt x="759683" y="621080"/>
                  </a:lnTo>
                  <a:lnTo>
                    <a:pt x="759683" y="0"/>
                  </a:lnTo>
                  <a:close/>
                </a:path>
              </a:pathLst>
            </a:custGeom>
            <a:solidFill>
              <a:srgbClr val="D5EE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2" name="object 672" descr=""/>
            <p:cNvSpPr/>
            <p:nvPr/>
          </p:nvSpPr>
          <p:spPr>
            <a:xfrm>
              <a:off x="4915382" y="8639283"/>
              <a:ext cx="1390015" cy="1531620"/>
            </a:xfrm>
            <a:custGeom>
              <a:avLst/>
              <a:gdLst/>
              <a:ahLst/>
              <a:cxnLst/>
              <a:rect l="l" t="t" r="r" b="b"/>
              <a:pathLst>
                <a:path w="1390014" h="1531620">
                  <a:moveTo>
                    <a:pt x="1389621" y="496570"/>
                  </a:moveTo>
                  <a:lnTo>
                    <a:pt x="1121549" y="496570"/>
                  </a:lnTo>
                  <a:lnTo>
                    <a:pt x="1121549" y="0"/>
                  </a:lnTo>
                  <a:lnTo>
                    <a:pt x="273240" y="0"/>
                  </a:lnTo>
                  <a:lnTo>
                    <a:pt x="273240" y="496570"/>
                  </a:lnTo>
                  <a:lnTo>
                    <a:pt x="0" y="496570"/>
                  </a:lnTo>
                  <a:lnTo>
                    <a:pt x="0" y="1531620"/>
                  </a:lnTo>
                  <a:lnTo>
                    <a:pt x="1389621" y="1531620"/>
                  </a:lnTo>
                  <a:lnTo>
                    <a:pt x="1389621" y="49657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3" name="object 673" descr=""/>
            <p:cNvSpPr/>
            <p:nvPr/>
          </p:nvSpPr>
          <p:spPr>
            <a:xfrm>
              <a:off x="4915389" y="10004858"/>
              <a:ext cx="695325" cy="167005"/>
            </a:xfrm>
            <a:custGeom>
              <a:avLst/>
              <a:gdLst/>
              <a:ahLst/>
              <a:cxnLst/>
              <a:rect l="l" t="t" r="r" b="b"/>
              <a:pathLst>
                <a:path w="695325" h="167004">
                  <a:moveTo>
                    <a:pt x="694816" y="0"/>
                  </a:moveTo>
                  <a:lnTo>
                    <a:pt x="0" y="0"/>
                  </a:lnTo>
                  <a:lnTo>
                    <a:pt x="0" y="166665"/>
                  </a:lnTo>
                  <a:lnTo>
                    <a:pt x="694816" y="166665"/>
                  </a:lnTo>
                  <a:lnTo>
                    <a:pt x="694816" y="0"/>
                  </a:lnTo>
                  <a:close/>
                </a:path>
              </a:pathLst>
            </a:custGeom>
            <a:solidFill>
              <a:srgbClr val="D5EE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4" name="object 674" descr=""/>
            <p:cNvSpPr/>
            <p:nvPr/>
          </p:nvSpPr>
          <p:spPr>
            <a:xfrm>
              <a:off x="5610195" y="10004858"/>
              <a:ext cx="695325" cy="167005"/>
            </a:xfrm>
            <a:custGeom>
              <a:avLst/>
              <a:gdLst/>
              <a:ahLst/>
              <a:cxnLst/>
              <a:rect l="l" t="t" r="r" b="b"/>
              <a:pathLst>
                <a:path w="695325" h="167004">
                  <a:moveTo>
                    <a:pt x="694816" y="0"/>
                  </a:moveTo>
                  <a:lnTo>
                    <a:pt x="0" y="0"/>
                  </a:lnTo>
                  <a:lnTo>
                    <a:pt x="0" y="166665"/>
                  </a:lnTo>
                  <a:lnTo>
                    <a:pt x="694816" y="166665"/>
                  </a:lnTo>
                  <a:lnTo>
                    <a:pt x="694816" y="0"/>
                  </a:lnTo>
                  <a:close/>
                </a:path>
              </a:pathLst>
            </a:custGeom>
            <a:solidFill>
              <a:srgbClr val="CDEB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5" name="object 675" descr=""/>
            <p:cNvSpPr/>
            <p:nvPr/>
          </p:nvSpPr>
          <p:spPr>
            <a:xfrm>
              <a:off x="5612747" y="8207749"/>
              <a:ext cx="516255" cy="432434"/>
            </a:xfrm>
            <a:custGeom>
              <a:avLst/>
              <a:gdLst/>
              <a:ahLst/>
              <a:cxnLst/>
              <a:rect l="l" t="t" r="r" b="b"/>
              <a:pathLst>
                <a:path w="516254" h="432434">
                  <a:moveTo>
                    <a:pt x="0" y="0"/>
                  </a:moveTo>
                  <a:lnTo>
                    <a:pt x="0" y="432112"/>
                  </a:lnTo>
                  <a:lnTo>
                    <a:pt x="516130" y="4321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EE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6" name="object 676" descr=""/>
            <p:cNvSpPr/>
            <p:nvPr/>
          </p:nvSpPr>
          <p:spPr>
            <a:xfrm>
              <a:off x="5096641" y="8207750"/>
              <a:ext cx="516255" cy="432434"/>
            </a:xfrm>
            <a:custGeom>
              <a:avLst/>
              <a:gdLst/>
              <a:ahLst/>
              <a:cxnLst/>
              <a:rect l="l" t="t" r="r" b="b"/>
              <a:pathLst>
                <a:path w="516254" h="432434">
                  <a:moveTo>
                    <a:pt x="516109" y="0"/>
                  </a:moveTo>
                  <a:lnTo>
                    <a:pt x="0" y="432112"/>
                  </a:lnTo>
                  <a:lnTo>
                    <a:pt x="516109" y="432112"/>
                  </a:lnTo>
                  <a:lnTo>
                    <a:pt x="516109" y="0"/>
                  </a:lnTo>
                  <a:close/>
                </a:path>
              </a:pathLst>
            </a:custGeom>
            <a:solidFill>
              <a:srgbClr val="DEF1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7" name="object 677" descr=""/>
            <p:cNvSpPr/>
            <p:nvPr/>
          </p:nvSpPr>
          <p:spPr>
            <a:xfrm>
              <a:off x="4948205" y="8409869"/>
              <a:ext cx="109855" cy="390525"/>
            </a:xfrm>
            <a:custGeom>
              <a:avLst/>
              <a:gdLst/>
              <a:ahLst/>
              <a:cxnLst/>
              <a:rect l="l" t="t" r="r" b="b"/>
              <a:pathLst>
                <a:path w="109854" h="390525">
                  <a:moveTo>
                    <a:pt x="109420" y="0"/>
                  </a:moveTo>
                  <a:lnTo>
                    <a:pt x="0" y="0"/>
                  </a:lnTo>
                  <a:lnTo>
                    <a:pt x="0" y="389988"/>
                  </a:lnTo>
                  <a:lnTo>
                    <a:pt x="109420" y="389988"/>
                  </a:lnTo>
                  <a:lnTo>
                    <a:pt x="109420" y="0"/>
                  </a:lnTo>
                  <a:close/>
                </a:path>
              </a:pathLst>
            </a:custGeom>
            <a:solidFill>
              <a:srgbClr val="CDEB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8" name="object 678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269933" y="8749506"/>
              <a:ext cx="138477" cy="293369"/>
            </a:xfrm>
            <a:prstGeom prst="rect">
              <a:avLst/>
            </a:prstGeom>
          </p:spPr>
        </p:pic>
        <p:pic>
          <p:nvPicPr>
            <p:cNvPr id="679" name="object 679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816649" y="8749506"/>
              <a:ext cx="138477" cy="293369"/>
            </a:xfrm>
            <a:prstGeom prst="rect">
              <a:avLst/>
            </a:prstGeom>
          </p:spPr>
        </p:pic>
        <p:pic>
          <p:nvPicPr>
            <p:cNvPr id="680" name="object 680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816649" y="9206706"/>
              <a:ext cx="138477" cy="294639"/>
            </a:xfrm>
            <a:prstGeom prst="rect">
              <a:avLst/>
            </a:prstGeom>
          </p:spPr>
        </p:pic>
        <p:pic>
          <p:nvPicPr>
            <p:cNvPr id="681" name="object 681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036852" y="9206706"/>
              <a:ext cx="138477" cy="294639"/>
            </a:xfrm>
            <a:prstGeom prst="rect">
              <a:avLst/>
            </a:prstGeom>
          </p:spPr>
        </p:pic>
        <p:pic>
          <p:nvPicPr>
            <p:cNvPr id="682" name="object 682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049584" y="9206706"/>
              <a:ext cx="138498" cy="294639"/>
            </a:xfrm>
            <a:prstGeom prst="rect">
              <a:avLst/>
            </a:prstGeom>
          </p:spPr>
        </p:pic>
        <p:pic>
          <p:nvPicPr>
            <p:cNvPr id="683" name="object 683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269797" y="9206706"/>
              <a:ext cx="138477" cy="294639"/>
            </a:xfrm>
            <a:prstGeom prst="rect">
              <a:avLst/>
            </a:prstGeom>
          </p:spPr>
        </p:pic>
        <p:sp>
          <p:nvSpPr>
            <p:cNvPr id="684" name="object 684" descr=""/>
            <p:cNvSpPr/>
            <p:nvPr/>
          </p:nvSpPr>
          <p:spPr>
            <a:xfrm>
              <a:off x="5518763" y="8779240"/>
              <a:ext cx="188595" cy="234315"/>
            </a:xfrm>
            <a:custGeom>
              <a:avLst/>
              <a:gdLst/>
              <a:ahLst/>
              <a:cxnLst/>
              <a:rect l="l" t="t" r="r" b="b"/>
              <a:pathLst>
                <a:path w="188595" h="234315">
                  <a:moveTo>
                    <a:pt x="187983" y="0"/>
                  </a:moveTo>
                  <a:lnTo>
                    <a:pt x="0" y="0"/>
                  </a:lnTo>
                  <a:lnTo>
                    <a:pt x="0" y="233762"/>
                  </a:lnTo>
                  <a:lnTo>
                    <a:pt x="187983" y="233762"/>
                  </a:lnTo>
                  <a:lnTo>
                    <a:pt x="187983" y="0"/>
                  </a:lnTo>
                  <a:close/>
                </a:path>
              </a:pathLst>
            </a:custGeom>
            <a:solidFill>
              <a:srgbClr val="BAD7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5" name="object 685" descr=""/>
            <p:cNvSpPr/>
            <p:nvPr/>
          </p:nvSpPr>
          <p:spPr>
            <a:xfrm>
              <a:off x="5488813" y="8749506"/>
              <a:ext cx="248285" cy="293370"/>
            </a:xfrm>
            <a:custGeom>
              <a:avLst/>
              <a:gdLst/>
              <a:ahLst/>
              <a:cxnLst/>
              <a:rect l="l" t="t" r="r" b="b"/>
              <a:pathLst>
                <a:path w="248285" h="293370">
                  <a:moveTo>
                    <a:pt x="247891" y="29743"/>
                  </a:moveTo>
                  <a:lnTo>
                    <a:pt x="217932" y="29743"/>
                  </a:lnTo>
                  <a:lnTo>
                    <a:pt x="217932" y="131648"/>
                  </a:lnTo>
                  <a:lnTo>
                    <a:pt x="247891" y="131648"/>
                  </a:lnTo>
                  <a:lnTo>
                    <a:pt x="247891" y="29743"/>
                  </a:lnTo>
                  <a:close/>
                </a:path>
                <a:path w="248285" h="293370">
                  <a:moveTo>
                    <a:pt x="247891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0" y="132080"/>
                  </a:lnTo>
                  <a:lnTo>
                    <a:pt x="0" y="161290"/>
                  </a:lnTo>
                  <a:lnTo>
                    <a:pt x="0" y="262890"/>
                  </a:lnTo>
                  <a:lnTo>
                    <a:pt x="0" y="293370"/>
                  </a:lnTo>
                  <a:lnTo>
                    <a:pt x="247891" y="293370"/>
                  </a:lnTo>
                  <a:lnTo>
                    <a:pt x="247891" y="263512"/>
                  </a:lnTo>
                  <a:lnTo>
                    <a:pt x="247891" y="262890"/>
                  </a:lnTo>
                  <a:lnTo>
                    <a:pt x="247891" y="161582"/>
                  </a:lnTo>
                  <a:lnTo>
                    <a:pt x="217932" y="161582"/>
                  </a:lnTo>
                  <a:lnTo>
                    <a:pt x="217932" y="262890"/>
                  </a:lnTo>
                  <a:lnTo>
                    <a:pt x="29946" y="262890"/>
                  </a:lnTo>
                  <a:lnTo>
                    <a:pt x="29946" y="161290"/>
                  </a:lnTo>
                  <a:lnTo>
                    <a:pt x="247891" y="161290"/>
                  </a:lnTo>
                  <a:lnTo>
                    <a:pt x="247891" y="132080"/>
                  </a:lnTo>
                  <a:lnTo>
                    <a:pt x="29946" y="132080"/>
                  </a:lnTo>
                  <a:lnTo>
                    <a:pt x="29946" y="29210"/>
                  </a:lnTo>
                  <a:lnTo>
                    <a:pt x="247891" y="29210"/>
                  </a:lnTo>
                  <a:lnTo>
                    <a:pt x="2478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86" name="object 686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049585" y="9643562"/>
              <a:ext cx="245133" cy="245133"/>
            </a:xfrm>
            <a:prstGeom prst="rect">
              <a:avLst/>
            </a:prstGeom>
          </p:spPr>
        </p:pic>
        <p:pic>
          <p:nvPicPr>
            <p:cNvPr id="687" name="object 687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930199" y="9643562"/>
              <a:ext cx="245133" cy="245133"/>
            </a:xfrm>
            <a:prstGeom prst="rect">
              <a:avLst/>
            </a:prstGeom>
          </p:spPr>
        </p:pic>
        <p:sp>
          <p:nvSpPr>
            <p:cNvPr id="688" name="object 688" descr=""/>
            <p:cNvSpPr/>
            <p:nvPr/>
          </p:nvSpPr>
          <p:spPr>
            <a:xfrm>
              <a:off x="4821453" y="8639397"/>
              <a:ext cx="1582420" cy="496570"/>
            </a:xfrm>
            <a:custGeom>
              <a:avLst/>
              <a:gdLst/>
              <a:ahLst/>
              <a:cxnLst/>
              <a:rect l="l" t="t" r="r" b="b"/>
              <a:pathLst>
                <a:path w="1582420" h="496570">
                  <a:moveTo>
                    <a:pt x="366890" y="0"/>
                  </a:moveTo>
                  <a:lnTo>
                    <a:pt x="321284" y="0"/>
                  </a:lnTo>
                  <a:lnTo>
                    <a:pt x="321284" y="450850"/>
                  </a:lnTo>
                  <a:lnTo>
                    <a:pt x="0" y="450850"/>
                  </a:lnTo>
                  <a:lnTo>
                    <a:pt x="0" y="496570"/>
                  </a:lnTo>
                  <a:lnTo>
                    <a:pt x="366890" y="496570"/>
                  </a:lnTo>
                  <a:lnTo>
                    <a:pt x="366890" y="450850"/>
                  </a:lnTo>
                  <a:lnTo>
                    <a:pt x="366890" y="0"/>
                  </a:lnTo>
                  <a:close/>
                </a:path>
                <a:path w="1582420" h="496570">
                  <a:moveTo>
                    <a:pt x="1582356" y="450850"/>
                  </a:moveTo>
                  <a:lnTo>
                    <a:pt x="1261084" y="450850"/>
                  </a:lnTo>
                  <a:lnTo>
                    <a:pt x="1261084" y="0"/>
                  </a:lnTo>
                  <a:lnTo>
                    <a:pt x="1215478" y="0"/>
                  </a:lnTo>
                  <a:lnTo>
                    <a:pt x="1215478" y="450850"/>
                  </a:lnTo>
                  <a:lnTo>
                    <a:pt x="1215478" y="496570"/>
                  </a:lnTo>
                  <a:lnTo>
                    <a:pt x="1582356" y="496570"/>
                  </a:lnTo>
                  <a:lnTo>
                    <a:pt x="1582356" y="450850"/>
                  </a:lnTo>
                  <a:close/>
                </a:path>
              </a:pathLst>
            </a:custGeom>
            <a:solidFill>
              <a:srgbClr val="BAD7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9" name="object 689" descr=""/>
            <p:cNvSpPr/>
            <p:nvPr/>
          </p:nvSpPr>
          <p:spPr>
            <a:xfrm>
              <a:off x="5408414" y="9753037"/>
              <a:ext cx="408305" cy="419100"/>
            </a:xfrm>
            <a:custGeom>
              <a:avLst/>
              <a:gdLst/>
              <a:ahLst/>
              <a:cxnLst/>
              <a:rect l="l" t="t" r="r" b="b"/>
              <a:pathLst>
                <a:path w="408304" h="419100">
                  <a:moveTo>
                    <a:pt x="339487" y="41"/>
                  </a:moveTo>
                  <a:lnTo>
                    <a:pt x="339487" y="337769"/>
                  </a:lnTo>
                  <a:lnTo>
                    <a:pt x="68762" y="337769"/>
                  </a:lnTo>
                  <a:lnTo>
                    <a:pt x="68762" y="0"/>
                  </a:lnTo>
                  <a:lnTo>
                    <a:pt x="40255" y="31068"/>
                  </a:lnTo>
                  <a:lnTo>
                    <a:pt x="18592" y="67517"/>
                  </a:lnTo>
                  <a:lnTo>
                    <a:pt x="4823" y="108342"/>
                  </a:lnTo>
                  <a:lnTo>
                    <a:pt x="0" y="152539"/>
                  </a:lnTo>
                  <a:lnTo>
                    <a:pt x="0" y="418489"/>
                  </a:lnTo>
                  <a:lnTo>
                    <a:pt x="408228" y="418489"/>
                  </a:lnTo>
                  <a:lnTo>
                    <a:pt x="408228" y="152539"/>
                  </a:lnTo>
                  <a:lnTo>
                    <a:pt x="403402" y="108349"/>
                  </a:lnTo>
                  <a:lnTo>
                    <a:pt x="389630" y="67538"/>
                  </a:lnTo>
                  <a:lnTo>
                    <a:pt x="367972" y="31103"/>
                  </a:lnTo>
                  <a:lnTo>
                    <a:pt x="339487" y="41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0" name="object 690" descr=""/>
            <p:cNvSpPr/>
            <p:nvPr/>
          </p:nvSpPr>
          <p:spPr>
            <a:xfrm>
              <a:off x="5516918" y="9741122"/>
              <a:ext cx="191770" cy="310515"/>
            </a:xfrm>
            <a:custGeom>
              <a:avLst/>
              <a:gdLst/>
              <a:ahLst/>
              <a:cxnLst/>
              <a:rect l="l" t="t" r="r" b="b"/>
              <a:pathLst>
                <a:path w="191770" h="310515">
                  <a:moveTo>
                    <a:pt x="75780" y="0"/>
                  </a:moveTo>
                  <a:lnTo>
                    <a:pt x="12" y="0"/>
                  </a:lnTo>
                  <a:lnTo>
                    <a:pt x="12" y="135153"/>
                  </a:lnTo>
                  <a:lnTo>
                    <a:pt x="75780" y="135153"/>
                  </a:lnTo>
                  <a:lnTo>
                    <a:pt x="75780" y="0"/>
                  </a:lnTo>
                  <a:close/>
                </a:path>
                <a:path w="191770" h="310515">
                  <a:moveTo>
                    <a:pt x="191223" y="174853"/>
                  </a:moveTo>
                  <a:lnTo>
                    <a:pt x="0" y="174853"/>
                  </a:lnTo>
                  <a:lnTo>
                    <a:pt x="0" y="309981"/>
                  </a:lnTo>
                  <a:lnTo>
                    <a:pt x="191223" y="309981"/>
                  </a:lnTo>
                  <a:lnTo>
                    <a:pt x="191223" y="174853"/>
                  </a:lnTo>
                  <a:close/>
                </a:path>
                <a:path w="191770" h="310515">
                  <a:moveTo>
                    <a:pt x="191223" y="0"/>
                  </a:moveTo>
                  <a:lnTo>
                    <a:pt x="115443" y="0"/>
                  </a:lnTo>
                  <a:lnTo>
                    <a:pt x="115443" y="135153"/>
                  </a:lnTo>
                  <a:lnTo>
                    <a:pt x="191223" y="135153"/>
                  </a:lnTo>
                  <a:lnTo>
                    <a:pt x="191223" y="0"/>
                  </a:lnTo>
                  <a:close/>
                </a:path>
              </a:pathLst>
            </a:custGeom>
            <a:solidFill>
              <a:srgbClr val="BAD7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1" name="object 691" descr=""/>
            <p:cNvSpPr/>
            <p:nvPr/>
          </p:nvSpPr>
          <p:spPr>
            <a:xfrm>
              <a:off x="5477173" y="9701443"/>
              <a:ext cx="271145" cy="389890"/>
            </a:xfrm>
            <a:custGeom>
              <a:avLst/>
              <a:gdLst/>
              <a:ahLst/>
              <a:cxnLst/>
              <a:rect l="l" t="t" r="r" b="b"/>
              <a:pathLst>
                <a:path w="271145" h="389890">
                  <a:moveTo>
                    <a:pt x="135367" y="0"/>
                  </a:moveTo>
                  <a:lnTo>
                    <a:pt x="97322" y="3566"/>
                  </a:lnTo>
                  <a:lnTo>
                    <a:pt x="61660" y="13812"/>
                  </a:lnTo>
                  <a:lnTo>
                    <a:pt x="29004" y="30060"/>
                  </a:lnTo>
                  <a:lnTo>
                    <a:pt x="0" y="51600"/>
                  </a:lnTo>
                  <a:lnTo>
                    <a:pt x="0" y="389370"/>
                  </a:lnTo>
                  <a:lnTo>
                    <a:pt x="270724" y="389370"/>
                  </a:lnTo>
                  <a:lnTo>
                    <a:pt x="270724" y="349654"/>
                  </a:lnTo>
                  <a:lnTo>
                    <a:pt x="39747" y="349654"/>
                  </a:lnTo>
                  <a:lnTo>
                    <a:pt x="39747" y="214527"/>
                  </a:lnTo>
                  <a:lnTo>
                    <a:pt x="270724" y="214527"/>
                  </a:lnTo>
                  <a:lnTo>
                    <a:pt x="270724" y="174821"/>
                  </a:lnTo>
                  <a:lnTo>
                    <a:pt x="39747" y="174821"/>
                  </a:lnTo>
                  <a:lnTo>
                    <a:pt x="39747" y="39674"/>
                  </a:lnTo>
                  <a:lnTo>
                    <a:pt x="254625" y="39674"/>
                  </a:lnTo>
                  <a:lnTo>
                    <a:pt x="241619" y="30029"/>
                  </a:lnTo>
                  <a:lnTo>
                    <a:pt x="209034" y="13812"/>
                  </a:lnTo>
                  <a:lnTo>
                    <a:pt x="173325" y="3559"/>
                  </a:lnTo>
                  <a:lnTo>
                    <a:pt x="135367" y="0"/>
                  </a:lnTo>
                  <a:close/>
                </a:path>
                <a:path w="271145" h="389890">
                  <a:moveTo>
                    <a:pt x="270724" y="214527"/>
                  </a:moveTo>
                  <a:lnTo>
                    <a:pt x="230977" y="214527"/>
                  </a:lnTo>
                  <a:lnTo>
                    <a:pt x="230977" y="349654"/>
                  </a:lnTo>
                  <a:lnTo>
                    <a:pt x="270724" y="349654"/>
                  </a:lnTo>
                  <a:lnTo>
                    <a:pt x="270724" y="214527"/>
                  </a:lnTo>
                  <a:close/>
                </a:path>
                <a:path w="271145" h="389890">
                  <a:moveTo>
                    <a:pt x="155199" y="39674"/>
                  </a:moveTo>
                  <a:lnTo>
                    <a:pt x="115525" y="39674"/>
                  </a:lnTo>
                  <a:lnTo>
                    <a:pt x="115525" y="174821"/>
                  </a:lnTo>
                  <a:lnTo>
                    <a:pt x="155199" y="174821"/>
                  </a:lnTo>
                  <a:lnTo>
                    <a:pt x="155199" y="39674"/>
                  </a:lnTo>
                  <a:close/>
                </a:path>
                <a:path w="271145" h="389890">
                  <a:moveTo>
                    <a:pt x="254625" y="39674"/>
                  </a:moveTo>
                  <a:lnTo>
                    <a:pt x="230977" y="39674"/>
                  </a:lnTo>
                  <a:lnTo>
                    <a:pt x="230977" y="174821"/>
                  </a:lnTo>
                  <a:lnTo>
                    <a:pt x="270724" y="174821"/>
                  </a:lnTo>
                  <a:lnTo>
                    <a:pt x="270682" y="51600"/>
                  </a:lnTo>
                  <a:lnTo>
                    <a:pt x="254625" y="39674"/>
                  </a:lnTo>
                  <a:close/>
                </a:path>
              </a:pathLst>
            </a:custGeom>
            <a:solidFill>
              <a:srgbClr val="EAF3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2" name="object 692" descr=""/>
            <p:cNvSpPr/>
            <p:nvPr/>
          </p:nvSpPr>
          <p:spPr>
            <a:xfrm>
              <a:off x="5408411" y="10090813"/>
              <a:ext cx="408305" cy="81280"/>
            </a:xfrm>
            <a:custGeom>
              <a:avLst/>
              <a:gdLst/>
              <a:ahLst/>
              <a:cxnLst/>
              <a:rect l="l" t="t" r="r" b="b"/>
              <a:pathLst>
                <a:path w="408304" h="81279">
                  <a:moveTo>
                    <a:pt x="408238" y="0"/>
                  </a:moveTo>
                  <a:lnTo>
                    <a:pt x="0" y="0"/>
                  </a:lnTo>
                  <a:lnTo>
                    <a:pt x="0" y="80709"/>
                  </a:lnTo>
                  <a:lnTo>
                    <a:pt x="408238" y="80709"/>
                  </a:lnTo>
                  <a:lnTo>
                    <a:pt x="408238" y="0"/>
                  </a:lnTo>
                  <a:close/>
                </a:path>
              </a:pathLst>
            </a:custGeom>
            <a:solidFill>
              <a:srgbClr val="B5B5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3" name="object 693" descr=""/>
            <p:cNvSpPr/>
            <p:nvPr/>
          </p:nvSpPr>
          <p:spPr>
            <a:xfrm>
              <a:off x="4915547" y="8639867"/>
              <a:ext cx="1390015" cy="546735"/>
            </a:xfrm>
            <a:custGeom>
              <a:avLst/>
              <a:gdLst/>
              <a:ahLst/>
              <a:cxnLst/>
              <a:rect l="l" t="t" r="r" b="b"/>
              <a:pathLst>
                <a:path w="1390014" h="546734">
                  <a:moveTo>
                    <a:pt x="268084" y="495985"/>
                  </a:moveTo>
                  <a:lnTo>
                    <a:pt x="0" y="495985"/>
                  </a:lnTo>
                  <a:lnTo>
                    <a:pt x="0" y="546658"/>
                  </a:lnTo>
                  <a:lnTo>
                    <a:pt x="268084" y="546658"/>
                  </a:lnTo>
                  <a:lnTo>
                    <a:pt x="268084" y="495985"/>
                  </a:lnTo>
                  <a:close/>
                </a:path>
                <a:path w="1390014" h="546734">
                  <a:moveTo>
                    <a:pt x="1121295" y="0"/>
                  </a:moveTo>
                  <a:lnTo>
                    <a:pt x="273062" y="0"/>
                  </a:lnTo>
                  <a:lnTo>
                    <a:pt x="273062" y="50673"/>
                  </a:lnTo>
                  <a:lnTo>
                    <a:pt x="1121295" y="50673"/>
                  </a:lnTo>
                  <a:lnTo>
                    <a:pt x="1121295" y="0"/>
                  </a:lnTo>
                  <a:close/>
                </a:path>
                <a:path w="1390014" h="546734">
                  <a:moveTo>
                    <a:pt x="1389456" y="495985"/>
                  </a:moveTo>
                  <a:lnTo>
                    <a:pt x="1121384" y="495985"/>
                  </a:lnTo>
                  <a:lnTo>
                    <a:pt x="1121384" y="546658"/>
                  </a:lnTo>
                  <a:lnTo>
                    <a:pt x="1389456" y="546658"/>
                  </a:lnTo>
                  <a:lnTo>
                    <a:pt x="1389456" y="495985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4" name="object 694" descr=""/>
          <p:cNvSpPr txBox="1"/>
          <p:nvPr/>
        </p:nvSpPr>
        <p:spPr>
          <a:xfrm>
            <a:off x="624158" y="728636"/>
            <a:ext cx="230251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Housing</a:t>
            </a:r>
            <a:r>
              <a:rPr dirty="0" sz="1700" spc="4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and</a:t>
            </a:r>
            <a:r>
              <a:rPr dirty="0" sz="1700" spc="5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hospitals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4821727"/>
            <a:ext cx="997585" cy="160020"/>
          </a:xfrm>
          <a:custGeom>
            <a:avLst/>
            <a:gdLst/>
            <a:ahLst/>
            <a:cxnLst/>
            <a:rect l="l" t="t" r="r" b="b"/>
            <a:pathLst>
              <a:path w="997585" h="160020">
                <a:moveTo>
                  <a:pt x="0" y="159555"/>
                </a:moveTo>
                <a:lnTo>
                  <a:pt x="997215" y="159555"/>
                </a:lnTo>
                <a:lnTo>
                  <a:pt x="997215" y="0"/>
                </a:lnTo>
                <a:lnTo>
                  <a:pt x="0" y="0"/>
                </a:lnTo>
                <a:lnTo>
                  <a:pt x="0" y="159555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045108" y="4821739"/>
            <a:ext cx="4454525" cy="160020"/>
          </a:xfrm>
          <a:custGeom>
            <a:avLst/>
            <a:gdLst/>
            <a:ahLst/>
            <a:cxnLst/>
            <a:rect l="l" t="t" r="r" b="b"/>
            <a:pathLst>
              <a:path w="4454525" h="160020">
                <a:moveTo>
                  <a:pt x="4454042" y="0"/>
                </a:moveTo>
                <a:lnTo>
                  <a:pt x="0" y="0"/>
                </a:lnTo>
                <a:lnTo>
                  <a:pt x="0" y="6146"/>
                </a:lnTo>
                <a:lnTo>
                  <a:pt x="0" y="159550"/>
                </a:lnTo>
                <a:lnTo>
                  <a:pt x="4454042" y="159550"/>
                </a:lnTo>
                <a:lnTo>
                  <a:pt x="4454042" y="6146"/>
                </a:lnTo>
                <a:lnTo>
                  <a:pt x="4454042" y="0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5547066" y="4821727"/>
            <a:ext cx="862330" cy="6350"/>
          </a:xfrm>
          <a:custGeom>
            <a:avLst/>
            <a:gdLst/>
            <a:ahLst/>
            <a:cxnLst/>
            <a:rect l="l" t="t" r="r" b="b"/>
            <a:pathLst>
              <a:path w="862329" h="6350">
                <a:moveTo>
                  <a:pt x="0" y="6156"/>
                </a:moveTo>
                <a:lnTo>
                  <a:pt x="862193" y="6156"/>
                </a:lnTo>
                <a:lnTo>
                  <a:pt x="862193" y="0"/>
                </a:lnTo>
                <a:lnTo>
                  <a:pt x="0" y="0"/>
                </a:lnTo>
                <a:lnTo>
                  <a:pt x="0" y="6156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5547055" y="4821739"/>
            <a:ext cx="4454525" cy="160020"/>
          </a:xfrm>
          <a:custGeom>
            <a:avLst/>
            <a:gdLst/>
            <a:ahLst/>
            <a:cxnLst/>
            <a:rect l="l" t="t" r="r" b="b"/>
            <a:pathLst>
              <a:path w="4454525" h="160020">
                <a:moveTo>
                  <a:pt x="4454042" y="6146"/>
                </a:moveTo>
                <a:lnTo>
                  <a:pt x="2320531" y="6146"/>
                </a:lnTo>
                <a:lnTo>
                  <a:pt x="2320531" y="0"/>
                </a:lnTo>
                <a:lnTo>
                  <a:pt x="1235163" y="0"/>
                </a:lnTo>
                <a:lnTo>
                  <a:pt x="1235163" y="6146"/>
                </a:lnTo>
                <a:lnTo>
                  <a:pt x="0" y="6146"/>
                </a:lnTo>
                <a:lnTo>
                  <a:pt x="0" y="159550"/>
                </a:lnTo>
                <a:lnTo>
                  <a:pt x="4454042" y="159550"/>
                </a:lnTo>
                <a:lnTo>
                  <a:pt x="4454042" y="6146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0049002" y="4821739"/>
            <a:ext cx="4454525" cy="160020"/>
          </a:xfrm>
          <a:custGeom>
            <a:avLst/>
            <a:gdLst/>
            <a:ahLst/>
            <a:cxnLst/>
            <a:rect l="l" t="t" r="r" b="b"/>
            <a:pathLst>
              <a:path w="4454525" h="160020">
                <a:moveTo>
                  <a:pt x="4454055" y="6146"/>
                </a:moveTo>
                <a:lnTo>
                  <a:pt x="1475930" y="6146"/>
                </a:lnTo>
                <a:lnTo>
                  <a:pt x="1475930" y="0"/>
                </a:lnTo>
                <a:lnTo>
                  <a:pt x="0" y="0"/>
                </a:lnTo>
                <a:lnTo>
                  <a:pt x="0" y="6146"/>
                </a:lnTo>
                <a:lnTo>
                  <a:pt x="0" y="159550"/>
                </a:lnTo>
                <a:lnTo>
                  <a:pt x="4454055" y="159550"/>
                </a:lnTo>
                <a:lnTo>
                  <a:pt x="4454055" y="6146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4550961" y="4821739"/>
            <a:ext cx="4454525" cy="160020"/>
          </a:xfrm>
          <a:custGeom>
            <a:avLst/>
            <a:gdLst/>
            <a:ahLst/>
            <a:cxnLst/>
            <a:rect l="l" t="t" r="r" b="b"/>
            <a:pathLst>
              <a:path w="4454525" h="160020">
                <a:moveTo>
                  <a:pt x="4454042" y="0"/>
                </a:moveTo>
                <a:lnTo>
                  <a:pt x="611047" y="0"/>
                </a:lnTo>
                <a:lnTo>
                  <a:pt x="611047" y="6146"/>
                </a:lnTo>
                <a:lnTo>
                  <a:pt x="0" y="6146"/>
                </a:lnTo>
                <a:lnTo>
                  <a:pt x="0" y="159550"/>
                </a:lnTo>
                <a:lnTo>
                  <a:pt x="4454042" y="159550"/>
                </a:lnTo>
                <a:lnTo>
                  <a:pt x="4454042" y="6146"/>
                </a:lnTo>
                <a:lnTo>
                  <a:pt x="4454042" y="0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9052917" y="4821727"/>
            <a:ext cx="1033780" cy="160020"/>
          </a:xfrm>
          <a:custGeom>
            <a:avLst/>
            <a:gdLst/>
            <a:ahLst/>
            <a:cxnLst/>
            <a:rect l="l" t="t" r="r" b="b"/>
            <a:pathLst>
              <a:path w="1033780" h="160020">
                <a:moveTo>
                  <a:pt x="0" y="159555"/>
                </a:moveTo>
                <a:lnTo>
                  <a:pt x="1033675" y="159555"/>
                </a:lnTo>
                <a:lnTo>
                  <a:pt x="1033675" y="0"/>
                </a:lnTo>
                <a:lnTo>
                  <a:pt x="0" y="0"/>
                </a:lnTo>
                <a:lnTo>
                  <a:pt x="0" y="159555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0" y="4821722"/>
            <a:ext cx="997585" cy="160020"/>
          </a:xfrm>
          <a:custGeom>
            <a:avLst/>
            <a:gdLst/>
            <a:ahLst/>
            <a:cxnLst/>
            <a:rect l="l" t="t" r="r" b="b"/>
            <a:pathLst>
              <a:path w="997585" h="160020">
                <a:moveTo>
                  <a:pt x="0" y="159555"/>
                </a:moveTo>
                <a:lnTo>
                  <a:pt x="997215" y="159555"/>
                </a:lnTo>
                <a:lnTo>
                  <a:pt x="997215" y="0"/>
                </a:lnTo>
                <a:lnTo>
                  <a:pt x="0" y="0"/>
                </a:lnTo>
                <a:lnTo>
                  <a:pt x="0" y="159555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045108" y="4821726"/>
            <a:ext cx="4454525" cy="160020"/>
          </a:xfrm>
          <a:custGeom>
            <a:avLst/>
            <a:gdLst/>
            <a:ahLst/>
            <a:cxnLst/>
            <a:rect l="l" t="t" r="r" b="b"/>
            <a:pathLst>
              <a:path w="4454525" h="160020">
                <a:moveTo>
                  <a:pt x="4454042" y="0"/>
                </a:moveTo>
                <a:lnTo>
                  <a:pt x="0" y="0"/>
                </a:lnTo>
                <a:lnTo>
                  <a:pt x="0" y="6159"/>
                </a:lnTo>
                <a:lnTo>
                  <a:pt x="0" y="159562"/>
                </a:lnTo>
                <a:lnTo>
                  <a:pt x="4454042" y="159562"/>
                </a:lnTo>
                <a:lnTo>
                  <a:pt x="4454042" y="6159"/>
                </a:lnTo>
                <a:lnTo>
                  <a:pt x="4454042" y="0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5547066" y="4821722"/>
            <a:ext cx="862330" cy="6350"/>
          </a:xfrm>
          <a:custGeom>
            <a:avLst/>
            <a:gdLst/>
            <a:ahLst/>
            <a:cxnLst/>
            <a:rect l="l" t="t" r="r" b="b"/>
            <a:pathLst>
              <a:path w="862329" h="6350">
                <a:moveTo>
                  <a:pt x="0" y="6162"/>
                </a:moveTo>
                <a:lnTo>
                  <a:pt x="862193" y="6162"/>
                </a:lnTo>
                <a:lnTo>
                  <a:pt x="862193" y="0"/>
                </a:lnTo>
                <a:lnTo>
                  <a:pt x="0" y="0"/>
                </a:lnTo>
                <a:lnTo>
                  <a:pt x="0" y="6162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5547055" y="4821726"/>
            <a:ext cx="4454525" cy="160020"/>
          </a:xfrm>
          <a:custGeom>
            <a:avLst/>
            <a:gdLst/>
            <a:ahLst/>
            <a:cxnLst/>
            <a:rect l="l" t="t" r="r" b="b"/>
            <a:pathLst>
              <a:path w="4454525" h="160020">
                <a:moveTo>
                  <a:pt x="4454042" y="6159"/>
                </a:moveTo>
                <a:lnTo>
                  <a:pt x="2320531" y="6159"/>
                </a:lnTo>
                <a:lnTo>
                  <a:pt x="2320531" y="0"/>
                </a:lnTo>
                <a:lnTo>
                  <a:pt x="1235163" y="0"/>
                </a:lnTo>
                <a:lnTo>
                  <a:pt x="1235163" y="6159"/>
                </a:lnTo>
                <a:lnTo>
                  <a:pt x="0" y="6159"/>
                </a:lnTo>
                <a:lnTo>
                  <a:pt x="0" y="159562"/>
                </a:lnTo>
                <a:lnTo>
                  <a:pt x="4454042" y="159562"/>
                </a:lnTo>
                <a:lnTo>
                  <a:pt x="4454042" y="6159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10049002" y="4821726"/>
            <a:ext cx="4454525" cy="160020"/>
          </a:xfrm>
          <a:custGeom>
            <a:avLst/>
            <a:gdLst/>
            <a:ahLst/>
            <a:cxnLst/>
            <a:rect l="l" t="t" r="r" b="b"/>
            <a:pathLst>
              <a:path w="4454525" h="160020">
                <a:moveTo>
                  <a:pt x="4454055" y="6159"/>
                </a:moveTo>
                <a:lnTo>
                  <a:pt x="1475930" y="6159"/>
                </a:lnTo>
                <a:lnTo>
                  <a:pt x="1475930" y="0"/>
                </a:lnTo>
                <a:lnTo>
                  <a:pt x="0" y="0"/>
                </a:lnTo>
                <a:lnTo>
                  <a:pt x="0" y="6159"/>
                </a:lnTo>
                <a:lnTo>
                  <a:pt x="0" y="159562"/>
                </a:lnTo>
                <a:lnTo>
                  <a:pt x="4454055" y="159562"/>
                </a:lnTo>
                <a:lnTo>
                  <a:pt x="4454055" y="6159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14550961" y="4821726"/>
            <a:ext cx="4454525" cy="160020"/>
          </a:xfrm>
          <a:custGeom>
            <a:avLst/>
            <a:gdLst/>
            <a:ahLst/>
            <a:cxnLst/>
            <a:rect l="l" t="t" r="r" b="b"/>
            <a:pathLst>
              <a:path w="4454525" h="160020">
                <a:moveTo>
                  <a:pt x="4454042" y="0"/>
                </a:moveTo>
                <a:lnTo>
                  <a:pt x="611047" y="0"/>
                </a:lnTo>
                <a:lnTo>
                  <a:pt x="611047" y="6159"/>
                </a:lnTo>
                <a:lnTo>
                  <a:pt x="0" y="6159"/>
                </a:lnTo>
                <a:lnTo>
                  <a:pt x="0" y="159562"/>
                </a:lnTo>
                <a:lnTo>
                  <a:pt x="4454042" y="159562"/>
                </a:lnTo>
                <a:lnTo>
                  <a:pt x="4454042" y="6159"/>
                </a:lnTo>
                <a:lnTo>
                  <a:pt x="4454042" y="0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19052917" y="4821722"/>
            <a:ext cx="1033780" cy="160020"/>
          </a:xfrm>
          <a:custGeom>
            <a:avLst/>
            <a:gdLst/>
            <a:ahLst/>
            <a:cxnLst/>
            <a:rect l="l" t="t" r="r" b="b"/>
            <a:pathLst>
              <a:path w="1033780" h="160020">
                <a:moveTo>
                  <a:pt x="0" y="159555"/>
                </a:moveTo>
                <a:lnTo>
                  <a:pt x="1033666" y="159555"/>
                </a:lnTo>
                <a:lnTo>
                  <a:pt x="1033666" y="0"/>
                </a:lnTo>
                <a:lnTo>
                  <a:pt x="0" y="0"/>
                </a:lnTo>
                <a:lnTo>
                  <a:pt x="0" y="159555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0" y="8681143"/>
            <a:ext cx="997585" cy="160020"/>
          </a:xfrm>
          <a:custGeom>
            <a:avLst/>
            <a:gdLst/>
            <a:ahLst/>
            <a:cxnLst/>
            <a:rect l="l" t="t" r="r" b="b"/>
            <a:pathLst>
              <a:path w="997585" h="160020">
                <a:moveTo>
                  <a:pt x="0" y="159555"/>
                </a:moveTo>
                <a:lnTo>
                  <a:pt x="997215" y="159555"/>
                </a:lnTo>
                <a:lnTo>
                  <a:pt x="997215" y="0"/>
                </a:lnTo>
                <a:lnTo>
                  <a:pt x="0" y="0"/>
                </a:lnTo>
                <a:lnTo>
                  <a:pt x="0" y="159555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1045108" y="8681154"/>
            <a:ext cx="4454525" cy="160020"/>
          </a:xfrm>
          <a:custGeom>
            <a:avLst/>
            <a:gdLst/>
            <a:ahLst/>
            <a:cxnLst/>
            <a:rect l="l" t="t" r="r" b="b"/>
            <a:pathLst>
              <a:path w="4454525" h="160020">
                <a:moveTo>
                  <a:pt x="4454042" y="0"/>
                </a:moveTo>
                <a:lnTo>
                  <a:pt x="0" y="0"/>
                </a:lnTo>
                <a:lnTo>
                  <a:pt x="0" y="35471"/>
                </a:lnTo>
                <a:lnTo>
                  <a:pt x="0" y="159550"/>
                </a:lnTo>
                <a:lnTo>
                  <a:pt x="4454042" y="159550"/>
                </a:lnTo>
                <a:lnTo>
                  <a:pt x="4454042" y="35471"/>
                </a:lnTo>
                <a:lnTo>
                  <a:pt x="4454042" y="0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5547066" y="8681143"/>
            <a:ext cx="4454525" cy="160020"/>
          </a:xfrm>
          <a:custGeom>
            <a:avLst/>
            <a:gdLst/>
            <a:ahLst/>
            <a:cxnLst/>
            <a:rect l="l" t="t" r="r" b="b"/>
            <a:pathLst>
              <a:path w="4454525" h="160020">
                <a:moveTo>
                  <a:pt x="0" y="159555"/>
                </a:moveTo>
                <a:lnTo>
                  <a:pt x="4454042" y="159555"/>
                </a:lnTo>
                <a:lnTo>
                  <a:pt x="4454042" y="0"/>
                </a:lnTo>
                <a:lnTo>
                  <a:pt x="0" y="0"/>
                </a:lnTo>
                <a:lnTo>
                  <a:pt x="0" y="159555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10049013" y="8681143"/>
            <a:ext cx="4454525" cy="160020"/>
          </a:xfrm>
          <a:custGeom>
            <a:avLst/>
            <a:gdLst/>
            <a:ahLst/>
            <a:cxnLst/>
            <a:rect l="l" t="t" r="r" b="b"/>
            <a:pathLst>
              <a:path w="4454525" h="160020">
                <a:moveTo>
                  <a:pt x="0" y="159555"/>
                </a:moveTo>
                <a:lnTo>
                  <a:pt x="4454052" y="159555"/>
                </a:lnTo>
                <a:lnTo>
                  <a:pt x="4454052" y="0"/>
                </a:lnTo>
                <a:lnTo>
                  <a:pt x="0" y="0"/>
                </a:lnTo>
                <a:lnTo>
                  <a:pt x="0" y="159555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14550970" y="8681143"/>
            <a:ext cx="4454525" cy="160020"/>
          </a:xfrm>
          <a:custGeom>
            <a:avLst/>
            <a:gdLst/>
            <a:ahLst/>
            <a:cxnLst/>
            <a:rect l="l" t="t" r="r" b="b"/>
            <a:pathLst>
              <a:path w="4454525" h="160020">
                <a:moveTo>
                  <a:pt x="0" y="159555"/>
                </a:moveTo>
                <a:lnTo>
                  <a:pt x="4454042" y="159555"/>
                </a:lnTo>
                <a:lnTo>
                  <a:pt x="4454042" y="0"/>
                </a:lnTo>
                <a:lnTo>
                  <a:pt x="0" y="0"/>
                </a:lnTo>
                <a:lnTo>
                  <a:pt x="0" y="159555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19052917" y="8681143"/>
            <a:ext cx="1033780" cy="160020"/>
          </a:xfrm>
          <a:custGeom>
            <a:avLst/>
            <a:gdLst/>
            <a:ahLst/>
            <a:cxnLst/>
            <a:rect l="l" t="t" r="r" b="b"/>
            <a:pathLst>
              <a:path w="1033780" h="160020">
                <a:moveTo>
                  <a:pt x="0" y="159555"/>
                </a:moveTo>
                <a:lnTo>
                  <a:pt x="1033675" y="159555"/>
                </a:lnTo>
                <a:lnTo>
                  <a:pt x="1033675" y="0"/>
                </a:lnTo>
                <a:lnTo>
                  <a:pt x="0" y="0"/>
                </a:lnTo>
                <a:lnTo>
                  <a:pt x="0" y="159555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0" y="8681149"/>
            <a:ext cx="997585" cy="160020"/>
          </a:xfrm>
          <a:custGeom>
            <a:avLst/>
            <a:gdLst/>
            <a:ahLst/>
            <a:cxnLst/>
            <a:rect l="l" t="t" r="r" b="b"/>
            <a:pathLst>
              <a:path w="997585" h="160020">
                <a:moveTo>
                  <a:pt x="0" y="159554"/>
                </a:moveTo>
                <a:lnTo>
                  <a:pt x="997215" y="159554"/>
                </a:lnTo>
                <a:lnTo>
                  <a:pt x="997215" y="0"/>
                </a:lnTo>
                <a:lnTo>
                  <a:pt x="0" y="0"/>
                </a:lnTo>
                <a:lnTo>
                  <a:pt x="0" y="159554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1045108" y="8681154"/>
            <a:ext cx="4454525" cy="160020"/>
          </a:xfrm>
          <a:custGeom>
            <a:avLst/>
            <a:gdLst/>
            <a:ahLst/>
            <a:cxnLst/>
            <a:rect l="l" t="t" r="r" b="b"/>
            <a:pathLst>
              <a:path w="4454525" h="160020">
                <a:moveTo>
                  <a:pt x="4454042" y="0"/>
                </a:moveTo>
                <a:lnTo>
                  <a:pt x="0" y="0"/>
                </a:lnTo>
                <a:lnTo>
                  <a:pt x="0" y="35471"/>
                </a:lnTo>
                <a:lnTo>
                  <a:pt x="0" y="159550"/>
                </a:lnTo>
                <a:lnTo>
                  <a:pt x="4454042" y="159550"/>
                </a:lnTo>
                <a:lnTo>
                  <a:pt x="4454042" y="35471"/>
                </a:lnTo>
                <a:lnTo>
                  <a:pt x="4454042" y="0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5547066" y="8681149"/>
            <a:ext cx="4454525" cy="160020"/>
          </a:xfrm>
          <a:custGeom>
            <a:avLst/>
            <a:gdLst/>
            <a:ahLst/>
            <a:cxnLst/>
            <a:rect l="l" t="t" r="r" b="b"/>
            <a:pathLst>
              <a:path w="4454525" h="160020">
                <a:moveTo>
                  <a:pt x="0" y="159554"/>
                </a:moveTo>
                <a:lnTo>
                  <a:pt x="4454042" y="159554"/>
                </a:lnTo>
                <a:lnTo>
                  <a:pt x="4454042" y="0"/>
                </a:lnTo>
                <a:lnTo>
                  <a:pt x="0" y="0"/>
                </a:lnTo>
                <a:lnTo>
                  <a:pt x="0" y="159554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10049013" y="8681149"/>
            <a:ext cx="4454525" cy="160020"/>
          </a:xfrm>
          <a:custGeom>
            <a:avLst/>
            <a:gdLst/>
            <a:ahLst/>
            <a:cxnLst/>
            <a:rect l="l" t="t" r="r" b="b"/>
            <a:pathLst>
              <a:path w="4454525" h="160020">
                <a:moveTo>
                  <a:pt x="0" y="159554"/>
                </a:moveTo>
                <a:lnTo>
                  <a:pt x="4454052" y="159554"/>
                </a:lnTo>
                <a:lnTo>
                  <a:pt x="4454052" y="0"/>
                </a:lnTo>
                <a:lnTo>
                  <a:pt x="0" y="0"/>
                </a:lnTo>
                <a:lnTo>
                  <a:pt x="0" y="159554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14550970" y="8681149"/>
            <a:ext cx="4454525" cy="160020"/>
          </a:xfrm>
          <a:custGeom>
            <a:avLst/>
            <a:gdLst/>
            <a:ahLst/>
            <a:cxnLst/>
            <a:rect l="l" t="t" r="r" b="b"/>
            <a:pathLst>
              <a:path w="4454525" h="160020">
                <a:moveTo>
                  <a:pt x="0" y="159554"/>
                </a:moveTo>
                <a:lnTo>
                  <a:pt x="4454042" y="159554"/>
                </a:lnTo>
                <a:lnTo>
                  <a:pt x="4454042" y="0"/>
                </a:lnTo>
                <a:lnTo>
                  <a:pt x="0" y="0"/>
                </a:lnTo>
                <a:lnTo>
                  <a:pt x="0" y="159554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19052917" y="8681149"/>
            <a:ext cx="1033780" cy="160020"/>
          </a:xfrm>
          <a:custGeom>
            <a:avLst/>
            <a:gdLst/>
            <a:ahLst/>
            <a:cxnLst/>
            <a:rect l="l" t="t" r="r" b="b"/>
            <a:pathLst>
              <a:path w="1033780" h="160020">
                <a:moveTo>
                  <a:pt x="0" y="159554"/>
                </a:moveTo>
                <a:lnTo>
                  <a:pt x="1033666" y="159554"/>
                </a:lnTo>
                <a:lnTo>
                  <a:pt x="1033666" y="0"/>
                </a:lnTo>
                <a:lnTo>
                  <a:pt x="0" y="0"/>
                </a:lnTo>
                <a:lnTo>
                  <a:pt x="0" y="159554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13634432" y="8134212"/>
            <a:ext cx="1285875" cy="428625"/>
          </a:xfrm>
          <a:custGeom>
            <a:avLst/>
            <a:gdLst/>
            <a:ahLst/>
            <a:cxnLst/>
            <a:rect l="l" t="t" r="r" b="b"/>
            <a:pathLst>
              <a:path w="1285875" h="428625">
                <a:moveTo>
                  <a:pt x="0" y="428625"/>
                </a:moveTo>
                <a:lnTo>
                  <a:pt x="1285866" y="428625"/>
                </a:lnTo>
                <a:lnTo>
                  <a:pt x="1285866" y="0"/>
                </a:lnTo>
                <a:lnTo>
                  <a:pt x="0" y="0"/>
                </a:lnTo>
                <a:lnTo>
                  <a:pt x="0" y="428625"/>
                </a:lnTo>
                <a:close/>
              </a:path>
            </a:pathLst>
          </a:custGeom>
          <a:solidFill>
            <a:srgbClr val="709FB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9" name="object 29" descr=""/>
          <p:cNvGrpSpPr/>
          <p:nvPr/>
        </p:nvGrpSpPr>
        <p:grpSpPr>
          <a:xfrm>
            <a:off x="12256024" y="6192586"/>
            <a:ext cx="3208020" cy="2453005"/>
            <a:chOff x="12256024" y="6192586"/>
            <a:chExt cx="3208020" cy="2453005"/>
          </a:xfrm>
        </p:grpSpPr>
        <p:sp>
          <p:nvSpPr>
            <p:cNvPr id="30" name="object 30" descr=""/>
            <p:cNvSpPr/>
            <p:nvPr/>
          </p:nvSpPr>
          <p:spPr>
            <a:xfrm>
              <a:off x="13634433" y="6262207"/>
              <a:ext cx="1285875" cy="1705610"/>
            </a:xfrm>
            <a:custGeom>
              <a:avLst/>
              <a:gdLst/>
              <a:ahLst/>
              <a:cxnLst/>
              <a:rect l="l" t="t" r="r" b="b"/>
              <a:pathLst>
                <a:path w="1285875" h="1705609">
                  <a:moveTo>
                    <a:pt x="0" y="1705476"/>
                  </a:moveTo>
                  <a:lnTo>
                    <a:pt x="1285866" y="1705476"/>
                  </a:lnTo>
                  <a:lnTo>
                    <a:pt x="1285866" y="0"/>
                  </a:lnTo>
                  <a:lnTo>
                    <a:pt x="0" y="0"/>
                  </a:lnTo>
                  <a:lnTo>
                    <a:pt x="0" y="1705476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3621522" y="6192586"/>
              <a:ext cx="1299210" cy="69850"/>
            </a:xfrm>
            <a:custGeom>
              <a:avLst/>
              <a:gdLst/>
              <a:ahLst/>
              <a:cxnLst/>
              <a:rect l="l" t="t" r="r" b="b"/>
              <a:pathLst>
                <a:path w="1299209" h="69850">
                  <a:moveTo>
                    <a:pt x="1298766" y="0"/>
                  </a:moveTo>
                  <a:lnTo>
                    <a:pt x="0" y="0"/>
                  </a:lnTo>
                  <a:lnTo>
                    <a:pt x="0" y="69620"/>
                  </a:lnTo>
                  <a:lnTo>
                    <a:pt x="1298766" y="69620"/>
                  </a:lnTo>
                  <a:lnTo>
                    <a:pt x="1298766" y="0"/>
                  </a:lnTo>
                  <a:close/>
                </a:path>
              </a:pathLst>
            </a:custGeom>
            <a:solidFill>
              <a:srgbClr val="2B34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3652615" y="6270872"/>
              <a:ext cx="412115" cy="234950"/>
            </a:xfrm>
            <a:custGeom>
              <a:avLst/>
              <a:gdLst/>
              <a:ahLst/>
              <a:cxnLst/>
              <a:rect l="l" t="t" r="r" b="b"/>
              <a:pathLst>
                <a:path w="412115" h="234950">
                  <a:moveTo>
                    <a:pt x="96824" y="0"/>
                  </a:moveTo>
                  <a:lnTo>
                    <a:pt x="0" y="0"/>
                  </a:lnTo>
                  <a:lnTo>
                    <a:pt x="0" y="234607"/>
                  </a:lnTo>
                  <a:lnTo>
                    <a:pt x="96824" y="234607"/>
                  </a:lnTo>
                  <a:lnTo>
                    <a:pt x="96824" y="0"/>
                  </a:lnTo>
                  <a:close/>
                </a:path>
                <a:path w="412115" h="234950">
                  <a:moveTo>
                    <a:pt x="201549" y="0"/>
                  </a:moveTo>
                  <a:lnTo>
                    <a:pt x="104749" y="0"/>
                  </a:lnTo>
                  <a:lnTo>
                    <a:pt x="104749" y="234607"/>
                  </a:lnTo>
                  <a:lnTo>
                    <a:pt x="201549" y="234607"/>
                  </a:lnTo>
                  <a:lnTo>
                    <a:pt x="201549" y="0"/>
                  </a:lnTo>
                  <a:close/>
                </a:path>
                <a:path w="412115" h="234950">
                  <a:moveTo>
                    <a:pt x="307086" y="0"/>
                  </a:moveTo>
                  <a:lnTo>
                    <a:pt x="210273" y="0"/>
                  </a:lnTo>
                  <a:lnTo>
                    <a:pt x="210273" y="234607"/>
                  </a:lnTo>
                  <a:lnTo>
                    <a:pt x="307086" y="234607"/>
                  </a:lnTo>
                  <a:lnTo>
                    <a:pt x="307086" y="0"/>
                  </a:lnTo>
                  <a:close/>
                </a:path>
                <a:path w="412115" h="234950">
                  <a:moveTo>
                    <a:pt x="411835" y="0"/>
                  </a:moveTo>
                  <a:lnTo>
                    <a:pt x="315023" y="0"/>
                  </a:lnTo>
                  <a:lnTo>
                    <a:pt x="315023" y="234607"/>
                  </a:lnTo>
                  <a:lnTo>
                    <a:pt x="411835" y="234607"/>
                  </a:lnTo>
                  <a:lnTo>
                    <a:pt x="411835" y="0"/>
                  </a:lnTo>
                  <a:close/>
                </a:path>
              </a:pathLst>
            </a:custGeom>
            <a:solidFill>
              <a:srgbClr val="709F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4073173" y="6270866"/>
              <a:ext cx="97155" cy="234950"/>
            </a:xfrm>
            <a:custGeom>
              <a:avLst/>
              <a:gdLst/>
              <a:ahLst/>
              <a:cxnLst/>
              <a:rect l="l" t="t" r="r" b="b"/>
              <a:pathLst>
                <a:path w="97155" h="234950">
                  <a:moveTo>
                    <a:pt x="96803" y="0"/>
                  </a:moveTo>
                  <a:lnTo>
                    <a:pt x="0" y="0"/>
                  </a:lnTo>
                  <a:lnTo>
                    <a:pt x="0" y="234610"/>
                  </a:lnTo>
                  <a:lnTo>
                    <a:pt x="96803" y="234610"/>
                  </a:lnTo>
                  <a:lnTo>
                    <a:pt x="96803" y="0"/>
                  </a:lnTo>
                  <a:close/>
                </a:path>
              </a:pathLst>
            </a:custGeom>
            <a:solidFill>
              <a:srgbClr val="A3DE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3652615" y="6270872"/>
              <a:ext cx="832485" cy="479425"/>
            </a:xfrm>
            <a:custGeom>
              <a:avLst/>
              <a:gdLst/>
              <a:ahLst/>
              <a:cxnLst/>
              <a:rect l="l" t="t" r="r" b="b"/>
              <a:pathLst>
                <a:path w="832484" h="479425">
                  <a:moveTo>
                    <a:pt x="96824" y="244627"/>
                  </a:moveTo>
                  <a:lnTo>
                    <a:pt x="0" y="244627"/>
                  </a:lnTo>
                  <a:lnTo>
                    <a:pt x="0" y="479234"/>
                  </a:lnTo>
                  <a:lnTo>
                    <a:pt x="96824" y="479234"/>
                  </a:lnTo>
                  <a:lnTo>
                    <a:pt x="96824" y="244627"/>
                  </a:lnTo>
                  <a:close/>
                </a:path>
                <a:path w="832484" h="479425">
                  <a:moveTo>
                    <a:pt x="201549" y="244627"/>
                  </a:moveTo>
                  <a:lnTo>
                    <a:pt x="104749" y="244627"/>
                  </a:lnTo>
                  <a:lnTo>
                    <a:pt x="104749" y="479234"/>
                  </a:lnTo>
                  <a:lnTo>
                    <a:pt x="201549" y="479234"/>
                  </a:lnTo>
                  <a:lnTo>
                    <a:pt x="201549" y="244627"/>
                  </a:lnTo>
                  <a:close/>
                </a:path>
                <a:path w="832484" h="479425">
                  <a:moveTo>
                    <a:pt x="622071" y="0"/>
                  </a:moveTo>
                  <a:lnTo>
                    <a:pt x="525272" y="0"/>
                  </a:lnTo>
                  <a:lnTo>
                    <a:pt x="525272" y="234607"/>
                  </a:lnTo>
                  <a:lnTo>
                    <a:pt x="622071" y="234607"/>
                  </a:lnTo>
                  <a:lnTo>
                    <a:pt x="622071" y="0"/>
                  </a:lnTo>
                  <a:close/>
                </a:path>
                <a:path w="832484" h="479425">
                  <a:moveTo>
                    <a:pt x="727621" y="0"/>
                  </a:moveTo>
                  <a:lnTo>
                    <a:pt x="630796" y="0"/>
                  </a:lnTo>
                  <a:lnTo>
                    <a:pt x="630796" y="234607"/>
                  </a:lnTo>
                  <a:lnTo>
                    <a:pt x="727621" y="234607"/>
                  </a:lnTo>
                  <a:lnTo>
                    <a:pt x="727621" y="0"/>
                  </a:lnTo>
                  <a:close/>
                </a:path>
                <a:path w="832484" h="479425">
                  <a:moveTo>
                    <a:pt x="832345" y="0"/>
                  </a:moveTo>
                  <a:lnTo>
                    <a:pt x="735533" y="0"/>
                  </a:lnTo>
                  <a:lnTo>
                    <a:pt x="735533" y="234607"/>
                  </a:lnTo>
                  <a:lnTo>
                    <a:pt x="832345" y="234607"/>
                  </a:lnTo>
                  <a:lnTo>
                    <a:pt x="832345" y="0"/>
                  </a:lnTo>
                  <a:close/>
                </a:path>
              </a:pathLst>
            </a:custGeom>
            <a:solidFill>
              <a:srgbClr val="709F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3862897" y="6515487"/>
              <a:ext cx="97155" cy="234950"/>
            </a:xfrm>
            <a:custGeom>
              <a:avLst/>
              <a:gdLst/>
              <a:ahLst/>
              <a:cxnLst/>
              <a:rect l="l" t="t" r="r" b="b"/>
              <a:pathLst>
                <a:path w="97155" h="234950">
                  <a:moveTo>
                    <a:pt x="96803" y="0"/>
                  </a:moveTo>
                  <a:lnTo>
                    <a:pt x="0" y="0"/>
                  </a:lnTo>
                  <a:lnTo>
                    <a:pt x="0" y="234610"/>
                  </a:lnTo>
                  <a:lnTo>
                    <a:pt x="96803" y="234610"/>
                  </a:lnTo>
                  <a:lnTo>
                    <a:pt x="96803" y="0"/>
                  </a:lnTo>
                  <a:close/>
                </a:path>
              </a:pathLst>
            </a:custGeom>
            <a:solidFill>
              <a:srgbClr val="A0DD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3967638" y="6515499"/>
              <a:ext cx="202565" cy="234950"/>
            </a:xfrm>
            <a:custGeom>
              <a:avLst/>
              <a:gdLst/>
              <a:ahLst/>
              <a:cxnLst/>
              <a:rect l="l" t="t" r="r" b="b"/>
              <a:pathLst>
                <a:path w="202565" h="234950">
                  <a:moveTo>
                    <a:pt x="96812" y="0"/>
                  </a:moveTo>
                  <a:lnTo>
                    <a:pt x="0" y="0"/>
                  </a:lnTo>
                  <a:lnTo>
                    <a:pt x="0" y="234607"/>
                  </a:lnTo>
                  <a:lnTo>
                    <a:pt x="96812" y="234607"/>
                  </a:lnTo>
                  <a:lnTo>
                    <a:pt x="96812" y="0"/>
                  </a:lnTo>
                  <a:close/>
                </a:path>
                <a:path w="202565" h="234950">
                  <a:moveTo>
                    <a:pt x="202336" y="0"/>
                  </a:moveTo>
                  <a:lnTo>
                    <a:pt x="105524" y="0"/>
                  </a:lnTo>
                  <a:lnTo>
                    <a:pt x="105524" y="234607"/>
                  </a:lnTo>
                  <a:lnTo>
                    <a:pt x="202336" y="234607"/>
                  </a:lnTo>
                  <a:lnTo>
                    <a:pt x="202336" y="0"/>
                  </a:lnTo>
                  <a:close/>
                </a:path>
              </a:pathLst>
            </a:custGeom>
            <a:solidFill>
              <a:srgbClr val="709F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4177892" y="6515487"/>
              <a:ext cx="97155" cy="234950"/>
            </a:xfrm>
            <a:custGeom>
              <a:avLst/>
              <a:gdLst/>
              <a:ahLst/>
              <a:cxnLst/>
              <a:rect l="l" t="t" r="r" b="b"/>
              <a:pathLst>
                <a:path w="97155" h="234950">
                  <a:moveTo>
                    <a:pt x="96803" y="0"/>
                  </a:moveTo>
                  <a:lnTo>
                    <a:pt x="0" y="0"/>
                  </a:lnTo>
                  <a:lnTo>
                    <a:pt x="0" y="234610"/>
                  </a:lnTo>
                  <a:lnTo>
                    <a:pt x="96803" y="234610"/>
                  </a:lnTo>
                  <a:lnTo>
                    <a:pt x="96803" y="0"/>
                  </a:lnTo>
                  <a:close/>
                </a:path>
              </a:pathLst>
            </a:custGeom>
            <a:solidFill>
              <a:srgbClr val="A0DD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4283418" y="6515487"/>
              <a:ext cx="97155" cy="234950"/>
            </a:xfrm>
            <a:custGeom>
              <a:avLst/>
              <a:gdLst/>
              <a:ahLst/>
              <a:cxnLst/>
              <a:rect l="l" t="t" r="r" b="b"/>
              <a:pathLst>
                <a:path w="97155" h="234950">
                  <a:moveTo>
                    <a:pt x="96824" y="0"/>
                  </a:moveTo>
                  <a:lnTo>
                    <a:pt x="0" y="0"/>
                  </a:lnTo>
                  <a:lnTo>
                    <a:pt x="0" y="234610"/>
                  </a:lnTo>
                  <a:lnTo>
                    <a:pt x="96824" y="234610"/>
                  </a:lnTo>
                  <a:lnTo>
                    <a:pt x="96824" y="0"/>
                  </a:lnTo>
                  <a:close/>
                </a:path>
              </a:pathLst>
            </a:custGeom>
            <a:solidFill>
              <a:srgbClr val="709F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4388158" y="6515487"/>
              <a:ext cx="97155" cy="234950"/>
            </a:xfrm>
            <a:custGeom>
              <a:avLst/>
              <a:gdLst/>
              <a:ahLst/>
              <a:cxnLst/>
              <a:rect l="l" t="t" r="r" b="b"/>
              <a:pathLst>
                <a:path w="97155" h="234950">
                  <a:moveTo>
                    <a:pt x="96803" y="0"/>
                  </a:moveTo>
                  <a:lnTo>
                    <a:pt x="0" y="0"/>
                  </a:lnTo>
                  <a:lnTo>
                    <a:pt x="0" y="234610"/>
                  </a:lnTo>
                  <a:lnTo>
                    <a:pt x="96803" y="234610"/>
                  </a:lnTo>
                  <a:lnTo>
                    <a:pt x="96803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3652615" y="6757739"/>
              <a:ext cx="412115" cy="234950"/>
            </a:xfrm>
            <a:custGeom>
              <a:avLst/>
              <a:gdLst/>
              <a:ahLst/>
              <a:cxnLst/>
              <a:rect l="l" t="t" r="r" b="b"/>
              <a:pathLst>
                <a:path w="412115" h="234950">
                  <a:moveTo>
                    <a:pt x="96824" y="0"/>
                  </a:moveTo>
                  <a:lnTo>
                    <a:pt x="0" y="0"/>
                  </a:lnTo>
                  <a:lnTo>
                    <a:pt x="0" y="234632"/>
                  </a:lnTo>
                  <a:lnTo>
                    <a:pt x="96824" y="234632"/>
                  </a:lnTo>
                  <a:lnTo>
                    <a:pt x="96824" y="0"/>
                  </a:lnTo>
                  <a:close/>
                </a:path>
                <a:path w="412115" h="234950">
                  <a:moveTo>
                    <a:pt x="201549" y="0"/>
                  </a:moveTo>
                  <a:lnTo>
                    <a:pt x="104749" y="0"/>
                  </a:lnTo>
                  <a:lnTo>
                    <a:pt x="104749" y="234632"/>
                  </a:lnTo>
                  <a:lnTo>
                    <a:pt x="201549" y="234632"/>
                  </a:lnTo>
                  <a:lnTo>
                    <a:pt x="201549" y="0"/>
                  </a:lnTo>
                  <a:close/>
                </a:path>
                <a:path w="412115" h="234950">
                  <a:moveTo>
                    <a:pt x="307086" y="0"/>
                  </a:moveTo>
                  <a:lnTo>
                    <a:pt x="210273" y="0"/>
                  </a:lnTo>
                  <a:lnTo>
                    <a:pt x="210273" y="234632"/>
                  </a:lnTo>
                  <a:lnTo>
                    <a:pt x="307086" y="234632"/>
                  </a:lnTo>
                  <a:lnTo>
                    <a:pt x="307086" y="0"/>
                  </a:lnTo>
                  <a:close/>
                </a:path>
                <a:path w="412115" h="234950">
                  <a:moveTo>
                    <a:pt x="411835" y="0"/>
                  </a:moveTo>
                  <a:lnTo>
                    <a:pt x="315023" y="0"/>
                  </a:lnTo>
                  <a:lnTo>
                    <a:pt x="315023" y="234632"/>
                  </a:lnTo>
                  <a:lnTo>
                    <a:pt x="411835" y="234632"/>
                  </a:lnTo>
                  <a:lnTo>
                    <a:pt x="411835" y="0"/>
                  </a:lnTo>
                  <a:close/>
                </a:path>
              </a:pathLst>
            </a:custGeom>
            <a:solidFill>
              <a:srgbClr val="709F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4073173" y="6757731"/>
              <a:ext cx="97155" cy="234950"/>
            </a:xfrm>
            <a:custGeom>
              <a:avLst/>
              <a:gdLst/>
              <a:ahLst/>
              <a:cxnLst/>
              <a:rect l="l" t="t" r="r" b="b"/>
              <a:pathLst>
                <a:path w="97155" h="234950">
                  <a:moveTo>
                    <a:pt x="96803" y="0"/>
                  </a:moveTo>
                  <a:lnTo>
                    <a:pt x="0" y="0"/>
                  </a:lnTo>
                  <a:lnTo>
                    <a:pt x="0" y="234631"/>
                  </a:lnTo>
                  <a:lnTo>
                    <a:pt x="96803" y="234631"/>
                  </a:lnTo>
                  <a:lnTo>
                    <a:pt x="96803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3652615" y="6757739"/>
              <a:ext cx="832485" cy="479425"/>
            </a:xfrm>
            <a:custGeom>
              <a:avLst/>
              <a:gdLst/>
              <a:ahLst/>
              <a:cxnLst/>
              <a:rect l="l" t="t" r="r" b="b"/>
              <a:pathLst>
                <a:path w="832484" h="479425">
                  <a:moveTo>
                    <a:pt x="96824" y="244614"/>
                  </a:moveTo>
                  <a:lnTo>
                    <a:pt x="0" y="244614"/>
                  </a:lnTo>
                  <a:lnTo>
                    <a:pt x="0" y="479272"/>
                  </a:lnTo>
                  <a:lnTo>
                    <a:pt x="96824" y="479272"/>
                  </a:lnTo>
                  <a:lnTo>
                    <a:pt x="96824" y="244614"/>
                  </a:lnTo>
                  <a:close/>
                </a:path>
                <a:path w="832484" h="479425">
                  <a:moveTo>
                    <a:pt x="201549" y="244614"/>
                  </a:moveTo>
                  <a:lnTo>
                    <a:pt x="104749" y="244614"/>
                  </a:lnTo>
                  <a:lnTo>
                    <a:pt x="104749" y="479272"/>
                  </a:lnTo>
                  <a:lnTo>
                    <a:pt x="201549" y="479272"/>
                  </a:lnTo>
                  <a:lnTo>
                    <a:pt x="201549" y="244614"/>
                  </a:lnTo>
                  <a:close/>
                </a:path>
                <a:path w="832484" h="479425">
                  <a:moveTo>
                    <a:pt x="622071" y="0"/>
                  </a:moveTo>
                  <a:lnTo>
                    <a:pt x="525272" y="0"/>
                  </a:lnTo>
                  <a:lnTo>
                    <a:pt x="525272" y="234632"/>
                  </a:lnTo>
                  <a:lnTo>
                    <a:pt x="622071" y="234632"/>
                  </a:lnTo>
                  <a:lnTo>
                    <a:pt x="622071" y="0"/>
                  </a:lnTo>
                  <a:close/>
                </a:path>
                <a:path w="832484" h="479425">
                  <a:moveTo>
                    <a:pt x="727621" y="0"/>
                  </a:moveTo>
                  <a:lnTo>
                    <a:pt x="630796" y="0"/>
                  </a:lnTo>
                  <a:lnTo>
                    <a:pt x="630796" y="234632"/>
                  </a:lnTo>
                  <a:lnTo>
                    <a:pt x="727621" y="234632"/>
                  </a:lnTo>
                  <a:lnTo>
                    <a:pt x="727621" y="0"/>
                  </a:lnTo>
                  <a:close/>
                </a:path>
                <a:path w="832484" h="479425">
                  <a:moveTo>
                    <a:pt x="832345" y="0"/>
                  </a:moveTo>
                  <a:lnTo>
                    <a:pt x="735533" y="0"/>
                  </a:lnTo>
                  <a:lnTo>
                    <a:pt x="735533" y="234632"/>
                  </a:lnTo>
                  <a:lnTo>
                    <a:pt x="832345" y="234632"/>
                  </a:lnTo>
                  <a:lnTo>
                    <a:pt x="832345" y="0"/>
                  </a:lnTo>
                  <a:close/>
                </a:path>
              </a:pathLst>
            </a:custGeom>
            <a:solidFill>
              <a:srgbClr val="709F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3862897" y="7002352"/>
              <a:ext cx="97155" cy="234950"/>
            </a:xfrm>
            <a:custGeom>
              <a:avLst/>
              <a:gdLst/>
              <a:ahLst/>
              <a:cxnLst/>
              <a:rect l="l" t="t" r="r" b="b"/>
              <a:pathLst>
                <a:path w="97155" h="234950">
                  <a:moveTo>
                    <a:pt x="96803" y="0"/>
                  </a:moveTo>
                  <a:lnTo>
                    <a:pt x="0" y="0"/>
                  </a:lnTo>
                  <a:lnTo>
                    <a:pt x="0" y="234652"/>
                  </a:lnTo>
                  <a:lnTo>
                    <a:pt x="96803" y="234652"/>
                  </a:lnTo>
                  <a:lnTo>
                    <a:pt x="96803" y="0"/>
                  </a:lnTo>
                  <a:close/>
                </a:path>
              </a:pathLst>
            </a:custGeom>
            <a:solidFill>
              <a:srgbClr val="A3DE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3967648" y="7002352"/>
              <a:ext cx="97155" cy="234950"/>
            </a:xfrm>
            <a:custGeom>
              <a:avLst/>
              <a:gdLst/>
              <a:ahLst/>
              <a:cxnLst/>
              <a:rect l="l" t="t" r="r" b="b"/>
              <a:pathLst>
                <a:path w="97155" h="234950">
                  <a:moveTo>
                    <a:pt x="96803" y="0"/>
                  </a:moveTo>
                  <a:lnTo>
                    <a:pt x="0" y="0"/>
                  </a:lnTo>
                  <a:lnTo>
                    <a:pt x="0" y="234652"/>
                  </a:lnTo>
                  <a:lnTo>
                    <a:pt x="96803" y="234652"/>
                  </a:lnTo>
                  <a:lnTo>
                    <a:pt x="96803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4073162" y="7002354"/>
              <a:ext cx="201930" cy="234950"/>
            </a:xfrm>
            <a:custGeom>
              <a:avLst/>
              <a:gdLst/>
              <a:ahLst/>
              <a:cxnLst/>
              <a:rect l="l" t="t" r="r" b="b"/>
              <a:pathLst>
                <a:path w="201930" h="234950">
                  <a:moveTo>
                    <a:pt x="96812" y="0"/>
                  </a:moveTo>
                  <a:lnTo>
                    <a:pt x="0" y="0"/>
                  </a:lnTo>
                  <a:lnTo>
                    <a:pt x="0" y="234657"/>
                  </a:lnTo>
                  <a:lnTo>
                    <a:pt x="96812" y="234657"/>
                  </a:lnTo>
                  <a:lnTo>
                    <a:pt x="96812" y="0"/>
                  </a:lnTo>
                  <a:close/>
                </a:path>
                <a:path w="201930" h="234950">
                  <a:moveTo>
                    <a:pt x="201523" y="0"/>
                  </a:moveTo>
                  <a:lnTo>
                    <a:pt x="104724" y="0"/>
                  </a:lnTo>
                  <a:lnTo>
                    <a:pt x="104724" y="234657"/>
                  </a:lnTo>
                  <a:lnTo>
                    <a:pt x="201523" y="234657"/>
                  </a:lnTo>
                  <a:lnTo>
                    <a:pt x="201523" y="0"/>
                  </a:lnTo>
                  <a:close/>
                </a:path>
              </a:pathLst>
            </a:custGeom>
            <a:solidFill>
              <a:srgbClr val="709F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4283418" y="7002352"/>
              <a:ext cx="97155" cy="234950"/>
            </a:xfrm>
            <a:custGeom>
              <a:avLst/>
              <a:gdLst/>
              <a:ahLst/>
              <a:cxnLst/>
              <a:rect l="l" t="t" r="r" b="b"/>
              <a:pathLst>
                <a:path w="97155" h="234950">
                  <a:moveTo>
                    <a:pt x="96824" y="0"/>
                  </a:moveTo>
                  <a:lnTo>
                    <a:pt x="0" y="0"/>
                  </a:lnTo>
                  <a:lnTo>
                    <a:pt x="0" y="234652"/>
                  </a:lnTo>
                  <a:lnTo>
                    <a:pt x="96824" y="234652"/>
                  </a:lnTo>
                  <a:lnTo>
                    <a:pt x="96824" y="0"/>
                  </a:lnTo>
                  <a:close/>
                </a:path>
              </a:pathLst>
            </a:custGeom>
            <a:solidFill>
              <a:srgbClr val="A3DE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4388158" y="7002352"/>
              <a:ext cx="97155" cy="234950"/>
            </a:xfrm>
            <a:custGeom>
              <a:avLst/>
              <a:gdLst/>
              <a:ahLst/>
              <a:cxnLst/>
              <a:rect l="l" t="t" r="r" b="b"/>
              <a:pathLst>
                <a:path w="97155" h="234950">
                  <a:moveTo>
                    <a:pt x="96803" y="0"/>
                  </a:moveTo>
                  <a:lnTo>
                    <a:pt x="0" y="0"/>
                  </a:lnTo>
                  <a:lnTo>
                    <a:pt x="0" y="234652"/>
                  </a:lnTo>
                  <a:lnTo>
                    <a:pt x="96803" y="234652"/>
                  </a:lnTo>
                  <a:lnTo>
                    <a:pt x="96803" y="0"/>
                  </a:lnTo>
                  <a:close/>
                </a:path>
              </a:pathLst>
            </a:custGeom>
            <a:solidFill>
              <a:srgbClr val="709F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3652621" y="7244522"/>
              <a:ext cx="97155" cy="234950"/>
            </a:xfrm>
            <a:custGeom>
              <a:avLst/>
              <a:gdLst/>
              <a:ahLst/>
              <a:cxnLst/>
              <a:rect l="l" t="t" r="r" b="b"/>
              <a:pathLst>
                <a:path w="97155" h="234950">
                  <a:moveTo>
                    <a:pt x="96824" y="0"/>
                  </a:moveTo>
                  <a:lnTo>
                    <a:pt x="0" y="0"/>
                  </a:lnTo>
                  <a:lnTo>
                    <a:pt x="0" y="234610"/>
                  </a:lnTo>
                  <a:lnTo>
                    <a:pt x="96824" y="234610"/>
                  </a:lnTo>
                  <a:lnTo>
                    <a:pt x="96824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3757364" y="7244530"/>
              <a:ext cx="307340" cy="234950"/>
            </a:xfrm>
            <a:custGeom>
              <a:avLst/>
              <a:gdLst/>
              <a:ahLst/>
              <a:cxnLst/>
              <a:rect l="l" t="t" r="r" b="b"/>
              <a:pathLst>
                <a:path w="307340" h="234950">
                  <a:moveTo>
                    <a:pt x="96799" y="0"/>
                  </a:moveTo>
                  <a:lnTo>
                    <a:pt x="0" y="0"/>
                  </a:lnTo>
                  <a:lnTo>
                    <a:pt x="0" y="234607"/>
                  </a:lnTo>
                  <a:lnTo>
                    <a:pt x="96799" y="234607"/>
                  </a:lnTo>
                  <a:lnTo>
                    <a:pt x="96799" y="0"/>
                  </a:lnTo>
                  <a:close/>
                </a:path>
                <a:path w="307340" h="234950">
                  <a:moveTo>
                    <a:pt x="202336" y="0"/>
                  </a:moveTo>
                  <a:lnTo>
                    <a:pt x="105524" y="0"/>
                  </a:lnTo>
                  <a:lnTo>
                    <a:pt x="105524" y="234607"/>
                  </a:lnTo>
                  <a:lnTo>
                    <a:pt x="202336" y="234607"/>
                  </a:lnTo>
                  <a:lnTo>
                    <a:pt x="202336" y="0"/>
                  </a:lnTo>
                  <a:close/>
                </a:path>
                <a:path w="307340" h="234950">
                  <a:moveTo>
                    <a:pt x="307086" y="0"/>
                  </a:moveTo>
                  <a:lnTo>
                    <a:pt x="210273" y="0"/>
                  </a:lnTo>
                  <a:lnTo>
                    <a:pt x="210273" y="234607"/>
                  </a:lnTo>
                  <a:lnTo>
                    <a:pt x="307086" y="234607"/>
                  </a:lnTo>
                  <a:lnTo>
                    <a:pt x="307086" y="0"/>
                  </a:lnTo>
                  <a:close/>
                </a:path>
              </a:pathLst>
            </a:custGeom>
            <a:solidFill>
              <a:srgbClr val="709F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4073173" y="7244522"/>
              <a:ext cx="97155" cy="234950"/>
            </a:xfrm>
            <a:custGeom>
              <a:avLst/>
              <a:gdLst/>
              <a:ahLst/>
              <a:cxnLst/>
              <a:rect l="l" t="t" r="r" b="b"/>
              <a:pathLst>
                <a:path w="97155" h="234950">
                  <a:moveTo>
                    <a:pt x="96803" y="0"/>
                  </a:moveTo>
                  <a:lnTo>
                    <a:pt x="0" y="0"/>
                  </a:lnTo>
                  <a:lnTo>
                    <a:pt x="0" y="234610"/>
                  </a:lnTo>
                  <a:lnTo>
                    <a:pt x="96803" y="234610"/>
                  </a:lnTo>
                  <a:lnTo>
                    <a:pt x="96803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4177886" y="7244530"/>
              <a:ext cx="202565" cy="234950"/>
            </a:xfrm>
            <a:custGeom>
              <a:avLst/>
              <a:gdLst/>
              <a:ahLst/>
              <a:cxnLst/>
              <a:rect l="l" t="t" r="r" b="b"/>
              <a:pathLst>
                <a:path w="202565" h="234950">
                  <a:moveTo>
                    <a:pt x="96799" y="0"/>
                  </a:moveTo>
                  <a:lnTo>
                    <a:pt x="0" y="0"/>
                  </a:lnTo>
                  <a:lnTo>
                    <a:pt x="0" y="234607"/>
                  </a:lnTo>
                  <a:lnTo>
                    <a:pt x="96799" y="234607"/>
                  </a:lnTo>
                  <a:lnTo>
                    <a:pt x="96799" y="0"/>
                  </a:lnTo>
                  <a:close/>
                </a:path>
                <a:path w="202565" h="234950">
                  <a:moveTo>
                    <a:pt x="202349" y="0"/>
                  </a:moveTo>
                  <a:lnTo>
                    <a:pt x="105524" y="0"/>
                  </a:lnTo>
                  <a:lnTo>
                    <a:pt x="105524" y="234607"/>
                  </a:lnTo>
                  <a:lnTo>
                    <a:pt x="202349" y="234607"/>
                  </a:lnTo>
                  <a:lnTo>
                    <a:pt x="202349" y="0"/>
                  </a:lnTo>
                  <a:close/>
                </a:path>
              </a:pathLst>
            </a:custGeom>
            <a:solidFill>
              <a:srgbClr val="709F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4388158" y="7244522"/>
              <a:ext cx="97155" cy="234950"/>
            </a:xfrm>
            <a:custGeom>
              <a:avLst/>
              <a:gdLst/>
              <a:ahLst/>
              <a:cxnLst/>
              <a:rect l="l" t="t" r="r" b="b"/>
              <a:pathLst>
                <a:path w="97155" h="234950">
                  <a:moveTo>
                    <a:pt x="96803" y="0"/>
                  </a:moveTo>
                  <a:lnTo>
                    <a:pt x="0" y="0"/>
                  </a:lnTo>
                  <a:lnTo>
                    <a:pt x="0" y="234610"/>
                  </a:lnTo>
                  <a:lnTo>
                    <a:pt x="96803" y="234610"/>
                  </a:lnTo>
                  <a:lnTo>
                    <a:pt x="96803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13726948" y="7489158"/>
              <a:ext cx="127635" cy="234950"/>
            </a:xfrm>
            <a:custGeom>
              <a:avLst/>
              <a:gdLst/>
              <a:ahLst/>
              <a:cxnLst/>
              <a:rect l="l" t="t" r="r" b="b"/>
              <a:pathLst>
                <a:path w="127634" h="234950">
                  <a:moveTo>
                    <a:pt x="22491" y="0"/>
                  </a:moveTo>
                  <a:lnTo>
                    <a:pt x="0" y="0"/>
                  </a:lnTo>
                  <a:lnTo>
                    <a:pt x="0" y="234607"/>
                  </a:lnTo>
                  <a:lnTo>
                    <a:pt x="22491" y="234607"/>
                  </a:lnTo>
                  <a:lnTo>
                    <a:pt x="22491" y="0"/>
                  </a:lnTo>
                  <a:close/>
                </a:path>
                <a:path w="127634" h="234950">
                  <a:moveTo>
                    <a:pt x="127215" y="0"/>
                  </a:moveTo>
                  <a:lnTo>
                    <a:pt x="30416" y="0"/>
                  </a:lnTo>
                  <a:lnTo>
                    <a:pt x="30416" y="234607"/>
                  </a:lnTo>
                  <a:lnTo>
                    <a:pt x="127215" y="234607"/>
                  </a:lnTo>
                  <a:lnTo>
                    <a:pt x="127215" y="0"/>
                  </a:lnTo>
                  <a:close/>
                </a:path>
              </a:pathLst>
            </a:custGeom>
            <a:solidFill>
              <a:srgbClr val="709F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3862897" y="7489154"/>
              <a:ext cx="97155" cy="234950"/>
            </a:xfrm>
            <a:custGeom>
              <a:avLst/>
              <a:gdLst/>
              <a:ahLst/>
              <a:cxnLst/>
              <a:rect l="l" t="t" r="r" b="b"/>
              <a:pathLst>
                <a:path w="97155" h="234950">
                  <a:moveTo>
                    <a:pt x="96803" y="0"/>
                  </a:moveTo>
                  <a:lnTo>
                    <a:pt x="0" y="0"/>
                  </a:lnTo>
                  <a:lnTo>
                    <a:pt x="0" y="234610"/>
                  </a:lnTo>
                  <a:lnTo>
                    <a:pt x="96803" y="234610"/>
                  </a:lnTo>
                  <a:lnTo>
                    <a:pt x="96803" y="0"/>
                  </a:lnTo>
                  <a:close/>
                </a:path>
              </a:pathLst>
            </a:custGeom>
            <a:solidFill>
              <a:srgbClr val="A3DE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13967648" y="7489154"/>
              <a:ext cx="97155" cy="234950"/>
            </a:xfrm>
            <a:custGeom>
              <a:avLst/>
              <a:gdLst/>
              <a:ahLst/>
              <a:cxnLst/>
              <a:rect l="l" t="t" r="r" b="b"/>
              <a:pathLst>
                <a:path w="97155" h="234950">
                  <a:moveTo>
                    <a:pt x="96803" y="0"/>
                  </a:moveTo>
                  <a:lnTo>
                    <a:pt x="0" y="0"/>
                  </a:lnTo>
                  <a:lnTo>
                    <a:pt x="0" y="234610"/>
                  </a:lnTo>
                  <a:lnTo>
                    <a:pt x="96803" y="234610"/>
                  </a:lnTo>
                  <a:lnTo>
                    <a:pt x="96803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14073173" y="7489154"/>
              <a:ext cx="97155" cy="234950"/>
            </a:xfrm>
            <a:custGeom>
              <a:avLst/>
              <a:gdLst/>
              <a:ahLst/>
              <a:cxnLst/>
              <a:rect l="l" t="t" r="r" b="b"/>
              <a:pathLst>
                <a:path w="97155" h="234950">
                  <a:moveTo>
                    <a:pt x="96803" y="0"/>
                  </a:moveTo>
                  <a:lnTo>
                    <a:pt x="0" y="0"/>
                  </a:lnTo>
                  <a:lnTo>
                    <a:pt x="0" y="234610"/>
                  </a:lnTo>
                  <a:lnTo>
                    <a:pt x="96803" y="234610"/>
                  </a:lnTo>
                  <a:lnTo>
                    <a:pt x="96803" y="0"/>
                  </a:lnTo>
                  <a:close/>
                </a:path>
              </a:pathLst>
            </a:custGeom>
            <a:solidFill>
              <a:srgbClr val="709F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14177892" y="7489154"/>
              <a:ext cx="97155" cy="234950"/>
            </a:xfrm>
            <a:custGeom>
              <a:avLst/>
              <a:gdLst/>
              <a:ahLst/>
              <a:cxnLst/>
              <a:rect l="l" t="t" r="r" b="b"/>
              <a:pathLst>
                <a:path w="97155" h="234950">
                  <a:moveTo>
                    <a:pt x="96803" y="0"/>
                  </a:moveTo>
                  <a:lnTo>
                    <a:pt x="0" y="0"/>
                  </a:lnTo>
                  <a:lnTo>
                    <a:pt x="0" y="234610"/>
                  </a:lnTo>
                  <a:lnTo>
                    <a:pt x="96803" y="234610"/>
                  </a:lnTo>
                  <a:lnTo>
                    <a:pt x="96803" y="0"/>
                  </a:lnTo>
                  <a:close/>
                </a:path>
              </a:pathLst>
            </a:custGeom>
            <a:solidFill>
              <a:srgbClr val="A0DD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13652615" y="7489158"/>
              <a:ext cx="832485" cy="478790"/>
            </a:xfrm>
            <a:custGeom>
              <a:avLst/>
              <a:gdLst/>
              <a:ahLst/>
              <a:cxnLst/>
              <a:rect l="l" t="t" r="r" b="b"/>
              <a:pathLst>
                <a:path w="832484" h="478790">
                  <a:moveTo>
                    <a:pt x="96824" y="243916"/>
                  </a:moveTo>
                  <a:lnTo>
                    <a:pt x="0" y="243916"/>
                  </a:lnTo>
                  <a:lnTo>
                    <a:pt x="0" y="379857"/>
                  </a:lnTo>
                  <a:lnTo>
                    <a:pt x="0" y="478536"/>
                  </a:lnTo>
                  <a:lnTo>
                    <a:pt x="96824" y="478536"/>
                  </a:lnTo>
                  <a:lnTo>
                    <a:pt x="96824" y="379857"/>
                  </a:lnTo>
                  <a:lnTo>
                    <a:pt x="96824" y="243916"/>
                  </a:lnTo>
                  <a:close/>
                </a:path>
                <a:path w="832484" h="478790">
                  <a:moveTo>
                    <a:pt x="201549" y="243916"/>
                  </a:moveTo>
                  <a:lnTo>
                    <a:pt x="104749" y="243916"/>
                  </a:lnTo>
                  <a:lnTo>
                    <a:pt x="104749" y="478536"/>
                  </a:lnTo>
                  <a:lnTo>
                    <a:pt x="201549" y="478536"/>
                  </a:lnTo>
                  <a:lnTo>
                    <a:pt x="201549" y="243916"/>
                  </a:lnTo>
                  <a:close/>
                </a:path>
                <a:path w="832484" h="478790">
                  <a:moveTo>
                    <a:pt x="727621" y="0"/>
                  </a:moveTo>
                  <a:lnTo>
                    <a:pt x="630796" y="0"/>
                  </a:lnTo>
                  <a:lnTo>
                    <a:pt x="630796" y="234607"/>
                  </a:lnTo>
                  <a:lnTo>
                    <a:pt x="727621" y="234607"/>
                  </a:lnTo>
                  <a:lnTo>
                    <a:pt x="727621" y="0"/>
                  </a:lnTo>
                  <a:close/>
                </a:path>
                <a:path w="832484" h="478790">
                  <a:moveTo>
                    <a:pt x="832345" y="0"/>
                  </a:moveTo>
                  <a:lnTo>
                    <a:pt x="735533" y="0"/>
                  </a:lnTo>
                  <a:lnTo>
                    <a:pt x="735533" y="234607"/>
                  </a:lnTo>
                  <a:lnTo>
                    <a:pt x="832345" y="234607"/>
                  </a:lnTo>
                  <a:lnTo>
                    <a:pt x="832345" y="0"/>
                  </a:lnTo>
                  <a:close/>
                </a:path>
              </a:pathLst>
            </a:custGeom>
            <a:solidFill>
              <a:srgbClr val="709F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13862897" y="7733062"/>
              <a:ext cx="97155" cy="234950"/>
            </a:xfrm>
            <a:custGeom>
              <a:avLst/>
              <a:gdLst/>
              <a:ahLst/>
              <a:cxnLst/>
              <a:rect l="l" t="t" r="r" b="b"/>
              <a:pathLst>
                <a:path w="97155" h="234950">
                  <a:moveTo>
                    <a:pt x="96803" y="0"/>
                  </a:moveTo>
                  <a:lnTo>
                    <a:pt x="0" y="0"/>
                  </a:lnTo>
                  <a:lnTo>
                    <a:pt x="0" y="234621"/>
                  </a:lnTo>
                  <a:lnTo>
                    <a:pt x="96803" y="234621"/>
                  </a:lnTo>
                  <a:lnTo>
                    <a:pt x="96803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13967648" y="7733062"/>
              <a:ext cx="97155" cy="234950"/>
            </a:xfrm>
            <a:custGeom>
              <a:avLst/>
              <a:gdLst/>
              <a:ahLst/>
              <a:cxnLst/>
              <a:rect l="l" t="t" r="r" b="b"/>
              <a:pathLst>
                <a:path w="97155" h="234950">
                  <a:moveTo>
                    <a:pt x="96803" y="0"/>
                  </a:moveTo>
                  <a:lnTo>
                    <a:pt x="0" y="0"/>
                  </a:lnTo>
                  <a:lnTo>
                    <a:pt x="0" y="234621"/>
                  </a:lnTo>
                  <a:lnTo>
                    <a:pt x="96803" y="234621"/>
                  </a:lnTo>
                  <a:lnTo>
                    <a:pt x="96803" y="0"/>
                  </a:lnTo>
                  <a:close/>
                </a:path>
              </a:pathLst>
            </a:custGeom>
            <a:solidFill>
              <a:srgbClr val="A0DD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14073173" y="7733062"/>
              <a:ext cx="97155" cy="234950"/>
            </a:xfrm>
            <a:custGeom>
              <a:avLst/>
              <a:gdLst/>
              <a:ahLst/>
              <a:cxnLst/>
              <a:rect l="l" t="t" r="r" b="b"/>
              <a:pathLst>
                <a:path w="97155" h="234950">
                  <a:moveTo>
                    <a:pt x="96803" y="0"/>
                  </a:moveTo>
                  <a:lnTo>
                    <a:pt x="0" y="0"/>
                  </a:lnTo>
                  <a:lnTo>
                    <a:pt x="0" y="234621"/>
                  </a:lnTo>
                  <a:lnTo>
                    <a:pt x="96803" y="234621"/>
                  </a:lnTo>
                  <a:lnTo>
                    <a:pt x="96803" y="0"/>
                  </a:lnTo>
                  <a:close/>
                </a:path>
              </a:pathLst>
            </a:custGeom>
            <a:solidFill>
              <a:srgbClr val="A3DE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14177886" y="7733074"/>
              <a:ext cx="307340" cy="234950"/>
            </a:xfrm>
            <a:custGeom>
              <a:avLst/>
              <a:gdLst/>
              <a:ahLst/>
              <a:cxnLst/>
              <a:rect l="l" t="t" r="r" b="b"/>
              <a:pathLst>
                <a:path w="307340" h="234950">
                  <a:moveTo>
                    <a:pt x="96799" y="0"/>
                  </a:moveTo>
                  <a:lnTo>
                    <a:pt x="0" y="0"/>
                  </a:lnTo>
                  <a:lnTo>
                    <a:pt x="0" y="234619"/>
                  </a:lnTo>
                  <a:lnTo>
                    <a:pt x="96799" y="234619"/>
                  </a:lnTo>
                  <a:lnTo>
                    <a:pt x="96799" y="0"/>
                  </a:lnTo>
                  <a:close/>
                </a:path>
                <a:path w="307340" h="234950">
                  <a:moveTo>
                    <a:pt x="202349" y="0"/>
                  </a:moveTo>
                  <a:lnTo>
                    <a:pt x="105524" y="0"/>
                  </a:lnTo>
                  <a:lnTo>
                    <a:pt x="105524" y="234619"/>
                  </a:lnTo>
                  <a:lnTo>
                    <a:pt x="202349" y="234619"/>
                  </a:lnTo>
                  <a:lnTo>
                    <a:pt x="202349" y="0"/>
                  </a:lnTo>
                  <a:close/>
                </a:path>
                <a:path w="307340" h="234950">
                  <a:moveTo>
                    <a:pt x="307073" y="0"/>
                  </a:moveTo>
                  <a:lnTo>
                    <a:pt x="210261" y="0"/>
                  </a:lnTo>
                  <a:lnTo>
                    <a:pt x="210261" y="234619"/>
                  </a:lnTo>
                  <a:lnTo>
                    <a:pt x="307073" y="234619"/>
                  </a:lnTo>
                  <a:lnTo>
                    <a:pt x="307073" y="0"/>
                  </a:lnTo>
                  <a:close/>
                </a:path>
              </a:pathLst>
            </a:custGeom>
            <a:solidFill>
              <a:srgbClr val="709F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12348545" y="7869006"/>
              <a:ext cx="1286510" cy="694055"/>
            </a:xfrm>
            <a:custGeom>
              <a:avLst/>
              <a:gdLst/>
              <a:ahLst/>
              <a:cxnLst/>
              <a:rect l="l" t="t" r="r" b="b"/>
              <a:pathLst>
                <a:path w="1286509" h="694054">
                  <a:moveTo>
                    <a:pt x="1285887" y="0"/>
                  </a:moveTo>
                  <a:lnTo>
                    <a:pt x="0" y="0"/>
                  </a:lnTo>
                  <a:lnTo>
                    <a:pt x="0" y="693832"/>
                  </a:lnTo>
                  <a:lnTo>
                    <a:pt x="1285887" y="693832"/>
                  </a:lnTo>
                  <a:lnTo>
                    <a:pt x="1285887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12671132" y="7986050"/>
              <a:ext cx="155575" cy="155575"/>
            </a:xfrm>
            <a:custGeom>
              <a:avLst/>
              <a:gdLst/>
              <a:ahLst/>
              <a:cxnLst/>
              <a:rect l="l" t="t" r="r" b="b"/>
              <a:pathLst>
                <a:path w="155575" h="155575">
                  <a:moveTo>
                    <a:pt x="154969" y="0"/>
                  </a:moveTo>
                  <a:lnTo>
                    <a:pt x="0" y="0"/>
                  </a:lnTo>
                  <a:lnTo>
                    <a:pt x="0" y="154948"/>
                  </a:lnTo>
                  <a:lnTo>
                    <a:pt x="154969" y="154948"/>
                  </a:lnTo>
                  <a:lnTo>
                    <a:pt x="1549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12256021" y="7489742"/>
              <a:ext cx="2664460" cy="644525"/>
            </a:xfrm>
            <a:custGeom>
              <a:avLst/>
              <a:gdLst/>
              <a:ahLst/>
              <a:cxnLst/>
              <a:rect l="l" t="t" r="r" b="b"/>
              <a:pathLst>
                <a:path w="2664459" h="644525">
                  <a:moveTo>
                    <a:pt x="1470926" y="0"/>
                  </a:moveTo>
                  <a:lnTo>
                    <a:pt x="0" y="0"/>
                  </a:lnTo>
                  <a:lnTo>
                    <a:pt x="0" y="379272"/>
                  </a:lnTo>
                  <a:lnTo>
                    <a:pt x="1470926" y="379272"/>
                  </a:lnTo>
                  <a:lnTo>
                    <a:pt x="1470926" y="0"/>
                  </a:lnTo>
                  <a:close/>
                </a:path>
                <a:path w="2664459" h="644525">
                  <a:moveTo>
                    <a:pt x="2664269" y="477951"/>
                  </a:moveTo>
                  <a:lnTo>
                    <a:pt x="1378407" y="477951"/>
                  </a:lnTo>
                  <a:lnTo>
                    <a:pt x="1378407" y="644474"/>
                  </a:lnTo>
                  <a:lnTo>
                    <a:pt x="2664269" y="644474"/>
                  </a:lnTo>
                  <a:lnTo>
                    <a:pt x="2664269" y="477951"/>
                  </a:lnTo>
                  <a:close/>
                </a:path>
              </a:pathLst>
            </a:custGeom>
            <a:solidFill>
              <a:srgbClr val="3AB1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12348545" y="7889131"/>
              <a:ext cx="191770" cy="41910"/>
            </a:xfrm>
            <a:custGeom>
              <a:avLst/>
              <a:gdLst/>
              <a:ahLst/>
              <a:cxnLst/>
              <a:rect l="l" t="t" r="r" b="b"/>
              <a:pathLst>
                <a:path w="191770" h="41909">
                  <a:moveTo>
                    <a:pt x="191596" y="0"/>
                  </a:moveTo>
                  <a:lnTo>
                    <a:pt x="0" y="0"/>
                  </a:lnTo>
                  <a:lnTo>
                    <a:pt x="0" y="41621"/>
                  </a:lnTo>
                  <a:lnTo>
                    <a:pt x="191596" y="41621"/>
                  </a:lnTo>
                  <a:lnTo>
                    <a:pt x="191596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12348545" y="7946941"/>
              <a:ext cx="118745" cy="41910"/>
            </a:xfrm>
            <a:custGeom>
              <a:avLst/>
              <a:gdLst/>
              <a:ahLst/>
              <a:cxnLst/>
              <a:rect l="l" t="t" r="r" b="b"/>
              <a:pathLst>
                <a:path w="118745" h="41909">
                  <a:moveTo>
                    <a:pt x="118750" y="0"/>
                  </a:moveTo>
                  <a:lnTo>
                    <a:pt x="0" y="0"/>
                  </a:lnTo>
                  <a:lnTo>
                    <a:pt x="0" y="41621"/>
                  </a:lnTo>
                  <a:lnTo>
                    <a:pt x="118750" y="41621"/>
                  </a:lnTo>
                  <a:lnTo>
                    <a:pt x="118750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12348545" y="8469606"/>
              <a:ext cx="191770" cy="41910"/>
            </a:xfrm>
            <a:custGeom>
              <a:avLst/>
              <a:gdLst/>
              <a:ahLst/>
              <a:cxnLst/>
              <a:rect l="l" t="t" r="r" b="b"/>
              <a:pathLst>
                <a:path w="191770" h="41909">
                  <a:moveTo>
                    <a:pt x="191596" y="0"/>
                  </a:moveTo>
                  <a:lnTo>
                    <a:pt x="0" y="0"/>
                  </a:lnTo>
                  <a:lnTo>
                    <a:pt x="0" y="41653"/>
                  </a:lnTo>
                  <a:lnTo>
                    <a:pt x="191596" y="41653"/>
                  </a:lnTo>
                  <a:lnTo>
                    <a:pt x="191596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12348540" y="8293855"/>
              <a:ext cx="118745" cy="269240"/>
            </a:xfrm>
            <a:custGeom>
              <a:avLst/>
              <a:gdLst/>
              <a:ahLst/>
              <a:cxnLst/>
              <a:rect l="l" t="t" r="r" b="b"/>
              <a:pathLst>
                <a:path w="118745" h="269240">
                  <a:moveTo>
                    <a:pt x="118745" y="227355"/>
                  </a:moveTo>
                  <a:lnTo>
                    <a:pt x="0" y="227355"/>
                  </a:lnTo>
                  <a:lnTo>
                    <a:pt x="0" y="268986"/>
                  </a:lnTo>
                  <a:lnTo>
                    <a:pt x="118745" y="268986"/>
                  </a:lnTo>
                  <a:lnTo>
                    <a:pt x="118745" y="227355"/>
                  </a:lnTo>
                  <a:close/>
                </a:path>
                <a:path w="118745" h="269240">
                  <a:moveTo>
                    <a:pt x="118745" y="0"/>
                  </a:moveTo>
                  <a:lnTo>
                    <a:pt x="0" y="0"/>
                  </a:lnTo>
                  <a:lnTo>
                    <a:pt x="0" y="41643"/>
                  </a:lnTo>
                  <a:lnTo>
                    <a:pt x="118745" y="41643"/>
                  </a:lnTo>
                  <a:lnTo>
                    <a:pt x="118745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13442794" y="8521206"/>
              <a:ext cx="191770" cy="41910"/>
            </a:xfrm>
            <a:custGeom>
              <a:avLst/>
              <a:gdLst/>
              <a:ahLst/>
              <a:cxnLst/>
              <a:rect l="l" t="t" r="r" b="b"/>
              <a:pathLst>
                <a:path w="191769" h="41909">
                  <a:moveTo>
                    <a:pt x="191627" y="0"/>
                  </a:moveTo>
                  <a:lnTo>
                    <a:pt x="0" y="0"/>
                  </a:lnTo>
                  <a:lnTo>
                    <a:pt x="0" y="41632"/>
                  </a:lnTo>
                  <a:lnTo>
                    <a:pt x="191627" y="41632"/>
                  </a:lnTo>
                  <a:lnTo>
                    <a:pt x="191627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13515640" y="8463396"/>
              <a:ext cx="119380" cy="41910"/>
            </a:xfrm>
            <a:custGeom>
              <a:avLst/>
              <a:gdLst/>
              <a:ahLst/>
              <a:cxnLst/>
              <a:rect l="l" t="t" r="r" b="b"/>
              <a:pathLst>
                <a:path w="119380" h="41909">
                  <a:moveTo>
                    <a:pt x="118781" y="0"/>
                  </a:moveTo>
                  <a:lnTo>
                    <a:pt x="0" y="0"/>
                  </a:lnTo>
                  <a:lnTo>
                    <a:pt x="0" y="41621"/>
                  </a:lnTo>
                  <a:lnTo>
                    <a:pt x="118781" y="41621"/>
                  </a:lnTo>
                  <a:lnTo>
                    <a:pt x="118781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13442794" y="7940700"/>
              <a:ext cx="191770" cy="41910"/>
            </a:xfrm>
            <a:custGeom>
              <a:avLst/>
              <a:gdLst/>
              <a:ahLst/>
              <a:cxnLst/>
              <a:rect l="l" t="t" r="r" b="b"/>
              <a:pathLst>
                <a:path w="191769" h="41909">
                  <a:moveTo>
                    <a:pt x="191627" y="0"/>
                  </a:moveTo>
                  <a:lnTo>
                    <a:pt x="0" y="0"/>
                  </a:lnTo>
                  <a:lnTo>
                    <a:pt x="0" y="41663"/>
                  </a:lnTo>
                  <a:lnTo>
                    <a:pt x="191627" y="41663"/>
                  </a:lnTo>
                  <a:lnTo>
                    <a:pt x="191627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13515632" y="7889131"/>
              <a:ext cx="119380" cy="269240"/>
            </a:xfrm>
            <a:custGeom>
              <a:avLst/>
              <a:gdLst/>
              <a:ahLst/>
              <a:cxnLst/>
              <a:rect l="l" t="t" r="r" b="b"/>
              <a:pathLst>
                <a:path w="119380" h="269240">
                  <a:moveTo>
                    <a:pt x="118783" y="227342"/>
                  </a:moveTo>
                  <a:lnTo>
                    <a:pt x="0" y="227342"/>
                  </a:lnTo>
                  <a:lnTo>
                    <a:pt x="0" y="268998"/>
                  </a:lnTo>
                  <a:lnTo>
                    <a:pt x="118783" y="268998"/>
                  </a:lnTo>
                  <a:lnTo>
                    <a:pt x="118783" y="227342"/>
                  </a:lnTo>
                  <a:close/>
                </a:path>
                <a:path w="119380" h="269240">
                  <a:moveTo>
                    <a:pt x="118783" y="0"/>
                  </a:moveTo>
                  <a:lnTo>
                    <a:pt x="0" y="0"/>
                  </a:lnTo>
                  <a:lnTo>
                    <a:pt x="0" y="41630"/>
                  </a:lnTo>
                  <a:lnTo>
                    <a:pt x="118783" y="41630"/>
                  </a:lnTo>
                  <a:lnTo>
                    <a:pt x="118783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13575042" y="8172002"/>
              <a:ext cx="59690" cy="41910"/>
            </a:xfrm>
            <a:custGeom>
              <a:avLst/>
              <a:gdLst/>
              <a:ahLst/>
              <a:cxnLst/>
              <a:rect l="l" t="t" r="r" b="b"/>
              <a:pathLst>
                <a:path w="59690" h="41909">
                  <a:moveTo>
                    <a:pt x="59390" y="0"/>
                  </a:moveTo>
                  <a:lnTo>
                    <a:pt x="0" y="0"/>
                  </a:lnTo>
                  <a:lnTo>
                    <a:pt x="0" y="41621"/>
                  </a:lnTo>
                  <a:lnTo>
                    <a:pt x="59390" y="41621"/>
                  </a:lnTo>
                  <a:lnTo>
                    <a:pt x="59390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03788" y="7591036"/>
              <a:ext cx="277688" cy="176916"/>
            </a:xfrm>
            <a:prstGeom prst="rect">
              <a:avLst/>
            </a:prstGeom>
          </p:spPr>
        </p:pic>
        <p:pic>
          <p:nvPicPr>
            <p:cNvPr id="76" name="object 7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12340" y="7593027"/>
              <a:ext cx="102509" cy="171931"/>
            </a:xfrm>
            <a:prstGeom prst="rect">
              <a:avLst/>
            </a:prstGeom>
          </p:spPr>
        </p:pic>
        <p:sp>
          <p:nvSpPr>
            <p:cNvPr id="77" name="object 77" descr=""/>
            <p:cNvSpPr/>
            <p:nvPr/>
          </p:nvSpPr>
          <p:spPr>
            <a:xfrm>
              <a:off x="13041973" y="7593044"/>
              <a:ext cx="33655" cy="172720"/>
            </a:xfrm>
            <a:custGeom>
              <a:avLst/>
              <a:gdLst/>
              <a:ahLst/>
              <a:cxnLst/>
              <a:rect l="l" t="t" r="r" b="b"/>
              <a:pathLst>
                <a:path w="33655" h="172720">
                  <a:moveTo>
                    <a:pt x="33350" y="1270"/>
                  </a:moveTo>
                  <a:lnTo>
                    <a:pt x="28727" y="1270"/>
                  </a:lnTo>
                  <a:lnTo>
                    <a:pt x="28727" y="0"/>
                  </a:lnTo>
                  <a:lnTo>
                    <a:pt x="4216" y="0"/>
                  </a:lnTo>
                  <a:lnTo>
                    <a:pt x="4216" y="1270"/>
                  </a:lnTo>
                  <a:lnTo>
                    <a:pt x="0" y="1270"/>
                  </a:lnTo>
                  <a:lnTo>
                    <a:pt x="0" y="171450"/>
                  </a:lnTo>
                  <a:lnTo>
                    <a:pt x="3225" y="171450"/>
                  </a:lnTo>
                  <a:lnTo>
                    <a:pt x="3225" y="172720"/>
                  </a:lnTo>
                  <a:lnTo>
                    <a:pt x="29819" y="172720"/>
                  </a:lnTo>
                  <a:lnTo>
                    <a:pt x="29819" y="171450"/>
                  </a:lnTo>
                  <a:lnTo>
                    <a:pt x="33350" y="171450"/>
                  </a:lnTo>
                  <a:lnTo>
                    <a:pt x="33350" y="12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8" name="object 7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07164" y="7590770"/>
              <a:ext cx="132634" cy="177188"/>
            </a:xfrm>
            <a:prstGeom prst="rect">
              <a:avLst/>
            </a:prstGeom>
          </p:spPr>
        </p:pic>
        <p:pic>
          <p:nvPicPr>
            <p:cNvPr id="79" name="object 7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267903" y="7594514"/>
              <a:ext cx="111253" cy="170445"/>
            </a:xfrm>
            <a:prstGeom prst="rect">
              <a:avLst/>
            </a:prstGeom>
          </p:spPr>
        </p:pic>
        <p:sp>
          <p:nvSpPr>
            <p:cNvPr id="80" name="object 80" descr=""/>
            <p:cNvSpPr/>
            <p:nvPr/>
          </p:nvSpPr>
          <p:spPr>
            <a:xfrm>
              <a:off x="12602600" y="7781260"/>
              <a:ext cx="775335" cy="23495"/>
            </a:xfrm>
            <a:custGeom>
              <a:avLst/>
              <a:gdLst/>
              <a:ahLst/>
              <a:cxnLst/>
              <a:rect l="l" t="t" r="r" b="b"/>
              <a:pathLst>
                <a:path w="775334" h="23495">
                  <a:moveTo>
                    <a:pt x="774793" y="0"/>
                  </a:moveTo>
                  <a:lnTo>
                    <a:pt x="0" y="0"/>
                  </a:lnTo>
                  <a:lnTo>
                    <a:pt x="0" y="23130"/>
                  </a:lnTo>
                  <a:lnTo>
                    <a:pt x="774793" y="23130"/>
                  </a:lnTo>
                  <a:lnTo>
                    <a:pt x="7747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12313845" y="8562849"/>
              <a:ext cx="3114675" cy="82550"/>
            </a:xfrm>
            <a:custGeom>
              <a:avLst/>
              <a:gdLst/>
              <a:ahLst/>
              <a:cxnLst/>
              <a:rect l="l" t="t" r="r" b="b"/>
              <a:pathLst>
                <a:path w="3114675" h="82550">
                  <a:moveTo>
                    <a:pt x="3114240" y="0"/>
                  </a:moveTo>
                  <a:lnTo>
                    <a:pt x="0" y="0"/>
                  </a:lnTo>
                  <a:lnTo>
                    <a:pt x="0" y="82332"/>
                  </a:lnTo>
                  <a:lnTo>
                    <a:pt x="3114240" y="82332"/>
                  </a:lnTo>
                  <a:lnTo>
                    <a:pt x="3114240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12792008" y="8160662"/>
              <a:ext cx="399415" cy="402590"/>
            </a:xfrm>
            <a:custGeom>
              <a:avLst/>
              <a:gdLst/>
              <a:ahLst/>
              <a:cxnLst/>
              <a:rect l="l" t="t" r="r" b="b"/>
              <a:pathLst>
                <a:path w="399415" h="402590">
                  <a:moveTo>
                    <a:pt x="398951" y="0"/>
                  </a:moveTo>
                  <a:lnTo>
                    <a:pt x="0" y="0"/>
                  </a:lnTo>
                  <a:lnTo>
                    <a:pt x="0" y="402176"/>
                  </a:lnTo>
                  <a:lnTo>
                    <a:pt x="398951" y="402176"/>
                  </a:lnTo>
                  <a:lnTo>
                    <a:pt x="3989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12809868" y="8178031"/>
              <a:ext cx="362585" cy="371475"/>
            </a:xfrm>
            <a:custGeom>
              <a:avLst/>
              <a:gdLst/>
              <a:ahLst/>
              <a:cxnLst/>
              <a:rect l="l" t="t" r="r" b="b"/>
              <a:pathLst>
                <a:path w="362584" h="371475">
                  <a:moveTo>
                    <a:pt x="171869" y="0"/>
                  </a:moveTo>
                  <a:lnTo>
                    <a:pt x="0" y="0"/>
                  </a:lnTo>
                  <a:lnTo>
                    <a:pt x="0" y="371195"/>
                  </a:lnTo>
                  <a:lnTo>
                    <a:pt x="171869" y="371195"/>
                  </a:lnTo>
                  <a:lnTo>
                    <a:pt x="171869" y="0"/>
                  </a:lnTo>
                  <a:close/>
                </a:path>
                <a:path w="362584" h="371475">
                  <a:moveTo>
                    <a:pt x="362280" y="0"/>
                  </a:moveTo>
                  <a:lnTo>
                    <a:pt x="190411" y="0"/>
                  </a:lnTo>
                  <a:lnTo>
                    <a:pt x="190411" y="371195"/>
                  </a:lnTo>
                  <a:lnTo>
                    <a:pt x="362280" y="371195"/>
                  </a:lnTo>
                  <a:lnTo>
                    <a:pt x="362280" y="0"/>
                  </a:lnTo>
                  <a:close/>
                </a:path>
              </a:pathLst>
            </a:custGeom>
            <a:solidFill>
              <a:srgbClr val="709F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12955892" y="8352631"/>
              <a:ext cx="69215" cy="62865"/>
            </a:xfrm>
            <a:custGeom>
              <a:avLst/>
              <a:gdLst/>
              <a:ahLst/>
              <a:cxnLst/>
              <a:rect l="l" t="t" r="r" b="b"/>
              <a:pathLst>
                <a:path w="69215" h="62865">
                  <a:moveTo>
                    <a:pt x="10401" y="2349"/>
                  </a:moveTo>
                  <a:lnTo>
                    <a:pt x="8089" y="0"/>
                  </a:lnTo>
                  <a:lnTo>
                    <a:pt x="5219" y="0"/>
                  </a:lnTo>
                  <a:lnTo>
                    <a:pt x="2349" y="0"/>
                  </a:lnTo>
                  <a:lnTo>
                    <a:pt x="0" y="2349"/>
                  </a:lnTo>
                  <a:lnTo>
                    <a:pt x="0" y="60096"/>
                  </a:lnTo>
                  <a:lnTo>
                    <a:pt x="2349" y="62445"/>
                  </a:lnTo>
                  <a:lnTo>
                    <a:pt x="8089" y="62445"/>
                  </a:lnTo>
                  <a:lnTo>
                    <a:pt x="10401" y="60096"/>
                  </a:lnTo>
                  <a:lnTo>
                    <a:pt x="10401" y="2349"/>
                  </a:lnTo>
                  <a:close/>
                </a:path>
                <a:path w="69215" h="62865">
                  <a:moveTo>
                    <a:pt x="69215" y="2349"/>
                  </a:moveTo>
                  <a:lnTo>
                    <a:pt x="66903" y="0"/>
                  </a:lnTo>
                  <a:lnTo>
                    <a:pt x="64033" y="0"/>
                  </a:lnTo>
                  <a:lnTo>
                    <a:pt x="61163" y="0"/>
                  </a:lnTo>
                  <a:lnTo>
                    <a:pt x="58813" y="2349"/>
                  </a:lnTo>
                  <a:lnTo>
                    <a:pt x="58813" y="60096"/>
                  </a:lnTo>
                  <a:lnTo>
                    <a:pt x="61163" y="62445"/>
                  </a:lnTo>
                  <a:lnTo>
                    <a:pt x="66903" y="62445"/>
                  </a:lnTo>
                  <a:lnTo>
                    <a:pt x="69215" y="60096"/>
                  </a:lnTo>
                  <a:lnTo>
                    <a:pt x="69215" y="23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12686168" y="8001096"/>
              <a:ext cx="125095" cy="125095"/>
            </a:xfrm>
            <a:custGeom>
              <a:avLst/>
              <a:gdLst/>
              <a:ahLst/>
              <a:cxnLst/>
              <a:rect l="l" t="t" r="r" b="b"/>
              <a:pathLst>
                <a:path w="125095" h="125095">
                  <a:moveTo>
                    <a:pt x="124907" y="0"/>
                  </a:moveTo>
                  <a:lnTo>
                    <a:pt x="0" y="0"/>
                  </a:lnTo>
                  <a:lnTo>
                    <a:pt x="0" y="124865"/>
                  </a:lnTo>
                  <a:lnTo>
                    <a:pt x="124907" y="124865"/>
                  </a:lnTo>
                  <a:lnTo>
                    <a:pt x="124907" y="0"/>
                  </a:lnTo>
                  <a:close/>
                </a:path>
              </a:pathLst>
            </a:custGeom>
            <a:solidFill>
              <a:srgbClr val="709FB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6" name="object 8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845190" y="7986050"/>
              <a:ext cx="500707" cy="154948"/>
            </a:xfrm>
            <a:prstGeom prst="rect">
              <a:avLst/>
            </a:prstGeom>
          </p:spPr>
        </p:pic>
        <p:sp>
          <p:nvSpPr>
            <p:cNvPr id="87" name="object 87" descr=""/>
            <p:cNvSpPr/>
            <p:nvPr/>
          </p:nvSpPr>
          <p:spPr>
            <a:xfrm>
              <a:off x="14920289" y="7869006"/>
              <a:ext cx="473709" cy="694055"/>
            </a:xfrm>
            <a:custGeom>
              <a:avLst/>
              <a:gdLst/>
              <a:ahLst/>
              <a:cxnLst/>
              <a:rect l="l" t="t" r="r" b="b"/>
              <a:pathLst>
                <a:path w="473709" h="694054">
                  <a:moveTo>
                    <a:pt x="473116" y="0"/>
                  </a:moveTo>
                  <a:lnTo>
                    <a:pt x="0" y="0"/>
                  </a:lnTo>
                  <a:lnTo>
                    <a:pt x="0" y="693832"/>
                  </a:lnTo>
                  <a:lnTo>
                    <a:pt x="473116" y="693832"/>
                  </a:lnTo>
                  <a:lnTo>
                    <a:pt x="473116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15201767" y="7889131"/>
              <a:ext cx="191770" cy="41910"/>
            </a:xfrm>
            <a:custGeom>
              <a:avLst/>
              <a:gdLst/>
              <a:ahLst/>
              <a:cxnLst/>
              <a:rect l="l" t="t" r="r" b="b"/>
              <a:pathLst>
                <a:path w="191769" h="41909">
                  <a:moveTo>
                    <a:pt x="191627" y="0"/>
                  </a:moveTo>
                  <a:lnTo>
                    <a:pt x="0" y="0"/>
                  </a:lnTo>
                  <a:lnTo>
                    <a:pt x="0" y="41621"/>
                  </a:lnTo>
                  <a:lnTo>
                    <a:pt x="191627" y="41621"/>
                  </a:lnTo>
                  <a:lnTo>
                    <a:pt x="191627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15274624" y="7946941"/>
              <a:ext cx="119380" cy="41910"/>
            </a:xfrm>
            <a:custGeom>
              <a:avLst/>
              <a:gdLst/>
              <a:ahLst/>
              <a:cxnLst/>
              <a:rect l="l" t="t" r="r" b="b"/>
              <a:pathLst>
                <a:path w="119380" h="41909">
                  <a:moveTo>
                    <a:pt x="118781" y="0"/>
                  </a:moveTo>
                  <a:lnTo>
                    <a:pt x="0" y="0"/>
                  </a:lnTo>
                  <a:lnTo>
                    <a:pt x="0" y="41621"/>
                  </a:lnTo>
                  <a:lnTo>
                    <a:pt x="118781" y="41621"/>
                  </a:lnTo>
                  <a:lnTo>
                    <a:pt x="118781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15201767" y="8469606"/>
              <a:ext cx="191770" cy="41910"/>
            </a:xfrm>
            <a:custGeom>
              <a:avLst/>
              <a:gdLst/>
              <a:ahLst/>
              <a:cxnLst/>
              <a:rect l="l" t="t" r="r" b="b"/>
              <a:pathLst>
                <a:path w="191769" h="41909">
                  <a:moveTo>
                    <a:pt x="191627" y="0"/>
                  </a:moveTo>
                  <a:lnTo>
                    <a:pt x="0" y="0"/>
                  </a:lnTo>
                  <a:lnTo>
                    <a:pt x="0" y="41653"/>
                  </a:lnTo>
                  <a:lnTo>
                    <a:pt x="191627" y="41653"/>
                  </a:lnTo>
                  <a:lnTo>
                    <a:pt x="191627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15274620" y="8293855"/>
              <a:ext cx="119380" cy="269240"/>
            </a:xfrm>
            <a:custGeom>
              <a:avLst/>
              <a:gdLst/>
              <a:ahLst/>
              <a:cxnLst/>
              <a:rect l="l" t="t" r="r" b="b"/>
              <a:pathLst>
                <a:path w="119380" h="269240">
                  <a:moveTo>
                    <a:pt x="118783" y="227355"/>
                  </a:moveTo>
                  <a:lnTo>
                    <a:pt x="0" y="227355"/>
                  </a:lnTo>
                  <a:lnTo>
                    <a:pt x="0" y="268986"/>
                  </a:lnTo>
                  <a:lnTo>
                    <a:pt x="118783" y="268986"/>
                  </a:lnTo>
                  <a:lnTo>
                    <a:pt x="118783" y="227355"/>
                  </a:lnTo>
                  <a:close/>
                </a:path>
                <a:path w="119380" h="269240">
                  <a:moveTo>
                    <a:pt x="118783" y="0"/>
                  </a:moveTo>
                  <a:lnTo>
                    <a:pt x="0" y="0"/>
                  </a:lnTo>
                  <a:lnTo>
                    <a:pt x="0" y="41643"/>
                  </a:lnTo>
                  <a:lnTo>
                    <a:pt x="118783" y="41643"/>
                  </a:lnTo>
                  <a:lnTo>
                    <a:pt x="118783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15334014" y="8238335"/>
              <a:ext cx="59690" cy="41910"/>
            </a:xfrm>
            <a:custGeom>
              <a:avLst/>
              <a:gdLst/>
              <a:ahLst/>
              <a:cxnLst/>
              <a:rect l="l" t="t" r="r" b="b"/>
              <a:pathLst>
                <a:path w="59690" h="41909">
                  <a:moveTo>
                    <a:pt x="59390" y="0"/>
                  </a:moveTo>
                  <a:lnTo>
                    <a:pt x="0" y="0"/>
                  </a:lnTo>
                  <a:lnTo>
                    <a:pt x="0" y="41632"/>
                  </a:lnTo>
                  <a:lnTo>
                    <a:pt x="59390" y="41632"/>
                  </a:lnTo>
                  <a:lnTo>
                    <a:pt x="59390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13634433" y="8455669"/>
              <a:ext cx="107314" cy="107314"/>
            </a:xfrm>
            <a:custGeom>
              <a:avLst/>
              <a:gdLst/>
              <a:ahLst/>
              <a:cxnLst/>
              <a:rect l="l" t="t" r="r" b="b"/>
              <a:pathLst>
                <a:path w="107315" h="107315">
                  <a:moveTo>
                    <a:pt x="107138" y="0"/>
                  </a:moveTo>
                  <a:lnTo>
                    <a:pt x="0" y="0"/>
                  </a:lnTo>
                  <a:lnTo>
                    <a:pt x="0" y="107169"/>
                  </a:lnTo>
                  <a:lnTo>
                    <a:pt x="107138" y="107169"/>
                  </a:lnTo>
                  <a:lnTo>
                    <a:pt x="1071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13644830" y="8466066"/>
              <a:ext cx="86360" cy="86995"/>
            </a:xfrm>
            <a:custGeom>
              <a:avLst/>
              <a:gdLst/>
              <a:ahLst/>
              <a:cxnLst/>
              <a:rect l="l" t="t" r="r" b="b"/>
              <a:pathLst>
                <a:path w="86359" h="86995">
                  <a:moveTo>
                    <a:pt x="86342" y="0"/>
                  </a:moveTo>
                  <a:lnTo>
                    <a:pt x="0" y="0"/>
                  </a:lnTo>
                  <a:lnTo>
                    <a:pt x="0" y="86374"/>
                  </a:lnTo>
                  <a:lnTo>
                    <a:pt x="86342" y="86374"/>
                  </a:lnTo>
                  <a:lnTo>
                    <a:pt x="86342" y="0"/>
                  </a:lnTo>
                  <a:close/>
                </a:path>
              </a:pathLst>
            </a:custGeom>
            <a:solidFill>
              <a:srgbClr val="709F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13741560" y="8348541"/>
              <a:ext cx="107314" cy="107314"/>
            </a:xfrm>
            <a:custGeom>
              <a:avLst/>
              <a:gdLst/>
              <a:ahLst/>
              <a:cxnLst/>
              <a:rect l="l" t="t" r="r" b="b"/>
              <a:pathLst>
                <a:path w="107315" h="107315">
                  <a:moveTo>
                    <a:pt x="107169" y="0"/>
                  </a:moveTo>
                  <a:lnTo>
                    <a:pt x="0" y="0"/>
                  </a:lnTo>
                  <a:lnTo>
                    <a:pt x="0" y="107138"/>
                  </a:lnTo>
                  <a:lnTo>
                    <a:pt x="107169" y="107138"/>
                  </a:lnTo>
                  <a:lnTo>
                    <a:pt x="1071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13751968" y="8358939"/>
              <a:ext cx="86360" cy="86360"/>
            </a:xfrm>
            <a:custGeom>
              <a:avLst/>
              <a:gdLst/>
              <a:ahLst/>
              <a:cxnLst/>
              <a:rect l="l" t="t" r="r" b="b"/>
              <a:pathLst>
                <a:path w="86359" h="86359">
                  <a:moveTo>
                    <a:pt x="86363" y="0"/>
                  </a:moveTo>
                  <a:lnTo>
                    <a:pt x="0" y="0"/>
                  </a:lnTo>
                  <a:lnTo>
                    <a:pt x="0" y="86363"/>
                  </a:lnTo>
                  <a:lnTo>
                    <a:pt x="86363" y="86363"/>
                  </a:lnTo>
                  <a:lnTo>
                    <a:pt x="86363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13848730" y="8455669"/>
              <a:ext cx="107314" cy="107314"/>
            </a:xfrm>
            <a:custGeom>
              <a:avLst/>
              <a:gdLst/>
              <a:ahLst/>
              <a:cxnLst/>
              <a:rect l="l" t="t" r="r" b="b"/>
              <a:pathLst>
                <a:path w="107315" h="107315">
                  <a:moveTo>
                    <a:pt x="107169" y="0"/>
                  </a:moveTo>
                  <a:lnTo>
                    <a:pt x="0" y="0"/>
                  </a:lnTo>
                  <a:lnTo>
                    <a:pt x="0" y="107169"/>
                  </a:lnTo>
                  <a:lnTo>
                    <a:pt x="107169" y="107169"/>
                  </a:lnTo>
                  <a:lnTo>
                    <a:pt x="1071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13859138" y="8466066"/>
              <a:ext cx="86995" cy="86995"/>
            </a:xfrm>
            <a:custGeom>
              <a:avLst/>
              <a:gdLst/>
              <a:ahLst/>
              <a:cxnLst/>
              <a:rect l="l" t="t" r="r" b="b"/>
              <a:pathLst>
                <a:path w="86994" h="86995">
                  <a:moveTo>
                    <a:pt x="86374" y="0"/>
                  </a:moveTo>
                  <a:lnTo>
                    <a:pt x="0" y="0"/>
                  </a:lnTo>
                  <a:lnTo>
                    <a:pt x="0" y="86374"/>
                  </a:lnTo>
                  <a:lnTo>
                    <a:pt x="86374" y="86374"/>
                  </a:lnTo>
                  <a:lnTo>
                    <a:pt x="86374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13955889" y="8348541"/>
              <a:ext cx="107314" cy="107314"/>
            </a:xfrm>
            <a:custGeom>
              <a:avLst/>
              <a:gdLst/>
              <a:ahLst/>
              <a:cxnLst/>
              <a:rect l="l" t="t" r="r" b="b"/>
              <a:pathLst>
                <a:path w="107315" h="107315">
                  <a:moveTo>
                    <a:pt x="107138" y="0"/>
                  </a:moveTo>
                  <a:lnTo>
                    <a:pt x="0" y="0"/>
                  </a:lnTo>
                  <a:lnTo>
                    <a:pt x="0" y="107138"/>
                  </a:lnTo>
                  <a:lnTo>
                    <a:pt x="107138" y="107138"/>
                  </a:lnTo>
                  <a:lnTo>
                    <a:pt x="1071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13966297" y="8358939"/>
              <a:ext cx="86995" cy="86360"/>
            </a:xfrm>
            <a:custGeom>
              <a:avLst/>
              <a:gdLst/>
              <a:ahLst/>
              <a:cxnLst/>
              <a:rect l="l" t="t" r="r" b="b"/>
              <a:pathLst>
                <a:path w="86994" h="86359">
                  <a:moveTo>
                    <a:pt x="86374" y="0"/>
                  </a:moveTo>
                  <a:lnTo>
                    <a:pt x="0" y="0"/>
                  </a:lnTo>
                  <a:lnTo>
                    <a:pt x="0" y="86363"/>
                  </a:lnTo>
                  <a:lnTo>
                    <a:pt x="86374" y="86363"/>
                  </a:lnTo>
                  <a:lnTo>
                    <a:pt x="86374" y="0"/>
                  </a:lnTo>
                  <a:close/>
                </a:path>
              </a:pathLst>
            </a:custGeom>
            <a:solidFill>
              <a:srgbClr val="709F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14063037" y="8241372"/>
              <a:ext cx="107314" cy="107314"/>
            </a:xfrm>
            <a:custGeom>
              <a:avLst/>
              <a:gdLst/>
              <a:ahLst/>
              <a:cxnLst/>
              <a:rect l="l" t="t" r="r" b="b"/>
              <a:pathLst>
                <a:path w="107315" h="107315">
                  <a:moveTo>
                    <a:pt x="107159" y="0"/>
                  </a:moveTo>
                  <a:lnTo>
                    <a:pt x="0" y="0"/>
                  </a:lnTo>
                  <a:lnTo>
                    <a:pt x="0" y="107159"/>
                  </a:lnTo>
                  <a:lnTo>
                    <a:pt x="107159" y="107159"/>
                  </a:lnTo>
                  <a:lnTo>
                    <a:pt x="107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14073424" y="8251769"/>
              <a:ext cx="86995" cy="86360"/>
            </a:xfrm>
            <a:custGeom>
              <a:avLst/>
              <a:gdLst/>
              <a:ahLst/>
              <a:cxnLst/>
              <a:rect l="l" t="t" r="r" b="b"/>
              <a:pathLst>
                <a:path w="86994" h="86359">
                  <a:moveTo>
                    <a:pt x="86384" y="0"/>
                  </a:moveTo>
                  <a:lnTo>
                    <a:pt x="0" y="0"/>
                  </a:lnTo>
                  <a:lnTo>
                    <a:pt x="0" y="86363"/>
                  </a:lnTo>
                  <a:lnTo>
                    <a:pt x="86384" y="86363"/>
                  </a:lnTo>
                  <a:lnTo>
                    <a:pt x="86384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14170196" y="8134213"/>
              <a:ext cx="107314" cy="107314"/>
            </a:xfrm>
            <a:custGeom>
              <a:avLst/>
              <a:gdLst/>
              <a:ahLst/>
              <a:cxnLst/>
              <a:rect l="l" t="t" r="r" b="b"/>
              <a:pathLst>
                <a:path w="107315" h="107315">
                  <a:moveTo>
                    <a:pt x="107179" y="0"/>
                  </a:moveTo>
                  <a:lnTo>
                    <a:pt x="0" y="0"/>
                  </a:lnTo>
                  <a:lnTo>
                    <a:pt x="0" y="107159"/>
                  </a:lnTo>
                  <a:lnTo>
                    <a:pt x="107179" y="107159"/>
                  </a:lnTo>
                  <a:lnTo>
                    <a:pt x="1071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14180594" y="8144600"/>
              <a:ext cx="86995" cy="86995"/>
            </a:xfrm>
            <a:custGeom>
              <a:avLst/>
              <a:gdLst/>
              <a:ahLst/>
              <a:cxnLst/>
              <a:rect l="l" t="t" r="r" b="b"/>
              <a:pathLst>
                <a:path w="86994" h="86995">
                  <a:moveTo>
                    <a:pt x="86374" y="0"/>
                  </a:moveTo>
                  <a:lnTo>
                    <a:pt x="0" y="0"/>
                  </a:lnTo>
                  <a:lnTo>
                    <a:pt x="0" y="86374"/>
                  </a:lnTo>
                  <a:lnTo>
                    <a:pt x="86374" y="86374"/>
                  </a:lnTo>
                  <a:lnTo>
                    <a:pt x="86374" y="0"/>
                  </a:lnTo>
                  <a:close/>
                </a:path>
              </a:pathLst>
            </a:custGeom>
            <a:solidFill>
              <a:srgbClr val="709F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14277366" y="8241372"/>
              <a:ext cx="107314" cy="107314"/>
            </a:xfrm>
            <a:custGeom>
              <a:avLst/>
              <a:gdLst/>
              <a:ahLst/>
              <a:cxnLst/>
              <a:rect l="l" t="t" r="r" b="b"/>
              <a:pathLst>
                <a:path w="107315" h="107315">
                  <a:moveTo>
                    <a:pt x="107159" y="0"/>
                  </a:moveTo>
                  <a:lnTo>
                    <a:pt x="0" y="0"/>
                  </a:lnTo>
                  <a:lnTo>
                    <a:pt x="0" y="107159"/>
                  </a:lnTo>
                  <a:lnTo>
                    <a:pt x="107159" y="107159"/>
                  </a:lnTo>
                  <a:lnTo>
                    <a:pt x="107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14287763" y="8251769"/>
              <a:ext cx="86360" cy="86360"/>
            </a:xfrm>
            <a:custGeom>
              <a:avLst/>
              <a:gdLst/>
              <a:ahLst/>
              <a:cxnLst/>
              <a:rect l="l" t="t" r="r" b="b"/>
              <a:pathLst>
                <a:path w="86359" h="86359">
                  <a:moveTo>
                    <a:pt x="86363" y="0"/>
                  </a:moveTo>
                  <a:lnTo>
                    <a:pt x="0" y="0"/>
                  </a:lnTo>
                  <a:lnTo>
                    <a:pt x="0" y="86363"/>
                  </a:lnTo>
                  <a:lnTo>
                    <a:pt x="86363" y="86363"/>
                  </a:lnTo>
                  <a:lnTo>
                    <a:pt x="86363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14384535" y="8134213"/>
              <a:ext cx="107314" cy="107314"/>
            </a:xfrm>
            <a:custGeom>
              <a:avLst/>
              <a:gdLst/>
              <a:ahLst/>
              <a:cxnLst/>
              <a:rect l="l" t="t" r="r" b="b"/>
              <a:pathLst>
                <a:path w="107315" h="107315">
                  <a:moveTo>
                    <a:pt x="107138" y="0"/>
                  </a:moveTo>
                  <a:lnTo>
                    <a:pt x="0" y="0"/>
                  </a:lnTo>
                  <a:lnTo>
                    <a:pt x="0" y="107159"/>
                  </a:lnTo>
                  <a:lnTo>
                    <a:pt x="107138" y="107159"/>
                  </a:lnTo>
                  <a:lnTo>
                    <a:pt x="1071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14394923" y="8144600"/>
              <a:ext cx="86360" cy="86995"/>
            </a:xfrm>
            <a:custGeom>
              <a:avLst/>
              <a:gdLst/>
              <a:ahLst/>
              <a:cxnLst/>
              <a:rect l="l" t="t" r="r" b="b"/>
              <a:pathLst>
                <a:path w="86359" h="86995">
                  <a:moveTo>
                    <a:pt x="86342" y="0"/>
                  </a:moveTo>
                  <a:lnTo>
                    <a:pt x="0" y="0"/>
                  </a:lnTo>
                  <a:lnTo>
                    <a:pt x="0" y="86374"/>
                  </a:lnTo>
                  <a:lnTo>
                    <a:pt x="86342" y="86374"/>
                  </a:lnTo>
                  <a:lnTo>
                    <a:pt x="86342" y="0"/>
                  </a:lnTo>
                  <a:close/>
                </a:path>
              </a:pathLst>
            </a:custGeom>
            <a:solidFill>
              <a:srgbClr val="709F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14063037" y="8455669"/>
              <a:ext cx="107314" cy="107314"/>
            </a:xfrm>
            <a:custGeom>
              <a:avLst/>
              <a:gdLst/>
              <a:ahLst/>
              <a:cxnLst/>
              <a:rect l="l" t="t" r="r" b="b"/>
              <a:pathLst>
                <a:path w="107315" h="107315">
                  <a:moveTo>
                    <a:pt x="107159" y="0"/>
                  </a:moveTo>
                  <a:lnTo>
                    <a:pt x="0" y="0"/>
                  </a:lnTo>
                  <a:lnTo>
                    <a:pt x="0" y="107169"/>
                  </a:lnTo>
                  <a:lnTo>
                    <a:pt x="107159" y="107169"/>
                  </a:lnTo>
                  <a:lnTo>
                    <a:pt x="107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14073424" y="8466066"/>
              <a:ext cx="86995" cy="86995"/>
            </a:xfrm>
            <a:custGeom>
              <a:avLst/>
              <a:gdLst/>
              <a:ahLst/>
              <a:cxnLst/>
              <a:rect l="l" t="t" r="r" b="b"/>
              <a:pathLst>
                <a:path w="86994" h="86995">
                  <a:moveTo>
                    <a:pt x="86384" y="0"/>
                  </a:moveTo>
                  <a:lnTo>
                    <a:pt x="0" y="0"/>
                  </a:lnTo>
                  <a:lnTo>
                    <a:pt x="0" y="86374"/>
                  </a:lnTo>
                  <a:lnTo>
                    <a:pt x="86384" y="86374"/>
                  </a:lnTo>
                  <a:lnTo>
                    <a:pt x="86384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14170196" y="8348541"/>
              <a:ext cx="107314" cy="107314"/>
            </a:xfrm>
            <a:custGeom>
              <a:avLst/>
              <a:gdLst/>
              <a:ahLst/>
              <a:cxnLst/>
              <a:rect l="l" t="t" r="r" b="b"/>
              <a:pathLst>
                <a:path w="107315" h="107315">
                  <a:moveTo>
                    <a:pt x="107179" y="0"/>
                  </a:moveTo>
                  <a:lnTo>
                    <a:pt x="0" y="0"/>
                  </a:lnTo>
                  <a:lnTo>
                    <a:pt x="0" y="107138"/>
                  </a:lnTo>
                  <a:lnTo>
                    <a:pt x="107179" y="107138"/>
                  </a:lnTo>
                  <a:lnTo>
                    <a:pt x="1071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14180594" y="8358939"/>
              <a:ext cx="86995" cy="86360"/>
            </a:xfrm>
            <a:custGeom>
              <a:avLst/>
              <a:gdLst/>
              <a:ahLst/>
              <a:cxnLst/>
              <a:rect l="l" t="t" r="r" b="b"/>
              <a:pathLst>
                <a:path w="86994" h="86359">
                  <a:moveTo>
                    <a:pt x="86374" y="0"/>
                  </a:moveTo>
                  <a:lnTo>
                    <a:pt x="0" y="0"/>
                  </a:lnTo>
                  <a:lnTo>
                    <a:pt x="0" y="86363"/>
                  </a:lnTo>
                  <a:lnTo>
                    <a:pt x="86374" y="86363"/>
                  </a:lnTo>
                  <a:lnTo>
                    <a:pt x="86374" y="0"/>
                  </a:lnTo>
                  <a:close/>
                </a:path>
              </a:pathLst>
            </a:custGeom>
            <a:solidFill>
              <a:srgbClr val="A0DD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14277366" y="8455669"/>
              <a:ext cx="107314" cy="107314"/>
            </a:xfrm>
            <a:custGeom>
              <a:avLst/>
              <a:gdLst/>
              <a:ahLst/>
              <a:cxnLst/>
              <a:rect l="l" t="t" r="r" b="b"/>
              <a:pathLst>
                <a:path w="107315" h="107315">
                  <a:moveTo>
                    <a:pt x="107159" y="0"/>
                  </a:moveTo>
                  <a:lnTo>
                    <a:pt x="0" y="0"/>
                  </a:lnTo>
                  <a:lnTo>
                    <a:pt x="0" y="107169"/>
                  </a:lnTo>
                  <a:lnTo>
                    <a:pt x="107159" y="107169"/>
                  </a:lnTo>
                  <a:lnTo>
                    <a:pt x="107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14287763" y="8466066"/>
              <a:ext cx="86360" cy="86995"/>
            </a:xfrm>
            <a:custGeom>
              <a:avLst/>
              <a:gdLst/>
              <a:ahLst/>
              <a:cxnLst/>
              <a:rect l="l" t="t" r="r" b="b"/>
              <a:pathLst>
                <a:path w="86359" h="86995">
                  <a:moveTo>
                    <a:pt x="86363" y="0"/>
                  </a:moveTo>
                  <a:lnTo>
                    <a:pt x="0" y="0"/>
                  </a:lnTo>
                  <a:lnTo>
                    <a:pt x="0" y="86374"/>
                  </a:lnTo>
                  <a:lnTo>
                    <a:pt x="86363" y="86374"/>
                  </a:lnTo>
                  <a:lnTo>
                    <a:pt x="86363" y="0"/>
                  </a:lnTo>
                  <a:close/>
                </a:path>
              </a:pathLst>
            </a:custGeom>
            <a:solidFill>
              <a:srgbClr val="709F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14384535" y="8348541"/>
              <a:ext cx="107314" cy="107314"/>
            </a:xfrm>
            <a:custGeom>
              <a:avLst/>
              <a:gdLst/>
              <a:ahLst/>
              <a:cxnLst/>
              <a:rect l="l" t="t" r="r" b="b"/>
              <a:pathLst>
                <a:path w="107315" h="107315">
                  <a:moveTo>
                    <a:pt x="107138" y="0"/>
                  </a:moveTo>
                  <a:lnTo>
                    <a:pt x="0" y="0"/>
                  </a:lnTo>
                  <a:lnTo>
                    <a:pt x="0" y="107138"/>
                  </a:lnTo>
                  <a:lnTo>
                    <a:pt x="107138" y="107138"/>
                  </a:lnTo>
                  <a:lnTo>
                    <a:pt x="1071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14394923" y="8358939"/>
              <a:ext cx="86360" cy="86360"/>
            </a:xfrm>
            <a:custGeom>
              <a:avLst/>
              <a:gdLst/>
              <a:ahLst/>
              <a:cxnLst/>
              <a:rect l="l" t="t" r="r" b="b"/>
              <a:pathLst>
                <a:path w="86359" h="86359">
                  <a:moveTo>
                    <a:pt x="86342" y="0"/>
                  </a:moveTo>
                  <a:lnTo>
                    <a:pt x="0" y="0"/>
                  </a:lnTo>
                  <a:lnTo>
                    <a:pt x="0" y="86363"/>
                  </a:lnTo>
                  <a:lnTo>
                    <a:pt x="86342" y="86363"/>
                  </a:lnTo>
                  <a:lnTo>
                    <a:pt x="86342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13634433" y="8241372"/>
              <a:ext cx="107314" cy="107314"/>
            </a:xfrm>
            <a:custGeom>
              <a:avLst/>
              <a:gdLst/>
              <a:ahLst/>
              <a:cxnLst/>
              <a:rect l="l" t="t" r="r" b="b"/>
              <a:pathLst>
                <a:path w="107315" h="107315">
                  <a:moveTo>
                    <a:pt x="107138" y="0"/>
                  </a:moveTo>
                  <a:lnTo>
                    <a:pt x="0" y="0"/>
                  </a:lnTo>
                  <a:lnTo>
                    <a:pt x="0" y="107159"/>
                  </a:lnTo>
                  <a:lnTo>
                    <a:pt x="107138" y="107159"/>
                  </a:lnTo>
                  <a:lnTo>
                    <a:pt x="1071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13644830" y="8251769"/>
              <a:ext cx="86360" cy="86360"/>
            </a:xfrm>
            <a:custGeom>
              <a:avLst/>
              <a:gdLst/>
              <a:ahLst/>
              <a:cxnLst/>
              <a:rect l="l" t="t" r="r" b="b"/>
              <a:pathLst>
                <a:path w="86359" h="86359">
                  <a:moveTo>
                    <a:pt x="86342" y="0"/>
                  </a:moveTo>
                  <a:lnTo>
                    <a:pt x="0" y="0"/>
                  </a:lnTo>
                  <a:lnTo>
                    <a:pt x="0" y="86363"/>
                  </a:lnTo>
                  <a:lnTo>
                    <a:pt x="86342" y="86363"/>
                  </a:lnTo>
                  <a:lnTo>
                    <a:pt x="86342" y="0"/>
                  </a:lnTo>
                  <a:close/>
                </a:path>
              </a:pathLst>
            </a:custGeom>
            <a:solidFill>
              <a:srgbClr val="709F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13741560" y="8134213"/>
              <a:ext cx="107314" cy="107314"/>
            </a:xfrm>
            <a:custGeom>
              <a:avLst/>
              <a:gdLst/>
              <a:ahLst/>
              <a:cxnLst/>
              <a:rect l="l" t="t" r="r" b="b"/>
              <a:pathLst>
                <a:path w="107315" h="107315">
                  <a:moveTo>
                    <a:pt x="107169" y="0"/>
                  </a:moveTo>
                  <a:lnTo>
                    <a:pt x="0" y="0"/>
                  </a:lnTo>
                  <a:lnTo>
                    <a:pt x="0" y="107159"/>
                  </a:lnTo>
                  <a:lnTo>
                    <a:pt x="107169" y="107159"/>
                  </a:lnTo>
                  <a:lnTo>
                    <a:pt x="1071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13751968" y="8144600"/>
              <a:ext cx="86360" cy="86995"/>
            </a:xfrm>
            <a:custGeom>
              <a:avLst/>
              <a:gdLst/>
              <a:ahLst/>
              <a:cxnLst/>
              <a:rect l="l" t="t" r="r" b="b"/>
              <a:pathLst>
                <a:path w="86359" h="86995">
                  <a:moveTo>
                    <a:pt x="86363" y="0"/>
                  </a:moveTo>
                  <a:lnTo>
                    <a:pt x="0" y="0"/>
                  </a:lnTo>
                  <a:lnTo>
                    <a:pt x="0" y="86374"/>
                  </a:lnTo>
                  <a:lnTo>
                    <a:pt x="86363" y="86374"/>
                  </a:lnTo>
                  <a:lnTo>
                    <a:pt x="86363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13848730" y="8241372"/>
              <a:ext cx="107314" cy="107314"/>
            </a:xfrm>
            <a:custGeom>
              <a:avLst/>
              <a:gdLst/>
              <a:ahLst/>
              <a:cxnLst/>
              <a:rect l="l" t="t" r="r" b="b"/>
              <a:pathLst>
                <a:path w="107315" h="107315">
                  <a:moveTo>
                    <a:pt x="107169" y="0"/>
                  </a:moveTo>
                  <a:lnTo>
                    <a:pt x="0" y="0"/>
                  </a:lnTo>
                  <a:lnTo>
                    <a:pt x="0" y="107159"/>
                  </a:lnTo>
                  <a:lnTo>
                    <a:pt x="107169" y="107159"/>
                  </a:lnTo>
                  <a:lnTo>
                    <a:pt x="1071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13859138" y="8251769"/>
              <a:ext cx="86995" cy="86360"/>
            </a:xfrm>
            <a:custGeom>
              <a:avLst/>
              <a:gdLst/>
              <a:ahLst/>
              <a:cxnLst/>
              <a:rect l="l" t="t" r="r" b="b"/>
              <a:pathLst>
                <a:path w="86994" h="86359">
                  <a:moveTo>
                    <a:pt x="86374" y="0"/>
                  </a:moveTo>
                  <a:lnTo>
                    <a:pt x="0" y="0"/>
                  </a:lnTo>
                  <a:lnTo>
                    <a:pt x="0" y="86363"/>
                  </a:lnTo>
                  <a:lnTo>
                    <a:pt x="86374" y="86363"/>
                  </a:lnTo>
                  <a:lnTo>
                    <a:pt x="86374" y="0"/>
                  </a:lnTo>
                  <a:close/>
                </a:path>
              </a:pathLst>
            </a:custGeom>
            <a:solidFill>
              <a:srgbClr val="A0DD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13955889" y="8134213"/>
              <a:ext cx="107314" cy="107314"/>
            </a:xfrm>
            <a:custGeom>
              <a:avLst/>
              <a:gdLst/>
              <a:ahLst/>
              <a:cxnLst/>
              <a:rect l="l" t="t" r="r" b="b"/>
              <a:pathLst>
                <a:path w="107315" h="107315">
                  <a:moveTo>
                    <a:pt x="107138" y="0"/>
                  </a:moveTo>
                  <a:lnTo>
                    <a:pt x="0" y="0"/>
                  </a:lnTo>
                  <a:lnTo>
                    <a:pt x="0" y="107159"/>
                  </a:lnTo>
                  <a:lnTo>
                    <a:pt x="107138" y="107159"/>
                  </a:lnTo>
                  <a:lnTo>
                    <a:pt x="1071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13966297" y="8144600"/>
              <a:ext cx="86995" cy="86995"/>
            </a:xfrm>
            <a:custGeom>
              <a:avLst/>
              <a:gdLst/>
              <a:ahLst/>
              <a:cxnLst/>
              <a:rect l="l" t="t" r="r" b="b"/>
              <a:pathLst>
                <a:path w="86994" h="86995">
                  <a:moveTo>
                    <a:pt x="86374" y="0"/>
                  </a:moveTo>
                  <a:lnTo>
                    <a:pt x="0" y="0"/>
                  </a:lnTo>
                  <a:lnTo>
                    <a:pt x="0" y="86374"/>
                  </a:lnTo>
                  <a:lnTo>
                    <a:pt x="86374" y="86374"/>
                  </a:lnTo>
                  <a:lnTo>
                    <a:pt x="86374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14491663" y="8241372"/>
              <a:ext cx="107314" cy="107314"/>
            </a:xfrm>
            <a:custGeom>
              <a:avLst/>
              <a:gdLst/>
              <a:ahLst/>
              <a:cxnLst/>
              <a:rect l="l" t="t" r="r" b="b"/>
              <a:pathLst>
                <a:path w="107315" h="107315">
                  <a:moveTo>
                    <a:pt x="107169" y="0"/>
                  </a:moveTo>
                  <a:lnTo>
                    <a:pt x="0" y="0"/>
                  </a:lnTo>
                  <a:lnTo>
                    <a:pt x="0" y="107159"/>
                  </a:lnTo>
                  <a:lnTo>
                    <a:pt x="107169" y="107159"/>
                  </a:lnTo>
                  <a:lnTo>
                    <a:pt x="1071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14502061" y="8251769"/>
              <a:ext cx="86995" cy="86360"/>
            </a:xfrm>
            <a:custGeom>
              <a:avLst/>
              <a:gdLst/>
              <a:ahLst/>
              <a:cxnLst/>
              <a:rect l="l" t="t" r="r" b="b"/>
              <a:pathLst>
                <a:path w="86994" h="86359">
                  <a:moveTo>
                    <a:pt x="86374" y="0"/>
                  </a:moveTo>
                  <a:lnTo>
                    <a:pt x="0" y="0"/>
                  </a:lnTo>
                  <a:lnTo>
                    <a:pt x="0" y="86363"/>
                  </a:lnTo>
                  <a:lnTo>
                    <a:pt x="86374" y="86363"/>
                  </a:lnTo>
                  <a:lnTo>
                    <a:pt x="86374" y="0"/>
                  </a:lnTo>
                  <a:close/>
                </a:path>
              </a:pathLst>
            </a:custGeom>
            <a:solidFill>
              <a:srgbClr val="A0DD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14598822" y="8348541"/>
              <a:ext cx="107314" cy="107314"/>
            </a:xfrm>
            <a:custGeom>
              <a:avLst/>
              <a:gdLst/>
              <a:ahLst/>
              <a:cxnLst/>
              <a:rect l="l" t="t" r="r" b="b"/>
              <a:pathLst>
                <a:path w="107315" h="107315">
                  <a:moveTo>
                    <a:pt x="107169" y="0"/>
                  </a:moveTo>
                  <a:lnTo>
                    <a:pt x="0" y="0"/>
                  </a:lnTo>
                  <a:lnTo>
                    <a:pt x="0" y="107138"/>
                  </a:lnTo>
                  <a:lnTo>
                    <a:pt x="107169" y="107138"/>
                  </a:lnTo>
                  <a:lnTo>
                    <a:pt x="1071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14609230" y="8358939"/>
              <a:ext cx="86360" cy="86360"/>
            </a:xfrm>
            <a:custGeom>
              <a:avLst/>
              <a:gdLst/>
              <a:ahLst/>
              <a:cxnLst/>
              <a:rect l="l" t="t" r="r" b="b"/>
              <a:pathLst>
                <a:path w="86359" h="86359">
                  <a:moveTo>
                    <a:pt x="86363" y="0"/>
                  </a:moveTo>
                  <a:lnTo>
                    <a:pt x="0" y="0"/>
                  </a:lnTo>
                  <a:lnTo>
                    <a:pt x="0" y="86332"/>
                  </a:lnTo>
                  <a:lnTo>
                    <a:pt x="86363" y="86332"/>
                  </a:lnTo>
                  <a:lnTo>
                    <a:pt x="86363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14705992" y="8241372"/>
              <a:ext cx="107314" cy="107314"/>
            </a:xfrm>
            <a:custGeom>
              <a:avLst/>
              <a:gdLst/>
              <a:ahLst/>
              <a:cxnLst/>
              <a:rect l="l" t="t" r="r" b="b"/>
              <a:pathLst>
                <a:path w="107315" h="107315">
                  <a:moveTo>
                    <a:pt x="107169" y="0"/>
                  </a:moveTo>
                  <a:lnTo>
                    <a:pt x="0" y="0"/>
                  </a:lnTo>
                  <a:lnTo>
                    <a:pt x="0" y="107159"/>
                  </a:lnTo>
                  <a:lnTo>
                    <a:pt x="107169" y="107159"/>
                  </a:lnTo>
                  <a:lnTo>
                    <a:pt x="1071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14716389" y="8251769"/>
              <a:ext cx="86360" cy="86360"/>
            </a:xfrm>
            <a:custGeom>
              <a:avLst/>
              <a:gdLst/>
              <a:ahLst/>
              <a:cxnLst/>
              <a:rect l="l" t="t" r="r" b="b"/>
              <a:pathLst>
                <a:path w="86359" h="86359">
                  <a:moveTo>
                    <a:pt x="86363" y="0"/>
                  </a:moveTo>
                  <a:lnTo>
                    <a:pt x="0" y="0"/>
                  </a:lnTo>
                  <a:lnTo>
                    <a:pt x="0" y="86363"/>
                  </a:lnTo>
                  <a:lnTo>
                    <a:pt x="86363" y="86363"/>
                  </a:lnTo>
                  <a:lnTo>
                    <a:pt x="86363" y="0"/>
                  </a:lnTo>
                  <a:close/>
                </a:path>
              </a:pathLst>
            </a:custGeom>
            <a:solidFill>
              <a:srgbClr val="709F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14491663" y="8455669"/>
              <a:ext cx="107314" cy="107314"/>
            </a:xfrm>
            <a:custGeom>
              <a:avLst/>
              <a:gdLst/>
              <a:ahLst/>
              <a:cxnLst/>
              <a:rect l="l" t="t" r="r" b="b"/>
              <a:pathLst>
                <a:path w="107315" h="107315">
                  <a:moveTo>
                    <a:pt x="107169" y="0"/>
                  </a:moveTo>
                  <a:lnTo>
                    <a:pt x="0" y="0"/>
                  </a:lnTo>
                  <a:lnTo>
                    <a:pt x="0" y="107169"/>
                  </a:lnTo>
                  <a:lnTo>
                    <a:pt x="107169" y="107169"/>
                  </a:lnTo>
                  <a:lnTo>
                    <a:pt x="1071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14502061" y="8466066"/>
              <a:ext cx="86995" cy="86995"/>
            </a:xfrm>
            <a:custGeom>
              <a:avLst/>
              <a:gdLst/>
              <a:ahLst/>
              <a:cxnLst/>
              <a:rect l="l" t="t" r="r" b="b"/>
              <a:pathLst>
                <a:path w="86994" h="86995">
                  <a:moveTo>
                    <a:pt x="86374" y="0"/>
                  </a:moveTo>
                  <a:lnTo>
                    <a:pt x="0" y="0"/>
                  </a:lnTo>
                  <a:lnTo>
                    <a:pt x="0" y="86374"/>
                  </a:lnTo>
                  <a:lnTo>
                    <a:pt x="86374" y="86374"/>
                  </a:lnTo>
                  <a:lnTo>
                    <a:pt x="86374" y="0"/>
                  </a:lnTo>
                  <a:close/>
                </a:path>
              </a:pathLst>
            </a:custGeom>
            <a:solidFill>
              <a:srgbClr val="709F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14813161" y="8348541"/>
              <a:ext cx="107314" cy="107314"/>
            </a:xfrm>
            <a:custGeom>
              <a:avLst/>
              <a:gdLst/>
              <a:ahLst/>
              <a:cxnLst/>
              <a:rect l="l" t="t" r="r" b="b"/>
              <a:pathLst>
                <a:path w="107315" h="107315">
                  <a:moveTo>
                    <a:pt x="107138" y="0"/>
                  </a:moveTo>
                  <a:lnTo>
                    <a:pt x="0" y="0"/>
                  </a:lnTo>
                  <a:lnTo>
                    <a:pt x="0" y="107138"/>
                  </a:lnTo>
                  <a:lnTo>
                    <a:pt x="107138" y="107138"/>
                  </a:lnTo>
                  <a:lnTo>
                    <a:pt x="1071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14823548" y="8358939"/>
              <a:ext cx="86360" cy="86360"/>
            </a:xfrm>
            <a:custGeom>
              <a:avLst/>
              <a:gdLst/>
              <a:ahLst/>
              <a:cxnLst/>
              <a:rect l="l" t="t" r="r" b="b"/>
              <a:pathLst>
                <a:path w="86359" h="86359">
                  <a:moveTo>
                    <a:pt x="86342" y="0"/>
                  </a:moveTo>
                  <a:lnTo>
                    <a:pt x="0" y="0"/>
                  </a:lnTo>
                  <a:lnTo>
                    <a:pt x="0" y="86332"/>
                  </a:lnTo>
                  <a:lnTo>
                    <a:pt x="86342" y="86332"/>
                  </a:lnTo>
                  <a:lnTo>
                    <a:pt x="86342" y="0"/>
                  </a:lnTo>
                  <a:close/>
                </a:path>
              </a:pathLst>
            </a:custGeom>
            <a:solidFill>
              <a:srgbClr val="709F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14705992" y="8455669"/>
              <a:ext cx="107314" cy="107314"/>
            </a:xfrm>
            <a:custGeom>
              <a:avLst/>
              <a:gdLst/>
              <a:ahLst/>
              <a:cxnLst/>
              <a:rect l="l" t="t" r="r" b="b"/>
              <a:pathLst>
                <a:path w="107315" h="107315">
                  <a:moveTo>
                    <a:pt x="107169" y="0"/>
                  </a:moveTo>
                  <a:lnTo>
                    <a:pt x="0" y="0"/>
                  </a:lnTo>
                  <a:lnTo>
                    <a:pt x="0" y="107169"/>
                  </a:lnTo>
                  <a:lnTo>
                    <a:pt x="107169" y="107169"/>
                  </a:lnTo>
                  <a:lnTo>
                    <a:pt x="1071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14716389" y="8466066"/>
              <a:ext cx="86360" cy="86995"/>
            </a:xfrm>
            <a:custGeom>
              <a:avLst/>
              <a:gdLst/>
              <a:ahLst/>
              <a:cxnLst/>
              <a:rect l="l" t="t" r="r" b="b"/>
              <a:pathLst>
                <a:path w="86359" h="86995">
                  <a:moveTo>
                    <a:pt x="86363" y="0"/>
                  </a:moveTo>
                  <a:lnTo>
                    <a:pt x="0" y="0"/>
                  </a:lnTo>
                  <a:lnTo>
                    <a:pt x="0" y="86374"/>
                  </a:lnTo>
                  <a:lnTo>
                    <a:pt x="86363" y="86374"/>
                  </a:lnTo>
                  <a:lnTo>
                    <a:pt x="86363" y="0"/>
                  </a:lnTo>
                  <a:close/>
                </a:path>
              </a:pathLst>
            </a:custGeom>
            <a:solidFill>
              <a:srgbClr val="A0DD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14813161" y="8134213"/>
              <a:ext cx="107314" cy="107314"/>
            </a:xfrm>
            <a:custGeom>
              <a:avLst/>
              <a:gdLst/>
              <a:ahLst/>
              <a:cxnLst/>
              <a:rect l="l" t="t" r="r" b="b"/>
              <a:pathLst>
                <a:path w="107315" h="107315">
                  <a:moveTo>
                    <a:pt x="107138" y="0"/>
                  </a:moveTo>
                  <a:lnTo>
                    <a:pt x="0" y="0"/>
                  </a:lnTo>
                  <a:lnTo>
                    <a:pt x="0" y="107159"/>
                  </a:lnTo>
                  <a:lnTo>
                    <a:pt x="107138" y="107159"/>
                  </a:lnTo>
                  <a:lnTo>
                    <a:pt x="1071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14823548" y="8144600"/>
              <a:ext cx="86360" cy="86995"/>
            </a:xfrm>
            <a:custGeom>
              <a:avLst/>
              <a:gdLst/>
              <a:ahLst/>
              <a:cxnLst/>
              <a:rect l="l" t="t" r="r" b="b"/>
              <a:pathLst>
                <a:path w="86359" h="86995">
                  <a:moveTo>
                    <a:pt x="86342" y="0"/>
                  </a:moveTo>
                  <a:lnTo>
                    <a:pt x="0" y="0"/>
                  </a:lnTo>
                  <a:lnTo>
                    <a:pt x="0" y="86374"/>
                  </a:lnTo>
                  <a:lnTo>
                    <a:pt x="86342" y="86374"/>
                  </a:lnTo>
                  <a:lnTo>
                    <a:pt x="86342" y="0"/>
                  </a:lnTo>
                  <a:close/>
                </a:path>
              </a:pathLst>
            </a:custGeom>
            <a:solidFill>
              <a:srgbClr val="A0DD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14598822" y="8134213"/>
              <a:ext cx="107314" cy="107314"/>
            </a:xfrm>
            <a:custGeom>
              <a:avLst/>
              <a:gdLst/>
              <a:ahLst/>
              <a:cxnLst/>
              <a:rect l="l" t="t" r="r" b="b"/>
              <a:pathLst>
                <a:path w="107315" h="107315">
                  <a:moveTo>
                    <a:pt x="107169" y="0"/>
                  </a:moveTo>
                  <a:lnTo>
                    <a:pt x="0" y="0"/>
                  </a:lnTo>
                  <a:lnTo>
                    <a:pt x="0" y="107159"/>
                  </a:lnTo>
                  <a:lnTo>
                    <a:pt x="107169" y="107159"/>
                  </a:lnTo>
                  <a:lnTo>
                    <a:pt x="1071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14609230" y="8144600"/>
              <a:ext cx="86360" cy="86995"/>
            </a:xfrm>
            <a:custGeom>
              <a:avLst/>
              <a:gdLst/>
              <a:ahLst/>
              <a:cxnLst/>
              <a:rect l="l" t="t" r="r" b="b"/>
              <a:pathLst>
                <a:path w="86359" h="86995">
                  <a:moveTo>
                    <a:pt x="86363" y="0"/>
                  </a:moveTo>
                  <a:lnTo>
                    <a:pt x="0" y="0"/>
                  </a:lnTo>
                  <a:lnTo>
                    <a:pt x="0" y="86374"/>
                  </a:lnTo>
                  <a:lnTo>
                    <a:pt x="86363" y="86374"/>
                  </a:lnTo>
                  <a:lnTo>
                    <a:pt x="86363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14492885" y="6270872"/>
              <a:ext cx="412115" cy="479425"/>
            </a:xfrm>
            <a:custGeom>
              <a:avLst/>
              <a:gdLst/>
              <a:ahLst/>
              <a:cxnLst/>
              <a:rect l="l" t="t" r="r" b="b"/>
              <a:pathLst>
                <a:path w="412115" h="479425">
                  <a:moveTo>
                    <a:pt x="96799" y="244627"/>
                  </a:moveTo>
                  <a:lnTo>
                    <a:pt x="0" y="244627"/>
                  </a:lnTo>
                  <a:lnTo>
                    <a:pt x="0" y="479234"/>
                  </a:lnTo>
                  <a:lnTo>
                    <a:pt x="96799" y="479234"/>
                  </a:lnTo>
                  <a:lnTo>
                    <a:pt x="96799" y="244627"/>
                  </a:lnTo>
                  <a:close/>
                </a:path>
                <a:path w="412115" h="479425">
                  <a:moveTo>
                    <a:pt x="96799" y="0"/>
                  </a:moveTo>
                  <a:lnTo>
                    <a:pt x="0" y="0"/>
                  </a:lnTo>
                  <a:lnTo>
                    <a:pt x="0" y="234607"/>
                  </a:lnTo>
                  <a:lnTo>
                    <a:pt x="96799" y="234607"/>
                  </a:lnTo>
                  <a:lnTo>
                    <a:pt x="96799" y="0"/>
                  </a:lnTo>
                  <a:close/>
                </a:path>
                <a:path w="412115" h="479425">
                  <a:moveTo>
                    <a:pt x="201549" y="244627"/>
                  </a:moveTo>
                  <a:lnTo>
                    <a:pt x="104749" y="244627"/>
                  </a:lnTo>
                  <a:lnTo>
                    <a:pt x="104749" y="479234"/>
                  </a:lnTo>
                  <a:lnTo>
                    <a:pt x="201549" y="479234"/>
                  </a:lnTo>
                  <a:lnTo>
                    <a:pt x="201549" y="244627"/>
                  </a:lnTo>
                  <a:close/>
                </a:path>
                <a:path w="412115" h="479425">
                  <a:moveTo>
                    <a:pt x="201549" y="0"/>
                  </a:moveTo>
                  <a:lnTo>
                    <a:pt x="104749" y="0"/>
                  </a:lnTo>
                  <a:lnTo>
                    <a:pt x="104749" y="234607"/>
                  </a:lnTo>
                  <a:lnTo>
                    <a:pt x="201549" y="234607"/>
                  </a:lnTo>
                  <a:lnTo>
                    <a:pt x="201549" y="0"/>
                  </a:lnTo>
                  <a:close/>
                </a:path>
                <a:path w="412115" h="479425">
                  <a:moveTo>
                    <a:pt x="307073" y="0"/>
                  </a:moveTo>
                  <a:lnTo>
                    <a:pt x="210273" y="0"/>
                  </a:lnTo>
                  <a:lnTo>
                    <a:pt x="210273" y="234607"/>
                  </a:lnTo>
                  <a:lnTo>
                    <a:pt x="307073" y="234607"/>
                  </a:lnTo>
                  <a:lnTo>
                    <a:pt x="307073" y="0"/>
                  </a:lnTo>
                  <a:close/>
                </a:path>
                <a:path w="412115" h="479425">
                  <a:moveTo>
                    <a:pt x="411822" y="0"/>
                  </a:moveTo>
                  <a:lnTo>
                    <a:pt x="314985" y="0"/>
                  </a:lnTo>
                  <a:lnTo>
                    <a:pt x="314985" y="234607"/>
                  </a:lnTo>
                  <a:lnTo>
                    <a:pt x="411822" y="234607"/>
                  </a:lnTo>
                  <a:lnTo>
                    <a:pt x="411822" y="0"/>
                  </a:lnTo>
                  <a:close/>
                </a:path>
              </a:pathLst>
            </a:custGeom>
            <a:solidFill>
              <a:srgbClr val="709F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14703164" y="6515487"/>
              <a:ext cx="97155" cy="234950"/>
            </a:xfrm>
            <a:custGeom>
              <a:avLst/>
              <a:gdLst/>
              <a:ahLst/>
              <a:cxnLst/>
              <a:rect l="l" t="t" r="r" b="b"/>
              <a:pathLst>
                <a:path w="97155" h="234950">
                  <a:moveTo>
                    <a:pt x="96803" y="0"/>
                  </a:moveTo>
                  <a:lnTo>
                    <a:pt x="0" y="0"/>
                  </a:lnTo>
                  <a:lnTo>
                    <a:pt x="0" y="234610"/>
                  </a:lnTo>
                  <a:lnTo>
                    <a:pt x="96803" y="234610"/>
                  </a:lnTo>
                  <a:lnTo>
                    <a:pt x="96803" y="0"/>
                  </a:lnTo>
                  <a:close/>
                </a:path>
              </a:pathLst>
            </a:custGeom>
            <a:solidFill>
              <a:srgbClr val="A0DD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14492885" y="6515499"/>
              <a:ext cx="412115" cy="721995"/>
            </a:xfrm>
            <a:custGeom>
              <a:avLst/>
              <a:gdLst/>
              <a:ahLst/>
              <a:cxnLst/>
              <a:rect l="l" t="t" r="r" b="b"/>
              <a:pathLst>
                <a:path w="412115" h="721995">
                  <a:moveTo>
                    <a:pt x="96799" y="486854"/>
                  </a:moveTo>
                  <a:lnTo>
                    <a:pt x="0" y="486854"/>
                  </a:lnTo>
                  <a:lnTo>
                    <a:pt x="0" y="721512"/>
                  </a:lnTo>
                  <a:lnTo>
                    <a:pt x="96799" y="721512"/>
                  </a:lnTo>
                  <a:lnTo>
                    <a:pt x="96799" y="486854"/>
                  </a:lnTo>
                  <a:close/>
                </a:path>
                <a:path w="412115" h="721995">
                  <a:moveTo>
                    <a:pt x="96799" y="242239"/>
                  </a:moveTo>
                  <a:lnTo>
                    <a:pt x="0" y="242239"/>
                  </a:lnTo>
                  <a:lnTo>
                    <a:pt x="0" y="476872"/>
                  </a:lnTo>
                  <a:lnTo>
                    <a:pt x="96799" y="476872"/>
                  </a:lnTo>
                  <a:lnTo>
                    <a:pt x="96799" y="242239"/>
                  </a:lnTo>
                  <a:close/>
                </a:path>
                <a:path w="412115" h="721995">
                  <a:moveTo>
                    <a:pt x="201549" y="486854"/>
                  </a:moveTo>
                  <a:lnTo>
                    <a:pt x="104749" y="486854"/>
                  </a:lnTo>
                  <a:lnTo>
                    <a:pt x="104749" y="721512"/>
                  </a:lnTo>
                  <a:lnTo>
                    <a:pt x="201549" y="721512"/>
                  </a:lnTo>
                  <a:lnTo>
                    <a:pt x="201549" y="486854"/>
                  </a:lnTo>
                  <a:close/>
                </a:path>
                <a:path w="412115" h="721995">
                  <a:moveTo>
                    <a:pt x="201549" y="242239"/>
                  </a:moveTo>
                  <a:lnTo>
                    <a:pt x="104749" y="242239"/>
                  </a:lnTo>
                  <a:lnTo>
                    <a:pt x="104749" y="476872"/>
                  </a:lnTo>
                  <a:lnTo>
                    <a:pt x="201549" y="476872"/>
                  </a:lnTo>
                  <a:lnTo>
                    <a:pt x="201549" y="242239"/>
                  </a:lnTo>
                  <a:close/>
                </a:path>
                <a:path w="412115" h="721995">
                  <a:moveTo>
                    <a:pt x="307073" y="242239"/>
                  </a:moveTo>
                  <a:lnTo>
                    <a:pt x="210273" y="242239"/>
                  </a:lnTo>
                  <a:lnTo>
                    <a:pt x="210273" y="476872"/>
                  </a:lnTo>
                  <a:lnTo>
                    <a:pt x="307073" y="476872"/>
                  </a:lnTo>
                  <a:lnTo>
                    <a:pt x="307073" y="242239"/>
                  </a:lnTo>
                  <a:close/>
                </a:path>
                <a:path w="412115" h="721995">
                  <a:moveTo>
                    <a:pt x="411822" y="242239"/>
                  </a:moveTo>
                  <a:lnTo>
                    <a:pt x="314985" y="242239"/>
                  </a:lnTo>
                  <a:lnTo>
                    <a:pt x="314985" y="476872"/>
                  </a:lnTo>
                  <a:lnTo>
                    <a:pt x="411822" y="476872"/>
                  </a:lnTo>
                  <a:lnTo>
                    <a:pt x="411822" y="242239"/>
                  </a:lnTo>
                  <a:close/>
                </a:path>
                <a:path w="412115" h="721995">
                  <a:moveTo>
                    <a:pt x="411822" y="0"/>
                  </a:moveTo>
                  <a:lnTo>
                    <a:pt x="314985" y="0"/>
                  </a:lnTo>
                  <a:lnTo>
                    <a:pt x="314985" y="234607"/>
                  </a:lnTo>
                  <a:lnTo>
                    <a:pt x="411822" y="234607"/>
                  </a:lnTo>
                  <a:lnTo>
                    <a:pt x="411822" y="0"/>
                  </a:lnTo>
                  <a:close/>
                </a:path>
              </a:pathLst>
            </a:custGeom>
            <a:solidFill>
              <a:srgbClr val="709F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14703164" y="7002352"/>
              <a:ext cx="97155" cy="234950"/>
            </a:xfrm>
            <a:custGeom>
              <a:avLst/>
              <a:gdLst/>
              <a:ahLst/>
              <a:cxnLst/>
              <a:rect l="l" t="t" r="r" b="b"/>
              <a:pathLst>
                <a:path w="97155" h="234950">
                  <a:moveTo>
                    <a:pt x="96803" y="0"/>
                  </a:moveTo>
                  <a:lnTo>
                    <a:pt x="0" y="0"/>
                  </a:lnTo>
                  <a:lnTo>
                    <a:pt x="0" y="234652"/>
                  </a:lnTo>
                  <a:lnTo>
                    <a:pt x="96803" y="234652"/>
                  </a:lnTo>
                  <a:lnTo>
                    <a:pt x="96803" y="0"/>
                  </a:lnTo>
                  <a:close/>
                </a:path>
              </a:pathLst>
            </a:custGeom>
            <a:solidFill>
              <a:srgbClr val="A3DE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14492885" y="7002354"/>
              <a:ext cx="412115" cy="476884"/>
            </a:xfrm>
            <a:custGeom>
              <a:avLst/>
              <a:gdLst/>
              <a:ahLst/>
              <a:cxnLst/>
              <a:rect l="l" t="t" r="r" b="b"/>
              <a:pathLst>
                <a:path w="412115" h="476884">
                  <a:moveTo>
                    <a:pt x="96799" y="242176"/>
                  </a:moveTo>
                  <a:lnTo>
                    <a:pt x="0" y="242176"/>
                  </a:lnTo>
                  <a:lnTo>
                    <a:pt x="0" y="476783"/>
                  </a:lnTo>
                  <a:lnTo>
                    <a:pt x="96799" y="476783"/>
                  </a:lnTo>
                  <a:lnTo>
                    <a:pt x="96799" y="242176"/>
                  </a:lnTo>
                  <a:close/>
                </a:path>
                <a:path w="412115" h="476884">
                  <a:moveTo>
                    <a:pt x="411822" y="0"/>
                  </a:moveTo>
                  <a:lnTo>
                    <a:pt x="314985" y="0"/>
                  </a:lnTo>
                  <a:lnTo>
                    <a:pt x="314985" y="234657"/>
                  </a:lnTo>
                  <a:lnTo>
                    <a:pt x="411822" y="234657"/>
                  </a:lnTo>
                  <a:lnTo>
                    <a:pt x="411822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14492885" y="7244530"/>
              <a:ext cx="412115" cy="479425"/>
            </a:xfrm>
            <a:custGeom>
              <a:avLst/>
              <a:gdLst/>
              <a:ahLst/>
              <a:cxnLst/>
              <a:rect l="l" t="t" r="r" b="b"/>
              <a:pathLst>
                <a:path w="412115" h="479425">
                  <a:moveTo>
                    <a:pt x="96799" y="244627"/>
                  </a:moveTo>
                  <a:lnTo>
                    <a:pt x="0" y="244627"/>
                  </a:lnTo>
                  <a:lnTo>
                    <a:pt x="0" y="479234"/>
                  </a:lnTo>
                  <a:lnTo>
                    <a:pt x="96799" y="479234"/>
                  </a:lnTo>
                  <a:lnTo>
                    <a:pt x="96799" y="244627"/>
                  </a:lnTo>
                  <a:close/>
                </a:path>
                <a:path w="412115" h="479425">
                  <a:moveTo>
                    <a:pt x="201549" y="244627"/>
                  </a:moveTo>
                  <a:lnTo>
                    <a:pt x="104749" y="244627"/>
                  </a:lnTo>
                  <a:lnTo>
                    <a:pt x="104749" y="479234"/>
                  </a:lnTo>
                  <a:lnTo>
                    <a:pt x="201549" y="479234"/>
                  </a:lnTo>
                  <a:lnTo>
                    <a:pt x="201549" y="244627"/>
                  </a:lnTo>
                  <a:close/>
                </a:path>
                <a:path w="412115" h="479425">
                  <a:moveTo>
                    <a:pt x="201549" y="0"/>
                  </a:moveTo>
                  <a:lnTo>
                    <a:pt x="104749" y="0"/>
                  </a:lnTo>
                  <a:lnTo>
                    <a:pt x="104749" y="234607"/>
                  </a:lnTo>
                  <a:lnTo>
                    <a:pt x="201549" y="234607"/>
                  </a:lnTo>
                  <a:lnTo>
                    <a:pt x="201549" y="0"/>
                  </a:lnTo>
                  <a:close/>
                </a:path>
                <a:path w="412115" h="479425">
                  <a:moveTo>
                    <a:pt x="307073" y="0"/>
                  </a:moveTo>
                  <a:lnTo>
                    <a:pt x="210273" y="0"/>
                  </a:lnTo>
                  <a:lnTo>
                    <a:pt x="210273" y="234607"/>
                  </a:lnTo>
                  <a:lnTo>
                    <a:pt x="307073" y="234607"/>
                  </a:lnTo>
                  <a:lnTo>
                    <a:pt x="307073" y="0"/>
                  </a:lnTo>
                  <a:close/>
                </a:path>
                <a:path w="412115" h="479425">
                  <a:moveTo>
                    <a:pt x="411822" y="0"/>
                  </a:moveTo>
                  <a:lnTo>
                    <a:pt x="314985" y="0"/>
                  </a:lnTo>
                  <a:lnTo>
                    <a:pt x="314985" y="234607"/>
                  </a:lnTo>
                  <a:lnTo>
                    <a:pt x="411822" y="234607"/>
                  </a:lnTo>
                  <a:lnTo>
                    <a:pt x="411822" y="0"/>
                  </a:lnTo>
                  <a:close/>
                </a:path>
              </a:pathLst>
            </a:custGeom>
            <a:solidFill>
              <a:srgbClr val="709F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14703164" y="7489154"/>
              <a:ext cx="97155" cy="234950"/>
            </a:xfrm>
            <a:custGeom>
              <a:avLst/>
              <a:gdLst/>
              <a:ahLst/>
              <a:cxnLst/>
              <a:rect l="l" t="t" r="r" b="b"/>
              <a:pathLst>
                <a:path w="97155" h="234950">
                  <a:moveTo>
                    <a:pt x="96803" y="0"/>
                  </a:moveTo>
                  <a:lnTo>
                    <a:pt x="0" y="0"/>
                  </a:lnTo>
                  <a:lnTo>
                    <a:pt x="0" y="234610"/>
                  </a:lnTo>
                  <a:lnTo>
                    <a:pt x="96803" y="234610"/>
                  </a:lnTo>
                  <a:lnTo>
                    <a:pt x="96803" y="0"/>
                  </a:lnTo>
                  <a:close/>
                </a:path>
              </a:pathLst>
            </a:custGeom>
            <a:solidFill>
              <a:srgbClr val="A3DE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14807873" y="7489154"/>
              <a:ext cx="29209" cy="234950"/>
            </a:xfrm>
            <a:custGeom>
              <a:avLst/>
              <a:gdLst/>
              <a:ahLst/>
              <a:cxnLst/>
              <a:rect l="l" t="t" r="r" b="b"/>
              <a:pathLst>
                <a:path w="29209" h="234950">
                  <a:moveTo>
                    <a:pt x="0" y="234610"/>
                  </a:moveTo>
                  <a:lnTo>
                    <a:pt x="28627" y="234610"/>
                  </a:lnTo>
                  <a:lnTo>
                    <a:pt x="28627" y="0"/>
                  </a:lnTo>
                  <a:lnTo>
                    <a:pt x="0" y="0"/>
                  </a:lnTo>
                  <a:lnTo>
                    <a:pt x="0" y="23461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14492885" y="7733074"/>
              <a:ext cx="201930" cy="234950"/>
            </a:xfrm>
            <a:custGeom>
              <a:avLst/>
              <a:gdLst/>
              <a:ahLst/>
              <a:cxnLst/>
              <a:rect l="l" t="t" r="r" b="b"/>
              <a:pathLst>
                <a:path w="201930" h="234950">
                  <a:moveTo>
                    <a:pt x="96799" y="0"/>
                  </a:moveTo>
                  <a:lnTo>
                    <a:pt x="0" y="0"/>
                  </a:lnTo>
                  <a:lnTo>
                    <a:pt x="0" y="234619"/>
                  </a:lnTo>
                  <a:lnTo>
                    <a:pt x="96799" y="234619"/>
                  </a:lnTo>
                  <a:lnTo>
                    <a:pt x="96799" y="0"/>
                  </a:lnTo>
                  <a:close/>
                </a:path>
                <a:path w="201930" h="234950">
                  <a:moveTo>
                    <a:pt x="201549" y="0"/>
                  </a:moveTo>
                  <a:lnTo>
                    <a:pt x="104749" y="0"/>
                  </a:lnTo>
                  <a:lnTo>
                    <a:pt x="104749" y="234619"/>
                  </a:lnTo>
                  <a:lnTo>
                    <a:pt x="201549" y="234619"/>
                  </a:lnTo>
                  <a:lnTo>
                    <a:pt x="201549" y="0"/>
                  </a:lnTo>
                  <a:close/>
                </a:path>
              </a:pathLst>
            </a:custGeom>
            <a:solidFill>
              <a:srgbClr val="709F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14703164" y="7733062"/>
              <a:ext cx="97155" cy="234950"/>
            </a:xfrm>
            <a:custGeom>
              <a:avLst/>
              <a:gdLst/>
              <a:ahLst/>
              <a:cxnLst/>
              <a:rect l="l" t="t" r="r" b="b"/>
              <a:pathLst>
                <a:path w="97155" h="234950">
                  <a:moveTo>
                    <a:pt x="96803" y="0"/>
                  </a:moveTo>
                  <a:lnTo>
                    <a:pt x="0" y="0"/>
                  </a:lnTo>
                  <a:lnTo>
                    <a:pt x="0" y="234621"/>
                  </a:lnTo>
                  <a:lnTo>
                    <a:pt x="96803" y="234621"/>
                  </a:lnTo>
                  <a:lnTo>
                    <a:pt x="96803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14807870" y="7733074"/>
              <a:ext cx="97155" cy="234950"/>
            </a:xfrm>
            <a:custGeom>
              <a:avLst/>
              <a:gdLst/>
              <a:ahLst/>
              <a:cxnLst/>
              <a:rect l="l" t="t" r="r" b="b"/>
              <a:pathLst>
                <a:path w="97155" h="234950">
                  <a:moveTo>
                    <a:pt x="96837" y="0"/>
                  </a:moveTo>
                  <a:lnTo>
                    <a:pt x="0" y="0"/>
                  </a:lnTo>
                  <a:lnTo>
                    <a:pt x="0" y="135940"/>
                  </a:lnTo>
                  <a:lnTo>
                    <a:pt x="0" y="234619"/>
                  </a:lnTo>
                  <a:lnTo>
                    <a:pt x="96837" y="234619"/>
                  </a:lnTo>
                  <a:lnTo>
                    <a:pt x="96837" y="135940"/>
                  </a:lnTo>
                  <a:lnTo>
                    <a:pt x="96837" y="0"/>
                  </a:lnTo>
                  <a:close/>
                </a:path>
              </a:pathLst>
            </a:custGeom>
            <a:solidFill>
              <a:srgbClr val="A0DD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14836501" y="7489730"/>
              <a:ext cx="627380" cy="379730"/>
            </a:xfrm>
            <a:custGeom>
              <a:avLst/>
              <a:gdLst/>
              <a:ahLst/>
              <a:cxnLst/>
              <a:rect l="l" t="t" r="r" b="b"/>
              <a:pathLst>
                <a:path w="627380" h="379729">
                  <a:moveTo>
                    <a:pt x="627321" y="0"/>
                  </a:moveTo>
                  <a:lnTo>
                    <a:pt x="0" y="0"/>
                  </a:lnTo>
                  <a:lnTo>
                    <a:pt x="0" y="379276"/>
                  </a:lnTo>
                  <a:lnTo>
                    <a:pt x="627321" y="379276"/>
                  </a:lnTo>
                  <a:lnTo>
                    <a:pt x="627321" y="0"/>
                  </a:lnTo>
                  <a:close/>
                </a:path>
              </a:pathLst>
            </a:custGeom>
            <a:solidFill>
              <a:srgbClr val="3AB1E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3" name="object 153" descr=""/>
          <p:cNvSpPr/>
          <p:nvPr/>
        </p:nvSpPr>
        <p:spPr>
          <a:xfrm>
            <a:off x="1350429" y="2948323"/>
            <a:ext cx="2482850" cy="299085"/>
          </a:xfrm>
          <a:custGeom>
            <a:avLst/>
            <a:gdLst/>
            <a:ahLst/>
            <a:cxnLst/>
            <a:rect l="l" t="t" r="r" b="b"/>
            <a:pathLst>
              <a:path w="2482850" h="299085">
                <a:moveTo>
                  <a:pt x="2482824" y="263956"/>
                </a:moveTo>
                <a:lnTo>
                  <a:pt x="2043772" y="263956"/>
                </a:lnTo>
                <a:lnTo>
                  <a:pt x="1241412" y="0"/>
                </a:lnTo>
                <a:lnTo>
                  <a:pt x="439026" y="263956"/>
                </a:lnTo>
                <a:lnTo>
                  <a:pt x="0" y="263956"/>
                </a:lnTo>
                <a:lnTo>
                  <a:pt x="0" y="298704"/>
                </a:lnTo>
                <a:lnTo>
                  <a:pt x="333413" y="298704"/>
                </a:lnTo>
                <a:lnTo>
                  <a:pt x="2149398" y="298704"/>
                </a:lnTo>
                <a:lnTo>
                  <a:pt x="2482824" y="298704"/>
                </a:lnTo>
                <a:lnTo>
                  <a:pt x="2482824" y="263956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" name="object 154" descr=""/>
          <p:cNvSpPr/>
          <p:nvPr/>
        </p:nvSpPr>
        <p:spPr>
          <a:xfrm>
            <a:off x="3798447" y="4279859"/>
            <a:ext cx="269875" cy="148590"/>
          </a:xfrm>
          <a:custGeom>
            <a:avLst/>
            <a:gdLst/>
            <a:ahLst/>
            <a:cxnLst/>
            <a:rect l="l" t="t" r="r" b="b"/>
            <a:pathLst>
              <a:path w="269875" h="148589">
                <a:moveTo>
                  <a:pt x="0" y="0"/>
                </a:moveTo>
                <a:lnTo>
                  <a:pt x="0" y="148529"/>
                </a:lnTo>
                <a:lnTo>
                  <a:pt x="269730" y="148529"/>
                </a:lnTo>
                <a:lnTo>
                  <a:pt x="0" y="0"/>
                </a:lnTo>
                <a:close/>
              </a:path>
            </a:pathLst>
          </a:custGeom>
          <a:solidFill>
            <a:srgbClr val="7FC24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" name="object 155" descr=""/>
          <p:cNvSpPr/>
          <p:nvPr/>
        </p:nvSpPr>
        <p:spPr>
          <a:xfrm>
            <a:off x="3817594" y="4725549"/>
            <a:ext cx="180975" cy="102870"/>
          </a:xfrm>
          <a:custGeom>
            <a:avLst/>
            <a:gdLst/>
            <a:ahLst/>
            <a:cxnLst/>
            <a:rect l="l" t="t" r="r" b="b"/>
            <a:pathLst>
              <a:path w="180975" h="102870">
                <a:moveTo>
                  <a:pt x="180784" y="68580"/>
                </a:moveTo>
                <a:lnTo>
                  <a:pt x="125298" y="68580"/>
                </a:lnTo>
                <a:lnTo>
                  <a:pt x="125298" y="34290"/>
                </a:lnTo>
                <a:lnTo>
                  <a:pt x="66192" y="34290"/>
                </a:lnTo>
                <a:lnTo>
                  <a:pt x="66192" y="0"/>
                </a:lnTo>
                <a:lnTo>
                  <a:pt x="0" y="0"/>
                </a:lnTo>
                <a:lnTo>
                  <a:pt x="0" y="34290"/>
                </a:lnTo>
                <a:lnTo>
                  <a:pt x="0" y="68580"/>
                </a:lnTo>
                <a:lnTo>
                  <a:pt x="0" y="102870"/>
                </a:lnTo>
                <a:lnTo>
                  <a:pt x="180784" y="102870"/>
                </a:lnTo>
                <a:lnTo>
                  <a:pt x="180784" y="68580"/>
                </a:lnTo>
                <a:close/>
              </a:path>
            </a:pathLst>
          </a:custGeom>
          <a:solidFill>
            <a:srgbClr val="C4D32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6" name="object 156" descr=""/>
          <p:cNvGrpSpPr/>
          <p:nvPr/>
        </p:nvGrpSpPr>
        <p:grpSpPr>
          <a:xfrm>
            <a:off x="1366115" y="3003392"/>
            <a:ext cx="2726055" cy="1824989"/>
            <a:chOff x="1366115" y="3003392"/>
            <a:chExt cx="2726055" cy="1824989"/>
          </a:xfrm>
        </p:grpSpPr>
        <p:sp>
          <p:nvSpPr>
            <p:cNvPr id="157" name="object 157" descr=""/>
            <p:cNvSpPr/>
            <p:nvPr/>
          </p:nvSpPr>
          <p:spPr>
            <a:xfrm>
              <a:off x="3786340" y="4428381"/>
              <a:ext cx="306070" cy="400050"/>
            </a:xfrm>
            <a:custGeom>
              <a:avLst/>
              <a:gdLst/>
              <a:ahLst/>
              <a:cxnLst/>
              <a:rect l="l" t="t" r="r" b="b"/>
              <a:pathLst>
                <a:path w="306070" h="400050">
                  <a:moveTo>
                    <a:pt x="305828" y="0"/>
                  </a:moveTo>
                  <a:lnTo>
                    <a:pt x="0" y="0"/>
                  </a:lnTo>
                  <a:lnTo>
                    <a:pt x="0" y="25577"/>
                  </a:lnTo>
                  <a:lnTo>
                    <a:pt x="212039" y="25577"/>
                  </a:lnTo>
                  <a:lnTo>
                    <a:pt x="212039" y="399503"/>
                  </a:lnTo>
                  <a:lnTo>
                    <a:pt x="253809" y="399503"/>
                  </a:lnTo>
                  <a:lnTo>
                    <a:pt x="253809" y="25577"/>
                  </a:lnTo>
                  <a:lnTo>
                    <a:pt x="305828" y="25577"/>
                  </a:lnTo>
                  <a:lnTo>
                    <a:pt x="305828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1385274" y="3003392"/>
              <a:ext cx="2413635" cy="1824989"/>
            </a:xfrm>
            <a:custGeom>
              <a:avLst/>
              <a:gdLst/>
              <a:ahLst/>
              <a:cxnLst/>
              <a:rect l="l" t="t" r="r" b="b"/>
              <a:pathLst>
                <a:path w="2413635" h="1824989">
                  <a:moveTo>
                    <a:pt x="1206560" y="0"/>
                  </a:moveTo>
                  <a:lnTo>
                    <a:pt x="423610" y="243626"/>
                  </a:lnTo>
                  <a:lnTo>
                    <a:pt x="0" y="243626"/>
                  </a:lnTo>
                  <a:lnTo>
                    <a:pt x="0" y="1824499"/>
                  </a:lnTo>
                  <a:lnTo>
                    <a:pt x="2413172" y="1824499"/>
                  </a:lnTo>
                  <a:lnTo>
                    <a:pt x="2413172" y="243626"/>
                  </a:lnTo>
                  <a:lnTo>
                    <a:pt x="1989531" y="243626"/>
                  </a:lnTo>
                  <a:lnTo>
                    <a:pt x="1206560" y="0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1385277" y="4319208"/>
              <a:ext cx="2413635" cy="360045"/>
            </a:xfrm>
            <a:custGeom>
              <a:avLst/>
              <a:gdLst/>
              <a:ahLst/>
              <a:cxnLst/>
              <a:rect l="l" t="t" r="r" b="b"/>
              <a:pathLst>
                <a:path w="2413635" h="360045">
                  <a:moveTo>
                    <a:pt x="0" y="359601"/>
                  </a:moveTo>
                  <a:lnTo>
                    <a:pt x="2413162" y="359601"/>
                  </a:lnTo>
                  <a:lnTo>
                    <a:pt x="2413162" y="0"/>
                  </a:lnTo>
                  <a:lnTo>
                    <a:pt x="0" y="0"/>
                  </a:lnTo>
                  <a:lnTo>
                    <a:pt x="0" y="359601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1366115" y="4678810"/>
              <a:ext cx="2451735" cy="149225"/>
            </a:xfrm>
            <a:custGeom>
              <a:avLst/>
              <a:gdLst/>
              <a:ahLst/>
              <a:cxnLst/>
              <a:rect l="l" t="t" r="r" b="b"/>
              <a:pathLst>
                <a:path w="2451735" h="149225">
                  <a:moveTo>
                    <a:pt x="2451485" y="0"/>
                  </a:moveTo>
                  <a:lnTo>
                    <a:pt x="0" y="0"/>
                  </a:lnTo>
                  <a:lnTo>
                    <a:pt x="0" y="149073"/>
                  </a:lnTo>
                  <a:lnTo>
                    <a:pt x="2451485" y="149073"/>
                  </a:lnTo>
                  <a:lnTo>
                    <a:pt x="2451485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1385227" y="4364500"/>
              <a:ext cx="2413635" cy="314960"/>
            </a:xfrm>
            <a:custGeom>
              <a:avLst/>
              <a:gdLst/>
              <a:ahLst/>
              <a:cxnLst/>
              <a:rect l="l" t="t" r="r" b="b"/>
              <a:pathLst>
                <a:path w="2413635" h="314960">
                  <a:moveTo>
                    <a:pt x="2413203" y="305828"/>
                  </a:moveTo>
                  <a:lnTo>
                    <a:pt x="0" y="305828"/>
                  </a:lnTo>
                  <a:lnTo>
                    <a:pt x="0" y="314350"/>
                  </a:lnTo>
                  <a:lnTo>
                    <a:pt x="2413203" y="314350"/>
                  </a:lnTo>
                  <a:lnTo>
                    <a:pt x="2413203" y="305828"/>
                  </a:lnTo>
                  <a:close/>
                </a:path>
                <a:path w="2413635" h="314960">
                  <a:moveTo>
                    <a:pt x="2413203" y="268312"/>
                  </a:moveTo>
                  <a:lnTo>
                    <a:pt x="0" y="268312"/>
                  </a:lnTo>
                  <a:lnTo>
                    <a:pt x="0" y="276834"/>
                  </a:lnTo>
                  <a:lnTo>
                    <a:pt x="2413203" y="276834"/>
                  </a:lnTo>
                  <a:lnTo>
                    <a:pt x="2413203" y="268312"/>
                  </a:lnTo>
                  <a:close/>
                </a:path>
                <a:path w="2413635" h="314960">
                  <a:moveTo>
                    <a:pt x="2413203" y="228346"/>
                  </a:moveTo>
                  <a:lnTo>
                    <a:pt x="0" y="228346"/>
                  </a:lnTo>
                  <a:lnTo>
                    <a:pt x="0" y="236893"/>
                  </a:lnTo>
                  <a:lnTo>
                    <a:pt x="2413203" y="236893"/>
                  </a:lnTo>
                  <a:lnTo>
                    <a:pt x="2413203" y="228346"/>
                  </a:lnTo>
                  <a:close/>
                </a:path>
                <a:path w="2413635" h="314960">
                  <a:moveTo>
                    <a:pt x="2413203" y="189801"/>
                  </a:moveTo>
                  <a:lnTo>
                    <a:pt x="0" y="189801"/>
                  </a:lnTo>
                  <a:lnTo>
                    <a:pt x="0" y="198323"/>
                  </a:lnTo>
                  <a:lnTo>
                    <a:pt x="2413203" y="198323"/>
                  </a:lnTo>
                  <a:lnTo>
                    <a:pt x="2413203" y="189801"/>
                  </a:lnTo>
                  <a:close/>
                </a:path>
                <a:path w="2413635" h="314960">
                  <a:moveTo>
                    <a:pt x="2413203" y="152298"/>
                  </a:moveTo>
                  <a:lnTo>
                    <a:pt x="0" y="152298"/>
                  </a:lnTo>
                  <a:lnTo>
                    <a:pt x="0" y="160820"/>
                  </a:lnTo>
                  <a:lnTo>
                    <a:pt x="2413203" y="160820"/>
                  </a:lnTo>
                  <a:lnTo>
                    <a:pt x="2413203" y="152298"/>
                  </a:lnTo>
                  <a:close/>
                </a:path>
                <a:path w="2413635" h="314960">
                  <a:moveTo>
                    <a:pt x="2413203" y="115824"/>
                  </a:moveTo>
                  <a:lnTo>
                    <a:pt x="0" y="115824"/>
                  </a:lnTo>
                  <a:lnTo>
                    <a:pt x="0" y="124358"/>
                  </a:lnTo>
                  <a:lnTo>
                    <a:pt x="2413203" y="124358"/>
                  </a:lnTo>
                  <a:lnTo>
                    <a:pt x="2413203" y="115824"/>
                  </a:lnTo>
                  <a:close/>
                </a:path>
                <a:path w="2413635" h="314960">
                  <a:moveTo>
                    <a:pt x="2413203" y="77647"/>
                  </a:moveTo>
                  <a:lnTo>
                    <a:pt x="0" y="77647"/>
                  </a:lnTo>
                  <a:lnTo>
                    <a:pt x="0" y="86169"/>
                  </a:lnTo>
                  <a:lnTo>
                    <a:pt x="2413203" y="86169"/>
                  </a:lnTo>
                  <a:lnTo>
                    <a:pt x="2413203" y="77647"/>
                  </a:lnTo>
                  <a:close/>
                </a:path>
                <a:path w="2413635" h="314960">
                  <a:moveTo>
                    <a:pt x="2413203" y="37693"/>
                  </a:moveTo>
                  <a:lnTo>
                    <a:pt x="0" y="37693"/>
                  </a:lnTo>
                  <a:lnTo>
                    <a:pt x="0" y="46215"/>
                  </a:lnTo>
                  <a:lnTo>
                    <a:pt x="2413203" y="46215"/>
                  </a:lnTo>
                  <a:lnTo>
                    <a:pt x="2413203" y="37693"/>
                  </a:lnTo>
                  <a:close/>
                </a:path>
                <a:path w="2413635" h="314960">
                  <a:moveTo>
                    <a:pt x="2413203" y="0"/>
                  </a:moveTo>
                  <a:lnTo>
                    <a:pt x="0" y="0"/>
                  </a:lnTo>
                  <a:lnTo>
                    <a:pt x="0" y="8521"/>
                  </a:lnTo>
                  <a:lnTo>
                    <a:pt x="2413203" y="8521"/>
                  </a:lnTo>
                  <a:lnTo>
                    <a:pt x="2413203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1375156" y="4123924"/>
              <a:ext cx="2433955" cy="704215"/>
            </a:xfrm>
            <a:custGeom>
              <a:avLst/>
              <a:gdLst/>
              <a:ahLst/>
              <a:cxnLst/>
              <a:rect l="l" t="t" r="r" b="b"/>
              <a:pathLst>
                <a:path w="2433954" h="704214">
                  <a:moveTo>
                    <a:pt x="2433358" y="195313"/>
                  </a:moveTo>
                  <a:lnTo>
                    <a:pt x="1130693" y="195313"/>
                  </a:lnTo>
                  <a:lnTo>
                    <a:pt x="1130693" y="139192"/>
                  </a:lnTo>
                  <a:lnTo>
                    <a:pt x="1123569" y="95326"/>
                  </a:lnTo>
                  <a:lnTo>
                    <a:pt x="1103744" y="57124"/>
                  </a:lnTo>
                  <a:lnTo>
                    <a:pt x="1073569" y="26949"/>
                  </a:lnTo>
                  <a:lnTo>
                    <a:pt x="1035380" y="7124"/>
                  </a:lnTo>
                  <a:lnTo>
                    <a:pt x="991501" y="0"/>
                  </a:lnTo>
                  <a:lnTo>
                    <a:pt x="299186" y="0"/>
                  </a:lnTo>
                  <a:lnTo>
                    <a:pt x="255308" y="7124"/>
                  </a:lnTo>
                  <a:lnTo>
                    <a:pt x="217119" y="26949"/>
                  </a:lnTo>
                  <a:lnTo>
                    <a:pt x="186944" y="57124"/>
                  </a:lnTo>
                  <a:lnTo>
                    <a:pt x="167119" y="95326"/>
                  </a:lnTo>
                  <a:lnTo>
                    <a:pt x="159994" y="139192"/>
                  </a:lnTo>
                  <a:lnTo>
                    <a:pt x="159994" y="195313"/>
                  </a:lnTo>
                  <a:lnTo>
                    <a:pt x="0" y="195313"/>
                  </a:lnTo>
                  <a:lnTo>
                    <a:pt x="0" y="211632"/>
                  </a:lnTo>
                  <a:lnTo>
                    <a:pt x="159994" y="211632"/>
                  </a:lnTo>
                  <a:lnTo>
                    <a:pt x="159994" y="703973"/>
                  </a:lnTo>
                  <a:lnTo>
                    <a:pt x="1130503" y="703973"/>
                  </a:lnTo>
                  <a:lnTo>
                    <a:pt x="1130693" y="703554"/>
                  </a:lnTo>
                  <a:lnTo>
                    <a:pt x="1130693" y="211632"/>
                  </a:lnTo>
                  <a:lnTo>
                    <a:pt x="2433358" y="211632"/>
                  </a:lnTo>
                  <a:lnTo>
                    <a:pt x="2433358" y="1953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1550738" y="4137824"/>
              <a:ext cx="939800" cy="690245"/>
            </a:xfrm>
            <a:custGeom>
              <a:avLst/>
              <a:gdLst/>
              <a:ahLst/>
              <a:cxnLst/>
              <a:rect l="l" t="t" r="r" b="b"/>
              <a:pathLst>
                <a:path w="939800" h="690245">
                  <a:moveTo>
                    <a:pt x="809483" y="0"/>
                  </a:moveTo>
                  <a:lnTo>
                    <a:pt x="130058" y="0"/>
                  </a:lnTo>
                  <a:lnTo>
                    <a:pt x="79557" y="10263"/>
                  </a:lnTo>
                  <a:lnTo>
                    <a:pt x="38203" y="38205"/>
                  </a:lnTo>
                  <a:lnTo>
                    <a:pt x="10261" y="79557"/>
                  </a:lnTo>
                  <a:lnTo>
                    <a:pt x="0" y="130048"/>
                  </a:lnTo>
                  <a:lnTo>
                    <a:pt x="0" y="690062"/>
                  </a:lnTo>
                  <a:lnTo>
                    <a:pt x="939531" y="690062"/>
                  </a:lnTo>
                  <a:lnTo>
                    <a:pt x="939531" y="130048"/>
                  </a:lnTo>
                  <a:lnTo>
                    <a:pt x="929271" y="79557"/>
                  </a:lnTo>
                  <a:lnTo>
                    <a:pt x="901333" y="38205"/>
                  </a:lnTo>
                  <a:lnTo>
                    <a:pt x="859982" y="10263"/>
                  </a:lnTo>
                  <a:lnTo>
                    <a:pt x="809483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1602469" y="4193027"/>
              <a:ext cx="836294" cy="635000"/>
            </a:xfrm>
            <a:custGeom>
              <a:avLst/>
              <a:gdLst/>
              <a:ahLst/>
              <a:cxnLst/>
              <a:rect l="l" t="t" r="r" b="b"/>
              <a:pathLst>
                <a:path w="836294" h="635000">
                  <a:moveTo>
                    <a:pt x="751474" y="0"/>
                  </a:moveTo>
                  <a:lnTo>
                    <a:pt x="84594" y="0"/>
                  </a:lnTo>
                  <a:lnTo>
                    <a:pt x="51754" y="6678"/>
                  </a:lnTo>
                  <a:lnTo>
                    <a:pt x="24855" y="24860"/>
                  </a:lnTo>
                  <a:lnTo>
                    <a:pt x="6677" y="51763"/>
                  </a:lnTo>
                  <a:lnTo>
                    <a:pt x="0" y="84604"/>
                  </a:lnTo>
                  <a:lnTo>
                    <a:pt x="0" y="634860"/>
                  </a:lnTo>
                  <a:lnTo>
                    <a:pt x="836047" y="634860"/>
                  </a:lnTo>
                  <a:lnTo>
                    <a:pt x="836047" y="84604"/>
                  </a:lnTo>
                  <a:lnTo>
                    <a:pt x="829375" y="51763"/>
                  </a:lnTo>
                  <a:lnTo>
                    <a:pt x="811206" y="24860"/>
                  </a:lnTo>
                  <a:lnTo>
                    <a:pt x="784315" y="6678"/>
                  </a:lnTo>
                  <a:lnTo>
                    <a:pt x="7514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1614860" y="4205529"/>
              <a:ext cx="811530" cy="622935"/>
            </a:xfrm>
            <a:custGeom>
              <a:avLst/>
              <a:gdLst/>
              <a:ahLst/>
              <a:cxnLst/>
              <a:rect l="l" t="t" r="r" b="b"/>
              <a:pathLst>
                <a:path w="811530" h="622935">
                  <a:moveTo>
                    <a:pt x="739056" y="0"/>
                  </a:moveTo>
                  <a:lnTo>
                    <a:pt x="72238" y="0"/>
                  </a:lnTo>
                  <a:lnTo>
                    <a:pt x="44178" y="5700"/>
                  </a:lnTo>
                  <a:lnTo>
                    <a:pt x="21210" y="21220"/>
                  </a:lnTo>
                  <a:lnTo>
                    <a:pt x="5696" y="44187"/>
                  </a:lnTo>
                  <a:lnTo>
                    <a:pt x="0" y="72228"/>
                  </a:lnTo>
                  <a:lnTo>
                    <a:pt x="0" y="622358"/>
                  </a:lnTo>
                  <a:lnTo>
                    <a:pt x="811294" y="622358"/>
                  </a:lnTo>
                  <a:lnTo>
                    <a:pt x="811294" y="72228"/>
                  </a:lnTo>
                  <a:lnTo>
                    <a:pt x="805593" y="44187"/>
                  </a:lnTo>
                  <a:lnTo>
                    <a:pt x="790072" y="21220"/>
                  </a:lnTo>
                  <a:lnTo>
                    <a:pt x="767102" y="5700"/>
                  </a:lnTo>
                  <a:lnTo>
                    <a:pt x="739056" y="0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1526057" y="4098918"/>
              <a:ext cx="989330" cy="728980"/>
            </a:xfrm>
            <a:custGeom>
              <a:avLst/>
              <a:gdLst/>
              <a:ahLst/>
              <a:cxnLst/>
              <a:rect l="l" t="t" r="r" b="b"/>
              <a:pathLst>
                <a:path w="989330" h="728979">
                  <a:moveTo>
                    <a:pt x="76390" y="720432"/>
                  </a:moveTo>
                  <a:lnTo>
                    <a:pt x="24676" y="720432"/>
                  </a:lnTo>
                  <a:lnTo>
                    <a:pt x="24676" y="728967"/>
                  </a:lnTo>
                  <a:lnTo>
                    <a:pt x="76390" y="728967"/>
                  </a:lnTo>
                  <a:lnTo>
                    <a:pt x="76390" y="720432"/>
                  </a:lnTo>
                  <a:close/>
                </a:path>
                <a:path w="989330" h="728979">
                  <a:moveTo>
                    <a:pt x="76390" y="682675"/>
                  </a:moveTo>
                  <a:lnTo>
                    <a:pt x="24676" y="682675"/>
                  </a:lnTo>
                  <a:lnTo>
                    <a:pt x="24676" y="691197"/>
                  </a:lnTo>
                  <a:lnTo>
                    <a:pt x="76390" y="691197"/>
                  </a:lnTo>
                  <a:lnTo>
                    <a:pt x="76390" y="682675"/>
                  </a:lnTo>
                  <a:close/>
                </a:path>
                <a:path w="989330" h="728979">
                  <a:moveTo>
                    <a:pt x="76390" y="645464"/>
                  </a:moveTo>
                  <a:lnTo>
                    <a:pt x="24676" y="645464"/>
                  </a:lnTo>
                  <a:lnTo>
                    <a:pt x="24676" y="653986"/>
                  </a:lnTo>
                  <a:lnTo>
                    <a:pt x="76390" y="653986"/>
                  </a:lnTo>
                  <a:lnTo>
                    <a:pt x="76390" y="645464"/>
                  </a:lnTo>
                  <a:close/>
                </a:path>
                <a:path w="989330" h="728979">
                  <a:moveTo>
                    <a:pt x="76390" y="607695"/>
                  </a:moveTo>
                  <a:lnTo>
                    <a:pt x="24676" y="607695"/>
                  </a:lnTo>
                  <a:lnTo>
                    <a:pt x="24676" y="616229"/>
                  </a:lnTo>
                  <a:lnTo>
                    <a:pt x="76390" y="616229"/>
                  </a:lnTo>
                  <a:lnTo>
                    <a:pt x="76390" y="607695"/>
                  </a:lnTo>
                  <a:close/>
                </a:path>
                <a:path w="989330" h="728979">
                  <a:moveTo>
                    <a:pt x="76390" y="571131"/>
                  </a:moveTo>
                  <a:lnTo>
                    <a:pt x="24676" y="571131"/>
                  </a:lnTo>
                  <a:lnTo>
                    <a:pt x="24676" y="579666"/>
                  </a:lnTo>
                  <a:lnTo>
                    <a:pt x="76390" y="579666"/>
                  </a:lnTo>
                  <a:lnTo>
                    <a:pt x="76390" y="571131"/>
                  </a:lnTo>
                  <a:close/>
                </a:path>
                <a:path w="989330" h="728979">
                  <a:moveTo>
                    <a:pt x="76390" y="533374"/>
                  </a:moveTo>
                  <a:lnTo>
                    <a:pt x="24676" y="533374"/>
                  </a:lnTo>
                  <a:lnTo>
                    <a:pt x="24676" y="541909"/>
                  </a:lnTo>
                  <a:lnTo>
                    <a:pt x="76390" y="541909"/>
                  </a:lnTo>
                  <a:lnTo>
                    <a:pt x="76390" y="533374"/>
                  </a:lnTo>
                  <a:close/>
                </a:path>
                <a:path w="989330" h="728979">
                  <a:moveTo>
                    <a:pt x="76390" y="493445"/>
                  </a:moveTo>
                  <a:lnTo>
                    <a:pt x="24676" y="493445"/>
                  </a:lnTo>
                  <a:lnTo>
                    <a:pt x="24676" y="501980"/>
                  </a:lnTo>
                  <a:lnTo>
                    <a:pt x="76390" y="501980"/>
                  </a:lnTo>
                  <a:lnTo>
                    <a:pt x="76390" y="493445"/>
                  </a:lnTo>
                  <a:close/>
                </a:path>
                <a:path w="989330" h="728979">
                  <a:moveTo>
                    <a:pt x="76390" y="455676"/>
                  </a:moveTo>
                  <a:lnTo>
                    <a:pt x="24676" y="455676"/>
                  </a:lnTo>
                  <a:lnTo>
                    <a:pt x="24676" y="464223"/>
                  </a:lnTo>
                  <a:lnTo>
                    <a:pt x="76390" y="464223"/>
                  </a:lnTo>
                  <a:lnTo>
                    <a:pt x="76390" y="455676"/>
                  </a:lnTo>
                  <a:close/>
                </a:path>
                <a:path w="989330" h="728979">
                  <a:moveTo>
                    <a:pt x="76390" y="417614"/>
                  </a:moveTo>
                  <a:lnTo>
                    <a:pt x="24676" y="417614"/>
                  </a:lnTo>
                  <a:lnTo>
                    <a:pt x="24676" y="426148"/>
                  </a:lnTo>
                  <a:lnTo>
                    <a:pt x="76390" y="426148"/>
                  </a:lnTo>
                  <a:lnTo>
                    <a:pt x="76390" y="417614"/>
                  </a:lnTo>
                  <a:close/>
                </a:path>
                <a:path w="989330" h="728979">
                  <a:moveTo>
                    <a:pt x="76390" y="381038"/>
                  </a:moveTo>
                  <a:lnTo>
                    <a:pt x="24676" y="381038"/>
                  </a:lnTo>
                  <a:lnTo>
                    <a:pt x="24676" y="389572"/>
                  </a:lnTo>
                  <a:lnTo>
                    <a:pt x="76390" y="389572"/>
                  </a:lnTo>
                  <a:lnTo>
                    <a:pt x="76390" y="381038"/>
                  </a:lnTo>
                  <a:close/>
                </a:path>
                <a:path w="989330" h="728979">
                  <a:moveTo>
                    <a:pt x="76390" y="343268"/>
                  </a:moveTo>
                  <a:lnTo>
                    <a:pt x="24676" y="343268"/>
                  </a:lnTo>
                  <a:lnTo>
                    <a:pt x="24676" y="351815"/>
                  </a:lnTo>
                  <a:lnTo>
                    <a:pt x="76390" y="351815"/>
                  </a:lnTo>
                  <a:lnTo>
                    <a:pt x="76390" y="343268"/>
                  </a:lnTo>
                  <a:close/>
                </a:path>
                <a:path w="989330" h="728979">
                  <a:moveTo>
                    <a:pt x="76390" y="303377"/>
                  </a:moveTo>
                  <a:lnTo>
                    <a:pt x="24676" y="303377"/>
                  </a:lnTo>
                  <a:lnTo>
                    <a:pt x="24676" y="311912"/>
                  </a:lnTo>
                  <a:lnTo>
                    <a:pt x="76390" y="311912"/>
                  </a:lnTo>
                  <a:lnTo>
                    <a:pt x="76390" y="303377"/>
                  </a:lnTo>
                  <a:close/>
                </a:path>
                <a:path w="989330" h="728979">
                  <a:moveTo>
                    <a:pt x="76390" y="265582"/>
                  </a:moveTo>
                  <a:lnTo>
                    <a:pt x="24676" y="265582"/>
                  </a:lnTo>
                  <a:lnTo>
                    <a:pt x="24676" y="274104"/>
                  </a:lnTo>
                  <a:lnTo>
                    <a:pt x="76390" y="274104"/>
                  </a:lnTo>
                  <a:lnTo>
                    <a:pt x="76390" y="265582"/>
                  </a:lnTo>
                  <a:close/>
                </a:path>
                <a:path w="989330" h="728979">
                  <a:moveTo>
                    <a:pt x="88785" y="203987"/>
                  </a:moveTo>
                  <a:lnTo>
                    <a:pt x="0" y="203987"/>
                  </a:lnTo>
                  <a:lnTo>
                    <a:pt x="0" y="236639"/>
                  </a:lnTo>
                  <a:lnTo>
                    <a:pt x="88785" y="236639"/>
                  </a:lnTo>
                  <a:lnTo>
                    <a:pt x="88785" y="203987"/>
                  </a:lnTo>
                  <a:close/>
                </a:path>
                <a:path w="989330" h="728979">
                  <a:moveTo>
                    <a:pt x="552970" y="0"/>
                  </a:moveTo>
                  <a:lnTo>
                    <a:pt x="435914" y="0"/>
                  </a:lnTo>
                  <a:lnTo>
                    <a:pt x="460159" y="94119"/>
                  </a:lnTo>
                  <a:lnTo>
                    <a:pt x="528726" y="94119"/>
                  </a:lnTo>
                  <a:lnTo>
                    <a:pt x="552970" y="0"/>
                  </a:lnTo>
                  <a:close/>
                </a:path>
                <a:path w="989330" h="728979">
                  <a:moveTo>
                    <a:pt x="964222" y="720432"/>
                  </a:moveTo>
                  <a:lnTo>
                    <a:pt x="912444" y="720432"/>
                  </a:lnTo>
                  <a:lnTo>
                    <a:pt x="912444" y="728967"/>
                  </a:lnTo>
                  <a:lnTo>
                    <a:pt x="964222" y="728967"/>
                  </a:lnTo>
                  <a:lnTo>
                    <a:pt x="964222" y="720432"/>
                  </a:lnTo>
                  <a:close/>
                </a:path>
                <a:path w="989330" h="728979">
                  <a:moveTo>
                    <a:pt x="964222" y="682675"/>
                  </a:moveTo>
                  <a:lnTo>
                    <a:pt x="912444" y="682675"/>
                  </a:lnTo>
                  <a:lnTo>
                    <a:pt x="912444" y="691197"/>
                  </a:lnTo>
                  <a:lnTo>
                    <a:pt x="964222" y="691197"/>
                  </a:lnTo>
                  <a:lnTo>
                    <a:pt x="964222" y="682675"/>
                  </a:lnTo>
                  <a:close/>
                </a:path>
                <a:path w="989330" h="728979">
                  <a:moveTo>
                    <a:pt x="964222" y="645464"/>
                  </a:moveTo>
                  <a:lnTo>
                    <a:pt x="912444" y="645464"/>
                  </a:lnTo>
                  <a:lnTo>
                    <a:pt x="912444" y="653986"/>
                  </a:lnTo>
                  <a:lnTo>
                    <a:pt x="964222" y="653986"/>
                  </a:lnTo>
                  <a:lnTo>
                    <a:pt x="964222" y="645464"/>
                  </a:lnTo>
                  <a:close/>
                </a:path>
                <a:path w="989330" h="728979">
                  <a:moveTo>
                    <a:pt x="964222" y="607695"/>
                  </a:moveTo>
                  <a:lnTo>
                    <a:pt x="912444" y="607695"/>
                  </a:lnTo>
                  <a:lnTo>
                    <a:pt x="912444" y="616229"/>
                  </a:lnTo>
                  <a:lnTo>
                    <a:pt x="964222" y="616229"/>
                  </a:lnTo>
                  <a:lnTo>
                    <a:pt x="964222" y="607695"/>
                  </a:lnTo>
                  <a:close/>
                </a:path>
                <a:path w="989330" h="728979">
                  <a:moveTo>
                    <a:pt x="964222" y="571131"/>
                  </a:moveTo>
                  <a:lnTo>
                    <a:pt x="912444" y="571131"/>
                  </a:lnTo>
                  <a:lnTo>
                    <a:pt x="912444" y="579666"/>
                  </a:lnTo>
                  <a:lnTo>
                    <a:pt x="964222" y="579666"/>
                  </a:lnTo>
                  <a:lnTo>
                    <a:pt x="964222" y="571131"/>
                  </a:lnTo>
                  <a:close/>
                </a:path>
                <a:path w="989330" h="728979">
                  <a:moveTo>
                    <a:pt x="964222" y="533374"/>
                  </a:moveTo>
                  <a:lnTo>
                    <a:pt x="912444" y="533374"/>
                  </a:lnTo>
                  <a:lnTo>
                    <a:pt x="912444" y="541909"/>
                  </a:lnTo>
                  <a:lnTo>
                    <a:pt x="964222" y="541909"/>
                  </a:lnTo>
                  <a:lnTo>
                    <a:pt x="964222" y="533374"/>
                  </a:lnTo>
                  <a:close/>
                </a:path>
                <a:path w="989330" h="728979">
                  <a:moveTo>
                    <a:pt x="964222" y="493445"/>
                  </a:moveTo>
                  <a:lnTo>
                    <a:pt x="912444" y="493445"/>
                  </a:lnTo>
                  <a:lnTo>
                    <a:pt x="912444" y="501980"/>
                  </a:lnTo>
                  <a:lnTo>
                    <a:pt x="964222" y="501980"/>
                  </a:lnTo>
                  <a:lnTo>
                    <a:pt x="964222" y="493445"/>
                  </a:lnTo>
                  <a:close/>
                </a:path>
                <a:path w="989330" h="728979">
                  <a:moveTo>
                    <a:pt x="964222" y="455676"/>
                  </a:moveTo>
                  <a:lnTo>
                    <a:pt x="912444" y="455676"/>
                  </a:lnTo>
                  <a:lnTo>
                    <a:pt x="912444" y="464223"/>
                  </a:lnTo>
                  <a:lnTo>
                    <a:pt x="964222" y="464223"/>
                  </a:lnTo>
                  <a:lnTo>
                    <a:pt x="964222" y="455676"/>
                  </a:lnTo>
                  <a:close/>
                </a:path>
                <a:path w="989330" h="728979">
                  <a:moveTo>
                    <a:pt x="964222" y="417614"/>
                  </a:moveTo>
                  <a:lnTo>
                    <a:pt x="912444" y="417614"/>
                  </a:lnTo>
                  <a:lnTo>
                    <a:pt x="912444" y="426148"/>
                  </a:lnTo>
                  <a:lnTo>
                    <a:pt x="964222" y="426148"/>
                  </a:lnTo>
                  <a:lnTo>
                    <a:pt x="964222" y="417614"/>
                  </a:lnTo>
                  <a:close/>
                </a:path>
                <a:path w="989330" h="728979">
                  <a:moveTo>
                    <a:pt x="964222" y="381038"/>
                  </a:moveTo>
                  <a:lnTo>
                    <a:pt x="912444" y="381038"/>
                  </a:lnTo>
                  <a:lnTo>
                    <a:pt x="912444" y="389572"/>
                  </a:lnTo>
                  <a:lnTo>
                    <a:pt x="964222" y="389572"/>
                  </a:lnTo>
                  <a:lnTo>
                    <a:pt x="964222" y="381038"/>
                  </a:lnTo>
                  <a:close/>
                </a:path>
                <a:path w="989330" h="728979">
                  <a:moveTo>
                    <a:pt x="964222" y="343268"/>
                  </a:moveTo>
                  <a:lnTo>
                    <a:pt x="912444" y="343268"/>
                  </a:lnTo>
                  <a:lnTo>
                    <a:pt x="912444" y="351815"/>
                  </a:lnTo>
                  <a:lnTo>
                    <a:pt x="964222" y="351815"/>
                  </a:lnTo>
                  <a:lnTo>
                    <a:pt x="964222" y="343268"/>
                  </a:lnTo>
                  <a:close/>
                </a:path>
                <a:path w="989330" h="728979">
                  <a:moveTo>
                    <a:pt x="964222" y="303377"/>
                  </a:moveTo>
                  <a:lnTo>
                    <a:pt x="912444" y="303377"/>
                  </a:lnTo>
                  <a:lnTo>
                    <a:pt x="912444" y="311912"/>
                  </a:lnTo>
                  <a:lnTo>
                    <a:pt x="964222" y="311912"/>
                  </a:lnTo>
                  <a:lnTo>
                    <a:pt x="964222" y="303377"/>
                  </a:lnTo>
                  <a:close/>
                </a:path>
                <a:path w="989330" h="728979">
                  <a:moveTo>
                    <a:pt x="964222" y="265582"/>
                  </a:moveTo>
                  <a:lnTo>
                    <a:pt x="912444" y="265582"/>
                  </a:lnTo>
                  <a:lnTo>
                    <a:pt x="912444" y="274104"/>
                  </a:lnTo>
                  <a:lnTo>
                    <a:pt x="964222" y="274104"/>
                  </a:lnTo>
                  <a:lnTo>
                    <a:pt x="964222" y="265582"/>
                  </a:lnTo>
                  <a:close/>
                </a:path>
                <a:path w="989330" h="728979">
                  <a:moveTo>
                    <a:pt x="988872" y="203987"/>
                  </a:moveTo>
                  <a:lnTo>
                    <a:pt x="900087" y="203987"/>
                  </a:lnTo>
                  <a:lnTo>
                    <a:pt x="900087" y="236639"/>
                  </a:lnTo>
                  <a:lnTo>
                    <a:pt x="988872" y="236639"/>
                  </a:lnTo>
                  <a:lnTo>
                    <a:pt x="988872" y="2039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 descr=""/>
            <p:cNvSpPr/>
            <p:nvPr/>
          </p:nvSpPr>
          <p:spPr>
            <a:xfrm>
              <a:off x="1645412" y="4346682"/>
              <a:ext cx="750570" cy="351155"/>
            </a:xfrm>
            <a:custGeom>
              <a:avLst/>
              <a:gdLst/>
              <a:ahLst/>
              <a:cxnLst/>
              <a:rect l="l" t="t" r="r" b="b"/>
              <a:pathLst>
                <a:path w="750569" h="351154">
                  <a:moveTo>
                    <a:pt x="70853" y="183222"/>
                  </a:moveTo>
                  <a:lnTo>
                    <a:pt x="0" y="183222"/>
                  </a:lnTo>
                  <a:lnTo>
                    <a:pt x="0" y="317995"/>
                  </a:lnTo>
                  <a:lnTo>
                    <a:pt x="70853" y="317995"/>
                  </a:lnTo>
                  <a:lnTo>
                    <a:pt x="70853" y="183222"/>
                  </a:lnTo>
                  <a:close/>
                </a:path>
                <a:path w="750569" h="351154">
                  <a:moveTo>
                    <a:pt x="70853" y="35293"/>
                  </a:moveTo>
                  <a:lnTo>
                    <a:pt x="0" y="35293"/>
                  </a:lnTo>
                  <a:lnTo>
                    <a:pt x="0" y="170040"/>
                  </a:lnTo>
                  <a:lnTo>
                    <a:pt x="70853" y="170040"/>
                  </a:lnTo>
                  <a:lnTo>
                    <a:pt x="70853" y="35293"/>
                  </a:lnTo>
                  <a:close/>
                </a:path>
                <a:path w="750569" h="351154">
                  <a:moveTo>
                    <a:pt x="155575" y="183222"/>
                  </a:moveTo>
                  <a:lnTo>
                    <a:pt x="84721" y="183222"/>
                  </a:lnTo>
                  <a:lnTo>
                    <a:pt x="84721" y="317995"/>
                  </a:lnTo>
                  <a:lnTo>
                    <a:pt x="155575" y="317995"/>
                  </a:lnTo>
                  <a:lnTo>
                    <a:pt x="155575" y="183222"/>
                  </a:lnTo>
                  <a:close/>
                </a:path>
                <a:path w="750569" h="351154">
                  <a:moveTo>
                    <a:pt x="155575" y="35293"/>
                  </a:moveTo>
                  <a:lnTo>
                    <a:pt x="84721" y="35293"/>
                  </a:lnTo>
                  <a:lnTo>
                    <a:pt x="84721" y="170040"/>
                  </a:lnTo>
                  <a:lnTo>
                    <a:pt x="155575" y="170040"/>
                  </a:lnTo>
                  <a:lnTo>
                    <a:pt x="155575" y="35293"/>
                  </a:lnTo>
                  <a:close/>
                </a:path>
                <a:path w="750569" h="351154">
                  <a:moveTo>
                    <a:pt x="240995" y="183222"/>
                  </a:moveTo>
                  <a:lnTo>
                    <a:pt x="170154" y="183222"/>
                  </a:lnTo>
                  <a:lnTo>
                    <a:pt x="170154" y="317995"/>
                  </a:lnTo>
                  <a:lnTo>
                    <a:pt x="240995" y="317995"/>
                  </a:lnTo>
                  <a:lnTo>
                    <a:pt x="240995" y="183222"/>
                  </a:lnTo>
                  <a:close/>
                </a:path>
                <a:path w="750569" h="351154">
                  <a:moveTo>
                    <a:pt x="240995" y="35293"/>
                  </a:moveTo>
                  <a:lnTo>
                    <a:pt x="170154" y="35293"/>
                  </a:lnTo>
                  <a:lnTo>
                    <a:pt x="170154" y="170040"/>
                  </a:lnTo>
                  <a:lnTo>
                    <a:pt x="240995" y="170040"/>
                  </a:lnTo>
                  <a:lnTo>
                    <a:pt x="240995" y="35293"/>
                  </a:lnTo>
                  <a:close/>
                </a:path>
                <a:path w="750569" h="351154">
                  <a:moveTo>
                    <a:pt x="325767" y="183222"/>
                  </a:moveTo>
                  <a:lnTo>
                    <a:pt x="254914" y="183222"/>
                  </a:lnTo>
                  <a:lnTo>
                    <a:pt x="254914" y="317995"/>
                  </a:lnTo>
                  <a:lnTo>
                    <a:pt x="325767" y="317995"/>
                  </a:lnTo>
                  <a:lnTo>
                    <a:pt x="325767" y="183222"/>
                  </a:lnTo>
                  <a:close/>
                </a:path>
                <a:path w="750569" h="351154">
                  <a:moveTo>
                    <a:pt x="325767" y="35293"/>
                  </a:moveTo>
                  <a:lnTo>
                    <a:pt x="254914" y="35293"/>
                  </a:lnTo>
                  <a:lnTo>
                    <a:pt x="254914" y="170040"/>
                  </a:lnTo>
                  <a:lnTo>
                    <a:pt x="325767" y="170040"/>
                  </a:lnTo>
                  <a:lnTo>
                    <a:pt x="325767" y="35293"/>
                  </a:lnTo>
                  <a:close/>
                </a:path>
                <a:path w="750569" h="351154">
                  <a:moveTo>
                    <a:pt x="410514" y="183222"/>
                  </a:moveTo>
                  <a:lnTo>
                    <a:pt x="339636" y="183222"/>
                  </a:lnTo>
                  <a:lnTo>
                    <a:pt x="339636" y="317995"/>
                  </a:lnTo>
                  <a:lnTo>
                    <a:pt x="410514" y="317995"/>
                  </a:lnTo>
                  <a:lnTo>
                    <a:pt x="410514" y="183222"/>
                  </a:lnTo>
                  <a:close/>
                </a:path>
                <a:path w="750569" h="351154">
                  <a:moveTo>
                    <a:pt x="410514" y="35293"/>
                  </a:moveTo>
                  <a:lnTo>
                    <a:pt x="339636" y="35293"/>
                  </a:lnTo>
                  <a:lnTo>
                    <a:pt x="339636" y="170040"/>
                  </a:lnTo>
                  <a:lnTo>
                    <a:pt x="410514" y="170040"/>
                  </a:lnTo>
                  <a:lnTo>
                    <a:pt x="410514" y="35293"/>
                  </a:lnTo>
                  <a:close/>
                </a:path>
                <a:path w="750569" h="351154">
                  <a:moveTo>
                    <a:pt x="495249" y="183222"/>
                  </a:moveTo>
                  <a:lnTo>
                    <a:pt x="424408" y="183222"/>
                  </a:lnTo>
                  <a:lnTo>
                    <a:pt x="424408" y="317995"/>
                  </a:lnTo>
                  <a:lnTo>
                    <a:pt x="495249" y="317995"/>
                  </a:lnTo>
                  <a:lnTo>
                    <a:pt x="495249" y="183222"/>
                  </a:lnTo>
                  <a:close/>
                </a:path>
                <a:path w="750569" h="351154">
                  <a:moveTo>
                    <a:pt x="495249" y="35293"/>
                  </a:moveTo>
                  <a:lnTo>
                    <a:pt x="424408" y="35293"/>
                  </a:lnTo>
                  <a:lnTo>
                    <a:pt x="424408" y="170040"/>
                  </a:lnTo>
                  <a:lnTo>
                    <a:pt x="495249" y="170040"/>
                  </a:lnTo>
                  <a:lnTo>
                    <a:pt x="495249" y="35293"/>
                  </a:lnTo>
                  <a:close/>
                </a:path>
                <a:path w="750569" h="351154">
                  <a:moveTo>
                    <a:pt x="580694" y="183222"/>
                  </a:moveTo>
                  <a:lnTo>
                    <a:pt x="509841" y="183222"/>
                  </a:lnTo>
                  <a:lnTo>
                    <a:pt x="509841" y="317995"/>
                  </a:lnTo>
                  <a:lnTo>
                    <a:pt x="580694" y="317995"/>
                  </a:lnTo>
                  <a:lnTo>
                    <a:pt x="580694" y="183222"/>
                  </a:lnTo>
                  <a:close/>
                </a:path>
                <a:path w="750569" h="351154">
                  <a:moveTo>
                    <a:pt x="580694" y="35293"/>
                  </a:moveTo>
                  <a:lnTo>
                    <a:pt x="509841" y="35293"/>
                  </a:lnTo>
                  <a:lnTo>
                    <a:pt x="509841" y="170040"/>
                  </a:lnTo>
                  <a:lnTo>
                    <a:pt x="580694" y="170040"/>
                  </a:lnTo>
                  <a:lnTo>
                    <a:pt x="580694" y="35293"/>
                  </a:lnTo>
                  <a:close/>
                </a:path>
                <a:path w="750569" h="351154">
                  <a:moveTo>
                    <a:pt x="665416" y="183222"/>
                  </a:moveTo>
                  <a:lnTo>
                    <a:pt x="594575" y="183222"/>
                  </a:lnTo>
                  <a:lnTo>
                    <a:pt x="594575" y="317995"/>
                  </a:lnTo>
                  <a:lnTo>
                    <a:pt x="665416" y="317995"/>
                  </a:lnTo>
                  <a:lnTo>
                    <a:pt x="665416" y="183222"/>
                  </a:lnTo>
                  <a:close/>
                </a:path>
                <a:path w="750569" h="351154">
                  <a:moveTo>
                    <a:pt x="665416" y="35293"/>
                  </a:moveTo>
                  <a:lnTo>
                    <a:pt x="594575" y="35293"/>
                  </a:lnTo>
                  <a:lnTo>
                    <a:pt x="594575" y="170040"/>
                  </a:lnTo>
                  <a:lnTo>
                    <a:pt x="665416" y="170040"/>
                  </a:lnTo>
                  <a:lnTo>
                    <a:pt x="665416" y="35293"/>
                  </a:lnTo>
                  <a:close/>
                </a:path>
                <a:path w="750569" h="351154">
                  <a:moveTo>
                    <a:pt x="750189" y="332003"/>
                  </a:moveTo>
                  <a:lnTo>
                    <a:pt x="0" y="332003"/>
                  </a:lnTo>
                  <a:lnTo>
                    <a:pt x="0" y="350774"/>
                  </a:lnTo>
                  <a:lnTo>
                    <a:pt x="750189" y="350774"/>
                  </a:lnTo>
                  <a:lnTo>
                    <a:pt x="750189" y="332003"/>
                  </a:lnTo>
                  <a:close/>
                </a:path>
                <a:path w="750569" h="351154">
                  <a:moveTo>
                    <a:pt x="750189" y="183222"/>
                  </a:moveTo>
                  <a:lnTo>
                    <a:pt x="679323" y="183222"/>
                  </a:lnTo>
                  <a:lnTo>
                    <a:pt x="679323" y="317995"/>
                  </a:lnTo>
                  <a:lnTo>
                    <a:pt x="750189" y="317995"/>
                  </a:lnTo>
                  <a:lnTo>
                    <a:pt x="750189" y="183222"/>
                  </a:lnTo>
                  <a:close/>
                </a:path>
                <a:path w="750569" h="351154">
                  <a:moveTo>
                    <a:pt x="750189" y="35293"/>
                  </a:moveTo>
                  <a:lnTo>
                    <a:pt x="679323" y="35293"/>
                  </a:lnTo>
                  <a:lnTo>
                    <a:pt x="679323" y="170040"/>
                  </a:lnTo>
                  <a:lnTo>
                    <a:pt x="750189" y="170040"/>
                  </a:lnTo>
                  <a:lnTo>
                    <a:pt x="750189" y="35293"/>
                  </a:lnTo>
                  <a:close/>
                </a:path>
                <a:path w="750569" h="351154">
                  <a:moveTo>
                    <a:pt x="750189" y="0"/>
                  </a:moveTo>
                  <a:lnTo>
                    <a:pt x="0" y="0"/>
                  </a:lnTo>
                  <a:lnTo>
                    <a:pt x="0" y="18745"/>
                  </a:lnTo>
                  <a:lnTo>
                    <a:pt x="750189" y="18745"/>
                  </a:lnTo>
                  <a:lnTo>
                    <a:pt x="750189" y="0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2675477" y="4123919"/>
              <a:ext cx="970915" cy="704215"/>
            </a:xfrm>
            <a:custGeom>
              <a:avLst/>
              <a:gdLst/>
              <a:ahLst/>
              <a:cxnLst/>
              <a:rect l="l" t="t" r="r" b="b"/>
              <a:pathLst>
                <a:path w="970914" h="704214">
                  <a:moveTo>
                    <a:pt x="831503" y="0"/>
                  </a:moveTo>
                  <a:lnTo>
                    <a:pt x="139199" y="0"/>
                  </a:lnTo>
                  <a:lnTo>
                    <a:pt x="95326" y="7127"/>
                  </a:lnTo>
                  <a:lnTo>
                    <a:pt x="57130" y="26950"/>
                  </a:lnTo>
                  <a:lnTo>
                    <a:pt x="26951" y="57128"/>
                  </a:lnTo>
                  <a:lnTo>
                    <a:pt x="7127" y="95321"/>
                  </a:lnTo>
                  <a:lnTo>
                    <a:pt x="0" y="139189"/>
                  </a:lnTo>
                  <a:lnTo>
                    <a:pt x="0" y="703968"/>
                  </a:lnTo>
                  <a:lnTo>
                    <a:pt x="970504" y="703968"/>
                  </a:lnTo>
                  <a:lnTo>
                    <a:pt x="970692" y="703549"/>
                  </a:lnTo>
                  <a:lnTo>
                    <a:pt x="970692" y="139189"/>
                  </a:lnTo>
                  <a:lnTo>
                    <a:pt x="963566" y="95321"/>
                  </a:lnTo>
                  <a:lnTo>
                    <a:pt x="943745" y="57128"/>
                  </a:lnTo>
                  <a:lnTo>
                    <a:pt x="913568" y="26950"/>
                  </a:lnTo>
                  <a:lnTo>
                    <a:pt x="875375" y="7127"/>
                  </a:lnTo>
                  <a:lnTo>
                    <a:pt x="8315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2691055" y="4137824"/>
              <a:ext cx="939800" cy="690245"/>
            </a:xfrm>
            <a:custGeom>
              <a:avLst/>
              <a:gdLst/>
              <a:ahLst/>
              <a:cxnLst/>
              <a:rect l="l" t="t" r="r" b="b"/>
              <a:pathLst>
                <a:path w="939800" h="690245">
                  <a:moveTo>
                    <a:pt x="809493" y="0"/>
                  </a:moveTo>
                  <a:lnTo>
                    <a:pt x="130048" y="0"/>
                  </a:lnTo>
                  <a:lnTo>
                    <a:pt x="79557" y="10263"/>
                  </a:lnTo>
                  <a:lnTo>
                    <a:pt x="38205" y="38205"/>
                  </a:lnTo>
                  <a:lnTo>
                    <a:pt x="10263" y="79557"/>
                  </a:lnTo>
                  <a:lnTo>
                    <a:pt x="0" y="130048"/>
                  </a:lnTo>
                  <a:lnTo>
                    <a:pt x="0" y="690062"/>
                  </a:lnTo>
                  <a:lnTo>
                    <a:pt x="939542" y="690062"/>
                  </a:lnTo>
                  <a:lnTo>
                    <a:pt x="939542" y="130048"/>
                  </a:lnTo>
                  <a:lnTo>
                    <a:pt x="929278" y="79557"/>
                  </a:lnTo>
                  <a:lnTo>
                    <a:pt x="901336" y="38205"/>
                  </a:lnTo>
                  <a:lnTo>
                    <a:pt x="859984" y="10263"/>
                  </a:lnTo>
                  <a:lnTo>
                    <a:pt x="809493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2742787" y="4193027"/>
              <a:ext cx="836294" cy="635000"/>
            </a:xfrm>
            <a:custGeom>
              <a:avLst/>
              <a:gdLst/>
              <a:ahLst/>
              <a:cxnLst/>
              <a:rect l="l" t="t" r="r" b="b"/>
              <a:pathLst>
                <a:path w="836295" h="635000">
                  <a:moveTo>
                    <a:pt x="751484" y="0"/>
                  </a:moveTo>
                  <a:lnTo>
                    <a:pt x="84594" y="0"/>
                  </a:lnTo>
                  <a:lnTo>
                    <a:pt x="51754" y="6678"/>
                  </a:lnTo>
                  <a:lnTo>
                    <a:pt x="24855" y="24860"/>
                  </a:lnTo>
                  <a:lnTo>
                    <a:pt x="6677" y="51763"/>
                  </a:lnTo>
                  <a:lnTo>
                    <a:pt x="0" y="84604"/>
                  </a:lnTo>
                  <a:lnTo>
                    <a:pt x="0" y="634860"/>
                  </a:lnTo>
                  <a:lnTo>
                    <a:pt x="836079" y="634860"/>
                  </a:lnTo>
                  <a:lnTo>
                    <a:pt x="836079" y="84604"/>
                  </a:lnTo>
                  <a:lnTo>
                    <a:pt x="829402" y="51763"/>
                  </a:lnTo>
                  <a:lnTo>
                    <a:pt x="811223" y="24860"/>
                  </a:lnTo>
                  <a:lnTo>
                    <a:pt x="784324" y="6678"/>
                  </a:lnTo>
                  <a:lnTo>
                    <a:pt x="7514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2755177" y="4205529"/>
              <a:ext cx="811530" cy="622935"/>
            </a:xfrm>
            <a:custGeom>
              <a:avLst/>
              <a:gdLst/>
              <a:ahLst/>
              <a:cxnLst/>
              <a:rect l="l" t="t" r="r" b="b"/>
              <a:pathLst>
                <a:path w="811529" h="622935">
                  <a:moveTo>
                    <a:pt x="739056" y="0"/>
                  </a:moveTo>
                  <a:lnTo>
                    <a:pt x="72249" y="0"/>
                  </a:lnTo>
                  <a:lnTo>
                    <a:pt x="44182" y="5700"/>
                  </a:lnTo>
                  <a:lnTo>
                    <a:pt x="21211" y="21220"/>
                  </a:lnTo>
                  <a:lnTo>
                    <a:pt x="5696" y="44187"/>
                  </a:lnTo>
                  <a:lnTo>
                    <a:pt x="0" y="72228"/>
                  </a:lnTo>
                  <a:lnTo>
                    <a:pt x="0" y="622358"/>
                  </a:lnTo>
                  <a:lnTo>
                    <a:pt x="811294" y="622358"/>
                  </a:lnTo>
                  <a:lnTo>
                    <a:pt x="811294" y="72228"/>
                  </a:lnTo>
                  <a:lnTo>
                    <a:pt x="805593" y="44187"/>
                  </a:lnTo>
                  <a:lnTo>
                    <a:pt x="790072" y="21220"/>
                  </a:lnTo>
                  <a:lnTo>
                    <a:pt x="767102" y="5700"/>
                  </a:lnTo>
                  <a:lnTo>
                    <a:pt x="739056" y="0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2666352" y="4098918"/>
              <a:ext cx="989330" cy="728980"/>
            </a:xfrm>
            <a:custGeom>
              <a:avLst/>
              <a:gdLst/>
              <a:ahLst/>
              <a:cxnLst/>
              <a:rect l="l" t="t" r="r" b="b"/>
              <a:pathLst>
                <a:path w="989329" h="728979">
                  <a:moveTo>
                    <a:pt x="76441" y="720432"/>
                  </a:moveTo>
                  <a:lnTo>
                    <a:pt x="24701" y="720432"/>
                  </a:lnTo>
                  <a:lnTo>
                    <a:pt x="24701" y="728967"/>
                  </a:lnTo>
                  <a:lnTo>
                    <a:pt x="76441" y="728967"/>
                  </a:lnTo>
                  <a:lnTo>
                    <a:pt x="76441" y="720432"/>
                  </a:lnTo>
                  <a:close/>
                </a:path>
                <a:path w="989329" h="728979">
                  <a:moveTo>
                    <a:pt x="76441" y="682675"/>
                  </a:moveTo>
                  <a:lnTo>
                    <a:pt x="24701" y="682675"/>
                  </a:lnTo>
                  <a:lnTo>
                    <a:pt x="24701" y="691197"/>
                  </a:lnTo>
                  <a:lnTo>
                    <a:pt x="76441" y="691197"/>
                  </a:lnTo>
                  <a:lnTo>
                    <a:pt x="76441" y="682675"/>
                  </a:lnTo>
                  <a:close/>
                </a:path>
                <a:path w="989329" h="728979">
                  <a:moveTo>
                    <a:pt x="76441" y="645464"/>
                  </a:moveTo>
                  <a:lnTo>
                    <a:pt x="24701" y="645464"/>
                  </a:lnTo>
                  <a:lnTo>
                    <a:pt x="24701" y="653986"/>
                  </a:lnTo>
                  <a:lnTo>
                    <a:pt x="76441" y="653986"/>
                  </a:lnTo>
                  <a:lnTo>
                    <a:pt x="76441" y="645464"/>
                  </a:lnTo>
                  <a:close/>
                </a:path>
                <a:path w="989329" h="728979">
                  <a:moveTo>
                    <a:pt x="76441" y="607695"/>
                  </a:moveTo>
                  <a:lnTo>
                    <a:pt x="24701" y="607695"/>
                  </a:lnTo>
                  <a:lnTo>
                    <a:pt x="24701" y="616229"/>
                  </a:lnTo>
                  <a:lnTo>
                    <a:pt x="76441" y="616229"/>
                  </a:lnTo>
                  <a:lnTo>
                    <a:pt x="76441" y="607695"/>
                  </a:lnTo>
                  <a:close/>
                </a:path>
                <a:path w="989329" h="728979">
                  <a:moveTo>
                    <a:pt x="76441" y="571131"/>
                  </a:moveTo>
                  <a:lnTo>
                    <a:pt x="24701" y="571131"/>
                  </a:lnTo>
                  <a:lnTo>
                    <a:pt x="24701" y="579666"/>
                  </a:lnTo>
                  <a:lnTo>
                    <a:pt x="76441" y="579666"/>
                  </a:lnTo>
                  <a:lnTo>
                    <a:pt x="76441" y="571131"/>
                  </a:lnTo>
                  <a:close/>
                </a:path>
                <a:path w="989329" h="728979">
                  <a:moveTo>
                    <a:pt x="76441" y="533374"/>
                  </a:moveTo>
                  <a:lnTo>
                    <a:pt x="24701" y="533374"/>
                  </a:lnTo>
                  <a:lnTo>
                    <a:pt x="24701" y="541909"/>
                  </a:lnTo>
                  <a:lnTo>
                    <a:pt x="76441" y="541909"/>
                  </a:lnTo>
                  <a:lnTo>
                    <a:pt x="76441" y="533374"/>
                  </a:lnTo>
                  <a:close/>
                </a:path>
                <a:path w="989329" h="728979">
                  <a:moveTo>
                    <a:pt x="76441" y="493445"/>
                  </a:moveTo>
                  <a:lnTo>
                    <a:pt x="24701" y="493445"/>
                  </a:lnTo>
                  <a:lnTo>
                    <a:pt x="24701" y="501980"/>
                  </a:lnTo>
                  <a:lnTo>
                    <a:pt x="76441" y="501980"/>
                  </a:lnTo>
                  <a:lnTo>
                    <a:pt x="76441" y="493445"/>
                  </a:lnTo>
                  <a:close/>
                </a:path>
                <a:path w="989329" h="728979">
                  <a:moveTo>
                    <a:pt x="76441" y="455676"/>
                  </a:moveTo>
                  <a:lnTo>
                    <a:pt x="24701" y="455676"/>
                  </a:lnTo>
                  <a:lnTo>
                    <a:pt x="24701" y="464223"/>
                  </a:lnTo>
                  <a:lnTo>
                    <a:pt x="76441" y="464223"/>
                  </a:lnTo>
                  <a:lnTo>
                    <a:pt x="76441" y="455676"/>
                  </a:lnTo>
                  <a:close/>
                </a:path>
                <a:path w="989329" h="728979">
                  <a:moveTo>
                    <a:pt x="76441" y="417614"/>
                  </a:moveTo>
                  <a:lnTo>
                    <a:pt x="24701" y="417614"/>
                  </a:lnTo>
                  <a:lnTo>
                    <a:pt x="24701" y="426148"/>
                  </a:lnTo>
                  <a:lnTo>
                    <a:pt x="76441" y="426148"/>
                  </a:lnTo>
                  <a:lnTo>
                    <a:pt x="76441" y="417614"/>
                  </a:lnTo>
                  <a:close/>
                </a:path>
                <a:path w="989329" h="728979">
                  <a:moveTo>
                    <a:pt x="76441" y="381038"/>
                  </a:moveTo>
                  <a:lnTo>
                    <a:pt x="24701" y="381038"/>
                  </a:lnTo>
                  <a:lnTo>
                    <a:pt x="24701" y="389572"/>
                  </a:lnTo>
                  <a:lnTo>
                    <a:pt x="76441" y="389572"/>
                  </a:lnTo>
                  <a:lnTo>
                    <a:pt x="76441" y="381038"/>
                  </a:lnTo>
                  <a:close/>
                </a:path>
                <a:path w="989329" h="728979">
                  <a:moveTo>
                    <a:pt x="76441" y="343268"/>
                  </a:moveTo>
                  <a:lnTo>
                    <a:pt x="24701" y="343268"/>
                  </a:lnTo>
                  <a:lnTo>
                    <a:pt x="24701" y="351815"/>
                  </a:lnTo>
                  <a:lnTo>
                    <a:pt x="76441" y="351815"/>
                  </a:lnTo>
                  <a:lnTo>
                    <a:pt x="76441" y="343268"/>
                  </a:lnTo>
                  <a:close/>
                </a:path>
                <a:path w="989329" h="728979">
                  <a:moveTo>
                    <a:pt x="76441" y="303377"/>
                  </a:moveTo>
                  <a:lnTo>
                    <a:pt x="24701" y="303377"/>
                  </a:lnTo>
                  <a:lnTo>
                    <a:pt x="24701" y="311912"/>
                  </a:lnTo>
                  <a:lnTo>
                    <a:pt x="76441" y="311912"/>
                  </a:lnTo>
                  <a:lnTo>
                    <a:pt x="76441" y="303377"/>
                  </a:lnTo>
                  <a:close/>
                </a:path>
                <a:path w="989329" h="728979">
                  <a:moveTo>
                    <a:pt x="76441" y="265582"/>
                  </a:moveTo>
                  <a:lnTo>
                    <a:pt x="24701" y="265582"/>
                  </a:lnTo>
                  <a:lnTo>
                    <a:pt x="24701" y="274104"/>
                  </a:lnTo>
                  <a:lnTo>
                    <a:pt x="76441" y="274104"/>
                  </a:lnTo>
                  <a:lnTo>
                    <a:pt x="76441" y="265582"/>
                  </a:lnTo>
                  <a:close/>
                </a:path>
                <a:path w="989329" h="728979">
                  <a:moveTo>
                    <a:pt x="88811" y="203987"/>
                  </a:moveTo>
                  <a:lnTo>
                    <a:pt x="0" y="203987"/>
                  </a:lnTo>
                  <a:lnTo>
                    <a:pt x="0" y="236639"/>
                  </a:lnTo>
                  <a:lnTo>
                    <a:pt x="88811" y="236639"/>
                  </a:lnTo>
                  <a:lnTo>
                    <a:pt x="88811" y="203987"/>
                  </a:lnTo>
                  <a:close/>
                </a:path>
                <a:path w="989329" h="728979">
                  <a:moveTo>
                    <a:pt x="552996" y="0"/>
                  </a:moveTo>
                  <a:lnTo>
                    <a:pt x="435940" y="0"/>
                  </a:lnTo>
                  <a:lnTo>
                    <a:pt x="460184" y="94119"/>
                  </a:lnTo>
                  <a:lnTo>
                    <a:pt x="528751" y="94119"/>
                  </a:lnTo>
                  <a:lnTo>
                    <a:pt x="552996" y="0"/>
                  </a:lnTo>
                  <a:close/>
                </a:path>
                <a:path w="989329" h="728979">
                  <a:moveTo>
                    <a:pt x="964247" y="720432"/>
                  </a:moveTo>
                  <a:lnTo>
                    <a:pt x="912469" y="720432"/>
                  </a:lnTo>
                  <a:lnTo>
                    <a:pt x="912469" y="728967"/>
                  </a:lnTo>
                  <a:lnTo>
                    <a:pt x="964247" y="728967"/>
                  </a:lnTo>
                  <a:lnTo>
                    <a:pt x="964247" y="720432"/>
                  </a:lnTo>
                  <a:close/>
                </a:path>
                <a:path w="989329" h="728979">
                  <a:moveTo>
                    <a:pt x="964247" y="682675"/>
                  </a:moveTo>
                  <a:lnTo>
                    <a:pt x="912469" y="682675"/>
                  </a:lnTo>
                  <a:lnTo>
                    <a:pt x="912469" y="691197"/>
                  </a:lnTo>
                  <a:lnTo>
                    <a:pt x="964247" y="691197"/>
                  </a:lnTo>
                  <a:lnTo>
                    <a:pt x="964247" y="682675"/>
                  </a:lnTo>
                  <a:close/>
                </a:path>
                <a:path w="989329" h="728979">
                  <a:moveTo>
                    <a:pt x="964247" y="645464"/>
                  </a:moveTo>
                  <a:lnTo>
                    <a:pt x="912469" y="645464"/>
                  </a:lnTo>
                  <a:lnTo>
                    <a:pt x="912469" y="653986"/>
                  </a:lnTo>
                  <a:lnTo>
                    <a:pt x="964247" y="653986"/>
                  </a:lnTo>
                  <a:lnTo>
                    <a:pt x="964247" y="645464"/>
                  </a:lnTo>
                  <a:close/>
                </a:path>
                <a:path w="989329" h="728979">
                  <a:moveTo>
                    <a:pt x="964247" y="607695"/>
                  </a:moveTo>
                  <a:lnTo>
                    <a:pt x="912469" y="607695"/>
                  </a:lnTo>
                  <a:lnTo>
                    <a:pt x="912469" y="616229"/>
                  </a:lnTo>
                  <a:lnTo>
                    <a:pt x="964247" y="616229"/>
                  </a:lnTo>
                  <a:lnTo>
                    <a:pt x="964247" y="607695"/>
                  </a:lnTo>
                  <a:close/>
                </a:path>
                <a:path w="989329" h="728979">
                  <a:moveTo>
                    <a:pt x="964247" y="571131"/>
                  </a:moveTo>
                  <a:lnTo>
                    <a:pt x="912469" y="571131"/>
                  </a:lnTo>
                  <a:lnTo>
                    <a:pt x="912469" y="579666"/>
                  </a:lnTo>
                  <a:lnTo>
                    <a:pt x="964247" y="579666"/>
                  </a:lnTo>
                  <a:lnTo>
                    <a:pt x="964247" y="571131"/>
                  </a:lnTo>
                  <a:close/>
                </a:path>
                <a:path w="989329" h="728979">
                  <a:moveTo>
                    <a:pt x="964247" y="533374"/>
                  </a:moveTo>
                  <a:lnTo>
                    <a:pt x="912469" y="533374"/>
                  </a:lnTo>
                  <a:lnTo>
                    <a:pt x="912469" y="541909"/>
                  </a:lnTo>
                  <a:lnTo>
                    <a:pt x="964247" y="541909"/>
                  </a:lnTo>
                  <a:lnTo>
                    <a:pt x="964247" y="533374"/>
                  </a:lnTo>
                  <a:close/>
                </a:path>
                <a:path w="989329" h="728979">
                  <a:moveTo>
                    <a:pt x="964247" y="493445"/>
                  </a:moveTo>
                  <a:lnTo>
                    <a:pt x="912469" y="493445"/>
                  </a:lnTo>
                  <a:lnTo>
                    <a:pt x="912469" y="501980"/>
                  </a:lnTo>
                  <a:lnTo>
                    <a:pt x="964247" y="501980"/>
                  </a:lnTo>
                  <a:lnTo>
                    <a:pt x="964247" y="493445"/>
                  </a:lnTo>
                  <a:close/>
                </a:path>
                <a:path w="989329" h="728979">
                  <a:moveTo>
                    <a:pt x="964247" y="455676"/>
                  </a:moveTo>
                  <a:lnTo>
                    <a:pt x="912469" y="455676"/>
                  </a:lnTo>
                  <a:lnTo>
                    <a:pt x="912469" y="464223"/>
                  </a:lnTo>
                  <a:lnTo>
                    <a:pt x="964247" y="464223"/>
                  </a:lnTo>
                  <a:lnTo>
                    <a:pt x="964247" y="455676"/>
                  </a:lnTo>
                  <a:close/>
                </a:path>
                <a:path w="989329" h="728979">
                  <a:moveTo>
                    <a:pt x="964247" y="417614"/>
                  </a:moveTo>
                  <a:lnTo>
                    <a:pt x="912469" y="417614"/>
                  </a:lnTo>
                  <a:lnTo>
                    <a:pt x="912469" y="426148"/>
                  </a:lnTo>
                  <a:lnTo>
                    <a:pt x="964247" y="426148"/>
                  </a:lnTo>
                  <a:lnTo>
                    <a:pt x="964247" y="417614"/>
                  </a:lnTo>
                  <a:close/>
                </a:path>
                <a:path w="989329" h="728979">
                  <a:moveTo>
                    <a:pt x="964247" y="381038"/>
                  </a:moveTo>
                  <a:lnTo>
                    <a:pt x="912469" y="381038"/>
                  </a:lnTo>
                  <a:lnTo>
                    <a:pt x="912469" y="389572"/>
                  </a:lnTo>
                  <a:lnTo>
                    <a:pt x="964247" y="389572"/>
                  </a:lnTo>
                  <a:lnTo>
                    <a:pt x="964247" y="381038"/>
                  </a:lnTo>
                  <a:close/>
                </a:path>
                <a:path w="989329" h="728979">
                  <a:moveTo>
                    <a:pt x="964247" y="343268"/>
                  </a:moveTo>
                  <a:lnTo>
                    <a:pt x="912469" y="343268"/>
                  </a:lnTo>
                  <a:lnTo>
                    <a:pt x="912469" y="351815"/>
                  </a:lnTo>
                  <a:lnTo>
                    <a:pt x="964247" y="351815"/>
                  </a:lnTo>
                  <a:lnTo>
                    <a:pt x="964247" y="343268"/>
                  </a:lnTo>
                  <a:close/>
                </a:path>
                <a:path w="989329" h="728979">
                  <a:moveTo>
                    <a:pt x="964247" y="303377"/>
                  </a:moveTo>
                  <a:lnTo>
                    <a:pt x="912469" y="303377"/>
                  </a:lnTo>
                  <a:lnTo>
                    <a:pt x="912469" y="311912"/>
                  </a:lnTo>
                  <a:lnTo>
                    <a:pt x="964247" y="311912"/>
                  </a:lnTo>
                  <a:lnTo>
                    <a:pt x="964247" y="303377"/>
                  </a:lnTo>
                  <a:close/>
                </a:path>
                <a:path w="989329" h="728979">
                  <a:moveTo>
                    <a:pt x="964247" y="265582"/>
                  </a:moveTo>
                  <a:lnTo>
                    <a:pt x="912469" y="265582"/>
                  </a:lnTo>
                  <a:lnTo>
                    <a:pt x="912469" y="274104"/>
                  </a:lnTo>
                  <a:lnTo>
                    <a:pt x="964247" y="274104"/>
                  </a:lnTo>
                  <a:lnTo>
                    <a:pt x="964247" y="265582"/>
                  </a:lnTo>
                  <a:close/>
                </a:path>
                <a:path w="989329" h="728979">
                  <a:moveTo>
                    <a:pt x="988898" y="203987"/>
                  </a:moveTo>
                  <a:lnTo>
                    <a:pt x="900112" y="203987"/>
                  </a:lnTo>
                  <a:lnTo>
                    <a:pt x="900112" y="236639"/>
                  </a:lnTo>
                  <a:lnTo>
                    <a:pt x="988898" y="236639"/>
                  </a:lnTo>
                  <a:lnTo>
                    <a:pt x="988898" y="2039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2785719" y="4346682"/>
              <a:ext cx="750570" cy="351155"/>
            </a:xfrm>
            <a:custGeom>
              <a:avLst/>
              <a:gdLst/>
              <a:ahLst/>
              <a:cxnLst/>
              <a:rect l="l" t="t" r="r" b="b"/>
              <a:pathLst>
                <a:path w="750570" h="351154">
                  <a:moveTo>
                    <a:pt x="70853" y="183222"/>
                  </a:moveTo>
                  <a:lnTo>
                    <a:pt x="0" y="183222"/>
                  </a:lnTo>
                  <a:lnTo>
                    <a:pt x="0" y="317995"/>
                  </a:lnTo>
                  <a:lnTo>
                    <a:pt x="70853" y="317995"/>
                  </a:lnTo>
                  <a:lnTo>
                    <a:pt x="70853" y="183222"/>
                  </a:lnTo>
                  <a:close/>
                </a:path>
                <a:path w="750570" h="351154">
                  <a:moveTo>
                    <a:pt x="70853" y="35293"/>
                  </a:moveTo>
                  <a:lnTo>
                    <a:pt x="0" y="35293"/>
                  </a:lnTo>
                  <a:lnTo>
                    <a:pt x="0" y="170040"/>
                  </a:lnTo>
                  <a:lnTo>
                    <a:pt x="70853" y="170040"/>
                  </a:lnTo>
                  <a:lnTo>
                    <a:pt x="70853" y="35293"/>
                  </a:lnTo>
                  <a:close/>
                </a:path>
                <a:path w="750570" h="351154">
                  <a:moveTo>
                    <a:pt x="155600" y="183222"/>
                  </a:moveTo>
                  <a:lnTo>
                    <a:pt x="84734" y="183222"/>
                  </a:lnTo>
                  <a:lnTo>
                    <a:pt x="84734" y="317995"/>
                  </a:lnTo>
                  <a:lnTo>
                    <a:pt x="155600" y="317995"/>
                  </a:lnTo>
                  <a:lnTo>
                    <a:pt x="155600" y="183222"/>
                  </a:lnTo>
                  <a:close/>
                </a:path>
                <a:path w="750570" h="351154">
                  <a:moveTo>
                    <a:pt x="155600" y="35293"/>
                  </a:moveTo>
                  <a:lnTo>
                    <a:pt x="84734" y="35293"/>
                  </a:lnTo>
                  <a:lnTo>
                    <a:pt x="84734" y="170040"/>
                  </a:lnTo>
                  <a:lnTo>
                    <a:pt x="155600" y="170040"/>
                  </a:lnTo>
                  <a:lnTo>
                    <a:pt x="155600" y="35293"/>
                  </a:lnTo>
                  <a:close/>
                </a:path>
                <a:path w="750570" h="351154">
                  <a:moveTo>
                    <a:pt x="241020" y="183222"/>
                  </a:moveTo>
                  <a:lnTo>
                    <a:pt x="170180" y="183222"/>
                  </a:lnTo>
                  <a:lnTo>
                    <a:pt x="170180" y="317995"/>
                  </a:lnTo>
                  <a:lnTo>
                    <a:pt x="241020" y="317995"/>
                  </a:lnTo>
                  <a:lnTo>
                    <a:pt x="241020" y="183222"/>
                  </a:lnTo>
                  <a:close/>
                </a:path>
                <a:path w="750570" h="351154">
                  <a:moveTo>
                    <a:pt x="241020" y="35293"/>
                  </a:moveTo>
                  <a:lnTo>
                    <a:pt x="170180" y="35293"/>
                  </a:lnTo>
                  <a:lnTo>
                    <a:pt x="170180" y="170040"/>
                  </a:lnTo>
                  <a:lnTo>
                    <a:pt x="241020" y="170040"/>
                  </a:lnTo>
                  <a:lnTo>
                    <a:pt x="241020" y="35293"/>
                  </a:lnTo>
                  <a:close/>
                </a:path>
                <a:path w="750570" h="351154">
                  <a:moveTo>
                    <a:pt x="325793" y="183222"/>
                  </a:moveTo>
                  <a:lnTo>
                    <a:pt x="254939" y="183222"/>
                  </a:lnTo>
                  <a:lnTo>
                    <a:pt x="254939" y="317995"/>
                  </a:lnTo>
                  <a:lnTo>
                    <a:pt x="325793" y="317995"/>
                  </a:lnTo>
                  <a:lnTo>
                    <a:pt x="325793" y="183222"/>
                  </a:lnTo>
                  <a:close/>
                </a:path>
                <a:path w="750570" h="351154">
                  <a:moveTo>
                    <a:pt x="325793" y="35293"/>
                  </a:moveTo>
                  <a:lnTo>
                    <a:pt x="254939" y="35293"/>
                  </a:lnTo>
                  <a:lnTo>
                    <a:pt x="254939" y="170040"/>
                  </a:lnTo>
                  <a:lnTo>
                    <a:pt x="325793" y="170040"/>
                  </a:lnTo>
                  <a:lnTo>
                    <a:pt x="325793" y="35293"/>
                  </a:lnTo>
                  <a:close/>
                </a:path>
                <a:path w="750570" h="351154">
                  <a:moveTo>
                    <a:pt x="410514" y="183222"/>
                  </a:moveTo>
                  <a:lnTo>
                    <a:pt x="339661" y="183222"/>
                  </a:lnTo>
                  <a:lnTo>
                    <a:pt x="339661" y="317995"/>
                  </a:lnTo>
                  <a:lnTo>
                    <a:pt x="410514" y="317995"/>
                  </a:lnTo>
                  <a:lnTo>
                    <a:pt x="410514" y="183222"/>
                  </a:lnTo>
                  <a:close/>
                </a:path>
                <a:path w="750570" h="351154">
                  <a:moveTo>
                    <a:pt x="410514" y="35293"/>
                  </a:moveTo>
                  <a:lnTo>
                    <a:pt x="339661" y="35293"/>
                  </a:lnTo>
                  <a:lnTo>
                    <a:pt x="339661" y="170040"/>
                  </a:lnTo>
                  <a:lnTo>
                    <a:pt x="410514" y="170040"/>
                  </a:lnTo>
                  <a:lnTo>
                    <a:pt x="410514" y="35293"/>
                  </a:lnTo>
                  <a:close/>
                </a:path>
                <a:path w="750570" h="351154">
                  <a:moveTo>
                    <a:pt x="495287" y="183222"/>
                  </a:moveTo>
                  <a:lnTo>
                    <a:pt x="424421" y="183222"/>
                  </a:lnTo>
                  <a:lnTo>
                    <a:pt x="424421" y="317995"/>
                  </a:lnTo>
                  <a:lnTo>
                    <a:pt x="495287" y="317995"/>
                  </a:lnTo>
                  <a:lnTo>
                    <a:pt x="495287" y="183222"/>
                  </a:lnTo>
                  <a:close/>
                </a:path>
                <a:path w="750570" h="351154">
                  <a:moveTo>
                    <a:pt x="495287" y="35293"/>
                  </a:moveTo>
                  <a:lnTo>
                    <a:pt x="424421" y="35293"/>
                  </a:lnTo>
                  <a:lnTo>
                    <a:pt x="424421" y="170040"/>
                  </a:lnTo>
                  <a:lnTo>
                    <a:pt x="495287" y="170040"/>
                  </a:lnTo>
                  <a:lnTo>
                    <a:pt x="495287" y="35293"/>
                  </a:lnTo>
                  <a:close/>
                </a:path>
                <a:path w="750570" h="351154">
                  <a:moveTo>
                    <a:pt x="580707" y="183222"/>
                  </a:moveTo>
                  <a:lnTo>
                    <a:pt x="509854" y="183222"/>
                  </a:lnTo>
                  <a:lnTo>
                    <a:pt x="509854" y="317995"/>
                  </a:lnTo>
                  <a:lnTo>
                    <a:pt x="580707" y="317995"/>
                  </a:lnTo>
                  <a:lnTo>
                    <a:pt x="580707" y="183222"/>
                  </a:lnTo>
                  <a:close/>
                </a:path>
                <a:path w="750570" h="351154">
                  <a:moveTo>
                    <a:pt x="580707" y="35293"/>
                  </a:moveTo>
                  <a:lnTo>
                    <a:pt x="509854" y="35293"/>
                  </a:lnTo>
                  <a:lnTo>
                    <a:pt x="509854" y="170040"/>
                  </a:lnTo>
                  <a:lnTo>
                    <a:pt x="580707" y="170040"/>
                  </a:lnTo>
                  <a:lnTo>
                    <a:pt x="580707" y="35293"/>
                  </a:lnTo>
                  <a:close/>
                </a:path>
                <a:path w="750570" h="351154">
                  <a:moveTo>
                    <a:pt x="665429" y="183222"/>
                  </a:moveTo>
                  <a:lnTo>
                    <a:pt x="594575" y="183222"/>
                  </a:lnTo>
                  <a:lnTo>
                    <a:pt x="594575" y="317995"/>
                  </a:lnTo>
                  <a:lnTo>
                    <a:pt x="665429" y="317995"/>
                  </a:lnTo>
                  <a:lnTo>
                    <a:pt x="665429" y="183222"/>
                  </a:lnTo>
                  <a:close/>
                </a:path>
                <a:path w="750570" h="351154">
                  <a:moveTo>
                    <a:pt x="665429" y="35293"/>
                  </a:moveTo>
                  <a:lnTo>
                    <a:pt x="594575" y="35293"/>
                  </a:lnTo>
                  <a:lnTo>
                    <a:pt x="594575" y="170040"/>
                  </a:lnTo>
                  <a:lnTo>
                    <a:pt x="665429" y="170040"/>
                  </a:lnTo>
                  <a:lnTo>
                    <a:pt x="665429" y="35293"/>
                  </a:lnTo>
                  <a:close/>
                </a:path>
                <a:path w="750570" h="351154">
                  <a:moveTo>
                    <a:pt x="750201" y="183222"/>
                  </a:moveTo>
                  <a:lnTo>
                    <a:pt x="679335" y="183222"/>
                  </a:lnTo>
                  <a:lnTo>
                    <a:pt x="679335" y="317995"/>
                  </a:lnTo>
                  <a:lnTo>
                    <a:pt x="750201" y="317995"/>
                  </a:lnTo>
                  <a:lnTo>
                    <a:pt x="750201" y="183222"/>
                  </a:lnTo>
                  <a:close/>
                </a:path>
                <a:path w="750570" h="351154">
                  <a:moveTo>
                    <a:pt x="750201" y="35293"/>
                  </a:moveTo>
                  <a:lnTo>
                    <a:pt x="679335" y="35293"/>
                  </a:lnTo>
                  <a:lnTo>
                    <a:pt x="679335" y="170040"/>
                  </a:lnTo>
                  <a:lnTo>
                    <a:pt x="750201" y="170040"/>
                  </a:lnTo>
                  <a:lnTo>
                    <a:pt x="750201" y="35293"/>
                  </a:lnTo>
                  <a:close/>
                </a:path>
                <a:path w="750570" h="351154">
                  <a:moveTo>
                    <a:pt x="750214" y="332003"/>
                  </a:moveTo>
                  <a:lnTo>
                    <a:pt x="0" y="332003"/>
                  </a:lnTo>
                  <a:lnTo>
                    <a:pt x="0" y="350774"/>
                  </a:lnTo>
                  <a:lnTo>
                    <a:pt x="750214" y="350774"/>
                  </a:lnTo>
                  <a:lnTo>
                    <a:pt x="750214" y="332003"/>
                  </a:lnTo>
                  <a:close/>
                </a:path>
                <a:path w="750570" h="351154">
                  <a:moveTo>
                    <a:pt x="750214" y="0"/>
                  </a:moveTo>
                  <a:lnTo>
                    <a:pt x="0" y="0"/>
                  </a:lnTo>
                  <a:lnTo>
                    <a:pt x="0" y="18745"/>
                  </a:lnTo>
                  <a:lnTo>
                    <a:pt x="750214" y="18745"/>
                  </a:lnTo>
                  <a:lnTo>
                    <a:pt x="750214" y="0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1617469" y="3581231"/>
              <a:ext cx="229235" cy="379730"/>
            </a:xfrm>
            <a:custGeom>
              <a:avLst/>
              <a:gdLst/>
              <a:ahLst/>
              <a:cxnLst/>
              <a:rect l="l" t="t" r="r" b="b"/>
              <a:pathLst>
                <a:path w="229235" h="379729">
                  <a:moveTo>
                    <a:pt x="229071" y="0"/>
                  </a:moveTo>
                  <a:lnTo>
                    <a:pt x="0" y="0"/>
                  </a:lnTo>
                  <a:lnTo>
                    <a:pt x="0" y="379349"/>
                  </a:lnTo>
                  <a:lnTo>
                    <a:pt x="229071" y="379349"/>
                  </a:lnTo>
                  <a:lnTo>
                    <a:pt x="2290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1639614" y="3601639"/>
              <a:ext cx="184785" cy="339090"/>
            </a:xfrm>
            <a:custGeom>
              <a:avLst/>
              <a:gdLst/>
              <a:ahLst/>
              <a:cxnLst/>
              <a:rect l="l" t="t" r="r" b="b"/>
              <a:pathLst>
                <a:path w="184785" h="339089">
                  <a:moveTo>
                    <a:pt x="184748" y="0"/>
                  </a:moveTo>
                  <a:lnTo>
                    <a:pt x="0" y="0"/>
                  </a:lnTo>
                  <a:lnTo>
                    <a:pt x="0" y="338565"/>
                  </a:lnTo>
                  <a:lnTo>
                    <a:pt x="184748" y="338565"/>
                  </a:lnTo>
                  <a:lnTo>
                    <a:pt x="184748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1591576" y="3522135"/>
              <a:ext cx="281305" cy="478155"/>
            </a:xfrm>
            <a:custGeom>
              <a:avLst/>
              <a:gdLst/>
              <a:ahLst/>
              <a:cxnLst/>
              <a:rect l="l" t="t" r="r" b="b"/>
              <a:pathLst>
                <a:path w="281305" h="478154">
                  <a:moveTo>
                    <a:pt x="280809" y="438467"/>
                  </a:moveTo>
                  <a:lnTo>
                    <a:pt x="0" y="438467"/>
                  </a:lnTo>
                  <a:lnTo>
                    <a:pt x="0" y="477888"/>
                  </a:lnTo>
                  <a:lnTo>
                    <a:pt x="280809" y="477888"/>
                  </a:lnTo>
                  <a:lnTo>
                    <a:pt x="280809" y="438467"/>
                  </a:lnTo>
                  <a:close/>
                </a:path>
                <a:path w="281305" h="478154">
                  <a:moveTo>
                    <a:pt x="280809" y="19697"/>
                  </a:moveTo>
                  <a:lnTo>
                    <a:pt x="140411" y="0"/>
                  </a:lnTo>
                  <a:lnTo>
                    <a:pt x="0" y="19697"/>
                  </a:lnTo>
                  <a:lnTo>
                    <a:pt x="0" y="59105"/>
                  </a:lnTo>
                  <a:lnTo>
                    <a:pt x="280809" y="59105"/>
                  </a:lnTo>
                  <a:lnTo>
                    <a:pt x="280809" y="19697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1600530" y="3530796"/>
              <a:ext cx="826135" cy="429895"/>
            </a:xfrm>
            <a:custGeom>
              <a:avLst/>
              <a:gdLst/>
              <a:ahLst/>
              <a:cxnLst/>
              <a:rect l="l" t="t" r="r" b="b"/>
              <a:pathLst>
                <a:path w="826135" h="429895">
                  <a:moveTo>
                    <a:pt x="223824" y="133883"/>
                  </a:moveTo>
                  <a:lnTo>
                    <a:pt x="39077" y="133883"/>
                  </a:lnTo>
                  <a:lnTo>
                    <a:pt x="39077" y="145313"/>
                  </a:lnTo>
                  <a:lnTo>
                    <a:pt x="124714" y="145313"/>
                  </a:lnTo>
                  <a:lnTo>
                    <a:pt x="124714" y="409473"/>
                  </a:lnTo>
                  <a:lnTo>
                    <a:pt x="138226" y="409473"/>
                  </a:lnTo>
                  <a:lnTo>
                    <a:pt x="138226" y="145313"/>
                  </a:lnTo>
                  <a:lnTo>
                    <a:pt x="223824" y="145313"/>
                  </a:lnTo>
                  <a:lnTo>
                    <a:pt x="223824" y="133883"/>
                  </a:lnTo>
                  <a:close/>
                </a:path>
                <a:path w="826135" h="429895">
                  <a:moveTo>
                    <a:pt x="262940" y="17678"/>
                  </a:moveTo>
                  <a:lnTo>
                    <a:pt x="131457" y="0"/>
                  </a:lnTo>
                  <a:lnTo>
                    <a:pt x="0" y="17678"/>
                  </a:lnTo>
                  <a:lnTo>
                    <a:pt x="0" y="41783"/>
                  </a:lnTo>
                  <a:lnTo>
                    <a:pt x="262940" y="41783"/>
                  </a:lnTo>
                  <a:lnTo>
                    <a:pt x="262940" y="17678"/>
                  </a:lnTo>
                  <a:close/>
                </a:path>
                <a:path w="826135" h="429895">
                  <a:moveTo>
                    <a:pt x="825652" y="50444"/>
                  </a:moveTo>
                  <a:lnTo>
                    <a:pt x="596531" y="50444"/>
                  </a:lnTo>
                  <a:lnTo>
                    <a:pt x="596531" y="429793"/>
                  </a:lnTo>
                  <a:lnTo>
                    <a:pt x="825652" y="429793"/>
                  </a:lnTo>
                  <a:lnTo>
                    <a:pt x="825652" y="504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2219251" y="3601639"/>
              <a:ext cx="184785" cy="339090"/>
            </a:xfrm>
            <a:custGeom>
              <a:avLst/>
              <a:gdLst/>
              <a:ahLst/>
              <a:cxnLst/>
              <a:rect l="l" t="t" r="r" b="b"/>
              <a:pathLst>
                <a:path w="184785" h="339089">
                  <a:moveTo>
                    <a:pt x="184748" y="0"/>
                  </a:moveTo>
                  <a:lnTo>
                    <a:pt x="0" y="0"/>
                  </a:lnTo>
                  <a:lnTo>
                    <a:pt x="0" y="338565"/>
                  </a:lnTo>
                  <a:lnTo>
                    <a:pt x="184748" y="338565"/>
                  </a:lnTo>
                  <a:lnTo>
                    <a:pt x="184748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2171217" y="3522135"/>
              <a:ext cx="281305" cy="478155"/>
            </a:xfrm>
            <a:custGeom>
              <a:avLst/>
              <a:gdLst/>
              <a:ahLst/>
              <a:cxnLst/>
              <a:rect l="l" t="t" r="r" b="b"/>
              <a:pathLst>
                <a:path w="281305" h="478154">
                  <a:moveTo>
                    <a:pt x="280797" y="438467"/>
                  </a:moveTo>
                  <a:lnTo>
                    <a:pt x="0" y="438467"/>
                  </a:lnTo>
                  <a:lnTo>
                    <a:pt x="0" y="477888"/>
                  </a:lnTo>
                  <a:lnTo>
                    <a:pt x="280797" y="477888"/>
                  </a:lnTo>
                  <a:lnTo>
                    <a:pt x="280797" y="438467"/>
                  </a:lnTo>
                  <a:close/>
                </a:path>
                <a:path w="281305" h="478154">
                  <a:moveTo>
                    <a:pt x="280809" y="19697"/>
                  </a:moveTo>
                  <a:lnTo>
                    <a:pt x="140423" y="0"/>
                  </a:lnTo>
                  <a:lnTo>
                    <a:pt x="0" y="19697"/>
                  </a:lnTo>
                  <a:lnTo>
                    <a:pt x="0" y="59105"/>
                  </a:lnTo>
                  <a:lnTo>
                    <a:pt x="280809" y="59105"/>
                  </a:lnTo>
                  <a:lnTo>
                    <a:pt x="280809" y="19697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2180170" y="3530796"/>
              <a:ext cx="789305" cy="429895"/>
            </a:xfrm>
            <a:custGeom>
              <a:avLst/>
              <a:gdLst/>
              <a:ahLst/>
              <a:cxnLst/>
              <a:rect l="l" t="t" r="r" b="b"/>
              <a:pathLst>
                <a:path w="789305" h="429895">
                  <a:moveTo>
                    <a:pt x="223824" y="133883"/>
                  </a:moveTo>
                  <a:lnTo>
                    <a:pt x="39077" y="133883"/>
                  </a:lnTo>
                  <a:lnTo>
                    <a:pt x="39077" y="145313"/>
                  </a:lnTo>
                  <a:lnTo>
                    <a:pt x="124663" y="145313"/>
                  </a:lnTo>
                  <a:lnTo>
                    <a:pt x="124663" y="409473"/>
                  </a:lnTo>
                  <a:lnTo>
                    <a:pt x="138226" y="409473"/>
                  </a:lnTo>
                  <a:lnTo>
                    <a:pt x="138226" y="145313"/>
                  </a:lnTo>
                  <a:lnTo>
                    <a:pt x="223824" y="145313"/>
                  </a:lnTo>
                  <a:lnTo>
                    <a:pt x="223824" y="133883"/>
                  </a:lnTo>
                  <a:close/>
                </a:path>
                <a:path w="789305" h="429895">
                  <a:moveTo>
                    <a:pt x="262902" y="17678"/>
                  </a:moveTo>
                  <a:lnTo>
                    <a:pt x="131470" y="0"/>
                  </a:lnTo>
                  <a:lnTo>
                    <a:pt x="0" y="17678"/>
                  </a:lnTo>
                  <a:lnTo>
                    <a:pt x="0" y="41783"/>
                  </a:lnTo>
                  <a:lnTo>
                    <a:pt x="262902" y="41783"/>
                  </a:lnTo>
                  <a:lnTo>
                    <a:pt x="262902" y="17678"/>
                  </a:lnTo>
                  <a:close/>
                </a:path>
                <a:path w="789305" h="429895">
                  <a:moveTo>
                    <a:pt x="788733" y="50444"/>
                  </a:moveTo>
                  <a:lnTo>
                    <a:pt x="559650" y="50444"/>
                  </a:lnTo>
                  <a:lnTo>
                    <a:pt x="559650" y="429793"/>
                  </a:lnTo>
                  <a:lnTo>
                    <a:pt x="788733" y="429793"/>
                  </a:lnTo>
                  <a:lnTo>
                    <a:pt x="788733" y="504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2761999" y="3601639"/>
              <a:ext cx="184785" cy="339090"/>
            </a:xfrm>
            <a:custGeom>
              <a:avLst/>
              <a:gdLst/>
              <a:ahLst/>
              <a:cxnLst/>
              <a:rect l="l" t="t" r="r" b="b"/>
              <a:pathLst>
                <a:path w="184785" h="339089">
                  <a:moveTo>
                    <a:pt x="184737" y="0"/>
                  </a:moveTo>
                  <a:lnTo>
                    <a:pt x="0" y="0"/>
                  </a:lnTo>
                  <a:lnTo>
                    <a:pt x="0" y="338565"/>
                  </a:lnTo>
                  <a:lnTo>
                    <a:pt x="184737" y="338565"/>
                  </a:lnTo>
                  <a:lnTo>
                    <a:pt x="184737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2713926" y="3522135"/>
              <a:ext cx="281305" cy="478155"/>
            </a:xfrm>
            <a:custGeom>
              <a:avLst/>
              <a:gdLst/>
              <a:ahLst/>
              <a:cxnLst/>
              <a:rect l="l" t="t" r="r" b="b"/>
              <a:pathLst>
                <a:path w="281305" h="478154">
                  <a:moveTo>
                    <a:pt x="280847" y="438467"/>
                  </a:moveTo>
                  <a:lnTo>
                    <a:pt x="0" y="438467"/>
                  </a:lnTo>
                  <a:lnTo>
                    <a:pt x="0" y="477888"/>
                  </a:lnTo>
                  <a:lnTo>
                    <a:pt x="280847" y="477888"/>
                  </a:lnTo>
                  <a:lnTo>
                    <a:pt x="280847" y="438467"/>
                  </a:lnTo>
                  <a:close/>
                </a:path>
                <a:path w="281305" h="478154">
                  <a:moveTo>
                    <a:pt x="280860" y="19697"/>
                  </a:moveTo>
                  <a:lnTo>
                    <a:pt x="140423" y="0"/>
                  </a:lnTo>
                  <a:lnTo>
                    <a:pt x="50" y="19697"/>
                  </a:lnTo>
                  <a:lnTo>
                    <a:pt x="50" y="59105"/>
                  </a:lnTo>
                  <a:lnTo>
                    <a:pt x="280860" y="59105"/>
                  </a:lnTo>
                  <a:lnTo>
                    <a:pt x="280860" y="19697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 descr=""/>
            <p:cNvSpPr/>
            <p:nvPr/>
          </p:nvSpPr>
          <p:spPr>
            <a:xfrm>
              <a:off x="2722918" y="3530796"/>
              <a:ext cx="826135" cy="429895"/>
            </a:xfrm>
            <a:custGeom>
              <a:avLst/>
              <a:gdLst/>
              <a:ahLst/>
              <a:cxnLst/>
              <a:rect l="l" t="t" r="r" b="b"/>
              <a:pathLst>
                <a:path w="826135" h="429895">
                  <a:moveTo>
                    <a:pt x="223824" y="133883"/>
                  </a:moveTo>
                  <a:lnTo>
                    <a:pt x="39077" y="133883"/>
                  </a:lnTo>
                  <a:lnTo>
                    <a:pt x="39077" y="145313"/>
                  </a:lnTo>
                  <a:lnTo>
                    <a:pt x="124675" y="145313"/>
                  </a:lnTo>
                  <a:lnTo>
                    <a:pt x="124675" y="409473"/>
                  </a:lnTo>
                  <a:lnTo>
                    <a:pt x="138239" y="409473"/>
                  </a:lnTo>
                  <a:lnTo>
                    <a:pt x="138239" y="145313"/>
                  </a:lnTo>
                  <a:lnTo>
                    <a:pt x="223824" y="145313"/>
                  </a:lnTo>
                  <a:lnTo>
                    <a:pt x="223824" y="133883"/>
                  </a:lnTo>
                  <a:close/>
                </a:path>
                <a:path w="826135" h="429895">
                  <a:moveTo>
                    <a:pt x="262902" y="17678"/>
                  </a:moveTo>
                  <a:lnTo>
                    <a:pt x="131432" y="0"/>
                  </a:lnTo>
                  <a:lnTo>
                    <a:pt x="0" y="17678"/>
                  </a:lnTo>
                  <a:lnTo>
                    <a:pt x="0" y="41783"/>
                  </a:lnTo>
                  <a:lnTo>
                    <a:pt x="262902" y="41783"/>
                  </a:lnTo>
                  <a:lnTo>
                    <a:pt x="262902" y="17678"/>
                  </a:lnTo>
                  <a:close/>
                </a:path>
                <a:path w="826135" h="429895">
                  <a:moveTo>
                    <a:pt x="825627" y="50444"/>
                  </a:moveTo>
                  <a:lnTo>
                    <a:pt x="596544" y="50444"/>
                  </a:lnTo>
                  <a:lnTo>
                    <a:pt x="596544" y="429793"/>
                  </a:lnTo>
                  <a:lnTo>
                    <a:pt x="825627" y="429793"/>
                  </a:lnTo>
                  <a:lnTo>
                    <a:pt x="825627" y="504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3341615" y="3601639"/>
              <a:ext cx="184785" cy="339090"/>
            </a:xfrm>
            <a:custGeom>
              <a:avLst/>
              <a:gdLst/>
              <a:ahLst/>
              <a:cxnLst/>
              <a:rect l="l" t="t" r="r" b="b"/>
              <a:pathLst>
                <a:path w="184785" h="339089">
                  <a:moveTo>
                    <a:pt x="184748" y="0"/>
                  </a:moveTo>
                  <a:lnTo>
                    <a:pt x="0" y="0"/>
                  </a:lnTo>
                  <a:lnTo>
                    <a:pt x="0" y="338565"/>
                  </a:lnTo>
                  <a:lnTo>
                    <a:pt x="184748" y="338565"/>
                  </a:lnTo>
                  <a:lnTo>
                    <a:pt x="184748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3293579" y="3522135"/>
              <a:ext cx="281305" cy="478155"/>
            </a:xfrm>
            <a:custGeom>
              <a:avLst/>
              <a:gdLst/>
              <a:ahLst/>
              <a:cxnLst/>
              <a:rect l="l" t="t" r="r" b="b"/>
              <a:pathLst>
                <a:path w="281304" h="478154">
                  <a:moveTo>
                    <a:pt x="280835" y="438467"/>
                  </a:moveTo>
                  <a:lnTo>
                    <a:pt x="0" y="438467"/>
                  </a:lnTo>
                  <a:lnTo>
                    <a:pt x="0" y="477888"/>
                  </a:lnTo>
                  <a:lnTo>
                    <a:pt x="280835" y="477888"/>
                  </a:lnTo>
                  <a:lnTo>
                    <a:pt x="280835" y="438467"/>
                  </a:lnTo>
                  <a:close/>
                </a:path>
                <a:path w="281304" h="478154">
                  <a:moveTo>
                    <a:pt x="280847" y="19697"/>
                  </a:moveTo>
                  <a:lnTo>
                    <a:pt x="140423" y="0"/>
                  </a:lnTo>
                  <a:lnTo>
                    <a:pt x="0" y="19697"/>
                  </a:lnTo>
                  <a:lnTo>
                    <a:pt x="0" y="59105"/>
                  </a:lnTo>
                  <a:lnTo>
                    <a:pt x="280847" y="59105"/>
                  </a:lnTo>
                  <a:lnTo>
                    <a:pt x="280847" y="19697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 descr=""/>
            <p:cNvSpPr/>
            <p:nvPr/>
          </p:nvSpPr>
          <p:spPr>
            <a:xfrm>
              <a:off x="3302533" y="3530796"/>
              <a:ext cx="263525" cy="409575"/>
            </a:xfrm>
            <a:custGeom>
              <a:avLst/>
              <a:gdLst/>
              <a:ahLst/>
              <a:cxnLst/>
              <a:rect l="l" t="t" r="r" b="b"/>
              <a:pathLst>
                <a:path w="263525" h="409575">
                  <a:moveTo>
                    <a:pt x="223824" y="133883"/>
                  </a:moveTo>
                  <a:lnTo>
                    <a:pt x="39077" y="133883"/>
                  </a:lnTo>
                  <a:lnTo>
                    <a:pt x="39077" y="145313"/>
                  </a:lnTo>
                  <a:lnTo>
                    <a:pt x="124701" y="145313"/>
                  </a:lnTo>
                  <a:lnTo>
                    <a:pt x="124701" y="409473"/>
                  </a:lnTo>
                  <a:lnTo>
                    <a:pt x="138226" y="409473"/>
                  </a:lnTo>
                  <a:lnTo>
                    <a:pt x="138226" y="145313"/>
                  </a:lnTo>
                  <a:lnTo>
                    <a:pt x="223824" y="145313"/>
                  </a:lnTo>
                  <a:lnTo>
                    <a:pt x="223824" y="133883"/>
                  </a:lnTo>
                  <a:close/>
                </a:path>
                <a:path w="263525" h="409575">
                  <a:moveTo>
                    <a:pt x="262940" y="17678"/>
                  </a:moveTo>
                  <a:lnTo>
                    <a:pt x="131470" y="0"/>
                  </a:lnTo>
                  <a:lnTo>
                    <a:pt x="0" y="17678"/>
                  </a:lnTo>
                  <a:lnTo>
                    <a:pt x="0" y="41783"/>
                  </a:lnTo>
                  <a:lnTo>
                    <a:pt x="262940" y="41783"/>
                  </a:lnTo>
                  <a:lnTo>
                    <a:pt x="262940" y="176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 descr=""/>
            <p:cNvSpPr/>
            <p:nvPr/>
          </p:nvSpPr>
          <p:spPr>
            <a:xfrm>
              <a:off x="1371110" y="3337332"/>
              <a:ext cx="2441575" cy="79375"/>
            </a:xfrm>
            <a:custGeom>
              <a:avLst/>
              <a:gdLst/>
              <a:ahLst/>
              <a:cxnLst/>
              <a:rect l="l" t="t" r="r" b="b"/>
              <a:pathLst>
                <a:path w="2441575" h="79375">
                  <a:moveTo>
                    <a:pt x="2441506" y="0"/>
                  </a:moveTo>
                  <a:lnTo>
                    <a:pt x="0" y="0"/>
                  </a:lnTo>
                  <a:lnTo>
                    <a:pt x="0" y="79212"/>
                  </a:lnTo>
                  <a:lnTo>
                    <a:pt x="2441506" y="79212"/>
                  </a:lnTo>
                  <a:lnTo>
                    <a:pt x="2441506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 descr=""/>
            <p:cNvSpPr/>
            <p:nvPr/>
          </p:nvSpPr>
          <p:spPr>
            <a:xfrm>
              <a:off x="1371104" y="3317512"/>
              <a:ext cx="2441575" cy="119380"/>
            </a:xfrm>
            <a:custGeom>
              <a:avLst/>
              <a:gdLst/>
              <a:ahLst/>
              <a:cxnLst/>
              <a:rect l="l" t="t" r="r" b="b"/>
              <a:pathLst>
                <a:path w="2441575" h="119379">
                  <a:moveTo>
                    <a:pt x="2441511" y="99021"/>
                  </a:moveTo>
                  <a:lnTo>
                    <a:pt x="0" y="99021"/>
                  </a:lnTo>
                  <a:lnTo>
                    <a:pt x="0" y="118833"/>
                  </a:lnTo>
                  <a:lnTo>
                    <a:pt x="2441511" y="118833"/>
                  </a:lnTo>
                  <a:lnTo>
                    <a:pt x="2441511" y="99021"/>
                  </a:lnTo>
                  <a:close/>
                </a:path>
                <a:path w="2441575" h="119379">
                  <a:moveTo>
                    <a:pt x="2441511" y="0"/>
                  </a:moveTo>
                  <a:lnTo>
                    <a:pt x="0" y="0"/>
                  </a:lnTo>
                  <a:lnTo>
                    <a:pt x="0" y="19812"/>
                  </a:lnTo>
                  <a:lnTo>
                    <a:pt x="2441511" y="19812"/>
                  </a:lnTo>
                  <a:lnTo>
                    <a:pt x="24415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 descr=""/>
            <p:cNvSpPr/>
            <p:nvPr/>
          </p:nvSpPr>
          <p:spPr>
            <a:xfrm>
              <a:off x="2218707" y="3146972"/>
              <a:ext cx="746760" cy="130810"/>
            </a:xfrm>
            <a:custGeom>
              <a:avLst/>
              <a:gdLst/>
              <a:ahLst/>
              <a:cxnLst/>
              <a:rect l="l" t="t" r="r" b="b"/>
              <a:pathLst>
                <a:path w="746760" h="130810">
                  <a:moveTo>
                    <a:pt x="746249" y="0"/>
                  </a:moveTo>
                  <a:lnTo>
                    <a:pt x="0" y="0"/>
                  </a:lnTo>
                  <a:lnTo>
                    <a:pt x="0" y="130592"/>
                  </a:lnTo>
                  <a:lnTo>
                    <a:pt x="746249" y="130592"/>
                  </a:lnTo>
                  <a:lnTo>
                    <a:pt x="746249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 descr=""/>
            <p:cNvSpPr/>
            <p:nvPr/>
          </p:nvSpPr>
          <p:spPr>
            <a:xfrm>
              <a:off x="2270314" y="3172785"/>
              <a:ext cx="643255" cy="79375"/>
            </a:xfrm>
            <a:custGeom>
              <a:avLst/>
              <a:gdLst/>
              <a:ahLst/>
              <a:cxnLst/>
              <a:rect l="l" t="t" r="r" b="b"/>
              <a:pathLst>
                <a:path w="643255" h="79375">
                  <a:moveTo>
                    <a:pt x="46584" y="1549"/>
                  </a:moveTo>
                  <a:lnTo>
                    <a:pt x="806" y="1549"/>
                  </a:lnTo>
                  <a:lnTo>
                    <a:pt x="0" y="2230"/>
                  </a:lnTo>
                  <a:lnTo>
                    <a:pt x="0" y="77453"/>
                  </a:lnTo>
                  <a:lnTo>
                    <a:pt x="2450" y="77913"/>
                  </a:lnTo>
                  <a:lnTo>
                    <a:pt x="5476" y="77997"/>
                  </a:lnTo>
                  <a:lnTo>
                    <a:pt x="9779" y="77997"/>
                  </a:lnTo>
                  <a:lnTo>
                    <a:pt x="12449" y="77913"/>
                  </a:lnTo>
                  <a:lnTo>
                    <a:pt x="14900" y="77453"/>
                  </a:lnTo>
                  <a:lnTo>
                    <a:pt x="14900" y="45653"/>
                  </a:lnTo>
                  <a:lnTo>
                    <a:pt x="40239" y="45653"/>
                  </a:lnTo>
                  <a:lnTo>
                    <a:pt x="40784" y="43789"/>
                  </a:lnTo>
                  <a:lnTo>
                    <a:pt x="41003" y="41108"/>
                  </a:lnTo>
                  <a:lnTo>
                    <a:pt x="41003" y="37758"/>
                  </a:lnTo>
                  <a:lnTo>
                    <a:pt x="40784" y="35119"/>
                  </a:lnTo>
                  <a:lnTo>
                    <a:pt x="40239" y="33328"/>
                  </a:lnTo>
                  <a:lnTo>
                    <a:pt x="14900" y="33328"/>
                  </a:lnTo>
                  <a:lnTo>
                    <a:pt x="14805" y="14198"/>
                  </a:lnTo>
                  <a:lnTo>
                    <a:pt x="44679" y="14198"/>
                  </a:lnTo>
                  <a:lnTo>
                    <a:pt x="47255" y="12198"/>
                  </a:lnTo>
                  <a:lnTo>
                    <a:pt x="47255" y="5539"/>
                  </a:lnTo>
                  <a:lnTo>
                    <a:pt x="47035" y="3225"/>
                  </a:lnTo>
                  <a:lnTo>
                    <a:pt x="46584" y="1549"/>
                  </a:lnTo>
                  <a:close/>
                </a:path>
                <a:path w="643255" h="79375">
                  <a:moveTo>
                    <a:pt x="68689" y="963"/>
                  </a:moveTo>
                  <a:lnTo>
                    <a:pt x="64573" y="963"/>
                  </a:lnTo>
                  <a:lnTo>
                    <a:pt x="61359" y="1099"/>
                  </a:lnTo>
                  <a:lnTo>
                    <a:pt x="59129" y="1549"/>
                  </a:lnTo>
                  <a:lnTo>
                    <a:pt x="59129" y="77453"/>
                  </a:lnTo>
                  <a:lnTo>
                    <a:pt x="61359" y="77913"/>
                  </a:lnTo>
                  <a:lnTo>
                    <a:pt x="64573" y="77997"/>
                  </a:lnTo>
                  <a:lnTo>
                    <a:pt x="68689" y="77997"/>
                  </a:lnTo>
                  <a:lnTo>
                    <a:pt x="71599" y="77913"/>
                  </a:lnTo>
                  <a:lnTo>
                    <a:pt x="74039" y="77453"/>
                  </a:lnTo>
                  <a:lnTo>
                    <a:pt x="74039" y="1549"/>
                  </a:lnTo>
                  <a:lnTo>
                    <a:pt x="71599" y="1099"/>
                  </a:lnTo>
                  <a:lnTo>
                    <a:pt x="68689" y="963"/>
                  </a:lnTo>
                  <a:close/>
                </a:path>
                <a:path w="643255" h="79375">
                  <a:moveTo>
                    <a:pt x="136634" y="48323"/>
                  </a:moveTo>
                  <a:lnTo>
                    <a:pt x="120813" y="48323"/>
                  </a:lnTo>
                  <a:lnTo>
                    <a:pt x="123032" y="51893"/>
                  </a:lnTo>
                  <a:lnTo>
                    <a:pt x="124708" y="56343"/>
                  </a:lnTo>
                  <a:lnTo>
                    <a:pt x="129378" y="69537"/>
                  </a:lnTo>
                  <a:lnTo>
                    <a:pt x="131503" y="75327"/>
                  </a:lnTo>
                  <a:lnTo>
                    <a:pt x="133367" y="78353"/>
                  </a:lnTo>
                  <a:lnTo>
                    <a:pt x="142707" y="78353"/>
                  </a:lnTo>
                  <a:lnTo>
                    <a:pt x="146822" y="76552"/>
                  </a:lnTo>
                  <a:lnTo>
                    <a:pt x="148717" y="73882"/>
                  </a:lnTo>
                  <a:lnTo>
                    <a:pt x="146278" y="71882"/>
                  </a:lnTo>
                  <a:lnTo>
                    <a:pt x="144602" y="68898"/>
                  </a:lnTo>
                  <a:lnTo>
                    <a:pt x="143513" y="65778"/>
                  </a:lnTo>
                  <a:lnTo>
                    <a:pt x="139388" y="54532"/>
                  </a:lnTo>
                  <a:lnTo>
                    <a:pt x="137807" y="49998"/>
                  </a:lnTo>
                  <a:lnTo>
                    <a:pt x="136634" y="48323"/>
                  </a:lnTo>
                  <a:close/>
                </a:path>
                <a:path w="643255" h="79375">
                  <a:moveTo>
                    <a:pt x="118949" y="963"/>
                  </a:moveTo>
                  <a:lnTo>
                    <a:pt x="110939" y="963"/>
                  </a:lnTo>
                  <a:lnTo>
                    <a:pt x="93578" y="1424"/>
                  </a:lnTo>
                  <a:lnTo>
                    <a:pt x="92813" y="2104"/>
                  </a:lnTo>
                  <a:lnTo>
                    <a:pt x="92813" y="77453"/>
                  </a:lnTo>
                  <a:lnTo>
                    <a:pt x="95159" y="77913"/>
                  </a:lnTo>
                  <a:lnTo>
                    <a:pt x="98279" y="77997"/>
                  </a:lnTo>
                  <a:lnTo>
                    <a:pt x="102269" y="77997"/>
                  </a:lnTo>
                  <a:lnTo>
                    <a:pt x="105138" y="77913"/>
                  </a:lnTo>
                  <a:lnTo>
                    <a:pt x="107588" y="77453"/>
                  </a:lnTo>
                  <a:lnTo>
                    <a:pt x="107588" y="48323"/>
                  </a:lnTo>
                  <a:lnTo>
                    <a:pt x="136634" y="48323"/>
                  </a:lnTo>
                  <a:lnTo>
                    <a:pt x="135168" y="46228"/>
                  </a:lnTo>
                  <a:lnTo>
                    <a:pt x="131147" y="44783"/>
                  </a:lnTo>
                  <a:lnTo>
                    <a:pt x="138393" y="42208"/>
                  </a:lnTo>
                  <a:lnTo>
                    <a:pt x="143419" y="36763"/>
                  </a:lnTo>
                  <a:lnTo>
                    <a:pt x="107588" y="36763"/>
                  </a:lnTo>
                  <a:lnTo>
                    <a:pt x="107588" y="12334"/>
                  </a:lnTo>
                  <a:lnTo>
                    <a:pt x="141840" y="12334"/>
                  </a:lnTo>
                  <a:lnTo>
                    <a:pt x="137781" y="6783"/>
                  </a:lnTo>
                  <a:lnTo>
                    <a:pt x="129530" y="2412"/>
                  </a:lnTo>
                  <a:lnTo>
                    <a:pt x="118949" y="963"/>
                  </a:lnTo>
                  <a:close/>
                </a:path>
                <a:path w="643255" h="79375">
                  <a:moveTo>
                    <a:pt x="141840" y="12334"/>
                  </a:moveTo>
                  <a:lnTo>
                    <a:pt x="107588" y="12334"/>
                  </a:lnTo>
                  <a:lnTo>
                    <a:pt x="111022" y="12428"/>
                  </a:lnTo>
                  <a:lnTo>
                    <a:pt x="127472" y="12428"/>
                  </a:lnTo>
                  <a:lnTo>
                    <a:pt x="129692" y="18219"/>
                  </a:lnTo>
                  <a:lnTo>
                    <a:pt x="129692" y="30554"/>
                  </a:lnTo>
                  <a:lnTo>
                    <a:pt x="127472" y="36449"/>
                  </a:lnTo>
                  <a:lnTo>
                    <a:pt x="115703" y="36449"/>
                  </a:lnTo>
                  <a:lnTo>
                    <a:pt x="111483" y="36532"/>
                  </a:lnTo>
                  <a:lnTo>
                    <a:pt x="107588" y="36763"/>
                  </a:lnTo>
                  <a:lnTo>
                    <a:pt x="143419" y="36763"/>
                  </a:lnTo>
                  <a:lnTo>
                    <a:pt x="145053" y="34993"/>
                  </a:lnTo>
                  <a:lnTo>
                    <a:pt x="145053" y="24439"/>
                  </a:lnTo>
                  <a:lnTo>
                    <a:pt x="143141" y="14113"/>
                  </a:lnTo>
                  <a:lnTo>
                    <a:pt x="141840" y="12334"/>
                  </a:lnTo>
                  <a:close/>
                </a:path>
                <a:path w="643255" h="79375">
                  <a:moveTo>
                    <a:pt x="207407" y="1549"/>
                  </a:moveTo>
                  <a:lnTo>
                    <a:pt x="161052" y="1549"/>
                  </a:lnTo>
                  <a:lnTo>
                    <a:pt x="160288" y="2314"/>
                  </a:lnTo>
                  <a:lnTo>
                    <a:pt x="160288" y="74332"/>
                  </a:lnTo>
                  <a:lnTo>
                    <a:pt x="163502" y="77683"/>
                  </a:lnTo>
                  <a:lnTo>
                    <a:pt x="205501" y="77683"/>
                  </a:lnTo>
                  <a:lnTo>
                    <a:pt x="208831" y="75243"/>
                  </a:lnTo>
                  <a:lnTo>
                    <a:pt x="209951" y="68668"/>
                  </a:lnTo>
                  <a:lnTo>
                    <a:pt x="209951" y="65359"/>
                  </a:lnTo>
                  <a:lnTo>
                    <a:pt x="174958" y="65359"/>
                  </a:lnTo>
                  <a:lnTo>
                    <a:pt x="175052" y="45328"/>
                  </a:lnTo>
                  <a:lnTo>
                    <a:pt x="201061" y="45328"/>
                  </a:lnTo>
                  <a:lnTo>
                    <a:pt x="201711" y="43464"/>
                  </a:lnTo>
                  <a:lnTo>
                    <a:pt x="201941" y="40888"/>
                  </a:lnTo>
                  <a:lnTo>
                    <a:pt x="201941" y="37538"/>
                  </a:lnTo>
                  <a:lnTo>
                    <a:pt x="201711" y="34993"/>
                  </a:lnTo>
                  <a:lnTo>
                    <a:pt x="201104" y="33224"/>
                  </a:lnTo>
                  <a:lnTo>
                    <a:pt x="175052" y="33224"/>
                  </a:lnTo>
                  <a:lnTo>
                    <a:pt x="174958" y="14104"/>
                  </a:lnTo>
                  <a:lnTo>
                    <a:pt x="206726" y="14104"/>
                  </a:lnTo>
                  <a:lnTo>
                    <a:pt x="207501" y="11884"/>
                  </a:lnTo>
                  <a:lnTo>
                    <a:pt x="207951" y="9120"/>
                  </a:lnTo>
                  <a:lnTo>
                    <a:pt x="207826" y="3769"/>
                  </a:lnTo>
                  <a:lnTo>
                    <a:pt x="207407" y="1549"/>
                  </a:lnTo>
                  <a:close/>
                </a:path>
                <a:path w="643255" h="79375">
                  <a:moveTo>
                    <a:pt x="209951" y="65128"/>
                  </a:moveTo>
                  <a:lnTo>
                    <a:pt x="179722" y="65128"/>
                  </a:lnTo>
                  <a:lnTo>
                    <a:pt x="177272" y="65223"/>
                  </a:lnTo>
                  <a:lnTo>
                    <a:pt x="174958" y="65359"/>
                  </a:lnTo>
                  <a:lnTo>
                    <a:pt x="209951" y="65359"/>
                  </a:lnTo>
                  <a:lnTo>
                    <a:pt x="209951" y="65128"/>
                  </a:lnTo>
                  <a:close/>
                </a:path>
                <a:path w="643255" h="79375">
                  <a:moveTo>
                    <a:pt x="201061" y="33098"/>
                  </a:moveTo>
                  <a:lnTo>
                    <a:pt x="177816" y="33098"/>
                  </a:lnTo>
                  <a:lnTo>
                    <a:pt x="175052" y="33224"/>
                  </a:lnTo>
                  <a:lnTo>
                    <a:pt x="201104" y="33224"/>
                  </a:lnTo>
                  <a:close/>
                </a:path>
                <a:path w="643255" h="79375">
                  <a:moveTo>
                    <a:pt x="247416" y="59432"/>
                  </a:moveTo>
                  <a:lnTo>
                    <a:pt x="244526" y="61903"/>
                  </a:lnTo>
                  <a:lnTo>
                    <a:pt x="241856" y="66448"/>
                  </a:lnTo>
                  <a:lnTo>
                    <a:pt x="241406" y="70793"/>
                  </a:lnTo>
                  <a:lnTo>
                    <a:pt x="247741" y="74276"/>
                  </a:lnTo>
                  <a:lnTo>
                    <a:pt x="254674" y="76853"/>
                  </a:lnTo>
                  <a:lnTo>
                    <a:pt x="261836" y="78453"/>
                  </a:lnTo>
                  <a:lnTo>
                    <a:pt x="268860" y="79002"/>
                  </a:lnTo>
                  <a:lnTo>
                    <a:pt x="281245" y="77251"/>
                  </a:lnTo>
                  <a:lnTo>
                    <a:pt x="290063" y="72407"/>
                  </a:lnTo>
                  <a:lnTo>
                    <a:pt x="294120" y="66772"/>
                  </a:lnTo>
                  <a:lnTo>
                    <a:pt x="262075" y="66772"/>
                  </a:lnTo>
                  <a:lnTo>
                    <a:pt x="253730" y="63453"/>
                  </a:lnTo>
                  <a:lnTo>
                    <a:pt x="247416" y="59432"/>
                  </a:lnTo>
                  <a:close/>
                </a:path>
                <a:path w="643255" h="79375">
                  <a:moveTo>
                    <a:pt x="270316" y="0"/>
                  </a:moveTo>
                  <a:lnTo>
                    <a:pt x="259900" y="1659"/>
                  </a:lnTo>
                  <a:lnTo>
                    <a:pt x="251616" y="6295"/>
                  </a:lnTo>
                  <a:lnTo>
                    <a:pt x="246145" y="13393"/>
                  </a:lnTo>
                  <a:lnTo>
                    <a:pt x="244170" y="22439"/>
                  </a:lnTo>
                  <a:lnTo>
                    <a:pt x="244170" y="32449"/>
                  </a:lnTo>
                  <a:lnTo>
                    <a:pt x="250515" y="38344"/>
                  </a:lnTo>
                  <a:lnTo>
                    <a:pt x="272850" y="47872"/>
                  </a:lnTo>
                  <a:lnTo>
                    <a:pt x="279195" y="50668"/>
                  </a:lnTo>
                  <a:lnTo>
                    <a:pt x="281415" y="54218"/>
                  </a:lnTo>
                  <a:lnTo>
                    <a:pt x="281289" y="62783"/>
                  </a:lnTo>
                  <a:lnTo>
                    <a:pt x="277520" y="66772"/>
                  </a:lnTo>
                  <a:lnTo>
                    <a:pt x="294120" y="66772"/>
                  </a:lnTo>
                  <a:lnTo>
                    <a:pt x="295337" y="65083"/>
                  </a:lnTo>
                  <a:lnTo>
                    <a:pt x="297090" y="55893"/>
                  </a:lnTo>
                  <a:lnTo>
                    <a:pt x="295906" y="49038"/>
                  </a:lnTo>
                  <a:lnTo>
                    <a:pt x="292544" y="43176"/>
                  </a:lnTo>
                  <a:lnTo>
                    <a:pt x="287288" y="38335"/>
                  </a:lnTo>
                  <a:lnTo>
                    <a:pt x="280420" y="34543"/>
                  </a:lnTo>
                  <a:lnTo>
                    <a:pt x="262075" y="26784"/>
                  </a:lnTo>
                  <a:lnTo>
                    <a:pt x="259405" y="24334"/>
                  </a:lnTo>
                  <a:lnTo>
                    <a:pt x="259405" y="16093"/>
                  </a:lnTo>
                  <a:lnTo>
                    <a:pt x="263196" y="12104"/>
                  </a:lnTo>
                  <a:lnTo>
                    <a:pt x="294153" y="12104"/>
                  </a:lnTo>
                  <a:lnTo>
                    <a:pt x="294964" y="10345"/>
                  </a:lnTo>
                  <a:lnTo>
                    <a:pt x="295195" y="6083"/>
                  </a:lnTo>
                  <a:lnTo>
                    <a:pt x="290263" y="3869"/>
                  </a:lnTo>
                  <a:lnTo>
                    <a:pt x="284298" y="1918"/>
                  </a:lnTo>
                  <a:lnTo>
                    <a:pt x="277562" y="529"/>
                  </a:lnTo>
                  <a:lnTo>
                    <a:pt x="270316" y="0"/>
                  </a:lnTo>
                  <a:close/>
                </a:path>
                <a:path w="643255" h="79375">
                  <a:moveTo>
                    <a:pt x="294153" y="12104"/>
                  </a:moveTo>
                  <a:lnTo>
                    <a:pt x="276295" y="12104"/>
                  </a:lnTo>
                  <a:lnTo>
                    <a:pt x="284179" y="14659"/>
                  </a:lnTo>
                  <a:lnTo>
                    <a:pt x="289980" y="17423"/>
                  </a:lnTo>
                  <a:lnTo>
                    <a:pt x="292975" y="14659"/>
                  </a:lnTo>
                  <a:lnTo>
                    <a:pt x="294153" y="12104"/>
                  </a:lnTo>
                  <a:close/>
                </a:path>
                <a:path w="643255" h="79375">
                  <a:moveTo>
                    <a:pt x="412282" y="60239"/>
                  </a:moveTo>
                  <a:lnTo>
                    <a:pt x="396982" y="60239"/>
                  </a:lnTo>
                  <a:lnTo>
                    <a:pt x="400113" y="70343"/>
                  </a:lnTo>
                  <a:lnTo>
                    <a:pt x="401883" y="76688"/>
                  </a:lnTo>
                  <a:lnTo>
                    <a:pt x="404228" y="78353"/>
                  </a:lnTo>
                  <a:lnTo>
                    <a:pt x="411893" y="78353"/>
                  </a:lnTo>
                  <a:lnTo>
                    <a:pt x="415463" y="77683"/>
                  </a:lnTo>
                  <a:lnTo>
                    <a:pt x="417557" y="76458"/>
                  </a:lnTo>
                  <a:lnTo>
                    <a:pt x="412282" y="60239"/>
                  </a:lnTo>
                  <a:close/>
                </a:path>
                <a:path w="643255" h="79375">
                  <a:moveTo>
                    <a:pt x="387003" y="963"/>
                  </a:moveTo>
                  <a:lnTo>
                    <a:pt x="382114" y="963"/>
                  </a:lnTo>
                  <a:lnTo>
                    <a:pt x="378449" y="1193"/>
                  </a:lnTo>
                  <a:lnTo>
                    <a:pt x="375988" y="1549"/>
                  </a:lnTo>
                  <a:lnTo>
                    <a:pt x="351203" y="76332"/>
                  </a:lnTo>
                  <a:lnTo>
                    <a:pt x="351758" y="77097"/>
                  </a:lnTo>
                  <a:lnTo>
                    <a:pt x="353559" y="77777"/>
                  </a:lnTo>
                  <a:lnTo>
                    <a:pt x="356554" y="78102"/>
                  </a:lnTo>
                  <a:lnTo>
                    <a:pt x="361224" y="78102"/>
                  </a:lnTo>
                  <a:lnTo>
                    <a:pt x="363444" y="77997"/>
                  </a:lnTo>
                  <a:lnTo>
                    <a:pt x="365339" y="77557"/>
                  </a:lnTo>
                  <a:lnTo>
                    <a:pt x="370554" y="60239"/>
                  </a:lnTo>
                  <a:lnTo>
                    <a:pt x="412282" y="60239"/>
                  </a:lnTo>
                  <a:lnTo>
                    <a:pt x="408450" y="48459"/>
                  </a:lnTo>
                  <a:lnTo>
                    <a:pt x="374218" y="48459"/>
                  </a:lnTo>
                  <a:lnTo>
                    <a:pt x="378543" y="34323"/>
                  </a:lnTo>
                  <a:lnTo>
                    <a:pt x="379988" y="29203"/>
                  </a:lnTo>
                  <a:lnTo>
                    <a:pt x="382333" y="21214"/>
                  </a:lnTo>
                  <a:lnTo>
                    <a:pt x="383433" y="15549"/>
                  </a:lnTo>
                  <a:lnTo>
                    <a:pt x="397746" y="15549"/>
                  </a:lnTo>
                  <a:lnTo>
                    <a:pt x="393223" y="1643"/>
                  </a:lnTo>
                  <a:lnTo>
                    <a:pt x="390899" y="1193"/>
                  </a:lnTo>
                  <a:lnTo>
                    <a:pt x="387003" y="963"/>
                  </a:lnTo>
                  <a:close/>
                </a:path>
                <a:path w="643255" h="79375">
                  <a:moveTo>
                    <a:pt x="336104" y="13873"/>
                  </a:moveTo>
                  <a:lnTo>
                    <a:pt x="321309" y="13873"/>
                  </a:lnTo>
                  <a:lnTo>
                    <a:pt x="321204" y="77453"/>
                  </a:lnTo>
                  <a:lnTo>
                    <a:pt x="323749" y="77913"/>
                  </a:lnTo>
                  <a:lnTo>
                    <a:pt x="326555" y="77997"/>
                  </a:lnTo>
                  <a:lnTo>
                    <a:pt x="330859" y="77997"/>
                  </a:lnTo>
                  <a:lnTo>
                    <a:pt x="333665" y="77913"/>
                  </a:lnTo>
                  <a:lnTo>
                    <a:pt x="336209" y="77453"/>
                  </a:lnTo>
                  <a:lnTo>
                    <a:pt x="336104" y="13873"/>
                  </a:lnTo>
                  <a:close/>
                </a:path>
                <a:path w="643255" h="79375">
                  <a:moveTo>
                    <a:pt x="447913" y="13873"/>
                  </a:moveTo>
                  <a:lnTo>
                    <a:pt x="433128" y="13873"/>
                  </a:lnTo>
                  <a:lnTo>
                    <a:pt x="433002" y="77453"/>
                  </a:lnTo>
                  <a:lnTo>
                    <a:pt x="435557" y="77913"/>
                  </a:lnTo>
                  <a:lnTo>
                    <a:pt x="438353" y="77997"/>
                  </a:lnTo>
                  <a:lnTo>
                    <a:pt x="442656" y="77997"/>
                  </a:lnTo>
                  <a:lnTo>
                    <a:pt x="445462" y="77913"/>
                  </a:lnTo>
                  <a:lnTo>
                    <a:pt x="448007" y="77453"/>
                  </a:lnTo>
                  <a:lnTo>
                    <a:pt x="447913" y="13873"/>
                  </a:lnTo>
                  <a:close/>
                </a:path>
                <a:path w="643255" h="79375">
                  <a:moveTo>
                    <a:pt x="395349" y="60239"/>
                  </a:moveTo>
                  <a:lnTo>
                    <a:pt x="370554" y="60239"/>
                  </a:lnTo>
                  <a:lnTo>
                    <a:pt x="372323" y="60322"/>
                  </a:lnTo>
                  <a:lnTo>
                    <a:pt x="392679" y="60322"/>
                  </a:lnTo>
                  <a:lnTo>
                    <a:pt x="395349" y="60239"/>
                  </a:lnTo>
                  <a:close/>
                </a:path>
                <a:path w="643255" h="79375">
                  <a:moveTo>
                    <a:pt x="389768" y="48323"/>
                  </a:moveTo>
                  <a:lnTo>
                    <a:pt x="378114" y="48323"/>
                  </a:lnTo>
                  <a:lnTo>
                    <a:pt x="375768" y="48459"/>
                  </a:lnTo>
                  <a:lnTo>
                    <a:pt x="391893" y="48459"/>
                  </a:lnTo>
                  <a:lnTo>
                    <a:pt x="389768" y="48323"/>
                  </a:lnTo>
                  <a:close/>
                </a:path>
                <a:path w="643255" h="79375">
                  <a:moveTo>
                    <a:pt x="397746" y="15549"/>
                  </a:moveTo>
                  <a:lnTo>
                    <a:pt x="384103" y="15549"/>
                  </a:lnTo>
                  <a:lnTo>
                    <a:pt x="385778" y="22219"/>
                  </a:lnTo>
                  <a:lnTo>
                    <a:pt x="388229" y="30773"/>
                  </a:lnTo>
                  <a:lnTo>
                    <a:pt x="393443" y="48459"/>
                  </a:lnTo>
                  <a:lnTo>
                    <a:pt x="408450" y="48459"/>
                  </a:lnTo>
                  <a:lnTo>
                    <a:pt x="397746" y="15549"/>
                  </a:lnTo>
                  <a:close/>
                </a:path>
                <a:path w="643255" h="79375">
                  <a:moveTo>
                    <a:pt x="355329" y="1549"/>
                  </a:moveTo>
                  <a:lnTo>
                    <a:pt x="302210" y="1549"/>
                  </a:lnTo>
                  <a:lnTo>
                    <a:pt x="301760" y="3769"/>
                  </a:lnTo>
                  <a:lnTo>
                    <a:pt x="301760" y="11790"/>
                  </a:lnTo>
                  <a:lnTo>
                    <a:pt x="302210" y="14010"/>
                  </a:lnTo>
                  <a:lnTo>
                    <a:pt x="316084" y="14010"/>
                  </a:lnTo>
                  <a:lnTo>
                    <a:pt x="319665" y="13873"/>
                  </a:lnTo>
                  <a:lnTo>
                    <a:pt x="353750" y="13873"/>
                  </a:lnTo>
                  <a:lnTo>
                    <a:pt x="356093" y="12198"/>
                  </a:lnTo>
                  <a:lnTo>
                    <a:pt x="356093" y="5444"/>
                  </a:lnTo>
                  <a:lnTo>
                    <a:pt x="355779" y="3088"/>
                  </a:lnTo>
                  <a:lnTo>
                    <a:pt x="355329" y="1549"/>
                  </a:lnTo>
                  <a:close/>
                </a:path>
                <a:path w="643255" h="79375">
                  <a:moveTo>
                    <a:pt x="353750" y="13873"/>
                  </a:moveTo>
                  <a:lnTo>
                    <a:pt x="337748" y="13873"/>
                  </a:lnTo>
                  <a:lnTo>
                    <a:pt x="341329" y="14010"/>
                  </a:lnTo>
                  <a:lnTo>
                    <a:pt x="353559" y="14010"/>
                  </a:lnTo>
                  <a:lnTo>
                    <a:pt x="353750" y="13873"/>
                  </a:lnTo>
                  <a:close/>
                </a:path>
                <a:path w="643255" h="79375">
                  <a:moveTo>
                    <a:pt x="467137" y="1549"/>
                  </a:moveTo>
                  <a:lnTo>
                    <a:pt x="414018" y="1549"/>
                  </a:lnTo>
                  <a:lnTo>
                    <a:pt x="413558" y="3769"/>
                  </a:lnTo>
                  <a:lnTo>
                    <a:pt x="413558" y="11790"/>
                  </a:lnTo>
                  <a:lnTo>
                    <a:pt x="414018" y="14010"/>
                  </a:lnTo>
                  <a:lnTo>
                    <a:pt x="427882" y="14010"/>
                  </a:lnTo>
                  <a:lnTo>
                    <a:pt x="431463" y="13873"/>
                  </a:lnTo>
                  <a:lnTo>
                    <a:pt x="465548" y="13873"/>
                  </a:lnTo>
                  <a:lnTo>
                    <a:pt x="467901" y="12198"/>
                  </a:lnTo>
                  <a:lnTo>
                    <a:pt x="467901" y="5444"/>
                  </a:lnTo>
                  <a:lnTo>
                    <a:pt x="467577" y="3088"/>
                  </a:lnTo>
                  <a:lnTo>
                    <a:pt x="467137" y="1549"/>
                  </a:lnTo>
                  <a:close/>
                </a:path>
                <a:path w="643255" h="79375">
                  <a:moveTo>
                    <a:pt x="465548" y="13873"/>
                  </a:moveTo>
                  <a:lnTo>
                    <a:pt x="449546" y="13873"/>
                  </a:lnTo>
                  <a:lnTo>
                    <a:pt x="453127" y="14010"/>
                  </a:lnTo>
                  <a:lnTo>
                    <a:pt x="465357" y="14010"/>
                  </a:lnTo>
                  <a:lnTo>
                    <a:pt x="465548" y="13873"/>
                  </a:lnTo>
                  <a:close/>
                </a:path>
                <a:path w="643255" h="79375">
                  <a:moveTo>
                    <a:pt x="487346" y="963"/>
                  </a:moveTo>
                  <a:lnTo>
                    <a:pt x="483262" y="963"/>
                  </a:lnTo>
                  <a:lnTo>
                    <a:pt x="480006" y="1099"/>
                  </a:lnTo>
                  <a:lnTo>
                    <a:pt x="477786" y="1549"/>
                  </a:lnTo>
                  <a:lnTo>
                    <a:pt x="477786" y="77453"/>
                  </a:lnTo>
                  <a:lnTo>
                    <a:pt x="480006" y="77913"/>
                  </a:lnTo>
                  <a:lnTo>
                    <a:pt x="483262" y="77997"/>
                  </a:lnTo>
                  <a:lnTo>
                    <a:pt x="487346" y="77997"/>
                  </a:lnTo>
                  <a:lnTo>
                    <a:pt x="490246" y="77913"/>
                  </a:lnTo>
                  <a:lnTo>
                    <a:pt x="492697" y="77453"/>
                  </a:lnTo>
                  <a:lnTo>
                    <a:pt x="492697" y="1549"/>
                  </a:lnTo>
                  <a:lnTo>
                    <a:pt x="490246" y="1099"/>
                  </a:lnTo>
                  <a:lnTo>
                    <a:pt x="487346" y="963"/>
                  </a:lnTo>
                  <a:close/>
                </a:path>
                <a:path w="643255" h="79375">
                  <a:moveTo>
                    <a:pt x="548569" y="0"/>
                  </a:moveTo>
                  <a:lnTo>
                    <a:pt x="529575" y="0"/>
                  </a:lnTo>
                  <a:lnTo>
                    <a:pt x="523690" y="2774"/>
                  </a:lnTo>
                  <a:lnTo>
                    <a:pt x="506916" y="39443"/>
                  </a:lnTo>
                  <a:lnTo>
                    <a:pt x="507510" y="48481"/>
                  </a:lnTo>
                  <a:lnTo>
                    <a:pt x="529575" y="79002"/>
                  </a:lnTo>
                  <a:lnTo>
                    <a:pt x="548569" y="79002"/>
                  </a:lnTo>
                  <a:lnTo>
                    <a:pt x="554464" y="76228"/>
                  </a:lnTo>
                  <a:lnTo>
                    <a:pt x="559260" y="72249"/>
                  </a:lnTo>
                  <a:lnTo>
                    <a:pt x="563402" y="67348"/>
                  </a:lnTo>
                  <a:lnTo>
                    <a:pt x="539051" y="67348"/>
                  </a:lnTo>
                  <a:lnTo>
                    <a:pt x="530516" y="64754"/>
                  </a:lnTo>
                  <a:lnTo>
                    <a:pt x="525520" y="58104"/>
                  </a:lnTo>
                  <a:lnTo>
                    <a:pt x="523175" y="49100"/>
                  </a:lnTo>
                  <a:lnTo>
                    <a:pt x="522591" y="39443"/>
                  </a:lnTo>
                  <a:lnTo>
                    <a:pt x="523175" y="29800"/>
                  </a:lnTo>
                  <a:lnTo>
                    <a:pt x="525520" y="20837"/>
                  </a:lnTo>
                  <a:lnTo>
                    <a:pt x="530516" y="14229"/>
                  </a:lnTo>
                  <a:lnTo>
                    <a:pt x="539051" y="11654"/>
                  </a:lnTo>
                  <a:lnTo>
                    <a:pt x="563409" y="11654"/>
                  </a:lnTo>
                  <a:lnTo>
                    <a:pt x="559260" y="6764"/>
                  </a:lnTo>
                  <a:lnTo>
                    <a:pt x="554464" y="2774"/>
                  </a:lnTo>
                  <a:lnTo>
                    <a:pt x="548569" y="0"/>
                  </a:lnTo>
                  <a:close/>
                </a:path>
                <a:path w="643255" h="79375">
                  <a:moveTo>
                    <a:pt x="563409" y="11654"/>
                  </a:moveTo>
                  <a:lnTo>
                    <a:pt x="539051" y="11654"/>
                  </a:lnTo>
                  <a:lnTo>
                    <a:pt x="547562" y="14229"/>
                  </a:lnTo>
                  <a:lnTo>
                    <a:pt x="552546" y="20837"/>
                  </a:lnTo>
                  <a:lnTo>
                    <a:pt x="554886" y="29800"/>
                  </a:lnTo>
                  <a:lnTo>
                    <a:pt x="555469" y="39443"/>
                  </a:lnTo>
                  <a:lnTo>
                    <a:pt x="554886" y="49100"/>
                  </a:lnTo>
                  <a:lnTo>
                    <a:pt x="552546" y="58104"/>
                  </a:lnTo>
                  <a:lnTo>
                    <a:pt x="547562" y="64754"/>
                  </a:lnTo>
                  <a:lnTo>
                    <a:pt x="539051" y="67348"/>
                  </a:lnTo>
                  <a:lnTo>
                    <a:pt x="563402" y="67348"/>
                  </a:lnTo>
                  <a:lnTo>
                    <a:pt x="564963" y="65502"/>
                  </a:lnTo>
                  <a:lnTo>
                    <a:pt x="568629" y="57373"/>
                  </a:lnTo>
                  <a:lnTo>
                    <a:pt x="570586" y="48481"/>
                  </a:lnTo>
                  <a:lnTo>
                    <a:pt x="571165" y="39443"/>
                  </a:lnTo>
                  <a:lnTo>
                    <a:pt x="570586" y="30419"/>
                  </a:lnTo>
                  <a:lnTo>
                    <a:pt x="568629" y="21568"/>
                  </a:lnTo>
                  <a:lnTo>
                    <a:pt x="564963" y="13485"/>
                  </a:lnTo>
                  <a:lnTo>
                    <a:pt x="563409" y="11654"/>
                  </a:lnTo>
                  <a:close/>
                </a:path>
                <a:path w="643255" h="79375">
                  <a:moveTo>
                    <a:pt x="595835" y="963"/>
                  </a:moveTo>
                  <a:lnTo>
                    <a:pt x="592034" y="963"/>
                  </a:lnTo>
                  <a:lnTo>
                    <a:pt x="587364" y="1193"/>
                  </a:lnTo>
                  <a:lnTo>
                    <a:pt x="585050" y="1769"/>
                  </a:lnTo>
                  <a:lnTo>
                    <a:pt x="585050" y="77453"/>
                  </a:lnTo>
                  <a:lnTo>
                    <a:pt x="587364" y="77913"/>
                  </a:lnTo>
                  <a:lnTo>
                    <a:pt x="590254" y="77997"/>
                  </a:lnTo>
                  <a:lnTo>
                    <a:pt x="594065" y="77997"/>
                  </a:lnTo>
                  <a:lnTo>
                    <a:pt x="596515" y="77913"/>
                  </a:lnTo>
                  <a:lnTo>
                    <a:pt x="598955" y="77453"/>
                  </a:lnTo>
                  <a:lnTo>
                    <a:pt x="598853" y="42051"/>
                  </a:lnTo>
                  <a:lnTo>
                    <a:pt x="598578" y="34074"/>
                  </a:lnTo>
                  <a:lnTo>
                    <a:pt x="598178" y="26117"/>
                  </a:lnTo>
                  <a:lnTo>
                    <a:pt x="597699" y="19004"/>
                  </a:lnTo>
                  <a:lnTo>
                    <a:pt x="598149" y="18868"/>
                  </a:lnTo>
                  <a:lnTo>
                    <a:pt x="610744" y="18868"/>
                  </a:lnTo>
                  <a:lnTo>
                    <a:pt x="602588" y="1549"/>
                  </a:lnTo>
                  <a:lnTo>
                    <a:pt x="599500" y="1099"/>
                  </a:lnTo>
                  <a:lnTo>
                    <a:pt x="595835" y="963"/>
                  </a:lnTo>
                  <a:close/>
                </a:path>
                <a:path w="643255" h="79375">
                  <a:moveTo>
                    <a:pt x="610744" y="18868"/>
                  </a:moveTo>
                  <a:lnTo>
                    <a:pt x="598149" y="18868"/>
                  </a:lnTo>
                  <a:lnTo>
                    <a:pt x="599950" y="23444"/>
                  </a:lnTo>
                  <a:lnTo>
                    <a:pt x="625289" y="77453"/>
                  </a:lnTo>
                  <a:lnTo>
                    <a:pt x="632169" y="77997"/>
                  </a:lnTo>
                  <a:lnTo>
                    <a:pt x="635938" y="77997"/>
                  </a:lnTo>
                  <a:lnTo>
                    <a:pt x="640608" y="77777"/>
                  </a:lnTo>
                  <a:lnTo>
                    <a:pt x="643058" y="77233"/>
                  </a:lnTo>
                  <a:lnTo>
                    <a:pt x="643058" y="61013"/>
                  </a:lnTo>
                  <a:lnTo>
                    <a:pt x="630054" y="61013"/>
                  </a:lnTo>
                  <a:lnTo>
                    <a:pt x="622839" y="44553"/>
                  </a:lnTo>
                  <a:lnTo>
                    <a:pt x="610744" y="18868"/>
                  </a:lnTo>
                  <a:close/>
                </a:path>
                <a:path w="643255" h="79375">
                  <a:moveTo>
                    <a:pt x="642284" y="879"/>
                  </a:moveTo>
                  <a:lnTo>
                    <a:pt x="631593" y="879"/>
                  </a:lnTo>
                  <a:lnTo>
                    <a:pt x="629279" y="3444"/>
                  </a:lnTo>
                  <a:lnTo>
                    <a:pt x="629360" y="37070"/>
                  </a:lnTo>
                  <a:lnTo>
                    <a:pt x="629588" y="44914"/>
                  </a:lnTo>
                  <a:lnTo>
                    <a:pt x="629941" y="53127"/>
                  </a:lnTo>
                  <a:lnTo>
                    <a:pt x="630399" y="60877"/>
                  </a:lnTo>
                  <a:lnTo>
                    <a:pt x="630054" y="61013"/>
                  </a:lnTo>
                  <a:lnTo>
                    <a:pt x="643058" y="61013"/>
                  </a:lnTo>
                  <a:lnTo>
                    <a:pt x="642963" y="1549"/>
                  </a:lnTo>
                  <a:lnTo>
                    <a:pt x="642284" y="8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 descr=""/>
            <p:cNvSpPr/>
            <p:nvPr/>
          </p:nvSpPr>
          <p:spPr>
            <a:xfrm>
              <a:off x="1385277" y="3449811"/>
              <a:ext cx="153035" cy="61594"/>
            </a:xfrm>
            <a:custGeom>
              <a:avLst/>
              <a:gdLst/>
              <a:ahLst/>
              <a:cxnLst/>
              <a:rect l="l" t="t" r="r" b="b"/>
              <a:pathLst>
                <a:path w="153034" h="61595">
                  <a:moveTo>
                    <a:pt x="152969" y="0"/>
                  </a:moveTo>
                  <a:lnTo>
                    <a:pt x="0" y="0"/>
                  </a:lnTo>
                  <a:lnTo>
                    <a:pt x="0" y="61118"/>
                  </a:lnTo>
                  <a:lnTo>
                    <a:pt x="152969" y="61118"/>
                  </a:lnTo>
                  <a:lnTo>
                    <a:pt x="152969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 descr=""/>
            <p:cNvSpPr/>
            <p:nvPr/>
          </p:nvSpPr>
          <p:spPr>
            <a:xfrm>
              <a:off x="1385277" y="3517191"/>
              <a:ext cx="76835" cy="61594"/>
            </a:xfrm>
            <a:custGeom>
              <a:avLst/>
              <a:gdLst/>
              <a:ahLst/>
              <a:cxnLst/>
              <a:rect l="l" t="t" r="r" b="b"/>
              <a:pathLst>
                <a:path w="76834" h="61595">
                  <a:moveTo>
                    <a:pt x="76489" y="0"/>
                  </a:moveTo>
                  <a:lnTo>
                    <a:pt x="0" y="0"/>
                  </a:lnTo>
                  <a:lnTo>
                    <a:pt x="0" y="61139"/>
                  </a:lnTo>
                  <a:lnTo>
                    <a:pt x="76489" y="61139"/>
                  </a:lnTo>
                  <a:lnTo>
                    <a:pt x="76489" y="0"/>
                  </a:lnTo>
                  <a:close/>
                </a:path>
              </a:pathLst>
            </a:custGeom>
            <a:solidFill>
              <a:srgbClr val="CDEB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 descr=""/>
            <p:cNvSpPr/>
            <p:nvPr/>
          </p:nvSpPr>
          <p:spPr>
            <a:xfrm>
              <a:off x="1385277" y="3587356"/>
              <a:ext cx="153035" cy="61594"/>
            </a:xfrm>
            <a:custGeom>
              <a:avLst/>
              <a:gdLst/>
              <a:ahLst/>
              <a:cxnLst/>
              <a:rect l="l" t="t" r="r" b="b"/>
              <a:pathLst>
                <a:path w="153034" h="61595">
                  <a:moveTo>
                    <a:pt x="152969" y="0"/>
                  </a:moveTo>
                  <a:lnTo>
                    <a:pt x="0" y="0"/>
                  </a:lnTo>
                  <a:lnTo>
                    <a:pt x="0" y="61118"/>
                  </a:lnTo>
                  <a:lnTo>
                    <a:pt x="152969" y="61118"/>
                  </a:lnTo>
                  <a:lnTo>
                    <a:pt x="1529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 descr=""/>
            <p:cNvSpPr/>
            <p:nvPr/>
          </p:nvSpPr>
          <p:spPr>
            <a:xfrm>
              <a:off x="1385277" y="3865201"/>
              <a:ext cx="76835" cy="61594"/>
            </a:xfrm>
            <a:custGeom>
              <a:avLst/>
              <a:gdLst/>
              <a:ahLst/>
              <a:cxnLst/>
              <a:rect l="l" t="t" r="r" b="b"/>
              <a:pathLst>
                <a:path w="76834" h="61595">
                  <a:moveTo>
                    <a:pt x="76489" y="0"/>
                  </a:moveTo>
                  <a:lnTo>
                    <a:pt x="0" y="0"/>
                  </a:lnTo>
                  <a:lnTo>
                    <a:pt x="0" y="61129"/>
                  </a:lnTo>
                  <a:lnTo>
                    <a:pt x="76489" y="61129"/>
                  </a:lnTo>
                  <a:lnTo>
                    <a:pt x="76489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 descr=""/>
            <p:cNvSpPr/>
            <p:nvPr/>
          </p:nvSpPr>
          <p:spPr>
            <a:xfrm>
              <a:off x="1385277" y="3938885"/>
              <a:ext cx="153035" cy="61594"/>
            </a:xfrm>
            <a:custGeom>
              <a:avLst/>
              <a:gdLst/>
              <a:ahLst/>
              <a:cxnLst/>
              <a:rect l="l" t="t" r="r" b="b"/>
              <a:pathLst>
                <a:path w="153034" h="61595">
                  <a:moveTo>
                    <a:pt x="152969" y="0"/>
                  </a:moveTo>
                  <a:lnTo>
                    <a:pt x="0" y="0"/>
                  </a:lnTo>
                  <a:lnTo>
                    <a:pt x="0" y="61129"/>
                  </a:lnTo>
                  <a:lnTo>
                    <a:pt x="152969" y="61129"/>
                  </a:lnTo>
                  <a:lnTo>
                    <a:pt x="1529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 descr=""/>
            <p:cNvSpPr/>
            <p:nvPr/>
          </p:nvSpPr>
          <p:spPr>
            <a:xfrm>
              <a:off x="1385265" y="3666559"/>
              <a:ext cx="537845" cy="411480"/>
            </a:xfrm>
            <a:custGeom>
              <a:avLst/>
              <a:gdLst/>
              <a:ahLst/>
              <a:cxnLst/>
              <a:rect l="l" t="t" r="r" b="b"/>
              <a:pathLst>
                <a:path w="537844" h="411479">
                  <a:moveTo>
                    <a:pt x="76492" y="350075"/>
                  </a:moveTo>
                  <a:lnTo>
                    <a:pt x="0" y="350075"/>
                  </a:lnTo>
                  <a:lnTo>
                    <a:pt x="0" y="411200"/>
                  </a:lnTo>
                  <a:lnTo>
                    <a:pt x="76492" y="411200"/>
                  </a:lnTo>
                  <a:lnTo>
                    <a:pt x="76492" y="350075"/>
                  </a:lnTo>
                  <a:close/>
                </a:path>
                <a:path w="537844" h="411479">
                  <a:moveTo>
                    <a:pt x="537768" y="0"/>
                  </a:moveTo>
                  <a:lnTo>
                    <a:pt x="461264" y="0"/>
                  </a:lnTo>
                  <a:lnTo>
                    <a:pt x="461264" y="61125"/>
                  </a:lnTo>
                  <a:lnTo>
                    <a:pt x="537768" y="61125"/>
                  </a:lnTo>
                  <a:lnTo>
                    <a:pt x="537768" y="0"/>
                  </a:lnTo>
                  <a:close/>
                </a:path>
              </a:pathLst>
            </a:custGeom>
            <a:solidFill>
              <a:srgbClr val="CDEB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 descr=""/>
            <p:cNvSpPr/>
            <p:nvPr/>
          </p:nvSpPr>
          <p:spPr>
            <a:xfrm>
              <a:off x="1877126" y="3738786"/>
              <a:ext cx="153035" cy="61594"/>
            </a:xfrm>
            <a:custGeom>
              <a:avLst/>
              <a:gdLst/>
              <a:ahLst/>
              <a:cxnLst/>
              <a:rect l="l" t="t" r="r" b="b"/>
              <a:pathLst>
                <a:path w="153035" h="61595">
                  <a:moveTo>
                    <a:pt x="153011" y="0"/>
                  </a:moveTo>
                  <a:lnTo>
                    <a:pt x="0" y="0"/>
                  </a:lnTo>
                  <a:lnTo>
                    <a:pt x="0" y="61129"/>
                  </a:lnTo>
                  <a:lnTo>
                    <a:pt x="153011" y="61129"/>
                  </a:lnTo>
                  <a:lnTo>
                    <a:pt x="1530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 descr=""/>
            <p:cNvSpPr/>
            <p:nvPr/>
          </p:nvSpPr>
          <p:spPr>
            <a:xfrm>
              <a:off x="1936775" y="3449821"/>
              <a:ext cx="1861820" cy="276860"/>
            </a:xfrm>
            <a:custGeom>
              <a:avLst/>
              <a:gdLst/>
              <a:ahLst/>
              <a:cxnLst/>
              <a:rect l="l" t="t" r="r" b="b"/>
              <a:pathLst>
                <a:path w="1861820" h="276860">
                  <a:moveTo>
                    <a:pt x="153009" y="215315"/>
                  </a:moveTo>
                  <a:lnTo>
                    <a:pt x="0" y="215315"/>
                  </a:lnTo>
                  <a:lnTo>
                    <a:pt x="0" y="276440"/>
                  </a:lnTo>
                  <a:lnTo>
                    <a:pt x="153009" y="276440"/>
                  </a:lnTo>
                  <a:lnTo>
                    <a:pt x="153009" y="215315"/>
                  </a:lnTo>
                  <a:close/>
                </a:path>
                <a:path w="1861820" h="276860">
                  <a:moveTo>
                    <a:pt x="1861654" y="0"/>
                  </a:moveTo>
                  <a:lnTo>
                    <a:pt x="1708658" y="0"/>
                  </a:lnTo>
                  <a:lnTo>
                    <a:pt x="1708658" y="61112"/>
                  </a:lnTo>
                  <a:lnTo>
                    <a:pt x="1861654" y="61112"/>
                  </a:lnTo>
                  <a:lnTo>
                    <a:pt x="1861654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 descr=""/>
            <p:cNvSpPr/>
            <p:nvPr/>
          </p:nvSpPr>
          <p:spPr>
            <a:xfrm>
              <a:off x="3721960" y="3517180"/>
              <a:ext cx="76835" cy="61594"/>
            </a:xfrm>
            <a:custGeom>
              <a:avLst/>
              <a:gdLst/>
              <a:ahLst/>
              <a:cxnLst/>
              <a:rect l="l" t="t" r="r" b="b"/>
              <a:pathLst>
                <a:path w="76835" h="61595">
                  <a:moveTo>
                    <a:pt x="76479" y="0"/>
                  </a:moveTo>
                  <a:lnTo>
                    <a:pt x="0" y="0"/>
                  </a:lnTo>
                  <a:lnTo>
                    <a:pt x="0" y="61129"/>
                  </a:lnTo>
                  <a:lnTo>
                    <a:pt x="76479" y="61129"/>
                  </a:lnTo>
                  <a:lnTo>
                    <a:pt x="76479" y="0"/>
                  </a:lnTo>
                  <a:close/>
                </a:path>
              </a:pathLst>
            </a:custGeom>
            <a:solidFill>
              <a:srgbClr val="CDEB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 descr=""/>
            <p:cNvSpPr/>
            <p:nvPr/>
          </p:nvSpPr>
          <p:spPr>
            <a:xfrm>
              <a:off x="3645438" y="3587325"/>
              <a:ext cx="153035" cy="61594"/>
            </a:xfrm>
            <a:custGeom>
              <a:avLst/>
              <a:gdLst/>
              <a:ahLst/>
              <a:cxnLst/>
              <a:rect l="l" t="t" r="r" b="b"/>
              <a:pathLst>
                <a:path w="153035" h="61595">
                  <a:moveTo>
                    <a:pt x="153000" y="0"/>
                  </a:moveTo>
                  <a:lnTo>
                    <a:pt x="0" y="0"/>
                  </a:lnTo>
                  <a:lnTo>
                    <a:pt x="0" y="61129"/>
                  </a:lnTo>
                  <a:lnTo>
                    <a:pt x="153000" y="61129"/>
                  </a:lnTo>
                  <a:lnTo>
                    <a:pt x="153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 descr=""/>
            <p:cNvSpPr/>
            <p:nvPr/>
          </p:nvSpPr>
          <p:spPr>
            <a:xfrm>
              <a:off x="3721960" y="3865170"/>
              <a:ext cx="76835" cy="61594"/>
            </a:xfrm>
            <a:custGeom>
              <a:avLst/>
              <a:gdLst/>
              <a:ahLst/>
              <a:cxnLst/>
              <a:rect l="l" t="t" r="r" b="b"/>
              <a:pathLst>
                <a:path w="76835" h="61595">
                  <a:moveTo>
                    <a:pt x="76479" y="0"/>
                  </a:moveTo>
                  <a:lnTo>
                    <a:pt x="0" y="0"/>
                  </a:lnTo>
                  <a:lnTo>
                    <a:pt x="0" y="61129"/>
                  </a:lnTo>
                  <a:lnTo>
                    <a:pt x="76479" y="61129"/>
                  </a:lnTo>
                  <a:lnTo>
                    <a:pt x="76479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 descr=""/>
            <p:cNvSpPr/>
            <p:nvPr/>
          </p:nvSpPr>
          <p:spPr>
            <a:xfrm>
              <a:off x="3645438" y="3938864"/>
              <a:ext cx="153035" cy="61594"/>
            </a:xfrm>
            <a:custGeom>
              <a:avLst/>
              <a:gdLst/>
              <a:ahLst/>
              <a:cxnLst/>
              <a:rect l="l" t="t" r="r" b="b"/>
              <a:pathLst>
                <a:path w="153035" h="61595">
                  <a:moveTo>
                    <a:pt x="153000" y="0"/>
                  </a:moveTo>
                  <a:lnTo>
                    <a:pt x="0" y="0"/>
                  </a:lnTo>
                  <a:lnTo>
                    <a:pt x="0" y="61118"/>
                  </a:lnTo>
                  <a:lnTo>
                    <a:pt x="153000" y="61118"/>
                  </a:lnTo>
                  <a:lnTo>
                    <a:pt x="153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 descr=""/>
            <p:cNvSpPr/>
            <p:nvPr/>
          </p:nvSpPr>
          <p:spPr>
            <a:xfrm>
              <a:off x="1385265" y="4016609"/>
              <a:ext cx="2413635" cy="289560"/>
            </a:xfrm>
            <a:custGeom>
              <a:avLst/>
              <a:gdLst/>
              <a:ahLst/>
              <a:cxnLst/>
              <a:rect l="l" t="t" r="r" b="b"/>
              <a:pathLst>
                <a:path w="2413635" h="289560">
                  <a:moveTo>
                    <a:pt x="76492" y="227850"/>
                  </a:moveTo>
                  <a:lnTo>
                    <a:pt x="0" y="227850"/>
                  </a:lnTo>
                  <a:lnTo>
                    <a:pt x="0" y="288975"/>
                  </a:lnTo>
                  <a:lnTo>
                    <a:pt x="76492" y="288975"/>
                  </a:lnTo>
                  <a:lnTo>
                    <a:pt x="76492" y="227850"/>
                  </a:lnTo>
                  <a:close/>
                </a:path>
                <a:path w="2413635" h="289560">
                  <a:moveTo>
                    <a:pt x="2413165" y="0"/>
                  </a:moveTo>
                  <a:lnTo>
                    <a:pt x="2336685" y="0"/>
                  </a:lnTo>
                  <a:lnTo>
                    <a:pt x="2336685" y="61125"/>
                  </a:lnTo>
                  <a:lnTo>
                    <a:pt x="2413165" y="61125"/>
                  </a:lnTo>
                  <a:lnTo>
                    <a:pt x="2413165" y="0"/>
                  </a:lnTo>
                  <a:close/>
                </a:path>
              </a:pathLst>
            </a:custGeom>
            <a:solidFill>
              <a:srgbClr val="CDEB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 descr=""/>
            <p:cNvSpPr/>
            <p:nvPr/>
          </p:nvSpPr>
          <p:spPr>
            <a:xfrm>
              <a:off x="2426177" y="3873505"/>
              <a:ext cx="144145" cy="61594"/>
            </a:xfrm>
            <a:custGeom>
              <a:avLst/>
              <a:gdLst/>
              <a:ahLst/>
              <a:cxnLst/>
              <a:rect l="l" t="t" r="r" b="b"/>
              <a:pathLst>
                <a:path w="144144" h="61595">
                  <a:moveTo>
                    <a:pt x="143608" y="0"/>
                  </a:moveTo>
                  <a:lnTo>
                    <a:pt x="0" y="0"/>
                  </a:lnTo>
                  <a:lnTo>
                    <a:pt x="0" y="61129"/>
                  </a:lnTo>
                  <a:lnTo>
                    <a:pt x="143608" y="61129"/>
                  </a:lnTo>
                  <a:lnTo>
                    <a:pt x="143608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 descr=""/>
            <p:cNvSpPr/>
            <p:nvPr/>
          </p:nvSpPr>
          <p:spPr>
            <a:xfrm>
              <a:off x="2493306" y="3801884"/>
              <a:ext cx="153035" cy="61594"/>
            </a:xfrm>
            <a:custGeom>
              <a:avLst/>
              <a:gdLst/>
              <a:ahLst/>
              <a:cxnLst/>
              <a:rect l="l" t="t" r="r" b="b"/>
              <a:pathLst>
                <a:path w="153035" h="61595">
                  <a:moveTo>
                    <a:pt x="153011" y="0"/>
                  </a:moveTo>
                  <a:lnTo>
                    <a:pt x="0" y="0"/>
                  </a:lnTo>
                  <a:lnTo>
                    <a:pt x="0" y="61118"/>
                  </a:lnTo>
                  <a:lnTo>
                    <a:pt x="153011" y="61118"/>
                  </a:lnTo>
                  <a:lnTo>
                    <a:pt x="1530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 descr=""/>
            <p:cNvSpPr/>
            <p:nvPr/>
          </p:nvSpPr>
          <p:spPr>
            <a:xfrm>
              <a:off x="2569006" y="3599858"/>
              <a:ext cx="572135" cy="192405"/>
            </a:xfrm>
            <a:custGeom>
              <a:avLst/>
              <a:gdLst/>
              <a:ahLst/>
              <a:cxnLst/>
              <a:rect l="l" t="t" r="r" b="b"/>
              <a:pathLst>
                <a:path w="572135" h="192404">
                  <a:moveTo>
                    <a:pt x="157035" y="131279"/>
                  </a:moveTo>
                  <a:lnTo>
                    <a:pt x="0" y="131279"/>
                  </a:lnTo>
                  <a:lnTo>
                    <a:pt x="0" y="192392"/>
                  </a:lnTo>
                  <a:lnTo>
                    <a:pt x="157035" y="192392"/>
                  </a:lnTo>
                  <a:lnTo>
                    <a:pt x="157035" y="131279"/>
                  </a:lnTo>
                  <a:close/>
                </a:path>
                <a:path w="572135" h="192404">
                  <a:moveTo>
                    <a:pt x="571779" y="0"/>
                  </a:moveTo>
                  <a:lnTo>
                    <a:pt x="495300" y="0"/>
                  </a:lnTo>
                  <a:lnTo>
                    <a:pt x="495300" y="61125"/>
                  </a:lnTo>
                  <a:lnTo>
                    <a:pt x="571779" y="61125"/>
                  </a:lnTo>
                  <a:lnTo>
                    <a:pt x="571779" y="0"/>
                  </a:lnTo>
                  <a:close/>
                </a:path>
              </a:pathLst>
            </a:custGeom>
            <a:solidFill>
              <a:srgbClr val="CDEB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 descr=""/>
            <p:cNvSpPr/>
            <p:nvPr/>
          </p:nvSpPr>
          <p:spPr>
            <a:xfrm>
              <a:off x="3094900" y="3672087"/>
              <a:ext cx="153035" cy="61594"/>
            </a:xfrm>
            <a:custGeom>
              <a:avLst/>
              <a:gdLst/>
              <a:ahLst/>
              <a:cxnLst/>
              <a:rect l="l" t="t" r="r" b="b"/>
              <a:pathLst>
                <a:path w="153035" h="61595">
                  <a:moveTo>
                    <a:pt x="153000" y="0"/>
                  </a:moveTo>
                  <a:lnTo>
                    <a:pt x="0" y="0"/>
                  </a:lnTo>
                  <a:lnTo>
                    <a:pt x="0" y="61118"/>
                  </a:lnTo>
                  <a:lnTo>
                    <a:pt x="153000" y="61118"/>
                  </a:lnTo>
                  <a:lnTo>
                    <a:pt x="153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 descr=""/>
            <p:cNvSpPr/>
            <p:nvPr/>
          </p:nvSpPr>
          <p:spPr>
            <a:xfrm>
              <a:off x="3154511" y="3598424"/>
              <a:ext cx="153035" cy="61594"/>
            </a:xfrm>
            <a:custGeom>
              <a:avLst/>
              <a:gdLst/>
              <a:ahLst/>
              <a:cxnLst/>
              <a:rect l="l" t="t" r="r" b="b"/>
              <a:pathLst>
                <a:path w="153035" h="61595">
                  <a:moveTo>
                    <a:pt x="153000" y="0"/>
                  </a:moveTo>
                  <a:lnTo>
                    <a:pt x="0" y="0"/>
                  </a:lnTo>
                  <a:lnTo>
                    <a:pt x="0" y="61129"/>
                  </a:lnTo>
                  <a:lnTo>
                    <a:pt x="153000" y="61129"/>
                  </a:lnTo>
                  <a:lnTo>
                    <a:pt x="153000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 descr=""/>
            <p:cNvSpPr/>
            <p:nvPr/>
          </p:nvSpPr>
          <p:spPr>
            <a:xfrm>
              <a:off x="2841201" y="4010359"/>
              <a:ext cx="153035" cy="61594"/>
            </a:xfrm>
            <a:custGeom>
              <a:avLst/>
              <a:gdLst/>
              <a:ahLst/>
              <a:cxnLst/>
              <a:rect l="l" t="t" r="r" b="b"/>
              <a:pathLst>
                <a:path w="153035" h="61595">
                  <a:moveTo>
                    <a:pt x="153011" y="0"/>
                  </a:moveTo>
                  <a:lnTo>
                    <a:pt x="0" y="0"/>
                  </a:lnTo>
                  <a:lnTo>
                    <a:pt x="0" y="61118"/>
                  </a:lnTo>
                  <a:lnTo>
                    <a:pt x="153011" y="61118"/>
                  </a:lnTo>
                  <a:lnTo>
                    <a:pt x="1530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 descr=""/>
            <p:cNvSpPr/>
            <p:nvPr/>
          </p:nvSpPr>
          <p:spPr>
            <a:xfrm>
              <a:off x="2553589" y="4008875"/>
              <a:ext cx="532765" cy="310515"/>
            </a:xfrm>
            <a:custGeom>
              <a:avLst/>
              <a:gdLst/>
              <a:ahLst/>
              <a:cxnLst/>
              <a:rect l="l" t="t" r="r" b="b"/>
              <a:pathLst>
                <a:path w="532764" h="310514">
                  <a:moveTo>
                    <a:pt x="76504" y="249237"/>
                  </a:moveTo>
                  <a:lnTo>
                    <a:pt x="0" y="249237"/>
                  </a:lnTo>
                  <a:lnTo>
                    <a:pt x="0" y="310362"/>
                  </a:lnTo>
                  <a:lnTo>
                    <a:pt x="76504" y="310362"/>
                  </a:lnTo>
                  <a:lnTo>
                    <a:pt x="76504" y="249237"/>
                  </a:lnTo>
                  <a:close/>
                </a:path>
                <a:path w="532764" h="310514">
                  <a:moveTo>
                    <a:pt x="532650" y="0"/>
                  </a:moveTo>
                  <a:lnTo>
                    <a:pt x="456158" y="0"/>
                  </a:lnTo>
                  <a:lnTo>
                    <a:pt x="456158" y="61137"/>
                  </a:lnTo>
                  <a:lnTo>
                    <a:pt x="532650" y="61137"/>
                  </a:lnTo>
                  <a:lnTo>
                    <a:pt x="532650" y="0"/>
                  </a:lnTo>
                  <a:close/>
                </a:path>
              </a:pathLst>
            </a:custGeom>
            <a:solidFill>
              <a:srgbClr val="CDEB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 descr=""/>
            <p:cNvSpPr/>
            <p:nvPr/>
          </p:nvSpPr>
          <p:spPr>
            <a:xfrm>
              <a:off x="2522943" y="4181226"/>
              <a:ext cx="1275715" cy="132080"/>
            </a:xfrm>
            <a:custGeom>
              <a:avLst/>
              <a:gdLst/>
              <a:ahLst/>
              <a:cxnLst/>
              <a:rect l="l" t="t" r="r" b="b"/>
              <a:pathLst>
                <a:path w="1275714" h="132079">
                  <a:moveTo>
                    <a:pt x="143637" y="0"/>
                  </a:moveTo>
                  <a:lnTo>
                    <a:pt x="0" y="0"/>
                  </a:lnTo>
                  <a:lnTo>
                    <a:pt x="0" y="61125"/>
                  </a:lnTo>
                  <a:lnTo>
                    <a:pt x="143637" y="61125"/>
                  </a:lnTo>
                  <a:lnTo>
                    <a:pt x="143637" y="0"/>
                  </a:lnTo>
                  <a:close/>
                </a:path>
                <a:path w="1275714" h="132079">
                  <a:moveTo>
                    <a:pt x="1275486" y="70853"/>
                  </a:moveTo>
                  <a:lnTo>
                    <a:pt x="1167587" y="70853"/>
                  </a:lnTo>
                  <a:lnTo>
                    <a:pt x="1167587" y="131978"/>
                  </a:lnTo>
                  <a:lnTo>
                    <a:pt x="1275486" y="131978"/>
                  </a:lnTo>
                  <a:lnTo>
                    <a:pt x="1275486" y="70853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2" name="object 212" descr=""/>
          <p:cNvGrpSpPr/>
          <p:nvPr/>
        </p:nvGrpSpPr>
        <p:grpSpPr>
          <a:xfrm>
            <a:off x="5137399" y="3553278"/>
            <a:ext cx="1979295" cy="1275080"/>
            <a:chOff x="5137399" y="3553278"/>
            <a:chExt cx="1979295" cy="1275080"/>
          </a:xfrm>
        </p:grpSpPr>
        <p:sp>
          <p:nvSpPr>
            <p:cNvPr id="213" name="object 213" descr=""/>
            <p:cNvSpPr/>
            <p:nvPr/>
          </p:nvSpPr>
          <p:spPr>
            <a:xfrm>
              <a:off x="5217592" y="3845781"/>
              <a:ext cx="1829435" cy="728980"/>
            </a:xfrm>
            <a:custGeom>
              <a:avLst/>
              <a:gdLst/>
              <a:ahLst/>
              <a:cxnLst/>
              <a:rect l="l" t="t" r="r" b="b"/>
              <a:pathLst>
                <a:path w="1829434" h="728979">
                  <a:moveTo>
                    <a:pt x="1828876" y="0"/>
                  </a:moveTo>
                  <a:lnTo>
                    <a:pt x="0" y="0"/>
                  </a:lnTo>
                  <a:lnTo>
                    <a:pt x="0" y="197929"/>
                  </a:lnTo>
                  <a:lnTo>
                    <a:pt x="0" y="728446"/>
                  </a:lnTo>
                  <a:lnTo>
                    <a:pt x="1828876" y="728446"/>
                  </a:lnTo>
                  <a:lnTo>
                    <a:pt x="1828876" y="197929"/>
                  </a:lnTo>
                  <a:lnTo>
                    <a:pt x="1828876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 descr=""/>
            <p:cNvSpPr/>
            <p:nvPr/>
          </p:nvSpPr>
          <p:spPr>
            <a:xfrm>
              <a:off x="5217592" y="4574228"/>
              <a:ext cx="1829435" cy="254000"/>
            </a:xfrm>
            <a:custGeom>
              <a:avLst/>
              <a:gdLst/>
              <a:ahLst/>
              <a:cxnLst/>
              <a:rect l="l" t="t" r="r" b="b"/>
              <a:pathLst>
                <a:path w="1829434" h="254000">
                  <a:moveTo>
                    <a:pt x="1191666" y="0"/>
                  </a:moveTo>
                  <a:lnTo>
                    <a:pt x="0" y="0"/>
                  </a:lnTo>
                  <a:lnTo>
                    <a:pt x="0" y="253657"/>
                  </a:lnTo>
                  <a:lnTo>
                    <a:pt x="1191666" y="253657"/>
                  </a:lnTo>
                  <a:lnTo>
                    <a:pt x="1191666" y="0"/>
                  </a:lnTo>
                  <a:close/>
                </a:path>
                <a:path w="1829434" h="254000">
                  <a:moveTo>
                    <a:pt x="1828876" y="0"/>
                  </a:moveTo>
                  <a:lnTo>
                    <a:pt x="1564627" y="0"/>
                  </a:lnTo>
                  <a:lnTo>
                    <a:pt x="1564627" y="253657"/>
                  </a:lnTo>
                  <a:lnTo>
                    <a:pt x="1828876" y="253657"/>
                  </a:lnTo>
                  <a:lnTo>
                    <a:pt x="1828876" y="0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 descr=""/>
            <p:cNvSpPr/>
            <p:nvPr/>
          </p:nvSpPr>
          <p:spPr>
            <a:xfrm>
              <a:off x="5217592" y="4574215"/>
              <a:ext cx="1829435" cy="36830"/>
            </a:xfrm>
            <a:custGeom>
              <a:avLst/>
              <a:gdLst/>
              <a:ahLst/>
              <a:cxnLst/>
              <a:rect l="l" t="t" r="r" b="b"/>
              <a:pathLst>
                <a:path w="1829434" h="36829">
                  <a:moveTo>
                    <a:pt x="1191666" y="0"/>
                  </a:moveTo>
                  <a:lnTo>
                    <a:pt x="0" y="0"/>
                  </a:lnTo>
                  <a:lnTo>
                    <a:pt x="0" y="36639"/>
                  </a:lnTo>
                  <a:lnTo>
                    <a:pt x="1191666" y="36639"/>
                  </a:lnTo>
                  <a:lnTo>
                    <a:pt x="1191666" y="0"/>
                  </a:lnTo>
                  <a:close/>
                </a:path>
                <a:path w="1829434" h="36829">
                  <a:moveTo>
                    <a:pt x="1828876" y="0"/>
                  </a:moveTo>
                  <a:lnTo>
                    <a:pt x="1564627" y="0"/>
                  </a:lnTo>
                  <a:lnTo>
                    <a:pt x="1564627" y="36639"/>
                  </a:lnTo>
                  <a:lnTo>
                    <a:pt x="1828876" y="36639"/>
                  </a:lnTo>
                  <a:lnTo>
                    <a:pt x="1828876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 descr=""/>
            <p:cNvSpPr/>
            <p:nvPr/>
          </p:nvSpPr>
          <p:spPr>
            <a:xfrm>
              <a:off x="6181204" y="4098232"/>
              <a:ext cx="828675" cy="476250"/>
            </a:xfrm>
            <a:custGeom>
              <a:avLst/>
              <a:gdLst/>
              <a:ahLst/>
              <a:cxnLst/>
              <a:rect l="l" t="t" r="r" b="b"/>
              <a:pathLst>
                <a:path w="828675" h="476250">
                  <a:moveTo>
                    <a:pt x="191427" y="0"/>
                  </a:moveTo>
                  <a:lnTo>
                    <a:pt x="0" y="0"/>
                  </a:lnTo>
                  <a:lnTo>
                    <a:pt x="0" y="475983"/>
                  </a:lnTo>
                  <a:lnTo>
                    <a:pt x="191427" y="475983"/>
                  </a:lnTo>
                  <a:lnTo>
                    <a:pt x="191427" y="0"/>
                  </a:lnTo>
                  <a:close/>
                </a:path>
                <a:path w="828675" h="476250">
                  <a:moveTo>
                    <a:pt x="828636" y="0"/>
                  </a:moveTo>
                  <a:lnTo>
                    <a:pt x="637197" y="0"/>
                  </a:lnTo>
                  <a:lnTo>
                    <a:pt x="637197" y="475983"/>
                  </a:lnTo>
                  <a:lnTo>
                    <a:pt x="828636" y="475983"/>
                  </a:lnTo>
                  <a:lnTo>
                    <a:pt x="828636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 descr=""/>
            <p:cNvSpPr/>
            <p:nvPr/>
          </p:nvSpPr>
          <p:spPr>
            <a:xfrm>
              <a:off x="6409260" y="4043709"/>
              <a:ext cx="373380" cy="784225"/>
            </a:xfrm>
            <a:custGeom>
              <a:avLst/>
              <a:gdLst/>
              <a:ahLst/>
              <a:cxnLst/>
              <a:rect l="l" t="t" r="r" b="b"/>
              <a:pathLst>
                <a:path w="373379" h="784225">
                  <a:moveTo>
                    <a:pt x="372962" y="0"/>
                  </a:moveTo>
                  <a:lnTo>
                    <a:pt x="0" y="0"/>
                  </a:lnTo>
                  <a:lnTo>
                    <a:pt x="0" y="784175"/>
                  </a:lnTo>
                  <a:lnTo>
                    <a:pt x="372962" y="784175"/>
                  </a:lnTo>
                  <a:lnTo>
                    <a:pt x="372962" y="0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 descr=""/>
            <p:cNvSpPr/>
            <p:nvPr/>
          </p:nvSpPr>
          <p:spPr>
            <a:xfrm>
              <a:off x="6144565" y="3845781"/>
              <a:ext cx="902335" cy="982344"/>
            </a:xfrm>
            <a:custGeom>
              <a:avLst/>
              <a:gdLst/>
              <a:ahLst/>
              <a:cxnLst/>
              <a:rect l="l" t="t" r="r" b="b"/>
              <a:pathLst>
                <a:path w="902334" h="982345">
                  <a:moveTo>
                    <a:pt x="36639" y="0"/>
                  </a:moveTo>
                  <a:lnTo>
                    <a:pt x="0" y="0"/>
                  </a:lnTo>
                  <a:lnTo>
                    <a:pt x="0" y="982103"/>
                  </a:lnTo>
                  <a:lnTo>
                    <a:pt x="36639" y="982103"/>
                  </a:lnTo>
                  <a:lnTo>
                    <a:pt x="36639" y="0"/>
                  </a:lnTo>
                  <a:close/>
                </a:path>
                <a:path w="902334" h="982345">
                  <a:moveTo>
                    <a:pt x="264706" y="197929"/>
                  </a:moveTo>
                  <a:lnTo>
                    <a:pt x="228066" y="197929"/>
                  </a:lnTo>
                  <a:lnTo>
                    <a:pt x="228066" y="982103"/>
                  </a:lnTo>
                  <a:lnTo>
                    <a:pt x="264706" y="982103"/>
                  </a:lnTo>
                  <a:lnTo>
                    <a:pt x="264706" y="197929"/>
                  </a:lnTo>
                  <a:close/>
                </a:path>
                <a:path w="902334" h="982345">
                  <a:moveTo>
                    <a:pt x="674319" y="197929"/>
                  </a:moveTo>
                  <a:lnTo>
                    <a:pt x="637679" y="197929"/>
                  </a:lnTo>
                  <a:lnTo>
                    <a:pt x="637679" y="982103"/>
                  </a:lnTo>
                  <a:lnTo>
                    <a:pt x="674319" y="982103"/>
                  </a:lnTo>
                  <a:lnTo>
                    <a:pt x="674319" y="197929"/>
                  </a:lnTo>
                  <a:close/>
                </a:path>
                <a:path w="902334" h="982345">
                  <a:moveTo>
                    <a:pt x="901915" y="0"/>
                  </a:moveTo>
                  <a:lnTo>
                    <a:pt x="865276" y="0"/>
                  </a:lnTo>
                  <a:lnTo>
                    <a:pt x="865276" y="982103"/>
                  </a:lnTo>
                  <a:lnTo>
                    <a:pt x="901915" y="982103"/>
                  </a:lnTo>
                  <a:lnTo>
                    <a:pt x="901915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 descr=""/>
            <p:cNvSpPr/>
            <p:nvPr/>
          </p:nvSpPr>
          <p:spPr>
            <a:xfrm>
              <a:off x="6895511" y="3845782"/>
              <a:ext cx="73660" cy="359410"/>
            </a:xfrm>
            <a:custGeom>
              <a:avLst/>
              <a:gdLst/>
              <a:ahLst/>
              <a:cxnLst/>
              <a:rect l="l" t="t" r="r" b="b"/>
              <a:pathLst>
                <a:path w="73659" h="359410">
                  <a:moveTo>
                    <a:pt x="73243" y="0"/>
                  </a:moveTo>
                  <a:lnTo>
                    <a:pt x="0" y="0"/>
                  </a:lnTo>
                  <a:lnTo>
                    <a:pt x="0" y="322377"/>
                  </a:lnTo>
                  <a:lnTo>
                    <a:pt x="2888" y="336592"/>
                  </a:lnTo>
                  <a:lnTo>
                    <a:pt x="10753" y="348231"/>
                  </a:lnTo>
                  <a:lnTo>
                    <a:pt x="22396" y="356095"/>
                  </a:lnTo>
                  <a:lnTo>
                    <a:pt x="36616" y="358983"/>
                  </a:lnTo>
                  <a:lnTo>
                    <a:pt x="50838" y="356095"/>
                  </a:lnTo>
                  <a:lnTo>
                    <a:pt x="62485" y="348231"/>
                  </a:lnTo>
                  <a:lnTo>
                    <a:pt x="70353" y="336592"/>
                  </a:lnTo>
                  <a:lnTo>
                    <a:pt x="73243" y="322377"/>
                  </a:lnTo>
                  <a:lnTo>
                    <a:pt x="73243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 descr=""/>
            <p:cNvSpPr/>
            <p:nvPr/>
          </p:nvSpPr>
          <p:spPr>
            <a:xfrm>
              <a:off x="6822244" y="3845782"/>
              <a:ext cx="73660" cy="359410"/>
            </a:xfrm>
            <a:custGeom>
              <a:avLst/>
              <a:gdLst/>
              <a:ahLst/>
              <a:cxnLst/>
              <a:rect l="l" t="t" r="r" b="b"/>
              <a:pathLst>
                <a:path w="73659" h="359410">
                  <a:moveTo>
                    <a:pt x="73243" y="0"/>
                  </a:moveTo>
                  <a:lnTo>
                    <a:pt x="0" y="0"/>
                  </a:lnTo>
                  <a:lnTo>
                    <a:pt x="0" y="328764"/>
                  </a:lnTo>
                  <a:lnTo>
                    <a:pt x="2384" y="340501"/>
                  </a:lnTo>
                  <a:lnTo>
                    <a:pt x="8878" y="350109"/>
                  </a:lnTo>
                  <a:lnTo>
                    <a:pt x="18486" y="356600"/>
                  </a:lnTo>
                  <a:lnTo>
                    <a:pt x="30218" y="358983"/>
                  </a:lnTo>
                  <a:lnTo>
                    <a:pt x="43045" y="358983"/>
                  </a:lnTo>
                  <a:lnTo>
                    <a:pt x="54774" y="356600"/>
                  </a:lnTo>
                  <a:lnTo>
                    <a:pt x="64376" y="350109"/>
                  </a:lnTo>
                  <a:lnTo>
                    <a:pt x="70862" y="340501"/>
                  </a:lnTo>
                  <a:lnTo>
                    <a:pt x="73243" y="328764"/>
                  </a:lnTo>
                  <a:lnTo>
                    <a:pt x="732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 descr=""/>
            <p:cNvSpPr/>
            <p:nvPr/>
          </p:nvSpPr>
          <p:spPr>
            <a:xfrm>
              <a:off x="6748987" y="3845782"/>
              <a:ext cx="73660" cy="359410"/>
            </a:xfrm>
            <a:custGeom>
              <a:avLst/>
              <a:gdLst/>
              <a:ahLst/>
              <a:cxnLst/>
              <a:rect l="l" t="t" r="r" b="b"/>
              <a:pathLst>
                <a:path w="73659" h="359410">
                  <a:moveTo>
                    <a:pt x="73254" y="0"/>
                  </a:moveTo>
                  <a:lnTo>
                    <a:pt x="0" y="0"/>
                  </a:lnTo>
                  <a:lnTo>
                    <a:pt x="0" y="322377"/>
                  </a:lnTo>
                  <a:lnTo>
                    <a:pt x="2891" y="336592"/>
                  </a:lnTo>
                  <a:lnTo>
                    <a:pt x="10762" y="348231"/>
                  </a:lnTo>
                  <a:lnTo>
                    <a:pt x="22409" y="356095"/>
                  </a:lnTo>
                  <a:lnTo>
                    <a:pt x="36627" y="358983"/>
                  </a:lnTo>
                  <a:lnTo>
                    <a:pt x="50849" y="356095"/>
                  </a:lnTo>
                  <a:lnTo>
                    <a:pt x="62495" y="348231"/>
                  </a:lnTo>
                  <a:lnTo>
                    <a:pt x="70364" y="336592"/>
                  </a:lnTo>
                  <a:lnTo>
                    <a:pt x="73254" y="322377"/>
                  </a:lnTo>
                  <a:lnTo>
                    <a:pt x="73254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 descr=""/>
            <p:cNvSpPr/>
            <p:nvPr/>
          </p:nvSpPr>
          <p:spPr>
            <a:xfrm>
              <a:off x="6675739" y="3845782"/>
              <a:ext cx="73660" cy="359410"/>
            </a:xfrm>
            <a:custGeom>
              <a:avLst/>
              <a:gdLst/>
              <a:ahLst/>
              <a:cxnLst/>
              <a:rect l="l" t="t" r="r" b="b"/>
              <a:pathLst>
                <a:path w="73659" h="359410">
                  <a:moveTo>
                    <a:pt x="73243" y="0"/>
                  </a:moveTo>
                  <a:lnTo>
                    <a:pt x="0" y="0"/>
                  </a:lnTo>
                  <a:lnTo>
                    <a:pt x="0" y="322377"/>
                  </a:lnTo>
                  <a:lnTo>
                    <a:pt x="2889" y="336592"/>
                  </a:lnTo>
                  <a:lnTo>
                    <a:pt x="10758" y="348231"/>
                  </a:lnTo>
                  <a:lnTo>
                    <a:pt x="22405" y="356095"/>
                  </a:lnTo>
                  <a:lnTo>
                    <a:pt x="36627" y="358983"/>
                  </a:lnTo>
                  <a:lnTo>
                    <a:pt x="50847" y="356095"/>
                  </a:lnTo>
                  <a:lnTo>
                    <a:pt x="62490" y="348231"/>
                  </a:lnTo>
                  <a:lnTo>
                    <a:pt x="70355" y="336592"/>
                  </a:lnTo>
                  <a:lnTo>
                    <a:pt x="73243" y="322377"/>
                  </a:lnTo>
                  <a:lnTo>
                    <a:pt x="732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 descr=""/>
            <p:cNvSpPr/>
            <p:nvPr/>
          </p:nvSpPr>
          <p:spPr>
            <a:xfrm>
              <a:off x="6602492" y="3845782"/>
              <a:ext cx="73660" cy="359410"/>
            </a:xfrm>
            <a:custGeom>
              <a:avLst/>
              <a:gdLst/>
              <a:ahLst/>
              <a:cxnLst/>
              <a:rect l="l" t="t" r="r" b="b"/>
              <a:pathLst>
                <a:path w="73659" h="359410">
                  <a:moveTo>
                    <a:pt x="73243" y="0"/>
                  </a:moveTo>
                  <a:lnTo>
                    <a:pt x="0" y="0"/>
                  </a:lnTo>
                  <a:lnTo>
                    <a:pt x="0" y="322377"/>
                  </a:lnTo>
                  <a:lnTo>
                    <a:pt x="2886" y="336592"/>
                  </a:lnTo>
                  <a:lnTo>
                    <a:pt x="10749" y="348231"/>
                  </a:lnTo>
                  <a:lnTo>
                    <a:pt x="22391" y="356095"/>
                  </a:lnTo>
                  <a:lnTo>
                    <a:pt x="36616" y="358983"/>
                  </a:lnTo>
                  <a:lnTo>
                    <a:pt x="50838" y="356095"/>
                  </a:lnTo>
                  <a:lnTo>
                    <a:pt x="62485" y="348231"/>
                  </a:lnTo>
                  <a:lnTo>
                    <a:pt x="70353" y="336592"/>
                  </a:lnTo>
                  <a:lnTo>
                    <a:pt x="73243" y="322377"/>
                  </a:lnTo>
                  <a:lnTo>
                    <a:pt x="73243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 descr=""/>
            <p:cNvSpPr/>
            <p:nvPr/>
          </p:nvSpPr>
          <p:spPr>
            <a:xfrm>
              <a:off x="6529223" y="3845782"/>
              <a:ext cx="73660" cy="359410"/>
            </a:xfrm>
            <a:custGeom>
              <a:avLst/>
              <a:gdLst/>
              <a:ahLst/>
              <a:cxnLst/>
              <a:rect l="l" t="t" r="r" b="b"/>
              <a:pathLst>
                <a:path w="73659" h="359410">
                  <a:moveTo>
                    <a:pt x="73264" y="0"/>
                  </a:moveTo>
                  <a:lnTo>
                    <a:pt x="0" y="0"/>
                  </a:lnTo>
                  <a:lnTo>
                    <a:pt x="0" y="322377"/>
                  </a:lnTo>
                  <a:lnTo>
                    <a:pt x="2889" y="336592"/>
                  </a:lnTo>
                  <a:lnTo>
                    <a:pt x="10758" y="348231"/>
                  </a:lnTo>
                  <a:lnTo>
                    <a:pt x="22405" y="356095"/>
                  </a:lnTo>
                  <a:lnTo>
                    <a:pt x="36627" y="358983"/>
                  </a:lnTo>
                  <a:lnTo>
                    <a:pt x="50855" y="356095"/>
                  </a:lnTo>
                  <a:lnTo>
                    <a:pt x="62504" y="348231"/>
                  </a:lnTo>
                  <a:lnTo>
                    <a:pt x="70374" y="336592"/>
                  </a:lnTo>
                  <a:lnTo>
                    <a:pt x="73264" y="322377"/>
                  </a:lnTo>
                  <a:lnTo>
                    <a:pt x="732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 descr=""/>
            <p:cNvSpPr/>
            <p:nvPr/>
          </p:nvSpPr>
          <p:spPr>
            <a:xfrm>
              <a:off x="6455980" y="3845782"/>
              <a:ext cx="73660" cy="359410"/>
            </a:xfrm>
            <a:custGeom>
              <a:avLst/>
              <a:gdLst/>
              <a:ahLst/>
              <a:cxnLst/>
              <a:rect l="l" t="t" r="r" b="b"/>
              <a:pathLst>
                <a:path w="73659" h="359410">
                  <a:moveTo>
                    <a:pt x="73243" y="0"/>
                  </a:moveTo>
                  <a:lnTo>
                    <a:pt x="0" y="0"/>
                  </a:lnTo>
                  <a:lnTo>
                    <a:pt x="0" y="322377"/>
                  </a:lnTo>
                  <a:lnTo>
                    <a:pt x="2889" y="336592"/>
                  </a:lnTo>
                  <a:lnTo>
                    <a:pt x="10757" y="348231"/>
                  </a:lnTo>
                  <a:lnTo>
                    <a:pt x="22400" y="356095"/>
                  </a:lnTo>
                  <a:lnTo>
                    <a:pt x="36616" y="358983"/>
                  </a:lnTo>
                  <a:lnTo>
                    <a:pt x="50838" y="356095"/>
                  </a:lnTo>
                  <a:lnTo>
                    <a:pt x="62485" y="348231"/>
                  </a:lnTo>
                  <a:lnTo>
                    <a:pt x="70353" y="336592"/>
                  </a:lnTo>
                  <a:lnTo>
                    <a:pt x="73243" y="322377"/>
                  </a:lnTo>
                  <a:lnTo>
                    <a:pt x="73243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 descr=""/>
            <p:cNvSpPr/>
            <p:nvPr/>
          </p:nvSpPr>
          <p:spPr>
            <a:xfrm>
              <a:off x="6382721" y="3845782"/>
              <a:ext cx="73660" cy="359410"/>
            </a:xfrm>
            <a:custGeom>
              <a:avLst/>
              <a:gdLst/>
              <a:ahLst/>
              <a:cxnLst/>
              <a:rect l="l" t="t" r="r" b="b"/>
              <a:pathLst>
                <a:path w="73660" h="359410">
                  <a:moveTo>
                    <a:pt x="73254" y="0"/>
                  </a:moveTo>
                  <a:lnTo>
                    <a:pt x="0" y="0"/>
                  </a:lnTo>
                  <a:lnTo>
                    <a:pt x="0" y="328764"/>
                  </a:lnTo>
                  <a:lnTo>
                    <a:pt x="2383" y="340501"/>
                  </a:lnTo>
                  <a:lnTo>
                    <a:pt x="8875" y="350109"/>
                  </a:lnTo>
                  <a:lnTo>
                    <a:pt x="18486" y="356600"/>
                  </a:lnTo>
                  <a:lnTo>
                    <a:pt x="30229" y="358983"/>
                  </a:lnTo>
                  <a:lnTo>
                    <a:pt x="43035" y="358983"/>
                  </a:lnTo>
                  <a:lnTo>
                    <a:pt x="54767" y="356600"/>
                  </a:lnTo>
                  <a:lnTo>
                    <a:pt x="64376" y="350109"/>
                  </a:lnTo>
                  <a:lnTo>
                    <a:pt x="70869" y="340501"/>
                  </a:lnTo>
                  <a:lnTo>
                    <a:pt x="73254" y="328764"/>
                  </a:lnTo>
                  <a:lnTo>
                    <a:pt x="732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 descr=""/>
            <p:cNvSpPr/>
            <p:nvPr/>
          </p:nvSpPr>
          <p:spPr>
            <a:xfrm>
              <a:off x="6309474" y="3845782"/>
              <a:ext cx="73660" cy="359410"/>
            </a:xfrm>
            <a:custGeom>
              <a:avLst/>
              <a:gdLst/>
              <a:ahLst/>
              <a:cxnLst/>
              <a:rect l="l" t="t" r="r" b="b"/>
              <a:pathLst>
                <a:path w="73660" h="359410">
                  <a:moveTo>
                    <a:pt x="73243" y="0"/>
                  </a:moveTo>
                  <a:lnTo>
                    <a:pt x="0" y="0"/>
                  </a:lnTo>
                  <a:lnTo>
                    <a:pt x="0" y="322377"/>
                  </a:lnTo>
                  <a:lnTo>
                    <a:pt x="2889" y="336592"/>
                  </a:lnTo>
                  <a:lnTo>
                    <a:pt x="10757" y="348231"/>
                  </a:lnTo>
                  <a:lnTo>
                    <a:pt x="22400" y="356095"/>
                  </a:lnTo>
                  <a:lnTo>
                    <a:pt x="36616" y="358983"/>
                  </a:lnTo>
                  <a:lnTo>
                    <a:pt x="50838" y="356095"/>
                  </a:lnTo>
                  <a:lnTo>
                    <a:pt x="62485" y="348231"/>
                  </a:lnTo>
                  <a:lnTo>
                    <a:pt x="70353" y="336592"/>
                  </a:lnTo>
                  <a:lnTo>
                    <a:pt x="73243" y="322377"/>
                  </a:lnTo>
                  <a:lnTo>
                    <a:pt x="73243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 descr=""/>
            <p:cNvSpPr/>
            <p:nvPr/>
          </p:nvSpPr>
          <p:spPr>
            <a:xfrm>
              <a:off x="6236216" y="3845782"/>
              <a:ext cx="73660" cy="359410"/>
            </a:xfrm>
            <a:custGeom>
              <a:avLst/>
              <a:gdLst/>
              <a:ahLst/>
              <a:cxnLst/>
              <a:rect l="l" t="t" r="r" b="b"/>
              <a:pathLst>
                <a:path w="73660" h="359410">
                  <a:moveTo>
                    <a:pt x="73254" y="0"/>
                  </a:moveTo>
                  <a:lnTo>
                    <a:pt x="0" y="0"/>
                  </a:lnTo>
                  <a:lnTo>
                    <a:pt x="0" y="322377"/>
                  </a:lnTo>
                  <a:lnTo>
                    <a:pt x="2889" y="336592"/>
                  </a:lnTo>
                  <a:lnTo>
                    <a:pt x="10757" y="348231"/>
                  </a:lnTo>
                  <a:lnTo>
                    <a:pt x="22400" y="356095"/>
                  </a:lnTo>
                  <a:lnTo>
                    <a:pt x="36616" y="358983"/>
                  </a:lnTo>
                  <a:lnTo>
                    <a:pt x="50844" y="356095"/>
                  </a:lnTo>
                  <a:lnTo>
                    <a:pt x="62494" y="348231"/>
                  </a:lnTo>
                  <a:lnTo>
                    <a:pt x="70364" y="336592"/>
                  </a:lnTo>
                  <a:lnTo>
                    <a:pt x="73254" y="322377"/>
                  </a:lnTo>
                  <a:lnTo>
                    <a:pt x="732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 descr=""/>
            <p:cNvSpPr/>
            <p:nvPr/>
          </p:nvSpPr>
          <p:spPr>
            <a:xfrm>
              <a:off x="6162959" y="3845782"/>
              <a:ext cx="73660" cy="359410"/>
            </a:xfrm>
            <a:custGeom>
              <a:avLst/>
              <a:gdLst/>
              <a:ahLst/>
              <a:cxnLst/>
              <a:rect l="l" t="t" r="r" b="b"/>
              <a:pathLst>
                <a:path w="73660" h="359410">
                  <a:moveTo>
                    <a:pt x="73243" y="0"/>
                  </a:moveTo>
                  <a:lnTo>
                    <a:pt x="0" y="0"/>
                  </a:lnTo>
                  <a:lnTo>
                    <a:pt x="0" y="322377"/>
                  </a:lnTo>
                  <a:lnTo>
                    <a:pt x="2889" y="336592"/>
                  </a:lnTo>
                  <a:lnTo>
                    <a:pt x="10758" y="348231"/>
                  </a:lnTo>
                  <a:lnTo>
                    <a:pt x="22405" y="356095"/>
                  </a:lnTo>
                  <a:lnTo>
                    <a:pt x="36627" y="358983"/>
                  </a:lnTo>
                  <a:lnTo>
                    <a:pt x="50847" y="356095"/>
                  </a:lnTo>
                  <a:lnTo>
                    <a:pt x="62490" y="348231"/>
                  </a:lnTo>
                  <a:lnTo>
                    <a:pt x="70355" y="336592"/>
                  </a:lnTo>
                  <a:lnTo>
                    <a:pt x="73243" y="322377"/>
                  </a:lnTo>
                  <a:lnTo>
                    <a:pt x="73243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 descr=""/>
            <p:cNvSpPr/>
            <p:nvPr/>
          </p:nvSpPr>
          <p:spPr>
            <a:xfrm>
              <a:off x="6420515" y="4422651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5" h="45085">
                  <a:moveTo>
                    <a:pt x="22543" y="0"/>
                  </a:moveTo>
                  <a:lnTo>
                    <a:pt x="13777" y="1774"/>
                  </a:lnTo>
                  <a:lnTo>
                    <a:pt x="6611" y="6609"/>
                  </a:lnTo>
                  <a:lnTo>
                    <a:pt x="1774" y="13773"/>
                  </a:lnTo>
                  <a:lnTo>
                    <a:pt x="0" y="22533"/>
                  </a:lnTo>
                  <a:lnTo>
                    <a:pt x="1774" y="31300"/>
                  </a:lnTo>
                  <a:lnTo>
                    <a:pt x="6611" y="38471"/>
                  </a:lnTo>
                  <a:lnTo>
                    <a:pt x="13777" y="43311"/>
                  </a:lnTo>
                  <a:lnTo>
                    <a:pt x="22543" y="45087"/>
                  </a:lnTo>
                  <a:lnTo>
                    <a:pt x="31300" y="43311"/>
                  </a:lnTo>
                  <a:lnTo>
                    <a:pt x="38468" y="38471"/>
                  </a:lnTo>
                  <a:lnTo>
                    <a:pt x="43310" y="31300"/>
                  </a:lnTo>
                  <a:lnTo>
                    <a:pt x="45087" y="22533"/>
                  </a:lnTo>
                  <a:lnTo>
                    <a:pt x="43310" y="13773"/>
                  </a:lnTo>
                  <a:lnTo>
                    <a:pt x="38468" y="6609"/>
                  </a:lnTo>
                  <a:lnTo>
                    <a:pt x="31300" y="1774"/>
                  </a:lnTo>
                  <a:lnTo>
                    <a:pt x="22543" y="0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 descr=""/>
            <p:cNvSpPr/>
            <p:nvPr/>
          </p:nvSpPr>
          <p:spPr>
            <a:xfrm>
              <a:off x="5254227" y="4098220"/>
              <a:ext cx="890905" cy="476250"/>
            </a:xfrm>
            <a:custGeom>
              <a:avLst/>
              <a:gdLst/>
              <a:ahLst/>
              <a:cxnLst/>
              <a:rect l="l" t="t" r="r" b="b"/>
              <a:pathLst>
                <a:path w="890904" h="476250">
                  <a:moveTo>
                    <a:pt x="890339" y="0"/>
                  </a:moveTo>
                  <a:lnTo>
                    <a:pt x="0" y="0"/>
                  </a:lnTo>
                  <a:lnTo>
                    <a:pt x="0" y="475985"/>
                  </a:lnTo>
                  <a:lnTo>
                    <a:pt x="890339" y="475985"/>
                  </a:lnTo>
                  <a:lnTo>
                    <a:pt x="890339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 descr=""/>
            <p:cNvSpPr/>
            <p:nvPr/>
          </p:nvSpPr>
          <p:spPr>
            <a:xfrm>
              <a:off x="5217592" y="3845781"/>
              <a:ext cx="889000" cy="728980"/>
            </a:xfrm>
            <a:custGeom>
              <a:avLst/>
              <a:gdLst/>
              <a:ahLst/>
              <a:cxnLst/>
              <a:rect l="l" t="t" r="r" b="b"/>
              <a:pathLst>
                <a:path w="889000" h="728979">
                  <a:moveTo>
                    <a:pt x="888974" y="0"/>
                  </a:moveTo>
                  <a:lnTo>
                    <a:pt x="36626" y="0"/>
                  </a:lnTo>
                  <a:lnTo>
                    <a:pt x="31470" y="0"/>
                  </a:lnTo>
                  <a:lnTo>
                    <a:pt x="0" y="0"/>
                  </a:lnTo>
                  <a:lnTo>
                    <a:pt x="0" y="728433"/>
                  </a:lnTo>
                  <a:lnTo>
                    <a:pt x="36626" y="728433"/>
                  </a:lnTo>
                  <a:lnTo>
                    <a:pt x="36626" y="243116"/>
                  </a:lnTo>
                  <a:lnTo>
                    <a:pt x="240195" y="243116"/>
                  </a:lnTo>
                  <a:lnTo>
                    <a:pt x="240195" y="728433"/>
                  </a:lnTo>
                  <a:lnTo>
                    <a:pt x="276834" y="728433"/>
                  </a:lnTo>
                  <a:lnTo>
                    <a:pt x="276834" y="243116"/>
                  </a:lnTo>
                  <a:lnTo>
                    <a:pt x="468833" y="243116"/>
                  </a:lnTo>
                  <a:lnTo>
                    <a:pt x="468833" y="728433"/>
                  </a:lnTo>
                  <a:lnTo>
                    <a:pt x="505472" y="728433"/>
                  </a:lnTo>
                  <a:lnTo>
                    <a:pt x="505472" y="243116"/>
                  </a:lnTo>
                  <a:lnTo>
                    <a:pt x="696480" y="243116"/>
                  </a:lnTo>
                  <a:lnTo>
                    <a:pt x="696480" y="728433"/>
                  </a:lnTo>
                  <a:lnTo>
                    <a:pt x="733120" y="728433"/>
                  </a:lnTo>
                  <a:lnTo>
                    <a:pt x="733120" y="243116"/>
                  </a:lnTo>
                  <a:lnTo>
                    <a:pt x="888974" y="243116"/>
                  </a:lnTo>
                  <a:lnTo>
                    <a:pt x="888974" y="207822"/>
                  </a:lnTo>
                  <a:lnTo>
                    <a:pt x="36626" y="207822"/>
                  </a:lnTo>
                  <a:lnTo>
                    <a:pt x="36626" y="35293"/>
                  </a:lnTo>
                  <a:lnTo>
                    <a:pt x="888974" y="35293"/>
                  </a:lnTo>
                  <a:lnTo>
                    <a:pt x="888974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 descr=""/>
            <p:cNvSpPr/>
            <p:nvPr/>
          </p:nvSpPr>
          <p:spPr>
            <a:xfrm>
              <a:off x="5137399" y="3636517"/>
              <a:ext cx="1979295" cy="209550"/>
            </a:xfrm>
            <a:custGeom>
              <a:avLst/>
              <a:gdLst/>
              <a:ahLst/>
              <a:cxnLst/>
              <a:rect l="l" t="t" r="r" b="b"/>
              <a:pathLst>
                <a:path w="1979295" h="209550">
                  <a:moveTo>
                    <a:pt x="1781704" y="0"/>
                  </a:moveTo>
                  <a:lnTo>
                    <a:pt x="304399" y="0"/>
                  </a:lnTo>
                  <a:lnTo>
                    <a:pt x="0" y="209260"/>
                  </a:lnTo>
                  <a:lnTo>
                    <a:pt x="1978756" y="209260"/>
                  </a:lnTo>
                  <a:lnTo>
                    <a:pt x="1781704" y="0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 descr=""/>
            <p:cNvSpPr/>
            <p:nvPr/>
          </p:nvSpPr>
          <p:spPr>
            <a:xfrm>
              <a:off x="5494429" y="4497831"/>
              <a:ext cx="192405" cy="76835"/>
            </a:xfrm>
            <a:custGeom>
              <a:avLst/>
              <a:gdLst/>
              <a:ahLst/>
              <a:cxnLst/>
              <a:rect l="l" t="t" r="r" b="b"/>
              <a:pathLst>
                <a:path w="192404" h="76835">
                  <a:moveTo>
                    <a:pt x="192004" y="0"/>
                  </a:moveTo>
                  <a:lnTo>
                    <a:pt x="0" y="0"/>
                  </a:lnTo>
                  <a:lnTo>
                    <a:pt x="0" y="76374"/>
                  </a:lnTo>
                  <a:lnTo>
                    <a:pt x="192004" y="76374"/>
                  </a:lnTo>
                  <a:lnTo>
                    <a:pt x="192004" y="0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5505013" y="4447734"/>
              <a:ext cx="171450" cy="50165"/>
            </a:xfrm>
            <a:custGeom>
              <a:avLst/>
              <a:gdLst/>
              <a:ahLst/>
              <a:cxnLst/>
              <a:rect l="l" t="t" r="r" b="b"/>
              <a:pathLst>
                <a:path w="171450" h="50164">
                  <a:moveTo>
                    <a:pt x="145786" y="0"/>
                  </a:moveTo>
                  <a:lnTo>
                    <a:pt x="25046" y="0"/>
                  </a:lnTo>
                  <a:lnTo>
                    <a:pt x="15323" y="1975"/>
                  </a:lnTo>
                  <a:lnTo>
                    <a:pt x="7359" y="7355"/>
                  </a:lnTo>
                  <a:lnTo>
                    <a:pt x="1977" y="15319"/>
                  </a:lnTo>
                  <a:lnTo>
                    <a:pt x="0" y="25046"/>
                  </a:lnTo>
                  <a:lnTo>
                    <a:pt x="0" y="50092"/>
                  </a:lnTo>
                  <a:lnTo>
                    <a:pt x="170842" y="50092"/>
                  </a:lnTo>
                  <a:lnTo>
                    <a:pt x="170842" y="25046"/>
                  </a:lnTo>
                  <a:lnTo>
                    <a:pt x="168865" y="15319"/>
                  </a:lnTo>
                  <a:lnTo>
                    <a:pt x="163481" y="7355"/>
                  </a:lnTo>
                  <a:lnTo>
                    <a:pt x="155514" y="1975"/>
                  </a:lnTo>
                  <a:lnTo>
                    <a:pt x="145786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5254227" y="4497831"/>
              <a:ext cx="203835" cy="76835"/>
            </a:xfrm>
            <a:custGeom>
              <a:avLst/>
              <a:gdLst/>
              <a:ahLst/>
              <a:cxnLst/>
              <a:rect l="l" t="t" r="r" b="b"/>
              <a:pathLst>
                <a:path w="203835" h="76835">
                  <a:moveTo>
                    <a:pt x="203564" y="0"/>
                  </a:moveTo>
                  <a:lnTo>
                    <a:pt x="0" y="0"/>
                  </a:lnTo>
                  <a:lnTo>
                    <a:pt x="0" y="76374"/>
                  </a:lnTo>
                  <a:lnTo>
                    <a:pt x="203564" y="76374"/>
                  </a:lnTo>
                  <a:lnTo>
                    <a:pt x="203564" y="0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 descr=""/>
            <p:cNvSpPr/>
            <p:nvPr/>
          </p:nvSpPr>
          <p:spPr>
            <a:xfrm>
              <a:off x="5265450" y="4447734"/>
              <a:ext cx="181610" cy="50165"/>
            </a:xfrm>
            <a:custGeom>
              <a:avLst/>
              <a:gdLst/>
              <a:ahLst/>
              <a:cxnLst/>
              <a:rect l="l" t="t" r="r" b="b"/>
              <a:pathLst>
                <a:path w="181610" h="50164">
                  <a:moveTo>
                    <a:pt x="156068" y="0"/>
                  </a:moveTo>
                  <a:lnTo>
                    <a:pt x="25056" y="0"/>
                  </a:lnTo>
                  <a:lnTo>
                    <a:pt x="15323" y="1975"/>
                  </a:lnTo>
                  <a:lnTo>
                    <a:pt x="7357" y="7355"/>
                  </a:lnTo>
                  <a:lnTo>
                    <a:pt x="1975" y="15319"/>
                  </a:lnTo>
                  <a:lnTo>
                    <a:pt x="0" y="25046"/>
                  </a:lnTo>
                  <a:lnTo>
                    <a:pt x="0" y="50092"/>
                  </a:lnTo>
                  <a:lnTo>
                    <a:pt x="181125" y="50092"/>
                  </a:lnTo>
                  <a:lnTo>
                    <a:pt x="181125" y="25046"/>
                  </a:lnTo>
                  <a:lnTo>
                    <a:pt x="179148" y="15319"/>
                  </a:lnTo>
                  <a:lnTo>
                    <a:pt x="173764" y="7355"/>
                  </a:lnTo>
                  <a:lnTo>
                    <a:pt x="165796" y="1975"/>
                  </a:lnTo>
                  <a:lnTo>
                    <a:pt x="156068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 descr=""/>
            <p:cNvSpPr/>
            <p:nvPr/>
          </p:nvSpPr>
          <p:spPr>
            <a:xfrm>
              <a:off x="5723071" y="4497831"/>
              <a:ext cx="191135" cy="76835"/>
            </a:xfrm>
            <a:custGeom>
              <a:avLst/>
              <a:gdLst/>
              <a:ahLst/>
              <a:cxnLst/>
              <a:rect l="l" t="t" r="r" b="b"/>
              <a:pathLst>
                <a:path w="191135" h="76835">
                  <a:moveTo>
                    <a:pt x="191009" y="0"/>
                  </a:moveTo>
                  <a:lnTo>
                    <a:pt x="0" y="0"/>
                  </a:lnTo>
                  <a:lnTo>
                    <a:pt x="0" y="76374"/>
                  </a:lnTo>
                  <a:lnTo>
                    <a:pt x="191009" y="76374"/>
                  </a:lnTo>
                  <a:lnTo>
                    <a:pt x="191009" y="0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 descr=""/>
            <p:cNvSpPr/>
            <p:nvPr/>
          </p:nvSpPr>
          <p:spPr>
            <a:xfrm>
              <a:off x="5733605" y="4447734"/>
              <a:ext cx="170180" cy="50165"/>
            </a:xfrm>
            <a:custGeom>
              <a:avLst/>
              <a:gdLst/>
              <a:ahLst/>
              <a:cxnLst/>
              <a:rect l="l" t="t" r="r" b="b"/>
              <a:pathLst>
                <a:path w="170179" h="50164">
                  <a:moveTo>
                    <a:pt x="144896" y="0"/>
                  </a:moveTo>
                  <a:lnTo>
                    <a:pt x="25046" y="0"/>
                  </a:lnTo>
                  <a:lnTo>
                    <a:pt x="15323" y="1975"/>
                  </a:lnTo>
                  <a:lnTo>
                    <a:pt x="7359" y="7355"/>
                  </a:lnTo>
                  <a:lnTo>
                    <a:pt x="1977" y="15319"/>
                  </a:lnTo>
                  <a:lnTo>
                    <a:pt x="0" y="25046"/>
                  </a:lnTo>
                  <a:lnTo>
                    <a:pt x="0" y="50092"/>
                  </a:lnTo>
                  <a:lnTo>
                    <a:pt x="169952" y="50092"/>
                  </a:lnTo>
                  <a:lnTo>
                    <a:pt x="169952" y="25046"/>
                  </a:lnTo>
                  <a:lnTo>
                    <a:pt x="167974" y="15319"/>
                  </a:lnTo>
                  <a:lnTo>
                    <a:pt x="162587" y="7355"/>
                  </a:lnTo>
                  <a:lnTo>
                    <a:pt x="154620" y="1975"/>
                  </a:lnTo>
                  <a:lnTo>
                    <a:pt x="144896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 descr=""/>
            <p:cNvSpPr/>
            <p:nvPr/>
          </p:nvSpPr>
          <p:spPr>
            <a:xfrm>
              <a:off x="5950719" y="4497831"/>
              <a:ext cx="194310" cy="76835"/>
            </a:xfrm>
            <a:custGeom>
              <a:avLst/>
              <a:gdLst/>
              <a:ahLst/>
              <a:cxnLst/>
              <a:rect l="l" t="t" r="r" b="b"/>
              <a:pathLst>
                <a:path w="194310" h="76835">
                  <a:moveTo>
                    <a:pt x="193847" y="0"/>
                  </a:moveTo>
                  <a:lnTo>
                    <a:pt x="0" y="0"/>
                  </a:lnTo>
                  <a:lnTo>
                    <a:pt x="0" y="76374"/>
                  </a:lnTo>
                  <a:lnTo>
                    <a:pt x="193847" y="76374"/>
                  </a:lnTo>
                  <a:lnTo>
                    <a:pt x="193847" y="0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 descr=""/>
            <p:cNvSpPr/>
            <p:nvPr/>
          </p:nvSpPr>
          <p:spPr>
            <a:xfrm>
              <a:off x="5961403" y="4447734"/>
              <a:ext cx="172720" cy="50165"/>
            </a:xfrm>
            <a:custGeom>
              <a:avLst/>
              <a:gdLst/>
              <a:ahLst/>
              <a:cxnLst/>
              <a:rect l="l" t="t" r="r" b="b"/>
              <a:pathLst>
                <a:path w="172720" h="50164">
                  <a:moveTo>
                    <a:pt x="147430" y="0"/>
                  </a:moveTo>
                  <a:lnTo>
                    <a:pt x="25067" y="0"/>
                  </a:lnTo>
                  <a:lnTo>
                    <a:pt x="15332" y="1975"/>
                  </a:lnTo>
                  <a:lnTo>
                    <a:pt x="7362" y="7355"/>
                  </a:lnTo>
                  <a:lnTo>
                    <a:pt x="1977" y="15319"/>
                  </a:lnTo>
                  <a:lnTo>
                    <a:pt x="0" y="25046"/>
                  </a:lnTo>
                  <a:lnTo>
                    <a:pt x="0" y="50092"/>
                  </a:lnTo>
                  <a:lnTo>
                    <a:pt x="172476" y="50092"/>
                  </a:lnTo>
                  <a:lnTo>
                    <a:pt x="172476" y="25046"/>
                  </a:lnTo>
                  <a:lnTo>
                    <a:pt x="170499" y="15319"/>
                  </a:lnTo>
                  <a:lnTo>
                    <a:pt x="165116" y="7355"/>
                  </a:lnTo>
                  <a:lnTo>
                    <a:pt x="157152" y="1975"/>
                  </a:lnTo>
                  <a:lnTo>
                    <a:pt x="147430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 descr=""/>
            <p:cNvSpPr/>
            <p:nvPr/>
          </p:nvSpPr>
          <p:spPr>
            <a:xfrm>
              <a:off x="6016463" y="3845782"/>
              <a:ext cx="73660" cy="359410"/>
            </a:xfrm>
            <a:custGeom>
              <a:avLst/>
              <a:gdLst/>
              <a:ahLst/>
              <a:cxnLst/>
              <a:rect l="l" t="t" r="r" b="b"/>
              <a:pathLst>
                <a:path w="73660" h="359410">
                  <a:moveTo>
                    <a:pt x="73243" y="0"/>
                  </a:moveTo>
                  <a:lnTo>
                    <a:pt x="0" y="0"/>
                  </a:lnTo>
                  <a:lnTo>
                    <a:pt x="0" y="322377"/>
                  </a:lnTo>
                  <a:lnTo>
                    <a:pt x="2886" y="336592"/>
                  </a:lnTo>
                  <a:lnTo>
                    <a:pt x="10749" y="348231"/>
                  </a:lnTo>
                  <a:lnTo>
                    <a:pt x="22391" y="356095"/>
                  </a:lnTo>
                  <a:lnTo>
                    <a:pt x="36616" y="358983"/>
                  </a:lnTo>
                  <a:lnTo>
                    <a:pt x="50838" y="356095"/>
                  </a:lnTo>
                  <a:lnTo>
                    <a:pt x="62485" y="348231"/>
                  </a:lnTo>
                  <a:lnTo>
                    <a:pt x="70353" y="336592"/>
                  </a:lnTo>
                  <a:lnTo>
                    <a:pt x="73243" y="322377"/>
                  </a:lnTo>
                  <a:lnTo>
                    <a:pt x="73243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 descr=""/>
            <p:cNvSpPr/>
            <p:nvPr/>
          </p:nvSpPr>
          <p:spPr>
            <a:xfrm>
              <a:off x="5943205" y="3845782"/>
              <a:ext cx="73660" cy="359410"/>
            </a:xfrm>
            <a:custGeom>
              <a:avLst/>
              <a:gdLst/>
              <a:ahLst/>
              <a:cxnLst/>
              <a:rect l="l" t="t" r="r" b="b"/>
              <a:pathLst>
                <a:path w="73660" h="359410">
                  <a:moveTo>
                    <a:pt x="73254" y="0"/>
                  </a:moveTo>
                  <a:lnTo>
                    <a:pt x="0" y="0"/>
                  </a:lnTo>
                  <a:lnTo>
                    <a:pt x="0" y="328764"/>
                  </a:lnTo>
                  <a:lnTo>
                    <a:pt x="2381" y="340501"/>
                  </a:lnTo>
                  <a:lnTo>
                    <a:pt x="8870" y="350109"/>
                  </a:lnTo>
                  <a:lnTo>
                    <a:pt x="18478" y="356600"/>
                  </a:lnTo>
                  <a:lnTo>
                    <a:pt x="30218" y="358983"/>
                  </a:lnTo>
                  <a:lnTo>
                    <a:pt x="43035" y="358983"/>
                  </a:lnTo>
                  <a:lnTo>
                    <a:pt x="54763" y="356600"/>
                  </a:lnTo>
                  <a:lnTo>
                    <a:pt x="64372" y="350109"/>
                  </a:lnTo>
                  <a:lnTo>
                    <a:pt x="70867" y="340501"/>
                  </a:lnTo>
                  <a:lnTo>
                    <a:pt x="73254" y="328764"/>
                  </a:lnTo>
                  <a:lnTo>
                    <a:pt x="732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 descr=""/>
            <p:cNvSpPr/>
            <p:nvPr/>
          </p:nvSpPr>
          <p:spPr>
            <a:xfrm>
              <a:off x="5869937" y="3845782"/>
              <a:ext cx="73660" cy="359410"/>
            </a:xfrm>
            <a:custGeom>
              <a:avLst/>
              <a:gdLst/>
              <a:ahLst/>
              <a:cxnLst/>
              <a:rect l="l" t="t" r="r" b="b"/>
              <a:pathLst>
                <a:path w="73660" h="359410">
                  <a:moveTo>
                    <a:pt x="73264" y="0"/>
                  </a:moveTo>
                  <a:lnTo>
                    <a:pt x="0" y="0"/>
                  </a:lnTo>
                  <a:lnTo>
                    <a:pt x="0" y="322377"/>
                  </a:lnTo>
                  <a:lnTo>
                    <a:pt x="2891" y="336592"/>
                  </a:lnTo>
                  <a:lnTo>
                    <a:pt x="10762" y="348231"/>
                  </a:lnTo>
                  <a:lnTo>
                    <a:pt x="22409" y="356095"/>
                  </a:lnTo>
                  <a:lnTo>
                    <a:pt x="36627" y="358983"/>
                  </a:lnTo>
                  <a:lnTo>
                    <a:pt x="50855" y="356095"/>
                  </a:lnTo>
                  <a:lnTo>
                    <a:pt x="62504" y="348231"/>
                  </a:lnTo>
                  <a:lnTo>
                    <a:pt x="70374" y="336592"/>
                  </a:lnTo>
                  <a:lnTo>
                    <a:pt x="73264" y="322377"/>
                  </a:lnTo>
                  <a:lnTo>
                    <a:pt x="73264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 descr=""/>
            <p:cNvSpPr/>
            <p:nvPr/>
          </p:nvSpPr>
          <p:spPr>
            <a:xfrm>
              <a:off x="5796691" y="3845782"/>
              <a:ext cx="73660" cy="359410"/>
            </a:xfrm>
            <a:custGeom>
              <a:avLst/>
              <a:gdLst/>
              <a:ahLst/>
              <a:cxnLst/>
              <a:rect l="l" t="t" r="r" b="b"/>
              <a:pathLst>
                <a:path w="73660" h="359410">
                  <a:moveTo>
                    <a:pt x="73243" y="0"/>
                  </a:moveTo>
                  <a:lnTo>
                    <a:pt x="0" y="0"/>
                  </a:lnTo>
                  <a:lnTo>
                    <a:pt x="0" y="322377"/>
                  </a:lnTo>
                  <a:lnTo>
                    <a:pt x="2889" y="336592"/>
                  </a:lnTo>
                  <a:lnTo>
                    <a:pt x="10757" y="348231"/>
                  </a:lnTo>
                  <a:lnTo>
                    <a:pt x="22400" y="356095"/>
                  </a:lnTo>
                  <a:lnTo>
                    <a:pt x="36616" y="358983"/>
                  </a:lnTo>
                  <a:lnTo>
                    <a:pt x="50838" y="356095"/>
                  </a:lnTo>
                  <a:lnTo>
                    <a:pt x="62485" y="348231"/>
                  </a:lnTo>
                  <a:lnTo>
                    <a:pt x="70353" y="336592"/>
                  </a:lnTo>
                  <a:lnTo>
                    <a:pt x="73243" y="322377"/>
                  </a:lnTo>
                  <a:lnTo>
                    <a:pt x="732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 descr=""/>
            <p:cNvSpPr/>
            <p:nvPr/>
          </p:nvSpPr>
          <p:spPr>
            <a:xfrm>
              <a:off x="5723433" y="3845782"/>
              <a:ext cx="73660" cy="359410"/>
            </a:xfrm>
            <a:custGeom>
              <a:avLst/>
              <a:gdLst/>
              <a:ahLst/>
              <a:cxnLst/>
              <a:rect l="l" t="t" r="r" b="b"/>
              <a:pathLst>
                <a:path w="73660" h="359410">
                  <a:moveTo>
                    <a:pt x="73254" y="0"/>
                  </a:moveTo>
                  <a:lnTo>
                    <a:pt x="0" y="0"/>
                  </a:lnTo>
                  <a:lnTo>
                    <a:pt x="0" y="322377"/>
                  </a:lnTo>
                  <a:lnTo>
                    <a:pt x="2891" y="336592"/>
                  </a:lnTo>
                  <a:lnTo>
                    <a:pt x="10762" y="348231"/>
                  </a:lnTo>
                  <a:lnTo>
                    <a:pt x="22409" y="356095"/>
                  </a:lnTo>
                  <a:lnTo>
                    <a:pt x="36627" y="358983"/>
                  </a:lnTo>
                  <a:lnTo>
                    <a:pt x="50849" y="356095"/>
                  </a:lnTo>
                  <a:lnTo>
                    <a:pt x="62495" y="348231"/>
                  </a:lnTo>
                  <a:lnTo>
                    <a:pt x="70364" y="336592"/>
                  </a:lnTo>
                  <a:lnTo>
                    <a:pt x="73254" y="322377"/>
                  </a:lnTo>
                  <a:lnTo>
                    <a:pt x="73254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 descr=""/>
            <p:cNvSpPr/>
            <p:nvPr/>
          </p:nvSpPr>
          <p:spPr>
            <a:xfrm>
              <a:off x="5650190" y="3845782"/>
              <a:ext cx="73660" cy="359410"/>
            </a:xfrm>
            <a:custGeom>
              <a:avLst/>
              <a:gdLst/>
              <a:ahLst/>
              <a:cxnLst/>
              <a:rect l="l" t="t" r="r" b="b"/>
              <a:pathLst>
                <a:path w="73660" h="359410">
                  <a:moveTo>
                    <a:pt x="73243" y="0"/>
                  </a:moveTo>
                  <a:lnTo>
                    <a:pt x="0" y="0"/>
                  </a:lnTo>
                  <a:lnTo>
                    <a:pt x="0" y="322377"/>
                  </a:lnTo>
                  <a:lnTo>
                    <a:pt x="2888" y="336592"/>
                  </a:lnTo>
                  <a:lnTo>
                    <a:pt x="10754" y="348231"/>
                  </a:lnTo>
                  <a:lnTo>
                    <a:pt x="22400" y="356095"/>
                  </a:lnTo>
                  <a:lnTo>
                    <a:pt x="36627" y="358983"/>
                  </a:lnTo>
                  <a:lnTo>
                    <a:pt x="50847" y="356095"/>
                  </a:lnTo>
                  <a:lnTo>
                    <a:pt x="62490" y="348231"/>
                  </a:lnTo>
                  <a:lnTo>
                    <a:pt x="70355" y="336592"/>
                  </a:lnTo>
                  <a:lnTo>
                    <a:pt x="73243" y="322377"/>
                  </a:lnTo>
                  <a:lnTo>
                    <a:pt x="732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 descr=""/>
            <p:cNvSpPr/>
            <p:nvPr/>
          </p:nvSpPr>
          <p:spPr>
            <a:xfrm>
              <a:off x="5576930" y="3845782"/>
              <a:ext cx="73660" cy="359410"/>
            </a:xfrm>
            <a:custGeom>
              <a:avLst/>
              <a:gdLst/>
              <a:ahLst/>
              <a:cxnLst/>
              <a:rect l="l" t="t" r="r" b="b"/>
              <a:pathLst>
                <a:path w="73660" h="359410">
                  <a:moveTo>
                    <a:pt x="73254" y="0"/>
                  </a:moveTo>
                  <a:lnTo>
                    <a:pt x="0" y="0"/>
                  </a:lnTo>
                  <a:lnTo>
                    <a:pt x="0" y="322377"/>
                  </a:lnTo>
                  <a:lnTo>
                    <a:pt x="2888" y="336592"/>
                  </a:lnTo>
                  <a:lnTo>
                    <a:pt x="10754" y="348231"/>
                  </a:lnTo>
                  <a:lnTo>
                    <a:pt x="22400" y="356095"/>
                  </a:lnTo>
                  <a:lnTo>
                    <a:pt x="36627" y="358983"/>
                  </a:lnTo>
                  <a:lnTo>
                    <a:pt x="50853" y="356095"/>
                  </a:lnTo>
                  <a:lnTo>
                    <a:pt x="62499" y="348231"/>
                  </a:lnTo>
                  <a:lnTo>
                    <a:pt x="70365" y="336592"/>
                  </a:lnTo>
                  <a:lnTo>
                    <a:pt x="73254" y="322377"/>
                  </a:lnTo>
                  <a:lnTo>
                    <a:pt x="73254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 descr=""/>
            <p:cNvSpPr/>
            <p:nvPr/>
          </p:nvSpPr>
          <p:spPr>
            <a:xfrm>
              <a:off x="5503684" y="3845782"/>
              <a:ext cx="73660" cy="359410"/>
            </a:xfrm>
            <a:custGeom>
              <a:avLst/>
              <a:gdLst/>
              <a:ahLst/>
              <a:cxnLst/>
              <a:rect l="l" t="t" r="r" b="b"/>
              <a:pathLst>
                <a:path w="73660" h="359410">
                  <a:moveTo>
                    <a:pt x="73243" y="0"/>
                  </a:moveTo>
                  <a:lnTo>
                    <a:pt x="0" y="0"/>
                  </a:lnTo>
                  <a:lnTo>
                    <a:pt x="0" y="328764"/>
                  </a:lnTo>
                  <a:lnTo>
                    <a:pt x="2383" y="340501"/>
                  </a:lnTo>
                  <a:lnTo>
                    <a:pt x="8872" y="350109"/>
                  </a:lnTo>
                  <a:lnTo>
                    <a:pt x="18478" y="356600"/>
                  </a:lnTo>
                  <a:lnTo>
                    <a:pt x="30208" y="358983"/>
                  </a:lnTo>
                  <a:lnTo>
                    <a:pt x="43024" y="358983"/>
                  </a:lnTo>
                  <a:lnTo>
                    <a:pt x="54757" y="356600"/>
                  </a:lnTo>
                  <a:lnTo>
                    <a:pt x="64365" y="350109"/>
                  </a:lnTo>
                  <a:lnTo>
                    <a:pt x="70858" y="340501"/>
                  </a:lnTo>
                  <a:lnTo>
                    <a:pt x="73243" y="328764"/>
                  </a:lnTo>
                  <a:lnTo>
                    <a:pt x="732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 descr=""/>
            <p:cNvSpPr/>
            <p:nvPr/>
          </p:nvSpPr>
          <p:spPr>
            <a:xfrm>
              <a:off x="5430425" y="3845782"/>
              <a:ext cx="73660" cy="359410"/>
            </a:xfrm>
            <a:custGeom>
              <a:avLst/>
              <a:gdLst/>
              <a:ahLst/>
              <a:cxnLst/>
              <a:rect l="l" t="t" r="r" b="b"/>
              <a:pathLst>
                <a:path w="73660" h="359410">
                  <a:moveTo>
                    <a:pt x="73254" y="0"/>
                  </a:moveTo>
                  <a:lnTo>
                    <a:pt x="0" y="0"/>
                  </a:lnTo>
                  <a:lnTo>
                    <a:pt x="0" y="322377"/>
                  </a:lnTo>
                  <a:lnTo>
                    <a:pt x="2889" y="336592"/>
                  </a:lnTo>
                  <a:lnTo>
                    <a:pt x="10757" y="348231"/>
                  </a:lnTo>
                  <a:lnTo>
                    <a:pt x="22400" y="356095"/>
                  </a:lnTo>
                  <a:lnTo>
                    <a:pt x="36616" y="358983"/>
                  </a:lnTo>
                  <a:lnTo>
                    <a:pt x="50840" y="356095"/>
                  </a:lnTo>
                  <a:lnTo>
                    <a:pt x="62490" y="348231"/>
                  </a:lnTo>
                  <a:lnTo>
                    <a:pt x="70362" y="336592"/>
                  </a:lnTo>
                  <a:lnTo>
                    <a:pt x="73254" y="322377"/>
                  </a:lnTo>
                  <a:lnTo>
                    <a:pt x="73254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 descr=""/>
            <p:cNvSpPr/>
            <p:nvPr/>
          </p:nvSpPr>
          <p:spPr>
            <a:xfrm>
              <a:off x="5357179" y="3845782"/>
              <a:ext cx="73660" cy="359410"/>
            </a:xfrm>
            <a:custGeom>
              <a:avLst/>
              <a:gdLst/>
              <a:ahLst/>
              <a:cxnLst/>
              <a:rect l="l" t="t" r="r" b="b"/>
              <a:pathLst>
                <a:path w="73660" h="359410">
                  <a:moveTo>
                    <a:pt x="73243" y="0"/>
                  </a:moveTo>
                  <a:lnTo>
                    <a:pt x="0" y="0"/>
                  </a:lnTo>
                  <a:lnTo>
                    <a:pt x="0" y="322377"/>
                  </a:lnTo>
                  <a:lnTo>
                    <a:pt x="2888" y="336592"/>
                  </a:lnTo>
                  <a:lnTo>
                    <a:pt x="10753" y="348231"/>
                  </a:lnTo>
                  <a:lnTo>
                    <a:pt x="22396" y="356095"/>
                  </a:lnTo>
                  <a:lnTo>
                    <a:pt x="36616" y="358983"/>
                  </a:lnTo>
                  <a:lnTo>
                    <a:pt x="50838" y="356095"/>
                  </a:lnTo>
                  <a:lnTo>
                    <a:pt x="62485" y="348231"/>
                  </a:lnTo>
                  <a:lnTo>
                    <a:pt x="70353" y="336592"/>
                  </a:lnTo>
                  <a:lnTo>
                    <a:pt x="73243" y="322377"/>
                  </a:lnTo>
                  <a:lnTo>
                    <a:pt x="732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 descr=""/>
            <p:cNvSpPr/>
            <p:nvPr/>
          </p:nvSpPr>
          <p:spPr>
            <a:xfrm>
              <a:off x="5283919" y="3845782"/>
              <a:ext cx="73660" cy="359410"/>
            </a:xfrm>
            <a:custGeom>
              <a:avLst/>
              <a:gdLst/>
              <a:ahLst/>
              <a:cxnLst/>
              <a:rect l="l" t="t" r="r" b="b"/>
              <a:pathLst>
                <a:path w="73660" h="359410">
                  <a:moveTo>
                    <a:pt x="73254" y="0"/>
                  </a:moveTo>
                  <a:lnTo>
                    <a:pt x="0" y="0"/>
                  </a:lnTo>
                  <a:lnTo>
                    <a:pt x="0" y="322377"/>
                  </a:lnTo>
                  <a:lnTo>
                    <a:pt x="2888" y="336592"/>
                  </a:lnTo>
                  <a:lnTo>
                    <a:pt x="10753" y="348231"/>
                  </a:lnTo>
                  <a:lnTo>
                    <a:pt x="22396" y="356095"/>
                  </a:lnTo>
                  <a:lnTo>
                    <a:pt x="36616" y="358983"/>
                  </a:lnTo>
                  <a:lnTo>
                    <a:pt x="50840" y="356095"/>
                  </a:lnTo>
                  <a:lnTo>
                    <a:pt x="62490" y="348231"/>
                  </a:lnTo>
                  <a:lnTo>
                    <a:pt x="70362" y="336592"/>
                  </a:lnTo>
                  <a:lnTo>
                    <a:pt x="73254" y="322377"/>
                  </a:lnTo>
                  <a:lnTo>
                    <a:pt x="73254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 descr=""/>
            <p:cNvSpPr/>
            <p:nvPr/>
          </p:nvSpPr>
          <p:spPr>
            <a:xfrm>
              <a:off x="5210653" y="3845782"/>
              <a:ext cx="73660" cy="359410"/>
            </a:xfrm>
            <a:custGeom>
              <a:avLst/>
              <a:gdLst/>
              <a:ahLst/>
              <a:cxnLst/>
              <a:rect l="l" t="t" r="r" b="b"/>
              <a:pathLst>
                <a:path w="73660" h="359410">
                  <a:moveTo>
                    <a:pt x="73254" y="0"/>
                  </a:moveTo>
                  <a:lnTo>
                    <a:pt x="0" y="0"/>
                  </a:lnTo>
                  <a:lnTo>
                    <a:pt x="0" y="322377"/>
                  </a:lnTo>
                  <a:lnTo>
                    <a:pt x="2891" y="336592"/>
                  </a:lnTo>
                  <a:lnTo>
                    <a:pt x="10762" y="348231"/>
                  </a:lnTo>
                  <a:lnTo>
                    <a:pt x="22409" y="356095"/>
                  </a:lnTo>
                  <a:lnTo>
                    <a:pt x="36627" y="358983"/>
                  </a:lnTo>
                  <a:lnTo>
                    <a:pt x="50853" y="356095"/>
                  </a:lnTo>
                  <a:lnTo>
                    <a:pt x="62499" y="348231"/>
                  </a:lnTo>
                  <a:lnTo>
                    <a:pt x="70365" y="336592"/>
                  </a:lnTo>
                  <a:lnTo>
                    <a:pt x="73254" y="322377"/>
                  </a:lnTo>
                  <a:lnTo>
                    <a:pt x="732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 descr=""/>
            <p:cNvSpPr/>
            <p:nvPr/>
          </p:nvSpPr>
          <p:spPr>
            <a:xfrm>
              <a:off x="5137406" y="3845782"/>
              <a:ext cx="73660" cy="359410"/>
            </a:xfrm>
            <a:custGeom>
              <a:avLst/>
              <a:gdLst/>
              <a:ahLst/>
              <a:cxnLst/>
              <a:rect l="l" t="t" r="r" b="b"/>
              <a:pathLst>
                <a:path w="73660" h="359410">
                  <a:moveTo>
                    <a:pt x="73243" y="0"/>
                  </a:moveTo>
                  <a:lnTo>
                    <a:pt x="0" y="0"/>
                  </a:lnTo>
                  <a:lnTo>
                    <a:pt x="0" y="322377"/>
                  </a:lnTo>
                  <a:lnTo>
                    <a:pt x="2889" y="336592"/>
                  </a:lnTo>
                  <a:lnTo>
                    <a:pt x="10758" y="348231"/>
                  </a:lnTo>
                  <a:lnTo>
                    <a:pt x="22405" y="356095"/>
                  </a:lnTo>
                  <a:lnTo>
                    <a:pt x="36627" y="358983"/>
                  </a:lnTo>
                  <a:lnTo>
                    <a:pt x="50847" y="356095"/>
                  </a:lnTo>
                  <a:lnTo>
                    <a:pt x="62490" y="348231"/>
                  </a:lnTo>
                  <a:lnTo>
                    <a:pt x="70355" y="336592"/>
                  </a:lnTo>
                  <a:lnTo>
                    <a:pt x="73243" y="322377"/>
                  </a:lnTo>
                  <a:lnTo>
                    <a:pt x="73243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 descr=""/>
            <p:cNvSpPr/>
            <p:nvPr/>
          </p:nvSpPr>
          <p:spPr>
            <a:xfrm>
              <a:off x="6089701" y="3845794"/>
              <a:ext cx="952500" cy="359410"/>
            </a:xfrm>
            <a:custGeom>
              <a:avLst/>
              <a:gdLst/>
              <a:ahLst/>
              <a:cxnLst/>
              <a:rect l="l" t="t" r="r" b="b"/>
              <a:pathLst>
                <a:path w="952500" h="359410">
                  <a:moveTo>
                    <a:pt x="73253" y="0"/>
                  </a:moveTo>
                  <a:lnTo>
                    <a:pt x="0" y="0"/>
                  </a:lnTo>
                  <a:lnTo>
                    <a:pt x="0" y="322376"/>
                  </a:lnTo>
                  <a:lnTo>
                    <a:pt x="2895" y="336588"/>
                  </a:lnTo>
                  <a:lnTo>
                    <a:pt x="10756" y="348221"/>
                  </a:lnTo>
                  <a:lnTo>
                    <a:pt x="22402" y="356095"/>
                  </a:lnTo>
                  <a:lnTo>
                    <a:pt x="36626" y="358978"/>
                  </a:lnTo>
                  <a:lnTo>
                    <a:pt x="50838" y="356095"/>
                  </a:lnTo>
                  <a:lnTo>
                    <a:pt x="62484" y="348221"/>
                  </a:lnTo>
                  <a:lnTo>
                    <a:pt x="70358" y="336588"/>
                  </a:lnTo>
                  <a:lnTo>
                    <a:pt x="73253" y="322376"/>
                  </a:lnTo>
                  <a:lnTo>
                    <a:pt x="73253" y="0"/>
                  </a:lnTo>
                  <a:close/>
                </a:path>
                <a:path w="952500" h="359410">
                  <a:moveTo>
                    <a:pt x="952309" y="0"/>
                  </a:moveTo>
                  <a:lnTo>
                    <a:pt x="879055" y="0"/>
                  </a:lnTo>
                  <a:lnTo>
                    <a:pt x="879055" y="328764"/>
                  </a:lnTo>
                  <a:lnTo>
                    <a:pt x="881430" y="340499"/>
                  </a:lnTo>
                  <a:lnTo>
                    <a:pt x="887920" y="350100"/>
                  </a:lnTo>
                  <a:lnTo>
                    <a:pt x="897534" y="356590"/>
                  </a:lnTo>
                  <a:lnTo>
                    <a:pt x="909269" y="358978"/>
                  </a:lnTo>
                  <a:lnTo>
                    <a:pt x="922083" y="358978"/>
                  </a:lnTo>
                  <a:lnTo>
                    <a:pt x="933818" y="356590"/>
                  </a:lnTo>
                  <a:lnTo>
                    <a:pt x="943432" y="350100"/>
                  </a:lnTo>
                  <a:lnTo>
                    <a:pt x="949921" y="340499"/>
                  </a:lnTo>
                  <a:lnTo>
                    <a:pt x="952309" y="328764"/>
                  </a:lnTo>
                  <a:lnTo>
                    <a:pt x="9523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 descr=""/>
            <p:cNvSpPr/>
            <p:nvPr/>
          </p:nvSpPr>
          <p:spPr>
            <a:xfrm>
              <a:off x="7042017" y="3845782"/>
              <a:ext cx="73660" cy="359410"/>
            </a:xfrm>
            <a:custGeom>
              <a:avLst/>
              <a:gdLst/>
              <a:ahLst/>
              <a:cxnLst/>
              <a:rect l="l" t="t" r="r" b="b"/>
              <a:pathLst>
                <a:path w="73659" h="359410">
                  <a:moveTo>
                    <a:pt x="73243" y="0"/>
                  </a:moveTo>
                  <a:lnTo>
                    <a:pt x="0" y="0"/>
                  </a:lnTo>
                  <a:lnTo>
                    <a:pt x="0" y="322377"/>
                  </a:lnTo>
                  <a:lnTo>
                    <a:pt x="2888" y="336592"/>
                  </a:lnTo>
                  <a:lnTo>
                    <a:pt x="10753" y="348231"/>
                  </a:lnTo>
                  <a:lnTo>
                    <a:pt x="22396" y="356095"/>
                  </a:lnTo>
                  <a:lnTo>
                    <a:pt x="36616" y="358983"/>
                  </a:lnTo>
                  <a:lnTo>
                    <a:pt x="50838" y="356095"/>
                  </a:lnTo>
                  <a:lnTo>
                    <a:pt x="62485" y="348231"/>
                  </a:lnTo>
                  <a:lnTo>
                    <a:pt x="70353" y="336592"/>
                  </a:lnTo>
                  <a:lnTo>
                    <a:pt x="73243" y="322377"/>
                  </a:lnTo>
                  <a:lnTo>
                    <a:pt x="73243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 descr=""/>
            <p:cNvSpPr/>
            <p:nvPr/>
          </p:nvSpPr>
          <p:spPr>
            <a:xfrm>
              <a:off x="6290754" y="3553288"/>
              <a:ext cx="609600" cy="1275080"/>
            </a:xfrm>
            <a:custGeom>
              <a:avLst/>
              <a:gdLst/>
              <a:ahLst/>
              <a:cxnLst/>
              <a:rect l="l" t="t" r="r" b="b"/>
              <a:pathLst>
                <a:path w="609600" h="1275079">
                  <a:moveTo>
                    <a:pt x="491464" y="1242796"/>
                  </a:moveTo>
                  <a:lnTo>
                    <a:pt x="118503" y="1242796"/>
                  </a:lnTo>
                  <a:lnTo>
                    <a:pt x="118503" y="1274597"/>
                  </a:lnTo>
                  <a:lnTo>
                    <a:pt x="491464" y="1274597"/>
                  </a:lnTo>
                  <a:lnTo>
                    <a:pt x="491464" y="1242796"/>
                  </a:lnTo>
                  <a:close/>
                </a:path>
                <a:path w="609600" h="1275079">
                  <a:moveTo>
                    <a:pt x="609511" y="26479"/>
                  </a:moveTo>
                  <a:lnTo>
                    <a:pt x="607428" y="16192"/>
                  </a:lnTo>
                  <a:lnTo>
                    <a:pt x="601738" y="7772"/>
                  </a:lnTo>
                  <a:lnTo>
                    <a:pt x="593318" y="2082"/>
                  </a:lnTo>
                  <a:lnTo>
                    <a:pt x="583044" y="0"/>
                  </a:lnTo>
                  <a:lnTo>
                    <a:pt x="26479" y="0"/>
                  </a:lnTo>
                  <a:lnTo>
                    <a:pt x="16192" y="2082"/>
                  </a:lnTo>
                  <a:lnTo>
                    <a:pt x="7772" y="7772"/>
                  </a:lnTo>
                  <a:lnTo>
                    <a:pt x="2095" y="16192"/>
                  </a:lnTo>
                  <a:lnTo>
                    <a:pt x="0" y="26479"/>
                  </a:lnTo>
                  <a:lnTo>
                    <a:pt x="0" y="266026"/>
                  </a:lnTo>
                  <a:lnTo>
                    <a:pt x="2095" y="276301"/>
                  </a:lnTo>
                  <a:lnTo>
                    <a:pt x="7772" y="284721"/>
                  </a:lnTo>
                  <a:lnTo>
                    <a:pt x="16192" y="290410"/>
                  </a:lnTo>
                  <a:lnTo>
                    <a:pt x="26479" y="292506"/>
                  </a:lnTo>
                  <a:lnTo>
                    <a:pt x="583044" y="292506"/>
                  </a:lnTo>
                  <a:lnTo>
                    <a:pt x="593318" y="290410"/>
                  </a:lnTo>
                  <a:lnTo>
                    <a:pt x="601738" y="284721"/>
                  </a:lnTo>
                  <a:lnTo>
                    <a:pt x="607428" y="276301"/>
                  </a:lnTo>
                  <a:lnTo>
                    <a:pt x="609511" y="266026"/>
                  </a:lnTo>
                  <a:lnTo>
                    <a:pt x="609511" y="26479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 descr=""/>
            <p:cNvSpPr/>
            <p:nvPr/>
          </p:nvSpPr>
          <p:spPr>
            <a:xfrm>
              <a:off x="6327094" y="3587748"/>
              <a:ext cx="537210" cy="224154"/>
            </a:xfrm>
            <a:custGeom>
              <a:avLst/>
              <a:gdLst/>
              <a:ahLst/>
              <a:cxnLst/>
              <a:rect l="l" t="t" r="r" b="b"/>
              <a:pathLst>
                <a:path w="537209" h="224154">
                  <a:moveTo>
                    <a:pt x="514790" y="0"/>
                  </a:moveTo>
                  <a:lnTo>
                    <a:pt x="22072" y="0"/>
                  </a:lnTo>
                  <a:lnTo>
                    <a:pt x="13499" y="1740"/>
                  </a:lnTo>
                  <a:lnTo>
                    <a:pt x="6481" y="6481"/>
                  </a:lnTo>
                  <a:lnTo>
                    <a:pt x="1740" y="13499"/>
                  </a:lnTo>
                  <a:lnTo>
                    <a:pt x="0" y="22072"/>
                  </a:lnTo>
                  <a:lnTo>
                    <a:pt x="0" y="201491"/>
                  </a:lnTo>
                  <a:lnTo>
                    <a:pt x="1740" y="210070"/>
                  </a:lnTo>
                  <a:lnTo>
                    <a:pt x="6481" y="217091"/>
                  </a:lnTo>
                  <a:lnTo>
                    <a:pt x="13499" y="221833"/>
                  </a:lnTo>
                  <a:lnTo>
                    <a:pt x="22072" y="223574"/>
                  </a:lnTo>
                  <a:lnTo>
                    <a:pt x="514790" y="223574"/>
                  </a:lnTo>
                  <a:lnTo>
                    <a:pt x="523360" y="221833"/>
                  </a:lnTo>
                  <a:lnTo>
                    <a:pt x="530383" y="217091"/>
                  </a:lnTo>
                  <a:lnTo>
                    <a:pt x="535129" y="210070"/>
                  </a:lnTo>
                  <a:lnTo>
                    <a:pt x="536873" y="201491"/>
                  </a:lnTo>
                  <a:lnTo>
                    <a:pt x="536873" y="22072"/>
                  </a:lnTo>
                  <a:lnTo>
                    <a:pt x="535129" y="13499"/>
                  </a:lnTo>
                  <a:lnTo>
                    <a:pt x="530383" y="6481"/>
                  </a:lnTo>
                  <a:lnTo>
                    <a:pt x="523360" y="1740"/>
                  </a:lnTo>
                  <a:lnTo>
                    <a:pt x="514790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9" name="object 25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05283" y="3643720"/>
              <a:ext cx="177749" cy="111651"/>
            </a:xfrm>
            <a:prstGeom prst="rect">
              <a:avLst/>
            </a:prstGeom>
          </p:spPr>
        </p:pic>
        <p:pic>
          <p:nvPicPr>
            <p:cNvPr id="260" name="object 26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02675" y="3643715"/>
              <a:ext cx="90751" cy="111651"/>
            </a:xfrm>
            <a:prstGeom prst="rect">
              <a:avLst/>
            </a:prstGeom>
          </p:spPr>
        </p:pic>
        <p:pic>
          <p:nvPicPr>
            <p:cNvPr id="261" name="object 26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13056" y="3645136"/>
              <a:ext cx="72699" cy="108823"/>
            </a:xfrm>
            <a:prstGeom prst="rect">
              <a:avLst/>
            </a:prstGeom>
          </p:spPr>
        </p:pic>
      </p:grpSp>
      <p:sp>
        <p:nvSpPr>
          <p:cNvPr id="262" name="object 262" descr=""/>
          <p:cNvSpPr/>
          <p:nvPr/>
        </p:nvSpPr>
        <p:spPr>
          <a:xfrm>
            <a:off x="10354948" y="3526401"/>
            <a:ext cx="457834" cy="241935"/>
          </a:xfrm>
          <a:custGeom>
            <a:avLst/>
            <a:gdLst/>
            <a:ahLst/>
            <a:cxnLst/>
            <a:rect l="l" t="t" r="r" b="b"/>
            <a:pathLst>
              <a:path w="457834" h="241935">
                <a:moveTo>
                  <a:pt x="228746" y="0"/>
                </a:moveTo>
                <a:lnTo>
                  <a:pt x="182803" y="4669"/>
                </a:lnTo>
                <a:lnTo>
                  <a:pt x="139938" y="18052"/>
                </a:lnTo>
                <a:lnTo>
                  <a:pt x="101092" y="39210"/>
                </a:lnTo>
                <a:lnTo>
                  <a:pt x="67203" y="67203"/>
                </a:lnTo>
                <a:lnTo>
                  <a:pt x="39210" y="101092"/>
                </a:lnTo>
                <a:lnTo>
                  <a:pt x="18052" y="139938"/>
                </a:lnTo>
                <a:lnTo>
                  <a:pt x="4669" y="182803"/>
                </a:lnTo>
                <a:lnTo>
                  <a:pt x="0" y="228746"/>
                </a:lnTo>
                <a:lnTo>
                  <a:pt x="0" y="241772"/>
                </a:lnTo>
                <a:lnTo>
                  <a:pt x="457493" y="241772"/>
                </a:lnTo>
                <a:lnTo>
                  <a:pt x="457493" y="228746"/>
                </a:lnTo>
                <a:lnTo>
                  <a:pt x="452826" y="182803"/>
                </a:lnTo>
                <a:lnTo>
                  <a:pt x="439448" y="139938"/>
                </a:lnTo>
                <a:lnTo>
                  <a:pt x="418297" y="101092"/>
                </a:lnTo>
                <a:lnTo>
                  <a:pt x="390310" y="67203"/>
                </a:lnTo>
                <a:lnTo>
                  <a:pt x="356424" y="39210"/>
                </a:lnTo>
                <a:lnTo>
                  <a:pt x="317577" y="18052"/>
                </a:lnTo>
                <a:lnTo>
                  <a:pt x="274705" y="4669"/>
                </a:lnTo>
                <a:lnTo>
                  <a:pt x="228746" y="0"/>
                </a:lnTo>
                <a:close/>
              </a:path>
            </a:pathLst>
          </a:custGeom>
          <a:solidFill>
            <a:srgbClr val="81D3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3" name="object 263" descr=""/>
          <p:cNvSpPr/>
          <p:nvPr/>
        </p:nvSpPr>
        <p:spPr>
          <a:xfrm>
            <a:off x="7867592" y="4606383"/>
            <a:ext cx="3017520" cy="221615"/>
          </a:xfrm>
          <a:custGeom>
            <a:avLst/>
            <a:gdLst/>
            <a:ahLst/>
            <a:cxnLst/>
            <a:rect l="l" t="t" r="r" b="b"/>
            <a:pathLst>
              <a:path w="3017520" h="221614">
                <a:moveTo>
                  <a:pt x="0" y="221501"/>
                </a:moveTo>
                <a:lnTo>
                  <a:pt x="3017039" y="221501"/>
                </a:lnTo>
                <a:lnTo>
                  <a:pt x="3017039" y="0"/>
                </a:lnTo>
                <a:lnTo>
                  <a:pt x="0" y="0"/>
                </a:lnTo>
                <a:lnTo>
                  <a:pt x="0" y="221501"/>
                </a:lnTo>
                <a:close/>
              </a:path>
            </a:pathLst>
          </a:custGeom>
          <a:solidFill>
            <a:srgbClr val="67676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64" name="object 264" descr=""/>
          <p:cNvGrpSpPr/>
          <p:nvPr/>
        </p:nvGrpSpPr>
        <p:grpSpPr>
          <a:xfrm>
            <a:off x="7867592" y="2122839"/>
            <a:ext cx="3017520" cy="2667635"/>
            <a:chOff x="7867592" y="2122839"/>
            <a:chExt cx="3017520" cy="2667635"/>
          </a:xfrm>
        </p:grpSpPr>
        <p:sp>
          <p:nvSpPr>
            <p:cNvPr id="265" name="object 265" descr=""/>
            <p:cNvSpPr/>
            <p:nvPr/>
          </p:nvSpPr>
          <p:spPr>
            <a:xfrm>
              <a:off x="7867592" y="4497779"/>
              <a:ext cx="3017520" cy="50800"/>
            </a:xfrm>
            <a:custGeom>
              <a:avLst/>
              <a:gdLst/>
              <a:ahLst/>
              <a:cxnLst/>
              <a:rect l="l" t="t" r="r" b="b"/>
              <a:pathLst>
                <a:path w="3017520" h="50800">
                  <a:moveTo>
                    <a:pt x="0" y="50700"/>
                  </a:moveTo>
                  <a:lnTo>
                    <a:pt x="3017039" y="50700"/>
                  </a:lnTo>
                  <a:lnTo>
                    <a:pt x="3017039" y="0"/>
                  </a:lnTo>
                  <a:lnTo>
                    <a:pt x="0" y="0"/>
                  </a:lnTo>
                  <a:lnTo>
                    <a:pt x="0" y="50700"/>
                  </a:lnTo>
                  <a:close/>
                </a:path>
              </a:pathLst>
            </a:custGeom>
            <a:solidFill>
              <a:srgbClr val="6767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 descr=""/>
            <p:cNvSpPr/>
            <p:nvPr/>
          </p:nvSpPr>
          <p:spPr>
            <a:xfrm>
              <a:off x="8018134" y="3744996"/>
              <a:ext cx="2275840" cy="753110"/>
            </a:xfrm>
            <a:custGeom>
              <a:avLst/>
              <a:gdLst/>
              <a:ahLst/>
              <a:cxnLst/>
              <a:rect l="l" t="t" r="r" b="b"/>
              <a:pathLst>
                <a:path w="2275840" h="753110">
                  <a:moveTo>
                    <a:pt x="1950715" y="0"/>
                  </a:moveTo>
                  <a:lnTo>
                    <a:pt x="1950715" y="104237"/>
                  </a:lnTo>
                  <a:lnTo>
                    <a:pt x="1625584" y="0"/>
                  </a:lnTo>
                  <a:lnTo>
                    <a:pt x="1625584" y="104237"/>
                  </a:lnTo>
                  <a:lnTo>
                    <a:pt x="1300483" y="0"/>
                  </a:lnTo>
                  <a:lnTo>
                    <a:pt x="1300483" y="104237"/>
                  </a:lnTo>
                  <a:lnTo>
                    <a:pt x="975362" y="0"/>
                  </a:lnTo>
                  <a:lnTo>
                    <a:pt x="975362" y="104237"/>
                  </a:lnTo>
                  <a:lnTo>
                    <a:pt x="650231" y="0"/>
                  </a:lnTo>
                  <a:lnTo>
                    <a:pt x="650231" y="104237"/>
                  </a:lnTo>
                  <a:lnTo>
                    <a:pt x="325131" y="0"/>
                  </a:lnTo>
                  <a:lnTo>
                    <a:pt x="325131" y="104237"/>
                  </a:lnTo>
                  <a:lnTo>
                    <a:pt x="0" y="0"/>
                  </a:lnTo>
                  <a:lnTo>
                    <a:pt x="0" y="752783"/>
                  </a:lnTo>
                  <a:lnTo>
                    <a:pt x="2275805" y="752783"/>
                  </a:lnTo>
                  <a:lnTo>
                    <a:pt x="2275805" y="104237"/>
                  </a:lnTo>
                  <a:lnTo>
                    <a:pt x="1950715" y="0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 descr=""/>
            <p:cNvSpPr/>
            <p:nvPr/>
          </p:nvSpPr>
          <p:spPr>
            <a:xfrm>
              <a:off x="8018132" y="3934686"/>
              <a:ext cx="2275840" cy="58419"/>
            </a:xfrm>
            <a:custGeom>
              <a:avLst/>
              <a:gdLst/>
              <a:ahLst/>
              <a:cxnLst/>
              <a:rect l="l" t="t" r="r" b="b"/>
              <a:pathLst>
                <a:path w="2275840" h="58420">
                  <a:moveTo>
                    <a:pt x="2275815" y="0"/>
                  </a:moveTo>
                  <a:lnTo>
                    <a:pt x="0" y="0"/>
                  </a:lnTo>
                  <a:lnTo>
                    <a:pt x="0" y="57893"/>
                  </a:lnTo>
                  <a:lnTo>
                    <a:pt x="2275815" y="57893"/>
                  </a:lnTo>
                  <a:lnTo>
                    <a:pt x="2275815" y="0"/>
                  </a:lnTo>
                  <a:close/>
                </a:path>
              </a:pathLst>
            </a:custGeom>
            <a:solidFill>
              <a:srgbClr val="009E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 descr=""/>
            <p:cNvSpPr/>
            <p:nvPr/>
          </p:nvSpPr>
          <p:spPr>
            <a:xfrm>
              <a:off x="7867592" y="4548479"/>
              <a:ext cx="3017520" cy="58419"/>
            </a:xfrm>
            <a:custGeom>
              <a:avLst/>
              <a:gdLst/>
              <a:ahLst/>
              <a:cxnLst/>
              <a:rect l="l" t="t" r="r" b="b"/>
              <a:pathLst>
                <a:path w="3017520" h="58420">
                  <a:moveTo>
                    <a:pt x="3017039" y="0"/>
                  </a:moveTo>
                  <a:lnTo>
                    <a:pt x="0" y="0"/>
                  </a:lnTo>
                  <a:lnTo>
                    <a:pt x="0" y="57903"/>
                  </a:lnTo>
                  <a:lnTo>
                    <a:pt x="3017039" y="57903"/>
                  </a:lnTo>
                  <a:lnTo>
                    <a:pt x="3017039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 descr=""/>
            <p:cNvSpPr/>
            <p:nvPr/>
          </p:nvSpPr>
          <p:spPr>
            <a:xfrm>
              <a:off x="7888909" y="4642960"/>
              <a:ext cx="2976245" cy="147320"/>
            </a:xfrm>
            <a:custGeom>
              <a:avLst/>
              <a:gdLst/>
              <a:ahLst/>
              <a:cxnLst/>
              <a:rect l="l" t="t" r="r" b="b"/>
              <a:pathLst>
                <a:path w="2976245" h="147320">
                  <a:moveTo>
                    <a:pt x="72478" y="78371"/>
                  </a:moveTo>
                  <a:lnTo>
                    <a:pt x="0" y="78371"/>
                  </a:lnTo>
                  <a:lnTo>
                    <a:pt x="0" y="147091"/>
                  </a:lnTo>
                  <a:lnTo>
                    <a:pt x="72478" y="147091"/>
                  </a:lnTo>
                  <a:lnTo>
                    <a:pt x="72478" y="78371"/>
                  </a:lnTo>
                  <a:close/>
                </a:path>
                <a:path w="2976245" h="147320">
                  <a:moveTo>
                    <a:pt x="72478" y="0"/>
                  </a:moveTo>
                  <a:lnTo>
                    <a:pt x="0" y="0"/>
                  </a:lnTo>
                  <a:lnTo>
                    <a:pt x="0" y="68732"/>
                  </a:lnTo>
                  <a:lnTo>
                    <a:pt x="72478" y="68732"/>
                  </a:lnTo>
                  <a:lnTo>
                    <a:pt x="72478" y="0"/>
                  </a:lnTo>
                  <a:close/>
                </a:path>
                <a:path w="2976245" h="147320">
                  <a:moveTo>
                    <a:pt x="155321" y="78371"/>
                  </a:moveTo>
                  <a:lnTo>
                    <a:pt x="82867" y="78371"/>
                  </a:lnTo>
                  <a:lnTo>
                    <a:pt x="82867" y="147091"/>
                  </a:lnTo>
                  <a:lnTo>
                    <a:pt x="155321" y="147091"/>
                  </a:lnTo>
                  <a:lnTo>
                    <a:pt x="155321" y="78371"/>
                  </a:lnTo>
                  <a:close/>
                </a:path>
                <a:path w="2976245" h="147320">
                  <a:moveTo>
                    <a:pt x="155321" y="0"/>
                  </a:moveTo>
                  <a:lnTo>
                    <a:pt x="82867" y="0"/>
                  </a:lnTo>
                  <a:lnTo>
                    <a:pt x="82867" y="68732"/>
                  </a:lnTo>
                  <a:lnTo>
                    <a:pt x="155321" y="68732"/>
                  </a:lnTo>
                  <a:lnTo>
                    <a:pt x="155321" y="0"/>
                  </a:lnTo>
                  <a:close/>
                </a:path>
                <a:path w="2976245" h="147320">
                  <a:moveTo>
                    <a:pt x="237947" y="78371"/>
                  </a:moveTo>
                  <a:lnTo>
                    <a:pt x="165481" y="78371"/>
                  </a:lnTo>
                  <a:lnTo>
                    <a:pt x="165481" y="147091"/>
                  </a:lnTo>
                  <a:lnTo>
                    <a:pt x="237947" y="147091"/>
                  </a:lnTo>
                  <a:lnTo>
                    <a:pt x="237947" y="78371"/>
                  </a:lnTo>
                  <a:close/>
                </a:path>
                <a:path w="2976245" h="147320">
                  <a:moveTo>
                    <a:pt x="237947" y="0"/>
                  </a:moveTo>
                  <a:lnTo>
                    <a:pt x="165481" y="0"/>
                  </a:lnTo>
                  <a:lnTo>
                    <a:pt x="165481" y="68732"/>
                  </a:lnTo>
                  <a:lnTo>
                    <a:pt x="237947" y="68732"/>
                  </a:lnTo>
                  <a:lnTo>
                    <a:pt x="237947" y="0"/>
                  </a:lnTo>
                  <a:close/>
                </a:path>
                <a:path w="2976245" h="147320">
                  <a:moveTo>
                    <a:pt x="321017" y="78371"/>
                  </a:moveTo>
                  <a:lnTo>
                    <a:pt x="248488" y="78371"/>
                  </a:lnTo>
                  <a:lnTo>
                    <a:pt x="248488" y="147091"/>
                  </a:lnTo>
                  <a:lnTo>
                    <a:pt x="321017" y="147091"/>
                  </a:lnTo>
                  <a:lnTo>
                    <a:pt x="321017" y="78371"/>
                  </a:lnTo>
                  <a:close/>
                </a:path>
                <a:path w="2976245" h="147320">
                  <a:moveTo>
                    <a:pt x="321017" y="0"/>
                  </a:moveTo>
                  <a:lnTo>
                    <a:pt x="248488" y="0"/>
                  </a:lnTo>
                  <a:lnTo>
                    <a:pt x="248488" y="68732"/>
                  </a:lnTo>
                  <a:lnTo>
                    <a:pt x="321017" y="68732"/>
                  </a:lnTo>
                  <a:lnTo>
                    <a:pt x="321017" y="0"/>
                  </a:lnTo>
                  <a:close/>
                </a:path>
                <a:path w="2976245" h="147320">
                  <a:moveTo>
                    <a:pt x="403860" y="78371"/>
                  </a:moveTo>
                  <a:lnTo>
                    <a:pt x="331381" y="78371"/>
                  </a:lnTo>
                  <a:lnTo>
                    <a:pt x="331381" y="147091"/>
                  </a:lnTo>
                  <a:lnTo>
                    <a:pt x="403860" y="147091"/>
                  </a:lnTo>
                  <a:lnTo>
                    <a:pt x="403860" y="78371"/>
                  </a:lnTo>
                  <a:close/>
                </a:path>
                <a:path w="2976245" h="147320">
                  <a:moveTo>
                    <a:pt x="403860" y="0"/>
                  </a:moveTo>
                  <a:lnTo>
                    <a:pt x="331381" y="0"/>
                  </a:lnTo>
                  <a:lnTo>
                    <a:pt x="331381" y="68732"/>
                  </a:lnTo>
                  <a:lnTo>
                    <a:pt x="403860" y="68732"/>
                  </a:lnTo>
                  <a:lnTo>
                    <a:pt x="403860" y="0"/>
                  </a:lnTo>
                  <a:close/>
                </a:path>
                <a:path w="2976245" h="147320">
                  <a:moveTo>
                    <a:pt x="486473" y="78371"/>
                  </a:moveTo>
                  <a:lnTo>
                    <a:pt x="414007" y="78371"/>
                  </a:lnTo>
                  <a:lnTo>
                    <a:pt x="414007" y="147091"/>
                  </a:lnTo>
                  <a:lnTo>
                    <a:pt x="486473" y="147091"/>
                  </a:lnTo>
                  <a:lnTo>
                    <a:pt x="486473" y="78371"/>
                  </a:lnTo>
                  <a:close/>
                </a:path>
                <a:path w="2976245" h="147320">
                  <a:moveTo>
                    <a:pt x="486473" y="0"/>
                  </a:moveTo>
                  <a:lnTo>
                    <a:pt x="414007" y="0"/>
                  </a:lnTo>
                  <a:lnTo>
                    <a:pt x="414007" y="68732"/>
                  </a:lnTo>
                  <a:lnTo>
                    <a:pt x="486473" y="68732"/>
                  </a:lnTo>
                  <a:lnTo>
                    <a:pt x="486473" y="0"/>
                  </a:lnTo>
                  <a:close/>
                </a:path>
                <a:path w="2976245" h="147320">
                  <a:moveTo>
                    <a:pt x="569569" y="78371"/>
                  </a:moveTo>
                  <a:lnTo>
                    <a:pt x="497103" y="78371"/>
                  </a:lnTo>
                  <a:lnTo>
                    <a:pt x="497103" y="147091"/>
                  </a:lnTo>
                  <a:lnTo>
                    <a:pt x="569569" y="147091"/>
                  </a:lnTo>
                  <a:lnTo>
                    <a:pt x="569569" y="78371"/>
                  </a:lnTo>
                  <a:close/>
                </a:path>
                <a:path w="2976245" h="147320">
                  <a:moveTo>
                    <a:pt x="569569" y="0"/>
                  </a:moveTo>
                  <a:lnTo>
                    <a:pt x="497103" y="0"/>
                  </a:lnTo>
                  <a:lnTo>
                    <a:pt x="497103" y="68732"/>
                  </a:lnTo>
                  <a:lnTo>
                    <a:pt x="569569" y="68732"/>
                  </a:lnTo>
                  <a:lnTo>
                    <a:pt x="569569" y="0"/>
                  </a:lnTo>
                  <a:close/>
                </a:path>
                <a:path w="2976245" h="147320">
                  <a:moveTo>
                    <a:pt x="652399" y="78371"/>
                  </a:moveTo>
                  <a:lnTo>
                    <a:pt x="579958" y="78371"/>
                  </a:lnTo>
                  <a:lnTo>
                    <a:pt x="579958" y="147091"/>
                  </a:lnTo>
                  <a:lnTo>
                    <a:pt x="652399" y="147091"/>
                  </a:lnTo>
                  <a:lnTo>
                    <a:pt x="652399" y="78371"/>
                  </a:lnTo>
                  <a:close/>
                </a:path>
                <a:path w="2976245" h="147320">
                  <a:moveTo>
                    <a:pt x="652399" y="0"/>
                  </a:moveTo>
                  <a:lnTo>
                    <a:pt x="579958" y="0"/>
                  </a:lnTo>
                  <a:lnTo>
                    <a:pt x="579958" y="68732"/>
                  </a:lnTo>
                  <a:lnTo>
                    <a:pt x="652399" y="68732"/>
                  </a:lnTo>
                  <a:lnTo>
                    <a:pt x="652399" y="0"/>
                  </a:lnTo>
                  <a:close/>
                </a:path>
                <a:path w="2976245" h="147320">
                  <a:moveTo>
                    <a:pt x="735088" y="78371"/>
                  </a:moveTo>
                  <a:lnTo>
                    <a:pt x="662559" y="78371"/>
                  </a:lnTo>
                  <a:lnTo>
                    <a:pt x="662559" y="147091"/>
                  </a:lnTo>
                  <a:lnTo>
                    <a:pt x="735088" y="147091"/>
                  </a:lnTo>
                  <a:lnTo>
                    <a:pt x="735088" y="78371"/>
                  </a:lnTo>
                  <a:close/>
                </a:path>
                <a:path w="2976245" h="147320">
                  <a:moveTo>
                    <a:pt x="735088" y="0"/>
                  </a:moveTo>
                  <a:lnTo>
                    <a:pt x="662559" y="0"/>
                  </a:lnTo>
                  <a:lnTo>
                    <a:pt x="662559" y="68732"/>
                  </a:lnTo>
                  <a:lnTo>
                    <a:pt x="735088" y="68732"/>
                  </a:lnTo>
                  <a:lnTo>
                    <a:pt x="735088" y="0"/>
                  </a:lnTo>
                  <a:close/>
                </a:path>
                <a:path w="2976245" h="147320">
                  <a:moveTo>
                    <a:pt x="818083" y="78371"/>
                  </a:moveTo>
                  <a:lnTo>
                    <a:pt x="745617" y="78371"/>
                  </a:lnTo>
                  <a:lnTo>
                    <a:pt x="745617" y="147091"/>
                  </a:lnTo>
                  <a:lnTo>
                    <a:pt x="818083" y="147091"/>
                  </a:lnTo>
                  <a:lnTo>
                    <a:pt x="818083" y="78371"/>
                  </a:lnTo>
                  <a:close/>
                </a:path>
                <a:path w="2976245" h="147320">
                  <a:moveTo>
                    <a:pt x="818083" y="0"/>
                  </a:moveTo>
                  <a:lnTo>
                    <a:pt x="745617" y="0"/>
                  </a:lnTo>
                  <a:lnTo>
                    <a:pt x="745617" y="68732"/>
                  </a:lnTo>
                  <a:lnTo>
                    <a:pt x="818083" y="68732"/>
                  </a:lnTo>
                  <a:lnTo>
                    <a:pt x="818083" y="0"/>
                  </a:lnTo>
                  <a:close/>
                </a:path>
                <a:path w="2976245" h="147320">
                  <a:moveTo>
                    <a:pt x="900950" y="78371"/>
                  </a:moveTo>
                  <a:lnTo>
                    <a:pt x="828484" y="78371"/>
                  </a:lnTo>
                  <a:lnTo>
                    <a:pt x="828484" y="147091"/>
                  </a:lnTo>
                  <a:lnTo>
                    <a:pt x="900950" y="147091"/>
                  </a:lnTo>
                  <a:lnTo>
                    <a:pt x="900950" y="78371"/>
                  </a:lnTo>
                  <a:close/>
                </a:path>
                <a:path w="2976245" h="147320">
                  <a:moveTo>
                    <a:pt x="900950" y="0"/>
                  </a:moveTo>
                  <a:lnTo>
                    <a:pt x="828484" y="0"/>
                  </a:lnTo>
                  <a:lnTo>
                    <a:pt x="828484" y="68732"/>
                  </a:lnTo>
                  <a:lnTo>
                    <a:pt x="900950" y="68732"/>
                  </a:lnTo>
                  <a:lnTo>
                    <a:pt x="900950" y="0"/>
                  </a:lnTo>
                  <a:close/>
                </a:path>
                <a:path w="2976245" h="147320">
                  <a:moveTo>
                    <a:pt x="983564" y="78371"/>
                  </a:moveTo>
                  <a:lnTo>
                    <a:pt x="911085" y="78371"/>
                  </a:lnTo>
                  <a:lnTo>
                    <a:pt x="911085" y="147091"/>
                  </a:lnTo>
                  <a:lnTo>
                    <a:pt x="983564" y="147091"/>
                  </a:lnTo>
                  <a:lnTo>
                    <a:pt x="983564" y="78371"/>
                  </a:lnTo>
                  <a:close/>
                </a:path>
                <a:path w="2976245" h="147320">
                  <a:moveTo>
                    <a:pt x="983564" y="0"/>
                  </a:moveTo>
                  <a:lnTo>
                    <a:pt x="911085" y="0"/>
                  </a:lnTo>
                  <a:lnTo>
                    <a:pt x="911085" y="68732"/>
                  </a:lnTo>
                  <a:lnTo>
                    <a:pt x="983564" y="68732"/>
                  </a:lnTo>
                  <a:lnTo>
                    <a:pt x="983564" y="0"/>
                  </a:lnTo>
                  <a:close/>
                </a:path>
                <a:path w="2976245" h="147320">
                  <a:moveTo>
                    <a:pt x="1066927" y="78371"/>
                  </a:moveTo>
                  <a:lnTo>
                    <a:pt x="994422" y="78371"/>
                  </a:lnTo>
                  <a:lnTo>
                    <a:pt x="994422" y="147091"/>
                  </a:lnTo>
                  <a:lnTo>
                    <a:pt x="1066927" y="147091"/>
                  </a:lnTo>
                  <a:lnTo>
                    <a:pt x="1066927" y="78371"/>
                  </a:lnTo>
                  <a:close/>
                </a:path>
                <a:path w="2976245" h="147320">
                  <a:moveTo>
                    <a:pt x="1066927" y="0"/>
                  </a:moveTo>
                  <a:lnTo>
                    <a:pt x="994422" y="0"/>
                  </a:lnTo>
                  <a:lnTo>
                    <a:pt x="994422" y="68732"/>
                  </a:lnTo>
                  <a:lnTo>
                    <a:pt x="1066927" y="68732"/>
                  </a:lnTo>
                  <a:lnTo>
                    <a:pt x="1066927" y="0"/>
                  </a:lnTo>
                  <a:close/>
                </a:path>
                <a:path w="2976245" h="147320">
                  <a:moveTo>
                    <a:pt x="1149781" y="78371"/>
                  </a:moveTo>
                  <a:lnTo>
                    <a:pt x="1077328" y="78371"/>
                  </a:lnTo>
                  <a:lnTo>
                    <a:pt x="1077328" y="147091"/>
                  </a:lnTo>
                  <a:lnTo>
                    <a:pt x="1149781" y="147091"/>
                  </a:lnTo>
                  <a:lnTo>
                    <a:pt x="1149781" y="78371"/>
                  </a:lnTo>
                  <a:close/>
                </a:path>
                <a:path w="2976245" h="147320">
                  <a:moveTo>
                    <a:pt x="1149781" y="0"/>
                  </a:moveTo>
                  <a:lnTo>
                    <a:pt x="1077328" y="0"/>
                  </a:lnTo>
                  <a:lnTo>
                    <a:pt x="1077328" y="68732"/>
                  </a:lnTo>
                  <a:lnTo>
                    <a:pt x="1149781" y="68732"/>
                  </a:lnTo>
                  <a:lnTo>
                    <a:pt x="1149781" y="0"/>
                  </a:lnTo>
                  <a:close/>
                </a:path>
                <a:path w="2976245" h="147320">
                  <a:moveTo>
                    <a:pt x="1232408" y="78371"/>
                  </a:moveTo>
                  <a:lnTo>
                    <a:pt x="1159941" y="78371"/>
                  </a:lnTo>
                  <a:lnTo>
                    <a:pt x="1159941" y="147091"/>
                  </a:lnTo>
                  <a:lnTo>
                    <a:pt x="1232408" y="147091"/>
                  </a:lnTo>
                  <a:lnTo>
                    <a:pt x="1232408" y="78371"/>
                  </a:lnTo>
                  <a:close/>
                </a:path>
                <a:path w="2976245" h="147320">
                  <a:moveTo>
                    <a:pt x="1232408" y="0"/>
                  </a:moveTo>
                  <a:lnTo>
                    <a:pt x="1159941" y="0"/>
                  </a:lnTo>
                  <a:lnTo>
                    <a:pt x="1159941" y="68732"/>
                  </a:lnTo>
                  <a:lnTo>
                    <a:pt x="1232408" y="68732"/>
                  </a:lnTo>
                  <a:lnTo>
                    <a:pt x="1232408" y="0"/>
                  </a:lnTo>
                  <a:close/>
                </a:path>
                <a:path w="2976245" h="147320">
                  <a:moveTo>
                    <a:pt x="1315427" y="78371"/>
                  </a:moveTo>
                  <a:lnTo>
                    <a:pt x="1242949" y="78371"/>
                  </a:lnTo>
                  <a:lnTo>
                    <a:pt x="1242949" y="147091"/>
                  </a:lnTo>
                  <a:lnTo>
                    <a:pt x="1315427" y="147091"/>
                  </a:lnTo>
                  <a:lnTo>
                    <a:pt x="1315427" y="78371"/>
                  </a:lnTo>
                  <a:close/>
                </a:path>
                <a:path w="2976245" h="147320">
                  <a:moveTo>
                    <a:pt x="1315427" y="0"/>
                  </a:moveTo>
                  <a:lnTo>
                    <a:pt x="1242949" y="0"/>
                  </a:lnTo>
                  <a:lnTo>
                    <a:pt x="1242949" y="68732"/>
                  </a:lnTo>
                  <a:lnTo>
                    <a:pt x="1315427" y="68732"/>
                  </a:lnTo>
                  <a:lnTo>
                    <a:pt x="1315427" y="0"/>
                  </a:lnTo>
                  <a:close/>
                </a:path>
                <a:path w="2976245" h="147320">
                  <a:moveTo>
                    <a:pt x="1398320" y="78371"/>
                  </a:moveTo>
                  <a:lnTo>
                    <a:pt x="1325803" y="78371"/>
                  </a:lnTo>
                  <a:lnTo>
                    <a:pt x="1325803" y="147091"/>
                  </a:lnTo>
                  <a:lnTo>
                    <a:pt x="1398320" y="147091"/>
                  </a:lnTo>
                  <a:lnTo>
                    <a:pt x="1398320" y="78371"/>
                  </a:lnTo>
                  <a:close/>
                </a:path>
                <a:path w="2976245" h="147320">
                  <a:moveTo>
                    <a:pt x="1398320" y="0"/>
                  </a:moveTo>
                  <a:lnTo>
                    <a:pt x="1325803" y="0"/>
                  </a:lnTo>
                  <a:lnTo>
                    <a:pt x="1325803" y="68732"/>
                  </a:lnTo>
                  <a:lnTo>
                    <a:pt x="1398320" y="68732"/>
                  </a:lnTo>
                  <a:lnTo>
                    <a:pt x="1398320" y="0"/>
                  </a:lnTo>
                  <a:close/>
                </a:path>
                <a:path w="2976245" h="147320">
                  <a:moveTo>
                    <a:pt x="1483055" y="78371"/>
                  </a:moveTo>
                  <a:lnTo>
                    <a:pt x="1410525" y="78371"/>
                  </a:lnTo>
                  <a:lnTo>
                    <a:pt x="1410525" y="147091"/>
                  </a:lnTo>
                  <a:lnTo>
                    <a:pt x="1483055" y="147091"/>
                  </a:lnTo>
                  <a:lnTo>
                    <a:pt x="1483055" y="78371"/>
                  </a:lnTo>
                  <a:close/>
                </a:path>
                <a:path w="2976245" h="147320">
                  <a:moveTo>
                    <a:pt x="1483055" y="0"/>
                  </a:moveTo>
                  <a:lnTo>
                    <a:pt x="1410525" y="0"/>
                  </a:lnTo>
                  <a:lnTo>
                    <a:pt x="1410525" y="68732"/>
                  </a:lnTo>
                  <a:lnTo>
                    <a:pt x="1483055" y="68732"/>
                  </a:lnTo>
                  <a:lnTo>
                    <a:pt x="1483055" y="0"/>
                  </a:lnTo>
                  <a:close/>
                </a:path>
                <a:path w="2976245" h="147320">
                  <a:moveTo>
                    <a:pt x="1565897" y="78371"/>
                  </a:moveTo>
                  <a:lnTo>
                    <a:pt x="1493418" y="78371"/>
                  </a:lnTo>
                  <a:lnTo>
                    <a:pt x="1493418" y="147091"/>
                  </a:lnTo>
                  <a:lnTo>
                    <a:pt x="1565897" y="147091"/>
                  </a:lnTo>
                  <a:lnTo>
                    <a:pt x="1565897" y="78371"/>
                  </a:lnTo>
                  <a:close/>
                </a:path>
                <a:path w="2976245" h="147320">
                  <a:moveTo>
                    <a:pt x="1565897" y="0"/>
                  </a:moveTo>
                  <a:lnTo>
                    <a:pt x="1493418" y="0"/>
                  </a:lnTo>
                  <a:lnTo>
                    <a:pt x="1493418" y="68732"/>
                  </a:lnTo>
                  <a:lnTo>
                    <a:pt x="1565897" y="68732"/>
                  </a:lnTo>
                  <a:lnTo>
                    <a:pt x="1565897" y="0"/>
                  </a:lnTo>
                  <a:close/>
                </a:path>
                <a:path w="2976245" h="147320">
                  <a:moveTo>
                    <a:pt x="1648510" y="78371"/>
                  </a:moveTo>
                  <a:lnTo>
                    <a:pt x="1576044" y="78371"/>
                  </a:lnTo>
                  <a:lnTo>
                    <a:pt x="1576044" y="147091"/>
                  </a:lnTo>
                  <a:lnTo>
                    <a:pt x="1648510" y="147091"/>
                  </a:lnTo>
                  <a:lnTo>
                    <a:pt x="1648510" y="78371"/>
                  </a:lnTo>
                  <a:close/>
                </a:path>
                <a:path w="2976245" h="147320">
                  <a:moveTo>
                    <a:pt x="1648510" y="0"/>
                  </a:moveTo>
                  <a:lnTo>
                    <a:pt x="1576044" y="0"/>
                  </a:lnTo>
                  <a:lnTo>
                    <a:pt x="1576044" y="68732"/>
                  </a:lnTo>
                  <a:lnTo>
                    <a:pt x="1648510" y="68732"/>
                  </a:lnTo>
                  <a:lnTo>
                    <a:pt x="1648510" y="0"/>
                  </a:lnTo>
                  <a:close/>
                </a:path>
                <a:path w="2976245" h="147320">
                  <a:moveTo>
                    <a:pt x="1731518" y="78371"/>
                  </a:moveTo>
                  <a:lnTo>
                    <a:pt x="1659051" y="78371"/>
                  </a:lnTo>
                  <a:lnTo>
                    <a:pt x="1659051" y="147091"/>
                  </a:lnTo>
                  <a:lnTo>
                    <a:pt x="1731518" y="147091"/>
                  </a:lnTo>
                  <a:lnTo>
                    <a:pt x="1731518" y="78371"/>
                  </a:lnTo>
                  <a:close/>
                </a:path>
                <a:path w="2976245" h="147320">
                  <a:moveTo>
                    <a:pt x="1731518" y="0"/>
                  </a:moveTo>
                  <a:lnTo>
                    <a:pt x="1659051" y="0"/>
                  </a:lnTo>
                  <a:lnTo>
                    <a:pt x="1659051" y="68732"/>
                  </a:lnTo>
                  <a:lnTo>
                    <a:pt x="1731518" y="68732"/>
                  </a:lnTo>
                  <a:lnTo>
                    <a:pt x="1731518" y="0"/>
                  </a:lnTo>
                  <a:close/>
                </a:path>
                <a:path w="2976245" h="147320">
                  <a:moveTo>
                    <a:pt x="1814410" y="78371"/>
                  </a:moveTo>
                  <a:lnTo>
                    <a:pt x="1741906" y="78371"/>
                  </a:lnTo>
                  <a:lnTo>
                    <a:pt x="1741906" y="147091"/>
                  </a:lnTo>
                  <a:lnTo>
                    <a:pt x="1814410" y="147091"/>
                  </a:lnTo>
                  <a:lnTo>
                    <a:pt x="1814410" y="78371"/>
                  </a:lnTo>
                  <a:close/>
                </a:path>
                <a:path w="2976245" h="147320">
                  <a:moveTo>
                    <a:pt x="1814410" y="0"/>
                  </a:moveTo>
                  <a:lnTo>
                    <a:pt x="1741906" y="0"/>
                  </a:lnTo>
                  <a:lnTo>
                    <a:pt x="1741906" y="68732"/>
                  </a:lnTo>
                  <a:lnTo>
                    <a:pt x="1814410" y="68732"/>
                  </a:lnTo>
                  <a:lnTo>
                    <a:pt x="1814410" y="0"/>
                  </a:lnTo>
                  <a:close/>
                </a:path>
                <a:path w="2976245" h="147320">
                  <a:moveTo>
                    <a:pt x="1897024" y="78371"/>
                  </a:moveTo>
                  <a:lnTo>
                    <a:pt x="1824570" y="78371"/>
                  </a:lnTo>
                  <a:lnTo>
                    <a:pt x="1824570" y="147091"/>
                  </a:lnTo>
                  <a:lnTo>
                    <a:pt x="1897024" y="147091"/>
                  </a:lnTo>
                  <a:lnTo>
                    <a:pt x="1897024" y="78371"/>
                  </a:lnTo>
                  <a:close/>
                </a:path>
                <a:path w="2976245" h="147320">
                  <a:moveTo>
                    <a:pt x="1897024" y="0"/>
                  </a:moveTo>
                  <a:lnTo>
                    <a:pt x="1824570" y="0"/>
                  </a:lnTo>
                  <a:lnTo>
                    <a:pt x="1824570" y="68732"/>
                  </a:lnTo>
                  <a:lnTo>
                    <a:pt x="1897024" y="68732"/>
                  </a:lnTo>
                  <a:lnTo>
                    <a:pt x="1897024" y="0"/>
                  </a:lnTo>
                  <a:close/>
                </a:path>
                <a:path w="2976245" h="147320">
                  <a:moveTo>
                    <a:pt x="1980120" y="78371"/>
                  </a:moveTo>
                  <a:lnTo>
                    <a:pt x="1907654" y="78371"/>
                  </a:lnTo>
                  <a:lnTo>
                    <a:pt x="1907654" y="147091"/>
                  </a:lnTo>
                  <a:lnTo>
                    <a:pt x="1980120" y="147091"/>
                  </a:lnTo>
                  <a:lnTo>
                    <a:pt x="1980120" y="78371"/>
                  </a:lnTo>
                  <a:close/>
                </a:path>
                <a:path w="2976245" h="147320">
                  <a:moveTo>
                    <a:pt x="1980120" y="0"/>
                  </a:moveTo>
                  <a:lnTo>
                    <a:pt x="1907654" y="0"/>
                  </a:lnTo>
                  <a:lnTo>
                    <a:pt x="1907654" y="68732"/>
                  </a:lnTo>
                  <a:lnTo>
                    <a:pt x="1980120" y="68732"/>
                  </a:lnTo>
                  <a:lnTo>
                    <a:pt x="1980120" y="0"/>
                  </a:lnTo>
                  <a:close/>
                </a:path>
                <a:path w="2976245" h="147320">
                  <a:moveTo>
                    <a:pt x="2062975" y="78371"/>
                  </a:moveTo>
                  <a:lnTo>
                    <a:pt x="1990509" y="78371"/>
                  </a:lnTo>
                  <a:lnTo>
                    <a:pt x="1990509" y="147091"/>
                  </a:lnTo>
                  <a:lnTo>
                    <a:pt x="2062975" y="147091"/>
                  </a:lnTo>
                  <a:lnTo>
                    <a:pt x="2062975" y="78371"/>
                  </a:lnTo>
                  <a:close/>
                </a:path>
                <a:path w="2976245" h="147320">
                  <a:moveTo>
                    <a:pt x="2062975" y="0"/>
                  </a:moveTo>
                  <a:lnTo>
                    <a:pt x="1990509" y="0"/>
                  </a:lnTo>
                  <a:lnTo>
                    <a:pt x="1990509" y="68732"/>
                  </a:lnTo>
                  <a:lnTo>
                    <a:pt x="2062975" y="68732"/>
                  </a:lnTo>
                  <a:lnTo>
                    <a:pt x="2062975" y="0"/>
                  </a:lnTo>
                  <a:close/>
                </a:path>
                <a:path w="2976245" h="147320">
                  <a:moveTo>
                    <a:pt x="2145601" y="78371"/>
                  </a:moveTo>
                  <a:lnTo>
                    <a:pt x="2073135" y="78371"/>
                  </a:lnTo>
                  <a:lnTo>
                    <a:pt x="2073135" y="147091"/>
                  </a:lnTo>
                  <a:lnTo>
                    <a:pt x="2145601" y="147091"/>
                  </a:lnTo>
                  <a:lnTo>
                    <a:pt x="2145601" y="78371"/>
                  </a:lnTo>
                  <a:close/>
                </a:path>
                <a:path w="2976245" h="147320">
                  <a:moveTo>
                    <a:pt x="2145601" y="0"/>
                  </a:moveTo>
                  <a:lnTo>
                    <a:pt x="2073135" y="0"/>
                  </a:lnTo>
                  <a:lnTo>
                    <a:pt x="2073135" y="68732"/>
                  </a:lnTo>
                  <a:lnTo>
                    <a:pt x="2145601" y="68732"/>
                  </a:lnTo>
                  <a:lnTo>
                    <a:pt x="2145601" y="0"/>
                  </a:lnTo>
                  <a:close/>
                </a:path>
                <a:path w="2976245" h="147320">
                  <a:moveTo>
                    <a:pt x="2228646" y="78371"/>
                  </a:moveTo>
                  <a:lnTo>
                    <a:pt x="2156180" y="78371"/>
                  </a:lnTo>
                  <a:lnTo>
                    <a:pt x="2156180" y="147091"/>
                  </a:lnTo>
                  <a:lnTo>
                    <a:pt x="2228646" y="147091"/>
                  </a:lnTo>
                  <a:lnTo>
                    <a:pt x="2228646" y="78371"/>
                  </a:lnTo>
                  <a:close/>
                </a:path>
                <a:path w="2976245" h="147320">
                  <a:moveTo>
                    <a:pt x="2228646" y="0"/>
                  </a:moveTo>
                  <a:lnTo>
                    <a:pt x="2156180" y="0"/>
                  </a:lnTo>
                  <a:lnTo>
                    <a:pt x="2156180" y="68732"/>
                  </a:lnTo>
                  <a:lnTo>
                    <a:pt x="2228646" y="68732"/>
                  </a:lnTo>
                  <a:lnTo>
                    <a:pt x="2228646" y="0"/>
                  </a:lnTo>
                  <a:close/>
                </a:path>
                <a:path w="2976245" h="147320">
                  <a:moveTo>
                    <a:pt x="2311501" y="78371"/>
                  </a:moveTo>
                  <a:lnTo>
                    <a:pt x="2239035" y="78371"/>
                  </a:lnTo>
                  <a:lnTo>
                    <a:pt x="2239035" y="147091"/>
                  </a:lnTo>
                  <a:lnTo>
                    <a:pt x="2311501" y="147091"/>
                  </a:lnTo>
                  <a:lnTo>
                    <a:pt x="2311501" y="78371"/>
                  </a:lnTo>
                  <a:close/>
                </a:path>
                <a:path w="2976245" h="147320">
                  <a:moveTo>
                    <a:pt x="2311501" y="0"/>
                  </a:moveTo>
                  <a:lnTo>
                    <a:pt x="2239035" y="0"/>
                  </a:lnTo>
                  <a:lnTo>
                    <a:pt x="2239035" y="68732"/>
                  </a:lnTo>
                  <a:lnTo>
                    <a:pt x="2311501" y="68732"/>
                  </a:lnTo>
                  <a:lnTo>
                    <a:pt x="2311501" y="0"/>
                  </a:lnTo>
                  <a:close/>
                </a:path>
                <a:path w="2976245" h="147320">
                  <a:moveTo>
                    <a:pt x="2394127" y="78371"/>
                  </a:moveTo>
                  <a:lnTo>
                    <a:pt x="2321661" y="78371"/>
                  </a:lnTo>
                  <a:lnTo>
                    <a:pt x="2321661" y="147091"/>
                  </a:lnTo>
                  <a:lnTo>
                    <a:pt x="2394127" y="147091"/>
                  </a:lnTo>
                  <a:lnTo>
                    <a:pt x="2394127" y="78371"/>
                  </a:lnTo>
                  <a:close/>
                </a:path>
                <a:path w="2976245" h="147320">
                  <a:moveTo>
                    <a:pt x="2394127" y="0"/>
                  </a:moveTo>
                  <a:lnTo>
                    <a:pt x="2321661" y="0"/>
                  </a:lnTo>
                  <a:lnTo>
                    <a:pt x="2321661" y="68732"/>
                  </a:lnTo>
                  <a:lnTo>
                    <a:pt x="2394127" y="68732"/>
                  </a:lnTo>
                  <a:lnTo>
                    <a:pt x="2394127" y="0"/>
                  </a:lnTo>
                  <a:close/>
                </a:path>
                <a:path w="2976245" h="147320">
                  <a:moveTo>
                    <a:pt x="2477465" y="78371"/>
                  </a:moveTo>
                  <a:lnTo>
                    <a:pt x="2404986" y="78371"/>
                  </a:lnTo>
                  <a:lnTo>
                    <a:pt x="2404986" y="147091"/>
                  </a:lnTo>
                  <a:lnTo>
                    <a:pt x="2477465" y="147091"/>
                  </a:lnTo>
                  <a:lnTo>
                    <a:pt x="2477465" y="78371"/>
                  </a:lnTo>
                  <a:close/>
                </a:path>
                <a:path w="2976245" h="147320">
                  <a:moveTo>
                    <a:pt x="2477465" y="0"/>
                  </a:moveTo>
                  <a:lnTo>
                    <a:pt x="2404986" y="0"/>
                  </a:lnTo>
                  <a:lnTo>
                    <a:pt x="2404986" y="68732"/>
                  </a:lnTo>
                  <a:lnTo>
                    <a:pt x="2477465" y="68732"/>
                  </a:lnTo>
                  <a:lnTo>
                    <a:pt x="2477465" y="0"/>
                  </a:lnTo>
                  <a:close/>
                </a:path>
                <a:path w="2976245" h="147320">
                  <a:moveTo>
                    <a:pt x="2560345" y="78371"/>
                  </a:moveTo>
                  <a:lnTo>
                    <a:pt x="2487841" y="78371"/>
                  </a:lnTo>
                  <a:lnTo>
                    <a:pt x="2487841" y="147091"/>
                  </a:lnTo>
                  <a:lnTo>
                    <a:pt x="2560345" y="147091"/>
                  </a:lnTo>
                  <a:lnTo>
                    <a:pt x="2560345" y="78371"/>
                  </a:lnTo>
                  <a:close/>
                </a:path>
                <a:path w="2976245" h="147320">
                  <a:moveTo>
                    <a:pt x="2560345" y="0"/>
                  </a:moveTo>
                  <a:lnTo>
                    <a:pt x="2487841" y="0"/>
                  </a:lnTo>
                  <a:lnTo>
                    <a:pt x="2487841" y="68732"/>
                  </a:lnTo>
                  <a:lnTo>
                    <a:pt x="2560345" y="68732"/>
                  </a:lnTo>
                  <a:lnTo>
                    <a:pt x="2560345" y="0"/>
                  </a:lnTo>
                  <a:close/>
                </a:path>
                <a:path w="2976245" h="147320">
                  <a:moveTo>
                    <a:pt x="2642946" y="78371"/>
                  </a:moveTo>
                  <a:lnTo>
                    <a:pt x="2570454" y="78371"/>
                  </a:lnTo>
                  <a:lnTo>
                    <a:pt x="2570454" y="147091"/>
                  </a:lnTo>
                  <a:lnTo>
                    <a:pt x="2642946" y="147091"/>
                  </a:lnTo>
                  <a:lnTo>
                    <a:pt x="2642946" y="78371"/>
                  </a:lnTo>
                  <a:close/>
                </a:path>
                <a:path w="2976245" h="147320">
                  <a:moveTo>
                    <a:pt x="2642946" y="0"/>
                  </a:moveTo>
                  <a:lnTo>
                    <a:pt x="2570454" y="0"/>
                  </a:lnTo>
                  <a:lnTo>
                    <a:pt x="2570454" y="68732"/>
                  </a:lnTo>
                  <a:lnTo>
                    <a:pt x="2642946" y="68732"/>
                  </a:lnTo>
                  <a:lnTo>
                    <a:pt x="2642946" y="0"/>
                  </a:lnTo>
                  <a:close/>
                </a:path>
                <a:path w="2976245" h="147320">
                  <a:moveTo>
                    <a:pt x="2725991" y="78371"/>
                  </a:moveTo>
                  <a:lnTo>
                    <a:pt x="2653512" y="78371"/>
                  </a:lnTo>
                  <a:lnTo>
                    <a:pt x="2653512" y="147091"/>
                  </a:lnTo>
                  <a:lnTo>
                    <a:pt x="2725991" y="147091"/>
                  </a:lnTo>
                  <a:lnTo>
                    <a:pt x="2725991" y="78371"/>
                  </a:lnTo>
                  <a:close/>
                </a:path>
                <a:path w="2976245" h="147320">
                  <a:moveTo>
                    <a:pt x="2725991" y="0"/>
                  </a:moveTo>
                  <a:lnTo>
                    <a:pt x="2653512" y="0"/>
                  </a:lnTo>
                  <a:lnTo>
                    <a:pt x="2653512" y="68732"/>
                  </a:lnTo>
                  <a:lnTo>
                    <a:pt x="2725991" y="68732"/>
                  </a:lnTo>
                  <a:lnTo>
                    <a:pt x="2725991" y="0"/>
                  </a:lnTo>
                  <a:close/>
                </a:path>
                <a:path w="2976245" h="147320">
                  <a:moveTo>
                    <a:pt x="2808846" y="78371"/>
                  </a:moveTo>
                  <a:lnTo>
                    <a:pt x="2736367" y="78371"/>
                  </a:lnTo>
                  <a:lnTo>
                    <a:pt x="2736367" y="147091"/>
                  </a:lnTo>
                  <a:lnTo>
                    <a:pt x="2808846" y="147091"/>
                  </a:lnTo>
                  <a:lnTo>
                    <a:pt x="2808846" y="78371"/>
                  </a:lnTo>
                  <a:close/>
                </a:path>
                <a:path w="2976245" h="147320">
                  <a:moveTo>
                    <a:pt x="2808846" y="0"/>
                  </a:moveTo>
                  <a:lnTo>
                    <a:pt x="2736367" y="0"/>
                  </a:lnTo>
                  <a:lnTo>
                    <a:pt x="2736367" y="68732"/>
                  </a:lnTo>
                  <a:lnTo>
                    <a:pt x="2808846" y="68732"/>
                  </a:lnTo>
                  <a:lnTo>
                    <a:pt x="2808846" y="0"/>
                  </a:lnTo>
                  <a:close/>
                </a:path>
                <a:path w="2976245" h="147320">
                  <a:moveTo>
                    <a:pt x="2893174" y="78371"/>
                  </a:moveTo>
                  <a:lnTo>
                    <a:pt x="2820657" y="78371"/>
                  </a:lnTo>
                  <a:lnTo>
                    <a:pt x="2820657" y="147091"/>
                  </a:lnTo>
                  <a:lnTo>
                    <a:pt x="2893174" y="147091"/>
                  </a:lnTo>
                  <a:lnTo>
                    <a:pt x="2893174" y="78371"/>
                  </a:lnTo>
                  <a:close/>
                </a:path>
                <a:path w="2976245" h="147320">
                  <a:moveTo>
                    <a:pt x="2893174" y="0"/>
                  </a:moveTo>
                  <a:lnTo>
                    <a:pt x="2820657" y="0"/>
                  </a:lnTo>
                  <a:lnTo>
                    <a:pt x="2820657" y="68732"/>
                  </a:lnTo>
                  <a:lnTo>
                    <a:pt x="2893174" y="68732"/>
                  </a:lnTo>
                  <a:lnTo>
                    <a:pt x="2893174" y="0"/>
                  </a:lnTo>
                  <a:close/>
                </a:path>
                <a:path w="2976245" h="147320">
                  <a:moveTo>
                    <a:pt x="2976016" y="0"/>
                  </a:moveTo>
                  <a:lnTo>
                    <a:pt x="2903550" y="0"/>
                  </a:lnTo>
                  <a:lnTo>
                    <a:pt x="2903550" y="68732"/>
                  </a:lnTo>
                  <a:lnTo>
                    <a:pt x="2976016" y="68732"/>
                  </a:lnTo>
                  <a:lnTo>
                    <a:pt x="2976016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 descr=""/>
            <p:cNvSpPr/>
            <p:nvPr/>
          </p:nvSpPr>
          <p:spPr>
            <a:xfrm>
              <a:off x="8039849" y="4013117"/>
              <a:ext cx="2825115" cy="777240"/>
            </a:xfrm>
            <a:custGeom>
              <a:avLst/>
              <a:gdLst/>
              <a:ahLst/>
              <a:cxnLst/>
              <a:rect l="l" t="t" r="r" b="b"/>
              <a:pathLst>
                <a:path w="2825115" h="777239">
                  <a:moveTo>
                    <a:pt x="72478" y="391236"/>
                  </a:moveTo>
                  <a:lnTo>
                    <a:pt x="0" y="391236"/>
                  </a:lnTo>
                  <a:lnTo>
                    <a:pt x="0" y="459955"/>
                  </a:lnTo>
                  <a:lnTo>
                    <a:pt x="72478" y="459955"/>
                  </a:lnTo>
                  <a:lnTo>
                    <a:pt x="72478" y="391236"/>
                  </a:lnTo>
                  <a:close/>
                </a:path>
                <a:path w="2825115" h="777239">
                  <a:moveTo>
                    <a:pt x="72478" y="312877"/>
                  </a:moveTo>
                  <a:lnTo>
                    <a:pt x="0" y="312877"/>
                  </a:lnTo>
                  <a:lnTo>
                    <a:pt x="0" y="381596"/>
                  </a:lnTo>
                  <a:lnTo>
                    <a:pt x="72478" y="381596"/>
                  </a:lnTo>
                  <a:lnTo>
                    <a:pt x="72478" y="312877"/>
                  </a:lnTo>
                  <a:close/>
                </a:path>
                <a:path w="2825115" h="777239">
                  <a:moveTo>
                    <a:pt x="72478" y="234556"/>
                  </a:moveTo>
                  <a:lnTo>
                    <a:pt x="0" y="234556"/>
                  </a:lnTo>
                  <a:lnTo>
                    <a:pt x="0" y="303276"/>
                  </a:lnTo>
                  <a:lnTo>
                    <a:pt x="72478" y="303276"/>
                  </a:lnTo>
                  <a:lnTo>
                    <a:pt x="72478" y="234556"/>
                  </a:lnTo>
                  <a:close/>
                </a:path>
                <a:path w="2825115" h="777239">
                  <a:moveTo>
                    <a:pt x="72478" y="156184"/>
                  </a:moveTo>
                  <a:lnTo>
                    <a:pt x="0" y="156184"/>
                  </a:lnTo>
                  <a:lnTo>
                    <a:pt x="0" y="224891"/>
                  </a:lnTo>
                  <a:lnTo>
                    <a:pt x="72478" y="224891"/>
                  </a:lnTo>
                  <a:lnTo>
                    <a:pt x="72478" y="156184"/>
                  </a:lnTo>
                  <a:close/>
                </a:path>
                <a:path w="2825115" h="777239">
                  <a:moveTo>
                    <a:pt x="72478" y="78359"/>
                  </a:moveTo>
                  <a:lnTo>
                    <a:pt x="0" y="78359"/>
                  </a:lnTo>
                  <a:lnTo>
                    <a:pt x="0" y="147091"/>
                  </a:lnTo>
                  <a:lnTo>
                    <a:pt x="72478" y="147091"/>
                  </a:lnTo>
                  <a:lnTo>
                    <a:pt x="72478" y="78359"/>
                  </a:lnTo>
                  <a:close/>
                </a:path>
                <a:path w="2825115" h="777239">
                  <a:moveTo>
                    <a:pt x="72478" y="0"/>
                  </a:moveTo>
                  <a:lnTo>
                    <a:pt x="0" y="0"/>
                  </a:lnTo>
                  <a:lnTo>
                    <a:pt x="0" y="68732"/>
                  </a:lnTo>
                  <a:lnTo>
                    <a:pt x="72478" y="68732"/>
                  </a:lnTo>
                  <a:lnTo>
                    <a:pt x="72478" y="0"/>
                  </a:lnTo>
                  <a:close/>
                </a:path>
                <a:path w="2825115" h="777239">
                  <a:moveTo>
                    <a:pt x="155359" y="391236"/>
                  </a:moveTo>
                  <a:lnTo>
                    <a:pt x="82854" y="391236"/>
                  </a:lnTo>
                  <a:lnTo>
                    <a:pt x="82854" y="459955"/>
                  </a:lnTo>
                  <a:lnTo>
                    <a:pt x="155359" y="459955"/>
                  </a:lnTo>
                  <a:lnTo>
                    <a:pt x="155359" y="391236"/>
                  </a:lnTo>
                  <a:close/>
                </a:path>
                <a:path w="2825115" h="777239">
                  <a:moveTo>
                    <a:pt x="155359" y="312877"/>
                  </a:moveTo>
                  <a:lnTo>
                    <a:pt x="82854" y="312877"/>
                  </a:lnTo>
                  <a:lnTo>
                    <a:pt x="82854" y="381596"/>
                  </a:lnTo>
                  <a:lnTo>
                    <a:pt x="155359" y="381596"/>
                  </a:lnTo>
                  <a:lnTo>
                    <a:pt x="155359" y="312877"/>
                  </a:lnTo>
                  <a:close/>
                </a:path>
                <a:path w="2825115" h="777239">
                  <a:moveTo>
                    <a:pt x="155359" y="234556"/>
                  </a:moveTo>
                  <a:lnTo>
                    <a:pt x="82854" y="234556"/>
                  </a:lnTo>
                  <a:lnTo>
                    <a:pt x="82854" y="303276"/>
                  </a:lnTo>
                  <a:lnTo>
                    <a:pt x="155359" y="303276"/>
                  </a:lnTo>
                  <a:lnTo>
                    <a:pt x="155359" y="234556"/>
                  </a:lnTo>
                  <a:close/>
                </a:path>
                <a:path w="2825115" h="777239">
                  <a:moveTo>
                    <a:pt x="155359" y="156184"/>
                  </a:moveTo>
                  <a:lnTo>
                    <a:pt x="82854" y="156184"/>
                  </a:lnTo>
                  <a:lnTo>
                    <a:pt x="82854" y="224891"/>
                  </a:lnTo>
                  <a:lnTo>
                    <a:pt x="155359" y="224891"/>
                  </a:lnTo>
                  <a:lnTo>
                    <a:pt x="155359" y="156184"/>
                  </a:lnTo>
                  <a:close/>
                </a:path>
                <a:path w="2825115" h="777239">
                  <a:moveTo>
                    <a:pt x="155359" y="78359"/>
                  </a:moveTo>
                  <a:lnTo>
                    <a:pt x="82854" y="78359"/>
                  </a:lnTo>
                  <a:lnTo>
                    <a:pt x="82854" y="147091"/>
                  </a:lnTo>
                  <a:lnTo>
                    <a:pt x="155359" y="147091"/>
                  </a:lnTo>
                  <a:lnTo>
                    <a:pt x="155359" y="78359"/>
                  </a:lnTo>
                  <a:close/>
                </a:path>
                <a:path w="2825115" h="777239">
                  <a:moveTo>
                    <a:pt x="155359" y="0"/>
                  </a:moveTo>
                  <a:lnTo>
                    <a:pt x="82854" y="0"/>
                  </a:lnTo>
                  <a:lnTo>
                    <a:pt x="82854" y="68732"/>
                  </a:lnTo>
                  <a:lnTo>
                    <a:pt x="155359" y="68732"/>
                  </a:lnTo>
                  <a:lnTo>
                    <a:pt x="155359" y="0"/>
                  </a:lnTo>
                  <a:close/>
                </a:path>
                <a:path w="2825115" h="777239">
                  <a:moveTo>
                    <a:pt x="237998" y="391236"/>
                  </a:moveTo>
                  <a:lnTo>
                    <a:pt x="165519" y="391236"/>
                  </a:lnTo>
                  <a:lnTo>
                    <a:pt x="165519" y="459955"/>
                  </a:lnTo>
                  <a:lnTo>
                    <a:pt x="237998" y="459955"/>
                  </a:lnTo>
                  <a:lnTo>
                    <a:pt x="237998" y="391236"/>
                  </a:lnTo>
                  <a:close/>
                </a:path>
                <a:path w="2825115" h="777239">
                  <a:moveTo>
                    <a:pt x="237998" y="312877"/>
                  </a:moveTo>
                  <a:lnTo>
                    <a:pt x="165519" y="312877"/>
                  </a:lnTo>
                  <a:lnTo>
                    <a:pt x="165519" y="381596"/>
                  </a:lnTo>
                  <a:lnTo>
                    <a:pt x="237998" y="381596"/>
                  </a:lnTo>
                  <a:lnTo>
                    <a:pt x="237998" y="312877"/>
                  </a:lnTo>
                  <a:close/>
                </a:path>
                <a:path w="2825115" h="777239">
                  <a:moveTo>
                    <a:pt x="237998" y="234556"/>
                  </a:moveTo>
                  <a:lnTo>
                    <a:pt x="165519" y="234556"/>
                  </a:lnTo>
                  <a:lnTo>
                    <a:pt x="165519" y="303276"/>
                  </a:lnTo>
                  <a:lnTo>
                    <a:pt x="237998" y="303276"/>
                  </a:lnTo>
                  <a:lnTo>
                    <a:pt x="237998" y="234556"/>
                  </a:lnTo>
                  <a:close/>
                </a:path>
                <a:path w="2825115" h="777239">
                  <a:moveTo>
                    <a:pt x="237998" y="156184"/>
                  </a:moveTo>
                  <a:lnTo>
                    <a:pt x="165519" y="156184"/>
                  </a:lnTo>
                  <a:lnTo>
                    <a:pt x="165519" y="224891"/>
                  </a:lnTo>
                  <a:lnTo>
                    <a:pt x="237998" y="224891"/>
                  </a:lnTo>
                  <a:lnTo>
                    <a:pt x="237998" y="156184"/>
                  </a:lnTo>
                  <a:close/>
                </a:path>
                <a:path w="2825115" h="777239">
                  <a:moveTo>
                    <a:pt x="237998" y="78359"/>
                  </a:moveTo>
                  <a:lnTo>
                    <a:pt x="165519" y="78359"/>
                  </a:lnTo>
                  <a:lnTo>
                    <a:pt x="165519" y="147091"/>
                  </a:lnTo>
                  <a:lnTo>
                    <a:pt x="237998" y="147091"/>
                  </a:lnTo>
                  <a:lnTo>
                    <a:pt x="237998" y="78359"/>
                  </a:lnTo>
                  <a:close/>
                </a:path>
                <a:path w="2825115" h="777239">
                  <a:moveTo>
                    <a:pt x="237998" y="0"/>
                  </a:moveTo>
                  <a:lnTo>
                    <a:pt x="165519" y="0"/>
                  </a:lnTo>
                  <a:lnTo>
                    <a:pt x="165519" y="68732"/>
                  </a:lnTo>
                  <a:lnTo>
                    <a:pt x="237998" y="68732"/>
                  </a:lnTo>
                  <a:lnTo>
                    <a:pt x="237998" y="0"/>
                  </a:lnTo>
                  <a:close/>
                </a:path>
                <a:path w="2825115" h="777239">
                  <a:moveTo>
                    <a:pt x="321005" y="391236"/>
                  </a:moveTo>
                  <a:lnTo>
                    <a:pt x="248526" y="391236"/>
                  </a:lnTo>
                  <a:lnTo>
                    <a:pt x="248526" y="459955"/>
                  </a:lnTo>
                  <a:lnTo>
                    <a:pt x="321005" y="459955"/>
                  </a:lnTo>
                  <a:lnTo>
                    <a:pt x="321005" y="391236"/>
                  </a:lnTo>
                  <a:close/>
                </a:path>
                <a:path w="2825115" h="777239">
                  <a:moveTo>
                    <a:pt x="321005" y="312877"/>
                  </a:moveTo>
                  <a:lnTo>
                    <a:pt x="248526" y="312877"/>
                  </a:lnTo>
                  <a:lnTo>
                    <a:pt x="248526" y="381596"/>
                  </a:lnTo>
                  <a:lnTo>
                    <a:pt x="321005" y="381596"/>
                  </a:lnTo>
                  <a:lnTo>
                    <a:pt x="321005" y="312877"/>
                  </a:lnTo>
                  <a:close/>
                </a:path>
                <a:path w="2825115" h="777239">
                  <a:moveTo>
                    <a:pt x="321005" y="234556"/>
                  </a:moveTo>
                  <a:lnTo>
                    <a:pt x="248526" y="234556"/>
                  </a:lnTo>
                  <a:lnTo>
                    <a:pt x="248526" y="303276"/>
                  </a:lnTo>
                  <a:lnTo>
                    <a:pt x="321005" y="303276"/>
                  </a:lnTo>
                  <a:lnTo>
                    <a:pt x="321005" y="234556"/>
                  </a:lnTo>
                  <a:close/>
                </a:path>
                <a:path w="2825115" h="777239">
                  <a:moveTo>
                    <a:pt x="321005" y="156184"/>
                  </a:moveTo>
                  <a:lnTo>
                    <a:pt x="248526" y="156184"/>
                  </a:lnTo>
                  <a:lnTo>
                    <a:pt x="248526" y="224891"/>
                  </a:lnTo>
                  <a:lnTo>
                    <a:pt x="321005" y="224891"/>
                  </a:lnTo>
                  <a:lnTo>
                    <a:pt x="321005" y="156184"/>
                  </a:lnTo>
                  <a:close/>
                </a:path>
                <a:path w="2825115" h="777239">
                  <a:moveTo>
                    <a:pt x="321005" y="78359"/>
                  </a:moveTo>
                  <a:lnTo>
                    <a:pt x="248526" y="78359"/>
                  </a:lnTo>
                  <a:lnTo>
                    <a:pt x="248526" y="147091"/>
                  </a:lnTo>
                  <a:lnTo>
                    <a:pt x="321005" y="147091"/>
                  </a:lnTo>
                  <a:lnTo>
                    <a:pt x="321005" y="78359"/>
                  </a:lnTo>
                  <a:close/>
                </a:path>
                <a:path w="2825115" h="777239">
                  <a:moveTo>
                    <a:pt x="321005" y="0"/>
                  </a:moveTo>
                  <a:lnTo>
                    <a:pt x="248526" y="0"/>
                  </a:lnTo>
                  <a:lnTo>
                    <a:pt x="248526" y="68732"/>
                  </a:lnTo>
                  <a:lnTo>
                    <a:pt x="321005" y="68732"/>
                  </a:lnTo>
                  <a:lnTo>
                    <a:pt x="321005" y="0"/>
                  </a:lnTo>
                  <a:close/>
                </a:path>
                <a:path w="2825115" h="777239">
                  <a:moveTo>
                    <a:pt x="403872" y="391236"/>
                  </a:moveTo>
                  <a:lnTo>
                    <a:pt x="331393" y="391236"/>
                  </a:lnTo>
                  <a:lnTo>
                    <a:pt x="331393" y="459955"/>
                  </a:lnTo>
                  <a:lnTo>
                    <a:pt x="403872" y="459955"/>
                  </a:lnTo>
                  <a:lnTo>
                    <a:pt x="403872" y="391236"/>
                  </a:lnTo>
                  <a:close/>
                </a:path>
                <a:path w="2825115" h="777239">
                  <a:moveTo>
                    <a:pt x="403872" y="312877"/>
                  </a:moveTo>
                  <a:lnTo>
                    <a:pt x="331393" y="312877"/>
                  </a:lnTo>
                  <a:lnTo>
                    <a:pt x="331393" y="381596"/>
                  </a:lnTo>
                  <a:lnTo>
                    <a:pt x="403872" y="381596"/>
                  </a:lnTo>
                  <a:lnTo>
                    <a:pt x="403872" y="312877"/>
                  </a:lnTo>
                  <a:close/>
                </a:path>
                <a:path w="2825115" h="777239">
                  <a:moveTo>
                    <a:pt x="403872" y="234556"/>
                  </a:moveTo>
                  <a:lnTo>
                    <a:pt x="331393" y="234556"/>
                  </a:lnTo>
                  <a:lnTo>
                    <a:pt x="331393" y="303276"/>
                  </a:lnTo>
                  <a:lnTo>
                    <a:pt x="403872" y="303276"/>
                  </a:lnTo>
                  <a:lnTo>
                    <a:pt x="403872" y="234556"/>
                  </a:lnTo>
                  <a:close/>
                </a:path>
                <a:path w="2825115" h="777239">
                  <a:moveTo>
                    <a:pt x="403872" y="156184"/>
                  </a:moveTo>
                  <a:lnTo>
                    <a:pt x="331393" y="156184"/>
                  </a:lnTo>
                  <a:lnTo>
                    <a:pt x="331393" y="224891"/>
                  </a:lnTo>
                  <a:lnTo>
                    <a:pt x="403872" y="224891"/>
                  </a:lnTo>
                  <a:lnTo>
                    <a:pt x="403872" y="156184"/>
                  </a:lnTo>
                  <a:close/>
                </a:path>
                <a:path w="2825115" h="777239">
                  <a:moveTo>
                    <a:pt x="403872" y="78359"/>
                  </a:moveTo>
                  <a:lnTo>
                    <a:pt x="331393" y="78359"/>
                  </a:lnTo>
                  <a:lnTo>
                    <a:pt x="331393" y="147091"/>
                  </a:lnTo>
                  <a:lnTo>
                    <a:pt x="403872" y="147091"/>
                  </a:lnTo>
                  <a:lnTo>
                    <a:pt x="403872" y="78359"/>
                  </a:lnTo>
                  <a:close/>
                </a:path>
                <a:path w="2825115" h="777239">
                  <a:moveTo>
                    <a:pt x="403872" y="0"/>
                  </a:moveTo>
                  <a:lnTo>
                    <a:pt x="331393" y="0"/>
                  </a:lnTo>
                  <a:lnTo>
                    <a:pt x="331393" y="68732"/>
                  </a:lnTo>
                  <a:lnTo>
                    <a:pt x="403872" y="68732"/>
                  </a:lnTo>
                  <a:lnTo>
                    <a:pt x="403872" y="0"/>
                  </a:lnTo>
                  <a:close/>
                </a:path>
                <a:path w="2825115" h="777239">
                  <a:moveTo>
                    <a:pt x="486511" y="391236"/>
                  </a:moveTo>
                  <a:lnTo>
                    <a:pt x="414007" y="391236"/>
                  </a:lnTo>
                  <a:lnTo>
                    <a:pt x="414007" y="459955"/>
                  </a:lnTo>
                  <a:lnTo>
                    <a:pt x="486511" y="459955"/>
                  </a:lnTo>
                  <a:lnTo>
                    <a:pt x="486511" y="391236"/>
                  </a:lnTo>
                  <a:close/>
                </a:path>
                <a:path w="2825115" h="777239">
                  <a:moveTo>
                    <a:pt x="486511" y="312877"/>
                  </a:moveTo>
                  <a:lnTo>
                    <a:pt x="414007" y="312877"/>
                  </a:lnTo>
                  <a:lnTo>
                    <a:pt x="414007" y="381596"/>
                  </a:lnTo>
                  <a:lnTo>
                    <a:pt x="486511" y="381596"/>
                  </a:lnTo>
                  <a:lnTo>
                    <a:pt x="486511" y="312877"/>
                  </a:lnTo>
                  <a:close/>
                </a:path>
                <a:path w="2825115" h="777239">
                  <a:moveTo>
                    <a:pt x="486511" y="234556"/>
                  </a:moveTo>
                  <a:lnTo>
                    <a:pt x="414007" y="234556"/>
                  </a:lnTo>
                  <a:lnTo>
                    <a:pt x="414007" y="303276"/>
                  </a:lnTo>
                  <a:lnTo>
                    <a:pt x="486511" y="303276"/>
                  </a:lnTo>
                  <a:lnTo>
                    <a:pt x="486511" y="234556"/>
                  </a:lnTo>
                  <a:close/>
                </a:path>
                <a:path w="2825115" h="777239">
                  <a:moveTo>
                    <a:pt x="486511" y="156184"/>
                  </a:moveTo>
                  <a:lnTo>
                    <a:pt x="414007" y="156184"/>
                  </a:lnTo>
                  <a:lnTo>
                    <a:pt x="414007" y="224891"/>
                  </a:lnTo>
                  <a:lnTo>
                    <a:pt x="486511" y="224891"/>
                  </a:lnTo>
                  <a:lnTo>
                    <a:pt x="486511" y="156184"/>
                  </a:lnTo>
                  <a:close/>
                </a:path>
                <a:path w="2825115" h="777239">
                  <a:moveTo>
                    <a:pt x="486511" y="78359"/>
                  </a:moveTo>
                  <a:lnTo>
                    <a:pt x="414007" y="78359"/>
                  </a:lnTo>
                  <a:lnTo>
                    <a:pt x="414007" y="147091"/>
                  </a:lnTo>
                  <a:lnTo>
                    <a:pt x="486511" y="147091"/>
                  </a:lnTo>
                  <a:lnTo>
                    <a:pt x="486511" y="78359"/>
                  </a:lnTo>
                  <a:close/>
                </a:path>
                <a:path w="2825115" h="777239">
                  <a:moveTo>
                    <a:pt x="486511" y="0"/>
                  </a:moveTo>
                  <a:lnTo>
                    <a:pt x="414007" y="0"/>
                  </a:lnTo>
                  <a:lnTo>
                    <a:pt x="414007" y="68732"/>
                  </a:lnTo>
                  <a:lnTo>
                    <a:pt x="486511" y="68732"/>
                  </a:lnTo>
                  <a:lnTo>
                    <a:pt x="486511" y="0"/>
                  </a:lnTo>
                  <a:close/>
                </a:path>
                <a:path w="2825115" h="777239">
                  <a:moveTo>
                    <a:pt x="569620" y="391236"/>
                  </a:moveTo>
                  <a:lnTo>
                    <a:pt x="497141" y="391236"/>
                  </a:lnTo>
                  <a:lnTo>
                    <a:pt x="497141" y="459955"/>
                  </a:lnTo>
                  <a:lnTo>
                    <a:pt x="569620" y="459955"/>
                  </a:lnTo>
                  <a:lnTo>
                    <a:pt x="569620" y="391236"/>
                  </a:lnTo>
                  <a:close/>
                </a:path>
                <a:path w="2825115" h="777239">
                  <a:moveTo>
                    <a:pt x="569620" y="312877"/>
                  </a:moveTo>
                  <a:lnTo>
                    <a:pt x="497141" y="312877"/>
                  </a:lnTo>
                  <a:lnTo>
                    <a:pt x="497141" y="381596"/>
                  </a:lnTo>
                  <a:lnTo>
                    <a:pt x="569620" y="381596"/>
                  </a:lnTo>
                  <a:lnTo>
                    <a:pt x="569620" y="312877"/>
                  </a:lnTo>
                  <a:close/>
                </a:path>
                <a:path w="2825115" h="777239">
                  <a:moveTo>
                    <a:pt x="569620" y="234556"/>
                  </a:moveTo>
                  <a:lnTo>
                    <a:pt x="497141" y="234556"/>
                  </a:lnTo>
                  <a:lnTo>
                    <a:pt x="497141" y="303276"/>
                  </a:lnTo>
                  <a:lnTo>
                    <a:pt x="569620" y="303276"/>
                  </a:lnTo>
                  <a:lnTo>
                    <a:pt x="569620" y="234556"/>
                  </a:lnTo>
                  <a:close/>
                </a:path>
                <a:path w="2825115" h="777239">
                  <a:moveTo>
                    <a:pt x="569620" y="156184"/>
                  </a:moveTo>
                  <a:lnTo>
                    <a:pt x="497141" y="156184"/>
                  </a:lnTo>
                  <a:lnTo>
                    <a:pt x="497141" y="224891"/>
                  </a:lnTo>
                  <a:lnTo>
                    <a:pt x="569620" y="224891"/>
                  </a:lnTo>
                  <a:lnTo>
                    <a:pt x="569620" y="156184"/>
                  </a:lnTo>
                  <a:close/>
                </a:path>
                <a:path w="2825115" h="777239">
                  <a:moveTo>
                    <a:pt x="569620" y="78359"/>
                  </a:moveTo>
                  <a:lnTo>
                    <a:pt x="497141" y="78359"/>
                  </a:lnTo>
                  <a:lnTo>
                    <a:pt x="497141" y="147091"/>
                  </a:lnTo>
                  <a:lnTo>
                    <a:pt x="569620" y="147091"/>
                  </a:lnTo>
                  <a:lnTo>
                    <a:pt x="569620" y="78359"/>
                  </a:lnTo>
                  <a:close/>
                </a:path>
                <a:path w="2825115" h="777239">
                  <a:moveTo>
                    <a:pt x="569620" y="0"/>
                  </a:moveTo>
                  <a:lnTo>
                    <a:pt x="497141" y="0"/>
                  </a:lnTo>
                  <a:lnTo>
                    <a:pt x="497141" y="68732"/>
                  </a:lnTo>
                  <a:lnTo>
                    <a:pt x="569620" y="68732"/>
                  </a:lnTo>
                  <a:lnTo>
                    <a:pt x="569620" y="0"/>
                  </a:lnTo>
                  <a:close/>
                </a:path>
                <a:path w="2825115" h="777239">
                  <a:moveTo>
                    <a:pt x="652475" y="391236"/>
                  </a:moveTo>
                  <a:lnTo>
                    <a:pt x="579996" y="391236"/>
                  </a:lnTo>
                  <a:lnTo>
                    <a:pt x="579996" y="459955"/>
                  </a:lnTo>
                  <a:lnTo>
                    <a:pt x="652475" y="459955"/>
                  </a:lnTo>
                  <a:lnTo>
                    <a:pt x="652475" y="391236"/>
                  </a:lnTo>
                  <a:close/>
                </a:path>
                <a:path w="2825115" h="777239">
                  <a:moveTo>
                    <a:pt x="652475" y="312877"/>
                  </a:moveTo>
                  <a:lnTo>
                    <a:pt x="579996" y="312877"/>
                  </a:lnTo>
                  <a:lnTo>
                    <a:pt x="579996" y="381596"/>
                  </a:lnTo>
                  <a:lnTo>
                    <a:pt x="652475" y="381596"/>
                  </a:lnTo>
                  <a:lnTo>
                    <a:pt x="652475" y="312877"/>
                  </a:lnTo>
                  <a:close/>
                </a:path>
                <a:path w="2825115" h="777239">
                  <a:moveTo>
                    <a:pt x="652475" y="234556"/>
                  </a:moveTo>
                  <a:lnTo>
                    <a:pt x="579996" y="234556"/>
                  </a:lnTo>
                  <a:lnTo>
                    <a:pt x="579996" y="303276"/>
                  </a:lnTo>
                  <a:lnTo>
                    <a:pt x="652475" y="303276"/>
                  </a:lnTo>
                  <a:lnTo>
                    <a:pt x="652475" y="234556"/>
                  </a:lnTo>
                  <a:close/>
                </a:path>
                <a:path w="2825115" h="777239">
                  <a:moveTo>
                    <a:pt x="652475" y="156184"/>
                  </a:moveTo>
                  <a:lnTo>
                    <a:pt x="579996" y="156184"/>
                  </a:lnTo>
                  <a:lnTo>
                    <a:pt x="579996" y="224891"/>
                  </a:lnTo>
                  <a:lnTo>
                    <a:pt x="652475" y="224891"/>
                  </a:lnTo>
                  <a:lnTo>
                    <a:pt x="652475" y="156184"/>
                  </a:lnTo>
                  <a:close/>
                </a:path>
                <a:path w="2825115" h="777239">
                  <a:moveTo>
                    <a:pt x="652475" y="78359"/>
                  </a:moveTo>
                  <a:lnTo>
                    <a:pt x="579996" y="78359"/>
                  </a:lnTo>
                  <a:lnTo>
                    <a:pt x="579996" y="147091"/>
                  </a:lnTo>
                  <a:lnTo>
                    <a:pt x="652475" y="147091"/>
                  </a:lnTo>
                  <a:lnTo>
                    <a:pt x="652475" y="78359"/>
                  </a:lnTo>
                  <a:close/>
                </a:path>
                <a:path w="2825115" h="777239">
                  <a:moveTo>
                    <a:pt x="652475" y="0"/>
                  </a:moveTo>
                  <a:lnTo>
                    <a:pt x="579996" y="0"/>
                  </a:lnTo>
                  <a:lnTo>
                    <a:pt x="579996" y="68732"/>
                  </a:lnTo>
                  <a:lnTo>
                    <a:pt x="652475" y="68732"/>
                  </a:lnTo>
                  <a:lnTo>
                    <a:pt x="652475" y="0"/>
                  </a:lnTo>
                  <a:close/>
                </a:path>
                <a:path w="2825115" h="777239">
                  <a:moveTo>
                    <a:pt x="867041" y="234556"/>
                  </a:moveTo>
                  <a:lnTo>
                    <a:pt x="794575" y="234556"/>
                  </a:lnTo>
                  <a:lnTo>
                    <a:pt x="794575" y="303276"/>
                  </a:lnTo>
                  <a:lnTo>
                    <a:pt x="867041" y="303276"/>
                  </a:lnTo>
                  <a:lnTo>
                    <a:pt x="867041" y="234556"/>
                  </a:lnTo>
                  <a:close/>
                </a:path>
                <a:path w="2825115" h="777239">
                  <a:moveTo>
                    <a:pt x="867041" y="156184"/>
                  </a:moveTo>
                  <a:lnTo>
                    <a:pt x="794575" y="156184"/>
                  </a:lnTo>
                  <a:lnTo>
                    <a:pt x="794575" y="224891"/>
                  </a:lnTo>
                  <a:lnTo>
                    <a:pt x="867041" y="224891"/>
                  </a:lnTo>
                  <a:lnTo>
                    <a:pt x="867041" y="156184"/>
                  </a:lnTo>
                  <a:close/>
                </a:path>
                <a:path w="2825115" h="777239">
                  <a:moveTo>
                    <a:pt x="867041" y="78359"/>
                  </a:moveTo>
                  <a:lnTo>
                    <a:pt x="794575" y="78359"/>
                  </a:lnTo>
                  <a:lnTo>
                    <a:pt x="794575" y="147091"/>
                  </a:lnTo>
                  <a:lnTo>
                    <a:pt x="867041" y="147091"/>
                  </a:lnTo>
                  <a:lnTo>
                    <a:pt x="867041" y="78359"/>
                  </a:lnTo>
                  <a:close/>
                </a:path>
                <a:path w="2825115" h="777239">
                  <a:moveTo>
                    <a:pt x="867041" y="0"/>
                  </a:moveTo>
                  <a:lnTo>
                    <a:pt x="794575" y="0"/>
                  </a:lnTo>
                  <a:lnTo>
                    <a:pt x="794575" y="68732"/>
                  </a:lnTo>
                  <a:lnTo>
                    <a:pt x="867041" y="68732"/>
                  </a:lnTo>
                  <a:lnTo>
                    <a:pt x="867041" y="0"/>
                  </a:lnTo>
                  <a:close/>
                </a:path>
                <a:path w="2825115" h="777239">
                  <a:moveTo>
                    <a:pt x="949883" y="234556"/>
                  </a:moveTo>
                  <a:lnTo>
                    <a:pt x="877430" y="234556"/>
                  </a:lnTo>
                  <a:lnTo>
                    <a:pt x="877430" y="303276"/>
                  </a:lnTo>
                  <a:lnTo>
                    <a:pt x="949883" y="303276"/>
                  </a:lnTo>
                  <a:lnTo>
                    <a:pt x="949883" y="234556"/>
                  </a:lnTo>
                  <a:close/>
                </a:path>
                <a:path w="2825115" h="777239">
                  <a:moveTo>
                    <a:pt x="949883" y="156184"/>
                  </a:moveTo>
                  <a:lnTo>
                    <a:pt x="877430" y="156184"/>
                  </a:lnTo>
                  <a:lnTo>
                    <a:pt x="877430" y="224891"/>
                  </a:lnTo>
                  <a:lnTo>
                    <a:pt x="949883" y="224891"/>
                  </a:lnTo>
                  <a:lnTo>
                    <a:pt x="949883" y="156184"/>
                  </a:lnTo>
                  <a:close/>
                </a:path>
                <a:path w="2825115" h="777239">
                  <a:moveTo>
                    <a:pt x="949883" y="78359"/>
                  </a:moveTo>
                  <a:lnTo>
                    <a:pt x="877430" y="78359"/>
                  </a:lnTo>
                  <a:lnTo>
                    <a:pt x="877430" y="147091"/>
                  </a:lnTo>
                  <a:lnTo>
                    <a:pt x="949883" y="147091"/>
                  </a:lnTo>
                  <a:lnTo>
                    <a:pt x="949883" y="78359"/>
                  </a:lnTo>
                  <a:close/>
                </a:path>
                <a:path w="2825115" h="777239">
                  <a:moveTo>
                    <a:pt x="949883" y="0"/>
                  </a:moveTo>
                  <a:lnTo>
                    <a:pt x="877430" y="0"/>
                  </a:lnTo>
                  <a:lnTo>
                    <a:pt x="877430" y="68732"/>
                  </a:lnTo>
                  <a:lnTo>
                    <a:pt x="949883" y="68732"/>
                  </a:lnTo>
                  <a:lnTo>
                    <a:pt x="949883" y="0"/>
                  </a:lnTo>
                  <a:close/>
                </a:path>
                <a:path w="2825115" h="777239">
                  <a:moveTo>
                    <a:pt x="1032560" y="156184"/>
                  </a:moveTo>
                  <a:lnTo>
                    <a:pt x="960043" y="156184"/>
                  </a:lnTo>
                  <a:lnTo>
                    <a:pt x="960043" y="224891"/>
                  </a:lnTo>
                  <a:lnTo>
                    <a:pt x="1032560" y="224891"/>
                  </a:lnTo>
                  <a:lnTo>
                    <a:pt x="1032560" y="156184"/>
                  </a:lnTo>
                  <a:close/>
                </a:path>
                <a:path w="2825115" h="777239">
                  <a:moveTo>
                    <a:pt x="1032560" y="78359"/>
                  </a:moveTo>
                  <a:lnTo>
                    <a:pt x="960043" y="78359"/>
                  </a:lnTo>
                  <a:lnTo>
                    <a:pt x="960043" y="147091"/>
                  </a:lnTo>
                  <a:lnTo>
                    <a:pt x="1032560" y="147091"/>
                  </a:lnTo>
                  <a:lnTo>
                    <a:pt x="1032560" y="78359"/>
                  </a:lnTo>
                  <a:close/>
                </a:path>
                <a:path w="2825115" h="777239">
                  <a:moveTo>
                    <a:pt x="1032560" y="0"/>
                  </a:moveTo>
                  <a:lnTo>
                    <a:pt x="960043" y="0"/>
                  </a:lnTo>
                  <a:lnTo>
                    <a:pt x="960043" y="68732"/>
                  </a:lnTo>
                  <a:lnTo>
                    <a:pt x="1032560" y="68732"/>
                  </a:lnTo>
                  <a:lnTo>
                    <a:pt x="1032560" y="0"/>
                  </a:lnTo>
                  <a:close/>
                </a:path>
                <a:path w="2825115" h="777239">
                  <a:moveTo>
                    <a:pt x="1115568" y="78359"/>
                  </a:moveTo>
                  <a:lnTo>
                    <a:pt x="1043101" y="78359"/>
                  </a:lnTo>
                  <a:lnTo>
                    <a:pt x="1043101" y="147091"/>
                  </a:lnTo>
                  <a:lnTo>
                    <a:pt x="1115568" y="147091"/>
                  </a:lnTo>
                  <a:lnTo>
                    <a:pt x="1115568" y="78359"/>
                  </a:lnTo>
                  <a:close/>
                </a:path>
                <a:path w="2825115" h="777239">
                  <a:moveTo>
                    <a:pt x="1115568" y="0"/>
                  </a:moveTo>
                  <a:lnTo>
                    <a:pt x="1043101" y="0"/>
                  </a:lnTo>
                  <a:lnTo>
                    <a:pt x="1043101" y="68732"/>
                  </a:lnTo>
                  <a:lnTo>
                    <a:pt x="1115568" y="68732"/>
                  </a:lnTo>
                  <a:lnTo>
                    <a:pt x="1115568" y="0"/>
                  </a:lnTo>
                  <a:close/>
                </a:path>
                <a:path w="2825115" h="777239">
                  <a:moveTo>
                    <a:pt x="1198422" y="78359"/>
                  </a:moveTo>
                  <a:lnTo>
                    <a:pt x="1125956" y="78359"/>
                  </a:lnTo>
                  <a:lnTo>
                    <a:pt x="1125956" y="147091"/>
                  </a:lnTo>
                  <a:lnTo>
                    <a:pt x="1198422" y="147091"/>
                  </a:lnTo>
                  <a:lnTo>
                    <a:pt x="1198422" y="78359"/>
                  </a:lnTo>
                  <a:close/>
                </a:path>
                <a:path w="2825115" h="777239">
                  <a:moveTo>
                    <a:pt x="1198422" y="0"/>
                  </a:moveTo>
                  <a:lnTo>
                    <a:pt x="1125956" y="0"/>
                  </a:lnTo>
                  <a:lnTo>
                    <a:pt x="1125956" y="68732"/>
                  </a:lnTo>
                  <a:lnTo>
                    <a:pt x="1198422" y="68732"/>
                  </a:lnTo>
                  <a:lnTo>
                    <a:pt x="1198422" y="0"/>
                  </a:lnTo>
                  <a:close/>
                </a:path>
                <a:path w="2825115" h="777239">
                  <a:moveTo>
                    <a:pt x="1281049" y="78359"/>
                  </a:moveTo>
                  <a:lnTo>
                    <a:pt x="1208570" y="78359"/>
                  </a:lnTo>
                  <a:lnTo>
                    <a:pt x="1208570" y="147091"/>
                  </a:lnTo>
                  <a:lnTo>
                    <a:pt x="1281049" y="147091"/>
                  </a:lnTo>
                  <a:lnTo>
                    <a:pt x="1281049" y="78359"/>
                  </a:lnTo>
                  <a:close/>
                </a:path>
                <a:path w="2825115" h="777239">
                  <a:moveTo>
                    <a:pt x="1281049" y="0"/>
                  </a:moveTo>
                  <a:lnTo>
                    <a:pt x="1208570" y="0"/>
                  </a:lnTo>
                  <a:lnTo>
                    <a:pt x="1208570" y="68732"/>
                  </a:lnTo>
                  <a:lnTo>
                    <a:pt x="1281049" y="68732"/>
                  </a:lnTo>
                  <a:lnTo>
                    <a:pt x="1281049" y="0"/>
                  </a:lnTo>
                  <a:close/>
                </a:path>
                <a:path w="2825115" h="777239">
                  <a:moveTo>
                    <a:pt x="1364170" y="78359"/>
                  </a:moveTo>
                  <a:lnTo>
                    <a:pt x="1291666" y="78359"/>
                  </a:lnTo>
                  <a:lnTo>
                    <a:pt x="1291666" y="147091"/>
                  </a:lnTo>
                  <a:lnTo>
                    <a:pt x="1364170" y="147091"/>
                  </a:lnTo>
                  <a:lnTo>
                    <a:pt x="1364170" y="78359"/>
                  </a:lnTo>
                  <a:close/>
                </a:path>
                <a:path w="2825115" h="777239">
                  <a:moveTo>
                    <a:pt x="1364170" y="0"/>
                  </a:moveTo>
                  <a:lnTo>
                    <a:pt x="1291666" y="0"/>
                  </a:lnTo>
                  <a:lnTo>
                    <a:pt x="1291666" y="68732"/>
                  </a:lnTo>
                  <a:lnTo>
                    <a:pt x="1364170" y="68732"/>
                  </a:lnTo>
                  <a:lnTo>
                    <a:pt x="1364170" y="0"/>
                  </a:lnTo>
                  <a:close/>
                </a:path>
                <a:path w="2825115" h="777239">
                  <a:moveTo>
                    <a:pt x="1447025" y="78359"/>
                  </a:moveTo>
                  <a:lnTo>
                    <a:pt x="1374559" y="78359"/>
                  </a:lnTo>
                  <a:lnTo>
                    <a:pt x="1374559" y="147091"/>
                  </a:lnTo>
                  <a:lnTo>
                    <a:pt x="1447025" y="147091"/>
                  </a:lnTo>
                  <a:lnTo>
                    <a:pt x="1447025" y="78359"/>
                  </a:lnTo>
                  <a:close/>
                </a:path>
                <a:path w="2825115" h="777239">
                  <a:moveTo>
                    <a:pt x="1447025" y="0"/>
                  </a:moveTo>
                  <a:lnTo>
                    <a:pt x="1374559" y="0"/>
                  </a:lnTo>
                  <a:lnTo>
                    <a:pt x="1374559" y="68732"/>
                  </a:lnTo>
                  <a:lnTo>
                    <a:pt x="1447025" y="68732"/>
                  </a:lnTo>
                  <a:lnTo>
                    <a:pt x="1447025" y="0"/>
                  </a:lnTo>
                  <a:close/>
                </a:path>
                <a:path w="2825115" h="777239">
                  <a:moveTo>
                    <a:pt x="2825077" y="708215"/>
                  </a:moveTo>
                  <a:lnTo>
                    <a:pt x="2752610" y="708215"/>
                  </a:lnTo>
                  <a:lnTo>
                    <a:pt x="2752610" y="776935"/>
                  </a:lnTo>
                  <a:lnTo>
                    <a:pt x="2825077" y="776935"/>
                  </a:lnTo>
                  <a:lnTo>
                    <a:pt x="2825077" y="708215"/>
                  </a:lnTo>
                  <a:close/>
                </a:path>
                <a:path w="2825115" h="777239">
                  <a:moveTo>
                    <a:pt x="2825077" y="629843"/>
                  </a:moveTo>
                  <a:lnTo>
                    <a:pt x="2752610" y="629843"/>
                  </a:lnTo>
                  <a:lnTo>
                    <a:pt x="2752610" y="698576"/>
                  </a:lnTo>
                  <a:lnTo>
                    <a:pt x="2825077" y="698576"/>
                  </a:lnTo>
                  <a:lnTo>
                    <a:pt x="2825077" y="629843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 descr=""/>
            <p:cNvSpPr/>
            <p:nvPr/>
          </p:nvSpPr>
          <p:spPr>
            <a:xfrm>
              <a:off x="8834425" y="4013117"/>
              <a:ext cx="1443990" cy="460375"/>
            </a:xfrm>
            <a:custGeom>
              <a:avLst/>
              <a:gdLst/>
              <a:ahLst/>
              <a:cxnLst/>
              <a:rect l="l" t="t" r="r" b="b"/>
              <a:pathLst>
                <a:path w="1443990" h="460375">
                  <a:moveTo>
                    <a:pt x="72466" y="391236"/>
                  </a:moveTo>
                  <a:lnTo>
                    <a:pt x="0" y="391236"/>
                  </a:lnTo>
                  <a:lnTo>
                    <a:pt x="0" y="459955"/>
                  </a:lnTo>
                  <a:lnTo>
                    <a:pt x="72466" y="459955"/>
                  </a:lnTo>
                  <a:lnTo>
                    <a:pt x="72466" y="391236"/>
                  </a:lnTo>
                  <a:close/>
                </a:path>
                <a:path w="1443990" h="460375">
                  <a:moveTo>
                    <a:pt x="72466" y="312877"/>
                  </a:moveTo>
                  <a:lnTo>
                    <a:pt x="0" y="312877"/>
                  </a:lnTo>
                  <a:lnTo>
                    <a:pt x="0" y="381596"/>
                  </a:lnTo>
                  <a:lnTo>
                    <a:pt x="72466" y="381596"/>
                  </a:lnTo>
                  <a:lnTo>
                    <a:pt x="72466" y="312877"/>
                  </a:lnTo>
                  <a:close/>
                </a:path>
                <a:path w="1443990" h="460375">
                  <a:moveTo>
                    <a:pt x="155308" y="391236"/>
                  </a:moveTo>
                  <a:lnTo>
                    <a:pt x="82854" y="391236"/>
                  </a:lnTo>
                  <a:lnTo>
                    <a:pt x="82854" y="459955"/>
                  </a:lnTo>
                  <a:lnTo>
                    <a:pt x="155308" y="459955"/>
                  </a:lnTo>
                  <a:lnTo>
                    <a:pt x="155308" y="391236"/>
                  </a:lnTo>
                  <a:close/>
                </a:path>
                <a:path w="1443990" h="460375">
                  <a:moveTo>
                    <a:pt x="155308" y="312877"/>
                  </a:moveTo>
                  <a:lnTo>
                    <a:pt x="82854" y="312877"/>
                  </a:lnTo>
                  <a:lnTo>
                    <a:pt x="82854" y="381596"/>
                  </a:lnTo>
                  <a:lnTo>
                    <a:pt x="155308" y="381596"/>
                  </a:lnTo>
                  <a:lnTo>
                    <a:pt x="155308" y="312877"/>
                  </a:lnTo>
                  <a:close/>
                </a:path>
                <a:path w="1443990" h="460375">
                  <a:moveTo>
                    <a:pt x="237985" y="391236"/>
                  </a:moveTo>
                  <a:lnTo>
                    <a:pt x="165468" y="391236"/>
                  </a:lnTo>
                  <a:lnTo>
                    <a:pt x="165468" y="459955"/>
                  </a:lnTo>
                  <a:lnTo>
                    <a:pt x="237985" y="459955"/>
                  </a:lnTo>
                  <a:lnTo>
                    <a:pt x="237985" y="391236"/>
                  </a:lnTo>
                  <a:close/>
                </a:path>
                <a:path w="1443990" h="460375">
                  <a:moveTo>
                    <a:pt x="237985" y="312877"/>
                  </a:moveTo>
                  <a:lnTo>
                    <a:pt x="165468" y="312877"/>
                  </a:lnTo>
                  <a:lnTo>
                    <a:pt x="165468" y="381596"/>
                  </a:lnTo>
                  <a:lnTo>
                    <a:pt x="237985" y="381596"/>
                  </a:lnTo>
                  <a:lnTo>
                    <a:pt x="237985" y="312877"/>
                  </a:lnTo>
                  <a:close/>
                </a:path>
                <a:path w="1443990" h="460375">
                  <a:moveTo>
                    <a:pt x="237985" y="234556"/>
                  </a:moveTo>
                  <a:lnTo>
                    <a:pt x="165468" y="234556"/>
                  </a:lnTo>
                  <a:lnTo>
                    <a:pt x="165468" y="303276"/>
                  </a:lnTo>
                  <a:lnTo>
                    <a:pt x="237985" y="303276"/>
                  </a:lnTo>
                  <a:lnTo>
                    <a:pt x="237985" y="234556"/>
                  </a:lnTo>
                  <a:close/>
                </a:path>
                <a:path w="1443990" h="460375">
                  <a:moveTo>
                    <a:pt x="237985" y="156184"/>
                  </a:moveTo>
                  <a:lnTo>
                    <a:pt x="165468" y="156184"/>
                  </a:lnTo>
                  <a:lnTo>
                    <a:pt x="165468" y="224891"/>
                  </a:lnTo>
                  <a:lnTo>
                    <a:pt x="237985" y="224891"/>
                  </a:lnTo>
                  <a:lnTo>
                    <a:pt x="237985" y="156184"/>
                  </a:lnTo>
                  <a:close/>
                </a:path>
                <a:path w="1443990" h="460375">
                  <a:moveTo>
                    <a:pt x="320992" y="391236"/>
                  </a:moveTo>
                  <a:lnTo>
                    <a:pt x="248526" y="391236"/>
                  </a:lnTo>
                  <a:lnTo>
                    <a:pt x="248526" y="459955"/>
                  </a:lnTo>
                  <a:lnTo>
                    <a:pt x="320992" y="459955"/>
                  </a:lnTo>
                  <a:lnTo>
                    <a:pt x="320992" y="391236"/>
                  </a:lnTo>
                  <a:close/>
                </a:path>
                <a:path w="1443990" h="460375">
                  <a:moveTo>
                    <a:pt x="320992" y="312877"/>
                  </a:moveTo>
                  <a:lnTo>
                    <a:pt x="248526" y="312877"/>
                  </a:lnTo>
                  <a:lnTo>
                    <a:pt x="248526" y="381596"/>
                  </a:lnTo>
                  <a:lnTo>
                    <a:pt x="320992" y="381596"/>
                  </a:lnTo>
                  <a:lnTo>
                    <a:pt x="320992" y="312877"/>
                  </a:lnTo>
                  <a:close/>
                </a:path>
                <a:path w="1443990" h="460375">
                  <a:moveTo>
                    <a:pt x="320992" y="234556"/>
                  </a:moveTo>
                  <a:lnTo>
                    <a:pt x="248526" y="234556"/>
                  </a:lnTo>
                  <a:lnTo>
                    <a:pt x="248526" y="303276"/>
                  </a:lnTo>
                  <a:lnTo>
                    <a:pt x="320992" y="303276"/>
                  </a:lnTo>
                  <a:lnTo>
                    <a:pt x="320992" y="234556"/>
                  </a:lnTo>
                  <a:close/>
                </a:path>
                <a:path w="1443990" h="460375">
                  <a:moveTo>
                    <a:pt x="320992" y="156184"/>
                  </a:moveTo>
                  <a:lnTo>
                    <a:pt x="248526" y="156184"/>
                  </a:lnTo>
                  <a:lnTo>
                    <a:pt x="248526" y="224891"/>
                  </a:lnTo>
                  <a:lnTo>
                    <a:pt x="320992" y="224891"/>
                  </a:lnTo>
                  <a:lnTo>
                    <a:pt x="320992" y="156184"/>
                  </a:lnTo>
                  <a:close/>
                </a:path>
                <a:path w="1443990" h="460375">
                  <a:moveTo>
                    <a:pt x="403847" y="391236"/>
                  </a:moveTo>
                  <a:lnTo>
                    <a:pt x="331381" y="391236"/>
                  </a:lnTo>
                  <a:lnTo>
                    <a:pt x="331381" y="459955"/>
                  </a:lnTo>
                  <a:lnTo>
                    <a:pt x="403847" y="459955"/>
                  </a:lnTo>
                  <a:lnTo>
                    <a:pt x="403847" y="391236"/>
                  </a:lnTo>
                  <a:close/>
                </a:path>
                <a:path w="1443990" h="460375">
                  <a:moveTo>
                    <a:pt x="403847" y="312877"/>
                  </a:moveTo>
                  <a:lnTo>
                    <a:pt x="331381" y="312877"/>
                  </a:lnTo>
                  <a:lnTo>
                    <a:pt x="331381" y="381596"/>
                  </a:lnTo>
                  <a:lnTo>
                    <a:pt x="403847" y="381596"/>
                  </a:lnTo>
                  <a:lnTo>
                    <a:pt x="403847" y="312877"/>
                  </a:lnTo>
                  <a:close/>
                </a:path>
                <a:path w="1443990" h="460375">
                  <a:moveTo>
                    <a:pt x="403847" y="234556"/>
                  </a:moveTo>
                  <a:lnTo>
                    <a:pt x="331381" y="234556"/>
                  </a:lnTo>
                  <a:lnTo>
                    <a:pt x="331381" y="303276"/>
                  </a:lnTo>
                  <a:lnTo>
                    <a:pt x="403847" y="303276"/>
                  </a:lnTo>
                  <a:lnTo>
                    <a:pt x="403847" y="234556"/>
                  </a:lnTo>
                  <a:close/>
                </a:path>
                <a:path w="1443990" h="460375">
                  <a:moveTo>
                    <a:pt x="403847" y="156184"/>
                  </a:moveTo>
                  <a:lnTo>
                    <a:pt x="331381" y="156184"/>
                  </a:lnTo>
                  <a:lnTo>
                    <a:pt x="331381" y="224891"/>
                  </a:lnTo>
                  <a:lnTo>
                    <a:pt x="403847" y="224891"/>
                  </a:lnTo>
                  <a:lnTo>
                    <a:pt x="403847" y="156184"/>
                  </a:lnTo>
                  <a:close/>
                </a:path>
                <a:path w="1443990" h="460375">
                  <a:moveTo>
                    <a:pt x="486473" y="391236"/>
                  </a:moveTo>
                  <a:lnTo>
                    <a:pt x="413994" y="391236"/>
                  </a:lnTo>
                  <a:lnTo>
                    <a:pt x="413994" y="459955"/>
                  </a:lnTo>
                  <a:lnTo>
                    <a:pt x="486473" y="459955"/>
                  </a:lnTo>
                  <a:lnTo>
                    <a:pt x="486473" y="391236"/>
                  </a:lnTo>
                  <a:close/>
                </a:path>
                <a:path w="1443990" h="460375">
                  <a:moveTo>
                    <a:pt x="486473" y="312877"/>
                  </a:moveTo>
                  <a:lnTo>
                    <a:pt x="413994" y="312877"/>
                  </a:lnTo>
                  <a:lnTo>
                    <a:pt x="413994" y="381596"/>
                  </a:lnTo>
                  <a:lnTo>
                    <a:pt x="486473" y="381596"/>
                  </a:lnTo>
                  <a:lnTo>
                    <a:pt x="486473" y="312877"/>
                  </a:lnTo>
                  <a:close/>
                </a:path>
                <a:path w="1443990" h="460375">
                  <a:moveTo>
                    <a:pt x="486473" y="234556"/>
                  </a:moveTo>
                  <a:lnTo>
                    <a:pt x="413994" y="234556"/>
                  </a:lnTo>
                  <a:lnTo>
                    <a:pt x="413994" y="303276"/>
                  </a:lnTo>
                  <a:lnTo>
                    <a:pt x="486473" y="303276"/>
                  </a:lnTo>
                  <a:lnTo>
                    <a:pt x="486473" y="234556"/>
                  </a:lnTo>
                  <a:close/>
                </a:path>
                <a:path w="1443990" h="460375">
                  <a:moveTo>
                    <a:pt x="486473" y="156184"/>
                  </a:moveTo>
                  <a:lnTo>
                    <a:pt x="413994" y="156184"/>
                  </a:lnTo>
                  <a:lnTo>
                    <a:pt x="413994" y="224891"/>
                  </a:lnTo>
                  <a:lnTo>
                    <a:pt x="486473" y="224891"/>
                  </a:lnTo>
                  <a:lnTo>
                    <a:pt x="486473" y="156184"/>
                  </a:lnTo>
                  <a:close/>
                </a:path>
                <a:path w="1443990" h="460375">
                  <a:moveTo>
                    <a:pt x="569595" y="391236"/>
                  </a:moveTo>
                  <a:lnTo>
                    <a:pt x="497090" y="391236"/>
                  </a:lnTo>
                  <a:lnTo>
                    <a:pt x="497090" y="459955"/>
                  </a:lnTo>
                  <a:lnTo>
                    <a:pt x="569595" y="459955"/>
                  </a:lnTo>
                  <a:lnTo>
                    <a:pt x="569595" y="391236"/>
                  </a:lnTo>
                  <a:close/>
                </a:path>
                <a:path w="1443990" h="460375">
                  <a:moveTo>
                    <a:pt x="569595" y="312877"/>
                  </a:moveTo>
                  <a:lnTo>
                    <a:pt x="497090" y="312877"/>
                  </a:lnTo>
                  <a:lnTo>
                    <a:pt x="497090" y="381596"/>
                  </a:lnTo>
                  <a:lnTo>
                    <a:pt x="569595" y="381596"/>
                  </a:lnTo>
                  <a:lnTo>
                    <a:pt x="569595" y="312877"/>
                  </a:lnTo>
                  <a:close/>
                </a:path>
                <a:path w="1443990" h="460375">
                  <a:moveTo>
                    <a:pt x="569595" y="234556"/>
                  </a:moveTo>
                  <a:lnTo>
                    <a:pt x="497090" y="234556"/>
                  </a:lnTo>
                  <a:lnTo>
                    <a:pt x="497090" y="303276"/>
                  </a:lnTo>
                  <a:lnTo>
                    <a:pt x="569595" y="303276"/>
                  </a:lnTo>
                  <a:lnTo>
                    <a:pt x="569595" y="234556"/>
                  </a:lnTo>
                  <a:close/>
                </a:path>
                <a:path w="1443990" h="460375">
                  <a:moveTo>
                    <a:pt x="569595" y="156184"/>
                  </a:moveTo>
                  <a:lnTo>
                    <a:pt x="497090" y="156184"/>
                  </a:lnTo>
                  <a:lnTo>
                    <a:pt x="497090" y="224891"/>
                  </a:lnTo>
                  <a:lnTo>
                    <a:pt x="569595" y="224891"/>
                  </a:lnTo>
                  <a:lnTo>
                    <a:pt x="569595" y="156184"/>
                  </a:lnTo>
                  <a:close/>
                </a:path>
                <a:path w="1443990" h="460375">
                  <a:moveTo>
                    <a:pt x="652449" y="391236"/>
                  </a:moveTo>
                  <a:lnTo>
                    <a:pt x="579983" y="391236"/>
                  </a:lnTo>
                  <a:lnTo>
                    <a:pt x="579983" y="459955"/>
                  </a:lnTo>
                  <a:lnTo>
                    <a:pt x="652449" y="459955"/>
                  </a:lnTo>
                  <a:lnTo>
                    <a:pt x="652449" y="391236"/>
                  </a:lnTo>
                  <a:close/>
                </a:path>
                <a:path w="1443990" h="460375">
                  <a:moveTo>
                    <a:pt x="652449" y="312877"/>
                  </a:moveTo>
                  <a:lnTo>
                    <a:pt x="579983" y="312877"/>
                  </a:lnTo>
                  <a:lnTo>
                    <a:pt x="579983" y="381596"/>
                  </a:lnTo>
                  <a:lnTo>
                    <a:pt x="652449" y="381596"/>
                  </a:lnTo>
                  <a:lnTo>
                    <a:pt x="652449" y="312877"/>
                  </a:lnTo>
                  <a:close/>
                </a:path>
                <a:path w="1443990" h="460375">
                  <a:moveTo>
                    <a:pt x="652449" y="234556"/>
                  </a:moveTo>
                  <a:lnTo>
                    <a:pt x="579983" y="234556"/>
                  </a:lnTo>
                  <a:lnTo>
                    <a:pt x="579983" y="303276"/>
                  </a:lnTo>
                  <a:lnTo>
                    <a:pt x="652449" y="303276"/>
                  </a:lnTo>
                  <a:lnTo>
                    <a:pt x="652449" y="234556"/>
                  </a:lnTo>
                  <a:close/>
                </a:path>
                <a:path w="1443990" h="460375">
                  <a:moveTo>
                    <a:pt x="652449" y="156184"/>
                  </a:moveTo>
                  <a:lnTo>
                    <a:pt x="579983" y="156184"/>
                  </a:lnTo>
                  <a:lnTo>
                    <a:pt x="579983" y="224891"/>
                  </a:lnTo>
                  <a:lnTo>
                    <a:pt x="652449" y="224891"/>
                  </a:lnTo>
                  <a:lnTo>
                    <a:pt x="652449" y="156184"/>
                  </a:lnTo>
                  <a:close/>
                </a:path>
                <a:path w="1443990" h="460375">
                  <a:moveTo>
                    <a:pt x="863714" y="391236"/>
                  </a:moveTo>
                  <a:lnTo>
                    <a:pt x="791210" y="391236"/>
                  </a:lnTo>
                  <a:lnTo>
                    <a:pt x="791210" y="459955"/>
                  </a:lnTo>
                  <a:lnTo>
                    <a:pt x="863714" y="459955"/>
                  </a:lnTo>
                  <a:lnTo>
                    <a:pt x="863714" y="391236"/>
                  </a:lnTo>
                  <a:close/>
                </a:path>
                <a:path w="1443990" h="460375">
                  <a:moveTo>
                    <a:pt x="863714" y="312877"/>
                  </a:moveTo>
                  <a:lnTo>
                    <a:pt x="791210" y="312877"/>
                  </a:lnTo>
                  <a:lnTo>
                    <a:pt x="791210" y="381596"/>
                  </a:lnTo>
                  <a:lnTo>
                    <a:pt x="863714" y="381596"/>
                  </a:lnTo>
                  <a:lnTo>
                    <a:pt x="863714" y="312877"/>
                  </a:lnTo>
                  <a:close/>
                </a:path>
                <a:path w="1443990" h="460375">
                  <a:moveTo>
                    <a:pt x="863714" y="234556"/>
                  </a:moveTo>
                  <a:lnTo>
                    <a:pt x="791210" y="234556"/>
                  </a:lnTo>
                  <a:lnTo>
                    <a:pt x="791210" y="303276"/>
                  </a:lnTo>
                  <a:lnTo>
                    <a:pt x="863714" y="303276"/>
                  </a:lnTo>
                  <a:lnTo>
                    <a:pt x="863714" y="234556"/>
                  </a:lnTo>
                  <a:close/>
                </a:path>
                <a:path w="1443990" h="460375">
                  <a:moveTo>
                    <a:pt x="863714" y="156184"/>
                  </a:moveTo>
                  <a:lnTo>
                    <a:pt x="791210" y="156184"/>
                  </a:lnTo>
                  <a:lnTo>
                    <a:pt x="791210" y="224891"/>
                  </a:lnTo>
                  <a:lnTo>
                    <a:pt x="863714" y="224891"/>
                  </a:lnTo>
                  <a:lnTo>
                    <a:pt x="863714" y="156184"/>
                  </a:lnTo>
                  <a:close/>
                </a:path>
                <a:path w="1443990" h="460375">
                  <a:moveTo>
                    <a:pt x="863714" y="78359"/>
                  </a:moveTo>
                  <a:lnTo>
                    <a:pt x="791210" y="78359"/>
                  </a:lnTo>
                  <a:lnTo>
                    <a:pt x="791210" y="147091"/>
                  </a:lnTo>
                  <a:lnTo>
                    <a:pt x="863714" y="147091"/>
                  </a:lnTo>
                  <a:lnTo>
                    <a:pt x="863714" y="78359"/>
                  </a:lnTo>
                  <a:close/>
                </a:path>
                <a:path w="1443990" h="460375">
                  <a:moveTo>
                    <a:pt x="863714" y="0"/>
                  </a:moveTo>
                  <a:lnTo>
                    <a:pt x="791210" y="0"/>
                  </a:lnTo>
                  <a:lnTo>
                    <a:pt x="791210" y="68732"/>
                  </a:lnTo>
                  <a:lnTo>
                    <a:pt x="863714" y="68732"/>
                  </a:lnTo>
                  <a:lnTo>
                    <a:pt x="863714" y="0"/>
                  </a:lnTo>
                  <a:close/>
                </a:path>
                <a:path w="1443990" h="460375">
                  <a:moveTo>
                    <a:pt x="946594" y="391236"/>
                  </a:moveTo>
                  <a:lnTo>
                    <a:pt x="874115" y="391236"/>
                  </a:lnTo>
                  <a:lnTo>
                    <a:pt x="874115" y="459955"/>
                  </a:lnTo>
                  <a:lnTo>
                    <a:pt x="946594" y="459955"/>
                  </a:lnTo>
                  <a:lnTo>
                    <a:pt x="946594" y="391236"/>
                  </a:lnTo>
                  <a:close/>
                </a:path>
                <a:path w="1443990" h="460375">
                  <a:moveTo>
                    <a:pt x="946594" y="312877"/>
                  </a:moveTo>
                  <a:lnTo>
                    <a:pt x="874115" y="312877"/>
                  </a:lnTo>
                  <a:lnTo>
                    <a:pt x="874115" y="381596"/>
                  </a:lnTo>
                  <a:lnTo>
                    <a:pt x="946594" y="381596"/>
                  </a:lnTo>
                  <a:lnTo>
                    <a:pt x="946594" y="312877"/>
                  </a:lnTo>
                  <a:close/>
                </a:path>
                <a:path w="1443990" h="460375">
                  <a:moveTo>
                    <a:pt x="946594" y="234556"/>
                  </a:moveTo>
                  <a:lnTo>
                    <a:pt x="874115" y="234556"/>
                  </a:lnTo>
                  <a:lnTo>
                    <a:pt x="874115" y="303276"/>
                  </a:lnTo>
                  <a:lnTo>
                    <a:pt x="946594" y="303276"/>
                  </a:lnTo>
                  <a:lnTo>
                    <a:pt x="946594" y="234556"/>
                  </a:lnTo>
                  <a:close/>
                </a:path>
                <a:path w="1443990" h="460375">
                  <a:moveTo>
                    <a:pt x="946594" y="156184"/>
                  </a:moveTo>
                  <a:lnTo>
                    <a:pt x="874115" y="156184"/>
                  </a:lnTo>
                  <a:lnTo>
                    <a:pt x="874115" y="224891"/>
                  </a:lnTo>
                  <a:lnTo>
                    <a:pt x="946594" y="224891"/>
                  </a:lnTo>
                  <a:lnTo>
                    <a:pt x="946594" y="156184"/>
                  </a:lnTo>
                  <a:close/>
                </a:path>
                <a:path w="1443990" h="460375">
                  <a:moveTo>
                    <a:pt x="946594" y="78359"/>
                  </a:moveTo>
                  <a:lnTo>
                    <a:pt x="874115" y="78359"/>
                  </a:lnTo>
                  <a:lnTo>
                    <a:pt x="874115" y="147091"/>
                  </a:lnTo>
                  <a:lnTo>
                    <a:pt x="946594" y="147091"/>
                  </a:lnTo>
                  <a:lnTo>
                    <a:pt x="946594" y="78359"/>
                  </a:lnTo>
                  <a:close/>
                </a:path>
                <a:path w="1443990" h="460375">
                  <a:moveTo>
                    <a:pt x="946594" y="0"/>
                  </a:moveTo>
                  <a:lnTo>
                    <a:pt x="874115" y="0"/>
                  </a:lnTo>
                  <a:lnTo>
                    <a:pt x="874115" y="68732"/>
                  </a:lnTo>
                  <a:lnTo>
                    <a:pt x="946594" y="68732"/>
                  </a:lnTo>
                  <a:lnTo>
                    <a:pt x="946594" y="0"/>
                  </a:lnTo>
                  <a:close/>
                </a:path>
                <a:path w="1443990" h="460375">
                  <a:moveTo>
                    <a:pt x="1029208" y="391236"/>
                  </a:moveTo>
                  <a:lnTo>
                    <a:pt x="956729" y="391236"/>
                  </a:lnTo>
                  <a:lnTo>
                    <a:pt x="956729" y="459955"/>
                  </a:lnTo>
                  <a:lnTo>
                    <a:pt x="1029208" y="459955"/>
                  </a:lnTo>
                  <a:lnTo>
                    <a:pt x="1029208" y="391236"/>
                  </a:lnTo>
                  <a:close/>
                </a:path>
                <a:path w="1443990" h="460375">
                  <a:moveTo>
                    <a:pt x="1029208" y="312877"/>
                  </a:moveTo>
                  <a:lnTo>
                    <a:pt x="956729" y="312877"/>
                  </a:lnTo>
                  <a:lnTo>
                    <a:pt x="956729" y="381596"/>
                  </a:lnTo>
                  <a:lnTo>
                    <a:pt x="1029208" y="381596"/>
                  </a:lnTo>
                  <a:lnTo>
                    <a:pt x="1029208" y="312877"/>
                  </a:lnTo>
                  <a:close/>
                </a:path>
                <a:path w="1443990" h="460375">
                  <a:moveTo>
                    <a:pt x="1029208" y="234556"/>
                  </a:moveTo>
                  <a:lnTo>
                    <a:pt x="956729" y="234556"/>
                  </a:lnTo>
                  <a:lnTo>
                    <a:pt x="956729" y="303276"/>
                  </a:lnTo>
                  <a:lnTo>
                    <a:pt x="1029208" y="303276"/>
                  </a:lnTo>
                  <a:lnTo>
                    <a:pt x="1029208" y="234556"/>
                  </a:lnTo>
                  <a:close/>
                </a:path>
                <a:path w="1443990" h="460375">
                  <a:moveTo>
                    <a:pt x="1029208" y="156184"/>
                  </a:moveTo>
                  <a:lnTo>
                    <a:pt x="956729" y="156184"/>
                  </a:lnTo>
                  <a:lnTo>
                    <a:pt x="956729" y="224891"/>
                  </a:lnTo>
                  <a:lnTo>
                    <a:pt x="1029208" y="224891"/>
                  </a:lnTo>
                  <a:lnTo>
                    <a:pt x="1029208" y="156184"/>
                  </a:lnTo>
                  <a:close/>
                </a:path>
                <a:path w="1443990" h="460375">
                  <a:moveTo>
                    <a:pt x="1029208" y="78359"/>
                  </a:moveTo>
                  <a:lnTo>
                    <a:pt x="956729" y="78359"/>
                  </a:lnTo>
                  <a:lnTo>
                    <a:pt x="956729" y="147091"/>
                  </a:lnTo>
                  <a:lnTo>
                    <a:pt x="1029208" y="147091"/>
                  </a:lnTo>
                  <a:lnTo>
                    <a:pt x="1029208" y="78359"/>
                  </a:lnTo>
                  <a:close/>
                </a:path>
                <a:path w="1443990" h="460375">
                  <a:moveTo>
                    <a:pt x="1029208" y="0"/>
                  </a:moveTo>
                  <a:lnTo>
                    <a:pt x="956729" y="0"/>
                  </a:lnTo>
                  <a:lnTo>
                    <a:pt x="956729" y="68732"/>
                  </a:lnTo>
                  <a:lnTo>
                    <a:pt x="1029208" y="68732"/>
                  </a:lnTo>
                  <a:lnTo>
                    <a:pt x="1029208" y="0"/>
                  </a:lnTo>
                  <a:close/>
                </a:path>
                <a:path w="1443990" h="460375">
                  <a:moveTo>
                    <a:pt x="1112215" y="391236"/>
                  </a:moveTo>
                  <a:lnTo>
                    <a:pt x="1039736" y="391236"/>
                  </a:lnTo>
                  <a:lnTo>
                    <a:pt x="1039736" y="459955"/>
                  </a:lnTo>
                  <a:lnTo>
                    <a:pt x="1112215" y="459955"/>
                  </a:lnTo>
                  <a:lnTo>
                    <a:pt x="1112215" y="391236"/>
                  </a:lnTo>
                  <a:close/>
                </a:path>
                <a:path w="1443990" h="460375">
                  <a:moveTo>
                    <a:pt x="1112215" y="312877"/>
                  </a:moveTo>
                  <a:lnTo>
                    <a:pt x="1039736" y="312877"/>
                  </a:lnTo>
                  <a:lnTo>
                    <a:pt x="1039736" y="381596"/>
                  </a:lnTo>
                  <a:lnTo>
                    <a:pt x="1112215" y="381596"/>
                  </a:lnTo>
                  <a:lnTo>
                    <a:pt x="1112215" y="312877"/>
                  </a:lnTo>
                  <a:close/>
                </a:path>
                <a:path w="1443990" h="460375">
                  <a:moveTo>
                    <a:pt x="1112215" y="234556"/>
                  </a:moveTo>
                  <a:lnTo>
                    <a:pt x="1039736" y="234556"/>
                  </a:lnTo>
                  <a:lnTo>
                    <a:pt x="1039736" y="303276"/>
                  </a:lnTo>
                  <a:lnTo>
                    <a:pt x="1112215" y="303276"/>
                  </a:lnTo>
                  <a:lnTo>
                    <a:pt x="1112215" y="234556"/>
                  </a:lnTo>
                  <a:close/>
                </a:path>
                <a:path w="1443990" h="460375">
                  <a:moveTo>
                    <a:pt x="1112215" y="156184"/>
                  </a:moveTo>
                  <a:lnTo>
                    <a:pt x="1039736" y="156184"/>
                  </a:lnTo>
                  <a:lnTo>
                    <a:pt x="1039736" y="224891"/>
                  </a:lnTo>
                  <a:lnTo>
                    <a:pt x="1112215" y="224891"/>
                  </a:lnTo>
                  <a:lnTo>
                    <a:pt x="1112215" y="156184"/>
                  </a:lnTo>
                  <a:close/>
                </a:path>
                <a:path w="1443990" h="460375">
                  <a:moveTo>
                    <a:pt x="1112215" y="78359"/>
                  </a:moveTo>
                  <a:lnTo>
                    <a:pt x="1039736" y="78359"/>
                  </a:lnTo>
                  <a:lnTo>
                    <a:pt x="1039736" y="147091"/>
                  </a:lnTo>
                  <a:lnTo>
                    <a:pt x="1112215" y="147091"/>
                  </a:lnTo>
                  <a:lnTo>
                    <a:pt x="1112215" y="78359"/>
                  </a:lnTo>
                  <a:close/>
                </a:path>
                <a:path w="1443990" h="460375">
                  <a:moveTo>
                    <a:pt x="1112215" y="0"/>
                  </a:moveTo>
                  <a:lnTo>
                    <a:pt x="1039736" y="0"/>
                  </a:lnTo>
                  <a:lnTo>
                    <a:pt x="1039736" y="68732"/>
                  </a:lnTo>
                  <a:lnTo>
                    <a:pt x="1112215" y="68732"/>
                  </a:lnTo>
                  <a:lnTo>
                    <a:pt x="1112215" y="0"/>
                  </a:lnTo>
                  <a:close/>
                </a:path>
                <a:path w="1443990" h="460375">
                  <a:moveTo>
                    <a:pt x="1195095" y="391236"/>
                  </a:moveTo>
                  <a:lnTo>
                    <a:pt x="1122591" y="391236"/>
                  </a:lnTo>
                  <a:lnTo>
                    <a:pt x="1122591" y="459955"/>
                  </a:lnTo>
                  <a:lnTo>
                    <a:pt x="1195095" y="459955"/>
                  </a:lnTo>
                  <a:lnTo>
                    <a:pt x="1195095" y="391236"/>
                  </a:lnTo>
                  <a:close/>
                </a:path>
                <a:path w="1443990" h="460375">
                  <a:moveTo>
                    <a:pt x="1195095" y="312877"/>
                  </a:moveTo>
                  <a:lnTo>
                    <a:pt x="1122591" y="312877"/>
                  </a:lnTo>
                  <a:lnTo>
                    <a:pt x="1122591" y="381596"/>
                  </a:lnTo>
                  <a:lnTo>
                    <a:pt x="1195095" y="381596"/>
                  </a:lnTo>
                  <a:lnTo>
                    <a:pt x="1195095" y="312877"/>
                  </a:lnTo>
                  <a:close/>
                </a:path>
                <a:path w="1443990" h="460375">
                  <a:moveTo>
                    <a:pt x="1195095" y="234556"/>
                  </a:moveTo>
                  <a:lnTo>
                    <a:pt x="1122591" y="234556"/>
                  </a:lnTo>
                  <a:lnTo>
                    <a:pt x="1122591" y="303276"/>
                  </a:lnTo>
                  <a:lnTo>
                    <a:pt x="1195095" y="303276"/>
                  </a:lnTo>
                  <a:lnTo>
                    <a:pt x="1195095" y="234556"/>
                  </a:lnTo>
                  <a:close/>
                </a:path>
                <a:path w="1443990" h="460375">
                  <a:moveTo>
                    <a:pt x="1195095" y="156184"/>
                  </a:moveTo>
                  <a:lnTo>
                    <a:pt x="1122591" y="156184"/>
                  </a:lnTo>
                  <a:lnTo>
                    <a:pt x="1122591" y="224891"/>
                  </a:lnTo>
                  <a:lnTo>
                    <a:pt x="1195095" y="224891"/>
                  </a:lnTo>
                  <a:lnTo>
                    <a:pt x="1195095" y="156184"/>
                  </a:lnTo>
                  <a:close/>
                </a:path>
                <a:path w="1443990" h="460375">
                  <a:moveTo>
                    <a:pt x="1195095" y="78359"/>
                  </a:moveTo>
                  <a:lnTo>
                    <a:pt x="1122591" y="78359"/>
                  </a:lnTo>
                  <a:lnTo>
                    <a:pt x="1122591" y="147091"/>
                  </a:lnTo>
                  <a:lnTo>
                    <a:pt x="1195095" y="147091"/>
                  </a:lnTo>
                  <a:lnTo>
                    <a:pt x="1195095" y="78359"/>
                  </a:lnTo>
                  <a:close/>
                </a:path>
                <a:path w="1443990" h="460375">
                  <a:moveTo>
                    <a:pt x="1195095" y="0"/>
                  </a:moveTo>
                  <a:lnTo>
                    <a:pt x="1122591" y="0"/>
                  </a:lnTo>
                  <a:lnTo>
                    <a:pt x="1122591" y="68732"/>
                  </a:lnTo>
                  <a:lnTo>
                    <a:pt x="1195095" y="68732"/>
                  </a:lnTo>
                  <a:lnTo>
                    <a:pt x="1195095" y="0"/>
                  </a:lnTo>
                  <a:close/>
                </a:path>
                <a:path w="1443990" h="460375">
                  <a:moveTo>
                    <a:pt x="1277734" y="312877"/>
                  </a:moveTo>
                  <a:lnTo>
                    <a:pt x="1205217" y="312877"/>
                  </a:lnTo>
                  <a:lnTo>
                    <a:pt x="1205217" y="381596"/>
                  </a:lnTo>
                  <a:lnTo>
                    <a:pt x="1277734" y="381596"/>
                  </a:lnTo>
                  <a:lnTo>
                    <a:pt x="1277734" y="312877"/>
                  </a:lnTo>
                  <a:close/>
                </a:path>
                <a:path w="1443990" h="460375">
                  <a:moveTo>
                    <a:pt x="1277734" y="234556"/>
                  </a:moveTo>
                  <a:lnTo>
                    <a:pt x="1205217" y="234556"/>
                  </a:lnTo>
                  <a:lnTo>
                    <a:pt x="1205217" y="303276"/>
                  </a:lnTo>
                  <a:lnTo>
                    <a:pt x="1277734" y="303276"/>
                  </a:lnTo>
                  <a:lnTo>
                    <a:pt x="1277734" y="234556"/>
                  </a:lnTo>
                  <a:close/>
                </a:path>
                <a:path w="1443990" h="460375">
                  <a:moveTo>
                    <a:pt x="1277734" y="156184"/>
                  </a:moveTo>
                  <a:lnTo>
                    <a:pt x="1205217" y="156184"/>
                  </a:lnTo>
                  <a:lnTo>
                    <a:pt x="1205217" y="224891"/>
                  </a:lnTo>
                  <a:lnTo>
                    <a:pt x="1277734" y="224891"/>
                  </a:lnTo>
                  <a:lnTo>
                    <a:pt x="1277734" y="156184"/>
                  </a:lnTo>
                  <a:close/>
                </a:path>
                <a:path w="1443990" h="460375">
                  <a:moveTo>
                    <a:pt x="1277734" y="78359"/>
                  </a:moveTo>
                  <a:lnTo>
                    <a:pt x="1205217" y="78359"/>
                  </a:lnTo>
                  <a:lnTo>
                    <a:pt x="1205217" y="147091"/>
                  </a:lnTo>
                  <a:lnTo>
                    <a:pt x="1277734" y="147091"/>
                  </a:lnTo>
                  <a:lnTo>
                    <a:pt x="1277734" y="78359"/>
                  </a:lnTo>
                  <a:close/>
                </a:path>
                <a:path w="1443990" h="460375">
                  <a:moveTo>
                    <a:pt x="1277734" y="0"/>
                  </a:moveTo>
                  <a:lnTo>
                    <a:pt x="1205217" y="0"/>
                  </a:lnTo>
                  <a:lnTo>
                    <a:pt x="1205217" y="68732"/>
                  </a:lnTo>
                  <a:lnTo>
                    <a:pt x="1277734" y="68732"/>
                  </a:lnTo>
                  <a:lnTo>
                    <a:pt x="1277734" y="0"/>
                  </a:lnTo>
                  <a:close/>
                </a:path>
                <a:path w="1443990" h="460375">
                  <a:moveTo>
                    <a:pt x="1360830" y="234556"/>
                  </a:moveTo>
                  <a:lnTo>
                    <a:pt x="1288351" y="234556"/>
                  </a:lnTo>
                  <a:lnTo>
                    <a:pt x="1288351" y="303276"/>
                  </a:lnTo>
                  <a:lnTo>
                    <a:pt x="1360830" y="303276"/>
                  </a:lnTo>
                  <a:lnTo>
                    <a:pt x="1360830" y="234556"/>
                  </a:lnTo>
                  <a:close/>
                </a:path>
                <a:path w="1443990" h="460375">
                  <a:moveTo>
                    <a:pt x="1360830" y="156184"/>
                  </a:moveTo>
                  <a:lnTo>
                    <a:pt x="1288351" y="156184"/>
                  </a:lnTo>
                  <a:lnTo>
                    <a:pt x="1288351" y="224891"/>
                  </a:lnTo>
                  <a:lnTo>
                    <a:pt x="1360830" y="224891"/>
                  </a:lnTo>
                  <a:lnTo>
                    <a:pt x="1360830" y="156184"/>
                  </a:lnTo>
                  <a:close/>
                </a:path>
                <a:path w="1443990" h="460375">
                  <a:moveTo>
                    <a:pt x="1360830" y="78359"/>
                  </a:moveTo>
                  <a:lnTo>
                    <a:pt x="1288351" y="78359"/>
                  </a:lnTo>
                  <a:lnTo>
                    <a:pt x="1288351" y="147091"/>
                  </a:lnTo>
                  <a:lnTo>
                    <a:pt x="1360830" y="147091"/>
                  </a:lnTo>
                  <a:lnTo>
                    <a:pt x="1360830" y="78359"/>
                  </a:lnTo>
                  <a:close/>
                </a:path>
                <a:path w="1443990" h="460375">
                  <a:moveTo>
                    <a:pt x="1360830" y="0"/>
                  </a:moveTo>
                  <a:lnTo>
                    <a:pt x="1288351" y="0"/>
                  </a:lnTo>
                  <a:lnTo>
                    <a:pt x="1288351" y="68732"/>
                  </a:lnTo>
                  <a:lnTo>
                    <a:pt x="1360830" y="68732"/>
                  </a:lnTo>
                  <a:lnTo>
                    <a:pt x="1360830" y="0"/>
                  </a:lnTo>
                  <a:close/>
                </a:path>
                <a:path w="1443990" h="460375">
                  <a:moveTo>
                    <a:pt x="1443672" y="234556"/>
                  </a:moveTo>
                  <a:lnTo>
                    <a:pt x="1371206" y="234556"/>
                  </a:lnTo>
                  <a:lnTo>
                    <a:pt x="1371206" y="303276"/>
                  </a:lnTo>
                  <a:lnTo>
                    <a:pt x="1443672" y="303276"/>
                  </a:lnTo>
                  <a:lnTo>
                    <a:pt x="1443672" y="234556"/>
                  </a:lnTo>
                  <a:close/>
                </a:path>
                <a:path w="1443990" h="460375">
                  <a:moveTo>
                    <a:pt x="1443672" y="156184"/>
                  </a:moveTo>
                  <a:lnTo>
                    <a:pt x="1371206" y="156184"/>
                  </a:lnTo>
                  <a:lnTo>
                    <a:pt x="1371206" y="224891"/>
                  </a:lnTo>
                  <a:lnTo>
                    <a:pt x="1443672" y="224891"/>
                  </a:lnTo>
                  <a:lnTo>
                    <a:pt x="1443672" y="156184"/>
                  </a:lnTo>
                  <a:close/>
                </a:path>
                <a:path w="1443990" h="460375">
                  <a:moveTo>
                    <a:pt x="1443672" y="78359"/>
                  </a:moveTo>
                  <a:lnTo>
                    <a:pt x="1371206" y="78359"/>
                  </a:lnTo>
                  <a:lnTo>
                    <a:pt x="1371206" y="147091"/>
                  </a:lnTo>
                  <a:lnTo>
                    <a:pt x="1443672" y="147091"/>
                  </a:lnTo>
                  <a:lnTo>
                    <a:pt x="1443672" y="78359"/>
                  </a:lnTo>
                  <a:close/>
                </a:path>
                <a:path w="1443990" h="460375">
                  <a:moveTo>
                    <a:pt x="1443672" y="0"/>
                  </a:moveTo>
                  <a:lnTo>
                    <a:pt x="1371206" y="0"/>
                  </a:lnTo>
                  <a:lnTo>
                    <a:pt x="1371206" y="68732"/>
                  </a:lnTo>
                  <a:lnTo>
                    <a:pt x="1443672" y="68732"/>
                  </a:lnTo>
                  <a:lnTo>
                    <a:pt x="1443672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 descr=""/>
            <p:cNvSpPr/>
            <p:nvPr/>
          </p:nvSpPr>
          <p:spPr>
            <a:xfrm>
              <a:off x="10039642" y="4325994"/>
              <a:ext cx="238760" cy="147320"/>
            </a:xfrm>
            <a:custGeom>
              <a:avLst/>
              <a:gdLst/>
              <a:ahLst/>
              <a:cxnLst/>
              <a:rect l="l" t="t" r="r" b="b"/>
              <a:pathLst>
                <a:path w="238759" h="147320">
                  <a:moveTo>
                    <a:pt x="72517" y="78359"/>
                  </a:moveTo>
                  <a:lnTo>
                    <a:pt x="0" y="78359"/>
                  </a:lnTo>
                  <a:lnTo>
                    <a:pt x="0" y="147078"/>
                  </a:lnTo>
                  <a:lnTo>
                    <a:pt x="72517" y="147078"/>
                  </a:lnTo>
                  <a:lnTo>
                    <a:pt x="72517" y="78359"/>
                  </a:lnTo>
                  <a:close/>
                </a:path>
                <a:path w="238759" h="147320">
                  <a:moveTo>
                    <a:pt x="72517" y="0"/>
                  </a:moveTo>
                  <a:lnTo>
                    <a:pt x="0" y="0"/>
                  </a:lnTo>
                  <a:lnTo>
                    <a:pt x="0" y="68719"/>
                  </a:lnTo>
                  <a:lnTo>
                    <a:pt x="72517" y="68719"/>
                  </a:lnTo>
                  <a:lnTo>
                    <a:pt x="72517" y="0"/>
                  </a:lnTo>
                  <a:close/>
                </a:path>
                <a:path w="238759" h="147320">
                  <a:moveTo>
                    <a:pt x="155613" y="78359"/>
                  </a:moveTo>
                  <a:lnTo>
                    <a:pt x="83134" y="78359"/>
                  </a:lnTo>
                  <a:lnTo>
                    <a:pt x="83134" y="147078"/>
                  </a:lnTo>
                  <a:lnTo>
                    <a:pt x="155613" y="147078"/>
                  </a:lnTo>
                  <a:lnTo>
                    <a:pt x="155613" y="78359"/>
                  </a:lnTo>
                  <a:close/>
                </a:path>
                <a:path w="238759" h="147320">
                  <a:moveTo>
                    <a:pt x="155613" y="0"/>
                  </a:moveTo>
                  <a:lnTo>
                    <a:pt x="83134" y="0"/>
                  </a:lnTo>
                  <a:lnTo>
                    <a:pt x="83134" y="68719"/>
                  </a:lnTo>
                  <a:lnTo>
                    <a:pt x="155613" y="68719"/>
                  </a:lnTo>
                  <a:lnTo>
                    <a:pt x="155613" y="0"/>
                  </a:lnTo>
                  <a:close/>
                </a:path>
                <a:path w="238759" h="147320">
                  <a:moveTo>
                    <a:pt x="238455" y="78359"/>
                  </a:moveTo>
                  <a:lnTo>
                    <a:pt x="165989" y="78359"/>
                  </a:lnTo>
                  <a:lnTo>
                    <a:pt x="165989" y="147078"/>
                  </a:lnTo>
                  <a:lnTo>
                    <a:pt x="238455" y="147078"/>
                  </a:lnTo>
                  <a:lnTo>
                    <a:pt x="238455" y="78359"/>
                  </a:lnTo>
                  <a:close/>
                </a:path>
                <a:path w="238759" h="147320">
                  <a:moveTo>
                    <a:pt x="238455" y="0"/>
                  </a:moveTo>
                  <a:lnTo>
                    <a:pt x="165989" y="0"/>
                  </a:lnTo>
                  <a:lnTo>
                    <a:pt x="165989" y="68719"/>
                  </a:lnTo>
                  <a:lnTo>
                    <a:pt x="238455" y="68719"/>
                  </a:lnTo>
                  <a:lnTo>
                    <a:pt x="238455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 descr=""/>
            <p:cNvSpPr/>
            <p:nvPr/>
          </p:nvSpPr>
          <p:spPr>
            <a:xfrm>
              <a:off x="10354941" y="3742116"/>
              <a:ext cx="457834" cy="756285"/>
            </a:xfrm>
            <a:custGeom>
              <a:avLst/>
              <a:gdLst/>
              <a:ahLst/>
              <a:cxnLst/>
              <a:rect l="l" t="t" r="r" b="b"/>
              <a:pathLst>
                <a:path w="457834" h="756285">
                  <a:moveTo>
                    <a:pt x="457504" y="0"/>
                  </a:moveTo>
                  <a:lnTo>
                    <a:pt x="0" y="0"/>
                  </a:lnTo>
                  <a:lnTo>
                    <a:pt x="0" y="755662"/>
                  </a:lnTo>
                  <a:lnTo>
                    <a:pt x="457504" y="755662"/>
                  </a:lnTo>
                  <a:lnTo>
                    <a:pt x="457504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 descr=""/>
            <p:cNvSpPr/>
            <p:nvPr/>
          </p:nvSpPr>
          <p:spPr>
            <a:xfrm>
              <a:off x="10339988" y="3742116"/>
              <a:ext cx="487680" cy="26670"/>
            </a:xfrm>
            <a:custGeom>
              <a:avLst/>
              <a:gdLst/>
              <a:ahLst/>
              <a:cxnLst/>
              <a:rect l="l" t="t" r="r" b="b"/>
              <a:pathLst>
                <a:path w="487679" h="26670">
                  <a:moveTo>
                    <a:pt x="487419" y="0"/>
                  </a:moveTo>
                  <a:lnTo>
                    <a:pt x="0" y="0"/>
                  </a:lnTo>
                  <a:lnTo>
                    <a:pt x="0" y="26051"/>
                  </a:lnTo>
                  <a:lnTo>
                    <a:pt x="487419" y="26051"/>
                  </a:lnTo>
                  <a:lnTo>
                    <a:pt x="487419" y="0"/>
                  </a:lnTo>
                  <a:close/>
                </a:path>
              </a:pathLst>
            </a:custGeom>
            <a:solidFill>
              <a:srgbClr val="1DA2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 descr=""/>
            <p:cNvSpPr/>
            <p:nvPr/>
          </p:nvSpPr>
          <p:spPr>
            <a:xfrm>
              <a:off x="8149828" y="2351835"/>
              <a:ext cx="156845" cy="2146300"/>
            </a:xfrm>
            <a:custGeom>
              <a:avLst/>
              <a:gdLst/>
              <a:ahLst/>
              <a:cxnLst/>
              <a:rect l="l" t="t" r="r" b="b"/>
              <a:pathLst>
                <a:path w="156845" h="2146300">
                  <a:moveTo>
                    <a:pt x="130372" y="0"/>
                  </a:moveTo>
                  <a:lnTo>
                    <a:pt x="26062" y="0"/>
                  </a:lnTo>
                  <a:lnTo>
                    <a:pt x="0" y="2145945"/>
                  </a:lnTo>
                  <a:lnTo>
                    <a:pt x="156424" y="2145945"/>
                  </a:lnTo>
                  <a:lnTo>
                    <a:pt x="130372" y="0"/>
                  </a:lnTo>
                  <a:close/>
                </a:path>
              </a:pathLst>
            </a:custGeom>
            <a:solidFill>
              <a:srgbClr val="B9B9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 descr=""/>
            <p:cNvSpPr/>
            <p:nvPr/>
          </p:nvSpPr>
          <p:spPr>
            <a:xfrm>
              <a:off x="8153552" y="2365457"/>
              <a:ext cx="149225" cy="1823085"/>
            </a:xfrm>
            <a:custGeom>
              <a:avLst/>
              <a:gdLst/>
              <a:ahLst/>
              <a:cxnLst/>
              <a:rect l="l" t="t" r="r" b="b"/>
              <a:pathLst>
                <a:path w="149225" h="1823085">
                  <a:moveTo>
                    <a:pt x="130416" y="0"/>
                  </a:moveTo>
                  <a:lnTo>
                    <a:pt x="18554" y="0"/>
                  </a:lnTo>
                  <a:lnTo>
                    <a:pt x="18554" y="297573"/>
                  </a:lnTo>
                  <a:lnTo>
                    <a:pt x="130416" y="297573"/>
                  </a:lnTo>
                  <a:lnTo>
                    <a:pt x="130416" y="0"/>
                  </a:lnTo>
                  <a:close/>
                </a:path>
                <a:path w="149225" h="1823085">
                  <a:moveTo>
                    <a:pt x="139649" y="1059357"/>
                  </a:moveTo>
                  <a:lnTo>
                    <a:pt x="135039" y="678472"/>
                  </a:lnTo>
                  <a:lnTo>
                    <a:pt x="13931" y="678472"/>
                  </a:lnTo>
                  <a:lnTo>
                    <a:pt x="9271" y="1059357"/>
                  </a:lnTo>
                  <a:lnTo>
                    <a:pt x="139649" y="1059357"/>
                  </a:lnTo>
                  <a:close/>
                </a:path>
                <a:path w="149225" h="1823085">
                  <a:moveTo>
                    <a:pt x="148920" y="1822881"/>
                  </a:moveTo>
                  <a:lnTo>
                    <a:pt x="144310" y="1441958"/>
                  </a:lnTo>
                  <a:lnTo>
                    <a:pt x="4660" y="1441958"/>
                  </a:lnTo>
                  <a:lnTo>
                    <a:pt x="0" y="1822881"/>
                  </a:lnTo>
                  <a:lnTo>
                    <a:pt x="148920" y="18228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 descr=""/>
            <p:cNvSpPr/>
            <p:nvPr/>
          </p:nvSpPr>
          <p:spPr>
            <a:xfrm>
              <a:off x="8147558" y="2656249"/>
              <a:ext cx="161290" cy="1539240"/>
            </a:xfrm>
            <a:custGeom>
              <a:avLst/>
              <a:gdLst/>
              <a:ahLst/>
              <a:cxnLst/>
              <a:rect l="l" t="t" r="r" b="b"/>
              <a:pathLst>
                <a:path w="161290" h="1539239">
                  <a:moveTo>
                    <a:pt x="151104" y="761758"/>
                  </a:moveTo>
                  <a:lnTo>
                    <a:pt x="9817" y="761758"/>
                  </a:lnTo>
                  <a:lnTo>
                    <a:pt x="9817" y="775373"/>
                  </a:lnTo>
                  <a:lnTo>
                    <a:pt x="151104" y="775373"/>
                  </a:lnTo>
                  <a:lnTo>
                    <a:pt x="151104" y="761758"/>
                  </a:lnTo>
                  <a:close/>
                </a:path>
                <a:path w="161290" h="1539239">
                  <a:moveTo>
                    <a:pt x="151104" y="380873"/>
                  </a:moveTo>
                  <a:lnTo>
                    <a:pt x="9817" y="380873"/>
                  </a:lnTo>
                  <a:lnTo>
                    <a:pt x="9817" y="394474"/>
                  </a:lnTo>
                  <a:lnTo>
                    <a:pt x="151104" y="394474"/>
                  </a:lnTo>
                  <a:lnTo>
                    <a:pt x="151104" y="380873"/>
                  </a:lnTo>
                  <a:close/>
                </a:path>
                <a:path w="161290" h="1539239">
                  <a:moveTo>
                    <a:pt x="151104" y="0"/>
                  </a:moveTo>
                  <a:lnTo>
                    <a:pt x="9817" y="0"/>
                  </a:lnTo>
                  <a:lnTo>
                    <a:pt x="9817" y="13589"/>
                  </a:lnTo>
                  <a:lnTo>
                    <a:pt x="151104" y="13589"/>
                  </a:lnTo>
                  <a:lnTo>
                    <a:pt x="151104" y="0"/>
                  </a:lnTo>
                  <a:close/>
                </a:path>
                <a:path w="161290" h="1539239">
                  <a:moveTo>
                    <a:pt x="160921" y="1525257"/>
                  </a:moveTo>
                  <a:lnTo>
                    <a:pt x="0" y="1525257"/>
                  </a:lnTo>
                  <a:lnTo>
                    <a:pt x="0" y="1538884"/>
                  </a:lnTo>
                  <a:lnTo>
                    <a:pt x="160921" y="1538884"/>
                  </a:lnTo>
                  <a:lnTo>
                    <a:pt x="160921" y="1525257"/>
                  </a:lnTo>
                  <a:close/>
                </a:path>
                <a:path w="161290" h="1539239">
                  <a:moveTo>
                    <a:pt x="160921" y="1144358"/>
                  </a:moveTo>
                  <a:lnTo>
                    <a:pt x="0" y="1144358"/>
                  </a:lnTo>
                  <a:lnTo>
                    <a:pt x="0" y="1157960"/>
                  </a:lnTo>
                  <a:lnTo>
                    <a:pt x="160921" y="1157960"/>
                  </a:lnTo>
                  <a:lnTo>
                    <a:pt x="160921" y="1144358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 descr=""/>
            <p:cNvSpPr/>
            <p:nvPr/>
          </p:nvSpPr>
          <p:spPr>
            <a:xfrm>
              <a:off x="8157384" y="2298809"/>
              <a:ext cx="141605" cy="66675"/>
            </a:xfrm>
            <a:custGeom>
              <a:avLst/>
              <a:gdLst/>
              <a:ahLst/>
              <a:cxnLst/>
              <a:rect l="l" t="t" r="r" b="b"/>
              <a:pathLst>
                <a:path w="141604" h="66675">
                  <a:moveTo>
                    <a:pt x="141283" y="0"/>
                  </a:moveTo>
                  <a:lnTo>
                    <a:pt x="0" y="0"/>
                  </a:lnTo>
                  <a:lnTo>
                    <a:pt x="0" y="66636"/>
                  </a:lnTo>
                  <a:lnTo>
                    <a:pt x="141283" y="66636"/>
                  </a:lnTo>
                  <a:lnTo>
                    <a:pt x="141283" y="0"/>
                  </a:lnTo>
                  <a:close/>
                </a:path>
              </a:pathLst>
            </a:custGeom>
            <a:solidFill>
              <a:srgbClr val="1DA2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 descr=""/>
            <p:cNvSpPr/>
            <p:nvPr/>
          </p:nvSpPr>
          <p:spPr>
            <a:xfrm>
              <a:off x="8110422" y="4433906"/>
              <a:ext cx="235585" cy="64135"/>
            </a:xfrm>
            <a:custGeom>
              <a:avLst/>
              <a:gdLst/>
              <a:ahLst/>
              <a:cxnLst/>
              <a:rect l="l" t="t" r="r" b="b"/>
              <a:pathLst>
                <a:path w="235584" h="64135">
                  <a:moveTo>
                    <a:pt x="235238" y="0"/>
                  </a:moveTo>
                  <a:lnTo>
                    <a:pt x="0" y="0"/>
                  </a:lnTo>
                  <a:lnTo>
                    <a:pt x="0" y="63872"/>
                  </a:lnTo>
                  <a:lnTo>
                    <a:pt x="235238" y="63872"/>
                  </a:lnTo>
                  <a:lnTo>
                    <a:pt x="235238" y="0"/>
                  </a:lnTo>
                  <a:close/>
                </a:path>
              </a:pathLst>
            </a:custGeom>
            <a:solidFill>
              <a:srgbClr val="009E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 descr=""/>
            <p:cNvSpPr/>
            <p:nvPr/>
          </p:nvSpPr>
          <p:spPr>
            <a:xfrm>
              <a:off x="8720937" y="2351835"/>
              <a:ext cx="156845" cy="2146300"/>
            </a:xfrm>
            <a:custGeom>
              <a:avLst/>
              <a:gdLst/>
              <a:ahLst/>
              <a:cxnLst/>
              <a:rect l="l" t="t" r="r" b="b"/>
              <a:pathLst>
                <a:path w="156845" h="2146300">
                  <a:moveTo>
                    <a:pt x="130372" y="0"/>
                  </a:moveTo>
                  <a:lnTo>
                    <a:pt x="26103" y="0"/>
                  </a:lnTo>
                  <a:lnTo>
                    <a:pt x="0" y="2145945"/>
                  </a:lnTo>
                  <a:lnTo>
                    <a:pt x="156476" y="2145945"/>
                  </a:lnTo>
                  <a:lnTo>
                    <a:pt x="130372" y="0"/>
                  </a:lnTo>
                  <a:close/>
                </a:path>
              </a:pathLst>
            </a:custGeom>
            <a:solidFill>
              <a:srgbClr val="B9B9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 descr=""/>
            <p:cNvSpPr/>
            <p:nvPr/>
          </p:nvSpPr>
          <p:spPr>
            <a:xfrm>
              <a:off x="8724709" y="2365457"/>
              <a:ext cx="149225" cy="1823085"/>
            </a:xfrm>
            <a:custGeom>
              <a:avLst/>
              <a:gdLst/>
              <a:ahLst/>
              <a:cxnLst/>
              <a:rect l="l" t="t" r="r" b="b"/>
              <a:pathLst>
                <a:path w="149225" h="1823085">
                  <a:moveTo>
                    <a:pt x="130365" y="0"/>
                  </a:moveTo>
                  <a:lnTo>
                    <a:pt x="18542" y="0"/>
                  </a:lnTo>
                  <a:lnTo>
                    <a:pt x="18542" y="297573"/>
                  </a:lnTo>
                  <a:lnTo>
                    <a:pt x="130365" y="297573"/>
                  </a:lnTo>
                  <a:lnTo>
                    <a:pt x="130365" y="0"/>
                  </a:lnTo>
                  <a:close/>
                </a:path>
                <a:path w="149225" h="1823085">
                  <a:moveTo>
                    <a:pt x="139636" y="1059357"/>
                  </a:moveTo>
                  <a:lnTo>
                    <a:pt x="135039" y="678472"/>
                  </a:lnTo>
                  <a:lnTo>
                    <a:pt x="13881" y="678472"/>
                  </a:lnTo>
                  <a:lnTo>
                    <a:pt x="9271" y="1059357"/>
                  </a:lnTo>
                  <a:lnTo>
                    <a:pt x="139636" y="1059357"/>
                  </a:lnTo>
                  <a:close/>
                </a:path>
                <a:path w="149225" h="1823085">
                  <a:moveTo>
                    <a:pt x="148920" y="1822881"/>
                  </a:moveTo>
                  <a:lnTo>
                    <a:pt x="144297" y="1441958"/>
                  </a:lnTo>
                  <a:lnTo>
                    <a:pt x="4610" y="1441958"/>
                  </a:lnTo>
                  <a:lnTo>
                    <a:pt x="0" y="1822881"/>
                  </a:lnTo>
                  <a:lnTo>
                    <a:pt x="148920" y="18228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 descr=""/>
            <p:cNvSpPr/>
            <p:nvPr/>
          </p:nvSpPr>
          <p:spPr>
            <a:xfrm>
              <a:off x="8718689" y="2656249"/>
              <a:ext cx="161290" cy="1539240"/>
            </a:xfrm>
            <a:custGeom>
              <a:avLst/>
              <a:gdLst/>
              <a:ahLst/>
              <a:cxnLst/>
              <a:rect l="l" t="t" r="r" b="b"/>
              <a:pathLst>
                <a:path w="161290" h="1539239">
                  <a:moveTo>
                    <a:pt x="151117" y="761758"/>
                  </a:moveTo>
                  <a:lnTo>
                    <a:pt x="9842" y="761758"/>
                  </a:lnTo>
                  <a:lnTo>
                    <a:pt x="9842" y="775373"/>
                  </a:lnTo>
                  <a:lnTo>
                    <a:pt x="151117" y="775373"/>
                  </a:lnTo>
                  <a:lnTo>
                    <a:pt x="151117" y="761758"/>
                  </a:lnTo>
                  <a:close/>
                </a:path>
                <a:path w="161290" h="1539239">
                  <a:moveTo>
                    <a:pt x="151117" y="380873"/>
                  </a:moveTo>
                  <a:lnTo>
                    <a:pt x="9842" y="380873"/>
                  </a:lnTo>
                  <a:lnTo>
                    <a:pt x="9842" y="394474"/>
                  </a:lnTo>
                  <a:lnTo>
                    <a:pt x="151117" y="394474"/>
                  </a:lnTo>
                  <a:lnTo>
                    <a:pt x="151117" y="380873"/>
                  </a:lnTo>
                  <a:close/>
                </a:path>
                <a:path w="161290" h="1539239">
                  <a:moveTo>
                    <a:pt x="151117" y="0"/>
                  </a:moveTo>
                  <a:lnTo>
                    <a:pt x="9842" y="0"/>
                  </a:lnTo>
                  <a:lnTo>
                    <a:pt x="9842" y="13589"/>
                  </a:lnTo>
                  <a:lnTo>
                    <a:pt x="151117" y="13589"/>
                  </a:lnTo>
                  <a:lnTo>
                    <a:pt x="151117" y="0"/>
                  </a:lnTo>
                  <a:close/>
                </a:path>
                <a:path w="161290" h="1539239">
                  <a:moveTo>
                    <a:pt x="160934" y="1525257"/>
                  </a:moveTo>
                  <a:lnTo>
                    <a:pt x="0" y="1525257"/>
                  </a:lnTo>
                  <a:lnTo>
                    <a:pt x="0" y="1538884"/>
                  </a:lnTo>
                  <a:lnTo>
                    <a:pt x="160934" y="1538884"/>
                  </a:lnTo>
                  <a:lnTo>
                    <a:pt x="160934" y="1525257"/>
                  </a:lnTo>
                  <a:close/>
                </a:path>
                <a:path w="161290" h="1539239">
                  <a:moveTo>
                    <a:pt x="160934" y="1144358"/>
                  </a:moveTo>
                  <a:lnTo>
                    <a:pt x="0" y="1144358"/>
                  </a:lnTo>
                  <a:lnTo>
                    <a:pt x="0" y="1157960"/>
                  </a:lnTo>
                  <a:lnTo>
                    <a:pt x="160934" y="1157960"/>
                  </a:lnTo>
                  <a:lnTo>
                    <a:pt x="160934" y="1144358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 descr=""/>
            <p:cNvSpPr/>
            <p:nvPr/>
          </p:nvSpPr>
          <p:spPr>
            <a:xfrm>
              <a:off x="8728540" y="2298809"/>
              <a:ext cx="141605" cy="66675"/>
            </a:xfrm>
            <a:custGeom>
              <a:avLst/>
              <a:gdLst/>
              <a:ahLst/>
              <a:cxnLst/>
              <a:rect l="l" t="t" r="r" b="b"/>
              <a:pathLst>
                <a:path w="141604" h="66675">
                  <a:moveTo>
                    <a:pt x="141273" y="0"/>
                  </a:moveTo>
                  <a:lnTo>
                    <a:pt x="0" y="0"/>
                  </a:lnTo>
                  <a:lnTo>
                    <a:pt x="0" y="66636"/>
                  </a:lnTo>
                  <a:lnTo>
                    <a:pt x="141273" y="66636"/>
                  </a:lnTo>
                  <a:lnTo>
                    <a:pt x="141273" y="0"/>
                  </a:lnTo>
                  <a:close/>
                </a:path>
              </a:pathLst>
            </a:custGeom>
            <a:solidFill>
              <a:srgbClr val="1DA2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 descr=""/>
            <p:cNvSpPr/>
            <p:nvPr/>
          </p:nvSpPr>
          <p:spPr>
            <a:xfrm>
              <a:off x="8681578" y="4433906"/>
              <a:ext cx="235585" cy="64135"/>
            </a:xfrm>
            <a:custGeom>
              <a:avLst/>
              <a:gdLst/>
              <a:ahLst/>
              <a:cxnLst/>
              <a:rect l="l" t="t" r="r" b="b"/>
              <a:pathLst>
                <a:path w="235584" h="64135">
                  <a:moveTo>
                    <a:pt x="235176" y="0"/>
                  </a:moveTo>
                  <a:lnTo>
                    <a:pt x="0" y="0"/>
                  </a:lnTo>
                  <a:lnTo>
                    <a:pt x="0" y="63872"/>
                  </a:lnTo>
                  <a:lnTo>
                    <a:pt x="235176" y="63872"/>
                  </a:lnTo>
                  <a:lnTo>
                    <a:pt x="235176" y="0"/>
                  </a:lnTo>
                  <a:close/>
                </a:path>
              </a:pathLst>
            </a:custGeom>
            <a:solidFill>
              <a:srgbClr val="009E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 descr=""/>
            <p:cNvSpPr/>
            <p:nvPr/>
          </p:nvSpPr>
          <p:spPr>
            <a:xfrm>
              <a:off x="8216950" y="2122849"/>
              <a:ext cx="931544" cy="156845"/>
            </a:xfrm>
            <a:custGeom>
              <a:avLst/>
              <a:gdLst/>
              <a:ahLst/>
              <a:cxnLst/>
              <a:rect l="l" t="t" r="r" b="b"/>
              <a:pathLst>
                <a:path w="931545" h="156844">
                  <a:moveTo>
                    <a:pt x="364807" y="10833"/>
                  </a:moveTo>
                  <a:lnTo>
                    <a:pt x="364769" y="7124"/>
                  </a:lnTo>
                  <a:lnTo>
                    <a:pt x="357644" y="0"/>
                  </a:lnTo>
                  <a:lnTo>
                    <a:pt x="341769" y="0"/>
                  </a:lnTo>
                  <a:lnTo>
                    <a:pt x="335788" y="4546"/>
                  </a:lnTo>
                  <a:lnTo>
                    <a:pt x="333654" y="10833"/>
                  </a:lnTo>
                  <a:lnTo>
                    <a:pt x="329514" y="7645"/>
                  </a:lnTo>
                  <a:lnTo>
                    <a:pt x="324332" y="5778"/>
                  </a:lnTo>
                  <a:lnTo>
                    <a:pt x="318719" y="5778"/>
                  </a:lnTo>
                  <a:lnTo>
                    <a:pt x="310667" y="7124"/>
                  </a:lnTo>
                  <a:lnTo>
                    <a:pt x="303733" y="10845"/>
                  </a:lnTo>
                  <a:lnTo>
                    <a:pt x="298361" y="16522"/>
                  </a:lnTo>
                  <a:lnTo>
                    <a:pt x="295008" y="23685"/>
                  </a:lnTo>
                  <a:lnTo>
                    <a:pt x="290728" y="16421"/>
                  </a:lnTo>
                  <a:lnTo>
                    <a:pt x="282867" y="11582"/>
                  </a:lnTo>
                  <a:lnTo>
                    <a:pt x="280174" y="11582"/>
                  </a:lnTo>
                  <a:lnTo>
                    <a:pt x="280174" y="59982"/>
                  </a:lnTo>
                  <a:lnTo>
                    <a:pt x="280085" y="60325"/>
                  </a:lnTo>
                  <a:lnTo>
                    <a:pt x="279920" y="60020"/>
                  </a:lnTo>
                  <a:lnTo>
                    <a:pt x="280174" y="59982"/>
                  </a:lnTo>
                  <a:lnTo>
                    <a:pt x="280174" y="11582"/>
                  </a:lnTo>
                  <a:lnTo>
                    <a:pt x="273850" y="11582"/>
                  </a:lnTo>
                  <a:lnTo>
                    <a:pt x="266827" y="12598"/>
                  </a:lnTo>
                  <a:lnTo>
                    <a:pt x="260591" y="15443"/>
                  </a:lnTo>
                  <a:lnTo>
                    <a:pt x="255447" y="19812"/>
                  </a:lnTo>
                  <a:lnTo>
                    <a:pt x="251675" y="25425"/>
                  </a:lnTo>
                  <a:lnTo>
                    <a:pt x="246214" y="16052"/>
                  </a:lnTo>
                  <a:lnTo>
                    <a:pt x="238328" y="8686"/>
                  </a:lnTo>
                  <a:lnTo>
                    <a:pt x="228536" y="3873"/>
                  </a:lnTo>
                  <a:lnTo>
                    <a:pt x="217373" y="2159"/>
                  </a:lnTo>
                  <a:lnTo>
                    <a:pt x="205752" y="4025"/>
                  </a:lnTo>
                  <a:lnTo>
                    <a:pt x="195630" y="9232"/>
                  </a:lnTo>
                  <a:lnTo>
                    <a:pt x="187655" y="17183"/>
                  </a:lnTo>
                  <a:lnTo>
                    <a:pt x="182397" y="27266"/>
                  </a:lnTo>
                  <a:lnTo>
                    <a:pt x="176618" y="19964"/>
                  </a:lnTo>
                  <a:lnTo>
                    <a:pt x="169202" y="14312"/>
                  </a:lnTo>
                  <a:lnTo>
                    <a:pt x="160477" y="10680"/>
                  </a:lnTo>
                  <a:lnTo>
                    <a:pt x="150787" y="9398"/>
                  </a:lnTo>
                  <a:lnTo>
                    <a:pt x="141046" y="10693"/>
                  </a:lnTo>
                  <a:lnTo>
                    <a:pt x="132270" y="14363"/>
                  </a:lnTo>
                  <a:lnTo>
                    <a:pt x="124815" y="20053"/>
                  </a:lnTo>
                  <a:lnTo>
                    <a:pt x="119037" y="27419"/>
                  </a:lnTo>
                  <a:lnTo>
                    <a:pt x="113284" y="21196"/>
                  </a:lnTo>
                  <a:lnTo>
                    <a:pt x="106222" y="16421"/>
                  </a:lnTo>
                  <a:lnTo>
                    <a:pt x="98107" y="13373"/>
                  </a:lnTo>
                  <a:lnTo>
                    <a:pt x="89217" y="12293"/>
                  </a:lnTo>
                  <a:lnTo>
                    <a:pt x="74866" y="15201"/>
                  </a:lnTo>
                  <a:lnTo>
                    <a:pt x="63131" y="23114"/>
                  </a:lnTo>
                  <a:lnTo>
                    <a:pt x="55232" y="34848"/>
                  </a:lnTo>
                  <a:lnTo>
                    <a:pt x="52336" y="49225"/>
                  </a:lnTo>
                  <a:lnTo>
                    <a:pt x="42748" y="51168"/>
                  </a:lnTo>
                  <a:lnTo>
                    <a:pt x="34912" y="56438"/>
                  </a:lnTo>
                  <a:lnTo>
                    <a:pt x="29629" y="64249"/>
                  </a:lnTo>
                  <a:lnTo>
                    <a:pt x="27698" y="73812"/>
                  </a:lnTo>
                  <a:lnTo>
                    <a:pt x="27698" y="76885"/>
                  </a:lnTo>
                  <a:lnTo>
                    <a:pt x="28295" y="79832"/>
                  </a:lnTo>
                  <a:lnTo>
                    <a:pt x="29324" y="82575"/>
                  </a:lnTo>
                  <a:lnTo>
                    <a:pt x="28257" y="82499"/>
                  </a:lnTo>
                  <a:lnTo>
                    <a:pt x="27698" y="82499"/>
                  </a:lnTo>
                  <a:lnTo>
                    <a:pt x="18135" y="84429"/>
                  </a:lnTo>
                  <a:lnTo>
                    <a:pt x="10312" y="89712"/>
                  </a:lnTo>
                  <a:lnTo>
                    <a:pt x="5041" y="97536"/>
                  </a:lnTo>
                  <a:lnTo>
                    <a:pt x="3225" y="106540"/>
                  </a:lnTo>
                  <a:lnTo>
                    <a:pt x="3111" y="113068"/>
                  </a:lnTo>
                  <a:lnTo>
                    <a:pt x="5219" y="118478"/>
                  </a:lnTo>
                  <a:lnTo>
                    <a:pt x="8686" y="122732"/>
                  </a:lnTo>
                  <a:lnTo>
                    <a:pt x="3543" y="125399"/>
                  </a:lnTo>
                  <a:lnTo>
                    <a:pt x="0" y="130771"/>
                  </a:lnTo>
                  <a:lnTo>
                    <a:pt x="0" y="145808"/>
                  </a:lnTo>
                  <a:lnTo>
                    <a:pt x="7162" y="152971"/>
                  </a:lnTo>
                  <a:lnTo>
                    <a:pt x="24879" y="152971"/>
                  </a:lnTo>
                  <a:lnTo>
                    <a:pt x="32042" y="145808"/>
                  </a:lnTo>
                  <a:lnTo>
                    <a:pt x="32042" y="135026"/>
                  </a:lnTo>
                  <a:lnTo>
                    <a:pt x="31673" y="133210"/>
                  </a:lnTo>
                  <a:lnTo>
                    <a:pt x="31076" y="131483"/>
                  </a:lnTo>
                  <a:lnTo>
                    <a:pt x="39484" y="130340"/>
                  </a:lnTo>
                  <a:lnTo>
                    <a:pt x="46520" y="124955"/>
                  </a:lnTo>
                  <a:lnTo>
                    <a:pt x="50025" y="117551"/>
                  </a:lnTo>
                  <a:lnTo>
                    <a:pt x="54495" y="123520"/>
                  </a:lnTo>
                  <a:lnTo>
                    <a:pt x="61658" y="127393"/>
                  </a:lnTo>
                  <a:lnTo>
                    <a:pt x="69684" y="127393"/>
                  </a:lnTo>
                  <a:lnTo>
                    <a:pt x="77698" y="126060"/>
                  </a:lnTo>
                  <a:lnTo>
                    <a:pt x="84620" y="122351"/>
                  </a:lnTo>
                  <a:lnTo>
                    <a:pt x="89179" y="117551"/>
                  </a:lnTo>
                  <a:lnTo>
                    <a:pt x="89979" y="116713"/>
                  </a:lnTo>
                  <a:lnTo>
                    <a:pt x="93357" y="109601"/>
                  </a:lnTo>
                  <a:lnTo>
                    <a:pt x="99060" y="117729"/>
                  </a:lnTo>
                  <a:lnTo>
                    <a:pt x="106692" y="124040"/>
                  </a:lnTo>
                  <a:lnTo>
                    <a:pt x="115862" y="128130"/>
                  </a:lnTo>
                  <a:lnTo>
                    <a:pt x="126149" y="129578"/>
                  </a:lnTo>
                  <a:lnTo>
                    <a:pt x="138150" y="127584"/>
                  </a:lnTo>
                  <a:lnTo>
                    <a:pt x="148501" y="122047"/>
                  </a:lnTo>
                  <a:lnTo>
                    <a:pt x="156540" y="113626"/>
                  </a:lnTo>
                  <a:lnTo>
                    <a:pt x="158457" y="109601"/>
                  </a:lnTo>
                  <a:lnTo>
                    <a:pt x="161607" y="102997"/>
                  </a:lnTo>
                  <a:lnTo>
                    <a:pt x="167373" y="109169"/>
                  </a:lnTo>
                  <a:lnTo>
                    <a:pt x="174409" y="113906"/>
                  </a:lnTo>
                  <a:lnTo>
                    <a:pt x="182473" y="116928"/>
                  </a:lnTo>
                  <a:lnTo>
                    <a:pt x="191300" y="118008"/>
                  </a:lnTo>
                  <a:lnTo>
                    <a:pt x="200304" y="116903"/>
                  </a:lnTo>
                  <a:lnTo>
                    <a:pt x="208495" y="113766"/>
                  </a:lnTo>
                  <a:lnTo>
                    <a:pt x="215607" y="108864"/>
                  </a:lnTo>
                  <a:lnTo>
                    <a:pt x="220916" y="102997"/>
                  </a:lnTo>
                  <a:lnTo>
                    <a:pt x="221386" y="102476"/>
                  </a:lnTo>
                  <a:lnTo>
                    <a:pt x="226695" y="106540"/>
                  </a:lnTo>
                  <a:lnTo>
                    <a:pt x="232727" y="109601"/>
                  </a:lnTo>
                  <a:lnTo>
                    <a:pt x="239293" y="111518"/>
                  </a:lnTo>
                  <a:lnTo>
                    <a:pt x="246341" y="112191"/>
                  </a:lnTo>
                  <a:lnTo>
                    <a:pt x="260134" y="109524"/>
                  </a:lnTo>
                  <a:lnTo>
                    <a:pt x="271157" y="102476"/>
                  </a:lnTo>
                  <a:lnTo>
                    <a:pt x="271564" y="102209"/>
                  </a:lnTo>
                  <a:lnTo>
                    <a:pt x="279590" y="91300"/>
                  </a:lnTo>
                  <a:lnTo>
                    <a:pt x="281901" y="82575"/>
                  </a:lnTo>
                  <a:lnTo>
                    <a:pt x="283159" y="77851"/>
                  </a:lnTo>
                  <a:lnTo>
                    <a:pt x="287451" y="84963"/>
                  </a:lnTo>
                  <a:lnTo>
                    <a:pt x="295287" y="89738"/>
                  </a:lnTo>
                  <a:lnTo>
                    <a:pt x="304241" y="89738"/>
                  </a:lnTo>
                  <a:lnTo>
                    <a:pt x="313817" y="87807"/>
                  </a:lnTo>
                  <a:lnTo>
                    <a:pt x="321564" y="82575"/>
                  </a:lnTo>
                  <a:lnTo>
                    <a:pt x="324789" y="77851"/>
                  </a:lnTo>
                  <a:lnTo>
                    <a:pt x="326910" y="74714"/>
                  </a:lnTo>
                  <a:lnTo>
                    <a:pt x="328841" y="65151"/>
                  </a:lnTo>
                  <a:lnTo>
                    <a:pt x="328841" y="61087"/>
                  </a:lnTo>
                  <a:lnTo>
                    <a:pt x="328650" y="60325"/>
                  </a:lnTo>
                  <a:lnTo>
                    <a:pt x="328561" y="59982"/>
                  </a:lnTo>
                  <a:lnTo>
                    <a:pt x="327850" y="57226"/>
                  </a:lnTo>
                  <a:lnTo>
                    <a:pt x="326123" y="53848"/>
                  </a:lnTo>
                  <a:lnTo>
                    <a:pt x="331419" y="52171"/>
                  </a:lnTo>
                  <a:lnTo>
                    <a:pt x="336003" y="48755"/>
                  </a:lnTo>
                  <a:lnTo>
                    <a:pt x="339064" y="44221"/>
                  </a:lnTo>
                  <a:lnTo>
                    <a:pt x="340017" y="44411"/>
                  </a:lnTo>
                  <a:lnTo>
                    <a:pt x="340969" y="44488"/>
                  </a:lnTo>
                  <a:lnTo>
                    <a:pt x="350608" y="44488"/>
                  </a:lnTo>
                  <a:lnTo>
                    <a:pt x="350875" y="44221"/>
                  </a:lnTo>
                  <a:lnTo>
                    <a:pt x="357644" y="37693"/>
                  </a:lnTo>
                  <a:lnTo>
                    <a:pt x="357962" y="29133"/>
                  </a:lnTo>
                  <a:lnTo>
                    <a:pt x="360400" y="27419"/>
                  </a:lnTo>
                  <a:lnTo>
                    <a:pt x="360616" y="27266"/>
                  </a:lnTo>
                  <a:lnTo>
                    <a:pt x="362102" y="26225"/>
                  </a:lnTo>
                  <a:lnTo>
                    <a:pt x="362546" y="25425"/>
                  </a:lnTo>
                  <a:lnTo>
                    <a:pt x="363537" y="23685"/>
                  </a:lnTo>
                  <a:lnTo>
                    <a:pt x="364807" y="21412"/>
                  </a:lnTo>
                  <a:lnTo>
                    <a:pt x="364807" y="10833"/>
                  </a:lnTo>
                  <a:close/>
                </a:path>
                <a:path w="931545" h="156844">
                  <a:moveTo>
                    <a:pt x="931024" y="10426"/>
                  </a:moveTo>
                  <a:lnTo>
                    <a:pt x="923823" y="3263"/>
                  </a:lnTo>
                  <a:lnTo>
                    <a:pt x="907935" y="3263"/>
                  </a:lnTo>
                  <a:lnTo>
                    <a:pt x="901966" y="7810"/>
                  </a:lnTo>
                  <a:lnTo>
                    <a:pt x="899820" y="14135"/>
                  </a:lnTo>
                  <a:lnTo>
                    <a:pt x="895692" y="10947"/>
                  </a:lnTo>
                  <a:lnTo>
                    <a:pt x="890511" y="9080"/>
                  </a:lnTo>
                  <a:lnTo>
                    <a:pt x="884910" y="9080"/>
                  </a:lnTo>
                  <a:lnTo>
                    <a:pt x="876858" y="10426"/>
                  </a:lnTo>
                  <a:lnTo>
                    <a:pt x="869924" y="14147"/>
                  </a:lnTo>
                  <a:lnTo>
                    <a:pt x="864565" y="19799"/>
                  </a:lnTo>
                  <a:lnTo>
                    <a:pt x="861225" y="26936"/>
                  </a:lnTo>
                  <a:lnTo>
                    <a:pt x="856932" y="19697"/>
                  </a:lnTo>
                  <a:lnTo>
                    <a:pt x="849045" y="14846"/>
                  </a:lnTo>
                  <a:lnTo>
                    <a:pt x="846340" y="14846"/>
                  </a:lnTo>
                  <a:lnTo>
                    <a:pt x="846340" y="63233"/>
                  </a:lnTo>
                  <a:lnTo>
                    <a:pt x="846251" y="63639"/>
                  </a:lnTo>
                  <a:lnTo>
                    <a:pt x="846137" y="63322"/>
                  </a:lnTo>
                  <a:lnTo>
                    <a:pt x="846340" y="63233"/>
                  </a:lnTo>
                  <a:lnTo>
                    <a:pt x="846340" y="14846"/>
                  </a:lnTo>
                  <a:lnTo>
                    <a:pt x="840003" y="14846"/>
                  </a:lnTo>
                  <a:lnTo>
                    <a:pt x="832993" y="15849"/>
                  </a:lnTo>
                  <a:lnTo>
                    <a:pt x="826782" y="18694"/>
                  </a:lnTo>
                  <a:lnTo>
                    <a:pt x="821651" y="23088"/>
                  </a:lnTo>
                  <a:lnTo>
                    <a:pt x="817892" y="28727"/>
                  </a:lnTo>
                  <a:lnTo>
                    <a:pt x="812431" y="19329"/>
                  </a:lnTo>
                  <a:lnTo>
                    <a:pt x="804545" y="11976"/>
                  </a:lnTo>
                  <a:lnTo>
                    <a:pt x="794740" y="7162"/>
                  </a:lnTo>
                  <a:lnTo>
                    <a:pt x="783577" y="5448"/>
                  </a:lnTo>
                  <a:lnTo>
                    <a:pt x="771931" y="7315"/>
                  </a:lnTo>
                  <a:lnTo>
                    <a:pt x="761822" y="12522"/>
                  </a:lnTo>
                  <a:lnTo>
                    <a:pt x="753821" y="20459"/>
                  </a:lnTo>
                  <a:lnTo>
                    <a:pt x="748550" y="30530"/>
                  </a:lnTo>
                  <a:lnTo>
                    <a:pt x="742784" y="23228"/>
                  </a:lnTo>
                  <a:lnTo>
                    <a:pt x="735368" y="17602"/>
                  </a:lnTo>
                  <a:lnTo>
                    <a:pt x="726655" y="13982"/>
                  </a:lnTo>
                  <a:lnTo>
                    <a:pt x="716965" y="12712"/>
                  </a:lnTo>
                  <a:lnTo>
                    <a:pt x="707224" y="13995"/>
                  </a:lnTo>
                  <a:lnTo>
                    <a:pt x="698461" y="17653"/>
                  </a:lnTo>
                  <a:lnTo>
                    <a:pt x="691019" y="23342"/>
                  </a:lnTo>
                  <a:lnTo>
                    <a:pt x="685241" y="30721"/>
                  </a:lnTo>
                  <a:lnTo>
                    <a:pt x="679475" y="24485"/>
                  </a:lnTo>
                  <a:lnTo>
                    <a:pt x="672363" y="19697"/>
                  </a:lnTo>
                  <a:lnTo>
                    <a:pt x="664324" y="16675"/>
                  </a:lnTo>
                  <a:lnTo>
                    <a:pt x="655434" y="15608"/>
                  </a:lnTo>
                  <a:lnTo>
                    <a:pt x="641057" y="18503"/>
                  </a:lnTo>
                  <a:lnTo>
                    <a:pt x="629323" y="26403"/>
                  </a:lnTo>
                  <a:lnTo>
                    <a:pt x="621411" y="38125"/>
                  </a:lnTo>
                  <a:lnTo>
                    <a:pt x="618515" y="52489"/>
                  </a:lnTo>
                  <a:lnTo>
                    <a:pt x="608952" y="54419"/>
                  </a:lnTo>
                  <a:lnTo>
                    <a:pt x="601129" y="59702"/>
                  </a:lnTo>
                  <a:lnTo>
                    <a:pt x="595858" y="67538"/>
                  </a:lnTo>
                  <a:lnTo>
                    <a:pt x="593915" y="77127"/>
                  </a:lnTo>
                  <a:lnTo>
                    <a:pt x="593915" y="80187"/>
                  </a:lnTo>
                  <a:lnTo>
                    <a:pt x="594474" y="83146"/>
                  </a:lnTo>
                  <a:lnTo>
                    <a:pt x="595515" y="85852"/>
                  </a:lnTo>
                  <a:lnTo>
                    <a:pt x="594995" y="85801"/>
                  </a:lnTo>
                  <a:lnTo>
                    <a:pt x="593915" y="85801"/>
                  </a:lnTo>
                  <a:lnTo>
                    <a:pt x="584327" y="87731"/>
                  </a:lnTo>
                  <a:lnTo>
                    <a:pt x="576491" y="93002"/>
                  </a:lnTo>
                  <a:lnTo>
                    <a:pt x="571220" y="100825"/>
                  </a:lnTo>
                  <a:lnTo>
                    <a:pt x="569391" y="109842"/>
                  </a:lnTo>
                  <a:lnTo>
                    <a:pt x="569277" y="116332"/>
                  </a:lnTo>
                  <a:lnTo>
                    <a:pt x="571398" y="121767"/>
                  </a:lnTo>
                  <a:lnTo>
                    <a:pt x="574890" y="126047"/>
                  </a:lnTo>
                  <a:lnTo>
                    <a:pt x="569722" y="128663"/>
                  </a:lnTo>
                  <a:lnTo>
                    <a:pt x="566216" y="134048"/>
                  </a:lnTo>
                  <a:lnTo>
                    <a:pt x="566216" y="149123"/>
                  </a:lnTo>
                  <a:lnTo>
                    <a:pt x="573379" y="156286"/>
                  </a:lnTo>
                  <a:lnTo>
                    <a:pt x="591045" y="156286"/>
                  </a:lnTo>
                  <a:lnTo>
                    <a:pt x="598208" y="149123"/>
                  </a:lnTo>
                  <a:lnTo>
                    <a:pt x="598208" y="138341"/>
                  </a:lnTo>
                  <a:lnTo>
                    <a:pt x="597890" y="136499"/>
                  </a:lnTo>
                  <a:lnTo>
                    <a:pt x="597255" y="134797"/>
                  </a:lnTo>
                  <a:lnTo>
                    <a:pt x="605701" y="133629"/>
                  </a:lnTo>
                  <a:lnTo>
                    <a:pt x="612736" y="128231"/>
                  </a:lnTo>
                  <a:lnTo>
                    <a:pt x="616204" y="120827"/>
                  </a:lnTo>
                  <a:lnTo>
                    <a:pt x="620699" y="126796"/>
                  </a:lnTo>
                  <a:lnTo>
                    <a:pt x="627811" y="130644"/>
                  </a:lnTo>
                  <a:lnTo>
                    <a:pt x="635901" y="130644"/>
                  </a:lnTo>
                  <a:lnTo>
                    <a:pt x="643915" y="129311"/>
                  </a:lnTo>
                  <a:lnTo>
                    <a:pt x="650824" y="125603"/>
                  </a:lnTo>
                  <a:lnTo>
                    <a:pt x="655370" y="120827"/>
                  </a:lnTo>
                  <a:lnTo>
                    <a:pt x="656183" y="119976"/>
                  </a:lnTo>
                  <a:lnTo>
                    <a:pt x="659536" y="112864"/>
                  </a:lnTo>
                  <a:lnTo>
                    <a:pt x="665238" y="120992"/>
                  </a:lnTo>
                  <a:lnTo>
                    <a:pt x="672896" y="127304"/>
                  </a:lnTo>
                  <a:lnTo>
                    <a:pt x="682078" y="131381"/>
                  </a:lnTo>
                  <a:lnTo>
                    <a:pt x="692365" y="132842"/>
                  </a:lnTo>
                  <a:lnTo>
                    <a:pt x="704354" y="130848"/>
                  </a:lnTo>
                  <a:lnTo>
                    <a:pt x="714705" y="125310"/>
                  </a:lnTo>
                  <a:lnTo>
                    <a:pt x="722731" y="116890"/>
                  </a:lnTo>
                  <a:lnTo>
                    <a:pt x="724649" y="112864"/>
                  </a:lnTo>
                  <a:lnTo>
                    <a:pt x="727786" y="106248"/>
                  </a:lnTo>
                  <a:lnTo>
                    <a:pt x="733552" y="112445"/>
                  </a:lnTo>
                  <a:lnTo>
                    <a:pt x="740613" y="117170"/>
                  </a:lnTo>
                  <a:lnTo>
                    <a:pt x="748677" y="120192"/>
                  </a:lnTo>
                  <a:lnTo>
                    <a:pt x="757516" y="121259"/>
                  </a:lnTo>
                  <a:lnTo>
                    <a:pt x="766495" y="120154"/>
                  </a:lnTo>
                  <a:lnTo>
                    <a:pt x="774674" y="117030"/>
                  </a:lnTo>
                  <a:lnTo>
                    <a:pt x="781786" y="112141"/>
                  </a:lnTo>
                  <a:lnTo>
                    <a:pt x="787146" y="106248"/>
                  </a:lnTo>
                  <a:lnTo>
                    <a:pt x="787565" y="105778"/>
                  </a:lnTo>
                  <a:lnTo>
                    <a:pt x="792886" y="109842"/>
                  </a:lnTo>
                  <a:lnTo>
                    <a:pt x="798893" y="112890"/>
                  </a:lnTo>
                  <a:lnTo>
                    <a:pt x="805484" y="114820"/>
                  </a:lnTo>
                  <a:lnTo>
                    <a:pt x="812520" y="115493"/>
                  </a:lnTo>
                  <a:lnTo>
                    <a:pt x="826325" y="112826"/>
                  </a:lnTo>
                  <a:lnTo>
                    <a:pt x="837311" y="105778"/>
                  </a:lnTo>
                  <a:lnTo>
                    <a:pt x="837755" y="105498"/>
                  </a:lnTo>
                  <a:lnTo>
                    <a:pt x="845769" y="94576"/>
                  </a:lnTo>
                  <a:lnTo>
                    <a:pt x="848067" y="85852"/>
                  </a:lnTo>
                  <a:lnTo>
                    <a:pt x="849325" y="81114"/>
                  </a:lnTo>
                  <a:lnTo>
                    <a:pt x="853655" y="88277"/>
                  </a:lnTo>
                  <a:lnTo>
                    <a:pt x="861466" y="93052"/>
                  </a:lnTo>
                  <a:lnTo>
                    <a:pt x="870419" y="93052"/>
                  </a:lnTo>
                  <a:lnTo>
                    <a:pt x="895045" y="68414"/>
                  </a:lnTo>
                  <a:lnTo>
                    <a:pt x="895045" y="64363"/>
                  </a:lnTo>
                  <a:lnTo>
                    <a:pt x="894854" y="63639"/>
                  </a:lnTo>
                  <a:lnTo>
                    <a:pt x="894753" y="63233"/>
                  </a:lnTo>
                  <a:lnTo>
                    <a:pt x="894054" y="60540"/>
                  </a:lnTo>
                  <a:lnTo>
                    <a:pt x="892302" y="57150"/>
                  </a:lnTo>
                  <a:lnTo>
                    <a:pt x="897636" y="55486"/>
                  </a:lnTo>
                  <a:lnTo>
                    <a:pt x="902182" y="52019"/>
                  </a:lnTo>
                  <a:lnTo>
                    <a:pt x="905281" y="47510"/>
                  </a:lnTo>
                  <a:lnTo>
                    <a:pt x="906195" y="47675"/>
                  </a:lnTo>
                  <a:lnTo>
                    <a:pt x="907186" y="47764"/>
                  </a:lnTo>
                  <a:lnTo>
                    <a:pt x="916825" y="47764"/>
                  </a:lnTo>
                  <a:lnTo>
                    <a:pt x="917079" y="47510"/>
                  </a:lnTo>
                  <a:lnTo>
                    <a:pt x="923823" y="40944"/>
                  </a:lnTo>
                  <a:lnTo>
                    <a:pt x="924179" y="32397"/>
                  </a:lnTo>
                  <a:lnTo>
                    <a:pt x="926592" y="30721"/>
                  </a:lnTo>
                  <a:lnTo>
                    <a:pt x="926884" y="30530"/>
                  </a:lnTo>
                  <a:lnTo>
                    <a:pt x="928319" y="29527"/>
                  </a:lnTo>
                  <a:lnTo>
                    <a:pt x="928763" y="28727"/>
                  </a:lnTo>
                  <a:lnTo>
                    <a:pt x="929779" y="26936"/>
                  </a:lnTo>
                  <a:lnTo>
                    <a:pt x="931024" y="24714"/>
                  </a:lnTo>
                  <a:lnTo>
                    <a:pt x="931024" y="14135"/>
                  </a:lnTo>
                  <a:lnTo>
                    <a:pt x="931024" y="10426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6" name="object 286" descr=""/>
          <p:cNvGrpSpPr/>
          <p:nvPr/>
        </p:nvGrpSpPr>
        <p:grpSpPr>
          <a:xfrm>
            <a:off x="15888337" y="3168445"/>
            <a:ext cx="2994660" cy="1659889"/>
            <a:chOff x="15888337" y="3168445"/>
            <a:chExt cx="2994660" cy="1659889"/>
          </a:xfrm>
        </p:grpSpPr>
        <p:sp>
          <p:nvSpPr>
            <p:cNvPr id="287" name="object 287" descr=""/>
            <p:cNvSpPr/>
            <p:nvPr/>
          </p:nvSpPr>
          <p:spPr>
            <a:xfrm>
              <a:off x="15888337" y="3579982"/>
              <a:ext cx="2292985" cy="383540"/>
            </a:xfrm>
            <a:custGeom>
              <a:avLst/>
              <a:gdLst/>
              <a:ahLst/>
              <a:cxnLst/>
              <a:rect l="l" t="t" r="r" b="b"/>
              <a:pathLst>
                <a:path w="2292984" h="383539">
                  <a:moveTo>
                    <a:pt x="2292610" y="0"/>
                  </a:moveTo>
                  <a:lnTo>
                    <a:pt x="186706" y="0"/>
                  </a:lnTo>
                  <a:lnTo>
                    <a:pt x="0" y="383527"/>
                  </a:lnTo>
                  <a:lnTo>
                    <a:pt x="2292610" y="383527"/>
                  </a:lnTo>
                  <a:lnTo>
                    <a:pt x="2292610" y="0"/>
                  </a:lnTo>
                  <a:close/>
                </a:path>
              </a:pathLst>
            </a:custGeom>
            <a:solidFill>
              <a:srgbClr val="EEB8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 descr=""/>
            <p:cNvSpPr/>
            <p:nvPr/>
          </p:nvSpPr>
          <p:spPr>
            <a:xfrm>
              <a:off x="18180947" y="3207980"/>
              <a:ext cx="454659" cy="596265"/>
            </a:xfrm>
            <a:custGeom>
              <a:avLst/>
              <a:gdLst/>
              <a:ahLst/>
              <a:cxnLst/>
              <a:rect l="l" t="t" r="r" b="b"/>
              <a:pathLst>
                <a:path w="454659" h="596264">
                  <a:moveTo>
                    <a:pt x="227207" y="0"/>
                  </a:moveTo>
                  <a:lnTo>
                    <a:pt x="181567" y="4637"/>
                  </a:lnTo>
                  <a:lnTo>
                    <a:pt x="138989" y="17927"/>
                  </a:lnTo>
                  <a:lnTo>
                    <a:pt x="100403" y="38938"/>
                  </a:lnTo>
                  <a:lnTo>
                    <a:pt x="66744" y="66740"/>
                  </a:lnTo>
                  <a:lnTo>
                    <a:pt x="38941" y="100399"/>
                  </a:lnTo>
                  <a:lnTo>
                    <a:pt x="17928" y="138984"/>
                  </a:lnTo>
                  <a:lnTo>
                    <a:pt x="4637" y="181564"/>
                  </a:lnTo>
                  <a:lnTo>
                    <a:pt x="0" y="227207"/>
                  </a:lnTo>
                  <a:lnTo>
                    <a:pt x="0" y="596117"/>
                  </a:lnTo>
                  <a:lnTo>
                    <a:pt x="454425" y="596117"/>
                  </a:lnTo>
                  <a:lnTo>
                    <a:pt x="454425" y="227207"/>
                  </a:lnTo>
                  <a:lnTo>
                    <a:pt x="449788" y="181564"/>
                  </a:lnTo>
                  <a:lnTo>
                    <a:pt x="436497" y="138984"/>
                  </a:lnTo>
                  <a:lnTo>
                    <a:pt x="415483" y="100399"/>
                  </a:lnTo>
                  <a:lnTo>
                    <a:pt x="387680" y="66740"/>
                  </a:lnTo>
                  <a:lnTo>
                    <a:pt x="354019" y="38938"/>
                  </a:lnTo>
                  <a:lnTo>
                    <a:pt x="315432" y="17927"/>
                  </a:lnTo>
                  <a:lnTo>
                    <a:pt x="272851" y="4637"/>
                  </a:lnTo>
                  <a:lnTo>
                    <a:pt x="227207" y="0"/>
                  </a:lnTo>
                  <a:close/>
                </a:path>
              </a:pathLst>
            </a:custGeom>
            <a:solidFill>
              <a:srgbClr val="1EA1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 descr=""/>
            <p:cNvSpPr/>
            <p:nvPr/>
          </p:nvSpPr>
          <p:spPr>
            <a:xfrm>
              <a:off x="18122657" y="3287684"/>
              <a:ext cx="600710" cy="737235"/>
            </a:xfrm>
            <a:custGeom>
              <a:avLst/>
              <a:gdLst/>
              <a:ahLst/>
              <a:cxnLst/>
              <a:rect l="l" t="t" r="r" b="b"/>
              <a:pathLst>
                <a:path w="600709" h="737235">
                  <a:moveTo>
                    <a:pt x="285499" y="0"/>
                  </a:moveTo>
                  <a:lnTo>
                    <a:pt x="239388" y="9374"/>
                  </a:lnTo>
                  <a:lnTo>
                    <a:pt x="201618" y="34900"/>
                  </a:lnTo>
                  <a:lnTo>
                    <a:pt x="176093" y="72679"/>
                  </a:lnTo>
                  <a:lnTo>
                    <a:pt x="166717" y="118813"/>
                  </a:lnTo>
                  <a:lnTo>
                    <a:pt x="166968" y="324000"/>
                  </a:lnTo>
                  <a:lnTo>
                    <a:pt x="141576" y="336457"/>
                  </a:lnTo>
                  <a:lnTo>
                    <a:pt x="116771" y="351349"/>
                  </a:lnTo>
                  <a:lnTo>
                    <a:pt x="92712" y="368720"/>
                  </a:lnTo>
                  <a:lnTo>
                    <a:pt x="69558" y="388616"/>
                  </a:lnTo>
                  <a:lnTo>
                    <a:pt x="69558" y="140739"/>
                  </a:lnTo>
                  <a:lnTo>
                    <a:pt x="47893" y="140739"/>
                  </a:lnTo>
                  <a:lnTo>
                    <a:pt x="47893" y="417044"/>
                  </a:lnTo>
                  <a:lnTo>
                    <a:pt x="27657" y="452622"/>
                  </a:lnTo>
                  <a:lnTo>
                    <a:pt x="12610" y="491105"/>
                  </a:lnTo>
                  <a:lnTo>
                    <a:pt x="3232" y="532015"/>
                  </a:lnTo>
                  <a:lnTo>
                    <a:pt x="0" y="574872"/>
                  </a:lnTo>
                  <a:lnTo>
                    <a:pt x="0" y="737118"/>
                  </a:lnTo>
                  <a:lnTo>
                    <a:pt x="600431" y="737118"/>
                  </a:lnTo>
                  <a:lnTo>
                    <a:pt x="600431" y="675822"/>
                  </a:lnTo>
                  <a:lnTo>
                    <a:pt x="571040" y="675822"/>
                  </a:lnTo>
                  <a:lnTo>
                    <a:pt x="571040" y="574872"/>
                  </a:lnTo>
                  <a:lnTo>
                    <a:pt x="568313" y="531798"/>
                  </a:lnTo>
                  <a:lnTo>
                    <a:pt x="560713" y="493440"/>
                  </a:lnTo>
                  <a:lnTo>
                    <a:pt x="549112" y="459566"/>
                  </a:lnTo>
                  <a:lnTo>
                    <a:pt x="534381" y="429945"/>
                  </a:lnTo>
                  <a:lnTo>
                    <a:pt x="534381" y="147503"/>
                  </a:lnTo>
                  <a:lnTo>
                    <a:pt x="512706" y="147503"/>
                  </a:lnTo>
                  <a:lnTo>
                    <a:pt x="512706" y="398406"/>
                  </a:lnTo>
                  <a:lnTo>
                    <a:pt x="475477" y="360499"/>
                  </a:lnTo>
                  <a:lnTo>
                    <a:pt x="440464" y="335616"/>
                  </a:lnTo>
                  <a:lnTo>
                    <a:pt x="414468" y="321992"/>
                  </a:lnTo>
                  <a:lnTo>
                    <a:pt x="404291" y="317864"/>
                  </a:lnTo>
                  <a:lnTo>
                    <a:pt x="404291" y="118813"/>
                  </a:lnTo>
                  <a:lnTo>
                    <a:pt x="394919" y="72679"/>
                  </a:lnTo>
                  <a:lnTo>
                    <a:pt x="369401" y="34900"/>
                  </a:lnTo>
                  <a:lnTo>
                    <a:pt x="331629" y="9374"/>
                  </a:lnTo>
                  <a:lnTo>
                    <a:pt x="285499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 descr=""/>
            <p:cNvSpPr/>
            <p:nvPr/>
          </p:nvSpPr>
          <p:spPr>
            <a:xfrm>
              <a:off x="18180944" y="3318199"/>
              <a:ext cx="454659" cy="1399540"/>
            </a:xfrm>
            <a:custGeom>
              <a:avLst/>
              <a:gdLst/>
              <a:ahLst/>
              <a:cxnLst/>
              <a:rect l="l" t="t" r="r" b="b"/>
              <a:pathLst>
                <a:path w="454659" h="1399539">
                  <a:moveTo>
                    <a:pt x="227207" y="0"/>
                  </a:moveTo>
                  <a:lnTo>
                    <a:pt x="191408" y="7276"/>
                  </a:lnTo>
                  <a:lnTo>
                    <a:pt x="162081" y="27090"/>
                  </a:lnTo>
                  <a:lnTo>
                    <a:pt x="142261" y="56419"/>
                  </a:lnTo>
                  <a:lnTo>
                    <a:pt x="134980" y="92238"/>
                  </a:lnTo>
                  <a:lnTo>
                    <a:pt x="134980" y="334890"/>
                  </a:lnTo>
                  <a:lnTo>
                    <a:pt x="90484" y="361270"/>
                  </a:lnTo>
                  <a:lnTo>
                    <a:pt x="53202" y="396742"/>
                  </a:lnTo>
                  <a:lnTo>
                    <a:pt x="24669" y="439775"/>
                  </a:lnTo>
                  <a:lnTo>
                    <a:pt x="6423" y="488836"/>
                  </a:lnTo>
                  <a:lnTo>
                    <a:pt x="0" y="542391"/>
                  </a:lnTo>
                  <a:lnTo>
                    <a:pt x="0" y="1399465"/>
                  </a:lnTo>
                  <a:lnTo>
                    <a:pt x="454425" y="1399465"/>
                  </a:lnTo>
                  <a:lnTo>
                    <a:pt x="454425" y="542391"/>
                  </a:lnTo>
                  <a:lnTo>
                    <a:pt x="448005" y="488836"/>
                  </a:lnTo>
                  <a:lnTo>
                    <a:pt x="429765" y="439775"/>
                  </a:lnTo>
                  <a:lnTo>
                    <a:pt x="401237" y="396742"/>
                  </a:lnTo>
                  <a:lnTo>
                    <a:pt x="363953" y="361270"/>
                  </a:lnTo>
                  <a:lnTo>
                    <a:pt x="319445" y="334890"/>
                  </a:lnTo>
                  <a:lnTo>
                    <a:pt x="319445" y="92238"/>
                  </a:lnTo>
                  <a:lnTo>
                    <a:pt x="312167" y="56419"/>
                  </a:lnTo>
                  <a:lnTo>
                    <a:pt x="292351" y="27090"/>
                  </a:lnTo>
                  <a:lnTo>
                    <a:pt x="263022" y="7276"/>
                  </a:lnTo>
                  <a:lnTo>
                    <a:pt x="227207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 descr=""/>
            <p:cNvSpPr/>
            <p:nvPr/>
          </p:nvSpPr>
          <p:spPr>
            <a:xfrm>
              <a:off x="16016961" y="4717662"/>
              <a:ext cx="2644140" cy="110489"/>
            </a:xfrm>
            <a:custGeom>
              <a:avLst/>
              <a:gdLst/>
              <a:ahLst/>
              <a:cxnLst/>
              <a:rect l="l" t="t" r="r" b="b"/>
              <a:pathLst>
                <a:path w="2644140" h="110489">
                  <a:moveTo>
                    <a:pt x="2643695" y="0"/>
                  </a:moveTo>
                  <a:lnTo>
                    <a:pt x="1664665" y="0"/>
                  </a:lnTo>
                  <a:lnTo>
                    <a:pt x="1664665" y="79387"/>
                  </a:lnTo>
                  <a:lnTo>
                    <a:pt x="1551063" y="79387"/>
                  </a:lnTo>
                  <a:lnTo>
                    <a:pt x="1551063" y="0"/>
                  </a:lnTo>
                  <a:lnTo>
                    <a:pt x="0" y="0"/>
                  </a:lnTo>
                  <a:lnTo>
                    <a:pt x="0" y="79387"/>
                  </a:lnTo>
                  <a:lnTo>
                    <a:pt x="0" y="110223"/>
                  </a:lnTo>
                  <a:lnTo>
                    <a:pt x="2643695" y="110223"/>
                  </a:lnTo>
                  <a:lnTo>
                    <a:pt x="2643695" y="79387"/>
                  </a:lnTo>
                  <a:lnTo>
                    <a:pt x="2643695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 descr=""/>
            <p:cNvSpPr/>
            <p:nvPr/>
          </p:nvSpPr>
          <p:spPr>
            <a:xfrm>
              <a:off x="16034957" y="4024813"/>
              <a:ext cx="2146300" cy="693420"/>
            </a:xfrm>
            <a:custGeom>
              <a:avLst/>
              <a:gdLst/>
              <a:ahLst/>
              <a:cxnLst/>
              <a:rect l="l" t="t" r="r" b="b"/>
              <a:pathLst>
                <a:path w="2146300" h="693420">
                  <a:moveTo>
                    <a:pt x="2145995" y="0"/>
                  </a:moveTo>
                  <a:lnTo>
                    <a:pt x="0" y="0"/>
                  </a:lnTo>
                  <a:lnTo>
                    <a:pt x="0" y="18656"/>
                  </a:lnTo>
                  <a:lnTo>
                    <a:pt x="0" y="692823"/>
                  </a:lnTo>
                  <a:lnTo>
                    <a:pt x="1533067" y="692823"/>
                  </a:lnTo>
                  <a:lnTo>
                    <a:pt x="1533067" y="18656"/>
                  </a:lnTo>
                  <a:lnTo>
                    <a:pt x="1646669" y="18656"/>
                  </a:lnTo>
                  <a:lnTo>
                    <a:pt x="1646669" y="692823"/>
                  </a:lnTo>
                  <a:lnTo>
                    <a:pt x="2145995" y="692823"/>
                  </a:lnTo>
                  <a:lnTo>
                    <a:pt x="2145995" y="18656"/>
                  </a:lnTo>
                  <a:lnTo>
                    <a:pt x="214599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 descr=""/>
            <p:cNvSpPr/>
            <p:nvPr/>
          </p:nvSpPr>
          <p:spPr>
            <a:xfrm>
              <a:off x="18088191" y="3359829"/>
              <a:ext cx="375920" cy="665480"/>
            </a:xfrm>
            <a:custGeom>
              <a:avLst/>
              <a:gdLst/>
              <a:ahLst/>
              <a:cxnLst/>
              <a:rect l="l" t="t" r="r" b="b"/>
              <a:pathLst>
                <a:path w="375919" h="665479">
                  <a:moveTo>
                    <a:pt x="92760" y="603669"/>
                  </a:moveTo>
                  <a:lnTo>
                    <a:pt x="0" y="603669"/>
                  </a:lnTo>
                  <a:lnTo>
                    <a:pt x="0" y="664972"/>
                  </a:lnTo>
                  <a:lnTo>
                    <a:pt x="92760" y="664972"/>
                  </a:lnTo>
                  <a:lnTo>
                    <a:pt x="92760" y="603669"/>
                  </a:lnTo>
                  <a:close/>
                </a:path>
                <a:path w="375919" h="665479">
                  <a:moveTo>
                    <a:pt x="375399" y="55397"/>
                  </a:moveTo>
                  <a:lnTo>
                    <a:pt x="371017" y="33883"/>
                  </a:lnTo>
                  <a:lnTo>
                    <a:pt x="359105" y="16268"/>
                  </a:lnTo>
                  <a:lnTo>
                    <a:pt x="341477" y="4368"/>
                  </a:lnTo>
                  <a:lnTo>
                    <a:pt x="319963" y="0"/>
                  </a:lnTo>
                  <a:lnTo>
                    <a:pt x="298450" y="4368"/>
                  </a:lnTo>
                  <a:lnTo>
                    <a:pt x="280835" y="16268"/>
                  </a:lnTo>
                  <a:lnTo>
                    <a:pt x="268935" y="33883"/>
                  </a:lnTo>
                  <a:lnTo>
                    <a:pt x="264566" y="55397"/>
                  </a:lnTo>
                  <a:lnTo>
                    <a:pt x="264566" y="267677"/>
                  </a:lnTo>
                  <a:lnTo>
                    <a:pt x="375399" y="267677"/>
                  </a:lnTo>
                  <a:lnTo>
                    <a:pt x="375399" y="55397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4" name="object 29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366241" y="3375212"/>
              <a:ext cx="83829" cy="239469"/>
            </a:xfrm>
            <a:prstGeom prst="rect">
              <a:avLst/>
            </a:prstGeom>
          </p:spPr>
        </p:pic>
        <p:sp>
          <p:nvSpPr>
            <p:cNvPr id="295" name="object 295" descr=""/>
            <p:cNvSpPr/>
            <p:nvPr/>
          </p:nvSpPr>
          <p:spPr>
            <a:xfrm>
              <a:off x="18270640" y="3720790"/>
              <a:ext cx="275590" cy="275590"/>
            </a:xfrm>
            <a:custGeom>
              <a:avLst/>
              <a:gdLst/>
              <a:ahLst/>
              <a:cxnLst/>
              <a:rect l="l" t="t" r="r" b="b"/>
              <a:pathLst>
                <a:path w="275590" h="275589">
                  <a:moveTo>
                    <a:pt x="137514" y="0"/>
                  </a:moveTo>
                  <a:lnTo>
                    <a:pt x="94130" y="7030"/>
                  </a:lnTo>
                  <a:lnTo>
                    <a:pt x="56391" y="26593"/>
                  </a:lnTo>
                  <a:lnTo>
                    <a:pt x="26593" y="56393"/>
                  </a:lnTo>
                  <a:lnTo>
                    <a:pt x="7030" y="94135"/>
                  </a:lnTo>
                  <a:lnTo>
                    <a:pt x="0" y="137524"/>
                  </a:lnTo>
                  <a:lnTo>
                    <a:pt x="7030" y="180912"/>
                  </a:lnTo>
                  <a:lnTo>
                    <a:pt x="26593" y="218652"/>
                  </a:lnTo>
                  <a:lnTo>
                    <a:pt x="56391" y="248448"/>
                  </a:lnTo>
                  <a:lnTo>
                    <a:pt x="94130" y="268008"/>
                  </a:lnTo>
                  <a:lnTo>
                    <a:pt x="137514" y="275038"/>
                  </a:lnTo>
                  <a:lnTo>
                    <a:pt x="180903" y="268008"/>
                  </a:lnTo>
                  <a:lnTo>
                    <a:pt x="218645" y="248448"/>
                  </a:lnTo>
                  <a:lnTo>
                    <a:pt x="248445" y="218652"/>
                  </a:lnTo>
                  <a:lnTo>
                    <a:pt x="268007" y="180912"/>
                  </a:lnTo>
                  <a:lnTo>
                    <a:pt x="275038" y="137524"/>
                  </a:lnTo>
                  <a:lnTo>
                    <a:pt x="268007" y="94135"/>
                  </a:lnTo>
                  <a:lnTo>
                    <a:pt x="248445" y="56393"/>
                  </a:lnTo>
                  <a:lnTo>
                    <a:pt x="218645" y="26593"/>
                  </a:lnTo>
                  <a:lnTo>
                    <a:pt x="180903" y="7030"/>
                  </a:lnTo>
                  <a:lnTo>
                    <a:pt x="137514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6" name="object 29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276563" y="3726713"/>
              <a:ext cx="263185" cy="266410"/>
            </a:xfrm>
            <a:prstGeom prst="rect">
              <a:avLst/>
            </a:prstGeom>
          </p:spPr>
        </p:pic>
        <p:sp>
          <p:nvSpPr>
            <p:cNvPr id="297" name="object 297" descr=""/>
            <p:cNvSpPr/>
            <p:nvPr/>
          </p:nvSpPr>
          <p:spPr>
            <a:xfrm>
              <a:off x="18161038" y="3431203"/>
              <a:ext cx="494665" cy="953135"/>
            </a:xfrm>
            <a:custGeom>
              <a:avLst/>
              <a:gdLst/>
              <a:ahLst/>
              <a:cxnLst/>
              <a:rect l="l" t="t" r="r" b="b"/>
              <a:pathLst>
                <a:path w="494665" h="953135">
                  <a:moveTo>
                    <a:pt x="250367" y="6477"/>
                  </a:moveTo>
                  <a:lnTo>
                    <a:pt x="243890" y="6477"/>
                  </a:lnTo>
                  <a:lnTo>
                    <a:pt x="243890" y="183489"/>
                  </a:lnTo>
                  <a:lnTo>
                    <a:pt x="250367" y="183489"/>
                  </a:lnTo>
                  <a:lnTo>
                    <a:pt x="250367" y="6477"/>
                  </a:lnTo>
                  <a:close/>
                </a:path>
                <a:path w="494665" h="953135">
                  <a:moveTo>
                    <a:pt x="302552" y="0"/>
                  </a:moveTo>
                  <a:lnTo>
                    <a:pt x="191719" y="0"/>
                  </a:lnTo>
                  <a:lnTo>
                    <a:pt x="191719" y="6464"/>
                  </a:lnTo>
                  <a:lnTo>
                    <a:pt x="302552" y="6464"/>
                  </a:lnTo>
                  <a:lnTo>
                    <a:pt x="302552" y="0"/>
                  </a:lnTo>
                  <a:close/>
                </a:path>
                <a:path w="494665" h="953135">
                  <a:moveTo>
                    <a:pt x="494220" y="917016"/>
                  </a:moveTo>
                  <a:lnTo>
                    <a:pt x="0" y="917016"/>
                  </a:lnTo>
                  <a:lnTo>
                    <a:pt x="0" y="952995"/>
                  </a:lnTo>
                  <a:lnTo>
                    <a:pt x="494220" y="952995"/>
                  </a:lnTo>
                  <a:lnTo>
                    <a:pt x="494220" y="917016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 descr=""/>
            <p:cNvSpPr/>
            <p:nvPr/>
          </p:nvSpPr>
          <p:spPr>
            <a:xfrm>
              <a:off x="18548314" y="4092378"/>
              <a:ext cx="87630" cy="30480"/>
            </a:xfrm>
            <a:custGeom>
              <a:avLst/>
              <a:gdLst/>
              <a:ahLst/>
              <a:cxnLst/>
              <a:rect l="l" t="t" r="r" b="b"/>
              <a:pathLst>
                <a:path w="87630" h="30479">
                  <a:moveTo>
                    <a:pt x="87044" y="0"/>
                  </a:moveTo>
                  <a:lnTo>
                    <a:pt x="0" y="0"/>
                  </a:lnTo>
                  <a:lnTo>
                    <a:pt x="0" y="30355"/>
                  </a:lnTo>
                  <a:lnTo>
                    <a:pt x="87044" y="30355"/>
                  </a:lnTo>
                  <a:lnTo>
                    <a:pt x="87044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 descr=""/>
            <p:cNvSpPr/>
            <p:nvPr/>
          </p:nvSpPr>
          <p:spPr>
            <a:xfrm>
              <a:off x="18579256" y="4127015"/>
              <a:ext cx="56515" cy="30480"/>
            </a:xfrm>
            <a:custGeom>
              <a:avLst/>
              <a:gdLst/>
              <a:ahLst/>
              <a:cxnLst/>
              <a:rect l="l" t="t" r="r" b="b"/>
              <a:pathLst>
                <a:path w="56515" h="30479">
                  <a:moveTo>
                    <a:pt x="56103" y="0"/>
                  </a:moveTo>
                  <a:lnTo>
                    <a:pt x="0" y="0"/>
                  </a:lnTo>
                  <a:lnTo>
                    <a:pt x="0" y="30355"/>
                  </a:lnTo>
                  <a:lnTo>
                    <a:pt x="56103" y="30355"/>
                  </a:lnTo>
                  <a:lnTo>
                    <a:pt x="56103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 descr=""/>
            <p:cNvSpPr/>
            <p:nvPr/>
          </p:nvSpPr>
          <p:spPr>
            <a:xfrm>
              <a:off x="18579256" y="4053520"/>
              <a:ext cx="56515" cy="30480"/>
            </a:xfrm>
            <a:custGeom>
              <a:avLst/>
              <a:gdLst/>
              <a:ahLst/>
              <a:cxnLst/>
              <a:rect l="l" t="t" r="r" b="b"/>
              <a:pathLst>
                <a:path w="56515" h="30479">
                  <a:moveTo>
                    <a:pt x="56103" y="0"/>
                  </a:moveTo>
                  <a:lnTo>
                    <a:pt x="0" y="0"/>
                  </a:lnTo>
                  <a:lnTo>
                    <a:pt x="0" y="30355"/>
                  </a:lnTo>
                  <a:lnTo>
                    <a:pt x="56103" y="30355"/>
                  </a:lnTo>
                  <a:lnTo>
                    <a:pt x="56103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 descr=""/>
            <p:cNvSpPr/>
            <p:nvPr/>
          </p:nvSpPr>
          <p:spPr>
            <a:xfrm>
              <a:off x="18180985" y="4208165"/>
              <a:ext cx="87630" cy="30480"/>
            </a:xfrm>
            <a:custGeom>
              <a:avLst/>
              <a:gdLst/>
              <a:ahLst/>
              <a:cxnLst/>
              <a:rect l="l" t="t" r="r" b="b"/>
              <a:pathLst>
                <a:path w="87630" h="30479">
                  <a:moveTo>
                    <a:pt x="87013" y="0"/>
                  </a:moveTo>
                  <a:lnTo>
                    <a:pt x="0" y="0"/>
                  </a:lnTo>
                  <a:lnTo>
                    <a:pt x="0" y="30355"/>
                  </a:lnTo>
                  <a:lnTo>
                    <a:pt x="87013" y="30355"/>
                  </a:lnTo>
                  <a:lnTo>
                    <a:pt x="87013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 descr=""/>
            <p:cNvSpPr/>
            <p:nvPr/>
          </p:nvSpPr>
          <p:spPr>
            <a:xfrm>
              <a:off x="18180943" y="4243839"/>
              <a:ext cx="56515" cy="30480"/>
            </a:xfrm>
            <a:custGeom>
              <a:avLst/>
              <a:gdLst/>
              <a:ahLst/>
              <a:cxnLst/>
              <a:rect l="l" t="t" r="r" b="b"/>
              <a:pathLst>
                <a:path w="56515" h="30479">
                  <a:moveTo>
                    <a:pt x="56113" y="0"/>
                  </a:moveTo>
                  <a:lnTo>
                    <a:pt x="0" y="0"/>
                  </a:lnTo>
                  <a:lnTo>
                    <a:pt x="0" y="30355"/>
                  </a:lnTo>
                  <a:lnTo>
                    <a:pt x="56113" y="30355"/>
                  </a:lnTo>
                  <a:lnTo>
                    <a:pt x="56113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 descr=""/>
            <p:cNvSpPr/>
            <p:nvPr/>
          </p:nvSpPr>
          <p:spPr>
            <a:xfrm>
              <a:off x="18180943" y="4172469"/>
              <a:ext cx="56515" cy="30480"/>
            </a:xfrm>
            <a:custGeom>
              <a:avLst/>
              <a:gdLst/>
              <a:ahLst/>
              <a:cxnLst/>
              <a:rect l="l" t="t" r="r" b="b"/>
              <a:pathLst>
                <a:path w="56515" h="30479">
                  <a:moveTo>
                    <a:pt x="56113" y="0"/>
                  </a:moveTo>
                  <a:lnTo>
                    <a:pt x="0" y="0"/>
                  </a:lnTo>
                  <a:lnTo>
                    <a:pt x="0" y="30386"/>
                  </a:lnTo>
                  <a:lnTo>
                    <a:pt x="56113" y="30386"/>
                  </a:lnTo>
                  <a:lnTo>
                    <a:pt x="56113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 descr=""/>
            <p:cNvSpPr/>
            <p:nvPr/>
          </p:nvSpPr>
          <p:spPr>
            <a:xfrm>
              <a:off x="18180985" y="4024809"/>
              <a:ext cx="87630" cy="30480"/>
            </a:xfrm>
            <a:custGeom>
              <a:avLst/>
              <a:gdLst/>
              <a:ahLst/>
              <a:cxnLst/>
              <a:rect l="l" t="t" r="r" b="b"/>
              <a:pathLst>
                <a:path w="87630" h="30479">
                  <a:moveTo>
                    <a:pt x="87013" y="0"/>
                  </a:moveTo>
                  <a:lnTo>
                    <a:pt x="0" y="0"/>
                  </a:lnTo>
                  <a:lnTo>
                    <a:pt x="0" y="30355"/>
                  </a:lnTo>
                  <a:lnTo>
                    <a:pt x="87013" y="30355"/>
                  </a:lnTo>
                  <a:lnTo>
                    <a:pt x="87013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 descr=""/>
            <p:cNvSpPr/>
            <p:nvPr/>
          </p:nvSpPr>
          <p:spPr>
            <a:xfrm>
              <a:off x="18180943" y="4060829"/>
              <a:ext cx="56515" cy="30480"/>
            </a:xfrm>
            <a:custGeom>
              <a:avLst/>
              <a:gdLst/>
              <a:ahLst/>
              <a:cxnLst/>
              <a:rect l="l" t="t" r="r" b="b"/>
              <a:pathLst>
                <a:path w="56515" h="30479">
                  <a:moveTo>
                    <a:pt x="56113" y="0"/>
                  </a:moveTo>
                  <a:lnTo>
                    <a:pt x="0" y="0"/>
                  </a:lnTo>
                  <a:lnTo>
                    <a:pt x="0" y="30355"/>
                  </a:lnTo>
                  <a:lnTo>
                    <a:pt x="56113" y="30355"/>
                  </a:lnTo>
                  <a:lnTo>
                    <a:pt x="56113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 descr=""/>
            <p:cNvSpPr/>
            <p:nvPr/>
          </p:nvSpPr>
          <p:spPr>
            <a:xfrm>
              <a:off x="16034957" y="4225118"/>
              <a:ext cx="2600960" cy="115570"/>
            </a:xfrm>
            <a:custGeom>
              <a:avLst/>
              <a:gdLst/>
              <a:ahLst/>
              <a:cxnLst/>
              <a:rect l="l" t="t" r="r" b="b"/>
              <a:pathLst>
                <a:path w="2600959" h="115570">
                  <a:moveTo>
                    <a:pt x="47840" y="0"/>
                  </a:moveTo>
                  <a:lnTo>
                    <a:pt x="0" y="0"/>
                  </a:lnTo>
                  <a:lnTo>
                    <a:pt x="0" y="30353"/>
                  </a:lnTo>
                  <a:lnTo>
                    <a:pt x="47840" y="30353"/>
                  </a:lnTo>
                  <a:lnTo>
                    <a:pt x="47840" y="0"/>
                  </a:lnTo>
                  <a:close/>
                </a:path>
                <a:path w="2600959" h="115570">
                  <a:moveTo>
                    <a:pt x="2600401" y="84861"/>
                  </a:moveTo>
                  <a:lnTo>
                    <a:pt x="2513355" y="84861"/>
                  </a:lnTo>
                  <a:lnTo>
                    <a:pt x="2513355" y="115201"/>
                  </a:lnTo>
                  <a:lnTo>
                    <a:pt x="2600401" y="115201"/>
                  </a:lnTo>
                  <a:lnTo>
                    <a:pt x="2600401" y="84861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 descr=""/>
            <p:cNvSpPr/>
            <p:nvPr/>
          </p:nvSpPr>
          <p:spPr>
            <a:xfrm>
              <a:off x="16034957" y="4261643"/>
              <a:ext cx="2600960" cy="40005"/>
            </a:xfrm>
            <a:custGeom>
              <a:avLst/>
              <a:gdLst/>
              <a:ahLst/>
              <a:cxnLst/>
              <a:rect l="l" t="t" r="r" b="b"/>
              <a:pathLst>
                <a:path w="2600959" h="40004">
                  <a:moveTo>
                    <a:pt x="56121" y="0"/>
                  </a:moveTo>
                  <a:lnTo>
                    <a:pt x="0" y="0"/>
                  </a:lnTo>
                  <a:lnTo>
                    <a:pt x="0" y="30391"/>
                  </a:lnTo>
                  <a:lnTo>
                    <a:pt x="56121" y="30391"/>
                  </a:lnTo>
                  <a:lnTo>
                    <a:pt x="56121" y="0"/>
                  </a:lnTo>
                  <a:close/>
                </a:path>
                <a:path w="2600959" h="40004">
                  <a:moveTo>
                    <a:pt x="2600401" y="9423"/>
                  </a:moveTo>
                  <a:lnTo>
                    <a:pt x="2544292" y="9423"/>
                  </a:lnTo>
                  <a:lnTo>
                    <a:pt x="2544292" y="39827"/>
                  </a:lnTo>
                  <a:lnTo>
                    <a:pt x="2600401" y="39827"/>
                  </a:lnTo>
                  <a:lnTo>
                    <a:pt x="2600401" y="9423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 descr=""/>
            <p:cNvSpPr/>
            <p:nvPr/>
          </p:nvSpPr>
          <p:spPr>
            <a:xfrm>
              <a:off x="16034967" y="4390442"/>
              <a:ext cx="87630" cy="30480"/>
            </a:xfrm>
            <a:custGeom>
              <a:avLst/>
              <a:gdLst/>
              <a:ahLst/>
              <a:cxnLst/>
              <a:rect l="l" t="t" r="r" b="b"/>
              <a:pathLst>
                <a:path w="87630" h="30479">
                  <a:moveTo>
                    <a:pt x="87044" y="0"/>
                  </a:moveTo>
                  <a:lnTo>
                    <a:pt x="0" y="0"/>
                  </a:lnTo>
                  <a:lnTo>
                    <a:pt x="0" y="30355"/>
                  </a:lnTo>
                  <a:lnTo>
                    <a:pt x="87044" y="30355"/>
                  </a:lnTo>
                  <a:lnTo>
                    <a:pt x="87044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 descr=""/>
            <p:cNvSpPr/>
            <p:nvPr/>
          </p:nvSpPr>
          <p:spPr>
            <a:xfrm>
              <a:off x="18579256" y="3916289"/>
              <a:ext cx="56515" cy="30480"/>
            </a:xfrm>
            <a:custGeom>
              <a:avLst/>
              <a:gdLst/>
              <a:ahLst/>
              <a:cxnLst/>
              <a:rect l="l" t="t" r="r" b="b"/>
              <a:pathLst>
                <a:path w="56515" h="30479">
                  <a:moveTo>
                    <a:pt x="56103" y="0"/>
                  </a:moveTo>
                  <a:lnTo>
                    <a:pt x="0" y="0"/>
                  </a:lnTo>
                  <a:lnTo>
                    <a:pt x="0" y="30355"/>
                  </a:lnTo>
                  <a:lnTo>
                    <a:pt x="56103" y="30355"/>
                  </a:lnTo>
                  <a:lnTo>
                    <a:pt x="56103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 descr=""/>
            <p:cNvSpPr/>
            <p:nvPr/>
          </p:nvSpPr>
          <p:spPr>
            <a:xfrm>
              <a:off x="18180943" y="4388128"/>
              <a:ext cx="87630" cy="30480"/>
            </a:xfrm>
            <a:custGeom>
              <a:avLst/>
              <a:gdLst/>
              <a:ahLst/>
              <a:cxnLst/>
              <a:rect l="l" t="t" r="r" b="b"/>
              <a:pathLst>
                <a:path w="87630" h="30479">
                  <a:moveTo>
                    <a:pt x="87044" y="0"/>
                  </a:moveTo>
                  <a:lnTo>
                    <a:pt x="0" y="0"/>
                  </a:lnTo>
                  <a:lnTo>
                    <a:pt x="0" y="30355"/>
                  </a:lnTo>
                  <a:lnTo>
                    <a:pt x="87044" y="30355"/>
                  </a:lnTo>
                  <a:lnTo>
                    <a:pt x="87044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 descr=""/>
            <p:cNvSpPr/>
            <p:nvPr/>
          </p:nvSpPr>
          <p:spPr>
            <a:xfrm>
              <a:off x="18180943" y="3912896"/>
              <a:ext cx="56515" cy="30480"/>
            </a:xfrm>
            <a:custGeom>
              <a:avLst/>
              <a:gdLst/>
              <a:ahLst/>
              <a:cxnLst/>
              <a:rect l="l" t="t" r="r" b="b"/>
              <a:pathLst>
                <a:path w="56515" h="30479">
                  <a:moveTo>
                    <a:pt x="56113" y="0"/>
                  </a:moveTo>
                  <a:lnTo>
                    <a:pt x="0" y="0"/>
                  </a:lnTo>
                  <a:lnTo>
                    <a:pt x="0" y="30396"/>
                  </a:lnTo>
                  <a:lnTo>
                    <a:pt x="56113" y="30396"/>
                  </a:lnTo>
                  <a:lnTo>
                    <a:pt x="56113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 descr=""/>
            <p:cNvSpPr/>
            <p:nvPr/>
          </p:nvSpPr>
          <p:spPr>
            <a:xfrm>
              <a:off x="18180943" y="3878039"/>
              <a:ext cx="28575" cy="30480"/>
            </a:xfrm>
            <a:custGeom>
              <a:avLst/>
              <a:gdLst/>
              <a:ahLst/>
              <a:cxnLst/>
              <a:rect l="l" t="t" r="r" b="b"/>
              <a:pathLst>
                <a:path w="28575" h="30479">
                  <a:moveTo>
                    <a:pt x="28072" y="0"/>
                  </a:moveTo>
                  <a:lnTo>
                    <a:pt x="0" y="0"/>
                  </a:lnTo>
                  <a:lnTo>
                    <a:pt x="0" y="30386"/>
                  </a:lnTo>
                  <a:lnTo>
                    <a:pt x="28072" y="30386"/>
                  </a:lnTo>
                  <a:lnTo>
                    <a:pt x="28072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 descr=""/>
            <p:cNvSpPr/>
            <p:nvPr/>
          </p:nvSpPr>
          <p:spPr>
            <a:xfrm>
              <a:off x="18548312" y="3879170"/>
              <a:ext cx="87630" cy="611505"/>
            </a:xfrm>
            <a:custGeom>
              <a:avLst/>
              <a:gdLst/>
              <a:ahLst/>
              <a:cxnLst/>
              <a:rect l="l" t="t" r="r" b="b"/>
              <a:pathLst>
                <a:path w="87630" h="611504">
                  <a:moveTo>
                    <a:pt x="87033" y="0"/>
                  </a:moveTo>
                  <a:lnTo>
                    <a:pt x="63550" y="0"/>
                  </a:lnTo>
                  <a:lnTo>
                    <a:pt x="63550" y="30365"/>
                  </a:lnTo>
                  <a:lnTo>
                    <a:pt x="87033" y="30365"/>
                  </a:lnTo>
                  <a:lnTo>
                    <a:pt x="87033" y="0"/>
                  </a:lnTo>
                  <a:close/>
                </a:path>
                <a:path w="87630" h="611504">
                  <a:moveTo>
                    <a:pt x="87045" y="580961"/>
                  </a:moveTo>
                  <a:lnTo>
                    <a:pt x="0" y="580961"/>
                  </a:lnTo>
                  <a:lnTo>
                    <a:pt x="0" y="611352"/>
                  </a:lnTo>
                  <a:lnTo>
                    <a:pt x="87045" y="611352"/>
                  </a:lnTo>
                  <a:lnTo>
                    <a:pt x="87045" y="580961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 descr=""/>
            <p:cNvSpPr/>
            <p:nvPr/>
          </p:nvSpPr>
          <p:spPr>
            <a:xfrm>
              <a:off x="18579256" y="4494774"/>
              <a:ext cx="56515" cy="30480"/>
            </a:xfrm>
            <a:custGeom>
              <a:avLst/>
              <a:gdLst/>
              <a:ahLst/>
              <a:cxnLst/>
              <a:rect l="l" t="t" r="r" b="b"/>
              <a:pathLst>
                <a:path w="56515" h="30479">
                  <a:moveTo>
                    <a:pt x="56103" y="0"/>
                  </a:moveTo>
                  <a:lnTo>
                    <a:pt x="0" y="0"/>
                  </a:lnTo>
                  <a:lnTo>
                    <a:pt x="0" y="30355"/>
                  </a:lnTo>
                  <a:lnTo>
                    <a:pt x="56103" y="30355"/>
                  </a:lnTo>
                  <a:lnTo>
                    <a:pt x="56103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 descr=""/>
            <p:cNvSpPr/>
            <p:nvPr/>
          </p:nvSpPr>
          <p:spPr>
            <a:xfrm>
              <a:off x="18579256" y="4421268"/>
              <a:ext cx="56515" cy="30480"/>
            </a:xfrm>
            <a:custGeom>
              <a:avLst/>
              <a:gdLst/>
              <a:ahLst/>
              <a:cxnLst/>
              <a:rect l="l" t="t" r="r" b="b"/>
              <a:pathLst>
                <a:path w="56515" h="30479">
                  <a:moveTo>
                    <a:pt x="56103" y="0"/>
                  </a:moveTo>
                  <a:lnTo>
                    <a:pt x="0" y="0"/>
                  </a:lnTo>
                  <a:lnTo>
                    <a:pt x="0" y="30365"/>
                  </a:lnTo>
                  <a:lnTo>
                    <a:pt x="56103" y="30365"/>
                  </a:lnTo>
                  <a:lnTo>
                    <a:pt x="56103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 descr=""/>
            <p:cNvSpPr/>
            <p:nvPr/>
          </p:nvSpPr>
          <p:spPr>
            <a:xfrm>
              <a:off x="18180985" y="4575934"/>
              <a:ext cx="87630" cy="30480"/>
            </a:xfrm>
            <a:custGeom>
              <a:avLst/>
              <a:gdLst/>
              <a:ahLst/>
              <a:cxnLst/>
              <a:rect l="l" t="t" r="r" b="b"/>
              <a:pathLst>
                <a:path w="87630" h="30479">
                  <a:moveTo>
                    <a:pt x="87013" y="0"/>
                  </a:moveTo>
                  <a:lnTo>
                    <a:pt x="0" y="0"/>
                  </a:lnTo>
                  <a:lnTo>
                    <a:pt x="0" y="30355"/>
                  </a:lnTo>
                  <a:lnTo>
                    <a:pt x="87013" y="30355"/>
                  </a:lnTo>
                  <a:lnTo>
                    <a:pt x="87013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 descr=""/>
            <p:cNvSpPr/>
            <p:nvPr/>
          </p:nvSpPr>
          <p:spPr>
            <a:xfrm>
              <a:off x="18180943" y="4611587"/>
              <a:ext cx="56515" cy="30480"/>
            </a:xfrm>
            <a:custGeom>
              <a:avLst/>
              <a:gdLst/>
              <a:ahLst/>
              <a:cxnLst/>
              <a:rect l="l" t="t" r="r" b="b"/>
              <a:pathLst>
                <a:path w="56515" h="30479">
                  <a:moveTo>
                    <a:pt x="56113" y="0"/>
                  </a:moveTo>
                  <a:lnTo>
                    <a:pt x="0" y="0"/>
                  </a:lnTo>
                  <a:lnTo>
                    <a:pt x="0" y="30396"/>
                  </a:lnTo>
                  <a:lnTo>
                    <a:pt x="56113" y="30396"/>
                  </a:lnTo>
                  <a:lnTo>
                    <a:pt x="56113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 descr=""/>
            <p:cNvSpPr/>
            <p:nvPr/>
          </p:nvSpPr>
          <p:spPr>
            <a:xfrm>
              <a:off x="18180943" y="4540259"/>
              <a:ext cx="56515" cy="30480"/>
            </a:xfrm>
            <a:custGeom>
              <a:avLst/>
              <a:gdLst/>
              <a:ahLst/>
              <a:cxnLst/>
              <a:rect l="l" t="t" r="r" b="b"/>
              <a:pathLst>
                <a:path w="56515" h="30479">
                  <a:moveTo>
                    <a:pt x="56113" y="0"/>
                  </a:moveTo>
                  <a:lnTo>
                    <a:pt x="0" y="0"/>
                  </a:lnTo>
                  <a:lnTo>
                    <a:pt x="0" y="30355"/>
                  </a:lnTo>
                  <a:lnTo>
                    <a:pt x="56113" y="30355"/>
                  </a:lnTo>
                  <a:lnTo>
                    <a:pt x="56113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 descr=""/>
            <p:cNvSpPr/>
            <p:nvPr/>
          </p:nvSpPr>
          <p:spPr>
            <a:xfrm>
              <a:off x="16034967" y="4040096"/>
              <a:ext cx="87630" cy="30480"/>
            </a:xfrm>
            <a:custGeom>
              <a:avLst/>
              <a:gdLst/>
              <a:ahLst/>
              <a:cxnLst/>
              <a:rect l="l" t="t" r="r" b="b"/>
              <a:pathLst>
                <a:path w="87630" h="30479">
                  <a:moveTo>
                    <a:pt x="87044" y="0"/>
                  </a:moveTo>
                  <a:lnTo>
                    <a:pt x="0" y="0"/>
                  </a:lnTo>
                  <a:lnTo>
                    <a:pt x="0" y="30355"/>
                  </a:lnTo>
                  <a:lnTo>
                    <a:pt x="87044" y="30355"/>
                  </a:lnTo>
                  <a:lnTo>
                    <a:pt x="87044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 descr=""/>
            <p:cNvSpPr/>
            <p:nvPr/>
          </p:nvSpPr>
          <p:spPr>
            <a:xfrm>
              <a:off x="16034967" y="4075499"/>
              <a:ext cx="56515" cy="30480"/>
            </a:xfrm>
            <a:custGeom>
              <a:avLst/>
              <a:gdLst/>
              <a:ahLst/>
              <a:cxnLst/>
              <a:rect l="l" t="t" r="r" b="b"/>
              <a:pathLst>
                <a:path w="56515" h="30479">
                  <a:moveTo>
                    <a:pt x="56113" y="0"/>
                  </a:moveTo>
                  <a:lnTo>
                    <a:pt x="0" y="0"/>
                  </a:lnTo>
                  <a:lnTo>
                    <a:pt x="0" y="30365"/>
                  </a:lnTo>
                  <a:lnTo>
                    <a:pt x="56113" y="30365"/>
                  </a:lnTo>
                  <a:lnTo>
                    <a:pt x="56113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 descr=""/>
            <p:cNvSpPr/>
            <p:nvPr/>
          </p:nvSpPr>
          <p:spPr>
            <a:xfrm>
              <a:off x="18548314" y="4677700"/>
              <a:ext cx="87630" cy="30480"/>
            </a:xfrm>
            <a:custGeom>
              <a:avLst/>
              <a:gdLst/>
              <a:ahLst/>
              <a:cxnLst/>
              <a:rect l="l" t="t" r="r" b="b"/>
              <a:pathLst>
                <a:path w="87630" h="30479">
                  <a:moveTo>
                    <a:pt x="87044" y="0"/>
                  </a:moveTo>
                  <a:lnTo>
                    <a:pt x="0" y="0"/>
                  </a:lnTo>
                  <a:lnTo>
                    <a:pt x="0" y="30365"/>
                  </a:lnTo>
                  <a:lnTo>
                    <a:pt x="87044" y="30365"/>
                  </a:lnTo>
                  <a:lnTo>
                    <a:pt x="87044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 descr=""/>
            <p:cNvSpPr/>
            <p:nvPr/>
          </p:nvSpPr>
          <p:spPr>
            <a:xfrm>
              <a:off x="18579256" y="4638843"/>
              <a:ext cx="56515" cy="30480"/>
            </a:xfrm>
            <a:custGeom>
              <a:avLst/>
              <a:gdLst/>
              <a:ahLst/>
              <a:cxnLst/>
              <a:rect l="l" t="t" r="r" b="b"/>
              <a:pathLst>
                <a:path w="56515" h="30479">
                  <a:moveTo>
                    <a:pt x="56103" y="0"/>
                  </a:moveTo>
                  <a:lnTo>
                    <a:pt x="0" y="0"/>
                  </a:lnTo>
                  <a:lnTo>
                    <a:pt x="0" y="30365"/>
                  </a:lnTo>
                  <a:lnTo>
                    <a:pt x="56103" y="30365"/>
                  </a:lnTo>
                  <a:lnTo>
                    <a:pt x="56103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 descr=""/>
            <p:cNvSpPr/>
            <p:nvPr/>
          </p:nvSpPr>
          <p:spPr>
            <a:xfrm>
              <a:off x="18180943" y="4679197"/>
              <a:ext cx="87630" cy="30480"/>
            </a:xfrm>
            <a:custGeom>
              <a:avLst/>
              <a:gdLst/>
              <a:ahLst/>
              <a:cxnLst/>
              <a:rect l="l" t="t" r="r" b="b"/>
              <a:pathLst>
                <a:path w="87630" h="30479">
                  <a:moveTo>
                    <a:pt x="87044" y="0"/>
                  </a:moveTo>
                  <a:lnTo>
                    <a:pt x="0" y="0"/>
                  </a:lnTo>
                  <a:lnTo>
                    <a:pt x="0" y="30386"/>
                  </a:lnTo>
                  <a:lnTo>
                    <a:pt x="87044" y="30386"/>
                  </a:lnTo>
                  <a:lnTo>
                    <a:pt x="87044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 descr=""/>
            <p:cNvSpPr/>
            <p:nvPr/>
          </p:nvSpPr>
          <p:spPr>
            <a:xfrm>
              <a:off x="18180943" y="4423561"/>
              <a:ext cx="56515" cy="30480"/>
            </a:xfrm>
            <a:custGeom>
              <a:avLst/>
              <a:gdLst/>
              <a:ahLst/>
              <a:cxnLst/>
              <a:rect l="l" t="t" r="r" b="b"/>
              <a:pathLst>
                <a:path w="56515" h="30479">
                  <a:moveTo>
                    <a:pt x="56113" y="0"/>
                  </a:moveTo>
                  <a:lnTo>
                    <a:pt x="0" y="0"/>
                  </a:lnTo>
                  <a:lnTo>
                    <a:pt x="0" y="30355"/>
                  </a:lnTo>
                  <a:lnTo>
                    <a:pt x="56113" y="30355"/>
                  </a:lnTo>
                  <a:lnTo>
                    <a:pt x="56113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 descr=""/>
            <p:cNvSpPr/>
            <p:nvPr/>
          </p:nvSpPr>
          <p:spPr>
            <a:xfrm>
              <a:off x="16010662" y="4348219"/>
              <a:ext cx="2150745" cy="36195"/>
            </a:xfrm>
            <a:custGeom>
              <a:avLst/>
              <a:gdLst/>
              <a:ahLst/>
              <a:cxnLst/>
              <a:rect l="l" t="t" r="r" b="b"/>
              <a:pathLst>
                <a:path w="2150744" h="36195">
                  <a:moveTo>
                    <a:pt x="750608" y="0"/>
                  </a:moveTo>
                  <a:lnTo>
                    <a:pt x="0" y="0"/>
                  </a:lnTo>
                  <a:lnTo>
                    <a:pt x="0" y="35979"/>
                  </a:lnTo>
                  <a:lnTo>
                    <a:pt x="750608" y="35979"/>
                  </a:lnTo>
                  <a:lnTo>
                    <a:pt x="750608" y="0"/>
                  </a:lnTo>
                  <a:close/>
                </a:path>
                <a:path w="2150744" h="36195">
                  <a:moveTo>
                    <a:pt x="1557362" y="0"/>
                  </a:moveTo>
                  <a:lnTo>
                    <a:pt x="864171" y="0"/>
                  </a:lnTo>
                  <a:lnTo>
                    <a:pt x="864171" y="35979"/>
                  </a:lnTo>
                  <a:lnTo>
                    <a:pt x="1557362" y="35979"/>
                  </a:lnTo>
                  <a:lnTo>
                    <a:pt x="1557362" y="0"/>
                  </a:lnTo>
                  <a:close/>
                </a:path>
                <a:path w="2150744" h="36195">
                  <a:moveTo>
                    <a:pt x="2150376" y="0"/>
                  </a:moveTo>
                  <a:lnTo>
                    <a:pt x="1670964" y="0"/>
                  </a:lnTo>
                  <a:lnTo>
                    <a:pt x="1670964" y="35979"/>
                  </a:lnTo>
                  <a:lnTo>
                    <a:pt x="2150376" y="35979"/>
                  </a:lnTo>
                  <a:lnTo>
                    <a:pt x="2150376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 descr=""/>
            <p:cNvSpPr/>
            <p:nvPr/>
          </p:nvSpPr>
          <p:spPr>
            <a:xfrm>
              <a:off x="16016967" y="3963512"/>
              <a:ext cx="2071370" cy="61594"/>
            </a:xfrm>
            <a:custGeom>
              <a:avLst/>
              <a:gdLst/>
              <a:ahLst/>
              <a:cxnLst/>
              <a:rect l="l" t="t" r="r" b="b"/>
              <a:pathLst>
                <a:path w="2071369" h="61595">
                  <a:moveTo>
                    <a:pt x="2071235" y="0"/>
                  </a:moveTo>
                  <a:lnTo>
                    <a:pt x="0" y="0"/>
                  </a:lnTo>
                  <a:lnTo>
                    <a:pt x="0" y="61296"/>
                  </a:lnTo>
                  <a:lnTo>
                    <a:pt x="2071235" y="61296"/>
                  </a:lnTo>
                  <a:lnTo>
                    <a:pt x="2071235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 descr=""/>
            <p:cNvSpPr/>
            <p:nvPr/>
          </p:nvSpPr>
          <p:spPr>
            <a:xfrm>
              <a:off x="16110613" y="4052294"/>
              <a:ext cx="151765" cy="267970"/>
            </a:xfrm>
            <a:custGeom>
              <a:avLst/>
              <a:gdLst/>
              <a:ahLst/>
              <a:cxnLst/>
              <a:rect l="l" t="t" r="r" b="b"/>
              <a:pathLst>
                <a:path w="151765" h="267970">
                  <a:moveTo>
                    <a:pt x="75788" y="0"/>
                  </a:moveTo>
                  <a:lnTo>
                    <a:pt x="46356" y="5978"/>
                  </a:lnTo>
                  <a:lnTo>
                    <a:pt x="22258" y="22257"/>
                  </a:lnTo>
                  <a:lnTo>
                    <a:pt x="5978" y="46351"/>
                  </a:lnTo>
                  <a:lnTo>
                    <a:pt x="0" y="75777"/>
                  </a:lnTo>
                  <a:lnTo>
                    <a:pt x="0" y="267677"/>
                  </a:lnTo>
                  <a:lnTo>
                    <a:pt x="151555" y="267677"/>
                  </a:lnTo>
                  <a:lnTo>
                    <a:pt x="151555" y="75777"/>
                  </a:lnTo>
                  <a:lnTo>
                    <a:pt x="145578" y="46351"/>
                  </a:lnTo>
                  <a:lnTo>
                    <a:pt x="129303" y="22257"/>
                  </a:lnTo>
                  <a:lnTo>
                    <a:pt x="105212" y="5978"/>
                  </a:lnTo>
                  <a:lnTo>
                    <a:pt x="75788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8" name="object 32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117917" y="4067680"/>
              <a:ext cx="136948" cy="239479"/>
            </a:xfrm>
            <a:prstGeom prst="rect">
              <a:avLst/>
            </a:prstGeom>
          </p:spPr>
        </p:pic>
        <p:sp>
          <p:nvSpPr>
            <p:cNvPr id="329" name="object 329" descr=""/>
            <p:cNvSpPr/>
            <p:nvPr/>
          </p:nvSpPr>
          <p:spPr>
            <a:xfrm>
              <a:off x="16338915" y="4052294"/>
              <a:ext cx="151765" cy="267970"/>
            </a:xfrm>
            <a:custGeom>
              <a:avLst/>
              <a:gdLst/>
              <a:ahLst/>
              <a:cxnLst/>
              <a:rect l="l" t="t" r="r" b="b"/>
              <a:pathLst>
                <a:path w="151765" h="267970">
                  <a:moveTo>
                    <a:pt x="75809" y="0"/>
                  </a:moveTo>
                  <a:lnTo>
                    <a:pt x="46378" y="5978"/>
                  </a:lnTo>
                  <a:lnTo>
                    <a:pt x="22272" y="22257"/>
                  </a:lnTo>
                  <a:lnTo>
                    <a:pt x="5983" y="46351"/>
                  </a:lnTo>
                  <a:lnTo>
                    <a:pt x="0" y="75777"/>
                  </a:lnTo>
                  <a:lnTo>
                    <a:pt x="0" y="267677"/>
                  </a:lnTo>
                  <a:lnTo>
                    <a:pt x="151597" y="267677"/>
                  </a:lnTo>
                  <a:lnTo>
                    <a:pt x="151597" y="75777"/>
                  </a:lnTo>
                  <a:lnTo>
                    <a:pt x="145613" y="46351"/>
                  </a:lnTo>
                  <a:lnTo>
                    <a:pt x="129323" y="22257"/>
                  </a:lnTo>
                  <a:lnTo>
                    <a:pt x="105223" y="5978"/>
                  </a:lnTo>
                  <a:lnTo>
                    <a:pt x="75809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0" name="object 330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346224" y="4067680"/>
              <a:ext cx="136980" cy="239479"/>
            </a:xfrm>
            <a:prstGeom prst="rect">
              <a:avLst/>
            </a:prstGeom>
          </p:spPr>
        </p:pic>
        <p:sp>
          <p:nvSpPr>
            <p:cNvPr id="331" name="object 331" descr=""/>
            <p:cNvSpPr/>
            <p:nvPr/>
          </p:nvSpPr>
          <p:spPr>
            <a:xfrm>
              <a:off x="16565000" y="4052294"/>
              <a:ext cx="151765" cy="267970"/>
            </a:xfrm>
            <a:custGeom>
              <a:avLst/>
              <a:gdLst/>
              <a:ahLst/>
              <a:cxnLst/>
              <a:rect l="l" t="t" r="r" b="b"/>
              <a:pathLst>
                <a:path w="151765" h="267970">
                  <a:moveTo>
                    <a:pt x="75777" y="0"/>
                  </a:moveTo>
                  <a:lnTo>
                    <a:pt x="46351" y="5978"/>
                  </a:lnTo>
                  <a:lnTo>
                    <a:pt x="22257" y="22257"/>
                  </a:lnTo>
                  <a:lnTo>
                    <a:pt x="5978" y="46351"/>
                  </a:lnTo>
                  <a:lnTo>
                    <a:pt x="0" y="75777"/>
                  </a:lnTo>
                  <a:lnTo>
                    <a:pt x="0" y="267677"/>
                  </a:lnTo>
                  <a:lnTo>
                    <a:pt x="151587" y="267677"/>
                  </a:lnTo>
                  <a:lnTo>
                    <a:pt x="151587" y="75777"/>
                  </a:lnTo>
                  <a:lnTo>
                    <a:pt x="145603" y="46351"/>
                  </a:lnTo>
                  <a:lnTo>
                    <a:pt x="129314" y="22257"/>
                  </a:lnTo>
                  <a:lnTo>
                    <a:pt x="105208" y="5978"/>
                  </a:lnTo>
                  <a:lnTo>
                    <a:pt x="75777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2" name="object 332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572312" y="4067680"/>
              <a:ext cx="136938" cy="239479"/>
            </a:xfrm>
            <a:prstGeom prst="rect">
              <a:avLst/>
            </a:prstGeom>
          </p:spPr>
        </p:pic>
        <p:sp>
          <p:nvSpPr>
            <p:cNvPr id="333" name="object 333" descr=""/>
            <p:cNvSpPr/>
            <p:nvPr/>
          </p:nvSpPr>
          <p:spPr>
            <a:xfrm>
              <a:off x="16914338" y="4052294"/>
              <a:ext cx="151765" cy="267970"/>
            </a:xfrm>
            <a:custGeom>
              <a:avLst/>
              <a:gdLst/>
              <a:ahLst/>
              <a:cxnLst/>
              <a:rect l="l" t="t" r="r" b="b"/>
              <a:pathLst>
                <a:path w="151765" h="267970">
                  <a:moveTo>
                    <a:pt x="75809" y="0"/>
                  </a:moveTo>
                  <a:lnTo>
                    <a:pt x="46351" y="5978"/>
                  </a:lnTo>
                  <a:lnTo>
                    <a:pt x="22257" y="22257"/>
                  </a:lnTo>
                  <a:lnTo>
                    <a:pt x="5978" y="46351"/>
                  </a:lnTo>
                  <a:lnTo>
                    <a:pt x="0" y="75777"/>
                  </a:lnTo>
                  <a:lnTo>
                    <a:pt x="0" y="267677"/>
                  </a:lnTo>
                  <a:lnTo>
                    <a:pt x="151597" y="267677"/>
                  </a:lnTo>
                  <a:lnTo>
                    <a:pt x="151597" y="75777"/>
                  </a:lnTo>
                  <a:lnTo>
                    <a:pt x="145614" y="46351"/>
                  </a:lnTo>
                  <a:lnTo>
                    <a:pt x="129327" y="22257"/>
                  </a:lnTo>
                  <a:lnTo>
                    <a:pt x="105227" y="5978"/>
                  </a:lnTo>
                  <a:lnTo>
                    <a:pt x="75809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4" name="object 334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921641" y="4067680"/>
              <a:ext cx="136980" cy="239479"/>
            </a:xfrm>
            <a:prstGeom prst="rect">
              <a:avLst/>
            </a:prstGeom>
          </p:spPr>
        </p:pic>
        <p:sp>
          <p:nvSpPr>
            <p:cNvPr id="335" name="object 335" descr=""/>
            <p:cNvSpPr/>
            <p:nvPr/>
          </p:nvSpPr>
          <p:spPr>
            <a:xfrm>
              <a:off x="17142676" y="4052294"/>
              <a:ext cx="151765" cy="267970"/>
            </a:xfrm>
            <a:custGeom>
              <a:avLst/>
              <a:gdLst/>
              <a:ahLst/>
              <a:cxnLst/>
              <a:rect l="l" t="t" r="r" b="b"/>
              <a:pathLst>
                <a:path w="151765" h="267970">
                  <a:moveTo>
                    <a:pt x="75777" y="0"/>
                  </a:moveTo>
                  <a:lnTo>
                    <a:pt x="46351" y="5978"/>
                  </a:lnTo>
                  <a:lnTo>
                    <a:pt x="22257" y="22257"/>
                  </a:lnTo>
                  <a:lnTo>
                    <a:pt x="5978" y="46351"/>
                  </a:lnTo>
                  <a:lnTo>
                    <a:pt x="0" y="75777"/>
                  </a:lnTo>
                  <a:lnTo>
                    <a:pt x="0" y="267677"/>
                  </a:lnTo>
                  <a:lnTo>
                    <a:pt x="151555" y="267677"/>
                  </a:lnTo>
                  <a:lnTo>
                    <a:pt x="151555" y="75777"/>
                  </a:lnTo>
                  <a:lnTo>
                    <a:pt x="145577" y="46351"/>
                  </a:lnTo>
                  <a:lnTo>
                    <a:pt x="129298" y="22257"/>
                  </a:lnTo>
                  <a:lnTo>
                    <a:pt x="105203" y="5978"/>
                  </a:lnTo>
                  <a:lnTo>
                    <a:pt x="75777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6" name="object 336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7149990" y="4067680"/>
              <a:ext cx="136938" cy="239479"/>
            </a:xfrm>
            <a:prstGeom prst="rect">
              <a:avLst/>
            </a:prstGeom>
          </p:spPr>
        </p:pic>
        <p:sp>
          <p:nvSpPr>
            <p:cNvPr id="337" name="object 337" descr=""/>
            <p:cNvSpPr/>
            <p:nvPr/>
          </p:nvSpPr>
          <p:spPr>
            <a:xfrm>
              <a:off x="17368726" y="4052294"/>
              <a:ext cx="151765" cy="267970"/>
            </a:xfrm>
            <a:custGeom>
              <a:avLst/>
              <a:gdLst/>
              <a:ahLst/>
              <a:cxnLst/>
              <a:rect l="l" t="t" r="r" b="b"/>
              <a:pathLst>
                <a:path w="151765" h="267970">
                  <a:moveTo>
                    <a:pt x="75809" y="0"/>
                  </a:moveTo>
                  <a:lnTo>
                    <a:pt x="46373" y="5978"/>
                  </a:lnTo>
                  <a:lnTo>
                    <a:pt x="22268" y="22257"/>
                  </a:lnTo>
                  <a:lnTo>
                    <a:pt x="5981" y="46351"/>
                  </a:lnTo>
                  <a:lnTo>
                    <a:pt x="0" y="75777"/>
                  </a:lnTo>
                  <a:lnTo>
                    <a:pt x="0" y="267677"/>
                  </a:lnTo>
                  <a:lnTo>
                    <a:pt x="151587" y="267677"/>
                  </a:lnTo>
                  <a:lnTo>
                    <a:pt x="151587" y="75777"/>
                  </a:lnTo>
                  <a:lnTo>
                    <a:pt x="145608" y="46351"/>
                  </a:lnTo>
                  <a:lnTo>
                    <a:pt x="129329" y="22257"/>
                  </a:lnTo>
                  <a:lnTo>
                    <a:pt x="105235" y="5978"/>
                  </a:lnTo>
                  <a:lnTo>
                    <a:pt x="75809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8" name="object 338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7376036" y="4067680"/>
              <a:ext cx="136980" cy="239479"/>
            </a:xfrm>
            <a:prstGeom prst="rect">
              <a:avLst/>
            </a:prstGeom>
          </p:spPr>
        </p:pic>
        <p:sp>
          <p:nvSpPr>
            <p:cNvPr id="339" name="object 339" descr=""/>
            <p:cNvSpPr/>
            <p:nvPr/>
          </p:nvSpPr>
          <p:spPr>
            <a:xfrm>
              <a:off x="17724861" y="4052294"/>
              <a:ext cx="151765" cy="267970"/>
            </a:xfrm>
            <a:custGeom>
              <a:avLst/>
              <a:gdLst/>
              <a:ahLst/>
              <a:cxnLst/>
              <a:rect l="l" t="t" r="r" b="b"/>
              <a:pathLst>
                <a:path w="151765" h="267970">
                  <a:moveTo>
                    <a:pt x="75777" y="0"/>
                  </a:moveTo>
                  <a:lnTo>
                    <a:pt x="46351" y="5978"/>
                  </a:lnTo>
                  <a:lnTo>
                    <a:pt x="22257" y="22257"/>
                  </a:lnTo>
                  <a:lnTo>
                    <a:pt x="5978" y="46351"/>
                  </a:lnTo>
                  <a:lnTo>
                    <a:pt x="0" y="75777"/>
                  </a:lnTo>
                  <a:lnTo>
                    <a:pt x="0" y="267677"/>
                  </a:lnTo>
                  <a:lnTo>
                    <a:pt x="151587" y="267677"/>
                  </a:lnTo>
                  <a:lnTo>
                    <a:pt x="151587" y="75777"/>
                  </a:lnTo>
                  <a:lnTo>
                    <a:pt x="145605" y="46351"/>
                  </a:lnTo>
                  <a:lnTo>
                    <a:pt x="129318" y="22257"/>
                  </a:lnTo>
                  <a:lnTo>
                    <a:pt x="105213" y="5978"/>
                  </a:lnTo>
                  <a:lnTo>
                    <a:pt x="75777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0" name="object 340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7732172" y="4067680"/>
              <a:ext cx="136938" cy="239479"/>
            </a:xfrm>
            <a:prstGeom prst="rect">
              <a:avLst/>
            </a:prstGeom>
          </p:spPr>
        </p:pic>
        <p:sp>
          <p:nvSpPr>
            <p:cNvPr id="341" name="object 341" descr=""/>
            <p:cNvSpPr/>
            <p:nvPr/>
          </p:nvSpPr>
          <p:spPr>
            <a:xfrm>
              <a:off x="17950938" y="4052294"/>
              <a:ext cx="151765" cy="267970"/>
            </a:xfrm>
            <a:custGeom>
              <a:avLst/>
              <a:gdLst/>
              <a:ahLst/>
              <a:cxnLst/>
              <a:rect l="l" t="t" r="r" b="b"/>
              <a:pathLst>
                <a:path w="151765" h="267970">
                  <a:moveTo>
                    <a:pt x="75788" y="0"/>
                  </a:moveTo>
                  <a:lnTo>
                    <a:pt x="46356" y="5978"/>
                  </a:lnTo>
                  <a:lnTo>
                    <a:pt x="22258" y="22257"/>
                  </a:lnTo>
                  <a:lnTo>
                    <a:pt x="5978" y="46351"/>
                  </a:lnTo>
                  <a:lnTo>
                    <a:pt x="0" y="75777"/>
                  </a:lnTo>
                  <a:lnTo>
                    <a:pt x="0" y="267677"/>
                  </a:lnTo>
                  <a:lnTo>
                    <a:pt x="151555" y="267677"/>
                  </a:lnTo>
                  <a:lnTo>
                    <a:pt x="151555" y="75777"/>
                  </a:lnTo>
                  <a:lnTo>
                    <a:pt x="145578" y="46351"/>
                  </a:lnTo>
                  <a:lnTo>
                    <a:pt x="129303" y="22257"/>
                  </a:lnTo>
                  <a:lnTo>
                    <a:pt x="105212" y="5978"/>
                  </a:lnTo>
                  <a:lnTo>
                    <a:pt x="75788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2" name="object 342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7958249" y="4067680"/>
              <a:ext cx="136948" cy="239479"/>
            </a:xfrm>
            <a:prstGeom prst="rect">
              <a:avLst/>
            </a:prstGeom>
          </p:spPr>
        </p:pic>
        <p:sp>
          <p:nvSpPr>
            <p:cNvPr id="343" name="object 343" descr=""/>
            <p:cNvSpPr/>
            <p:nvPr/>
          </p:nvSpPr>
          <p:spPr>
            <a:xfrm>
              <a:off x="16735396" y="4024819"/>
              <a:ext cx="165735" cy="19050"/>
            </a:xfrm>
            <a:custGeom>
              <a:avLst/>
              <a:gdLst/>
              <a:ahLst/>
              <a:cxnLst/>
              <a:rect l="l" t="t" r="r" b="b"/>
              <a:pathLst>
                <a:path w="165734" h="19050">
                  <a:moveTo>
                    <a:pt x="165324" y="0"/>
                  </a:moveTo>
                  <a:lnTo>
                    <a:pt x="0" y="0"/>
                  </a:lnTo>
                  <a:lnTo>
                    <a:pt x="0" y="18627"/>
                  </a:lnTo>
                  <a:lnTo>
                    <a:pt x="165324" y="18627"/>
                  </a:lnTo>
                  <a:lnTo>
                    <a:pt x="165324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 descr=""/>
            <p:cNvSpPr/>
            <p:nvPr/>
          </p:nvSpPr>
          <p:spPr>
            <a:xfrm>
              <a:off x="16761269" y="4043458"/>
              <a:ext cx="113664" cy="753745"/>
            </a:xfrm>
            <a:custGeom>
              <a:avLst/>
              <a:gdLst/>
              <a:ahLst/>
              <a:cxnLst/>
              <a:rect l="l" t="t" r="r" b="b"/>
              <a:pathLst>
                <a:path w="113665" h="753745">
                  <a:moveTo>
                    <a:pt x="113567" y="0"/>
                  </a:moveTo>
                  <a:lnTo>
                    <a:pt x="0" y="0"/>
                  </a:lnTo>
                  <a:lnTo>
                    <a:pt x="0" y="753589"/>
                  </a:lnTo>
                  <a:lnTo>
                    <a:pt x="113567" y="753589"/>
                  </a:lnTo>
                  <a:lnTo>
                    <a:pt x="113567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 descr=""/>
            <p:cNvSpPr/>
            <p:nvPr/>
          </p:nvSpPr>
          <p:spPr>
            <a:xfrm>
              <a:off x="17542146" y="4024819"/>
              <a:ext cx="165735" cy="19050"/>
            </a:xfrm>
            <a:custGeom>
              <a:avLst/>
              <a:gdLst/>
              <a:ahLst/>
              <a:cxnLst/>
              <a:rect l="l" t="t" r="r" b="b"/>
              <a:pathLst>
                <a:path w="165734" h="19050">
                  <a:moveTo>
                    <a:pt x="165377" y="0"/>
                  </a:moveTo>
                  <a:lnTo>
                    <a:pt x="0" y="0"/>
                  </a:lnTo>
                  <a:lnTo>
                    <a:pt x="0" y="18627"/>
                  </a:lnTo>
                  <a:lnTo>
                    <a:pt x="165377" y="18627"/>
                  </a:lnTo>
                  <a:lnTo>
                    <a:pt x="165377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 descr=""/>
            <p:cNvSpPr/>
            <p:nvPr/>
          </p:nvSpPr>
          <p:spPr>
            <a:xfrm>
              <a:off x="17568030" y="4043458"/>
              <a:ext cx="113664" cy="753745"/>
            </a:xfrm>
            <a:custGeom>
              <a:avLst/>
              <a:gdLst/>
              <a:ahLst/>
              <a:cxnLst/>
              <a:rect l="l" t="t" r="r" b="b"/>
              <a:pathLst>
                <a:path w="113665" h="753745">
                  <a:moveTo>
                    <a:pt x="113598" y="0"/>
                  </a:moveTo>
                  <a:lnTo>
                    <a:pt x="0" y="0"/>
                  </a:lnTo>
                  <a:lnTo>
                    <a:pt x="0" y="753589"/>
                  </a:lnTo>
                  <a:lnTo>
                    <a:pt x="113598" y="753589"/>
                  </a:lnTo>
                  <a:lnTo>
                    <a:pt x="113598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 descr=""/>
            <p:cNvSpPr/>
            <p:nvPr/>
          </p:nvSpPr>
          <p:spPr>
            <a:xfrm>
              <a:off x="16034967" y="4424158"/>
              <a:ext cx="50165" cy="30480"/>
            </a:xfrm>
            <a:custGeom>
              <a:avLst/>
              <a:gdLst/>
              <a:ahLst/>
              <a:cxnLst/>
              <a:rect l="l" t="t" r="r" b="b"/>
              <a:pathLst>
                <a:path w="50165" h="30479">
                  <a:moveTo>
                    <a:pt x="50092" y="0"/>
                  </a:moveTo>
                  <a:lnTo>
                    <a:pt x="0" y="0"/>
                  </a:lnTo>
                  <a:lnTo>
                    <a:pt x="0" y="30396"/>
                  </a:lnTo>
                  <a:lnTo>
                    <a:pt x="50092" y="30396"/>
                  </a:lnTo>
                  <a:lnTo>
                    <a:pt x="50092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 descr=""/>
            <p:cNvSpPr/>
            <p:nvPr/>
          </p:nvSpPr>
          <p:spPr>
            <a:xfrm>
              <a:off x="16034967" y="4462995"/>
              <a:ext cx="71755" cy="30480"/>
            </a:xfrm>
            <a:custGeom>
              <a:avLst/>
              <a:gdLst/>
              <a:ahLst/>
              <a:cxnLst/>
              <a:rect l="l" t="t" r="r" b="b"/>
              <a:pathLst>
                <a:path w="71755" h="30479">
                  <a:moveTo>
                    <a:pt x="71463" y="0"/>
                  </a:moveTo>
                  <a:lnTo>
                    <a:pt x="0" y="0"/>
                  </a:lnTo>
                  <a:lnTo>
                    <a:pt x="0" y="30355"/>
                  </a:lnTo>
                  <a:lnTo>
                    <a:pt x="71463" y="30355"/>
                  </a:lnTo>
                  <a:lnTo>
                    <a:pt x="71463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9" name="object 349" descr=""/>
            <p:cNvSpPr/>
            <p:nvPr/>
          </p:nvSpPr>
          <p:spPr>
            <a:xfrm>
              <a:off x="16748557" y="4797037"/>
              <a:ext cx="946150" cy="31115"/>
            </a:xfrm>
            <a:custGeom>
              <a:avLst/>
              <a:gdLst/>
              <a:ahLst/>
              <a:cxnLst/>
              <a:rect l="l" t="t" r="r" b="b"/>
              <a:pathLst>
                <a:path w="946150" h="31114">
                  <a:moveTo>
                    <a:pt x="139026" y="0"/>
                  </a:moveTo>
                  <a:lnTo>
                    <a:pt x="0" y="0"/>
                  </a:lnTo>
                  <a:lnTo>
                    <a:pt x="0" y="30848"/>
                  </a:lnTo>
                  <a:lnTo>
                    <a:pt x="139026" y="30848"/>
                  </a:lnTo>
                  <a:lnTo>
                    <a:pt x="139026" y="0"/>
                  </a:lnTo>
                  <a:close/>
                </a:path>
                <a:path w="946150" h="31114">
                  <a:moveTo>
                    <a:pt x="945794" y="0"/>
                  </a:moveTo>
                  <a:lnTo>
                    <a:pt x="806742" y="0"/>
                  </a:lnTo>
                  <a:lnTo>
                    <a:pt x="806742" y="30848"/>
                  </a:lnTo>
                  <a:lnTo>
                    <a:pt x="945794" y="30848"/>
                  </a:lnTo>
                  <a:lnTo>
                    <a:pt x="945794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 descr=""/>
            <p:cNvSpPr/>
            <p:nvPr/>
          </p:nvSpPr>
          <p:spPr>
            <a:xfrm>
              <a:off x="16717742" y="4434378"/>
              <a:ext cx="43815" cy="30480"/>
            </a:xfrm>
            <a:custGeom>
              <a:avLst/>
              <a:gdLst/>
              <a:ahLst/>
              <a:cxnLst/>
              <a:rect l="l" t="t" r="r" b="b"/>
              <a:pathLst>
                <a:path w="43815" h="30479">
                  <a:moveTo>
                    <a:pt x="43527" y="0"/>
                  </a:moveTo>
                  <a:lnTo>
                    <a:pt x="0" y="0"/>
                  </a:lnTo>
                  <a:lnTo>
                    <a:pt x="0" y="30355"/>
                  </a:lnTo>
                  <a:lnTo>
                    <a:pt x="43527" y="30355"/>
                  </a:lnTo>
                  <a:lnTo>
                    <a:pt x="43527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 descr=""/>
            <p:cNvSpPr/>
            <p:nvPr/>
          </p:nvSpPr>
          <p:spPr>
            <a:xfrm>
              <a:off x="16733207" y="4468973"/>
              <a:ext cx="28575" cy="30480"/>
            </a:xfrm>
            <a:custGeom>
              <a:avLst/>
              <a:gdLst/>
              <a:ahLst/>
              <a:cxnLst/>
              <a:rect l="l" t="t" r="r" b="b"/>
              <a:pathLst>
                <a:path w="28575" h="30479">
                  <a:moveTo>
                    <a:pt x="28061" y="0"/>
                  </a:moveTo>
                  <a:lnTo>
                    <a:pt x="0" y="0"/>
                  </a:lnTo>
                  <a:lnTo>
                    <a:pt x="0" y="30396"/>
                  </a:lnTo>
                  <a:lnTo>
                    <a:pt x="28061" y="30396"/>
                  </a:lnTo>
                  <a:lnTo>
                    <a:pt x="28061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 descr=""/>
            <p:cNvSpPr/>
            <p:nvPr/>
          </p:nvSpPr>
          <p:spPr>
            <a:xfrm>
              <a:off x="16705166" y="4395510"/>
              <a:ext cx="56515" cy="30480"/>
            </a:xfrm>
            <a:custGeom>
              <a:avLst/>
              <a:gdLst/>
              <a:ahLst/>
              <a:cxnLst/>
              <a:rect l="l" t="t" r="r" b="b"/>
              <a:pathLst>
                <a:path w="56515" h="30479">
                  <a:moveTo>
                    <a:pt x="56113" y="0"/>
                  </a:moveTo>
                  <a:lnTo>
                    <a:pt x="0" y="0"/>
                  </a:lnTo>
                  <a:lnTo>
                    <a:pt x="0" y="30365"/>
                  </a:lnTo>
                  <a:lnTo>
                    <a:pt x="56113" y="30365"/>
                  </a:lnTo>
                  <a:lnTo>
                    <a:pt x="56113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 descr=""/>
            <p:cNvSpPr/>
            <p:nvPr/>
          </p:nvSpPr>
          <p:spPr>
            <a:xfrm>
              <a:off x="16725961" y="4651952"/>
              <a:ext cx="35560" cy="30480"/>
            </a:xfrm>
            <a:custGeom>
              <a:avLst/>
              <a:gdLst/>
              <a:ahLst/>
              <a:cxnLst/>
              <a:rect l="l" t="t" r="r" b="b"/>
              <a:pathLst>
                <a:path w="35559" h="30479">
                  <a:moveTo>
                    <a:pt x="35307" y="0"/>
                  </a:moveTo>
                  <a:lnTo>
                    <a:pt x="0" y="0"/>
                  </a:lnTo>
                  <a:lnTo>
                    <a:pt x="0" y="30365"/>
                  </a:lnTo>
                  <a:lnTo>
                    <a:pt x="35307" y="30365"/>
                  </a:lnTo>
                  <a:lnTo>
                    <a:pt x="35307" y="0"/>
                  </a:lnTo>
                  <a:close/>
                </a:path>
              </a:pathLst>
            </a:custGeom>
            <a:solidFill>
              <a:srgbClr val="009E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 descr=""/>
            <p:cNvSpPr/>
            <p:nvPr/>
          </p:nvSpPr>
          <p:spPr>
            <a:xfrm>
              <a:off x="16733207" y="4613074"/>
              <a:ext cx="28575" cy="30480"/>
            </a:xfrm>
            <a:custGeom>
              <a:avLst/>
              <a:gdLst/>
              <a:ahLst/>
              <a:cxnLst/>
              <a:rect l="l" t="t" r="r" b="b"/>
              <a:pathLst>
                <a:path w="28575" h="30479">
                  <a:moveTo>
                    <a:pt x="28061" y="0"/>
                  </a:moveTo>
                  <a:lnTo>
                    <a:pt x="0" y="0"/>
                  </a:lnTo>
                  <a:lnTo>
                    <a:pt x="0" y="30355"/>
                  </a:lnTo>
                  <a:lnTo>
                    <a:pt x="28061" y="30355"/>
                  </a:lnTo>
                  <a:lnTo>
                    <a:pt x="28061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 descr=""/>
            <p:cNvSpPr/>
            <p:nvPr/>
          </p:nvSpPr>
          <p:spPr>
            <a:xfrm>
              <a:off x="16034967" y="4646455"/>
              <a:ext cx="87630" cy="30480"/>
            </a:xfrm>
            <a:custGeom>
              <a:avLst/>
              <a:gdLst/>
              <a:ahLst/>
              <a:cxnLst/>
              <a:rect l="l" t="t" r="r" b="b"/>
              <a:pathLst>
                <a:path w="87630" h="30479">
                  <a:moveTo>
                    <a:pt x="87044" y="0"/>
                  </a:moveTo>
                  <a:lnTo>
                    <a:pt x="0" y="0"/>
                  </a:lnTo>
                  <a:lnTo>
                    <a:pt x="0" y="30355"/>
                  </a:lnTo>
                  <a:lnTo>
                    <a:pt x="87044" y="30355"/>
                  </a:lnTo>
                  <a:lnTo>
                    <a:pt x="87044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 descr=""/>
            <p:cNvSpPr/>
            <p:nvPr/>
          </p:nvSpPr>
          <p:spPr>
            <a:xfrm>
              <a:off x="16034967" y="4681072"/>
              <a:ext cx="56515" cy="30480"/>
            </a:xfrm>
            <a:custGeom>
              <a:avLst/>
              <a:gdLst/>
              <a:ahLst/>
              <a:cxnLst/>
              <a:rect l="l" t="t" r="r" b="b"/>
              <a:pathLst>
                <a:path w="56515" h="30479">
                  <a:moveTo>
                    <a:pt x="56113" y="0"/>
                  </a:moveTo>
                  <a:lnTo>
                    <a:pt x="0" y="0"/>
                  </a:lnTo>
                  <a:lnTo>
                    <a:pt x="0" y="30376"/>
                  </a:lnTo>
                  <a:lnTo>
                    <a:pt x="56113" y="30376"/>
                  </a:lnTo>
                  <a:lnTo>
                    <a:pt x="56113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 descr=""/>
            <p:cNvSpPr/>
            <p:nvPr/>
          </p:nvSpPr>
          <p:spPr>
            <a:xfrm>
              <a:off x="16034967" y="4607556"/>
              <a:ext cx="56515" cy="30480"/>
            </a:xfrm>
            <a:custGeom>
              <a:avLst/>
              <a:gdLst/>
              <a:ahLst/>
              <a:cxnLst/>
              <a:rect l="l" t="t" r="r" b="b"/>
              <a:pathLst>
                <a:path w="56515" h="30479">
                  <a:moveTo>
                    <a:pt x="56113" y="0"/>
                  </a:moveTo>
                  <a:lnTo>
                    <a:pt x="0" y="0"/>
                  </a:lnTo>
                  <a:lnTo>
                    <a:pt x="0" y="30396"/>
                  </a:lnTo>
                  <a:lnTo>
                    <a:pt x="56113" y="30396"/>
                  </a:lnTo>
                  <a:lnTo>
                    <a:pt x="56113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 descr=""/>
            <p:cNvSpPr/>
            <p:nvPr/>
          </p:nvSpPr>
          <p:spPr>
            <a:xfrm>
              <a:off x="17724861" y="4425137"/>
              <a:ext cx="151765" cy="267970"/>
            </a:xfrm>
            <a:custGeom>
              <a:avLst/>
              <a:gdLst/>
              <a:ahLst/>
              <a:cxnLst/>
              <a:rect l="l" t="t" r="r" b="b"/>
              <a:pathLst>
                <a:path w="151765" h="267970">
                  <a:moveTo>
                    <a:pt x="75777" y="0"/>
                  </a:moveTo>
                  <a:lnTo>
                    <a:pt x="46351" y="5983"/>
                  </a:lnTo>
                  <a:lnTo>
                    <a:pt x="22257" y="22274"/>
                  </a:lnTo>
                  <a:lnTo>
                    <a:pt x="5978" y="46382"/>
                  </a:lnTo>
                  <a:lnTo>
                    <a:pt x="0" y="75819"/>
                  </a:lnTo>
                  <a:lnTo>
                    <a:pt x="0" y="267709"/>
                  </a:lnTo>
                  <a:lnTo>
                    <a:pt x="151587" y="267709"/>
                  </a:lnTo>
                  <a:lnTo>
                    <a:pt x="151587" y="75819"/>
                  </a:lnTo>
                  <a:lnTo>
                    <a:pt x="145605" y="46382"/>
                  </a:lnTo>
                  <a:lnTo>
                    <a:pt x="129318" y="22274"/>
                  </a:lnTo>
                  <a:lnTo>
                    <a:pt x="105213" y="5983"/>
                  </a:lnTo>
                  <a:lnTo>
                    <a:pt x="75777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9" name="object 359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7732172" y="4440565"/>
              <a:ext cx="136959" cy="239470"/>
            </a:xfrm>
            <a:prstGeom prst="rect">
              <a:avLst/>
            </a:prstGeom>
          </p:spPr>
        </p:pic>
        <p:sp>
          <p:nvSpPr>
            <p:cNvPr id="360" name="object 360" descr=""/>
            <p:cNvSpPr/>
            <p:nvPr/>
          </p:nvSpPr>
          <p:spPr>
            <a:xfrm>
              <a:off x="17950938" y="4425137"/>
              <a:ext cx="151765" cy="267970"/>
            </a:xfrm>
            <a:custGeom>
              <a:avLst/>
              <a:gdLst/>
              <a:ahLst/>
              <a:cxnLst/>
              <a:rect l="l" t="t" r="r" b="b"/>
              <a:pathLst>
                <a:path w="151765" h="267970">
                  <a:moveTo>
                    <a:pt x="75788" y="0"/>
                  </a:moveTo>
                  <a:lnTo>
                    <a:pt x="46356" y="5983"/>
                  </a:lnTo>
                  <a:lnTo>
                    <a:pt x="22258" y="22274"/>
                  </a:lnTo>
                  <a:lnTo>
                    <a:pt x="5978" y="46382"/>
                  </a:lnTo>
                  <a:lnTo>
                    <a:pt x="0" y="75819"/>
                  </a:lnTo>
                  <a:lnTo>
                    <a:pt x="0" y="267709"/>
                  </a:lnTo>
                  <a:lnTo>
                    <a:pt x="151555" y="267709"/>
                  </a:lnTo>
                  <a:lnTo>
                    <a:pt x="151555" y="75819"/>
                  </a:lnTo>
                  <a:lnTo>
                    <a:pt x="145578" y="46382"/>
                  </a:lnTo>
                  <a:lnTo>
                    <a:pt x="129303" y="22274"/>
                  </a:lnTo>
                  <a:lnTo>
                    <a:pt x="105212" y="5983"/>
                  </a:lnTo>
                  <a:lnTo>
                    <a:pt x="75788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1" name="object 361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7958249" y="4440565"/>
              <a:ext cx="136948" cy="239470"/>
            </a:xfrm>
            <a:prstGeom prst="rect">
              <a:avLst/>
            </a:prstGeom>
          </p:spPr>
        </p:pic>
        <p:sp>
          <p:nvSpPr>
            <p:cNvPr id="362" name="object 362" descr=""/>
            <p:cNvSpPr/>
            <p:nvPr/>
          </p:nvSpPr>
          <p:spPr>
            <a:xfrm>
              <a:off x="16914338" y="4425137"/>
              <a:ext cx="151765" cy="267970"/>
            </a:xfrm>
            <a:custGeom>
              <a:avLst/>
              <a:gdLst/>
              <a:ahLst/>
              <a:cxnLst/>
              <a:rect l="l" t="t" r="r" b="b"/>
              <a:pathLst>
                <a:path w="151765" h="267970">
                  <a:moveTo>
                    <a:pt x="75809" y="0"/>
                  </a:moveTo>
                  <a:lnTo>
                    <a:pt x="46351" y="5983"/>
                  </a:lnTo>
                  <a:lnTo>
                    <a:pt x="22257" y="22274"/>
                  </a:lnTo>
                  <a:lnTo>
                    <a:pt x="5978" y="46382"/>
                  </a:lnTo>
                  <a:lnTo>
                    <a:pt x="0" y="75819"/>
                  </a:lnTo>
                  <a:lnTo>
                    <a:pt x="0" y="267709"/>
                  </a:lnTo>
                  <a:lnTo>
                    <a:pt x="151597" y="267709"/>
                  </a:lnTo>
                  <a:lnTo>
                    <a:pt x="151597" y="75819"/>
                  </a:lnTo>
                  <a:lnTo>
                    <a:pt x="145614" y="46382"/>
                  </a:lnTo>
                  <a:lnTo>
                    <a:pt x="129327" y="22274"/>
                  </a:lnTo>
                  <a:lnTo>
                    <a:pt x="105227" y="5983"/>
                  </a:lnTo>
                  <a:lnTo>
                    <a:pt x="75809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3" name="object 363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921641" y="4440565"/>
              <a:ext cx="136980" cy="239470"/>
            </a:xfrm>
            <a:prstGeom prst="rect">
              <a:avLst/>
            </a:prstGeom>
          </p:spPr>
        </p:pic>
        <p:sp>
          <p:nvSpPr>
            <p:cNvPr id="364" name="object 364" descr=""/>
            <p:cNvSpPr/>
            <p:nvPr/>
          </p:nvSpPr>
          <p:spPr>
            <a:xfrm>
              <a:off x="17142676" y="4425137"/>
              <a:ext cx="151765" cy="267970"/>
            </a:xfrm>
            <a:custGeom>
              <a:avLst/>
              <a:gdLst/>
              <a:ahLst/>
              <a:cxnLst/>
              <a:rect l="l" t="t" r="r" b="b"/>
              <a:pathLst>
                <a:path w="151765" h="267970">
                  <a:moveTo>
                    <a:pt x="75777" y="0"/>
                  </a:moveTo>
                  <a:lnTo>
                    <a:pt x="46351" y="5983"/>
                  </a:lnTo>
                  <a:lnTo>
                    <a:pt x="22257" y="22274"/>
                  </a:lnTo>
                  <a:lnTo>
                    <a:pt x="5978" y="46382"/>
                  </a:lnTo>
                  <a:lnTo>
                    <a:pt x="0" y="75819"/>
                  </a:lnTo>
                  <a:lnTo>
                    <a:pt x="0" y="267709"/>
                  </a:lnTo>
                  <a:lnTo>
                    <a:pt x="151555" y="267709"/>
                  </a:lnTo>
                  <a:lnTo>
                    <a:pt x="151555" y="75819"/>
                  </a:lnTo>
                  <a:lnTo>
                    <a:pt x="145577" y="46382"/>
                  </a:lnTo>
                  <a:lnTo>
                    <a:pt x="129298" y="22274"/>
                  </a:lnTo>
                  <a:lnTo>
                    <a:pt x="105203" y="5983"/>
                  </a:lnTo>
                  <a:lnTo>
                    <a:pt x="75777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5" name="object 365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7149990" y="4440565"/>
              <a:ext cx="136938" cy="239470"/>
            </a:xfrm>
            <a:prstGeom prst="rect">
              <a:avLst/>
            </a:prstGeom>
          </p:spPr>
        </p:pic>
        <p:sp>
          <p:nvSpPr>
            <p:cNvPr id="366" name="object 366" descr=""/>
            <p:cNvSpPr/>
            <p:nvPr/>
          </p:nvSpPr>
          <p:spPr>
            <a:xfrm>
              <a:off x="17368726" y="4425137"/>
              <a:ext cx="151765" cy="267970"/>
            </a:xfrm>
            <a:custGeom>
              <a:avLst/>
              <a:gdLst/>
              <a:ahLst/>
              <a:cxnLst/>
              <a:rect l="l" t="t" r="r" b="b"/>
              <a:pathLst>
                <a:path w="151765" h="267970">
                  <a:moveTo>
                    <a:pt x="75809" y="0"/>
                  </a:moveTo>
                  <a:lnTo>
                    <a:pt x="46373" y="5983"/>
                  </a:lnTo>
                  <a:lnTo>
                    <a:pt x="22268" y="22274"/>
                  </a:lnTo>
                  <a:lnTo>
                    <a:pt x="5981" y="46382"/>
                  </a:lnTo>
                  <a:lnTo>
                    <a:pt x="0" y="75819"/>
                  </a:lnTo>
                  <a:lnTo>
                    <a:pt x="0" y="267709"/>
                  </a:lnTo>
                  <a:lnTo>
                    <a:pt x="151587" y="267709"/>
                  </a:lnTo>
                  <a:lnTo>
                    <a:pt x="151587" y="75819"/>
                  </a:lnTo>
                  <a:lnTo>
                    <a:pt x="145608" y="46382"/>
                  </a:lnTo>
                  <a:lnTo>
                    <a:pt x="129329" y="22274"/>
                  </a:lnTo>
                  <a:lnTo>
                    <a:pt x="105235" y="5983"/>
                  </a:lnTo>
                  <a:lnTo>
                    <a:pt x="75809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7" name="object 367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7376036" y="4440565"/>
              <a:ext cx="136980" cy="239470"/>
            </a:xfrm>
            <a:prstGeom prst="rect">
              <a:avLst/>
            </a:prstGeom>
          </p:spPr>
        </p:pic>
        <p:sp>
          <p:nvSpPr>
            <p:cNvPr id="368" name="object 368" descr=""/>
            <p:cNvSpPr/>
            <p:nvPr/>
          </p:nvSpPr>
          <p:spPr>
            <a:xfrm>
              <a:off x="16110613" y="4425137"/>
              <a:ext cx="151765" cy="267970"/>
            </a:xfrm>
            <a:custGeom>
              <a:avLst/>
              <a:gdLst/>
              <a:ahLst/>
              <a:cxnLst/>
              <a:rect l="l" t="t" r="r" b="b"/>
              <a:pathLst>
                <a:path w="151765" h="267970">
                  <a:moveTo>
                    <a:pt x="75788" y="0"/>
                  </a:moveTo>
                  <a:lnTo>
                    <a:pt x="46356" y="5983"/>
                  </a:lnTo>
                  <a:lnTo>
                    <a:pt x="22258" y="22274"/>
                  </a:lnTo>
                  <a:lnTo>
                    <a:pt x="5978" y="46382"/>
                  </a:lnTo>
                  <a:lnTo>
                    <a:pt x="0" y="75819"/>
                  </a:lnTo>
                  <a:lnTo>
                    <a:pt x="0" y="267709"/>
                  </a:lnTo>
                  <a:lnTo>
                    <a:pt x="151555" y="267709"/>
                  </a:lnTo>
                  <a:lnTo>
                    <a:pt x="151555" y="75819"/>
                  </a:lnTo>
                  <a:lnTo>
                    <a:pt x="145578" y="46382"/>
                  </a:lnTo>
                  <a:lnTo>
                    <a:pt x="129303" y="22274"/>
                  </a:lnTo>
                  <a:lnTo>
                    <a:pt x="105212" y="5983"/>
                  </a:lnTo>
                  <a:lnTo>
                    <a:pt x="75788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9" name="object 369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6117917" y="4440565"/>
              <a:ext cx="136948" cy="239470"/>
            </a:xfrm>
            <a:prstGeom prst="rect">
              <a:avLst/>
            </a:prstGeom>
          </p:spPr>
        </p:pic>
        <p:sp>
          <p:nvSpPr>
            <p:cNvPr id="370" name="object 370" descr=""/>
            <p:cNvSpPr/>
            <p:nvPr/>
          </p:nvSpPr>
          <p:spPr>
            <a:xfrm>
              <a:off x="16338915" y="4425137"/>
              <a:ext cx="151765" cy="267970"/>
            </a:xfrm>
            <a:custGeom>
              <a:avLst/>
              <a:gdLst/>
              <a:ahLst/>
              <a:cxnLst/>
              <a:rect l="l" t="t" r="r" b="b"/>
              <a:pathLst>
                <a:path w="151765" h="267970">
                  <a:moveTo>
                    <a:pt x="75809" y="0"/>
                  </a:moveTo>
                  <a:lnTo>
                    <a:pt x="46378" y="5983"/>
                  </a:lnTo>
                  <a:lnTo>
                    <a:pt x="22272" y="22274"/>
                  </a:lnTo>
                  <a:lnTo>
                    <a:pt x="5983" y="46382"/>
                  </a:lnTo>
                  <a:lnTo>
                    <a:pt x="0" y="75819"/>
                  </a:lnTo>
                  <a:lnTo>
                    <a:pt x="0" y="267709"/>
                  </a:lnTo>
                  <a:lnTo>
                    <a:pt x="151597" y="267709"/>
                  </a:lnTo>
                  <a:lnTo>
                    <a:pt x="151597" y="75819"/>
                  </a:lnTo>
                  <a:lnTo>
                    <a:pt x="145613" y="46382"/>
                  </a:lnTo>
                  <a:lnTo>
                    <a:pt x="129323" y="22274"/>
                  </a:lnTo>
                  <a:lnTo>
                    <a:pt x="105223" y="5983"/>
                  </a:lnTo>
                  <a:lnTo>
                    <a:pt x="75809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1" name="object 371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6346224" y="4440565"/>
              <a:ext cx="136980" cy="239470"/>
            </a:xfrm>
            <a:prstGeom prst="rect">
              <a:avLst/>
            </a:prstGeom>
          </p:spPr>
        </p:pic>
        <p:sp>
          <p:nvSpPr>
            <p:cNvPr id="372" name="object 372" descr=""/>
            <p:cNvSpPr/>
            <p:nvPr/>
          </p:nvSpPr>
          <p:spPr>
            <a:xfrm>
              <a:off x="16565000" y="4425137"/>
              <a:ext cx="151765" cy="267970"/>
            </a:xfrm>
            <a:custGeom>
              <a:avLst/>
              <a:gdLst/>
              <a:ahLst/>
              <a:cxnLst/>
              <a:rect l="l" t="t" r="r" b="b"/>
              <a:pathLst>
                <a:path w="151765" h="267970">
                  <a:moveTo>
                    <a:pt x="75777" y="0"/>
                  </a:moveTo>
                  <a:lnTo>
                    <a:pt x="46351" y="5983"/>
                  </a:lnTo>
                  <a:lnTo>
                    <a:pt x="22257" y="22274"/>
                  </a:lnTo>
                  <a:lnTo>
                    <a:pt x="5978" y="46382"/>
                  </a:lnTo>
                  <a:lnTo>
                    <a:pt x="0" y="75819"/>
                  </a:lnTo>
                  <a:lnTo>
                    <a:pt x="0" y="267709"/>
                  </a:lnTo>
                  <a:lnTo>
                    <a:pt x="151587" y="267709"/>
                  </a:lnTo>
                  <a:lnTo>
                    <a:pt x="151587" y="75819"/>
                  </a:lnTo>
                  <a:lnTo>
                    <a:pt x="145603" y="46382"/>
                  </a:lnTo>
                  <a:lnTo>
                    <a:pt x="129314" y="22274"/>
                  </a:lnTo>
                  <a:lnTo>
                    <a:pt x="105208" y="5983"/>
                  </a:lnTo>
                  <a:lnTo>
                    <a:pt x="75777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3" name="object 373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6572312" y="4440565"/>
              <a:ext cx="136938" cy="239470"/>
            </a:xfrm>
            <a:prstGeom prst="rect">
              <a:avLst/>
            </a:prstGeom>
          </p:spPr>
        </p:pic>
        <p:sp>
          <p:nvSpPr>
            <p:cNvPr id="374" name="object 374" descr=""/>
            <p:cNvSpPr/>
            <p:nvPr/>
          </p:nvSpPr>
          <p:spPr>
            <a:xfrm>
              <a:off x="16705166" y="4048442"/>
              <a:ext cx="56515" cy="30480"/>
            </a:xfrm>
            <a:custGeom>
              <a:avLst/>
              <a:gdLst/>
              <a:ahLst/>
              <a:cxnLst/>
              <a:rect l="l" t="t" r="r" b="b"/>
              <a:pathLst>
                <a:path w="56515" h="30479">
                  <a:moveTo>
                    <a:pt x="56113" y="0"/>
                  </a:moveTo>
                  <a:lnTo>
                    <a:pt x="0" y="0"/>
                  </a:lnTo>
                  <a:lnTo>
                    <a:pt x="0" y="30344"/>
                  </a:lnTo>
                  <a:lnTo>
                    <a:pt x="56113" y="30344"/>
                  </a:lnTo>
                  <a:lnTo>
                    <a:pt x="56113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5" name="object 375" descr=""/>
            <p:cNvSpPr/>
            <p:nvPr/>
          </p:nvSpPr>
          <p:spPr>
            <a:xfrm>
              <a:off x="16874847" y="4232153"/>
              <a:ext cx="27305" cy="30480"/>
            </a:xfrm>
            <a:custGeom>
              <a:avLst/>
              <a:gdLst/>
              <a:ahLst/>
              <a:cxnLst/>
              <a:rect l="l" t="t" r="r" b="b"/>
              <a:pathLst>
                <a:path w="27305" h="30479">
                  <a:moveTo>
                    <a:pt x="26868" y="0"/>
                  </a:moveTo>
                  <a:lnTo>
                    <a:pt x="0" y="0"/>
                  </a:lnTo>
                  <a:lnTo>
                    <a:pt x="0" y="30355"/>
                  </a:lnTo>
                  <a:lnTo>
                    <a:pt x="26868" y="30355"/>
                  </a:lnTo>
                  <a:lnTo>
                    <a:pt x="26868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6" name="object 376" descr=""/>
            <p:cNvSpPr/>
            <p:nvPr/>
          </p:nvSpPr>
          <p:spPr>
            <a:xfrm>
              <a:off x="16874847" y="4268676"/>
              <a:ext cx="34925" cy="30480"/>
            </a:xfrm>
            <a:custGeom>
              <a:avLst/>
              <a:gdLst/>
              <a:ahLst/>
              <a:cxnLst/>
              <a:rect l="l" t="t" r="r" b="b"/>
              <a:pathLst>
                <a:path w="34925" h="30479">
                  <a:moveTo>
                    <a:pt x="34731" y="0"/>
                  </a:moveTo>
                  <a:lnTo>
                    <a:pt x="0" y="0"/>
                  </a:lnTo>
                  <a:lnTo>
                    <a:pt x="0" y="30396"/>
                  </a:lnTo>
                  <a:lnTo>
                    <a:pt x="34731" y="30396"/>
                  </a:lnTo>
                  <a:lnTo>
                    <a:pt x="34731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 descr=""/>
            <p:cNvSpPr/>
            <p:nvPr/>
          </p:nvSpPr>
          <p:spPr>
            <a:xfrm>
              <a:off x="16874847" y="4397499"/>
              <a:ext cx="67945" cy="30480"/>
            </a:xfrm>
            <a:custGeom>
              <a:avLst/>
              <a:gdLst/>
              <a:ahLst/>
              <a:cxnLst/>
              <a:rect l="l" t="t" r="r" b="b"/>
              <a:pathLst>
                <a:path w="67944" h="30479">
                  <a:moveTo>
                    <a:pt x="67558" y="0"/>
                  </a:moveTo>
                  <a:lnTo>
                    <a:pt x="0" y="0"/>
                  </a:lnTo>
                  <a:lnTo>
                    <a:pt x="0" y="30344"/>
                  </a:lnTo>
                  <a:lnTo>
                    <a:pt x="67558" y="30344"/>
                  </a:lnTo>
                  <a:lnTo>
                    <a:pt x="67558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 descr=""/>
            <p:cNvSpPr/>
            <p:nvPr/>
          </p:nvSpPr>
          <p:spPr>
            <a:xfrm>
              <a:off x="16874847" y="4047122"/>
              <a:ext cx="49530" cy="30480"/>
            </a:xfrm>
            <a:custGeom>
              <a:avLst/>
              <a:gdLst/>
              <a:ahLst/>
              <a:cxnLst/>
              <a:rect l="l" t="t" r="r" b="b"/>
              <a:pathLst>
                <a:path w="49530" h="30479">
                  <a:moveTo>
                    <a:pt x="49380" y="0"/>
                  </a:moveTo>
                  <a:lnTo>
                    <a:pt x="0" y="0"/>
                  </a:lnTo>
                  <a:lnTo>
                    <a:pt x="0" y="30376"/>
                  </a:lnTo>
                  <a:lnTo>
                    <a:pt x="49380" y="30376"/>
                  </a:lnTo>
                  <a:lnTo>
                    <a:pt x="49380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 descr=""/>
            <p:cNvSpPr/>
            <p:nvPr/>
          </p:nvSpPr>
          <p:spPr>
            <a:xfrm>
              <a:off x="16874868" y="4082556"/>
              <a:ext cx="26034" cy="30480"/>
            </a:xfrm>
            <a:custGeom>
              <a:avLst/>
              <a:gdLst/>
              <a:ahLst/>
              <a:cxnLst/>
              <a:rect l="l" t="t" r="r" b="b"/>
              <a:pathLst>
                <a:path w="26034" h="30479">
                  <a:moveTo>
                    <a:pt x="25737" y="0"/>
                  </a:moveTo>
                  <a:lnTo>
                    <a:pt x="0" y="0"/>
                  </a:lnTo>
                  <a:lnTo>
                    <a:pt x="0" y="30355"/>
                  </a:lnTo>
                  <a:lnTo>
                    <a:pt x="25737" y="30355"/>
                  </a:lnTo>
                  <a:lnTo>
                    <a:pt x="25737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0" name="object 380" descr=""/>
            <p:cNvSpPr/>
            <p:nvPr/>
          </p:nvSpPr>
          <p:spPr>
            <a:xfrm>
              <a:off x="16874868" y="4431226"/>
              <a:ext cx="39370" cy="30480"/>
            </a:xfrm>
            <a:custGeom>
              <a:avLst/>
              <a:gdLst/>
              <a:ahLst/>
              <a:cxnLst/>
              <a:rect l="l" t="t" r="r" b="b"/>
              <a:pathLst>
                <a:path w="39369" h="30479">
                  <a:moveTo>
                    <a:pt x="39150" y="0"/>
                  </a:moveTo>
                  <a:lnTo>
                    <a:pt x="0" y="0"/>
                  </a:lnTo>
                  <a:lnTo>
                    <a:pt x="0" y="30355"/>
                  </a:lnTo>
                  <a:lnTo>
                    <a:pt x="39150" y="30355"/>
                  </a:lnTo>
                  <a:lnTo>
                    <a:pt x="39150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 descr=""/>
            <p:cNvSpPr/>
            <p:nvPr/>
          </p:nvSpPr>
          <p:spPr>
            <a:xfrm>
              <a:off x="16874847" y="4470010"/>
              <a:ext cx="22860" cy="30480"/>
            </a:xfrm>
            <a:custGeom>
              <a:avLst/>
              <a:gdLst/>
              <a:ahLst/>
              <a:cxnLst/>
              <a:rect l="l" t="t" r="r" b="b"/>
              <a:pathLst>
                <a:path w="22859" h="30479">
                  <a:moveTo>
                    <a:pt x="22596" y="0"/>
                  </a:moveTo>
                  <a:lnTo>
                    <a:pt x="0" y="0"/>
                  </a:lnTo>
                  <a:lnTo>
                    <a:pt x="0" y="30396"/>
                  </a:lnTo>
                  <a:lnTo>
                    <a:pt x="22596" y="30396"/>
                  </a:lnTo>
                  <a:lnTo>
                    <a:pt x="22596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 descr=""/>
            <p:cNvSpPr/>
            <p:nvPr/>
          </p:nvSpPr>
          <p:spPr>
            <a:xfrm>
              <a:off x="16874847" y="4653481"/>
              <a:ext cx="17145" cy="30480"/>
            </a:xfrm>
            <a:custGeom>
              <a:avLst/>
              <a:gdLst/>
              <a:ahLst/>
              <a:cxnLst/>
              <a:rect l="l" t="t" r="r" b="b"/>
              <a:pathLst>
                <a:path w="17144" h="30479">
                  <a:moveTo>
                    <a:pt x="16962" y="0"/>
                  </a:moveTo>
                  <a:lnTo>
                    <a:pt x="0" y="0"/>
                  </a:lnTo>
                  <a:lnTo>
                    <a:pt x="0" y="30386"/>
                  </a:lnTo>
                  <a:lnTo>
                    <a:pt x="16962" y="30386"/>
                  </a:lnTo>
                  <a:lnTo>
                    <a:pt x="16962" y="0"/>
                  </a:lnTo>
                  <a:close/>
                </a:path>
              </a:pathLst>
            </a:custGeom>
            <a:solidFill>
              <a:srgbClr val="009E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3" name="object 383" descr=""/>
            <p:cNvSpPr/>
            <p:nvPr/>
          </p:nvSpPr>
          <p:spPr>
            <a:xfrm>
              <a:off x="16874847" y="4688108"/>
              <a:ext cx="40005" cy="30480"/>
            </a:xfrm>
            <a:custGeom>
              <a:avLst/>
              <a:gdLst/>
              <a:ahLst/>
              <a:cxnLst/>
              <a:rect l="l" t="t" r="r" b="b"/>
              <a:pathLst>
                <a:path w="40005" h="30479">
                  <a:moveTo>
                    <a:pt x="39496" y="0"/>
                  </a:moveTo>
                  <a:lnTo>
                    <a:pt x="0" y="0"/>
                  </a:lnTo>
                  <a:lnTo>
                    <a:pt x="0" y="30355"/>
                  </a:lnTo>
                  <a:lnTo>
                    <a:pt x="39496" y="30355"/>
                  </a:lnTo>
                  <a:lnTo>
                    <a:pt x="39496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4" name="object 384" descr=""/>
            <p:cNvSpPr/>
            <p:nvPr/>
          </p:nvSpPr>
          <p:spPr>
            <a:xfrm>
              <a:off x="16874847" y="4614623"/>
              <a:ext cx="40005" cy="30480"/>
            </a:xfrm>
            <a:custGeom>
              <a:avLst/>
              <a:gdLst/>
              <a:ahLst/>
              <a:cxnLst/>
              <a:rect l="l" t="t" r="r" b="b"/>
              <a:pathLst>
                <a:path w="40005" h="30479">
                  <a:moveTo>
                    <a:pt x="39496" y="0"/>
                  </a:moveTo>
                  <a:lnTo>
                    <a:pt x="0" y="0"/>
                  </a:lnTo>
                  <a:lnTo>
                    <a:pt x="0" y="30355"/>
                  </a:lnTo>
                  <a:lnTo>
                    <a:pt x="39496" y="30355"/>
                  </a:lnTo>
                  <a:lnTo>
                    <a:pt x="39496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 descr=""/>
            <p:cNvSpPr/>
            <p:nvPr/>
          </p:nvSpPr>
          <p:spPr>
            <a:xfrm>
              <a:off x="16734390" y="4138785"/>
              <a:ext cx="27305" cy="30480"/>
            </a:xfrm>
            <a:custGeom>
              <a:avLst/>
              <a:gdLst/>
              <a:ahLst/>
              <a:cxnLst/>
              <a:rect l="l" t="t" r="r" b="b"/>
              <a:pathLst>
                <a:path w="27305" h="30479">
                  <a:moveTo>
                    <a:pt x="26878" y="0"/>
                  </a:moveTo>
                  <a:lnTo>
                    <a:pt x="0" y="0"/>
                  </a:lnTo>
                  <a:lnTo>
                    <a:pt x="0" y="30365"/>
                  </a:lnTo>
                  <a:lnTo>
                    <a:pt x="26878" y="30365"/>
                  </a:lnTo>
                  <a:lnTo>
                    <a:pt x="26878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 descr=""/>
            <p:cNvSpPr/>
            <p:nvPr/>
          </p:nvSpPr>
          <p:spPr>
            <a:xfrm>
              <a:off x="16726537" y="4175328"/>
              <a:ext cx="34925" cy="30480"/>
            </a:xfrm>
            <a:custGeom>
              <a:avLst/>
              <a:gdLst/>
              <a:ahLst/>
              <a:cxnLst/>
              <a:rect l="l" t="t" r="r" b="b"/>
              <a:pathLst>
                <a:path w="34925" h="30479">
                  <a:moveTo>
                    <a:pt x="34742" y="0"/>
                  </a:moveTo>
                  <a:lnTo>
                    <a:pt x="0" y="0"/>
                  </a:lnTo>
                  <a:lnTo>
                    <a:pt x="0" y="30386"/>
                  </a:lnTo>
                  <a:lnTo>
                    <a:pt x="34742" y="30386"/>
                  </a:lnTo>
                  <a:lnTo>
                    <a:pt x="34742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 descr=""/>
            <p:cNvSpPr/>
            <p:nvPr/>
          </p:nvSpPr>
          <p:spPr>
            <a:xfrm>
              <a:off x="16741448" y="4213578"/>
              <a:ext cx="20320" cy="30480"/>
            </a:xfrm>
            <a:custGeom>
              <a:avLst/>
              <a:gdLst/>
              <a:ahLst/>
              <a:cxnLst/>
              <a:rect l="l" t="t" r="r" b="b"/>
              <a:pathLst>
                <a:path w="20319" h="30479">
                  <a:moveTo>
                    <a:pt x="19831" y="0"/>
                  </a:moveTo>
                  <a:lnTo>
                    <a:pt x="0" y="0"/>
                  </a:lnTo>
                  <a:lnTo>
                    <a:pt x="0" y="30386"/>
                  </a:lnTo>
                  <a:lnTo>
                    <a:pt x="19831" y="30386"/>
                  </a:lnTo>
                  <a:lnTo>
                    <a:pt x="19831" y="0"/>
                  </a:lnTo>
                  <a:close/>
                </a:path>
              </a:pathLst>
            </a:custGeom>
            <a:solidFill>
              <a:srgbClr val="009E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8" name="object 388" descr=""/>
            <p:cNvSpPr/>
            <p:nvPr/>
          </p:nvSpPr>
          <p:spPr>
            <a:xfrm>
              <a:off x="18635368" y="4384188"/>
              <a:ext cx="228600" cy="120650"/>
            </a:xfrm>
            <a:custGeom>
              <a:avLst/>
              <a:gdLst/>
              <a:ahLst/>
              <a:cxnLst/>
              <a:rect l="l" t="t" r="r" b="b"/>
              <a:pathLst>
                <a:path w="228600" h="120650">
                  <a:moveTo>
                    <a:pt x="19894" y="0"/>
                  </a:moveTo>
                  <a:lnTo>
                    <a:pt x="0" y="0"/>
                  </a:lnTo>
                  <a:lnTo>
                    <a:pt x="0" y="120237"/>
                  </a:lnTo>
                  <a:lnTo>
                    <a:pt x="228171" y="120237"/>
                  </a:lnTo>
                  <a:lnTo>
                    <a:pt x="19894" y="0"/>
                  </a:lnTo>
                  <a:close/>
                </a:path>
              </a:pathLst>
            </a:custGeom>
            <a:solidFill>
              <a:srgbClr val="EEB8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9" name="object 389" descr=""/>
            <p:cNvSpPr/>
            <p:nvPr/>
          </p:nvSpPr>
          <p:spPr>
            <a:xfrm>
              <a:off x="18660656" y="4744814"/>
              <a:ext cx="146685" cy="82550"/>
            </a:xfrm>
            <a:custGeom>
              <a:avLst/>
              <a:gdLst/>
              <a:ahLst/>
              <a:cxnLst/>
              <a:rect l="l" t="t" r="r" b="b"/>
              <a:pathLst>
                <a:path w="146684" h="82550">
                  <a:moveTo>
                    <a:pt x="146380" y="55880"/>
                  </a:moveTo>
                  <a:lnTo>
                    <a:pt x="101434" y="55880"/>
                  </a:lnTo>
                  <a:lnTo>
                    <a:pt x="101434" y="27940"/>
                  </a:lnTo>
                  <a:lnTo>
                    <a:pt x="53606" y="27940"/>
                  </a:lnTo>
                  <a:lnTo>
                    <a:pt x="53606" y="0"/>
                  </a:lnTo>
                  <a:lnTo>
                    <a:pt x="0" y="0"/>
                  </a:lnTo>
                  <a:lnTo>
                    <a:pt x="0" y="27940"/>
                  </a:lnTo>
                  <a:lnTo>
                    <a:pt x="0" y="55880"/>
                  </a:lnTo>
                  <a:lnTo>
                    <a:pt x="0" y="82550"/>
                  </a:lnTo>
                  <a:lnTo>
                    <a:pt x="146380" y="82550"/>
                  </a:lnTo>
                  <a:lnTo>
                    <a:pt x="146380" y="5588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0" name="object 390" descr=""/>
            <p:cNvSpPr/>
            <p:nvPr/>
          </p:nvSpPr>
          <p:spPr>
            <a:xfrm>
              <a:off x="18635358" y="4504429"/>
              <a:ext cx="247650" cy="323850"/>
            </a:xfrm>
            <a:custGeom>
              <a:avLst/>
              <a:gdLst/>
              <a:ahLst/>
              <a:cxnLst/>
              <a:rect l="l" t="t" r="r" b="b"/>
              <a:pathLst>
                <a:path w="247650" h="323850">
                  <a:moveTo>
                    <a:pt x="247637" y="0"/>
                  </a:moveTo>
                  <a:lnTo>
                    <a:pt x="0" y="0"/>
                  </a:lnTo>
                  <a:lnTo>
                    <a:pt x="0" y="20701"/>
                  </a:lnTo>
                  <a:lnTo>
                    <a:pt x="171678" y="20701"/>
                  </a:lnTo>
                  <a:lnTo>
                    <a:pt x="171678" y="323456"/>
                  </a:lnTo>
                  <a:lnTo>
                    <a:pt x="205511" y="323456"/>
                  </a:lnTo>
                  <a:lnTo>
                    <a:pt x="205511" y="20701"/>
                  </a:lnTo>
                  <a:lnTo>
                    <a:pt x="247637" y="20701"/>
                  </a:lnTo>
                  <a:lnTo>
                    <a:pt x="24763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1" name="object 391" descr=""/>
            <p:cNvSpPr/>
            <p:nvPr/>
          </p:nvSpPr>
          <p:spPr>
            <a:xfrm>
              <a:off x="18332379" y="4424487"/>
              <a:ext cx="151765" cy="267970"/>
            </a:xfrm>
            <a:custGeom>
              <a:avLst/>
              <a:gdLst/>
              <a:ahLst/>
              <a:cxnLst/>
              <a:rect l="l" t="t" r="r" b="b"/>
              <a:pathLst>
                <a:path w="151765" h="267970">
                  <a:moveTo>
                    <a:pt x="75777" y="0"/>
                  </a:moveTo>
                  <a:lnTo>
                    <a:pt x="46351" y="5980"/>
                  </a:lnTo>
                  <a:lnTo>
                    <a:pt x="22257" y="22262"/>
                  </a:lnTo>
                  <a:lnTo>
                    <a:pt x="5978" y="46360"/>
                  </a:lnTo>
                  <a:lnTo>
                    <a:pt x="0" y="75788"/>
                  </a:lnTo>
                  <a:lnTo>
                    <a:pt x="0" y="267709"/>
                  </a:lnTo>
                  <a:lnTo>
                    <a:pt x="151587" y="267709"/>
                  </a:lnTo>
                  <a:lnTo>
                    <a:pt x="151587" y="75788"/>
                  </a:lnTo>
                  <a:lnTo>
                    <a:pt x="145605" y="46360"/>
                  </a:lnTo>
                  <a:lnTo>
                    <a:pt x="129318" y="22262"/>
                  </a:lnTo>
                  <a:lnTo>
                    <a:pt x="105213" y="5980"/>
                  </a:lnTo>
                  <a:lnTo>
                    <a:pt x="75777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2" name="object 392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8339692" y="4439889"/>
              <a:ext cx="136938" cy="239469"/>
            </a:xfrm>
            <a:prstGeom prst="rect">
              <a:avLst/>
            </a:prstGeom>
          </p:spPr>
        </p:pic>
        <p:sp>
          <p:nvSpPr>
            <p:cNvPr id="393" name="object 393" descr=""/>
            <p:cNvSpPr/>
            <p:nvPr/>
          </p:nvSpPr>
          <p:spPr>
            <a:xfrm>
              <a:off x="18332379" y="4050492"/>
              <a:ext cx="151765" cy="267970"/>
            </a:xfrm>
            <a:custGeom>
              <a:avLst/>
              <a:gdLst/>
              <a:ahLst/>
              <a:cxnLst/>
              <a:rect l="l" t="t" r="r" b="b"/>
              <a:pathLst>
                <a:path w="151765" h="267970">
                  <a:moveTo>
                    <a:pt x="75777" y="0"/>
                  </a:moveTo>
                  <a:lnTo>
                    <a:pt x="46351" y="5978"/>
                  </a:lnTo>
                  <a:lnTo>
                    <a:pt x="22257" y="22257"/>
                  </a:lnTo>
                  <a:lnTo>
                    <a:pt x="5978" y="46351"/>
                  </a:lnTo>
                  <a:lnTo>
                    <a:pt x="0" y="75777"/>
                  </a:lnTo>
                  <a:lnTo>
                    <a:pt x="0" y="267709"/>
                  </a:lnTo>
                  <a:lnTo>
                    <a:pt x="151587" y="267709"/>
                  </a:lnTo>
                  <a:lnTo>
                    <a:pt x="151587" y="75777"/>
                  </a:lnTo>
                  <a:lnTo>
                    <a:pt x="145605" y="46351"/>
                  </a:lnTo>
                  <a:lnTo>
                    <a:pt x="129318" y="22257"/>
                  </a:lnTo>
                  <a:lnTo>
                    <a:pt x="105213" y="5978"/>
                  </a:lnTo>
                  <a:lnTo>
                    <a:pt x="75777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4" name="object 394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8339692" y="4065882"/>
              <a:ext cx="136938" cy="239504"/>
            </a:xfrm>
            <a:prstGeom prst="rect">
              <a:avLst/>
            </a:prstGeom>
          </p:spPr>
        </p:pic>
        <p:pic>
          <p:nvPicPr>
            <p:cNvPr id="395" name="object 395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8368627" y="3168445"/>
              <a:ext cx="79097" cy="79065"/>
            </a:xfrm>
            <a:prstGeom prst="rect">
              <a:avLst/>
            </a:prstGeom>
          </p:spPr>
        </p:pic>
      </p:grpSp>
      <p:grpSp>
        <p:nvGrpSpPr>
          <p:cNvPr id="396" name="object 396" descr=""/>
          <p:cNvGrpSpPr/>
          <p:nvPr/>
        </p:nvGrpSpPr>
        <p:grpSpPr>
          <a:xfrm>
            <a:off x="11514922" y="3079467"/>
            <a:ext cx="3649345" cy="1748789"/>
            <a:chOff x="11514922" y="3079467"/>
            <a:chExt cx="3649345" cy="1748789"/>
          </a:xfrm>
        </p:grpSpPr>
        <p:sp>
          <p:nvSpPr>
            <p:cNvPr id="397" name="object 397" descr=""/>
            <p:cNvSpPr/>
            <p:nvPr/>
          </p:nvSpPr>
          <p:spPr>
            <a:xfrm>
              <a:off x="12924182" y="3494155"/>
              <a:ext cx="829310" cy="345440"/>
            </a:xfrm>
            <a:custGeom>
              <a:avLst/>
              <a:gdLst/>
              <a:ahLst/>
              <a:cxnLst/>
              <a:rect l="l" t="t" r="r" b="b"/>
              <a:pathLst>
                <a:path w="829309" h="345439">
                  <a:moveTo>
                    <a:pt x="829262" y="0"/>
                  </a:moveTo>
                  <a:lnTo>
                    <a:pt x="0" y="0"/>
                  </a:lnTo>
                  <a:lnTo>
                    <a:pt x="0" y="345424"/>
                  </a:lnTo>
                  <a:lnTo>
                    <a:pt x="829262" y="345424"/>
                  </a:lnTo>
                  <a:lnTo>
                    <a:pt x="829262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8" name="object 398" descr=""/>
            <p:cNvSpPr/>
            <p:nvPr/>
          </p:nvSpPr>
          <p:spPr>
            <a:xfrm>
              <a:off x="11962326" y="3839579"/>
              <a:ext cx="2753360" cy="149860"/>
            </a:xfrm>
            <a:custGeom>
              <a:avLst/>
              <a:gdLst/>
              <a:ahLst/>
              <a:cxnLst/>
              <a:rect l="l" t="t" r="r" b="b"/>
              <a:pathLst>
                <a:path w="2753359" h="149860">
                  <a:moveTo>
                    <a:pt x="2752994" y="0"/>
                  </a:moveTo>
                  <a:lnTo>
                    <a:pt x="0" y="0"/>
                  </a:lnTo>
                  <a:lnTo>
                    <a:pt x="0" y="149817"/>
                  </a:lnTo>
                  <a:lnTo>
                    <a:pt x="2752994" y="149817"/>
                  </a:lnTo>
                  <a:lnTo>
                    <a:pt x="2752994" y="0"/>
                  </a:lnTo>
                  <a:close/>
                </a:path>
              </a:pathLst>
            </a:custGeom>
            <a:solidFill>
              <a:srgbClr val="CDEB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 descr=""/>
            <p:cNvSpPr/>
            <p:nvPr/>
          </p:nvSpPr>
          <p:spPr>
            <a:xfrm>
              <a:off x="13880624" y="3989386"/>
              <a:ext cx="468630" cy="720725"/>
            </a:xfrm>
            <a:custGeom>
              <a:avLst/>
              <a:gdLst/>
              <a:ahLst/>
              <a:cxnLst/>
              <a:rect l="l" t="t" r="r" b="b"/>
              <a:pathLst>
                <a:path w="468630" h="720725">
                  <a:moveTo>
                    <a:pt x="0" y="720355"/>
                  </a:moveTo>
                  <a:lnTo>
                    <a:pt x="468310" y="720355"/>
                  </a:lnTo>
                  <a:lnTo>
                    <a:pt x="468310" y="0"/>
                  </a:lnTo>
                  <a:lnTo>
                    <a:pt x="0" y="0"/>
                  </a:lnTo>
                  <a:lnTo>
                    <a:pt x="0" y="720355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 descr=""/>
            <p:cNvSpPr/>
            <p:nvPr/>
          </p:nvSpPr>
          <p:spPr>
            <a:xfrm>
              <a:off x="13885867" y="4337672"/>
              <a:ext cx="210185" cy="372110"/>
            </a:xfrm>
            <a:custGeom>
              <a:avLst/>
              <a:gdLst/>
              <a:ahLst/>
              <a:cxnLst/>
              <a:rect l="l" t="t" r="r" b="b"/>
              <a:pathLst>
                <a:path w="210184" h="372110">
                  <a:moveTo>
                    <a:pt x="105043" y="0"/>
                  </a:moveTo>
                  <a:lnTo>
                    <a:pt x="64251" y="8288"/>
                  </a:lnTo>
                  <a:lnTo>
                    <a:pt x="30851" y="30855"/>
                  </a:lnTo>
                  <a:lnTo>
                    <a:pt x="8286" y="64255"/>
                  </a:lnTo>
                  <a:lnTo>
                    <a:pt x="0" y="105043"/>
                  </a:lnTo>
                  <a:lnTo>
                    <a:pt x="0" y="372072"/>
                  </a:lnTo>
                  <a:lnTo>
                    <a:pt x="208087" y="372072"/>
                  </a:lnTo>
                  <a:lnTo>
                    <a:pt x="209176" y="372072"/>
                  </a:lnTo>
                  <a:lnTo>
                    <a:pt x="210045" y="371203"/>
                  </a:lnTo>
                  <a:lnTo>
                    <a:pt x="210045" y="105043"/>
                  </a:lnTo>
                  <a:lnTo>
                    <a:pt x="201761" y="64255"/>
                  </a:lnTo>
                  <a:lnTo>
                    <a:pt x="179203" y="30855"/>
                  </a:lnTo>
                  <a:lnTo>
                    <a:pt x="145816" y="8288"/>
                  </a:lnTo>
                  <a:lnTo>
                    <a:pt x="105043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 descr=""/>
            <p:cNvSpPr/>
            <p:nvPr/>
          </p:nvSpPr>
          <p:spPr>
            <a:xfrm>
              <a:off x="13931468" y="3989406"/>
              <a:ext cx="361315" cy="21590"/>
            </a:xfrm>
            <a:custGeom>
              <a:avLst/>
              <a:gdLst/>
              <a:ahLst/>
              <a:cxnLst/>
              <a:rect l="l" t="t" r="r" b="b"/>
              <a:pathLst>
                <a:path w="361315" h="21589">
                  <a:moveTo>
                    <a:pt x="361264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2743" y="16510"/>
                  </a:lnTo>
                  <a:lnTo>
                    <a:pt x="2743" y="21590"/>
                  </a:lnTo>
                  <a:lnTo>
                    <a:pt x="358533" y="21590"/>
                  </a:lnTo>
                  <a:lnTo>
                    <a:pt x="358533" y="16510"/>
                  </a:lnTo>
                  <a:lnTo>
                    <a:pt x="361264" y="16510"/>
                  </a:lnTo>
                  <a:lnTo>
                    <a:pt x="361264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 descr=""/>
            <p:cNvSpPr/>
            <p:nvPr/>
          </p:nvSpPr>
          <p:spPr>
            <a:xfrm>
              <a:off x="14147940" y="3989393"/>
              <a:ext cx="923925" cy="720725"/>
            </a:xfrm>
            <a:custGeom>
              <a:avLst/>
              <a:gdLst/>
              <a:ahLst/>
              <a:cxnLst/>
              <a:rect l="l" t="t" r="r" b="b"/>
              <a:pathLst>
                <a:path w="923925" h="720725">
                  <a:moveTo>
                    <a:pt x="923759" y="0"/>
                  </a:moveTo>
                  <a:lnTo>
                    <a:pt x="201002" y="0"/>
                  </a:lnTo>
                  <a:lnTo>
                    <a:pt x="201002" y="411429"/>
                  </a:lnTo>
                  <a:lnTo>
                    <a:pt x="179197" y="379145"/>
                  </a:lnTo>
                  <a:lnTo>
                    <a:pt x="145808" y="356577"/>
                  </a:lnTo>
                  <a:lnTo>
                    <a:pt x="105029" y="348284"/>
                  </a:lnTo>
                  <a:lnTo>
                    <a:pt x="64236" y="356577"/>
                  </a:lnTo>
                  <a:lnTo>
                    <a:pt x="30848" y="379145"/>
                  </a:lnTo>
                  <a:lnTo>
                    <a:pt x="8280" y="412534"/>
                  </a:lnTo>
                  <a:lnTo>
                    <a:pt x="0" y="453326"/>
                  </a:lnTo>
                  <a:lnTo>
                    <a:pt x="0" y="720356"/>
                  </a:lnTo>
                  <a:lnTo>
                    <a:pt x="201002" y="720356"/>
                  </a:lnTo>
                  <a:lnTo>
                    <a:pt x="208076" y="720356"/>
                  </a:lnTo>
                  <a:lnTo>
                    <a:pt x="209169" y="720356"/>
                  </a:lnTo>
                  <a:lnTo>
                    <a:pt x="923759" y="720356"/>
                  </a:lnTo>
                  <a:lnTo>
                    <a:pt x="923759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3" name="object 403" descr=""/>
            <p:cNvSpPr/>
            <p:nvPr/>
          </p:nvSpPr>
          <p:spPr>
            <a:xfrm>
              <a:off x="14267882" y="3740716"/>
              <a:ext cx="895350" cy="212725"/>
            </a:xfrm>
            <a:custGeom>
              <a:avLst/>
              <a:gdLst/>
              <a:ahLst/>
              <a:cxnLst/>
              <a:rect l="l" t="t" r="r" b="b"/>
              <a:pathLst>
                <a:path w="895350" h="212725">
                  <a:moveTo>
                    <a:pt x="447431" y="0"/>
                  </a:moveTo>
                  <a:lnTo>
                    <a:pt x="0" y="193271"/>
                  </a:lnTo>
                  <a:lnTo>
                    <a:pt x="31" y="212433"/>
                  </a:lnTo>
                  <a:lnTo>
                    <a:pt x="894799" y="212433"/>
                  </a:lnTo>
                  <a:lnTo>
                    <a:pt x="894831" y="193240"/>
                  </a:lnTo>
                  <a:lnTo>
                    <a:pt x="44743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4" name="object 404" descr=""/>
            <p:cNvSpPr/>
            <p:nvPr/>
          </p:nvSpPr>
          <p:spPr>
            <a:xfrm>
              <a:off x="14292733" y="3758596"/>
              <a:ext cx="845185" cy="231140"/>
            </a:xfrm>
            <a:custGeom>
              <a:avLst/>
              <a:gdLst/>
              <a:ahLst/>
              <a:cxnLst/>
              <a:rect l="l" t="t" r="r" b="b"/>
              <a:pathLst>
                <a:path w="845184" h="231139">
                  <a:moveTo>
                    <a:pt x="831646" y="176695"/>
                  </a:moveTo>
                  <a:lnTo>
                    <a:pt x="422579" y="0"/>
                  </a:lnTo>
                  <a:lnTo>
                    <a:pt x="13512" y="176695"/>
                  </a:lnTo>
                  <a:lnTo>
                    <a:pt x="831646" y="176695"/>
                  </a:lnTo>
                  <a:close/>
                </a:path>
                <a:path w="845184" h="231139">
                  <a:moveTo>
                    <a:pt x="845159" y="194551"/>
                  </a:moveTo>
                  <a:lnTo>
                    <a:pt x="0" y="194551"/>
                  </a:lnTo>
                  <a:lnTo>
                    <a:pt x="0" y="230809"/>
                  </a:lnTo>
                  <a:lnTo>
                    <a:pt x="845159" y="230809"/>
                  </a:lnTo>
                  <a:lnTo>
                    <a:pt x="845159" y="194551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5" name="object 405" descr=""/>
            <p:cNvSpPr/>
            <p:nvPr/>
          </p:nvSpPr>
          <p:spPr>
            <a:xfrm>
              <a:off x="15025472" y="3989406"/>
              <a:ext cx="113030" cy="20320"/>
            </a:xfrm>
            <a:custGeom>
              <a:avLst/>
              <a:gdLst/>
              <a:ahLst/>
              <a:cxnLst/>
              <a:rect l="l" t="t" r="r" b="b"/>
              <a:pathLst>
                <a:path w="113030" h="20320">
                  <a:moveTo>
                    <a:pt x="112407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2260" y="16510"/>
                  </a:lnTo>
                  <a:lnTo>
                    <a:pt x="2260" y="20320"/>
                  </a:lnTo>
                  <a:lnTo>
                    <a:pt x="110134" y="20320"/>
                  </a:lnTo>
                  <a:lnTo>
                    <a:pt x="110134" y="16510"/>
                  </a:lnTo>
                  <a:lnTo>
                    <a:pt x="112407" y="16510"/>
                  </a:lnTo>
                  <a:lnTo>
                    <a:pt x="11240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6" name="object 406" descr=""/>
            <p:cNvSpPr/>
            <p:nvPr/>
          </p:nvSpPr>
          <p:spPr>
            <a:xfrm>
              <a:off x="15041129" y="4010219"/>
              <a:ext cx="81280" cy="620395"/>
            </a:xfrm>
            <a:custGeom>
              <a:avLst/>
              <a:gdLst/>
              <a:ahLst/>
              <a:cxnLst/>
              <a:rect l="l" t="t" r="r" b="b"/>
              <a:pathLst>
                <a:path w="81280" h="620395">
                  <a:moveTo>
                    <a:pt x="77159" y="0"/>
                  </a:moveTo>
                  <a:lnTo>
                    <a:pt x="3957" y="0"/>
                  </a:lnTo>
                  <a:lnTo>
                    <a:pt x="0" y="620263"/>
                  </a:lnTo>
                  <a:lnTo>
                    <a:pt x="81117" y="620263"/>
                  </a:lnTo>
                  <a:lnTo>
                    <a:pt x="77159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7" name="object 407" descr=""/>
            <p:cNvSpPr/>
            <p:nvPr/>
          </p:nvSpPr>
          <p:spPr>
            <a:xfrm>
              <a:off x="14417307" y="3989406"/>
              <a:ext cx="716280" cy="720725"/>
            </a:xfrm>
            <a:custGeom>
              <a:avLst/>
              <a:gdLst/>
              <a:ahLst/>
              <a:cxnLst/>
              <a:rect l="l" t="t" r="r" b="b"/>
              <a:pathLst>
                <a:path w="716280" h="720725">
                  <a:moveTo>
                    <a:pt x="112420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2260" y="16510"/>
                  </a:lnTo>
                  <a:lnTo>
                    <a:pt x="2260" y="20320"/>
                  </a:lnTo>
                  <a:lnTo>
                    <a:pt x="110147" y="20320"/>
                  </a:lnTo>
                  <a:lnTo>
                    <a:pt x="110147" y="16510"/>
                  </a:lnTo>
                  <a:lnTo>
                    <a:pt x="112420" y="16510"/>
                  </a:lnTo>
                  <a:lnTo>
                    <a:pt x="112420" y="0"/>
                  </a:lnTo>
                  <a:close/>
                </a:path>
                <a:path w="716280" h="720725">
                  <a:moveTo>
                    <a:pt x="715657" y="641083"/>
                  </a:moveTo>
                  <a:lnTo>
                    <a:pt x="613092" y="641083"/>
                  </a:lnTo>
                  <a:lnTo>
                    <a:pt x="613092" y="720344"/>
                  </a:lnTo>
                  <a:lnTo>
                    <a:pt x="715657" y="720344"/>
                  </a:lnTo>
                  <a:lnTo>
                    <a:pt x="715657" y="641083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8" name="object 408" descr=""/>
            <p:cNvSpPr/>
            <p:nvPr/>
          </p:nvSpPr>
          <p:spPr>
            <a:xfrm>
              <a:off x="14432958" y="4010219"/>
              <a:ext cx="81280" cy="620395"/>
            </a:xfrm>
            <a:custGeom>
              <a:avLst/>
              <a:gdLst/>
              <a:ahLst/>
              <a:cxnLst/>
              <a:rect l="l" t="t" r="r" b="b"/>
              <a:pathLst>
                <a:path w="81280" h="620395">
                  <a:moveTo>
                    <a:pt x="77139" y="0"/>
                  </a:moveTo>
                  <a:lnTo>
                    <a:pt x="3968" y="0"/>
                  </a:lnTo>
                  <a:lnTo>
                    <a:pt x="0" y="620263"/>
                  </a:lnTo>
                  <a:lnTo>
                    <a:pt x="81097" y="620263"/>
                  </a:lnTo>
                  <a:lnTo>
                    <a:pt x="77139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9" name="object 409" descr=""/>
            <p:cNvSpPr/>
            <p:nvPr/>
          </p:nvSpPr>
          <p:spPr>
            <a:xfrm>
              <a:off x="14292733" y="3989406"/>
              <a:ext cx="232410" cy="720725"/>
            </a:xfrm>
            <a:custGeom>
              <a:avLst/>
              <a:gdLst/>
              <a:ahLst/>
              <a:cxnLst/>
              <a:rect l="l" t="t" r="r" b="b"/>
              <a:pathLst>
                <a:path w="232409" h="720725">
                  <a:moveTo>
                    <a:pt x="112382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2260" y="16510"/>
                  </a:lnTo>
                  <a:lnTo>
                    <a:pt x="2260" y="20320"/>
                  </a:lnTo>
                  <a:lnTo>
                    <a:pt x="110121" y="20320"/>
                  </a:lnTo>
                  <a:lnTo>
                    <a:pt x="110121" y="16510"/>
                  </a:lnTo>
                  <a:lnTo>
                    <a:pt x="112382" y="16510"/>
                  </a:lnTo>
                  <a:lnTo>
                    <a:pt x="112382" y="0"/>
                  </a:lnTo>
                  <a:close/>
                </a:path>
                <a:path w="232409" h="720725">
                  <a:moveTo>
                    <a:pt x="232079" y="641083"/>
                  </a:moveTo>
                  <a:lnTo>
                    <a:pt x="129501" y="641083"/>
                  </a:lnTo>
                  <a:lnTo>
                    <a:pt x="129501" y="720344"/>
                  </a:lnTo>
                  <a:lnTo>
                    <a:pt x="232079" y="720344"/>
                  </a:lnTo>
                  <a:lnTo>
                    <a:pt x="232079" y="641083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0" name="object 410" descr=""/>
            <p:cNvSpPr/>
            <p:nvPr/>
          </p:nvSpPr>
          <p:spPr>
            <a:xfrm>
              <a:off x="14308381" y="4010219"/>
              <a:ext cx="81280" cy="620395"/>
            </a:xfrm>
            <a:custGeom>
              <a:avLst/>
              <a:gdLst/>
              <a:ahLst/>
              <a:cxnLst/>
              <a:rect l="l" t="t" r="r" b="b"/>
              <a:pathLst>
                <a:path w="81280" h="620395">
                  <a:moveTo>
                    <a:pt x="77128" y="0"/>
                  </a:moveTo>
                  <a:lnTo>
                    <a:pt x="3957" y="0"/>
                  </a:lnTo>
                  <a:lnTo>
                    <a:pt x="0" y="620263"/>
                  </a:lnTo>
                  <a:lnTo>
                    <a:pt x="81086" y="620263"/>
                  </a:lnTo>
                  <a:lnTo>
                    <a:pt x="77128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1" name="object 411" descr=""/>
            <p:cNvSpPr/>
            <p:nvPr/>
          </p:nvSpPr>
          <p:spPr>
            <a:xfrm>
              <a:off x="14297648" y="3989406"/>
              <a:ext cx="714375" cy="720725"/>
            </a:xfrm>
            <a:custGeom>
              <a:avLst/>
              <a:gdLst/>
              <a:ahLst/>
              <a:cxnLst/>
              <a:rect l="l" t="t" r="r" b="b"/>
              <a:pathLst>
                <a:path w="714375" h="720725">
                  <a:moveTo>
                    <a:pt x="102565" y="641083"/>
                  </a:moveTo>
                  <a:lnTo>
                    <a:pt x="0" y="641083"/>
                  </a:lnTo>
                  <a:lnTo>
                    <a:pt x="0" y="720344"/>
                  </a:lnTo>
                  <a:lnTo>
                    <a:pt x="102565" y="720344"/>
                  </a:lnTo>
                  <a:lnTo>
                    <a:pt x="102565" y="641083"/>
                  </a:lnTo>
                  <a:close/>
                </a:path>
                <a:path w="714375" h="720725">
                  <a:moveTo>
                    <a:pt x="714019" y="0"/>
                  </a:moveTo>
                  <a:lnTo>
                    <a:pt x="601599" y="0"/>
                  </a:lnTo>
                  <a:lnTo>
                    <a:pt x="601599" y="16510"/>
                  </a:lnTo>
                  <a:lnTo>
                    <a:pt x="603859" y="16510"/>
                  </a:lnTo>
                  <a:lnTo>
                    <a:pt x="603859" y="20320"/>
                  </a:lnTo>
                  <a:lnTo>
                    <a:pt x="711746" y="20320"/>
                  </a:lnTo>
                  <a:lnTo>
                    <a:pt x="711746" y="16510"/>
                  </a:lnTo>
                  <a:lnTo>
                    <a:pt x="714019" y="16510"/>
                  </a:lnTo>
                  <a:lnTo>
                    <a:pt x="71401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2" name="object 412" descr=""/>
            <p:cNvSpPr/>
            <p:nvPr/>
          </p:nvSpPr>
          <p:spPr>
            <a:xfrm>
              <a:off x="14914905" y="4010219"/>
              <a:ext cx="81280" cy="620395"/>
            </a:xfrm>
            <a:custGeom>
              <a:avLst/>
              <a:gdLst/>
              <a:ahLst/>
              <a:cxnLst/>
              <a:rect l="l" t="t" r="r" b="b"/>
              <a:pathLst>
                <a:path w="81280" h="620395">
                  <a:moveTo>
                    <a:pt x="77128" y="0"/>
                  </a:moveTo>
                  <a:lnTo>
                    <a:pt x="3957" y="0"/>
                  </a:lnTo>
                  <a:lnTo>
                    <a:pt x="0" y="620263"/>
                  </a:lnTo>
                  <a:lnTo>
                    <a:pt x="81117" y="620263"/>
                  </a:lnTo>
                  <a:lnTo>
                    <a:pt x="77128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3" name="object 413" descr=""/>
            <p:cNvSpPr/>
            <p:nvPr/>
          </p:nvSpPr>
          <p:spPr>
            <a:xfrm>
              <a:off x="14904184" y="4630487"/>
              <a:ext cx="102870" cy="79375"/>
            </a:xfrm>
            <a:custGeom>
              <a:avLst/>
              <a:gdLst/>
              <a:ahLst/>
              <a:cxnLst/>
              <a:rect l="l" t="t" r="r" b="b"/>
              <a:pathLst>
                <a:path w="102869" h="79375">
                  <a:moveTo>
                    <a:pt x="102551" y="0"/>
                  </a:moveTo>
                  <a:lnTo>
                    <a:pt x="0" y="0"/>
                  </a:lnTo>
                  <a:lnTo>
                    <a:pt x="0" y="79254"/>
                  </a:lnTo>
                  <a:lnTo>
                    <a:pt x="102551" y="79254"/>
                  </a:lnTo>
                  <a:lnTo>
                    <a:pt x="10255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4" name="object 414" descr=""/>
            <p:cNvSpPr/>
            <p:nvPr/>
          </p:nvSpPr>
          <p:spPr>
            <a:xfrm>
              <a:off x="14635869" y="4035072"/>
              <a:ext cx="149225" cy="263525"/>
            </a:xfrm>
            <a:custGeom>
              <a:avLst/>
              <a:gdLst/>
              <a:ahLst/>
              <a:cxnLst/>
              <a:rect l="l" t="t" r="r" b="b"/>
              <a:pathLst>
                <a:path w="149225" h="263525">
                  <a:moveTo>
                    <a:pt x="74458" y="0"/>
                  </a:moveTo>
                  <a:lnTo>
                    <a:pt x="45547" y="5871"/>
                  </a:lnTo>
                  <a:lnTo>
                    <a:pt x="21872" y="21860"/>
                  </a:lnTo>
                  <a:lnTo>
                    <a:pt x="5875" y="45525"/>
                  </a:lnTo>
                  <a:lnTo>
                    <a:pt x="0" y="74427"/>
                  </a:lnTo>
                  <a:lnTo>
                    <a:pt x="0" y="262944"/>
                  </a:lnTo>
                  <a:lnTo>
                    <a:pt x="148885" y="262944"/>
                  </a:lnTo>
                  <a:lnTo>
                    <a:pt x="148885" y="74427"/>
                  </a:lnTo>
                  <a:lnTo>
                    <a:pt x="143013" y="45525"/>
                  </a:lnTo>
                  <a:lnTo>
                    <a:pt x="127024" y="21860"/>
                  </a:lnTo>
                  <a:lnTo>
                    <a:pt x="103359" y="5871"/>
                  </a:lnTo>
                  <a:lnTo>
                    <a:pt x="74458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5" name="object 415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4643041" y="4050164"/>
              <a:ext cx="134529" cy="235265"/>
            </a:xfrm>
            <a:prstGeom prst="rect">
              <a:avLst/>
            </a:prstGeom>
          </p:spPr>
        </p:pic>
        <p:sp>
          <p:nvSpPr>
            <p:cNvPr id="416" name="object 416" descr=""/>
            <p:cNvSpPr/>
            <p:nvPr/>
          </p:nvSpPr>
          <p:spPr>
            <a:xfrm>
              <a:off x="14635869" y="4391211"/>
              <a:ext cx="149225" cy="263525"/>
            </a:xfrm>
            <a:custGeom>
              <a:avLst/>
              <a:gdLst/>
              <a:ahLst/>
              <a:cxnLst/>
              <a:rect l="l" t="t" r="r" b="b"/>
              <a:pathLst>
                <a:path w="149225" h="263525">
                  <a:moveTo>
                    <a:pt x="74458" y="0"/>
                  </a:moveTo>
                  <a:lnTo>
                    <a:pt x="45547" y="5870"/>
                  </a:lnTo>
                  <a:lnTo>
                    <a:pt x="21872" y="21856"/>
                  </a:lnTo>
                  <a:lnTo>
                    <a:pt x="5875" y="45521"/>
                  </a:lnTo>
                  <a:lnTo>
                    <a:pt x="0" y="74427"/>
                  </a:lnTo>
                  <a:lnTo>
                    <a:pt x="0" y="262934"/>
                  </a:lnTo>
                  <a:lnTo>
                    <a:pt x="148885" y="262934"/>
                  </a:lnTo>
                  <a:lnTo>
                    <a:pt x="148885" y="74427"/>
                  </a:lnTo>
                  <a:lnTo>
                    <a:pt x="143013" y="45521"/>
                  </a:lnTo>
                  <a:lnTo>
                    <a:pt x="127024" y="21856"/>
                  </a:lnTo>
                  <a:lnTo>
                    <a:pt x="103359" y="5870"/>
                  </a:lnTo>
                  <a:lnTo>
                    <a:pt x="74458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7" name="object 417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4643041" y="4406302"/>
              <a:ext cx="134529" cy="235263"/>
            </a:xfrm>
            <a:prstGeom prst="rect">
              <a:avLst/>
            </a:prstGeom>
          </p:spPr>
        </p:pic>
        <p:sp>
          <p:nvSpPr>
            <p:cNvPr id="418" name="object 418" descr=""/>
            <p:cNvSpPr/>
            <p:nvPr/>
          </p:nvSpPr>
          <p:spPr>
            <a:xfrm>
              <a:off x="12328703" y="3989386"/>
              <a:ext cx="473709" cy="720725"/>
            </a:xfrm>
            <a:custGeom>
              <a:avLst/>
              <a:gdLst/>
              <a:ahLst/>
              <a:cxnLst/>
              <a:rect l="l" t="t" r="r" b="b"/>
              <a:pathLst>
                <a:path w="473709" h="720725">
                  <a:moveTo>
                    <a:pt x="473671" y="0"/>
                  </a:moveTo>
                  <a:lnTo>
                    <a:pt x="0" y="0"/>
                  </a:lnTo>
                  <a:lnTo>
                    <a:pt x="0" y="720355"/>
                  </a:lnTo>
                  <a:lnTo>
                    <a:pt x="473671" y="720355"/>
                  </a:lnTo>
                  <a:lnTo>
                    <a:pt x="47367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9" name="object 419" descr=""/>
            <p:cNvSpPr/>
            <p:nvPr/>
          </p:nvSpPr>
          <p:spPr>
            <a:xfrm>
              <a:off x="12581725" y="3989393"/>
              <a:ext cx="1299210" cy="720725"/>
            </a:xfrm>
            <a:custGeom>
              <a:avLst/>
              <a:gdLst/>
              <a:ahLst/>
              <a:cxnLst/>
              <a:rect l="l" t="t" r="r" b="b"/>
              <a:pathLst>
                <a:path w="1299209" h="720725">
                  <a:moveTo>
                    <a:pt x="210045" y="453326"/>
                  </a:moveTo>
                  <a:lnTo>
                    <a:pt x="201752" y="412534"/>
                  </a:lnTo>
                  <a:lnTo>
                    <a:pt x="179197" y="379145"/>
                  </a:lnTo>
                  <a:lnTo>
                    <a:pt x="145796" y="356577"/>
                  </a:lnTo>
                  <a:lnTo>
                    <a:pt x="105003" y="348284"/>
                  </a:lnTo>
                  <a:lnTo>
                    <a:pt x="64236" y="356577"/>
                  </a:lnTo>
                  <a:lnTo>
                    <a:pt x="30835" y="379145"/>
                  </a:lnTo>
                  <a:lnTo>
                    <a:pt x="8280" y="412534"/>
                  </a:lnTo>
                  <a:lnTo>
                    <a:pt x="0" y="453326"/>
                  </a:lnTo>
                  <a:lnTo>
                    <a:pt x="0" y="719493"/>
                  </a:lnTo>
                  <a:lnTo>
                    <a:pt x="863" y="720356"/>
                  </a:lnTo>
                  <a:lnTo>
                    <a:pt x="1955" y="720356"/>
                  </a:lnTo>
                  <a:lnTo>
                    <a:pt x="210045" y="720356"/>
                  </a:lnTo>
                  <a:lnTo>
                    <a:pt x="210045" y="453326"/>
                  </a:lnTo>
                  <a:close/>
                </a:path>
                <a:path w="1299209" h="720725">
                  <a:moveTo>
                    <a:pt x="1298892" y="0"/>
                  </a:moveTo>
                  <a:lnTo>
                    <a:pt x="220637" y="0"/>
                  </a:lnTo>
                  <a:lnTo>
                    <a:pt x="220637" y="720356"/>
                  </a:lnTo>
                  <a:lnTo>
                    <a:pt x="1298892" y="720356"/>
                  </a:lnTo>
                  <a:lnTo>
                    <a:pt x="129889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0" name="object 420" descr=""/>
            <p:cNvSpPr/>
            <p:nvPr/>
          </p:nvSpPr>
          <p:spPr>
            <a:xfrm>
              <a:off x="12746156" y="3938539"/>
              <a:ext cx="1185545" cy="51435"/>
            </a:xfrm>
            <a:custGeom>
              <a:avLst/>
              <a:gdLst/>
              <a:ahLst/>
              <a:cxnLst/>
              <a:rect l="l" t="t" r="r" b="b"/>
              <a:pathLst>
                <a:path w="1185544" h="51435">
                  <a:moveTo>
                    <a:pt x="1185314" y="0"/>
                  </a:moveTo>
                  <a:lnTo>
                    <a:pt x="0" y="0"/>
                  </a:lnTo>
                  <a:lnTo>
                    <a:pt x="0" y="50857"/>
                  </a:lnTo>
                  <a:lnTo>
                    <a:pt x="1185314" y="50857"/>
                  </a:lnTo>
                  <a:lnTo>
                    <a:pt x="1185314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1" name="object 421" descr=""/>
            <p:cNvSpPr/>
            <p:nvPr/>
          </p:nvSpPr>
          <p:spPr>
            <a:xfrm>
              <a:off x="12746152" y="3989406"/>
              <a:ext cx="113030" cy="20320"/>
            </a:xfrm>
            <a:custGeom>
              <a:avLst/>
              <a:gdLst/>
              <a:ahLst/>
              <a:cxnLst/>
              <a:rect l="l" t="t" r="r" b="b"/>
              <a:pathLst>
                <a:path w="113029" h="20320">
                  <a:moveTo>
                    <a:pt x="112420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2273" y="16510"/>
                  </a:lnTo>
                  <a:lnTo>
                    <a:pt x="2273" y="20320"/>
                  </a:lnTo>
                  <a:lnTo>
                    <a:pt x="110159" y="20320"/>
                  </a:lnTo>
                  <a:lnTo>
                    <a:pt x="110159" y="16510"/>
                  </a:lnTo>
                  <a:lnTo>
                    <a:pt x="112420" y="16510"/>
                  </a:lnTo>
                  <a:lnTo>
                    <a:pt x="11242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2" name="object 422" descr=""/>
            <p:cNvSpPr/>
            <p:nvPr/>
          </p:nvSpPr>
          <p:spPr>
            <a:xfrm>
              <a:off x="12761808" y="4010219"/>
              <a:ext cx="81280" cy="620395"/>
            </a:xfrm>
            <a:custGeom>
              <a:avLst/>
              <a:gdLst/>
              <a:ahLst/>
              <a:cxnLst/>
              <a:rect l="l" t="t" r="r" b="b"/>
              <a:pathLst>
                <a:path w="81279" h="620395">
                  <a:moveTo>
                    <a:pt x="77159" y="0"/>
                  </a:moveTo>
                  <a:lnTo>
                    <a:pt x="3957" y="0"/>
                  </a:lnTo>
                  <a:lnTo>
                    <a:pt x="0" y="620263"/>
                  </a:lnTo>
                  <a:lnTo>
                    <a:pt x="81117" y="620263"/>
                  </a:lnTo>
                  <a:lnTo>
                    <a:pt x="77159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3" name="object 423" descr=""/>
            <p:cNvSpPr/>
            <p:nvPr/>
          </p:nvSpPr>
          <p:spPr>
            <a:xfrm>
              <a:off x="12751080" y="3989406"/>
              <a:ext cx="1180465" cy="720725"/>
            </a:xfrm>
            <a:custGeom>
              <a:avLst/>
              <a:gdLst/>
              <a:ahLst/>
              <a:cxnLst/>
              <a:rect l="l" t="t" r="r" b="b"/>
              <a:pathLst>
                <a:path w="1180465" h="720725">
                  <a:moveTo>
                    <a:pt x="102565" y="641083"/>
                  </a:moveTo>
                  <a:lnTo>
                    <a:pt x="0" y="641083"/>
                  </a:lnTo>
                  <a:lnTo>
                    <a:pt x="0" y="720344"/>
                  </a:lnTo>
                  <a:lnTo>
                    <a:pt x="102565" y="720344"/>
                  </a:lnTo>
                  <a:lnTo>
                    <a:pt x="102565" y="641083"/>
                  </a:lnTo>
                  <a:close/>
                </a:path>
                <a:path w="1180465" h="720725">
                  <a:moveTo>
                    <a:pt x="1180401" y="0"/>
                  </a:moveTo>
                  <a:lnTo>
                    <a:pt x="1067981" y="0"/>
                  </a:lnTo>
                  <a:lnTo>
                    <a:pt x="1067981" y="16510"/>
                  </a:lnTo>
                  <a:lnTo>
                    <a:pt x="1070241" y="16510"/>
                  </a:lnTo>
                  <a:lnTo>
                    <a:pt x="1070241" y="20320"/>
                  </a:lnTo>
                  <a:lnTo>
                    <a:pt x="1178128" y="20320"/>
                  </a:lnTo>
                  <a:lnTo>
                    <a:pt x="1178128" y="16510"/>
                  </a:lnTo>
                  <a:lnTo>
                    <a:pt x="1180401" y="16510"/>
                  </a:lnTo>
                  <a:lnTo>
                    <a:pt x="118040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4" name="object 424" descr=""/>
            <p:cNvSpPr/>
            <p:nvPr/>
          </p:nvSpPr>
          <p:spPr>
            <a:xfrm>
              <a:off x="13834718" y="4010219"/>
              <a:ext cx="81280" cy="620395"/>
            </a:xfrm>
            <a:custGeom>
              <a:avLst/>
              <a:gdLst/>
              <a:ahLst/>
              <a:cxnLst/>
              <a:rect l="l" t="t" r="r" b="b"/>
              <a:pathLst>
                <a:path w="81280" h="620395">
                  <a:moveTo>
                    <a:pt x="77159" y="0"/>
                  </a:moveTo>
                  <a:lnTo>
                    <a:pt x="3957" y="0"/>
                  </a:lnTo>
                  <a:lnTo>
                    <a:pt x="0" y="620263"/>
                  </a:lnTo>
                  <a:lnTo>
                    <a:pt x="81117" y="620263"/>
                  </a:lnTo>
                  <a:lnTo>
                    <a:pt x="77159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5" name="object 425" descr=""/>
            <p:cNvSpPr/>
            <p:nvPr/>
          </p:nvSpPr>
          <p:spPr>
            <a:xfrm>
              <a:off x="13466686" y="3989406"/>
              <a:ext cx="460375" cy="720725"/>
            </a:xfrm>
            <a:custGeom>
              <a:avLst/>
              <a:gdLst/>
              <a:ahLst/>
              <a:cxnLst/>
              <a:rect l="l" t="t" r="r" b="b"/>
              <a:pathLst>
                <a:path w="460375" h="720725">
                  <a:moveTo>
                    <a:pt x="112420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2286" y="16510"/>
                  </a:lnTo>
                  <a:lnTo>
                    <a:pt x="2286" y="20320"/>
                  </a:lnTo>
                  <a:lnTo>
                    <a:pt x="110159" y="20320"/>
                  </a:lnTo>
                  <a:lnTo>
                    <a:pt x="110159" y="16510"/>
                  </a:lnTo>
                  <a:lnTo>
                    <a:pt x="112420" y="16510"/>
                  </a:lnTo>
                  <a:lnTo>
                    <a:pt x="112420" y="0"/>
                  </a:lnTo>
                  <a:close/>
                </a:path>
                <a:path w="460375" h="720725">
                  <a:moveTo>
                    <a:pt x="459879" y="641083"/>
                  </a:moveTo>
                  <a:lnTo>
                    <a:pt x="357289" y="641083"/>
                  </a:lnTo>
                  <a:lnTo>
                    <a:pt x="357289" y="720344"/>
                  </a:lnTo>
                  <a:lnTo>
                    <a:pt x="459879" y="720344"/>
                  </a:lnTo>
                  <a:lnTo>
                    <a:pt x="459879" y="641083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6" name="object 426" descr=""/>
            <p:cNvSpPr/>
            <p:nvPr/>
          </p:nvSpPr>
          <p:spPr>
            <a:xfrm>
              <a:off x="13482378" y="4010219"/>
              <a:ext cx="81280" cy="620395"/>
            </a:xfrm>
            <a:custGeom>
              <a:avLst/>
              <a:gdLst/>
              <a:ahLst/>
              <a:cxnLst/>
              <a:rect l="l" t="t" r="r" b="b"/>
              <a:pathLst>
                <a:path w="81280" h="620395">
                  <a:moveTo>
                    <a:pt x="77128" y="0"/>
                  </a:moveTo>
                  <a:lnTo>
                    <a:pt x="3957" y="0"/>
                  </a:lnTo>
                  <a:lnTo>
                    <a:pt x="0" y="620263"/>
                  </a:lnTo>
                  <a:lnTo>
                    <a:pt x="81097" y="620263"/>
                  </a:lnTo>
                  <a:lnTo>
                    <a:pt x="77128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7" name="object 427" descr=""/>
            <p:cNvSpPr/>
            <p:nvPr/>
          </p:nvSpPr>
          <p:spPr>
            <a:xfrm>
              <a:off x="13103670" y="3989406"/>
              <a:ext cx="470534" cy="720725"/>
            </a:xfrm>
            <a:custGeom>
              <a:avLst/>
              <a:gdLst/>
              <a:ahLst/>
              <a:cxnLst/>
              <a:rect l="l" t="t" r="r" b="b"/>
              <a:pathLst>
                <a:path w="470534" h="720725">
                  <a:moveTo>
                    <a:pt x="112420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2273" y="16510"/>
                  </a:lnTo>
                  <a:lnTo>
                    <a:pt x="2273" y="20320"/>
                  </a:lnTo>
                  <a:lnTo>
                    <a:pt x="110147" y="20320"/>
                  </a:lnTo>
                  <a:lnTo>
                    <a:pt x="110147" y="16510"/>
                  </a:lnTo>
                  <a:lnTo>
                    <a:pt x="112420" y="16510"/>
                  </a:lnTo>
                  <a:lnTo>
                    <a:pt x="112420" y="0"/>
                  </a:lnTo>
                  <a:close/>
                </a:path>
                <a:path w="470534" h="720725">
                  <a:moveTo>
                    <a:pt x="470522" y="641083"/>
                  </a:moveTo>
                  <a:lnTo>
                    <a:pt x="367982" y="641083"/>
                  </a:lnTo>
                  <a:lnTo>
                    <a:pt x="367982" y="720344"/>
                  </a:lnTo>
                  <a:lnTo>
                    <a:pt x="470522" y="720344"/>
                  </a:lnTo>
                  <a:lnTo>
                    <a:pt x="470522" y="641083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8" name="object 428" descr=""/>
            <p:cNvSpPr/>
            <p:nvPr/>
          </p:nvSpPr>
          <p:spPr>
            <a:xfrm>
              <a:off x="13119324" y="4010219"/>
              <a:ext cx="81280" cy="620395"/>
            </a:xfrm>
            <a:custGeom>
              <a:avLst/>
              <a:gdLst/>
              <a:ahLst/>
              <a:cxnLst/>
              <a:rect l="l" t="t" r="r" b="b"/>
              <a:pathLst>
                <a:path w="81280" h="620395">
                  <a:moveTo>
                    <a:pt x="77159" y="0"/>
                  </a:moveTo>
                  <a:lnTo>
                    <a:pt x="3957" y="0"/>
                  </a:lnTo>
                  <a:lnTo>
                    <a:pt x="0" y="620263"/>
                  </a:lnTo>
                  <a:lnTo>
                    <a:pt x="81117" y="620263"/>
                  </a:lnTo>
                  <a:lnTo>
                    <a:pt x="77159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9" name="object 429" descr=""/>
            <p:cNvSpPr/>
            <p:nvPr/>
          </p:nvSpPr>
          <p:spPr>
            <a:xfrm>
              <a:off x="13108595" y="4630487"/>
              <a:ext cx="102870" cy="79375"/>
            </a:xfrm>
            <a:custGeom>
              <a:avLst/>
              <a:gdLst/>
              <a:ahLst/>
              <a:cxnLst/>
              <a:rect l="l" t="t" r="r" b="b"/>
              <a:pathLst>
                <a:path w="102869" h="79375">
                  <a:moveTo>
                    <a:pt x="102562" y="0"/>
                  </a:moveTo>
                  <a:lnTo>
                    <a:pt x="0" y="0"/>
                  </a:lnTo>
                  <a:lnTo>
                    <a:pt x="0" y="79254"/>
                  </a:lnTo>
                  <a:lnTo>
                    <a:pt x="102562" y="79254"/>
                  </a:lnTo>
                  <a:lnTo>
                    <a:pt x="10256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0" name="object 430" descr=""/>
            <p:cNvSpPr/>
            <p:nvPr/>
          </p:nvSpPr>
          <p:spPr>
            <a:xfrm>
              <a:off x="12877914" y="4337678"/>
              <a:ext cx="925830" cy="372110"/>
            </a:xfrm>
            <a:custGeom>
              <a:avLst/>
              <a:gdLst/>
              <a:ahLst/>
              <a:cxnLst/>
              <a:rect l="l" t="t" r="r" b="b"/>
              <a:pathLst>
                <a:path w="925830" h="372110">
                  <a:moveTo>
                    <a:pt x="210058" y="105041"/>
                  </a:moveTo>
                  <a:lnTo>
                    <a:pt x="201764" y="64249"/>
                  </a:lnTo>
                  <a:lnTo>
                    <a:pt x="179197" y="30861"/>
                  </a:lnTo>
                  <a:lnTo>
                    <a:pt x="145796" y="8293"/>
                  </a:lnTo>
                  <a:lnTo>
                    <a:pt x="105003" y="0"/>
                  </a:lnTo>
                  <a:lnTo>
                    <a:pt x="64236" y="8293"/>
                  </a:lnTo>
                  <a:lnTo>
                    <a:pt x="30848" y="30861"/>
                  </a:lnTo>
                  <a:lnTo>
                    <a:pt x="8280" y="64249"/>
                  </a:lnTo>
                  <a:lnTo>
                    <a:pt x="0" y="105041"/>
                  </a:lnTo>
                  <a:lnTo>
                    <a:pt x="0" y="371208"/>
                  </a:lnTo>
                  <a:lnTo>
                    <a:pt x="876" y="372071"/>
                  </a:lnTo>
                  <a:lnTo>
                    <a:pt x="1968" y="372071"/>
                  </a:lnTo>
                  <a:lnTo>
                    <a:pt x="210058" y="372071"/>
                  </a:lnTo>
                  <a:lnTo>
                    <a:pt x="210058" y="105041"/>
                  </a:lnTo>
                  <a:close/>
                </a:path>
                <a:path w="925830" h="372110">
                  <a:moveTo>
                    <a:pt x="569595" y="105041"/>
                  </a:moveTo>
                  <a:lnTo>
                    <a:pt x="561301" y="64249"/>
                  </a:lnTo>
                  <a:lnTo>
                    <a:pt x="538746" y="30861"/>
                  </a:lnTo>
                  <a:lnTo>
                    <a:pt x="505345" y="8293"/>
                  </a:lnTo>
                  <a:lnTo>
                    <a:pt x="464566" y="0"/>
                  </a:lnTo>
                  <a:lnTo>
                    <a:pt x="423786" y="8293"/>
                  </a:lnTo>
                  <a:lnTo>
                    <a:pt x="390398" y="30861"/>
                  </a:lnTo>
                  <a:lnTo>
                    <a:pt x="367830" y="64249"/>
                  </a:lnTo>
                  <a:lnTo>
                    <a:pt x="359549" y="105041"/>
                  </a:lnTo>
                  <a:lnTo>
                    <a:pt x="359549" y="371208"/>
                  </a:lnTo>
                  <a:lnTo>
                    <a:pt x="360413" y="372071"/>
                  </a:lnTo>
                  <a:lnTo>
                    <a:pt x="361505" y="372071"/>
                  </a:lnTo>
                  <a:lnTo>
                    <a:pt x="569595" y="372071"/>
                  </a:lnTo>
                  <a:lnTo>
                    <a:pt x="569595" y="105041"/>
                  </a:lnTo>
                  <a:close/>
                </a:path>
                <a:path w="925830" h="372110">
                  <a:moveTo>
                    <a:pt x="925791" y="105041"/>
                  </a:moveTo>
                  <a:lnTo>
                    <a:pt x="917511" y="64249"/>
                  </a:lnTo>
                  <a:lnTo>
                    <a:pt x="894943" y="30861"/>
                  </a:lnTo>
                  <a:lnTo>
                    <a:pt x="861542" y="8293"/>
                  </a:lnTo>
                  <a:lnTo>
                    <a:pt x="820750" y="0"/>
                  </a:lnTo>
                  <a:lnTo>
                    <a:pt x="779983" y="8293"/>
                  </a:lnTo>
                  <a:lnTo>
                    <a:pt x="746594" y="30861"/>
                  </a:lnTo>
                  <a:lnTo>
                    <a:pt x="724039" y="64249"/>
                  </a:lnTo>
                  <a:lnTo>
                    <a:pt x="715746" y="105041"/>
                  </a:lnTo>
                  <a:lnTo>
                    <a:pt x="715746" y="371208"/>
                  </a:lnTo>
                  <a:lnTo>
                    <a:pt x="716610" y="372071"/>
                  </a:lnTo>
                  <a:lnTo>
                    <a:pt x="717702" y="372071"/>
                  </a:lnTo>
                  <a:lnTo>
                    <a:pt x="925791" y="372071"/>
                  </a:lnTo>
                  <a:lnTo>
                    <a:pt x="925791" y="105041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1" name="object 431" descr=""/>
            <p:cNvSpPr/>
            <p:nvPr/>
          </p:nvSpPr>
          <p:spPr>
            <a:xfrm>
              <a:off x="13624243" y="4046049"/>
              <a:ext cx="149225" cy="263525"/>
            </a:xfrm>
            <a:custGeom>
              <a:avLst/>
              <a:gdLst/>
              <a:ahLst/>
              <a:cxnLst/>
              <a:rect l="l" t="t" r="r" b="b"/>
              <a:pathLst>
                <a:path w="149225" h="263525">
                  <a:moveTo>
                    <a:pt x="74437" y="0"/>
                  </a:moveTo>
                  <a:lnTo>
                    <a:pt x="45525" y="5876"/>
                  </a:lnTo>
                  <a:lnTo>
                    <a:pt x="21857" y="21876"/>
                  </a:lnTo>
                  <a:lnTo>
                    <a:pt x="5870" y="45552"/>
                  </a:lnTo>
                  <a:lnTo>
                    <a:pt x="0" y="74458"/>
                  </a:lnTo>
                  <a:lnTo>
                    <a:pt x="0" y="262944"/>
                  </a:lnTo>
                  <a:lnTo>
                    <a:pt x="148885" y="262944"/>
                  </a:lnTo>
                  <a:lnTo>
                    <a:pt x="148885" y="74458"/>
                  </a:lnTo>
                  <a:lnTo>
                    <a:pt x="143010" y="45552"/>
                  </a:lnTo>
                  <a:lnTo>
                    <a:pt x="127014" y="21876"/>
                  </a:lnTo>
                  <a:lnTo>
                    <a:pt x="103342" y="5876"/>
                  </a:lnTo>
                  <a:lnTo>
                    <a:pt x="74437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2" name="object 432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3631427" y="4061183"/>
              <a:ext cx="134519" cy="235220"/>
            </a:xfrm>
            <a:prstGeom prst="rect">
              <a:avLst/>
            </a:prstGeom>
          </p:spPr>
        </p:pic>
        <p:sp>
          <p:nvSpPr>
            <p:cNvPr id="433" name="object 433" descr=""/>
            <p:cNvSpPr/>
            <p:nvPr/>
          </p:nvSpPr>
          <p:spPr>
            <a:xfrm>
              <a:off x="12908504" y="4046049"/>
              <a:ext cx="149225" cy="263525"/>
            </a:xfrm>
            <a:custGeom>
              <a:avLst/>
              <a:gdLst/>
              <a:ahLst/>
              <a:cxnLst/>
              <a:rect l="l" t="t" r="r" b="b"/>
              <a:pathLst>
                <a:path w="149225" h="263525">
                  <a:moveTo>
                    <a:pt x="74427" y="0"/>
                  </a:moveTo>
                  <a:lnTo>
                    <a:pt x="45521" y="5871"/>
                  </a:lnTo>
                  <a:lnTo>
                    <a:pt x="21856" y="21860"/>
                  </a:lnTo>
                  <a:lnTo>
                    <a:pt x="5870" y="45525"/>
                  </a:lnTo>
                  <a:lnTo>
                    <a:pt x="0" y="74427"/>
                  </a:lnTo>
                  <a:lnTo>
                    <a:pt x="0" y="262944"/>
                  </a:lnTo>
                  <a:lnTo>
                    <a:pt x="148885" y="262944"/>
                  </a:lnTo>
                  <a:lnTo>
                    <a:pt x="148885" y="74427"/>
                  </a:lnTo>
                  <a:lnTo>
                    <a:pt x="143008" y="45525"/>
                  </a:lnTo>
                  <a:lnTo>
                    <a:pt x="127009" y="21860"/>
                  </a:lnTo>
                  <a:lnTo>
                    <a:pt x="103333" y="5871"/>
                  </a:lnTo>
                  <a:lnTo>
                    <a:pt x="74427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4" name="object 434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2915680" y="4061141"/>
              <a:ext cx="134529" cy="235261"/>
            </a:xfrm>
            <a:prstGeom prst="rect">
              <a:avLst/>
            </a:prstGeom>
          </p:spPr>
        </p:pic>
        <p:sp>
          <p:nvSpPr>
            <p:cNvPr id="435" name="object 435" descr=""/>
            <p:cNvSpPr/>
            <p:nvPr/>
          </p:nvSpPr>
          <p:spPr>
            <a:xfrm>
              <a:off x="13266409" y="4046049"/>
              <a:ext cx="149225" cy="263525"/>
            </a:xfrm>
            <a:custGeom>
              <a:avLst/>
              <a:gdLst/>
              <a:ahLst/>
              <a:cxnLst/>
              <a:rect l="l" t="t" r="r" b="b"/>
              <a:pathLst>
                <a:path w="149225" h="263525">
                  <a:moveTo>
                    <a:pt x="74447" y="0"/>
                  </a:moveTo>
                  <a:lnTo>
                    <a:pt x="45543" y="5871"/>
                  </a:lnTo>
                  <a:lnTo>
                    <a:pt x="21871" y="21860"/>
                  </a:lnTo>
                  <a:lnTo>
                    <a:pt x="5875" y="45525"/>
                  </a:lnTo>
                  <a:lnTo>
                    <a:pt x="0" y="74427"/>
                  </a:lnTo>
                  <a:lnTo>
                    <a:pt x="0" y="262944"/>
                  </a:lnTo>
                  <a:lnTo>
                    <a:pt x="148885" y="262944"/>
                  </a:lnTo>
                  <a:lnTo>
                    <a:pt x="148885" y="74427"/>
                  </a:lnTo>
                  <a:lnTo>
                    <a:pt x="143014" y="45525"/>
                  </a:lnTo>
                  <a:lnTo>
                    <a:pt x="127027" y="21860"/>
                  </a:lnTo>
                  <a:lnTo>
                    <a:pt x="103359" y="5871"/>
                  </a:lnTo>
                  <a:lnTo>
                    <a:pt x="74447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6" name="object 436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3273585" y="4061141"/>
              <a:ext cx="134529" cy="235261"/>
            </a:xfrm>
            <a:prstGeom prst="rect">
              <a:avLst/>
            </a:prstGeom>
          </p:spPr>
        </p:pic>
        <p:sp>
          <p:nvSpPr>
            <p:cNvPr id="437" name="object 437" descr=""/>
            <p:cNvSpPr/>
            <p:nvPr/>
          </p:nvSpPr>
          <p:spPr>
            <a:xfrm>
              <a:off x="11524933" y="3989406"/>
              <a:ext cx="3637279" cy="838835"/>
            </a:xfrm>
            <a:custGeom>
              <a:avLst/>
              <a:gdLst/>
              <a:ahLst/>
              <a:cxnLst/>
              <a:rect l="l" t="t" r="r" b="b"/>
              <a:pathLst>
                <a:path w="3637280" h="838835">
                  <a:moveTo>
                    <a:pt x="1221219" y="0"/>
                  </a:moveTo>
                  <a:lnTo>
                    <a:pt x="859967" y="0"/>
                  </a:lnTo>
                  <a:lnTo>
                    <a:pt x="859967" y="16510"/>
                  </a:lnTo>
                  <a:lnTo>
                    <a:pt x="862698" y="16510"/>
                  </a:lnTo>
                  <a:lnTo>
                    <a:pt x="862698" y="21590"/>
                  </a:lnTo>
                  <a:lnTo>
                    <a:pt x="1218488" y="21590"/>
                  </a:lnTo>
                  <a:lnTo>
                    <a:pt x="1218488" y="16510"/>
                  </a:lnTo>
                  <a:lnTo>
                    <a:pt x="1221219" y="16510"/>
                  </a:lnTo>
                  <a:lnTo>
                    <a:pt x="1221219" y="0"/>
                  </a:lnTo>
                  <a:close/>
                </a:path>
                <a:path w="3637280" h="838835">
                  <a:moveTo>
                    <a:pt x="3637076" y="720344"/>
                  </a:moveTo>
                  <a:lnTo>
                    <a:pt x="0" y="720344"/>
                  </a:lnTo>
                  <a:lnTo>
                    <a:pt x="0" y="838479"/>
                  </a:lnTo>
                  <a:lnTo>
                    <a:pt x="3637076" y="838479"/>
                  </a:lnTo>
                  <a:lnTo>
                    <a:pt x="3637076" y="720344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8" name="object 438" descr=""/>
            <p:cNvSpPr/>
            <p:nvPr/>
          </p:nvSpPr>
          <p:spPr>
            <a:xfrm>
              <a:off x="11605920" y="3989393"/>
              <a:ext cx="923925" cy="720725"/>
            </a:xfrm>
            <a:custGeom>
              <a:avLst/>
              <a:gdLst/>
              <a:ahLst/>
              <a:cxnLst/>
              <a:rect l="l" t="t" r="r" b="b"/>
              <a:pathLst>
                <a:path w="923925" h="720725">
                  <a:moveTo>
                    <a:pt x="923772" y="453326"/>
                  </a:moveTo>
                  <a:lnTo>
                    <a:pt x="915492" y="412534"/>
                  </a:lnTo>
                  <a:lnTo>
                    <a:pt x="892924" y="379145"/>
                  </a:lnTo>
                  <a:lnTo>
                    <a:pt x="859523" y="356577"/>
                  </a:lnTo>
                  <a:lnTo>
                    <a:pt x="818730" y="348284"/>
                  </a:lnTo>
                  <a:lnTo>
                    <a:pt x="777963" y="356577"/>
                  </a:lnTo>
                  <a:lnTo>
                    <a:pt x="744575" y="379145"/>
                  </a:lnTo>
                  <a:lnTo>
                    <a:pt x="722769" y="411429"/>
                  </a:lnTo>
                  <a:lnTo>
                    <a:pt x="722769" y="0"/>
                  </a:lnTo>
                  <a:lnTo>
                    <a:pt x="0" y="0"/>
                  </a:lnTo>
                  <a:lnTo>
                    <a:pt x="0" y="720356"/>
                  </a:lnTo>
                  <a:lnTo>
                    <a:pt x="714603" y="720356"/>
                  </a:lnTo>
                  <a:lnTo>
                    <a:pt x="715695" y="720356"/>
                  </a:lnTo>
                  <a:lnTo>
                    <a:pt x="722769" y="720356"/>
                  </a:lnTo>
                  <a:lnTo>
                    <a:pt x="923772" y="720356"/>
                  </a:lnTo>
                  <a:lnTo>
                    <a:pt x="923772" y="453326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9" name="object 439" descr=""/>
            <p:cNvSpPr/>
            <p:nvPr/>
          </p:nvSpPr>
          <p:spPr>
            <a:xfrm>
              <a:off x="11514922" y="3740716"/>
              <a:ext cx="895350" cy="212725"/>
            </a:xfrm>
            <a:custGeom>
              <a:avLst/>
              <a:gdLst/>
              <a:ahLst/>
              <a:cxnLst/>
              <a:rect l="l" t="t" r="r" b="b"/>
              <a:pathLst>
                <a:path w="895350" h="212725">
                  <a:moveTo>
                    <a:pt x="447399" y="0"/>
                  </a:moveTo>
                  <a:lnTo>
                    <a:pt x="0" y="193240"/>
                  </a:lnTo>
                  <a:lnTo>
                    <a:pt x="41" y="212433"/>
                  </a:lnTo>
                  <a:lnTo>
                    <a:pt x="894799" y="212433"/>
                  </a:lnTo>
                  <a:lnTo>
                    <a:pt x="894831" y="193271"/>
                  </a:lnTo>
                  <a:lnTo>
                    <a:pt x="44739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0" name="object 440" descr=""/>
            <p:cNvSpPr/>
            <p:nvPr/>
          </p:nvSpPr>
          <p:spPr>
            <a:xfrm>
              <a:off x="11539753" y="3758596"/>
              <a:ext cx="845185" cy="231140"/>
            </a:xfrm>
            <a:custGeom>
              <a:avLst/>
              <a:gdLst/>
              <a:ahLst/>
              <a:cxnLst/>
              <a:rect l="l" t="t" r="r" b="b"/>
              <a:pathLst>
                <a:path w="845184" h="231139">
                  <a:moveTo>
                    <a:pt x="831634" y="176695"/>
                  </a:moveTo>
                  <a:lnTo>
                    <a:pt x="422567" y="0"/>
                  </a:lnTo>
                  <a:lnTo>
                    <a:pt x="13500" y="176695"/>
                  </a:lnTo>
                  <a:lnTo>
                    <a:pt x="831634" y="176695"/>
                  </a:lnTo>
                  <a:close/>
                </a:path>
                <a:path w="845184" h="231139">
                  <a:moveTo>
                    <a:pt x="845146" y="194551"/>
                  </a:moveTo>
                  <a:lnTo>
                    <a:pt x="0" y="194551"/>
                  </a:lnTo>
                  <a:lnTo>
                    <a:pt x="0" y="230809"/>
                  </a:lnTo>
                  <a:lnTo>
                    <a:pt x="845146" y="230809"/>
                  </a:lnTo>
                  <a:lnTo>
                    <a:pt x="845146" y="194551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1" name="object 441" descr=""/>
            <p:cNvSpPr/>
            <p:nvPr/>
          </p:nvSpPr>
          <p:spPr>
            <a:xfrm>
              <a:off x="11539741" y="3989406"/>
              <a:ext cx="113030" cy="20320"/>
            </a:xfrm>
            <a:custGeom>
              <a:avLst/>
              <a:gdLst/>
              <a:ahLst/>
              <a:cxnLst/>
              <a:rect l="l" t="t" r="r" b="b"/>
              <a:pathLst>
                <a:path w="113029" h="20320">
                  <a:moveTo>
                    <a:pt x="112420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2273" y="16510"/>
                  </a:lnTo>
                  <a:lnTo>
                    <a:pt x="2273" y="20320"/>
                  </a:lnTo>
                  <a:lnTo>
                    <a:pt x="110159" y="20320"/>
                  </a:lnTo>
                  <a:lnTo>
                    <a:pt x="110159" y="16510"/>
                  </a:lnTo>
                  <a:lnTo>
                    <a:pt x="112420" y="16510"/>
                  </a:lnTo>
                  <a:lnTo>
                    <a:pt x="11242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2" name="object 442" descr=""/>
            <p:cNvSpPr/>
            <p:nvPr/>
          </p:nvSpPr>
          <p:spPr>
            <a:xfrm>
              <a:off x="11555397" y="4010219"/>
              <a:ext cx="81280" cy="620395"/>
            </a:xfrm>
            <a:custGeom>
              <a:avLst/>
              <a:gdLst/>
              <a:ahLst/>
              <a:cxnLst/>
              <a:rect l="l" t="t" r="r" b="b"/>
              <a:pathLst>
                <a:path w="81279" h="620395">
                  <a:moveTo>
                    <a:pt x="77159" y="0"/>
                  </a:moveTo>
                  <a:lnTo>
                    <a:pt x="3957" y="0"/>
                  </a:lnTo>
                  <a:lnTo>
                    <a:pt x="0" y="620263"/>
                  </a:lnTo>
                  <a:lnTo>
                    <a:pt x="81117" y="620263"/>
                  </a:lnTo>
                  <a:lnTo>
                    <a:pt x="77159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3" name="object 443" descr=""/>
            <p:cNvSpPr/>
            <p:nvPr/>
          </p:nvSpPr>
          <p:spPr>
            <a:xfrm>
              <a:off x="11544668" y="3989406"/>
              <a:ext cx="716280" cy="720725"/>
            </a:xfrm>
            <a:custGeom>
              <a:avLst/>
              <a:gdLst/>
              <a:ahLst/>
              <a:cxnLst/>
              <a:rect l="l" t="t" r="r" b="b"/>
              <a:pathLst>
                <a:path w="716279" h="720725">
                  <a:moveTo>
                    <a:pt x="102565" y="641083"/>
                  </a:moveTo>
                  <a:lnTo>
                    <a:pt x="0" y="641083"/>
                  </a:lnTo>
                  <a:lnTo>
                    <a:pt x="0" y="720344"/>
                  </a:lnTo>
                  <a:lnTo>
                    <a:pt x="102565" y="720344"/>
                  </a:lnTo>
                  <a:lnTo>
                    <a:pt x="102565" y="641083"/>
                  </a:lnTo>
                  <a:close/>
                </a:path>
                <a:path w="716279" h="720725">
                  <a:moveTo>
                    <a:pt x="715657" y="0"/>
                  </a:moveTo>
                  <a:lnTo>
                    <a:pt x="603237" y="0"/>
                  </a:lnTo>
                  <a:lnTo>
                    <a:pt x="603237" y="16510"/>
                  </a:lnTo>
                  <a:lnTo>
                    <a:pt x="605510" y="16510"/>
                  </a:lnTo>
                  <a:lnTo>
                    <a:pt x="605510" y="20320"/>
                  </a:lnTo>
                  <a:lnTo>
                    <a:pt x="713397" y="20320"/>
                  </a:lnTo>
                  <a:lnTo>
                    <a:pt x="713397" y="16510"/>
                  </a:lnTo>
                  <a:lnTo>
                    <a:pt x="715657" y="16510"/>
                  </a:lnTo>
                  <a:lnTo>
                    <a:pt x="71565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4" name="object 444" descr=""/>
            <p:cNvSpPr/>
            <p:nvPr/>
          </p:nvSpPr>
          <p:spPr>
            <a:xfrm>
              <a:off x="12163554" y="4010219"/>
              <a:ext cx="81280" cy="620395"/>
            </a:xfrm>
            <a:custGeom>
              <a:avLst/>
              <a:gdLst/>
              <a:ahLst/>
              <a:cxnLst/>
              <a:rect l="l" t="t" r="r" b="b"/>
              <a:pathLst>
                <a:path w="81279" h="620395">
                  <a:moveTo>
                    <a:pt x="77170" y="0"/>
                  </a:moveTo>
                  <a:lnTo>
                    <a:pt x="3957" y="0"/>
                  </a:lnTo>
                  <a:lnTo>
                    <a:pt x="0" y="620263"/>
                  </a:lnTo>
                  <a:lnTo>
                    <a:pt x="81117" y="620263"/>
                  </a:lnTo>
                  <a:lnTo>
                    <a:pt x="77170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5" name="object 445" descr=""/>
            <p:cNvSpPr/>
            <p:nvPr/>
          </p:nvSpPr>
          <p:spPr>
            <a:xfrm>
              <a:off x="12152833" y="3989406"/>
              <a:ext cx="232410" cy="720725"/>
            </a:xfrm>
            <a:custGeom>
              <a:avLst/>
              <a:gdLst/>
              <a:ahLst/>
              <a:cxnLst/>
              <a:rect l="l" t="t" r="r" b="b"/>
              <a:pathLst>
                <a:path w="232409" h="720725">
                  <a:moveTo>
                    <a:pt x="102552" y="641083"/>
                  </a:moveTo>
                  <a:lnTo>
                    <a:pt x="0" y="641083"/>
                  </a:lnTo>
                  <a:lnTo>
                    <a:pt x="0" y="720344"/>
                  </a:lnTo>
                  <a:lnTo>
                    <a:pt x="102552" y="720344"/>
                  </a:lnTo>
                  <a:lnTo>
                    <a:pt x="102552" y="641083"/>
                  </a:lnTo>
                  <a:close/>
                </a:path>
                <a:path w="232409" h="720725">
                  <a:moveTo>
                    <a:pt x="232067" y="0"/>
                  </a:moveTo>
                  <a:lnTo>
                    <a:pt x="119646" y="0"/>
                  </a:lnTo>
                  <a:lnTo>
                    <a:pt x="119646" y="16510"/>
                  </a:lnTo>
                  <a:lnTo>
                    <a:pt x="121920" y="16510"/>
                  </a:lnTo>
                  <a:lnTo>
                    <a:pt x="121920" y="20320"/>
                  </a:lnTo>
                  <a:lnTo>
                    <a:pt x="229806" y="20320"/>
                  </a:lnTo>
                  <a:lnTo>
                    <a:pt x="229806" y="16510"/>
                  </a:lnTo>
                  <a:lnTo>
                    <a:pt x="232067" y="16510"/>
                  </a:lnTo>
                  <a:lnTo>
                    <a:pt x="23206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6" name="object 446" descr=""/>
            <p:cNvSpPr/>
            <p:nvPr/>
          </p:nvSpPr>
          <p:spPr>
            <a:xfrm>
              <a:off x="12288170" y="4010219"/>
              <a:ext cx="81280" cy="620395"/>
            </a:xfrm>
            <a:custGeom>
              <a:avLst/>
              <a:gdLst/>
              <a:ahLst/>
              <a:cxnLst/>
              <a:rect l="l" t="t" r="r" b="b"/>
              <a:pathLst>
                <a:path w="81279" h="620395">
                  <a:moveTo>
                    <a:pt x="77128" y="0"/>
                  </a:moveTo>
                  <a:lnTo>
                    <a:pt x="3926" y="0"/>
                  </a:lnTo>
                  <a:lnTo>
                    <a:pt x="0" y="620263"/>
                  </a:lnTo>
                  <a:lnTo>
                    <a:pt x="81086" y="620263"/>
                  </a:lnTo>
                  <a:lnTo>
                    <a:pt x="77128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7" name="object 447" descr=""/>
            <p:cNvSpPr/>
            <p:nvPr/>
          </p:nvSpPr>
          <p:spPr>
            <a:xfrm>
              <a:off x="11665966" y="3989406"/>
              <a:ext cx="714375" cy="720725"/>
            </a:xfrm>
            <a:custGeom>
              <a:avLst/>
              <a:gdLst/>
              <a:ahLst/>
              <a:cxnLst/>
              <a:rect l="l" t="t" r="r" b="b"/>
              <a:pathLst>
                <a:path w="714375" h="720725">
                  <a:moveTo>
                    <a:pt x="112420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2273" y="16510"/>
                  </a:lnTo>
                  <a:lnTo>
                    <a:pt x="2273" y="20320"/>
                  </a:lnTo>
                  <a:lnTo>
                    <a:pt x="110159" y="20320"/>
                  </a:lnTo>
                  <a:lnTo>
                    <a:pt x="110159" y="16510"/>
                  </a:lnTo>
                  <a:lnTo>
                    <a:pt x="112420" y="16510"/>
                  </a:lnTo>
                  <a:lnTo>
                    <a:pt x="112420" y="0"/>
                  </a:lnTo>
                  <a:close/>
                </a:path>
                <a:path w="714375" h="720725">
                  <a:moveTo>
                    <a:pt x="714032" y="641083"/>
                  </a:moveTo>
                  <a:lnTo>
                    <a:pt x="611441" y="641083"/>
                  </a:lnTo>
                  <a:lnTo>
                    <a:pt x="611441" y="720344"/>
                  </a:lnTo>
                  <a:lnTo>
                    <a:pt x="714032" y="720344"/>
                  </a:lnTo>
                  <a:lnTo>
                    <a:pt x="714032" y="641083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8" name="object 448" descr=""/>
            <p:cNvSpPr/>
            <p:nvPr/>
          </p:nvSpPr>
          <p:spPr>
            <a:xfrm>
              <a:off x="11681619" y="4010219"/>
              <a:ext cx="81280" cy="620395"/>
            </a:xfrm>
            <a:custGeom>
              <a:avLst/>
              <a:gdLst/>
              <a:ahLst/>
              <a:cxnLst/>
              <a:rect l="l" t="t" r="r" b="b"/>
              <a:pathLst>
                <a:path w="81279" h="620395">
                  <a:moveTo>
                    <a:pt x="77159" y="0"/>
                  </a:moveTo>
                  <a:lnTo>
                    <a:pt x="3957" y="0"/>
                  </a:lnTo>
                  <a:lnTo>
                    <a:pt x="0" y="620263"/>
                  </a:lnTo>
                  <a:lnTo>
                    <a:pt x="81117" y="620263"/>
                  </a:lnTo>
                  <a:lnTo>
                    <a:pt x="77159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9" name="object 449" descr=""/>
            <p:cNvSpPr/>
            <p:nvPr/>
          </p:nvSpPr>
          <p:spPr>
            <a:xfrm>
              <a:off x="11670890" y="4630487"/>
              <a:ext cx="102870" cy="79375"/>
            </a:xfrm>
            <a:custGeom>
              <a:avLst/>
              <a:gdLst/>
              <a:ahLst/>
              <a:cxnLst/>
              <a:rect l="l" t="t" r="r" b="b"/>
              <a:pathLst>
                <a:path w="102870" h="79375">
                  <a:moveTo>
                    <a:pt x="102572" y="0"/>
                  </a:moveTo>
                  <a:lnTo>
                    <a:pt x="0" y="0"/>
                  </a:lnTo>
                  <a:lnTo>
                    <a:pt x="0" y="79254"/>
                  </a:lnTo>
                  <a:lnTo>
                    <a:pt x="102572" y="79254"/>
                  </a:lnTo>
                  <a:lnTo>
                    <a:pt x="10257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0" name="object 450" descr=""/>
            <p:cNvSpPr/>
            <p:nvPr/>
          </p:nvSpPr>
          <p:spPr>
            <a:xfrm>
              <a:off x="11892891" y="4035072"/>
              <a:ext cx="149225" cy="263525"/>
            </a:xfrm>
            <a:custGeom>
              <a:avLst/>
              <a:gdLst/>
              <a:ahLst/>
              <a:cxnLst/>
              <a:rect l="l" t="t" r="r" b="b"/>
              <a:pathLst>
                <a:path w="149225" h="263525">
                  <a:moveTo>
                    <a:pt x="74427" y="0"/>
                  </a:moveTo>
                  <a:lnTo>
                    <a:pt x="45525" y="5871"/>
                  </a:lnTo>
                  <a:lnTo>
                    <a:pt x="21860" y="21860"/>
                  </a:lnTo>
                  <a:lnTo>
                    <a:pt x="5871" y="45525"/>
                  </a:lnTo>
                  <a:lnTo>
                    <a:pt x="0" y="74427"/>
                  </a:lnTo>
                  <a:lnTo>
                    <a:pt x="0" y="262944"/>
                  </a:lnTo>
                  <a:lnTo>
                    <a:pt x="148885" y="262944"/>
                  </a:lnTo>
                  <a:lnTo>
                    <a:pt x="148885" y="74427"/>
                  </a:lnTo>
                  <a:lnTo>
                    <a:pt x="143008" y="45525"/>
                  </a:lnTo>
                  <a:lnTo>
                    <a:pt x="127009" y="21860"/>
                  </a:lnTo>
                  <a:lnTo>
                    <a:pt x="103333" y="5871"/>
                  </a:lnTo>
                  <a:lnTo>
                    <a:pt x="74427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1" name="object 451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1900066" y="4050164"/>
              <a:ext cx="134529" cy="235265"/>
            </a:xfrm>
            <a:prstGeom prst="rect">
              <a:avLst/>
            </a:prstGeom>
          </p:spPr>
        </p:pic>
        <p:sp>
          <p:nvSpPr>
            <p:cNvPr id="452" name="object 452" descr=""/>
            <p:cNvSpPr/>
            <p:nvPr/>
          </p:nvSpPr>
          <p:spPr>
            <a:xfrm>
              <a:off x="11892891" y="4391211"/>
              <a:ext cx="149225" cy="263525"/>
            </a:xfrm>
            <a:custGeom>
              <a:avLst/>
              <a:gdLst/>
              <a:ahLst/>
              <a:cxnLst/>
              <a:rect l="l" t="t" r="r" b="b"/>
              <a:pathLst>
                <a:path w="149225" h="263525">
                  <a:moveTo>
                    <a:pt x="74427" y="0"/>
                  </a:moveTo>
                  <a:lnTo>
                    <a:pt x="45525" y="5870"/>
                  </a:lnTo>
                  <a:lnTo>
                    <a:pt x="21860" y="21856"/>
                  </a:lnTo>
                  <a:lnTo>
                    <a:pt x="5871" y="45521"/>
                  </a:lnTo>
                  <a:lnTo>
                    <a:pt x="0" y="74427"/>
                  </a:lnTo>
                  <a:lnTo>
                    <a:pt x="0" y="262934"/>
                  </a:lnTo>
                  <a:lnTo>
                    <a:pt x="148885" y="262934"/>
                  </a:lnTo>
                  <a:lnTo>
                    <a:pt x="148885" y="74427"/>
                  </a:lnTo>
                  <a:lnTo>
                    <a:pt x="143008" y="45521"/>
                  </a:lnTo>
                  <a:lnTo>
                    <a:pt x="127009" y="21856"/>
                  </a:lnTo>
                  <a:lnTo>
                    <a:pt x="103333" y="5870"/>
                  </a:lnTo>
                  <a:lnTo>
                    <a:pt x="74427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3" name="object 453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1900066" y="4406302"/>
              <a:ext cx="134529" cy="235263"/>
            </a:xfrm>
            <a:prstGeom prst="rect">
              <a:avLst/>
            </a:prstGeom>
          </p:spPr>
        </p:pic>
        <p:sp>
          <p:nvSpPr>
            <p:cNvPr id="454" name="object 454" descr=""/>
            <p:cNvSpPr/>
            <p:nvPr/>
          </p:nvSpPr>
          <p:spPr>
            <a:xfrm>
              <a:off x="11524933" y="4732292"/>
              <a:ext cx="3639185" cy="95885"/>
            </a:xfrm>
            <a:custGeom>
              <a:avLst/>
              <a:gdLst/>
              <a:ahLst/>
              <a:cxnLst/>
              <a:rect l="l" t="t" r="r" b="b"/>
              <a:pathLst>
                <a:path w="3639184" h="95885">
                  <a:moveTo>
                    <a:pt x="3637076" y="38404"/>
                  </a:moveTo>
                  <a:lnTo>
                    <a:pt x="0" y="38404"/>
                  </a:lnTo>
                  <a:lnTo>
                    <a:pt x="0" y="61252"/>
                  </a:lnTo>
                  <a:lnTo>
                    <a:pt x="3637076" y="61252"/>
                  </a:lnTo>
                  <a:lnTo>
                    <a:pt x="3637076" y="38404"/>
                  </a:lnTo>
                  <a:close/>
                </a:path>
                <a:path w="3639184" h="95885">
                  <a:moveTo>
                    <a:pt x="3637076" y="0"/>
                  </a:moveTo>
                  <a:lnTo>
                    <a:pt x="0" y="0"/>
                  </a:lnTo>
                  <a:lnTo>
                    <a:pt x="0" y="22847"/>
                  </a:lnTo>
                  <a:lnTo>
                    <a:pt x="3637076" y="22847"/>
                  </a:lnTo>
                  <a:lnTo>
                    <a:pt x="3637076" y="0"/>
                  </a:lnTo>
                  <a:close/>
                </a:path>
                <a:path w="3639184" h="95885">
                  <a:moveTo>
                    <a:pt x="3638778" y="72745"/>
                  </a:moveTo>
                  <a:lnTo>
                    <a:pt x="1701" y="72745"/>
                  </a:lnTo>
                  <a:lnTo>
                    <a:pt x="1701" y="95592"/>
                  </a:lnTo>
                  <a:lnTo>
                    <a:pt x="3638778" y="95592"/>
                  </a:lnTo>
                  <a:lnTo>
                    <a:pt x="3638778" y="72745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5" name="object 455" descr=""/>
            <p:cNvSpPr/>
            <p:nvPr/>
          </p:nvSpPr>
          <p:spPr>
            <a:xfrm>
              <a:off x="12900329" y="3494144"/>
              <a:ext cx="877569" cy="41275"/>
            </a:xfrm>
            <a:custGeom>
              <a:avLst/>
              <a:gdLst/>
              <a:ahLst/>
              <a:cxnLst/>
              <a:rect l="l" t="t" r="r" b="b"/>
              <a:pathLst>
                <a:path w="877569" h="41275">
                  <a:moveTo>
                    <a:pt x="876968" y="0"/>
                  </a:moveTo>
                  <a:lnTo>
                    <a:pt x="0" y="0"/>
                  </a:lnTo>
                  <a:lnTo>
                    <a:pt x="0" y="40899"/>
                  </a:lnTo>
                  <a:lnTo>
                    <a:pt x="876968" y="40899"/>
                  </a:lnTo>
                  <a:lnTo>
                    <a:pt x="876968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6" name="object 456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2978610" y="3544257"/>
              <a:ext cx="350216" cy="131461"/>
            </a:xfrm>
            <a:prstGeom prst="rect">
              <a:avLst/>
            </a:prstGeom>
          </p:spPr>
        </p:pic>
        <p:pic>
          <p:nvPicPr>
            <p:cNvPr id="457" name="object 457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3349178" y="3544257"/>
              <a:ext cx="348951" cy="131461"/>
            </a:xfrm>
            <a:prstGeom prst="rect">
              <a:avLst/>
            </a:prstGeom>
          </p:spPr>
        </p:pic>
        <p:sp>
          <p:nvSpPr>
            <p:cNvPr id="458" name="object 458" descr=""/>
            <p:cNvSpPr/>
            <p:nvPr/>
          </p:nvSpPr>
          <p:spPr>
            <a:xfrm>
              <a:off x="12711362" y="3640634"/>
              <a:ext cx="1255395" cy="298450"/>
            </a:xfrm>
            <a:custGeom>
              <a:avLst/>
              <a:gdLst/>
              <a:ahLst/>
              <a:cxnLst/>
              <a:rect l="l" t="t" r="r" b="b"/>
              <a:pathLst>
                <a:path w="1255394" h="298450">
                  <a:moveTo>
                    <a:pt x="627446" y="0"/>
                  </a:moveTo>
                  <a:lnTo>
                    <a:pt x="0" y="270986"/>
                  </a:lnTo>
                  <a:lnTo>
                    <a:pt x="31" y="297896"/>
                  </a:lnTo>
                  <a:lnTo>
                    <a:pt x="1254883" y="297896"/>
                  </a:lnTo>
                  <a:lnTo>
                    <a:pt x="1254987" y="271049"/>
                  </a:lnTo>
                  <a:lnTo>
                    <a:pt x="62744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9" name="object 459" descr=""/>
            <p:cNvSpPr/>
            <p:nvPr/>
          </p:nvSpPr>
          <p:spPr>
            <a:xfrm>
              <a:off x="12765094" y="3665669"/>
              <a:ext cx="1147445" cy="248285"/>
            </a:xfrm>
            <a:custGeom>
              <a:avLst/>
              <a:gdLst/>
              <a:ahLst/>
              <a:cxnLst/>
              <a:rect l="l" t="t" r="r" b="b"/>
              <a:pathLst>
                <a:path w="1147444" h="248285">
                  <a:moveTo>
                    <a:pt x="573710" y="0"/>
                  </a:moveTo>
                  <a:lnTo>
                    <a:pt x="0" y="247814"/>
                  </a:lnTo>
                  <a:lnTo>
                    <a:pt x="1147431" y="247814"/>
                  </a:lnTo>
                  <a:lnTo>
                    <a:pt x="573710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0" name="object 460" descr=""/>
            <p:cNvSpPr/>
            <p:nvPr/>
          </p:nvSpPr>
          <p:spPr>
            <a:xfrm>
              <a:off x="12924178" y="3544257"/>
              <a:ext cx="37465" cy="132080"/>
            </a:xfrm>
            <a:custGeom>
              <a:avLst/>
              <a:gdLst/>
              <a:ahLst/>
              <a:cxnLst/>
              <a:rect l="l" t="t" r="r" b="b"/>
              <a:pathLst>
                <a:path w="37465" h="132079">
                  <a:moveTo>
                    <a:pt x="0" y="0"/>
                  </a:moveTo>
                  <a:lnTo>
                    <a:pt x="0" y="131461"/>
                  </a:lnTo>
                  <a:lnTo>
                    <a:pt x="37213" y="131461"/>
                  </a:lnTo>
                  <a:lnTo>
                    <a:pt x="37213" y="37213"/>
                  </a:lnTo>
                  <a:lnTo>
                    <a:pt x="34277" y="22758"/>
                  </a:lnTo>
                  <a:lnTo>
                    <a:pt x="26283" y="10926"/>
                  </a:lnTo>
                  <a:lnTo>
                    <a:pt x="14450" y="29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1" name="object 461" descr=""/>
            <p:cNvSpPr/>
            <p:nvPr/>
          </p:nvSpPr>
          <p:spPr>
            <a:xfrm>
              <a:off x="12924180" y="3551819"/>
              <a:ext cx="29845" cy="118110"/>
            </a:xfrm>
            <a:custGeom>
              <a:avLst/>
              <a:gdLst/>
              <a:ahLst/>
              <a:cxnLst/>
              <a:rect l="l" t="t" r="r" b="b"/>
              <a:pathLst>
                <a:path w="29845" h="118110">
                  <a:moveTo>
                    <a:pt x="0" y="0"/>
                  </a:moveTo>
                  <a:lnTo>
                    <a:pt x="0" y="117619"/>
                  </a:lnTo>
                  <a:lnTo>
                    <a:pt x="29810" y="117619"/>
                  </a:lnTo>
                  <a:lnTo>
                    <a:pt x="29810" y="29831"/>
                  </a:lnTo>
                  <a:lnTo>
                    <a:pt x="27455" y="18248"/>
                  </a:lnTo>
                  <a:lnTo>
                    <a:pt x="21046" y="8762"/>
                  </a:lnTo>
                  <a:lnTo>
                    <a:pt x="11566" y="23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2" name="object 462" descr=""/>
            <p:cNvSpPr/>
            <p:nvPr/>
          </p:nvSpPr>
          <p:spPr>
            <a:xfrm>
              <a:off x="12924180" y="3544258"/>
              <a:ext cx="829310" cy="132080"/>
            </a:xfrm>
            <a:custGeom>
              <a:avLst/>
              <a:gdLst/>
              <a:ahLst/>
              <a:cxnLst/>
              <a:rect l="l" t="t" r="r" b="b"/>
              <a:pathLst>
                <a:path w="829309" h="132079">
                  <a:moveTo>
                    <a:pt x="33604" y="35064"/>
                  </a:moveTo>
                  <a:lnTo>
                    <a:pt x="0" y="35064"/>
                  </a:lnTo>
                  <a:lnTo>
                    <a:pt x="0" y="38239"/>
                  </a:lnTo>
                  <a:lnTo>
                    <a:pt x="0" y="39852"/>
                  </a:lnTo>
                  <a:lnTo>
                    <a:pt x="0" y="125183"/>
                  </a:lnTo>
                  <a:lnTo>
                    <a:pt x="2286" y="125183"/>
                  </a:lnTo>
                  <a:lnTo>
                    <a:pt x="2286" y="39852"/>
                  </a:lnTo>
                  <a:lnTo>
                    <a:pt x="33604" y="39852"/>
                  </a:lnTo>
                  <a:lnTo>
                    <a:pt x="33604" y="35064"/>
                  </a:lnTo>
                  <a:close/>
                </a:path>
                <a:path w="829309" h="132079">
                  <a:moveTo>
                    <a:pt x="829246" y="0"/>
                  </a:moveTo>
                  <a:lnTo>
                    <a:pt x="815873" y="2933"/>
                  </a:lnTo>
                  <a:lnTo>
                    <a:pt x="804926" y="10934"/>
                  </a:lnTo>
                  <a:lnTo>
                    <a:pt x="797521" y="22758"/>
                  </a:lnTo>
                  <a:lnTo>
                    <a:pt x="794804" y="37223"/>
                  </a:lnTo>
                  <a:lnTo>
                    <a:pt x="794804" y="131470"/>
                  </a:lnTo>
                  <a:lnTo>
                    <a:pt x="829246" y="131470"/>
                  </a:lnTo>
                  <a:lnTo>
                    <a:pt x="82924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3" name="object 463" descr=""/>
            <p:cNvSpPr/>
            <p:nvPr/>
          </p:nvSpPr>
          <p:spPr>
            <a:xfrm>
              <a:off x="13725843" y="3551819"/>
              <a:ext cx="27940" cy="118110"/>
            </a:xfrm>
            <a:custGeom>
              <a:avLst/>
              <a:gdLst/>
              <a:ahLst/>
              <a:cxnLst/>
              <a:rect l="l" t="t" r="r" b="b"/>
              <a:pathLst>
                <a:path w="27940" h="118110">
                  <a:moveTo>
                    <a:pt x="27580" y="0"/>
                  </a:moveTo>
                  <a:lnTo>
                    <a:pt x="16878" y="2353"/>
                  </a:lnTo>
                  <a:lnTo>
                    <a:pt x="8108" y="8762"/>
                  </a:lnTo>
                  <a:lnTo>
                    <a:pt x="2178" y="18248"/>
                  </a:lnTo>
                  <a:lnTo>
                    <a:pt x="0" y="29831"/>
                  </a:lnTo>
                  <a:lnTo>
                    <a:pt x="0" y="117619"/>
                  </a:lnTo>
                  <a:lnTo>
                    <a:pt x="27580" y="117619"/>
                  </a:lnTo>
                  <a:lnTo>
                    <a:pt x="27580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4" name="object 464" descr=""/>
            <p:cNvSpPr/>
            <p:nvPr/>
          </p:nvSpPr>
          <p:spPr>
            <a:xfrm>
              <a:off x="13722299" y="3579323"/>
              <a:ext cx="31750" cy="90170"/>
            </a:xfrm>
            <a:custGeom>
              <a:avLst/>
              <a:gdLst/>
              <a:ahLst/>
              <a:cxnLst/>
              <a:rect l="l" t="t" r="r" b="b"/>
              <a:pathLst>
                <a:path w="31750" h="90170">
                  <a:moveTo>
                    <a:pt x="31140" y="0"/>
                  </a:moveTo>
                  <a:lnTo>
                    <a:pt x="0" y="0"/>
                  </a:lnTo>
                  <a:lnTo>
                    <a:pt x="0" y="4787"/>
                  </a:lnTo>
                  <a:lnTo>
                    <a:pt x="29006" y="4787"/>
                  </a:lnTo>
                  <a:lnTo>
                    <a:pt x="29006" y="90119"/>
                  </a:lnTo>
                  <a:lnTo>
                    <a:pt x="31115" y="90119"/>
                  </a:lnTo>
                  <a:lnTo>
                    <a:pt x="31115" y="4787"/>
                  </a:lnTo>
                  <a:lnTo>
                    <a:pt x="3114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5" name="object 465" descr=""/>
            <p:cNvSpPr/>
            <p:nvPr/>
          </p:nvSpPr>
          <p:spPr>
            <a:xfrm>
              <a:off x="12924054" y="3079467"/>
              <a:ext cx="829944" cy="425450"/>
            </a:xfrm>
            <a:custGeom>
              <a:avLst/>
              <a:gdLst/>
              <a:ahLst/>
              <a:cxnLst/>
              <a:rect l="l" t="t" r="r" b="b"/>
              <a:pathLst>
                <a:path w="829944" h="425450">
                  <a:moveTo>
                    <a:pt x="414688" y="0"/>
                  </a:moveTo>
                  <a:lnTo>
                    <a:pt x="366322" y="2789"/>
                  </a:lnTo>
                  <a:lnTo>
                    <a:pt x="319596" y="10951"/>
                  </a:lnTo>
                  <a:lnTo>
                    <a:pt x="274821" y="24174"/>
                  </a:lnTo>
                  <a:lnTo>
                    <a:pt x="232308" y="42147"/>
                  </a:lnTo>
                  <a:lnTo>
                    <a:pt x="192368" y="64558"/>
                  </a:lnTo>
                  <a:lnTo>
                    <a:pt x="155311" y="91098"/>
                  </a:lnTo>
                  <a:lnTo>
                    <a:pt x="121450" y="121454"/>
                  </a:lnTo>
                  <a:lnTo>
                    <a:pt x="91094" y="155316"/>
                  </a:lnTo>
                  <a:lnTo>
                    <a:pt x="64556" y="192373"/>
                  </a:lnTo>
                  <a:lnTo>
                    <a:pt x="42145" y="232313"/>
                  </a:lnTo>
                  <a:lnTo>
                    <a:pt x="24173" y="274825"/>
                  </a:lnTo>
                  <a:lnTo>
                    <a:pt x="10950" y="319600"/>
                  </a:lnTo>
                  <a:lnTo>
                    <a:pt x="2789" y="366324"/>
                  </a:lnTo>
                  <a:lnTo>
                    <a:pt x="0" y="414688"/>
                  </a:lnTo>
                  <a:lnTo>
                    <a:pt x="125" y="425254"/>
                  </a:lnTo>
                  <a:lnTo>
                    <a:pt x="414688" y="414688"/>
                  </a:lnTo>
                  <a:lnTo>
                    <a:pt x="829377" y="414688"/>
                  </a:lnTo>
                  <a:lnTo>
                    <a:pt x="826588" y="366324"/>
                  </a:lnTo>
                  <a:lnTo>
                    <a:pt x="818426" y="319600"/>
                  </a:lnTo>
                  <a:lnTo>
                    <a:pt x="805203" y="274825"/>
                  </a:lnTo>
                  <a:lnTo>
                    <a:pt x="787230" y="232313"/>
                  </a:lnTo>
                  <a:lnTo>
                    <a:pt x="764819" y="192373"/>
                  </a:lnTo>
                  <a:lnTo>
                    <a:pt x="738279" y="155316"/>
                  </a:lnTo>
                  <a:lnTo>
                    <a:pt x="707923" y="121454"/>
                  </a:lnTo>
                  <a:lnTo>
                    <a:pt x="674061" y="91098"/>
                  </a:lnTo>
                  <a:lnTo>
                    <a:pt x="637004" y="64558"/>
                  </a:lnTo>
                  <a:lnTo>
                    <a:pt x="597064" y="42147"/>
                  </a:lnTo>
                  <a:lnTo>
                    <a:pt x="554551" y="24174"/>
                  </a:lnTo>
                  <a:lnTo>
                    <a:pt x="509777" y="10951"/>
                  </a:lnTo>
                  <a:lnTo>
                    <a:pt x="463052" y="2789"/>
                  </a:lnTo>
                  <a:lnTo>
                    <a:pt x="414688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66" name="object 466" descr=""/>
          <p:cNvGrpSpPr/>
          <p:nvPr/>
        </p:nvGrpSpPr>
        <p:grpSpPr>
          <a:xfrm>
            <a:off x="9470177" y="5990393"/>
            <a:ext cx="1331595" cy="2654935"/>
            <a:chOff x="9470177" y="5990393"/>
            <a:chExt cx="1331595" cy="2654935"/>
          </a:xfrm>
        </p:grpSpPr>
        <p:sp>
          <p:nvSpPr>
            <p:cNvPr id="467" name="object 467" descr=""/>
            <p:cNvSpPr/>
            <p:nvPr/>
          </p:nvSpPr>
          <p:spPr>
            <a:xfrm>
              <a:off x="9505202" y="6086432"/>
              <a:ext cx="1261745" cy="252729"/>
            </a:xfrm>
            <a:custGeom>
              <a:avLst/>
              <a:gdLst/>
              <a:ahLst/>
              <a:cxnLst/>
              <a:rect l="l" t="t" r="r" b="b"/>
              <a:pathLst>
                <a:path w="1261745" h="252729">
                  <a:moveTo>
                    <a:pt x="1194947" y="0"/>
                  </a:moveTo>
                  <a:lnTo>
                    <a:pt x="66343" y="0"/>
                  </a:lnTo>
                  <a:lnTo>
                    <a:pt x="0" y="252578"/>
                  </a:lnTo>
                  <a:lnTo>
                    <a:pt x="1261301" y="252578"/>
                  </a:lnTo>
                  <a:lnTo>
                    <a:pt x="1194947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8" name="object 468" descr=""/>
            <p:cNvSpPr/>
            <p:nvPr/>
          </p:nvSpPr>
          <p:spPr>
            <a:xfrm>
              <a:off x="9573065" y="6230983"/>
              <a:ext cx="1125855" cy="2287905"/>
            </a:xfrm>
            <a:custGeom>
              <a:avLst/>
              <a:gdLst/>
              <a:ahLst/>
              <a:cxnLst/>
              <a:rect l="l" t="t" r="r" b="b"/>
              <a:pathLst>
                <a:path w="1125854" h="2287904">
                  <a:moveTo>
                    <a:pt x="904705" y="0"/>
                  </a:moveTo>
                  <a:lnTo>
                    <a:pt x="862646" y="8487"/>
                  </a:lnTo>
                  <a:lnTo>
                    <a:pt x="828309" y="31636"/>
                  </a:lnTo>
                  <a:lnTo>
                    <a:pt x="805163" y="65973"/>
                  </a:lnTo>
                  <a:lnTo>
                    <a:pt x="796677" y="108028"/>
                  </a:lnTo>
                  <a:lnTo>
                    <a:pt x="670838" y="108028"/>
                  </a:lnTo>
                  <a:lnTo>
                    <a:pt x="662345" y="65973"/>
                  </a:lnTo>
                  <a:lnTo>
                    <a:pt x="639188" y="31636"/>
                  </a:lnTo>
                  <a:lnTo>
                    <a:pt x="604846" y="8487"/>
                  </a:lnTo>
                  <a:lnTo>
                    <a:pt x="562799" y="0"/>
                  </a:lnTo>
                  <a:lnTo>
                    <a:pt x="520734" y="8487"/>
                  </a:lnTo>
                  <a:lnTo>
                    <a:pt x="486383" y="31636"/>
                  </a:lnTo>
                  <a:lnTo>
                    <a:pt x="463222" y="65973"/>
                  </a:lnTo>
                  <a:lnTo>
                    <a:pt x="454729" y="108028"/>
                  </a:lnTo>
                  <a:lnTo>
                    <a:pt x="330126" y="108028"/>
                  </a:lnTo>
                  <a:lnTo>
                    <a:pt x="321633" y="65973"/>
                  </a:lnTo>
                  <a:lnTo>
                    <a:pt x="298471" y="31636"/>
                  </a:lnTo>
                  <a:lnTo>
                    <a:pt x="264116" y="8487"/>
                  </a:lnTo>
                  <a:lnTo>
                    <a:pt x="222045" y="0"/>
                  </a:lnTo>
                  <a:lnTo>
                    <a:pt x="180004" y="8487"/>
                  </a:lnTo>
                  <a:lnTo>
                    <a:pt x="145665" y="31636"/>
                  </a:lnTo>
                  <a:lnTo>
                    <a:pt x="122509" y="65973"/>
                  </a:lnTo>
                  <a:lnTo>
                    <a:pt x="114017" y="108028"/>
                  </a:lnTo>
                  <a:lnTo>
                    <a:pt x="0" y="108028"/>
                  </a:lnTo>
                  <a:lnTo>
                    <a:pt x="0" y="2287490"/>
                  </a:lnTo>
                  <a:lnTo>
                    <a:pt x="1125567" y="2287490"/>
                  </a:lnTo>
                  <a:lnTo>
                    <a:pt x="1125567" y="108028"/>
                  </a:lnTo>
                  <a:lnTo>
                    <a:pt x="1012744" y="108028"/>
                  </a:lnTo>
                  <a:lnTo>
                    <a:pt x="1004251" y="65973"/>
                  </a:lnTo>
                  <a:lnTo>
                    <a:pt x="981094" y="31636"/>
                  </a:lnTo>
                  <a:lnTo>
                    <a:pt x="946752" y="8487"/>
                  </a:lnTo>
                  <a:lnTo>
                    <a:pt x="904705" y="0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9" name="object 469" descr=""/>
            <p:cNvSpPr/>
            <p:nvPr/>
          </p:nvSpPr>
          <p:spPr>
            <a:xfrm>
              <a:off x="9573070" y="6339020"/>
              <a:ext cx="1125855" cy="287655"/>
            </a:xfrm>
            <a:custGeom>
              <a:avLst/>
              <a:gdLst/>
              <a:ahLst/>
              <a:cxnLst/>
              <a:rect l="l" t="t" r="r" b="b"/>
              <a:pathLst>
                <a:path w="1125854" h="287654">
                  <a:moveTo>
                    <a:pt x="56286" y="34925"/>
                  </a:moveTo>
                  <a:lnTo>
                    <a:pt x="0" y="34925"/>
                  </a:lnTo>
                  <a:lnTo>
                    <a:pt x="0" y="287070"/>
                  </a:lnTo>
                  <a:lnTo>
                    <a:pt x="56286" y="287070"/>
                  </a:lnTo>
                  <a:lnTo>
                    <a:pt x="56286" y="34925"/>
                  </a:lnTo>
                  <a:close/>
                </a:path>
                <a:path w="1125854" h="287654">
                  <a:moveTo>
                    <a:pt x="420573" y="0"/>
                  </a:moveTo>
                  <a:lnTo>
                    <a:pt x="364261" y="0"/>
                  </a:lnTo>
                  <a:lnTo>
                    <a:pt x="364261" y="287070"/>
                  </a:lnTo>
                  <a:lnTo>
                    <a:pt x="420573" y="287070"/>
                  </a:lnTo>
                  <a:lnTo>
                    <a:pt x="420573" y="0"/>
                  </a:lnTo>
                  <a:close/>
                </a:path>
                <a:path w="1125854" h="287654">
                  <a:moveTo>
                    <a:pt x="762469" y="0"/>
                  </a:moveTo>
                  <a:lnTo>
                    <a:pt x="706170" y="0"/>
                  </a:lnTo>
                  <a:lnTo>
                    <a:pt x="706170" y="287070"/>
                  </a:lnTo>
                  <a:lnTo>
                    <a:pt x="762469" y="287070"/>
                  </a:lnTo>
                  <a:lnTo>
                    <a:pt x="762469" y="0"/>
                  </a:lnTo>
                  <a:close/>
                </a:path>
                <a:path w="1125854" h="287654">
                  <a:moveTo>
                    <a:pt x="1125562" y="34925"/>
                  </a:moveTo>
                  <a:lnTo>
                    <a:pt x="1069289" y="34925"/>
                  </a:lnTo>
                  <a:lnTo>
                    <a:pt x="1069289" y="287070"/>
                  </a:lnTo>
                  <a:lnTo>
                    <a:pt x="1125562" y="287070"/>
                  </a:lnTo>
                  <a:lnTo>
                    <a:pt x="1125562" y="34925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0" name="object 470" descr=""/>
            <p:cNvSpPr/>
            <p:nvPr/>
          </p:nvSpPr>
          <p:spPr>
            <a:xfrm>
              <a:off x="9470174" y="6196806"/>
              <a:ext cx="1331595" cy="462915"/>
            </a:xfrm>
            <a:custGeom>
              <a:avLst/>
              <a:gdLst/>
              <a:ahLst/>
              <a:cxnLst/>
              <a:rect l="l" t="t" r="r" b="b"/>
              <a:pathLst>
                <a:path w="1331595" h="462915">
                  <a:moveTo>
                    <a:pt x="1258735" y="429285"/>
                  </a:moveTo>
                  <a:lnTo>
                    <a:pt x="72631" y="429285"/>
                  </a:lnTo>
                  <a:lnTo>
                    <a:pt x="72631" y="462572"/>
                  </a:lnTo>
                  <a:lnTo>
                    <a:pt x="1258735" y="462572"/>
                  </a:lnTo>
                  <a:lnTo>
                    <a:pt x="1258735" y="429285"/>
                  </a:lnTo>
                  <a:close/>
                </a:path>
                <a:path w="1331595" h="462915">
                  <a:moveTo>
                    <a:pt x="1331341" y="142214"/>
                  </a:moveTo>
                  <a:lnTo>
                    <a:pt x="1149819" y="142214"/>
                  </a:lnTo>
                  <a:lnTo>
                    <a:pt x="1142568" y="97256"/>
                  </a:lnTo>
                  <a:lnTo>
                    <a:pt x="1122375" y="58216"/>
                  </a:lnTo>
                  <a:lnTo>
                    <a:pt x="1091590" y="27432"/>
                  </a:lnTo>
                  <a:lnTo>
                    <a:pt x="1052550" y="7239"/>
                  </a:lnTo>
                  <a:lnTo>
                    <a:pt x="1007592" y="0"/>
                  </a:lnTo>
                  <a:lnTo>
                    <a:pt x="962634" y="7239"/>
                  </a:lnTo>
                  <a:lnTo>
                    <a:pt x="923594" y="27432"/>
                  </a:lnTo>
                  <a:lnTo>
                    <a:pt x="892810" y="58216"/>
                  </a:lnTo>
                  <a:lnTo>
                    <a:pt x="872629" y="97256"/>
                  </a:lnTo>
                  <a:lnTo>
                    <a:pt x="865378" y="142214"/>
                  </a:lnTo>
                  <a:lnTo>
                    <a:pt x="807872" y="142214"/>
                  </a:lnTo>
                  <a:lnTo>
                    <a:pt x="800633" y="97256"/>
                  </a:lnTo>
                  <a:lnTo>
                    <a:pt x="780440" y="58216"/>
                  </a:lnTo>
                  <a:lnTo>
                    <a:pt x="749655" y="27432"/>
                  </a:lnTo>
                  <a:lnTo>
                    <a:pt x="710628" y="7239"/>
                  </a:lnTo>
                  <a:lnTo>
                    <a:pt x="665683" y="0"/>
                  </a:lnTo>
                  <a:lnTo>
                    <a:pt x="620737" y="7239"/>
                  </a:lnTo>
                  <a:lnTo>
                    <a:pt x="581698" y="27432"/>
                  </a:lnTo>
                  <a:lnTo>
                    <a:pt x="550913" y="58216"/>
                  </a:lnTo>
                  <a:lnTo>
                    <a:pt x="530720" y="97256"/>
                  </a:lnTo>
                  <a:lnTo>
                    <a:pt x="523468" y="142214"/>
                  </a:lnTo>
                  <a:lnTo>
                    <a:pt x="467169" y="142214"/>
                  </a:lnTo>
                  <a:lnTo>
                    <a:pt x="459917" y="97256"/>
                  </a:lnTo>
                  <a:lnTo>
                    <a:pt x="439724" y="58216"/>
                  </a:lnTo>
                  <a:lnTo>
                    <a:pt x="408940" y="27432"/>
                  </a:lnTo>
                  <a:lnTo>
                    <a:pt x="369887" y="7239"/>
                  </a:lnTo>
                  <a:lnTo>
                    <a:pt x="324942" y="0"/>
                  </a:lnTo>
                  <a:lnTo>
                    <a:pt x="280009" y="7239"/>
                  </a:lnTo>
                  <a:lnTo>
                    <a:pt x="240969" y="27432"/>
                  </a:lnTo>
                  <a:lnTo>
                    <a:pt x="210185" y="58216"/>
                  </a:lnTo>
                  <a:lnTo>
                    <a:pt x="189992" y="97256"/>
                  </a:lnTo>
                  <a:lnTo>
                    <a:pt x="182740" y="142214"/>
                  </a:lnTo>
                  <a:lnTo>
                    <a:pt x="0" y="142214"/>
                  </a:lnTo>
                  <a:lnTo>
                    <a:pt x="0" y="177139"/>
                  </a:lnTo>
                  <a:lnTo>
                    <a:pt x="216903" y="177139"/>
                  </a:lnTo>
                  <a:lnTo>
                    <a:pt x="216903" y="142214"/>
                  </a:lnTo>
                  <a:lnTo>
                    <a:pt x="225399" y="100152"/>
                  </a:lnTo>
                  <a:lnTo>
                    <a:pt x="248551" y="65824"/>
                  </a:lnTo>
                  <a:lnTo>
                    <a:pt x="282892" y="42672"/>
                  </a:lnTo>
                  <a:lnTo>
                    <a:pt x="324942" y="34188"/>
                  </a:lnTo>
                  <a:lnTo>
                    <a:pt x="367004" y="42672"/>
                  </a:lnTo>
                  <a:lnTo>
                    <a:pt x="401358" y="65824"/>
                  </a:lnTo>
                  <a:lnTo>
                    <a:pt x="424522" y="100152"/>
                  </a:lnTo>
                  <a:lnTo>
                    <a:pt x="433006" y="142214"/>
                  </a:lnTo>
                  <a:lnTo>
                    <a:pt x="433006" y="177139"/>
                  </a:lnTo>
                  <a:lnTo>
                    <a:pt x="557618" y="177139"/>
                  </a:lnTo>
                  <a:lnTo>
                    <a:pt x="557618" y="142214"/>
                  </a:lnTo>
                  <a:lnTo>
                    <a:pt x="566115" y="100152"/>
                  </a:lnTo>
                  <a:lnTo>
                    <a:pt x="589267" y="65824"/>
                  </a:lnTo>
                  <a:lnTo>
                    <a:pt x="623620" y="42672"/>
                  </a:lnTo>
                  <a:lnTo>
                    <a:pt x="665683" y="34188"/>
                  </a:lnTo>
                  <a:lnTo>
                    <a:pt x="707732" y="42672"/>
                  </a:lnTo>
                  <a:lnTo>
                    <a:pt x="742073" y="65824"/>
                  </a:lnTo>
                  <a:lnTo>
                    <a:pt x="765225" y="100152"/>
                  </a:lnTo>
                  <a:lnTo>
                    <a:pt x="773722" y="142214"/>
                  </a:lnTo>
                  <a:lnTo>
                    <a:pt x="773722" y="177139"/>
                  </a:lnTo>
                  <a:lnTo>
                    <a:pt x="899566" y="177139"/>
                  </a:lnTo>
                  <a:lnTo>
                    <a:pt x="899566" y="142214"/>
                  </a:lnTo>
                  <a:lnTo>
                    <a:pt x="908050" y="100152"/>
                  </a:lnTo>
                  <a:lnTo>
                    <a:pt x="931189" y="65824"/>
                  </a:lnTo>
                  <a:lnTo>
                    <a:pt x="965530" y="42672"/>
                  </a:lnTo>
                  <a:lnTo>
                    <a:pt x="1007592" y="34188"/>
                  </a:lnTo>
                  <a:lnTo>
                    <a:pt x="1049642" y="42672"/>
                  </a:lnTo>
                  <a:lnTo>
                    <a:pt x="1083983" y="65824"/>
                  </a:lnTo>
                  <a:lnTo>
                    <a:pt x="1107135" y="100152"/>
                  </a:lnTo>
                  <a:lnTo>
                    <a:pt x="1115631" y="142214"/>
                  </a:lnTo>
                  <a:lnTo>
                    <a:pt x="1115631" y="177139"/>
                  </a:lnTo>
                  <a:lnTo>
                    <a:pt x="1331341" y="177139"/>
                  </a:lnTo>
                  <a:lnTo>
                    <a:pt x="1331341" y="142214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1" name="object 471" descr=""/>
            <p:cNvSpPr/>
            <p:nvPr/>
          </p:nvSpPr>
          <p:spPr>
            <a:xfrm>
              <a:off x="9712959" y="6255634"/>
              <a:ext cx="163830" cy="288925"/>
            </a:xfrm>
            <a:custGeom>
              <a:avLst/>
              <a:gdLst/>
              <a:ahLst/>
              <a:cxnLst/>
              <a:rect l="l" t="t" r="r" b="b"/>
              <a:pathLst>
                <a:path w="163829" h="288925">
                  <a:moveTo>
                    <a:pt x="81714" y="0"/>
                  </a:moveTo>
                  <a:lnTo>
                    <a:pt x="49987" y="6445"/>
                  </a:lnTo>
                  <a:lnTo>
                    <a:pt x="24004" y="23995"/>
                  </a:lnTo>
                  <a:lnTo>
                    <a:pt x="6448" y="49965"/>
                  </a:lnTo>
                  <a:lnTo>
                    <a:pt x="0" y="81672"/>
                  </a:lnTo>
                  <a:lnTo>
                    <a:pt x="0" y="288535"/>
                  </a:lnTo>
                  <a:lnTo>
                    <a:pt x="163408" y="288535"/>
                  </a:lnTo>
                  <a:lnTo>
                    <a:pt x="163408" y="81672"/>
                  </a:lnTo>
                  <a:lnTo>
                    <a:pt x="156963" y="49965"/>
                  </a:lnTo>
                  <a:lnTo>
                    <a:pt x="139414" y="23995"/>
                  </a:lnTo>
                  <a:lnTo>
                    <a:pt x="113438" y="6445"/>
                  </a:lnTo>
                  <a:lnTo>
                    <a:pt x="817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2" name="object 472" descr=""/>
            <p:cNvSpPr/>
            <p:nvPr/>
          </p:nvSpPr>
          <p:spPr>
            <a:xfrm>
              <a:off x="9729226" y="6272218"/>
              <a:ext cx="131445" cy="258445"/>
            </a:xfrm>
            <a:custGeom>
              <a:avLst/>
              <a:gdLst/>
              <a:ahLst/>
              <a:cxnLst/>
              <a:rect l="l" t="t" r="r" b="b"/>
              <a:pathLst>
                <a:path w="131445" h="258445">
                  <a:moveTo>
                    <a:pt x="65443" y="0"/>
                  </a:moveTo>
                  <a:lnTo>
                    <a:pt x="40034" y="5165"/>
                  </a:lnTo>
                  <a:lnTo>
                    <a:pt x="19225" y="19229"/>
                  </a:lnTo>
                  <a:lnTo>
                    <a:pt x="5164" y="40048"/>
                  </a:lnTo>
                  <a:lnTo>
                    <a:pt x="0" y="65474"/>
                  </a:lnTo>
                  <a:lnTo>
                    <a:pt x="0" y="258138"/>
                  </a:lnTo>
                  <a:lnTo>
                    <a:pt x="130917" y="258138"/>
                  </a:lnTo>
                  <a:lnTo>
                    <a:pt x="130917" y="65474"/>
                  </a:lnTo>
                  <a:lnTo>
                    <a:pt x="125753" y="40048"/>
                  </a:lnTo>
                  <a:lnTo>
                    <a:pt x="111691" y="19229"/>
                  </a:lnTo>
                  <a:lnTo>
                    <a:pt x="90873" y="5165"/>
                  </a:lnTo>
                  <a:lnTo>
                    <a:pt x="65443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3" name="object 473" descr=""/>
            <p:cNvSpPr/>
            <p:nvPr/>
          </p:nvSpPr>
          <p:spPr>
            <a:xfrm>
              <a:off x="9720847" y="6255645"/>
              <a:ext cx="497205" cy="288925"/>
            </a:xfrm>
            <a:custGeom>
              <a:avLst/>
              <a:gdLst/>
              <a:ahLst/>
              <a:cxnLst/>
              <a:rect l="l" t="t" r="r" b="b"/>
              <a:pathLst>
                <a:path w="497204" h="288925">
                  <a:moveTo>
                    <a:pt x="147637" y="76936"/>
                  </a:moveTo>
                  <a:lnTo>
                    <a:pt x="0" y="76936"/>
                  </a:lnTo>
                  <a:lnTo>
                    <a:pt x="0" y="87452"/>
                  </a:lnTo>
                  <a:lnTo>
                    <a:pt x="68795" y="87452"/>
                  </a:lnTo>
                  <a:lnTo>
                    <a:pt x="68795" y="274713"/>
                  </a:lnTo>
                  <a:lnTo>
                    <a:pt x="78879" y="274713"/>
                  </a:lnTo>
                  <a:lnTo>
                    <a:pt x="78879" y="87452"/>
                  </a:lnTo>
                  <a:lnTo>
                    <a:pt x="147637" y="87452"/>
                  </a:lnTo>
                  <a:lnTo>
                    <a:pt x="147637" y="76936"/>
                  </a:lnTo>
                  <a:close/>
                </a:path>
                <a:path w="497204" h="288925">
                  <a:moveTo>
                    <a:pt x="497103" y="81673"/>
                  </a:moveTo>
                  <a:lnTo>
                    <a:pt x="490664" y="49961"/>
                  </a:lnTo>
                  <a:lnTo>
                    <a:pt x="473113" y="23990"/>
                  </a:lnTo>
                  <a:lnTo>
                    <a:pt x="447128" y="6438"/>
                  </a:lnTo>
                  <a:lnTo>
                    <a:pt x="415404" y="0"/>
                  </a:lnTo>
                  <a:lnTo>
                    <a:pt x="383679" y="6438"/>
                  </a:lnTo>
                  <a:lnTo>
                    <a:pt x="357695" y="23990"/>
                  </a:lnTo>
                  <a:lnTo>
                    <a:pt x="340144" y="49961"/>
                  </a:lnTo>
                  <a:lnTo>
                    <a:pt x="333692" y="81673"/>
                  </a:lnTo>
                  <a:lnTo>
                    <a:pt x="333692" y="288531"/>
                  </a:lnTo>
                  <a:lnTo>
                    <a:pt x="497103" y="288531"/>
                  </a:lnTo>
                  <a:lnTo>
                    <a:pt x="497103" y="816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4" name="object 474" descr=""/>
            <p:cNvSpPr/>
            <p:nvPr/>
          </p:nvSpPr>
          <p:spPr>
            <a:xfrm>
              <a:off x="10070775" y="6272218"/>
              <a:ext cx="131445" cy="258445"/>
            </a:xfrm>
            <a:custGeom>
              <a:avLst/>
              <a:gdLst/>
              <a:ahLst/>
              <a:cxnLst/>
              <a:rect l="l" t="t" r="r" b="b"/>
              <a:pathLst>
                <a:path w="131445" h="258445">
                  <a:moveTo>
                    <a:pt x="65474" y="0"/>
                  </a:moveTo>
                  <a:lnTo>
                    <a:pt x="40061" y="5165"/>
                  </a:lnTo>
                  <a:lnTo>
                    <a:pt x="19241" y="19229"/>
                  </a:lnTo>
                  <a:lnTo>
                    <a:pt x="5169" y="40048"/>
                  </a:lnTo>
                  <a:lnTo>
                    <a:pt x="0" y="65474"/>
                  </a:lnTo>
                  <a:lnTo>
                    <a:pt x="0" y="258138"/>
                  </a:lnTo>
                  <a:lnTo>
                    <a:pt x="130959" y="258138"/>
                  </a:lnTo>
                  <a:lnTo>
                    <a:pt x="130959" y="65474"/>
                  </a:lnTo>
                  <a:lnTo>
                    <a:pt x="125794" y="40048"/>
                  </a:lnTo>
                  <a:lnTo>
                    <a:pt x="111728" y="19229"/>
                  </a:lnTo>
                  <a:lnTo>
                    <a:pt x="90906" y="5165"/>
                  </a:lnTo>
                  <a:lnTo>
                    <a:pt x="65474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5" name="object 475" descr=""/>
            <p:cNvSpPr/>
            <p:nvPr/>
          </p:nvSpPr>
          <p:spPr>
            <a:xfrm>
              <a:off x="10062426" y="6255645"/>
              <a:ext cx="496570" cy="288925"/>
            </a:xfrm>
            <a:custGeom>
              <a:avLst/>
              <a:gdLst/>
              <a:ahLst/>
              <a:cxnLst/>
              <a:rect l="l" t="t" r="r" b="b"/>
              <a:pathLst>
                <a:path w="496570" h="288925">
                  <a:moveTo>
                    <a:pt x="147637" y="76936"/>
                  </a:moveTo>
                  <a:lnTo>
                    <a:pt x="0" y="76936"/>
                  </a:lnTo>
                  <a:lnTo>
                    <a:pt x="0" y="87452"/>
                  </a:lnTo>
                  <a:lnTo>
                    <a:pt x="68770" y="87452"/>
                  </a:lnTo>
                  <a:lnTo>
                    <a:pt x="68770" y="274713"/>
                  </a:lnTo>
                  <a:lnTo>
                    <a:pt x="78879" y="274713"/>
                  </a:lnTo>
                  <a:lnTo>
                    <a:pt x="78879" y="87452"/>
                  </a:lnTo>
                  <a:lnTo>
                    <a:pt x="147637" y="87452"/>
                  </a:lnTo>
                  <a:lnTo>
                    <a:pt x="147637" y="76936"/>
                  </a:lnTo>
                  <a:close/>
                </a:path>
                <a:path w="496570" h="288925">
                  <a:moveTo>
                    <a:pt x="496265" y="81673"/>
                  </a:moveTo>
                  <a:lnTo>
                    <a:pt x="489826" y="49961"/>
                  </a:lnTo>
                  <a:lnTo>
                    <a:pt x="472274" y="23990"/>
                  </a:lnTo>
                  <a:lnTo>
                    <a:pt x="446303" y="6438"/>
                  </a:lnTo>
                  <a:lnTo>
                    <a:pt x="414578" y="0"/>
                  </a:lnTo>
                  <a:lnTo>
                    <a:pt x="382866" y="6438"/>
                  </a:lnTo>
                  <a:lnTo>
                    <a:pt x="356895" y="23990"/>
                  </a:lnTo>
                  <a:lnTo>
                    <a:pt x="339344" y="49961"/>
                  </a:lnTo>
                  <a:lnTo>
                    <a:pt x="332905" y="81673"/>
                  </a:lnTo>
                  <a:lnTo>
                    <a:pt x="332905" y="288531"/>
                  </a:lnTo>
                  <a:lnTo>
                    <a:pt x="496265" y="288531"/>
                  </a:lnTo>
                  <a:lnTo>
                    <a:pt x="496265" y="816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6" name="object 476" descr=""/>
            <p:cNvSpPr/>
            <p:nvPr/>
          </p:nvSpPr>
          <p:spPr>
            <a:xfrm>
              <a:off x="10411557" y="6272218"/>
              <a:ext cx="131445" cy="258445"/>
            </a:xfrm>
            <a:custGeom>
              <a:avLst/>
              <a:gdLst/>
              <a:ahLst/>
              <a:cxnLst/>
              <a:rect l="l" t="t" r="r" b="b"/>
              <a:pathLst>
                <a:path w="131445" h="258445">
                  <a:moveTo>
                    <a:pt x="65443" y="0"/>
                  </a:moveTo>
                  <a:lnTo>
                    <a:pt x="40034" y="5165"/>
                  </a:lnTo>
                  <a:lnTo>
                    <a:pt x="19225" y="19229"/>
                  </a:lnTo>
                  <a:lnTo>
                    <a:pt x="5164" y="40048"/>
                  </a:lnTo>
                  <a:lnTo>
                    <a:pt x="0" y="65474"/>
                  </a:lnTo>
                  <a:lnTo>
                    <a:pt x="0" y="258138"/>
                  </a:lnTo>
                  <a:lnTo>
                    <a:pt x="130917" y="258138"/>
                  </a:lnTo>
                  <a:lnTo>
                    <a:pt x="130917" y="65474"/>
                  </a:lnTo>
                  <a:lnTo>
                    <a:pt x="125752" y="40048"/>
                  </a:lnTo>
                  <a:lnTo>
                    <a:pt x="111691" y="19229"/>
                  </a:lnTo>
                  <a:lnTo>
                    <a:pt x="90882" y="5165"/>
                  </a:lnTo>
                  <a:lnTo>
                    <a:pt x="65443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7" name="object 477" descr=""/>
            <p:cNvSpPr/>
            <p:nvPr/>
          </p:nvSpPr>
          <p:spPr>
            <a:xfrm>
              <a:off x="10403180" y="6332581"/>
              <a:ext cx="147955" cy="198120"/>
            </a:xfrm>
            <a:custGeom>
              <a:avLst/>
              <a:gdLst/>
              <a:ahLst/>
              <a:cxnLst/>
              <a:rect l="l" t="t" r="r" b="b"/>
              <a:pathLst>
                <a:path w="147954" h="198120">
                  <a:moveTo>
                    <a:pt x="147650" y="0"/>
                  </a:moveTo>
                  <a:lnTo>
                    <a:pt x="0" y="0"/>
                  </a:lnTo>
                  <a:lnTo>
                    <a:pt x="0" y="10515"/>
                  </a:lnTo>
                  <a:lnTo>
                    <a:pt x="68783" y="10515"/>
                  </a:lnTo>
                  <a:lnTo>
                    <a:pt x="68783" y="197777"/>
                  </a:lnTo>
                  <a:lnTo>
                    <a:pt x="78867" y="197777"/>
                  </a:lnTo>
                  <a:lnTo>
                    <a:pt x="78867" y="10515"/>
                  </a:lnTo>
                  <a:lnTo>
                    <a:pt x="147650" y="10515"/>
                  </a:lnTo>
                  <a:lnTo>
                    <a:pt x="1476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8" name="object 478" descr=""/>
            <p:cNvSpPr/>
            <p:nvPr/>
          </p:nvSpPr>
          <p:spPr>
            <a:xfrm>
              <a:off x="9688792" y="6544189"/>
              <a:ext cx="895350" cy="33655"/>
            </a:xfrm>
            <a:custGeom>
              <a:avLst/>
              <a:gdLst/>
              <a:ahLst/>
              <a:cxnLst/>
              <a:rect l="l" t="t" r="r" b="b"/>
              <a:pathLst>
                <a:path w="895350" h="33654">
                  <a:moveTo>
                    <a:pt x="211785" y="0"/>
                  </a:moveTo>
                  <a:lnTo>
                    <a:pt x="0" y="0"/>
                  </a:lnTo>
                  <a:lnTo>
                    <a:pt x="0" y="33286"/>
                  </a:lnTo>
                  <a:lnTo>
                    <a:pt x="211785" y="33286"/>
                  </a:lnTo>
                  <a:lnTo>
                    <a:pt x="211785" y="0"/>
                  </a:lnTo>
                  <a:close/>
                </a:path>
                <a:path w="895350" h="33654">
                  <a:moveTo>
                    <a:pt x="553351" y="0"/>
                  </a:moveTo>
                  <a:lnTo>
                    <a:pt x="341579" y="0"/>
                  </a:lnTo>
                  <a:lnTo>
                    <a:pt x="341579" y="33286"/>
                  </a:lnTo>
                  <a:lnTo>
                    <a:pt x="553351" y="33286"/>
                  </a:lnTo>
                  <a:lnTo>
                    <a:pt x="553351" y="0"/>
                  </a:lnTo>
                  <a:close/>
                </a:path>
                <a:path w="895350" h="33654">
                  <a:moveTo>
                    <a:pt x="894854" y="0"/>
                  </a:moveTo>
                  <a:lnTo>
                    <a:pt x="683069" y="0"/>
                  </a:lnTo>
                  <a:lnTo>
                    <a:pt x="683069" y="33286"/>
                  </a:lnTo>
                  <a:lnTo>
                    <a:pt x="894854" y="33286"/>
                  </a:lnTo>
                  <a:lnTo>
                    <a:pt x="894854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9" name="object 479" descr=""/>
            <p:cNvSpPr/>
            <p:nvPr/>
          </p:nvSpPr>
          <p:spPr>
            <a:xfrm>
              <a:off x="10302262" y="6016131"/>
              <a:ext cx="102870" cy="70485"/>
            </a:xfrm>
            <a:custGeom>
              <a:avLst/>
              <a:gdLst/>
              <a:ahLst/>
              <a:cxnLst/>
              <a:rect l="l" t="t" r="r" b="b"/>
              <a:pathLst>
                <a:path w="102870" h="70485">
                  <a:moveTo>
                    <a:pt x="102845" y="0"/>
                  </a:moveTo>
                  <a:lnTo>
                    <a:pt x="0" y="0"/>
                  </a:lnTo>
                  <a:lnTo>
                    <a:pt x="0" y="70301"/>
                  </a:lnTo>
                  <a:lnTo>
                    <a:pt x="102845" y="70301"/>
                  </a:lnTo>
                  <a:lnTo>
                    <a:pt x="102845" y="0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0" name="object 480" descr=""/>
            <p:cNvSpPr/>
            <p:nvPr/>
          </p:nvSpPr>
          <p:spPr>
            <a:xfrm>
              <a:off x="10292409" y="5990393"/>
              <a:ext cx="122555" cy="26034"/>
            </a:xfrm>
            <a:custGeom>
              <a:avLst/>
              <a:gdLst/>
              <a:ahLst/>
              <a:cxnLst/>
              <a:rect l="l" t="t" r="r" b="b"/>
              <a:pathLst>
                <a:path w="122554" h="26035">
                  <a:moveTo>
                    <a:pt x="122540" y="0"/>
                  </a:moveTo>
                  <a:lnTo>
                    <a:pt x="0" y="0"/>
                  </a:lnTo>
                  <a:lnTo>
                    <a:pt x="0" y="25737"/>
                  </a:lnTo>
                  <a:lnTo>
                    <a:pt x="122540" y="25737"/>
                  </a:lnTo>
                  <a:lnTo>
                    <a:pt x="122540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1" name="object 481" descr=""/>
            <p:cNvSpPr/>
            <p:nvPr/>
          </p:nvSpPr>
          <p:spPr>
            <a:xfrm>
              <a:off x="9712416" y="6749490"/>
              <a:ext cx="163830" cy="271145"/>
            </a:xfrm>
            <a:custGeom>
              <a:avLst/>
              <a:gdLst/>
              <a:ahLst/>
              <a:cxnLst/>
              <a:rect l="l" t="t" r="r" b="b"/>
              <a:pathLst>
                <a:path w="163829" h="271145">
                  <a:moveTo>
                    <a:pt x="163377" y="0"/>
                  </a:moveTo>
                  <a:lnTo>
                    <a:pt x="0" y="0"/>
                  </a:lnTo>
                  <a:lnTo>
                    <a:pt x="0" y="270536"/>
                  </a:lnTo>
                  <a:lnTo>
                    <a:pt x="163377" y="270536"/>
                  </a:lnTo>
                  <a:lnTo>
                    <a:pt x="1633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2" name="object 482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9693974" y="6707311"/>
              <a:ext cx="200269" cy="340820"/>
            </a:xfrm>
            <a:prstGeom prst="rect">
              <a:avLst/>
            </a:prstGeom>
          </p:spPr>
        </p:pic>
        <p:sp>
          <p:nvSpPr>
            <p:cNvPr id="483" name="object 483" descr=""/>
            <p:cNvSpPr/>
            <p:nvPr/>
          </p:nvSpPr>
          <p:spPr>
            <a:xfrm>
              <a:off x="10054322" y="6749490"/>
              <a:ext cx="163830" cy="271145"/>
            </a:xfrm>
            <a:custGeom>
              <a:avLst/>
              <a:gdLst/>
              <a:ahLst/>
              <a:cxnLst/>
              <a:rect l="l" t="t" r="r" b="b"/>
              <a:pathLst>
                <a:path w="163829" h="271145">
                  <a:moveTo>
                    <a:pt x="163366" y="0"/>
                  </a:moveTo>
                  <a:lnTo>
                    <a:pt x="0" y="0"/>
                  </a:lnTo>
                  <a:lnTo>
                    <a:pt x="0" y="270536"/>
                  </a:lnTo>
                  <a:lnTo>
                    <a:pt x="163366" y="270536"/>
                  </a:lnTo>
                  <a:lnTo>
                    <a:pt x="1633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4" name="object 484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0035883" y="6707311"/>
              <a:ext cx="200256" cy="340820"/>
            </a:xfrm>
            <a:prstGeom prst="rect">
              <a:avLst/>
            </a:prstGeom>
          </p:spPr>
        </p:pic>
        <p:sp>
          <p:nvSpPr>
            <p:cNvPr id="485" name="object 485" descr=""/>
            <p:cNvSpPr/>
            <p:nvPr/>
          </p:nvSpPr>
          <p:spPr>
            <a:xfrm>
              <a:off x="10395201" y="6749490"/>
              <a:ext cx="163830" cy="271145"/>
            </a:xfrm>
            <a:custGeom>
              <a:avLst/>
              <a:gdLst/>
              <a:ahLst/>
              <a:cxnLst/>
              <a:rect l="l" t="t" r="r" b="b"/>
              <a:pathLst>
                <a:path w="163829" h="271145">
                  <a:moveTo>
                    <a:pt x="163366" y="0"/>
                  </a:moveTo>
                  <a:lnTo>
                    <a:pt x="0" y="0"/>
                  </a:lnTo>
                  <a:lnTo>
                    <a:pt x="0" y="270536"/>
                  </a:lnTo>
                  <a:lnTo>
                    <a:pt x="163366" y="270536"/>
                  </a:lnTo>
                  <a:lnTo>
                    <a:pt x="1633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6" name="object 486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0376752" y="6707311"/>
              <a:ext cx="200267" cy="340820"/>
            </a:xfrm>
            <a:prstGeom prst="rect">
              <a:avLst/>
            </a:prstGeom>
          </p:spPr>
        </p:pic>
        <p:sp>
          <p:nvSpPr>
            <p:cNvPr id="487" name="object 487" descr=""/>
            <p:cNvSpPr/>
            <p:nvPr/>
          </p:nvSpPr>
          <p:spPr>
            <a:xfrm>
              <a:off x="9712416" y="7210314"/>
              <a:ext cx="163830" cy="271145"/>
            </a:xfrm>
            <a:custGeom>
              <a:avLst/>
              <a:gdLst/>
              <a:ahLst/>
              <a:cxnLst/>
              <a:rect l="l" t="t" r="r" b="b"/>
              <a:pathLst>
                <a:path w="163829" h="271145">
                  <a:moveTo>
                    <a:pt x="163377" y="0"/>
                  </a:moveTo>
                  <a:lnTo>
                    <a:pt x="0" y="0"/>
                  </a:lnTo>
                  <a:lnTo>
                    <a:pt x="0" y="270536"/>
                  </a:lnTo>
                  <a:lnTo>
                    <a:pt x="163377" y="270536"/>
                  </a:lnTo>
                  <a:lnTo>
                    <a:pt x="1633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8" name="object 488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9693974" y="7168144"/>
              <a:ext cx="200269" cy="340800"/>
            </a:xfrm>
            <a:prstGeom prst="rect">
              <a:avLst/>
            </a:prstGeom>
          </p:spPr>
        </p:pic>
        <p:sp>
          <p:nvSpPr>
            <p:cNvPr id="489" name="object 489" descr=""/>
            <p:cNvSpPr/>
            <p:nvPr/>
          </p:nvSpPr>
          <p:spPr>
            <a:xfrm>
              <a:off x="10054322" y="7210314"/>
              <a:ext cx="163830" cy="271145"/>
            </a:xfrm>
            <a:custGeom>
              <a:avLst/>
              <a:gdLst/>
              <a:ahLst/>
              <a:cxnLst/>
              <a:rect l="l" t="t" r="r" b="b"/>
              <a:pathLst>
                <a:path w="163829" h="271145">
                  <a:moveTo>
                    <a:pt x="163366" y="0"/>
                  </a:moveTo>
                  <a:lnTo>
                    <a:pt x="0" y="0"/>
                  </a:lnTo>
                  <a:lnTo>
                    <a:pt x="0" y="270536"/>
                  </a:lnTo>
                  <a:lnTo>
                    <a:pt x="163366" y="270536"/>
                  </a:lnTo>
                  <a:lnTo>
                    <a:pt x="1633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0" name="object 490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0035883" y="7168144"/>
              <a:ext cx="200256" cy="340800"/>
            </a:xfrm>
            <a:prstGeom prst="rect">
              <a:avLst/>
            </a:prstGeom>
          </p:spPr>
        </p:pic>
        <p:sp>
          <p:nvSpPr>
            <p:cNvPr id="491" name="object 491" descr=""/>
            <p:cNvSpPr/>
            <p:nvPr/>
          </p:nvSpPr>
          <p:spPr>
            <a:xfrm>
              <a:off x="10395201" y="7210314"/>
              <a:ext cx="163830" cy="271145"/>
            </a:xfrm>
            <a:custGeom>
              <a:avLst/>
              <a:gdLst/>
              <a:ahLst/>
              <a:cxnLst/>
              <a:rect l="l" t="t" r="r" b="b"/>
              <a:pathLst>
                <a:path w="163829" h="271145">
                  <a:moveTo>
                    <a:pt x="163366" y="0"/>
                  </a:moveTo>
                  <a:lnTo>
                    <a:pt x="0" y="0"/>
                  </a:lnTo>
                  <a:lnTo>
                    <a:pt x="0" y="270536"/>
                  </a:lnTo>
                  <a:lnTo>
                    <a:pt x="163366" y="270536"/>
                  </a:lnTo>
                  <a:lnTo>
                    <a:pt x="1633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2" name="object 492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0376752" y="7168144"/>
              <a:ext cx="200267" cy="340800"/>
            </a:xfrm>
            <a:prstGeom prst="rect">
              <a:avLst/>
            </a:prstGeom>
          </p:spPr>
        </p:pic>
        <p:sp>
          <p:nvSpPr>
            <p:cNvPr id="493" name="object 493" descr=""/>
            <p:cNvSpPr/>
            <p:nvPr/>
          </p:nvSpPr>
          <p:spPr>
            <a:xfrm>
              <a:off x="9712416" y="7667462"/>
              <a:ext cx="163830" cy="271145"/>
            </a:xfrm>
            <a:custGeom>
              <a:avLst/>
              <a:gdLst/>
              <a:ahLst/>
              <a:cxnLst/>
              <a:rect l="l" t="t" r="r" b="b"/>
              <a:pathLst>
                <a:path w="163829" h="271145">
                  <a:moveTo>
                    <a:pt x="163377" y="0"/>
                  </a:moveTo>
                  <a:lnTo>
                    <a:pt x="0" y="0"/>
                  </a:lnTo>
                  <a:lnTo>
                    <a:pt x="0" y="270536"/>
                  </a:lnTo>
                  <a:lnTo>
                    <a:pt x="163377" y="270536"/>
                  </a:lnTo>
                  <a:lnTo>
                    <a:pt x="1633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4" name="object 494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9693974" y="7625285"/>
              <a:ext cx="200269" cy="340817"/>
            </a:xfrm>
            <a:prstGeom prst="rect">
              <a:avLst/>
            </a:prstGeom>
          </p:spPr>
        </p:pic>
        <p:sp>
          <p:nvSpPr>
            <p:cNvPr id="495" name="object 495" descr=""/>
            <p:cNvSpPr/>
            <p:nvPr/>
          </p:nvSpPr>
          <p:spPr>
            <a:xfrm>
              <a:off x="10054322" y="7667462"/>
              <a:ext cx="163830" cy="271145"/>
            </a:xfrm>
            <a:custGeom>
              <a:avLst/>
              <a:gdLst/>
              <a:ahLst/>
              <a:cxnLst/>
              <a:rect l="l" t="t" r="r" b="b"/>
              <a:pathLst>
                <a:path w="163829" h="271145">
                  <a:moveTo>
                    <a:pt x="163366" y="0"/>
                  </a:moveTo>
                  <a:lnTo>
                    <a:pt x="0" y="0"/>
                  </a:lnTo>
                  <a:lnTo>
                    <a:pt x="0" y="270536"/>
                  </a:lnTo>
                  <a:lnTo>
                    <a:pt x="163366" y="270536"/>
                  </a:lnTo>
                  <a:lnTo>
                    <a:pt x="1633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6" name="object 496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0035883" y="7625285"/>
              <a:ext cx="200256" cy="340817"/>
            </a:xfrm>
            <a:prstGeom prst="rect">
              <a:avLst/>
            </a:prstGeom>
          </p:spPr>
        </p:pic>
        <p:sp>
          <p:nvSpPr>
            <p:cNvPr id="497" name="object 497" descr=""/>
            <p:cNvSpPr/>
            <p:nvPr/>
          </p:nvSpPr>
          <p:spPr>
            <a:xfrm>
              <a:off x="10395201" y="7667462"/>
              <a:ext cx="163830" cy="271145"/>
            </a:xfrm>
            <a:custGeom>
              <a:avLst/>
              <a:gdLst/>
              <a:ahLst/>
              <a:cxnLst/>
              <a:rect l="l" t="t" r="r" b="b"/>
              <a:pathLst>
                <a:path w="163829" h="271145">
                  <a:moveTo>
                    <a:pt x="163366" y="0"/>
                  </a:moveTo>
                  <a:lnTo>
                    <a:pt x="0" y="0"/>
                  </a:lnTo>
                  <a:lnTo>
                    <a:pt x="0" y="270536"/>
                  </a:lnTo>
                  <a:lnTo>
                    <a:pt x="163366" y="270536"/>
                  </a:lnTo>
                  <a:lnTo>
                    <a:pt x="1633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8" name="object 498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0376752" y="7625285"/>
              <a:ext cx="200267" cy="340817"/>
            </a:xfrm>
            <a:prstGeom prst="rect">
              <a:avLst/>
            </a:prstGeom>
          </p:spPr>
        </p:pic>
        <p:sp>
          <p:nvSpPr>
            <p:cNvPr id="499" name="object 499" descr=""/>
            <p:cNvSpPr/>
            <p:nvPr/>
          </p:nvSpPr>
          <p:spPr>
            <a:xfrm>
              <a:off x="9712416" y="8145542"/>
              <a:ext cx="163830" cy="270510"/>
            </a:xfrm>
            <a:custGeom>
              <a:avLst/>
              <a:gdLst/>
              <a:ahLst/>
              <a:cxnLst/>
              <a:rect l="l" t="t" r="r" b="b"/>
              <a:pathLst>
                <a:path w="163829" h="270509">
                  <a:moveTo>
                    <a:pt x="163377" y="0"/>
                  </a:moveTo>
                  <a:lnTo>
                    <a:pt x="0" y="0"/>
                  </a:lnTo>
                  <a:lnTo>
                    <a:pt x="0" y="270504"/>
                  </a:lnTo>
                  <a:lnTo>
                    <a:pt x="163377" y="270504"/>
                  </a:lnTo>
                  <a:lnTo>
                    <a:pt x="1633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0" name="object 500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9693974" y="8103373"/>
              <a:ext cx="200269" cy="340809"/>
            </a:xfrm>
            <a:prstGeom prst="rect">
              <a:avLst/>
            </a:prstGeom>
          </p:spPr>
        </p:pic>
        <p:sp>
          <p:nvSpPr>
            <p:cNvPr id="501" name="object 501" descr=""/>
            <p:cNvSpPr/>
            <p:nvPr/>
          </p:nvSpPr>
          <p:spPr>
            <a:xfrm>
              <a:off x="10395201" y="8145542"/>
              <a:ext cx="163830" cy="270510"/>
            </a:xfrm>
            <a:custGeom>
              <a:avLst/>
              <a:gdLst/>
              <a:ahLst/>
              <a:cxnLst/>
              <a:rect l="l" t="t" r="r" b="b"/>
              <a:pathLst>
                <a:path w="163829" h="270509">
                  <a:moveTo>
                    <a:pt x="163366" y="0"/>
                  </a:moveTo>
                  <a:lnTo>
                    <a:pt x="0" y="0"/>
                  </a:lnTo>
                  <a:lnTo>
                    <a:pt x="0" y="270504"/>
                  </a:lnTo>
                  <a:lnTo>
                    <a:pt x="163366" y="270504"/>
                  </a:lnTo>
                  <a:lnTo>
                    <a:pt x="1633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2" name="object 502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0376752" y="8103373"/>
              <a:ext cx="200267" cy="340809"/>
            </a:xfrm>
            <a:prstGeom prst="rect">
              <a:avLst/>
            </a:prstGeom>
          </p:spPr>
        </p:pic>
        <p:sp>
          <p:nvSpPr>
            <p:cNvPr id="503" name="object 503" descr=""/>
            <p:cNvSpPr/>
            <p:nvPr/>
          </p:nvSpPr>
          <p:spPr>
            <a:xfrm>
              <a:off x="9557740" y="8518484"/>
              <a:ext cx="1156335" cy="127000"/>
            </a:xfrm>
            <a:custGeom>
              <a:avLst/>
              <a:gdLst/>
              <a:ahLst/>
              <a:cxnLst/>
              <a:rect l="l" t="t" r="r" b="b"/>
              <a:pathLst>
                <a:path w="1156334" h="127000">
                  <a:moveTo>
                    <a:pt x="1156226" y="0"/>
                  </a:moveTo>
                  <a:lnTo>
                    <a:pt x="0" y="0"/>
                  </a:lnTo>
                  <a:lnTo>
                    <a:pt x="0" y="126697"/>
                  </a:lnTo>
                  <a:lnTo>
                    <a:pt x="1156226" y="126697"/>
                  </a:lnTo>
                  <a:lnTo>
                    <a:pt x="1156226" y="0"/>
                  </a:lnTo>
                  <a:close/>
                </a:path>
              </a:pathLst>
            </a:custGeom>
            <a:solidFill>
              <a:srgbClr val="CDEB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4" name="object 504" descr=""/>
            <p:cNvSpPr/>
            <p:nvPr/>
          </p:nvSpPr>
          <p:spPr>
            <a:xfrm>
              <a:off x="9542809" y="8024897"/>
              <a:ext cx="1186180" cy="33655"/>
            </a:xfrm>
            <a:custGeom>
              <a:avLst/>
              <a:gdLst/>
              <a:ahLst/>
              <a:cxnLst/>
              <a:rect l="l" t="t" r="r" b="b"/>
              <a:pathLst>
                <a:path w="1186179" h="33654">
                  <a:moveTo>
                    <a:pt x="1186110" y="0"/>
                  </a:moveTo>
                  <a:lnTo>
                    <a:pt x="0" y="0"/>
                  </a:lnTo>
                  <a:lnTo>
                    <a:pt x="0" y="33276"/>
                  </a:lnTo>
                  <a:lnTo>
                    <a:pt x="1186110" y="33276"/>
                  </a:lnTo>
                  <a:lnTo>
                    <a:pt x="1186110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5" name="object 505" descr=""/>
            <p:cNvSpPr/>
            <p:nvPr/>
          </p:nvSpPr>
          <p:spPr>
            <a:xfrm>
              <a:off x="9573070" y="8058181"/>
              <a:ext cx="1125855" cy="460375"/>
            </a:xfrm>
            <a:custGeom>
              <a:avLst/>
              <a:gdLst/>
              <a:ahLst/>
              <a:cxnLst/>
              <a:rect l="l" t="t" r="r" b="b"/>
              <a:pathLst>
                <a:path w="1125854" h="460375">
                  <a:moveTo>
                    <a:pt x="57480" y="0"/>
                  </a:moveTo>
                  <a:lnTo>
                    <a:pt x="0" y="0"/>
                  </a:lnTo>
                  <a:lnTo>
                    <a:pt x="0" y="460298"/>
                  </a:lnTo>
                  <a:lnTo>
                    <a:pt x="57480" y="460298"/>
                  </a:lnTo>
                  <a:lnTo>
                    <a:pt x="57480" y="0"/>
                  </a:lnTo>
                  <a:close/>
                </a:path>
                <a:path w="1125854" h="460375">
                  <a:moveTo>
                    <a:pt x="737908" y="0"/>
                  </a:moveTo>
                  <a:lnTo>
                    <a:pt x="680415" y="0"/>
                  </a:lnTo>
                  <a:lnTo>
                    <a:pt x="387642" y="0"/>
                  </a:lnTo>
                  <a:lnTo>
                    <a:pt x="387642" y="460298"/>
                  </a:lnTo>
                  <a:lnTo>
                    <a:pt x="445135" y="460298"/>
                  </a:lnTo>
                  <a:lnTo>
                    <a:pt x="445135" y="191795"/>
                  </a:lnTo>
                  <a:lnTo>
                    <a:pt x="454418" y="146113"/>
                  </a:lnTo>
                  <a:lnTo>
                    <a:pt x="479691" y="108699"/>
                  </a:lnTo>
                  <a:lnTo>
                    <a:pt x="517093" y="83413"/>
                  </a:lnTo>
                  <a:lnTo>
                    <a:pt x="562800" y="74129"/>
                  </a:lnTo>
                  <a:lnTo>
                    <a:pt x="608469" y="83413"/>
                  </a:lnTo>
                  <a:lnTo>
                    <a:pt x="645871" y="108699"/>
                  </a:lnTo>
                  <a:lnTo>
                    <a:pt x="671131" y="146113"/>
                  </a:lnTo>
                  <a:lnTo>
                    <a:pt x="680415" y="191795"/>
                  </a:lnTo>
                  <a:lnTo>
                    <a:pt x="680415" y="460298"/>
                  </a:lnTo>
                  <a:lnTo>
                    <a:pt x="737908" y="460298"/>
                  </a:lnTo>
                  <a:lnTo>
                    <a:pt x="737908" y="0"/>
                  </a:lnTo>
                  <a:close/>
                </a:path>
                <a:path w="1125854" h="460375">
                  <a:moveTo>
                    <a:pt x="1125562" y="0"/>
                  </a:moveTo>
                  <a:lnTo>
                    <a:pt x="1068095" y="0"/>
                  </a:lnTo>
                  <a:lnTo>
                    <a:pt x="1068095" y="460298"/>
                  </a:lnTo>
                  <a:lnTo>
                    <a:pt x="1125562" y="460298"/>
                  </a:lnTo>
                  <a:lnTo>
                    <a:pt x="1125562" y="0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6" name="object 506" descr=""/>
            <p:cNvSpPr/>
            <p:nvPr/>
          </p:nvSpPr>
          <p:spPr>
            <a:xfrm>
              <a:off x="10018207" y="8132308"/>
              <a:ext cx="235585" cy="386715"/>
            </a:xfrm>
            <a:custGeom>
              <a:avLst/>
              <a:gdLst/>
              <a:ahLst/>
              <a:cxnLst/>
              <a:rect l="l" t="t" r="r" b="b"/>
              <a:pathLst>
                <a:path w="235584" h="386715">
                  <a:moveTo>
                    <a:pt x="117661" y="0"/>
                  </a:moveTo>
                  <a:lnTo>
                    <a:pt x="71963" y="9284"/>
                  </a:lnTo>
                  <a:lnTo>
                    <a:pt x="34552" y="34564"/>
                  </a:lnTo>
                  <a:lnTo>
                    <a:pt x="9280" y="71977"/>
                  </a:lnTo>
                  <a:lnTo>
                    <a:pt x="0" y="117661"/>
                  </a:lnTo>
                  <a:lnTo>
                    <a:pt x="0" y="386166"/>
                  </a:lnTo>
                  <a:lnTo>
                    <a:pt x="235280" y="386166"/>
                  </a:lnTo>
                  <a:lnTo>
                    <a:pt x="235280" y="117661"/>
                  </a:lnTo>
                  <a:lnTo>
                    <a:pt x="226002" y="71977"/>
                  </a:lnTo>
                  <a:lnTo>
                    <a:pt x="200737" y="34564"/>
                  </a:lnTo>
                  <a:lnTo>
                    <a:pt x="163338" y="9284"/>
                  </a:lnTo>
                  <a:lnTo>
                    <a:pt x="117661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7" name="object 507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0045600" y="8156769"/>
              <a:ext cx="181617" cy="339233"/>
            </a:xfrm>
            <a:prstGeom prst="rect">
              <a:avLst/>
            </a:prstGeom>
          </p:spPr>
        </p:pic>
        <p:sp>
          <p:nvSpPr>
            <p:cNvPr id="508" name="object 508" descr=""/>
            <p:cNvSpPr/>
            <p:nvPr/>
          </p:nvSpPr>
          <p:spPr>
            <a:xfrm>
              <a:off x="9960712" y="8518484"/>
              <a:ext cx="350520" cy="63500"/>
            </a:xfrm>
            <a:custGeom>
              <a:avLst/>
              <a:gdLst/>
              <a:ahLst/>
              <a:cxnLst/>
              <a:rect l="l" t="t" r="r" b="b"/>
              <a:pathLst>
                <a:path w="350520" h="63500">
                  <a:moveTo>
                    <a:pt x="350292" y="0"/>
                  </a:moveTo>
                  <a:lnTo>
                    <a:pt x="0" y="0"/>
                  </a:lnTo>
                  <a:lnTo>
                    <a:pt x="0" y="63348"/>
                  </a:lnTo>
                  <a:lnTo>
                    <a:pt x="350292" y="63348"/>
                  </a:lnTo>
                  <a:lnTo>
                    <a:pt x="350292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9" name="object 509" descr=""/>
            <p:cNvSpPr/>
            <p:nvPr/>
          </p:nvSpPr>
          <p:spPr>
            <a:xfrm>
              <a:off x="9933697" y="8581833"/>
              <a:ext cx="404495" cy="63500"/>
            </a:xfrm>
            <a:custGeom>
              <a:avLst/>
              <a:gdLst/>
              <a:ahLst/>
              <a:cxnLst/>
              <a:rect l="l" t="t" r="r" b="b"/>
              <a:pathLst>
                <a:path w="404495" h="63500">
                  <a:moveTo>
                    <a:pt x="404301" y="0"/>
                  </a:moveTo>
                  <a:lnTo>
                    <a:pt x="0" y="0"/>
                  </a:lnTo>
                  <a:lnTo>
                    <a:pt x="0" y="63348"/>
                  </a:lnTo>
                  <a:lnTo>
                    <a:pt x="404301" y="63348"/>
                  </a:lnTo>
                  <a:lnTo>
                    <a:pt x="404301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10" name="object 510" descr=""/>
          <p:cNvGrpSpPr/>
          <p:nvPr/>
        </p:nvGrpSpPr>
        <p:grpSpPr>
          <a:xfrm>
            <a:off x="16556505" y="6281651"/>
            <a:ext cx="2273935" cy="2364105"/>
            <a:chOff x="16556505" y="6281651"/>
            <a:chExt cx="2273935" cy="2364105"/>
          </a:xfrm>
        </p:grpSpPr>
        <p:sp>
          <p:nvSpPr>
            <p:cNvPr id="511" name="object 511" descr=""/>
            <p:cNvSpPr/>
            <p:nvPr/>
          </p:nvSpPr>
          <p:spPr>
            <a:xfrm>
              <a:off x="17384152" y="6408032"/>
              <a:ext cx="618490" cy="449580"/>
            </a:xfrm>
            <a:custGeom>
              <a:avLst/>
              <a:gdLst/>
              <a:ahLst/>
              <a:cxnLst/>
              <a:rect l="l" t="t" r="r" b="b"/>
              <a:pathLst>
                <a:path w="618490" h="449579">
                  <a:moveTo>
                    <a:pt x="309100" y="0"/>
                  </a:moveTo>
                  <a:lnTo>
                    <a:pt x="0" y="449043"/>
                  </a:lnTo>
                  <a:lnTo>
                    <a:pt x="618201" y="449043"/>
                  </a:lnTo>
                  <a:lnTo>
                    <a:pt x="309100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2" name="object 512" descr=""/>
            <p:cNvSpPr/>
            <p:nvPr/>
          </p:nvSpPr>
          <p:spPr>
            <a:xfrm>
              <a:off x="17384141" y="6857079"/>
              <a:ext cx="618490" cy="30480"/>
            </a:xfrm>
            <a:custGeom>
              <a:avLst/>
              <a:gdLst/>
              <a:ahLst/>
              <a:cxnLst/>
              <a:rect l="l" t="t" r="r" b="b"/>
              <a:pathLst>
                <a:path w="618490" h="30479">
                  <a:moveTo>
                    <a:pt x="48158" y="0"/>
                  </a:moveTo>
                  <a:lnTo>
                    <a:pt x="0" y="0"/>
                  </a:lnTo>
                  <a:lnTo>
                    <a:pt x="0" y="30238"/>
                  </a:lnTo>
                  <a:lnTo>
                    <a:pt x="48158" y="30238"/>
                  </a:lnTo>
                  <a:lnTo>
                    <a:pt x="48158" y="0"/>
                  </a:lnTo>
                  <a:close/>
                </a:path>
                <a:path w="618490" h="30479">
                  <a:moveTo>
                    <a:pt x="618210" y="0"/>
                  </a:moveTo>
                  <a:lnTo>
                    <a:pt x="570052" y="0"/>
                  </a:lnTo>
                  <a:lnTo>
                    <a:pt x="570052" y="30238"/>
                  </a:lnTo>
                  <a:lnTo>
                    <a:pt x="618210" y="30238"/>
                  </a:lnTo>
                  <a:lnTo>
                    <a:pt x="618210" y="0"/>
                  </a:lnTo>
                  <a:close/>
                </a:path>
              </a:pathLst>
            </a:custGeom>
            <a:solidFill>
              <a:srgbClr val="0A1F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3" name="object 513" descr=""/>
            <p:cNvSpPr/>
            <p:nvPr/>
          </p:nvSpPr>
          <p:spPr>
            <a:xfrm>
              <a:off x="17661217" y="6281654"/>
              <a:ext cx="64135" cy="127000"/>
            </a:xfrm>
            <a:custGeom>
              <a:avLst/>
              <a:gdLst/>
              <a:ahLst/>
              <a:cxnLst/>
              <a:rect l="l" t="t" r="r" b="b"/>
              <a:pathLst>
                <a:path w="64134" h="127000">
                  <a:moveTo>
                    <a:pt x="64058" y="27368"/>
                  </a:moveTo>
                  <a:lnTo>
                    <a:pt x="37985" y="27368"/>
                  </a:lnTo>
                  <a:lnTo>
                    <a:pt x="37985" y="0"/>
                  </a:lnTo>
                  <a:lnTo>
                    <a:pt x="26035" y="0"/>
                  </a:lnTo>
                  <a:lnTo>
                    <a:pt x="26035" y="27368"/>
                  </a:lnTo>
                  <a:lnTo>
                    <a:pt x="0" y="27368"/>
                  </a:lnTo>
                  <a:lnTo>
                    <a:pt x="0" y="39306"/>
                  </a:lnTo>
                  <a:lnTo>
                    <a:pt x="26035" y="39306"/>
                  </a:lnTo>
                  <a:lnTo>
                    <a:pt x="26035" y="126390"/>
                  </a:lnTo>
                  <a:lnTo>
                    <a:pt x="37985" y="126390"/>
                  </a:lnTo>
                  <a:lnTo>
                    <a:pt x="37985" y="39306"/>
                  </a:lnTo>
                  <a:lnTo>
                    <a:pt x="64058" y="39306"/>
                  </a:lnTo>
                  <a:lnTo>
                    <a:pt x="64058" y="27368"/>
                  </a:lnTo>
                  <a:close/>
                </a:path>
              </a:pathLst>
            </a:custGeom>
            <a:solidFill>
              <a:srgbClr val="D0D0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4" name="object 514" descr=""/>
            <p:cNvSpPr/>
            <p:nvPr/>
          </p:nvSpPr>
          <p:spPr>
            <a:xfrm>
              <a:off x="17432306" y="6857079"/>
              <a:ext cx="521970" cy="579755"/>
            </a:xfrm>
            <a:custGeom>
              <a:avLst/>
              <a:gdLst/>
              <a:ahLst/>
              <a:cxnLst/>
              <a:rect l="l" t="t" r="r" b="b"/>
              <a:pathLst>
                <a:path w="521969" h="579754">
                  <a:moveTo>
                    <a:pt x="521889" y="0"/>
                  </a:moveTo>
                  <a:lnTo>
                    <a:pt x="0" y="0"/>
                  </a:lnTo>
                  <a:lnTo>
                    <a:pt x="0" y="579573"/>
                  </a:lnTo>
                  <a:lnTo>
                    <a:pt x="521889" y="579573"/>
                  </a:lnTo>
                  <a:lnTo>
                    <a:pt x="521889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5" name="object 515" descr=""/>
            <p:cNvSpPr/>
            <p:nvPr/>
          </p:nvSpPr>
          <p:spPr>
            <a:xfrm>
              <a:off x="17183920" y="7327956"/>
              <a:ext cx="1019175" cy="252095"/>
            </a:xfrm>
            <a:custGeom>
              <a:avLst/>
              <a:gdLst/>
              <a:ahLst/>
              <a:cxnLst/>
              <a:rect l="l" t="t" r="r" b="b"/>
              <a:pathLst>
                <a:path w="1019175" h="252095">
                  <a:moveTo>
                    <a:pt x="955154" y="0"/>
                  </a:moveTo>
                  <a:lnTo>
                    <a:pt x="63505" y="0"/>
                  </a:lnTo>
                  <a:lnTo>
                    <a:pt x="0" y="251594"/>
                  </a:lnTo>
                  <a:lnTo>
                    <a:pt x="63505" y="251594"/>
                  </a:lnTo>
                  <a:lnTo>
                    <a:pt x="1018660" y="251594"/>
                  </a:lnTo>
                  <a:lnTo>
                    <a:pt x="955154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6" name="object 516" descr=""/>
            <p:cNvSpPr/>
            <p:nvPr/>
          </p:nvSpPr>
          <p:spPr>
            <a:xfrm>
              <a:off x="16975151" y="7255501"/>
              <a:ext cx="1421130" cy="1390015"/>
            </a:xfrm>
            <a:custGeom>
              <a:avLst/>
              <a:gdLst/>
              <a:ahLst/>
              <a:cxnLst/>
              <a:rect l="l" t="t" r="r" b="b"/>
              <a:pathLst>
                <a:path w="1421130" h="1390015">
                  <a:moveTo>
                    <a:pt x="718103" y="0"/>
                  </a:moveTo>
                  <a:lnTo>
                    <a:pt x="410793" y="160571"/>
                  </a:lnTo>
                  <a:lnTo>
                    <a:pt x="410793" y="260756"/>
                  </a:lnTo>
                  <a:lnTo>
                    <a:pt x="0" y="360900"/>
                  </a:lnTo>
                  <a:lnTo>
                    <a:pt x="0" y="1389674"/>
                  </a:lnTo>
                  <a:lnTo>
                    <a:pt x="1420291" y="1389674"/>
                  </a:lnTo>
                  <a:lnTo>
                    <a:pt x="1421035" y="357172"/>
                  </a:lnTo>
                  <a:lnTo>
                    <a:pt x="1025403" y="260756"/>
                  </a:lnTo>
                  <a:lnTo>
                    <a:pt x="1025403" y="160571"/>
                  </a:lnTo>
                  <a:lnTo>
                    <a:pt x="718103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7" name="object 517" descr=""/>
            <p:cNvSpPr/>
            <p:nvPr/>
          </p:nvSpPr>
          <p:spPr>
            <a:xfrm>
              <a:off x="16606647" y="8246598"/>
              <a:ext cx="2173605" cy="314325"/>
            </a:xfrm>
            <a:custGeom>
              <a:avLst/>
              <a:gdLst/>
              <a:ahLst/>
              <a:cxnLst/>
              <a:rect l="l" t="t" r="r" b="b"/>
              <a:pathLst>
                <a:path w="2173605" h="314325">
                  <a:moveTo>
                    <a:pt x="891997" y="0"/>
                  </a:moveTo>
                  <a:lnTo>
                    <a:pt x="0" y="0"/>
                  </a:lnTo>
                  <a:lnTo>
                    <a:pt x="0" y="313702"/>
                  </a:lnTo>
                  <a:lnTo>
                    <a:pt x="891997" y="313702"/>
                  </a:lnTo>
                  <a:lnTo>
                    <a:pt x="891997" y="0"/>
                  </a:lnTo>
                  <a:close/>
                </a:path>
                <a:path w="2173605" h="314325">
                  <a:moveTo>
                    <a:pt x="2173160" y="0"/>
                  </a:moveTo>
                  <a:lnTo>
                    <a:pt x="1281201" y="0"/>
                  </a:lnTo>
                  <a:lnTo>
                    <a:pt x="1281201" y="313702"/>
                  </a:lnTo>
                  <a:lnTo>
                    <a:pt x="2173160" y="313702"/>
                  </a:lnTo>
                  <a:lnTo>
                    <a:pt x="217316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8" name="object 518" descr=""/>
            <p:cNvSpPr/>
            <p:nvPr/>
          </p:nvSpPr>
          <p:spPr>
            <a:xfrm>
              <a:off x="16584635" y="8560294"/>
              <a:ext cx="2217420" cy="85090"/>
            </a:xfrm>
            <a:custGeom>
              <a:avLst/>
              <a:gdLst/>
              <a:ahLst/>
              <a:cxnLst/>
              <a:rect l="l" t="t" r="r" b="b"/>
              <a:pathLst>
                <a:path w="2217419" h="85090">
                  <a:moveTo>
                    <a:pt x="2217209" y="0"/>
                  </a:moveTo>
                  <a:lnTo>
                    <a:pt x="0" y="0"/>
                  </a:lnTo>
                  <a:lnTo>
                    <a:pt x="0" y="84887"/>
                  </a:lnTo>
                  <a:lnTo>
                    <a:pt x="2217209" y="84887"/>
                  </a:lnTo>
                  <a:lnTo>
                    <a:pt x="2217209" y="0"/>
                  </a:lnTo>
                  <a:close/>
                </a:path>
              </a:pathLst>
            </a:custGeom>
            <a:solidFill>
              <a:srgbClr val="D0D0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9" name="object 519" descr=""/>
            <p:cNvSpPr/>
            <p:nvPr/>
          </p:nvSpPr>
          <p:spPr>
            <a:xfrm>
              <a:off x="16925277" y="7483493"/>
              <a:ext cx="1518285" cy="146050"/>
            </a:xfrm>
            <a:custGeom>
              <a:avLst/>
              <a:gdLst/>
              <a:ahLst/>
              <a:cxnLst/>
              <a:rect l="l" t="t" r="r" b="b"/>
              <a:pathLst>
                <a:path w="1518284" h="146050">
                  <a:moveTo>
                    <a:pt x="460667" y="0"/>
                  </a:moveTo>
                  <a:lnTo>
                    <a:pt x="0" y="117335"/>
                  </a:lnTo>
                  <a:lnTo>
                    <a:pt x="0" y="145592"/>
                  </a:lnTo>
                  <a:lnTo>
                    <a:pt x="460667" y="33159"/>
                  </a:lnTo>
                  <a:lnTo>
                    <a:pt x="460667" y="0"/>
                  </a:lnTo>
                  <a:close/>
                </a:path>
                <a:path w="1518284" h="146050">
                  <a:moveTo>
                    <a:pt x="1518246" y="113017"/>
                  </a:moveTo>
                  <a:lnTo>
                    <a:pt x="1075270" y="1511"/>
                  </a:lnTo>
                  <a:lnTo>
                    <a:pt x="1075270" y="33159"/>
                  </a:lnTo>
                  <a:lnTo>
                    <a:pt x="1518246" y="141287"/>
                  </a:lnTo>
                  <a:lnTo>
                    <a:pt x="1518246" y="113017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0" name="object 520" descr=""/>
            <p:cNvSpPr/>
            <p:nvPr/>
          </p:nvSpPr>
          <p:spPr>
            <a:xfrm>
              <a:off x="17595931" y="7342419"/>
              <a:ext cx="194945" cy="344805"/>
            </a:xfrm>
            <a:custGeom>
              <a:avLst/>
              <a:gdLst/>
              <a:ahLst/>
              <a:cxnLst/>
              <a:rect l="l" t="t" r="r" b="b"/>
              <a:pathLst>
                <a:path w="194944" h="344804">
                  <a:moveTo>
                    <a:pt x="97316" y="0"/>
                  </a:moveTo>
                  <a:lnTo>
                    <a:pt x="87285" y="2023"/>
                  </a:lnTo>
                  <a:lnTo>
                    <a:pt x="79090" y="7542"/>
                  </a:lnTo>
                  <a:lnTo>
                    <a:pt x="73564" y="15730"/>
                  </a:lnTo>
                  <a:lnTo>
                    <a:pt x="71537" y="25758"/>
                  </a:lnTo>
                  <a:lnTo>
                    <a:pt x="71537" y="34030"/>
                  </a:lnTo>
                  <a:lnTo>
                    <a:pt x="75432" y="41401"/>
                  </a:lnTo>
                  <a:lnTo>
                    <a:pt x="81484" y="46103"/>
                  </a:lnTo>
                  <a:lnTo>
                    <a:pt x="81484" y="99127"/>
                  </a:lnTo>
                  <a:lnTo>
                    <a:pt x="46103" y="99127"/>
                  </a:lnTo>
                  <a:lnTo>
                    <a:pt x="41401" y="93075"/>
                  </a:lnTo>
                  <a:lnTo>
                    <a:pt x="34030" y="89180"/>
                  </a:lnTo>
                  <a:lnTo>
                    <a:pt x="25758" y="89180"/>
                  </a:lnTo>
                  <a:lnTo>
                    <a:pt x="15730" y="91204"/>
                  </a:lnTo>
                  <a:lnTo>
                    <a:pt x="7542" y="96722"/>
                  </a:lnTo>
                  <a:lnTo>
                    <a:pt x="2023" y="104906"/>
                  </a:lnTo>
                  <a:lnTo>
                    <a:pt x="0" y="114928"/>
                  </a:lnTo>
                  <a:lnTo>
                    <a:pt x="2023" y="124961"/>
                  </a:lnTo>
                  <a:lnTo>
                    <a:pt x="7542" y="133159"/>
                  </a:lnTo>
                  <a:lnTo>
                    <a:pt x="15730" y="138689"/>
                  </a:lnTo>
                  <a:lnTo>
                    <a:pt x="25758" y="140718"/>
                  </a:lnTo>
                  <a:lnTo>
                    <a:pt x="34030" y="140718"/>
                  </a:lnTo>
                  <a:lnTo>
                    <a:pt x="41401" y="136812"/>
                  </a:lnTo>
                  <a:lnTo>
                    <a:pt x="46103" y="130781"/>
                  </a:lnTo>
                  <a:lnTo>
                    <a:pt x="81484" y="130781"/>
                  </a:lnTo>
                  <a:lnTo>
                    <a:pt x="81484" y="298378"/>
                  </a:lnTo>
                  <a:lnTo>
                    <a:pt x="75432" y="303121"/>
                  </a:lnTo>
                  <a:lnTo>
                    <a:pt x="71537" y="310451"/>
                  </a:lnTo>
                  <a:lnTo>
                    <a:pt x="71537" y="318723"/>
                  </a:lnTo>
                  <a:lnTo>
                    <a:pt x="73564" y="328773"/>
                  </a:lnTo>
                  <a:lnTo>
                    <a:pt x="79090" y="336970"/>
                  </a:lnTo>
                  <a:lnTo>
                    <a:pt x="87285" y="342490"/>
                  </a:lnTo>
                  <a:lnTo>
                    <a:pt x="97316" y="344513"/>
                  </a:lnTo>
                  <a:lnTo>
                    <a:pt x="107347" y="342490"/>
                  </a:lnTo>
                  <a:lnTo>
                    <a:pt x="115542" y="336970"/>
                  </a:lnTo>
                  <a:lnTo>
                    <a:pt x="121068" y="328773"/>
                  </a:lnTo>
                  <a:lnTo>
                    <a:pt x="123095" y="318723"/>
                  </a:lnTo>
                  <a:lnTo>
                    <a:pt x="123095" y="310451"/>
                  </a:lnTo>
                  <a:lnTo>
                    <a:pt x="119200" y="303121"/>
                  </a:lnTo>
                  <a:lnTo>
                    <a:pt x="113127" y="298378"/>
                  </a:lnTo>
                  <a:lnTo>
                    <a:pt x="113127" y="130781"/>
                  </a:lnTo>
                  <a:lnTo>
                    <a:pt x="148529" y="130781"/>
                  </a:lnTo>
                  <a:lnTo>
                    <a:pt x="153230" y="136812"/>
                  </a:lnTo>
                  <a:lnTo>
                    <a:pt x="160602" y="140718"/>
                  </a:lnTo>
                  <a:lnTo>
                    <a:pt x="168884" y="140718"/>
                  </a:lnTo>
                  <a:lnTo>
                    <a:pt x="178906" y="138689"/>
                  </a:lnTo>
                  <a:lnTo>
                    <a:pt x="187091" y="133159"/>
                  </a:lnTo>
                  <a:lnTo>
                    <a:pt x="192609" y="124961"/>
                  </a:lnTo>
                  <a:lnTo>
                    <a:pt x="194632" y="114928"/>
                  </a:lnTo>
                  <a:lnTo>
                    <a:pt x="192609" y="104906"/>
                  </a:lnTo>
                  <a:lnTo>
                    <a:pt x="187091" y="96722"/>
                  </a:lnTo>
                  <a:lnTo>
                    <a:pt x="178906" y="91204"/>
                  </a:lnTo>
                  <a:lnTo>
                    <a:pt x="168884" y="89180"/>
                  </a:lnTo>
                  <a:lnTo>
                    <a:pt x="160602" y="89180"/>
                  </a:lnTo>
                  <a:lnTo>
                    <a:pt x="153230" y="93075"/>
                  </a:lnTo>
                  <a:lnTo>
                    <a:pt x="148529" y="99127"/>
                  </a:lnTo>
                  <a:lnTo>
                    <a:pt x="113127" y="99127"/>
                  </a:lnTo>
                  <a:lnTo>
                    <a:pt x="113127" y="46103"/>
                  </a:lnTo>
                  <a:lnTo>
                    <a:pt x="119200" y="41401"/>
                  </a:lnTo>
                  <a:lnTo>
                    <a:pt x="123095" y="34030"/>
                  </a:lnTo>
                  <a:lnTo>
                    <a:pt x="123095" y="25758"/>
                  </a:lnTo>
                  <a:lnTo>
                    <a:pt x="121068" y="15730"/>
                  </a:lnTo>
                  <a:lnTo>
                    <a:pt x="115542" y="7542"/>
                  </a:lnTo>
                  <a:lnTo>
                    <a:pt x="107347" y="2023"/>
                  </a:lnTo>
                  <a:lnTo>
                    <a:pt x="973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1" name="object 521" descr=""/>
            <p:cNvSpPr/>
            <p:nvPr/>
          </p:nvSpPr>
          <p:spPr>
            <a:xfrm>
              <a:off x="17432299" y="6887305"/>
              <a:ext cx="521970" cy="440690"/>
            </a:xfrm>
            <a:custGeom>
              <a:avLst/>
              <a:gdLst/>
              <a:ahLst/>
              <a:cxnLst/>
              <a:rect l="l" t="t" r="r" b="b"/>
              <a:pathLst>
                <a:path w="521969" h="440690">
                  <a:moveTo>
                    <a:pt x="29070" y="12"/>
                  </a:moveTo>
                  <a:lnTo>
                    <a:pt x="0" y="12"/>
                  </a:lnTo>
                  <a:lnTo>
                    <a:pt x="0" y="440664"/>
                  </a:lnTo>
                  <a:lnTo>
                    <a:pt x="29070" y="440664"/>
                  </a:lnTo>
                  <a:lnTo>
                    <a:pt x="29070" y="12"/>
                  </a:lnTo>
                  <a:close/>
                </a:path>
                <a:path w="521969" h="440690">
                  <a:moveTo>
                    <a:pt x="403974" y="12"/>
                  </a:moveTo>
                  <a:lnTo>
                    <a:pt x="374929" y="12"/>
                  </a:lnTo>
                  <a:lnTo>
                    <a:pt x="374929" y="110324"/>
                  </a:lnTo>
                  <a:lnTo>
                    <a:pt x="350812" y="74599"/>
                  </a:lnTo>
                  <a:lnTo>
                    <a:pt x="310375" y="47294"/>
                  </a:lnTo>
                  <a:lnTo>
                    <a:pt x="275463" y="40220"/>
                  </a:lnTo>
                  <a:lnTo>
                    <a:pt x="275463" y="0"/>
                  </a:lnTo>
                  <a:lnTo>
                    <a:pt x="246418" y="0"/>
                  </a:lnTo>
                  <a:lnTo>
                    <a:pt x="246418" y="40220"/>
                  </a:lnTo>
                  <a:lnTo>
                    <a:pt x="211518" y="47294"/>
                  </a:lnTo>
                  <a:lnTo>
                    <a:pt x="171081" y="74599"/>
                  </a:lnTo>
                  <a:lnTo>
                    <a:pt x="145757" y="112102"/>
                  </a:lnTo>
                  <a:lnTo>
                    <a:pt x="145757" y="12"/>
                  </a:lnTo>
                  <a:lnTo>
                    <a:pt x="116700" y="12"/>
                  </a:lnTo>
                  <a:lnTo>
                    <a:pt x="116700" y="421157"/>
                  </a:lnTo>
                  <a:lnTo>
                    <a:pt x="145757" y="421157"/>
                  </a:lnTo>
                  <a:lnTo>
                    <a:pt x="145757" y="216814"/>
                  </a:lnTo>
                  <a:lnTo>
                    <a:pt x="171081" y="254304"/>
                  </a:lnTo>
                  <a:lnTo>
                    <a:pt x="211518" y="281609"/>
                  </a:lnTo>
                  <a:lnTo>
                    <a:pt x="246418" y="288696"/>
                  </a:lnTo>
                  <a:lnTo>
                    <a:pt x="246418" y="371221"/>
                  </a:lnTo>
                  <a:lnTo>
                    <a:pt x="275463" y="371221"/>
                  </a:lnTo>
                  <a:lnTo>
                    <a:pt x="275463" y="288696"/>
                  </a:lnTo>
                  <a:lnTo>
                    <a:pt x="310375" y="281609"/>
                  </a:lnTo>
                  <a:lnTo>
                    <a:pt x="350812" y="254304"/>
                  </a:lnTo>
                  <a:lnTo>
                    <a:pt x="374929" y="218605"/>
                  </a:lnTo>
                  <a:lnTo>
                    <a:pt x="374929" y="421157"/>
                  </a:lnTo>
                  <a:lnTo>
                    <a:pt x="403974" y="421157"/>
                  </a:lnTo>
                  <a:lnTo>
                    <a:pt x="403974" y="12"/>
                  </a:lnTo>
                  <a:close/>
                </a:path>
                <a:path w="521969" h="440690">
                  <a:moveTo>
                    <a:pt x="521893" y="12"/>
                  </a:moveTo>
                  <a:lnTo>
                    <a:pt x="492823" y="12"/>
                  </a:lnTo>
                  <a:lnTo>
                    <a:pt x="492823" y="440664"/>
                  </a:lnTo>
                  <a:lnTo>
                    <a:pt x="521893" y="440664"/>
                  </a:lnTo>
                  <a:lnTo>
                    <a:pt x="521893" y="12"/>
                  </a:lnTo>
                  <a:close/>
                </a:path>
              </a:pathLst>
            </a:custGeom>
            <a:solidFill>
              <a:srgbClr val="0A1F4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2" name="object 522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7580638" y="6939165"/>
              <a:ext cx="225218" cy="237265"/>
            </a:xfrm>
            <a:prstGeom prst="rect">
              <a:avLst/>
            </a:prstGeom>
          </p:spPr>
        </p:pic>
        <p:sp>
          <p:nvSpPr>
            <p:cNvPr id="523" name="object 523" descr=""/>
            <p:cNvSpPr/>
            <p:nvPr/>
          </p:nvSpPr>
          <p:spPr>
            <a:xfrm>
              <a:off x="17357682" y="7225794"/>
              <a:ext cx="671195" cy="207645"/>
            </a:xfrm>
            <a:custGeom>
              <a:avLst/>
              <a:gdLst/>
              <a:ahLst/>
              <a:cxnLst/>
              <a:rect l="l" t="t" r="r" b="b"/>
              <a:pathLst>
                <a:path w="671194" h="207645">
                  <a:moveTo>
                    <a:pt x="335570" y="0"/>
                  </a:moveTo>
                  <a:lnTo>
                    <a:pt x="0" y="177565"/>
                  </a:lnTo>
                  <a:lnTo>
                    <a:pt x="0" y="207501"/>
                  </a:lnTo>
                  <a:lnTo>
                    <a:pt x="335570" y="32731"/>
                  </a:lnTo>
                  <a:lnTo>
                    <a:pt x="671131" y="207501"/>
                  </a:lnTo>
                  <a:lnTo>
                    <a:pt x="671131" y="177565"/>
                  </a:lnTo>
                  <a:lnTo>
                    <a:pt x="335570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4" name="object 524" descr=""/>
            <p:cNvSpPr/>
            <p:nvPr/>
          </p:nvSpPr>
          <p:spPr>
            <a:xfrm>
              <a:off x="17554726" y="7890453"/>
              <a:ext cx="277495" cy="465455"/>
            </a:xfrm>
            <a:custGeom>
              <a:avLst/>
              <a:gdLst/>
              <a:ahLst/>
              <a:cxnLst/>
              <a:rect l="l" t="t" r="r" b="b"/>
              <a:pathLst>
                <a:path w="277494" h="465454">
                  <a:moveTo>
                    <a:pt x="138529" y="0"/>
                  </a:moveTo>
                  <a:lnTo>
                    <a:pt x="94859" y="7090"/>
                  </a:lnTo>
                  <a:lnTo>
                    <a:pt x="56845" y="26811"/>
                  </a:lnTo>
                  <a:lnTo>
                    <a:pt x="26814" y="56839"/>
                  </a:lnTo>
                  <a:lnTo>
                    <a:pt x="7091" y="94849"/>
                  </a:lnTo>
                  <a:lnTo>
                    <a:pt x="0" y="138519"/>
                  </a:lnTo>
                  <a:lnTo>
                    <a:pt x="0" y="464907"/>
                  </a:lnTo>
                  <a:lnTo>
                    <a:pt x="277049" y="464907"/>
                  </a:lnTo>
                  <a:lnTo>
                    <a:pt x="277049" y="138519"/>
                  </a:lnTo>
                  <a:lnTo>
                    <a:pt x="269958" y="94849"/>
                  </a:lnTo>
                  <a:lnTo>
                    <a:pt x="250234" y="56839"/>
                  </a:lnTo>
                  <a:lnTo>
                    <a:pt x="220205" y="26811"/>
                  </a:lnTo>
                  <a:lnTo>
                    <a:pt x="182195" y="7090"/>
                  </a:lnTo>
                  <a:lnTo>
                    <a:pt x="138529" y="0"/>
                  </a:lnTo>
                  <a:close/>
                </a:path>
              </a:pathLst>
            </a:custGeom>
            <a:solidFill>
              <a:srgbClr val="D0D0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5" name="object 525" descr=""/>
            <p:cNvSpPr/>
            <p:nvPr/>
          </p:nvSpPr>
          <p:spPr>
            <a:xfrm>
              <a:off x="17491215" y="8355358"/>
              <a:ext cx="404495" cy="22860"/>
            </a:xfrm>
            <a:custGeom>
              <a:avLst/>
              <a:gdLst/>
              <a:ahLst/>
              <a:cxnLst/>
              <a:rect l="l" t="t" r="r" b="b"/>
              <a:pathLst>
                <a:path w="404494" h="22859">
                  <a:moveTo>
                    <a:pt x="404081" y="0"/>
                  </a:moveTo>
                  <a:lnTo>
                    <a:pt x="0" y="0"/>
                  </a:lnTo>
                  <a:lnTo>
                    <a:pt x="0" y="22313"/>
                  </a:lnTo>
                  <a:lnTo>
                    <a:pt x="404081" y="22313"/>
                  </a:lnTo>
                  <a:lnTo>
                    <a:pt x="404081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6" name="object 526" descr=""/>
            <p:cNvSpPr/>
            <p:nvPr/>
          </p:nvSpPr>
          <p:spPr>
            <a:xfrm>
              <a:off x="17470357" y="8377671"/>
              <a:ext cx="446405" cy="22860"/>
            </a:xfrm>
            <a:custGeom>
              <a:avLst/>
              <a:gdLst/>
              <a:ahLst/>
              <a:cxnLst/>
              <a:rect l="l" t="t" r="r" b="b"/>
              <a:pathLst>
                <a:path w="446405" h="22859">
                  <a:moveTo>
                    <a:pt x="445787" y="0"/>
                  </a:moveTo>
                  <a:lnTo>
                    <a:pt x="0" y="0"/>
                  </a:lnTo>
                  <a:lnTo>
                    <a:pt x="0" y="22313"/>
                  </a:lnTo>
                  <a:lnTo>
                    <a:pt x="445787" y="22313"/>
                  </a:lnTo>
                  <a:lnTo>
                    <a:pt x="445787" y="0"/>
                  </a:lnTo>
                  <a:close/>
                </a:path>
              </a:pathLst>
            </a:custGeom>
            <a:solidFill>
              <a:srgbClr val="D0D0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7" name="object 527" descr=""/>
            <p:cNvSpPr/>
            <p:nvPr/>
          </p:nvSpPr>
          <p:spPr>
            <a:xfrm>
              <a:off x="17449467" y="8399985"/>
              <a:ext cx="487680" cy="22860"/>
            </a:xfrm>
            <a:custGeom>
              <a:avLst/>
              <a:gdLst/>
              <a:ahLst/>
              <a:cxnLst/>
              <a:rect l="l" t="t" r="r" b="b"/>
              <a:pathLst>
                <a:path w="487680" h="22859">
                  <a:moveTo>
                    <a:pt x="487576" y="0"/>
                  </a:moveTo>
                  <a:lnTo>
                    <a:pt x="0" y="0"/>
                  </a:lnTo>
                  <a:lnTo>
                    <a:pt x="0" y="22271"/>
                  </a:lnTo>
                  <a:lnTo>
                    <a:pt x="487576" y="22271"/>
                  </a:lnTo>
                  <a:lnTo>
                    <a:pt x="487576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8" name="object 528" descr=""/>
            <p:cNvSpPr/>
            <p:nvPr/>
          </p:nvSpPr>
          <p:spPr>
            <a:xfrm>
              <a:off x="17428609" y="8422256"/>
              <a:ext cx="529590" cy="22860"/>
            </a:xfrm>
            <a:custGeom>
              <a:avLst/>
              <a:gdLst/>
              <a:ahLst/>
              <a:cxnLst/>
              <a:rect l="l" t="t" r="r" b="b"/>
              <a:pathLst>
                <a:path w="529590" h="22859">
                  <a:moveTo>
                    <a:pt x="529292" y="0"/>
                  </a:moveTo>
                  <a:lnTo>
                    <a:pt x="0" y="0"/>
                  </a:lnTo>
                  <a:lnTo>
                    <a:pt x="0" y="22282"/>
                  </a:lnTo>
                  <a:lnTo>
                    <a:pt x="529292" y="22282"/>
                  </a:lnTo>
                  <a:lnTo>
                    <a:pt x="529292" y="0"/>
                  </a:lnTo>
                  <a:close/>
                </a:path>
              </a:pathLst>
            </a:custGeom>
            <a:solidFill>
              <a:srgbClr val="D0D0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9" name="object 529" descr=""/>
            <p:cNvSpPr/>
            <p:nvPr/>
          </p:nvSpPr>
          <p:spPr>
            <a:xfrm>
              <a:off x="17407710" y="8444528"/>
              <a:ext cx="571500" cy="22860"/>
            </a:xfrm>
            <a:custGeom>
              <a:avLst/>
              <a:gdLst/>
              <a:ahLst/>
              <a:cxnLst/>
              <a:rect l="l" t="t" r="r" b="b"/>
              <a:pathLst>
                <a:path w="571500" h="22859">
                  <a:moveTo>
                    <a:pt x="571071" y="0"/>
                  </a:moveTo>
                  <a:lnTo>
                    <a:pt x="0" y="0"/>
                  </a:lnTo>
                  <a:lnTo>
                    <a:pt x="0" y="22313"/>
                  </a:lnTo>
                  <a:lnTo>
                    <a:pt x="571071" y="22313"/>
                  </a:lnTo>
                  <a:lnTo>
                    <a:pt x="571071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0" name="object 530" descr=""/>
            <p:cNvSpPr/>
            <p:nvPr/>
          </p:nvSpPr>
          <p:spPr>
            <a:xfrm>
              <a:off x="17386820" y="8466841"/>
              <a:ext cx="613410" cy="22860"/>
            </a:xfrm>
            <a:custGeom>
              <a:avLst/>
              <a:gdLst/>
              <a:ahLst/>
              <a:cxnLst/>
              <a:rect l="l" t="t" r="r" b="b"/>
              <a:pathLst>
                <a:path w="613409" h="22859">
                  <a:moveTo>
                    <a:pt x="612829" y="0"/>
                  </a:moveTo>
                  <a:lnTo>
                    <a:pt x="0" y="0"/>
                  </a:lnTo>
                  <a:lnTo>
                    <a:pt x="0" y="22282"/>
                  </a:lnTo>
                  <a:lnTo>
                    <a:pt x="612829" y="22282"/>
                  </a:lnTo>
                  <a:lnTo>
                    <a:pt x="612829" y="0"/>
                  </a:lnTo>
                  <a:close/>
                </a:path>
              </a:pathLst>
            </a:custGeom>
            <a:solidFill>
              <a:srgbClr val="D0D0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1" name="object 531" descr=""/>
            <p:cNvSpPr/>
            <p:nvPr/>
          </p:nvSpPr>
          <p:spPr>
            <a:xfrm>
              <a:off x="17365962" y="8489113"/>
              <a:ext cx="654685" cy="22860"/>
            </a:xfrm>
            <a:custGeom>
              <a:avLst/>
              <a:gdLst/>
              <a:ahLst/>
              <a:cxnLst/>
              <a:rect l="l" t="t" r="r" b="b"/>
              <a:pathLst>
                <a:path w="654684" h="22859">
                  <a:moveTo>
                    <a:pt x="654576" y="0"/>
                  </a:moveTo>
                  <a:lnTo>
                    <a:pt x="0" y="0"/>
                  </a:lnTo>
                  <a:lnTo>
                    <a:pt x="0" y="22313"/>
                  </a:lnTo>
                  <a:lnTo>
                    <a:pt x="654576" y="22313"/>
                  </a:lnTo>
                  <a:lnTo>
                    <a:pt x="654576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2" name="object 532" descr=""/>
            <p:cNvSpPr/>
            <p:nvPr/>
          </p:nvSpPr>
          <p:spPr>
            <a:xfrm>
              <a:off x="17345062" y="8511437"/>
              <a:ext cx="696595" cy="22860"/>
            </a:xfrm>
            <a:custGeom>
              <a:avLst/>
              <a:gdLst/>
              <a:ahLst/>
              <a:cxnLst/>
              <a:rect l="l" t="t" r="r" b="b"/>
              <a:pathLst>
                <a:path w="696594" h="22859">
                  <a:moveTo>
                    <a:pt x="696366" y="0"/>
                  </a:moveTo>
                  <a:lnTo>
                    <a:pt x="0" y="0"/>
                  </a:lnTo>
                  <a:lnTo>
                    <a:pt x="0" y="22271"/>
                  </a:lnTo>
                  <a:lnTo>
                    <a:pt x="696366" y="22271"/>
                  </a:lnTo>
                  <a:lnTo>
                    <a:pt x="696366" y="0"/>
                  </a:lnTo>
                  <a:close/>
                </a:path>
              </a:pathLst>
            </a:custGeom>
            <a:solidFill>
              <a:srgbClr val="D0D0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3" name="object 533" descr=""/>
            <p:cNvSpPr/>
            <p:nvPr/>
          </p:nvSpPr>
          <p:spPr>
            <a:xfrm>
              <a:off x="17324204" y="8533729"/>
              <a:ext cx="738505" cy="22860"/>
            </a:xfrm>
            <a:custGeom>
              <a:avLst/>
              <a:gdLst/>
              <a:ahLst/>
              <a:cxnLst/>
              <a:rect l="l" t="t" r="r" b="b"/>
              <a:pathLst>
                <a:path w="738505" h="22859">
                  <a:moveTo>
                    <a:pt x="738092" y="0"/>
                  </a:moveTo>
                  <a:lnTo>
                    <a:pt x="0" y="0"/>
                  </a:lnTo>
                  <a:lnTo>
                    <a:pt x="0" y="22271"/>
                  </a:lnTo>
                  <a:lnTo>
                    <a:pt x="738092" y="22271"/>
                  </a:lnTo>
                  <a:lnTo>
                    <a:pt x="738092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4" name="object 534" descr=""/>
            <p:cNvSpPr/>
            <p:nvPr/>
          </p:nvSpPr>
          <p:spPr>
            <a:xfrm>
              <a:off x="17303315" y="8556001"/>
              <a:ext cx="780415" cy="22860"/>
            </a:xfrm>
            <a:custGeom>
              <a:avLst/>
              <a:gdLst/>
              <a:ahLst/>
              <a:cxnLst/>
              <a:rect l="l" t="t" r="r" b="b"/>
              <a:pathLst>
                <a:path w="780415" h="22859">
                  <a:moveTo>
                    <a:pt x="779861" y="0"/>
                  </a:moveTo>
                  <a:lnTo>
                    <a:pt x="0" y="0"/>
                  </a:lnTo>
                  <a:lnTo>
                    <a:pt x="0" y="22313"/>
                  </a:lnTo>
                  <a:lnTo>
                    <a:pt x="779861" y="22313"/>
                  </a:lnTo>
                  <a:lnTo>
                    <a:pt x="779861" y="0"/>
                  </a:lnTo>
                  <a:close/>
                </a:path>
              </a:pathLst>
            </a:custGeom>
            <a:solidFill>
              <a:srgbClr val="D0D0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5" name="object 535" descr=""/>
            <p:cNvSpPr/>
            <p:nvPr/>
          </p:nvSpPr>
          <p:spPr>
            <a:xfrm>
              <a:off x="17282457" y="8578314"/>
              <a:ext cx="821690" cy="22860"/>
            </a:xfrm>
            <a:custGeom>
              <a:avLst/>
              <a:gdLst/>
              <a:ahLst/>
              <a:cxnLst/>
              <a:rect l="l" t="t" r="r" b="b"/>
              <a:pathLst>
                <a:path w="821690" h="22859">
                  <a:moveTo>
                    <a:pt x="821587" y="0"/>
                  </a:moveTo>
                  <a:lnTo>
                    <a:pt x="0" y="0"/>
                  </a:lnTo>
                  <a:lnTo>
                    <a:pt x="0" y="22282"/>
                  </a:lnTo>
                  <a:lnTo>
                    <a:pt x="821587" y="22282"/>
                  </a:lnTo>
                  <a:lnTo>
                    <a:pt x="821587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6" name="object 536" descr=""/>
            <p:cNvSpPr/>
            <p:nvPr/>
          </p:nvSpPr>
          <p:spPr>
            <a:xfrm>
              <a:off x="17261557" y="8600607"/>
              <a:ext cx="863600" cy="22860"/>
            </a:xfrm>
            <a:custGeom>
              <a:avLst/>
              <a:gdLst/>
              <a:ahLst/>
              <a:cxnLst/>
              <a:rect l="l" t="t" r="r" b="b"/>
              <a:pathLst>
                <a:path w="863600" h="22859">
                  <a:moveTo>
                    <a:pt x="863387" y="0"/>
                  </a:moveTo>
                  <a:lnTo>
                    <a:pt x="0" y="0"/>
                  </a:lnTo>
                  <a:lnTo>
                    <a:pt x="0" y="22261"/>
                  </a:lnTo>
                  <a:lnTo>
                    <a:pt x="863387" y="22261"/>
                  </a:lnTo>
                  <a:lnTo>
                    <a:pt x="863387" y="0"/>
                  </a:lnTo>
                  <a:close/>
                </a:path>
              </a:pathLst>
            </a:custGeom>
            <a:solidFill>
              <a:srgbClr val="D0D0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7" name="object 537" descr=""/>
            <p:cNvSpPr/>
            <p:nvPr/>
          </p:nvSpPr>
          <p:spPr>
            <a:xfrm>
              <a:off x="17240699" y="8622868"/>
              <a:ext cx="905510" cy="22860"/>
            </a:xfrm>
            <a:custGeom>
              <a:avLst/>
              <a:gdLst/>
              <a:ahLst/>
              <a:cxnLst/>
              <a:rect l="l" t="t" r="r" b="b"/>
              <a:pathLst>
                <a:path w="905509" h="22859">
                  <a:moveTo>
                    <a:pt x="905092" y="0"/>
                  </a:moveTo>
                  <a:lnTo>
                    <a:pt x="0" y="0"/>
                  </a:lnTo>
                  <a:lnTo>
                    <a:pt x="0" y="22313"/>
                  </a:lnTo>
                  <a:lnTo>
                    <a:pt x="905092" y="22313"/>
                  </a:lnTo>
                  <a:lnTo>
                    <a:pt x="905092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8" name="object 538" descr=""/>
            <p:cNvSpPr/>
            <p:nvPr/>
          </p:nvSpPr>
          <p:spPr>
            <a:xfrm>
              <a:off x="17498653" y="7832795"/>
              <a:ext cx="389255" cy="522605"/>
            </a:xfrm>
            <a:custGeom>
              <a:avLst/>
              <a:gdLst/>
              <a:ahLst/>
              <a:cxnLst/>
              <a:rect l="l" t="t" r="r" b="b"/>
              <a:pathLst>
                <a:path w="389255" h="522604">
                  <a:moveTo>
                    <a:pt x="194601" y="0"/>
                  </a:moveTo>
                  <a:lnTo>
                    <a:pt x="150116" y="5359"/>
                  </a:lnTo>
                  <a:lnTo>
                    <a:pt x="109209" y="20614"/>
                  </a:lnTo>
                  <a:lnTo>
                    <a:pt x="73069" y="44527"/>
                  </a:lnTo>
                  <a:lnTo>
                    <a:pt x="42887" y="75863"/>
                  </a:lnTo>
                  <a:lnTo>
                    <a:pt x="19854" y="113383"/>
                  </a:lnTo>
                  <a:lnTo>
                    <a:pt x="5162" y="155853"/>
                  </a:lnTo>
                  <a:lnTo>
                    <a:pt x="0" y="202035"/>
                  </a:lnTo>
                  <a:lnTo>
                    <a:pt x="0" y="522560"/>
                  </a:lnTo>
                  <a:lnTo>
                    <a:pt x="38595" y="522560"/>
                  </a:lnTo>
                  <a:lnTo>
                    <a:pt x="38595" y="197784"/>
                  </a:lnTo>
                  <a:lnTo>
                    <a:pt x="46583" y="146736"/>
                  </a:lnTo>
                  <a:lnTo>
                    <a:pt x="68799" y="102296"/>
                  </a:lnTo>
                  <a:lnTo>
                    <a:pt x="102622" y="67185"/>
                  </a:lnTo>
                  <a:lnTo>
                    <a:pt x="145430" y="44123"/>
                  </a:lnTo>
                  <a:lnTo>
                    <a:pt x="194601" y="35831"/>
                  </a:lnTo>
                  <a:lnTo>
                    <a:pt x="243767" y="44123"/>
                  </a:lnTo>
                  <a:lnTo>
                    <a:pt x="286572" y="67185"/>
                  </a:lnTo>
                  <a:lnTo>
                    <a:pt x="320393" y="102296"/>
                  </a:lnTo>
                  <a:lnTo>
                    <a:pt x="342608" y="146736"/>
                  </a:lnTo>
                  <a:lnTo>
                    <a:pt x="350596" y="197784"/>
                  </a:lnTo>
                  <a:lnTo>
                    <a:pt x="350596" y="522560"/>
                  </a:lnTo>
                  <a:lnTo>
                    <a:pt x="389192" y="522560"/>
                  </a:lnTo>
                  <a:lnTo>
                    <a:pt x="389192" y="202035"/>
                  </a:lnTo>
                  <a:lnTo>
                    <a:pt x="384029" y="155853"/>
                  </a:lnTo>
                  <a:lnTo>
                    <a:pt x="369335" y="113383"/>
                  </a:lnTo>
                  <a:lnTo>
                    <a:pt x="346302" y="75863"/>
                  </a:lnTo>
                  <a:lnTo>
                    <a:pt x="316120" y="44527"/>
                  </a:lnTo>
                  <a:lnTo>
                    <a:pt x="279982" y="20614"/>
                  </a:lnTo>
                  <a:lnTo>
                    <a:pt x="239078" y="5359"/>
                  </a:lnTo>
                  <a:lnTo>
                    <a:pt x="194601" y="0"/>
                  </a:lnTo>
                  <a:close/>
                </a:path>
              </a:pathLst>
            </a:custGeom>
            <a:solidFill>
              <a:srgbClr val="0A1F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9" name="object 539" descr=""/>
            <p:cNvSpPr/>
            <p:nvPr/>
          </p:nvSpPr>
          <p:spPr>
            <a:xfrm>
              <a:off x="16556494" y="8132895"/>
              <a:ext cx="2273935" cy="114300"/>
            </a:xfrm>
            <a:custGeom>
              <a:avLst/>
              <a:gdLst/>
              <a:ahLst/>
              <a:cxnLst/>
              <a:rect l="l" t="t" r="r" b="b"/>
              <a:pathLst>
                <a:path w="2273934" h="114300">
                  <a:moveTo>
                    <a:pt x="942149" y="0"/>
                  </a:moveTo>
                  <a:lnTo>
                    <a:pt x="424319" y="0"/>
                  </a:lnTo>
                  <a:lnTo>
                    <a:pt x="0" y="113703"/>
                  </a:lnTo>
                  <a:lnTo>
                    <a:pt x="942149" y="113703"/>
                  </a:lnTo>
                  <a:lnTo>
                    <a:pt x="942149" y="0"/>
                  </a:lnTo>
                  <a:close/>
                </a:path>
                <a:path w="2273934" h="114300">
                  <a:moveTo>
                    <a:pt x="2273490" y="113703"/>
                  </a:moveTo>
                  <a:lnTo>
                    <a:pt x="1849183" y="0"/>
                  </a:lnTo>
                  <a:lnTo>
                    <a:pt x="1331341" y="0"/>
                  </a:lnTo>
                  <a:lnTo>
                    <a:pt x="1331341" y="113703"/>
                  </a:lnTo>
                  <a:lnTo>
                    <a:pt x="2273490" y="113703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0" name="object 540" descr=""/>
            <p:cNvSpPr/>
            <p:nvPr/>
          </p:nvSpPr>
          <p:spPr>
            <a:xfrm>
              <a:off x="18272605" y="7762737"/>
              <a:ext cx="123825" cy="43180"/>
            </a:xfrm>
            <a:custGeom>
              <a:avLst/>
              <a:gdLst/>
              <a:ahLst/>
              <a:cxnLst/>
              <a:rect l="l" t="t" r="r" b="b"/>
              <a:pathLst>
                <a:path w="123825" h="43179">
                  <a:moveTo>
                    <a:pt x="123231" y="0"/>
                  </a:moveTo>
                  <a:lnTo>
                    <a:pt x="0" y="0"/>
                  </a:lnTo>
                  <a:lnTo>
                    <a:pt x="0" y="42972"/>
                  </a:lnTo>
                  <a:lnTo>
                    <a:pt x="123231" y="42972"/>
                  </a:lnTo>
                  <a:lnTo>
                    <a:pt x="123231" y="0"/>
                  </a:lnTo>
                  <a:close/>
                </a:path>
              </a:pathLst>
            </a:custGeom>
            <a:solidFill>
              <a:srgbClr val="0A1F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1" name="object 541" descr=""/>
            <p:cNvSpPr/>
            <p:nvPr/>
          </p:nvSpPr>
          <p:spPr>
            <a:xfrm>
              <a:off x="18316383" y="7811741"/>
              <a:ext cx="80010" cy="43180"/>
            </a:xfrm>
            <a:custGeom>
              <a:avLst/>
              <a:gdLst/>
              <a:ahLst/>
              <a:cxnLst/>
              <a:rect l="l" t="t" r="r" b="b"/>
              <a:pathLst>
                <a:path w="80009" h="43179">
                  <a:moveTo>
                    <a:pt x="79442" y="0"/>
                  </a:moveTo>
                  <a:lnTo>
                    <a:pt x="0" y="0"/>
                  </a:lnTo>
                  <a:lnTo>
                    <a:pt x="0" y="43003"/>
                  </a:lnTo>
                  <a:lnTo>
                    <a:pt x="79442" y="43003"/>
                  </a:lnTo>
                  <a:lnTo>
                    <a:pt x="79442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2" name="object 542" descr=""/>
            <p:cNvSpPr/>
            <p:nvPr/>
          </p:nvSpPr>
          <p:spPr>
            <a:xfrm>
              <a:off x="18316383" y="7707734"/>
              <a:ext cx="80010" cy="43180"/>
            </a:xfrm>
            <a:custGeom>
              <a:avLst/>
              <a:gdLst/>
              <a:ahLst/>
              <a:cxnLst/>
              <a:rect l="l" t="t" r="r" b="b"/>
              <a:pathLst>
                <a:path w="80009" h="43179">
                  <a:moveTo>
                    <a:pt x="79442" y="0"/>
                  </a:moveTo>
                  <a:lnTo>
                    <a:pt x="0" y="0"/>
                  </a:lnTo>
                  <a:lnTo>
                    <a:pt x="0" y="42962"/>
                  </a:lnTo>
                  <a:lnTo>
                    <a:pt x="79442" y="42962"/>
                  </a:lnTo>
                  <a:lnTo>
                    <a:pt x="79442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3" name="object 543" descr=""/>
            <p:cNvSpPr/>
            <p:nvPr/>
          </p:nvSpPr>
          <p:spPr>
            <a:xfrm>
              <a:off x="18272605" y="8070759"/>
              <a:ext cx="123825" cy="43180"/>
            </a:xfrm>
            <a:custGeom>
              <a:avLst/>
              <a:gdLst/>
              <a:ahLst/>
              <a:cxnLst/>
              <a:rect l="l" t="t" r="r" b="b"/>
              <a:pathLst>
                <a:path w="123825" h="43179">
                  <a:moveTo>
                    <a:pt x="123231" y="0"/>
                  </a:moveTo>
                  <a:lnTo>
                    <a:pt x="0" y="0"/>
                  </a:lnTo>
                  <a:lnTo>
                    <a:pt x="0" y="43003"/>
                  </a:lnTo>
                  <a:lnTo>
                    <a:pt x="123231" y="43003"/>
                  </a:lnTo>
                  <a:lnTo>
                    <a:pt x="123231" y="0"/>
                  </a:lnTo>
                  <a:close/>
                </a:path>
              </a:pathLst>
            </a:custGeom>
            <a:solidFill>
              <a:srgbClr val="0A1F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4" name="object 544" descr=""/>
            <p:cNvSpPr/>
            <p:nvPr/>
          </p:nvSpPr>
          <p:spPr>
            <a:xfrm>
              <a:off x="18316383" y="8015735"/>
              <a:ext cx="80010" cy="43180"/>
            </a:xfrm>
            <a:custGeom>
              <a:avLst/>
              <a:gdLst/>
              <a:ahLst/>
              <a:cxnLst/>
              <a:rect l="l" t="t" r="r" b="b"/>
              <a:pathLst>
                <a:path w="80009" h="43179">
                  <a:moveTo>
                    <a:pt x="79442" y="0"/>
                  </a:moveTo>
                  <a:lnTo>
                    <a:pt x="0" y="0"/>
                  </a:lnTo>
                  <a:lnTo>
                    <a:pt x="0" y="42972"/>
                  </a:lnTo>
                  <a:lnTo>
                    <a:pt x="79442" y="42972"/>
                  </a:lnTo>
                  <a:lnTo>
                    <a:pt x="79442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5" name="object 545" descr=""/>
            <p:cNvSpPr/>
            <p:nvPr/>
          </p:nvSpPr>
          <p:spPr>
            <a:xfrm>
              <a:off x="16975147" y="7709011"/>
              <a:ext cx="123825" cy="43180"/>
            </a:xfrm>
            <a:custGeom>
              <a:avLst/>
              <a:gdLst/>
              <a:ahLst/>
              <a:cxnLst/>
              <a:rect l="l" t="t" r="r" b="b"/>
              <a:pathLst>
                <a:path w="123825" h="43179">
                  <a:moveTo>
                    <a:pt x="123200" y="0"/>
                  </a:moveTo>
                  <a:lnTo>
                    <a:pt x="0" y="0"/>
                  </a:lnTo>
                  <a:lnTo>
                    <a:pt x="0" y="42982"/>
                  </a:lnTo>
                  <a:lnTo>
                    <a:pt x="123200" y="42982"/>
                  </a:lnTo>
                  <a:lnTo>
                    <a:pt x="123200" y="0"/>
                  </a:lnTo>
                  <a:close/>
                </a:path>
              </a:pathLst>
            </a:custGeom>
            <a:solidFill>
              <a:srgbClr val="0A1F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6" name="object 546" descr=""/>
            <p:cNvSpPr/>
            <p:nvPr/>
          </p:nvSpPr>
          <p:spPr>
            <a:xfrm>
              <a:off x="16975147" y="7758015"/>
              <a:ext cx="80010" cy="43180"/>
            </a:xfrm>
            <a:custGeom>
              <a:avLst/>
              <a:gdLst/>
              <a:ahLst/>
              <a:cxnLst/>
              <a:rect l="l" t="t" r="r" b="b"/>
              <a:pathLst>
                <a:path w="80009" h="43179">
                  <a:moveTo>
                    <a:pt x="79421" y="0"/>
                  </a:moveTo>
                  <a:lnTo>
                    <a:pt x="0" y="0"/>
                  </a:lnTo>
                  <a:lnTo>
                    <a:pt x="0" y="43014"/>
                  </a:lnTo>
                  <a:lnTo>
                    <a:pt x="79421" y="43014"/>
                  </a:lnTo>
                  <a:lnTo>
                    <a:pt x="79421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7" name="object 547" descr=""/>
            <p:cNvSpPr/>
            <p:nvPr/>
          </p:nvSpPr>
          <p:spPr>
            <a:xfrm>
              <a:off x="16975147" y="7653976"/>
              <a:ext cx="80010" cy="43180"/>
            </a:xfrm>
            <a:custGeom>
              <a:avLst/>
              <a:gdLst/>
              <a:ahLst/>
              <a:cxnLst/>
              <a:rect l="l" t="t" r="r" b="b"/>
              <a:pathLst>
                <a:path w="80009" h="43179">
                  <a:moveTo>
                    <a:pt x="79421" y="0"/>
                  </a:moveTo>
                  <a:lnTo>
                    <a:pt x="0" y="0"/>
                  </a:lnTo>
                  <a:lnTo>
                    <a:pt x="0" y="43003"/>
                  </a:lnTo>
                  <a:lnTo>
                    <a:pt x="79421" y="43003"/>
                  </a:lnTo>
                  <a:lnTo>
                    <a:pt x="79421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8" name="object 548" descr=""/>
            <p:cNvSpPr/>
            <p:nvPr/>
          </p:nvSpPr>
          <p:spPr>
            <a:xfrm>
              <a:off x="16975147" y="8017023"/>
              <a:ext cx="123825" cy="43180"/>
            </a:xfrm>
            <a:custGeom>
              <a:avLst/>
              <a:gdLst/>
              <a:ahLst/>
              <a:cxnLst/>
              <a:rect l="l" t="t" r="r" b="b"/>
              <a:pathLst>
                <a:path w="123825" h="43179">
                  <a:moveTo>
                    <a:pt x="123200" y="0"/>
                  </a:moveTo>
                  <a:lnTo>
                    <a:pt x="0" y="0"/>
                  </a:lnTo>
                  <a:lnTo>
                    <a:pt x="0" y="42982"/>
                  </a:lnTo>
                  <a:lnTo>
                    <a:pt x="123200" y="42982"/>
                  </a:lnTo>
                  <a:lnTo>
                    <a:pt x="123200" y="0"/>
                  </a:lnTo>
                  <a:close/>
                </a:path>
              </a:pathLst>
            </a:custGeom>
            <a:solidFill>
              <a:srgbClr val="0A1F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9" name="object 549" descr=""/>
            <p:cNvSpPr/>
            <p:nvPr/>
          </p:nvSpPr>
          <p:spPr>
            <a:xfrm>
              <a:off x="16975147" y="7961988"/>
              <a:ext cx="80010" cy="43180"/>
            </a:xfrm>
            <a:custGeom>
              <a:avLst/>
              <a:gdLst/>
              <a:ahLst/>
              <a:cxnLst/>
              <a:rect l="l" t="t" r="r" b="b"/>
              <a:pathLst>
                <a:path w="80009" h="43179">
                  <a:moveTo>
                    <a:pt x="79421" y="0"/>
                  </a:moveTo>
                  <a:lnTo>
                    <a:pt x="0" y="0"/>
                  </a:lnTo>
                  <a:lnTo>
                    <a:pt x="0" y="43003"/>
                  </a:lnTo>
                  <a:lnTo>
                    <a:pt x="79421" y="43003"/>
                  </a:lnTo>
                  <a:lnTo>
                    <a:pt x="79421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0" name="object 550" descr=""/>
            <p:cNvSpPr/>
            <p:nvPr/>
          </p:nvSpPr>
          <p:spPr>
            <a:xfrm>
              <a:off x="16975147" y="8072749"/>
              <a:ext cx="80010" cy="43180"/>
            </a:xfrm>
            <a:custGeom>
              <a:avLst/>
              <a:gdLst/>
              <a:ahLst/>
              <a:cxnLst/>
              <a:rect l="l" t="t" r="r" b="b"/>
              <a:pathLst>
                <a:path w="80009" h="43179">
                  <a:moveTo>
                    <a:pt x="79421" y="0"/>
                  </a:moveTo>
                  <a:lnTo>
                    <a:pt x="0" y="0"/>
                  </a:lnTo>
                  <a:lnTo>
                    <a:pt x="0" y="42972"/>
                  </a:lnTo>
                  <a:lnTo>
                    <a:pt x="79421" y="42972"/>
                  </a:lnTo>
                  <a:lnTo>
                    <a:pt x="79421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1" name="object 551" descr=""/>
            <p:cNvSpPr/>
            <p:nvPr/>
          </p:nvSpPr>
          <p:spPr>
            <a:xfrm>
              <a:off x="18656614" y="8307715"/>
              <a:ext cx="123189" cy="43180"/>
            </a:xfrm>
            <a:custGeom>
              <a:avLst/>
              <a:gdLst/>
              <a:ahLst/>
              <a:cxnLst/>
              <a:rect l="l" t="t" r="r" b="b"/>
              <a:pathLst>
                <a:path w="123190" h="43179">
                  <a:moveTo>
                    <a:pt x="123189" y="0"/>
                  </a:moveTo>
                  <a:lnTo>
                    <a:pt x="0" y="0"/>
                  </a:lnTo>
                  <a:lnTo>
                    <a:pt x="0" y="43003"/>
                  </a:lnTo>
                  <a:lnTo>
                    <a:pt x="123189" y="43003"/>
                  </a:lnTo>
                  <a:lnTo>
                    <a:pt x="123189" y="0"/>
                  </a:lnTo>
                  <a:close/>
                </a:path>
              </a:pathLst>
            </a:custGeom>
            <a:solidFill>
              <a:srgbClr val="0A1F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2" name="object 552" descr=""/>
            <p:cNvSpPr/>
            <p:nvPr/>
          </p:nvSpPr>
          <p:spPr>
            <a:xfrm>
              <a:off x="18700393" y="8356719"/>
              <a:ext cx="80010" cy="43180"/>
            </a:xfrm>
            <a:custGeom>
              <a:avLst/>
              <a:gdLst/>
              <a:ahLst/>
              <a:cxnLst/>
              <a:rect l="l" t="t" r="r" b="b"/>
              <a:pathLst>
                <a:path w="80009" h="43179">
                  <a:moveTo>
                    <a:pt x="79411" y="0"/>
                  </a:moveTo>
                  <a:lnTo>
                    <a:pt x="0" y="0"/>
                  </a:lnTo>
                  <a:lnTo>
                    <a:pt x="0" y="43003"/>
                  </a:lnTo>
                  <a:lnTo>
                    <a:pt x="79411" y="43003"/>
                  </a:lnTo>
                  <a:lnTo>
                    <a:pt x="79411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3" name="object 553" descr=""/>
            <p:cNvSpPr/>
            <p:nvPr/>
          </p:nvSpPr>
          <p:spPr>
            <a:xfrm>
              <a:off x="18700393" y="8252701"/>
              <a:ext cx="80010" cy="43180"/>
            </a:xfrm>
            <a:custGeom>
              <a:avLst/>
              <a:gdLst/>
              <a:ahLst/>
              <a:cxnLst/>
              <a:rect l="l" t="t" r="r" b="b"/>
              <a:pathLst>
                <a:path w="80009" h="43179">
                  <a:moveTo>
                    <a:pt x="79411" y="0"/>
                  </a:moveTo>
                  <a:lnTo>
                    <a:pt x="0" y="0"/>
                  </a:lnTo>
                  <a:lnTo>
                    <a:pt x="0" y="42982"/>
                  </a:lnTo>
                  <a:lnTo>
                    <a:pt x="79411" y="42982"/>
                  </a:lnTo>
                  <a:lnTo>
                    <a:pt x="79411" y="0"/>
                  </a:lnTo>
                  <a:close/>
                </a:path>
              </a:pathLst>
            </a:custGeom>
            <a:solidFill>
              <a:srgbClr val="0A1F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4" name="object 554" descr=""/>
            <p:cNvSpPr/>
            <p:nvPr/>
          </p:nvSpPr>
          <p:spPr>
            <a:xfrm>
              <a:off x="18656614" y="8514945"/>
              <a:ext cx="123189" cy="43180"/>
            </a:xfrm>
            <a:custGeom>
              <a:avLst/>
              <a:gdLst/>
              <a:ahLst/>
              <a:cxnLst/>
              <a:rect l="l" t="t" r="r" b="b"/>
              <a:pathLst>
                <a:path w="123190" h="43179">
                  <a:moveTo>
                    <a:pt x="123189" y="0"/>
                  </a:moveTo>
                  <a:lnTo>
                    <a:pt x="0" y="0"/>
                  </a:lnTo>
                  <a:lnTo>
                    <a:pt x="0" y="42962"/>
                  </a:lnTo>
                  <a:lnTo>
                    <a:pt x="123189" y="42962"/>
                  </a:lnTo>
                  <a:lnTo>
                    <a:pt x="123189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5" name="object 555" descr=""/>
            <p:cNvSpPr/>
            <p:nvPr/>
          </p:nvSpPr>
          <p:spPr>
            <a:xfrm>
              <a:off x="16606685" y="8310657"/>
              <a:ext cx="2173605" cy="192405"/>
            </a:xfrm>
            <a:custGeom>
              <a:avLst/>
              <a:gdLst/>
              <a:ahLst/>
              <a:cxnLst/>
              <a:rect l="l" t="t" r="r" b="b"/>
              <a:pathLst>
                <a:path w="2173605" h="192404">
                  <a:moveTo>
                    <a:pt x="123202" y="0"/>
                  </a:moveTo>
                  <a:lnTo>
                    <a:pt x="0" y="0"/>
                  </a:lnTo>
                  <a:lnTo>
                    <a:pt x="0" y="42976"/>
                  </a:lnTo>
                  <a:lnTo>
                    <a:pt x="123202" y="42976"/>
                  </a:lnTo>
                  <a:lnTo>
                    <a:pt x="123202" y="0"/>
                  </a:lnTo>
                  <a:close/>
                </a:path>
                <a:path w="2173605" h="192404">
                  <a:moveTo>
                    <a:pt x="2173109" y="149237"/>
                  </a:moveTo>
                  <a:lnTo>
                    <a:pt x="2093709" y="149237"/>
                  </a:lnTo>
                  <a:lnTo>
                    <a:pt x="2093709" y="192239"/>
                  </a:lnTo>
                  <a:lnTo>
                    <a:pt x="2173109" y="192239"/>
                  </a:lnTo>
                  <a:lnTo>
                    <a:pt x="2173109" y="149237"/>
                  </a:lnTo>
                  <a:close/>
                </a:path>
              </a:pathLst>
            </a:custGeom>
            <a:solidFill>
              <a:srgbClr val="0A1F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6" name="object 556" descr=""/>
            <p:cNvSpPr/>
            <p:nvPr/>
          </p:nvSpPr>
          <p:spPr>
            <a:xfrm>
              <a:off x="16606655" y="8359640"/>
              <a:ext cx="80010" cy="43180"/>
            </a:xfrm>
            <a:custGeom>
              <a:avLst/>
              <a:gdLst/>
              <a:ahLst/>
              <a:cxnLst/>
              <a:rect l="l" t="t" r="r" b="b"/>
              <a:pathLst>
                <a:path w="80009" h="43179">
                  <a:moveTo>
                    <a:pt x="79442" y="0"/>
                  </a:moveTo>
                  <a:lnTo>
                    <a:pt x="0" y="0"/>
                  </a:lnTo>
                  <a:lnTo>
                    <a:pt x="0" y="43003"/>
                  </a:lnTo>
                  <a:lnTo>
                    <a:pt x="79442" y="43003"/>
                  </a:lnTo>
                  <a:lnTo>
                    <a:pt x="79442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7" name="object 557" descr=""/>
            <p:cNvSpPr/>
            <p:nvPr/>
          </p:nvSpPr>
          <p:spPr>
            <a:xfrm>
              <a:off x="16606647" y="8255603"/>
              <a:ext cx="123825" cy="305435"/>
            </a:xfrm>
            <a:custGeom>
              <a:avLst/>
              <a:gdLst/>
              <a:ahLst/>
              <a:cxnLst/>
              <a:rect l="l" t="t" r="r" b="b"/>
              <a:pathLst>
                <a:path w="123825" h="305434">
                  <a:moveTo>
                    <a:pt x="79451" y="207225"/>
                  </a:moveTo>
                  <a:lnTo>
                    <a:pt x="0" y="207225"/>
                  </a:lnTo>
                  <a:lnTo>
                    <a:pt x="0" y="250228"/>
                  </a:lnTo>
                  <a:lnTo>
                    <a:pt x="79451" y="250228"/>
                  </a:lnTo>
                  <a:lnTo>
                    <a:pt x="79451" y="207225"/>
                  </a:lnTo>
                  <a:close/>
                </a:path>
                <a:path w="123825" h="305434">
                  <a:moveTo>
                    <a:pt x="79451" y="0"/>
                  </a:moveTo>
                  <a:lnTo>
                    <a:pt x="0" y="0"/>
                  </a:lnTo>
                  <a:lnTo>
                    <a:pt x="0" y="43014"/>
                  </a:lnTo>
                  <a:lnTo>
                    <a:pt x="79451" y="43014"/>
                  </a:lnTo>
                  <a:lnTo>
                    <a:pt x="79451" y="0"/>
                  </a:lnTo>
                  <a:close/>
                </a:path>
                <a:path w="123825" h="305434">
                  <a:moveTo>
                    <a:pt x="123240" y="262242"/>
                  </a:moveTo>
                  <a:lnTo>
                    <a:pt x="38" y="262242"/>
                  </a:lnTo>
                  <a:lnTo>
                    <a:pt x="38" y="305244"/>
                  </a:lnTo>
                  <a:lnTo>
                    <a:pt x="123240" y="305244"/>
                  </a:lnTo>
                  <a:lnTo>
                    <a:pt x="123240" y="262242"/>
                  </a:lnTo>
                  <a:close/>
                </a:path>
              </a:pathLst>
            </a:custGeom>
            <a:solidFill>
              <a:srgbClr val="0A1F4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8" name="object 558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8462276" y="8292455"/>
              <a:ext cx="131399" cy="232076"/>
            </a:xfrm>
            <a:prstGeom prst="rect">
              <a:avLst/>
            </a:prstGeom>
          </p:spPr>
        </p:pic>
        <p:pic>
          <p:nvPicPr>
            <p:cNvPr id="559" name="object 559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8273212" y="8292455"/>
              <a:ext cx="131399" cy="232076"/>
            </a:xfrm>
            <a:prstGeom prst="rect">
              <a:avLst/>
            </a:prstGeom>
          </p:spPr>
        </p:pic>
        <p:pic>
          <p:nvPicPr>
            <p:cNvPr id="560" name="object 560" descr="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6981272" y="8292455"/>
              <a:ext cx="131399" cy="232076"/>
            </a:xfrm>
            <a:prstGeom prst="rect">
              <a:avLst/>
            </a:prstGeom>
          </p:spPr>
        </p:pic>
        <p:pic>
          <p:nvPicPr>
            <p:cNvPr id="561" name="object 561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6792208" y="8292455"/>
              <a:ext cx="131399" cy="232076"/>
            </a:xfrm>
            <a:prstGeom prst="rect">
              <a:avLst/>
            </a:prstGeom>
          </p:spPr>
        </p:pic>
        <p:pic>
          <p:nvPicPr>
            <p:cNvPr id="562" name="object 562" descr="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7952746" y="7842487"/>
              <a:ext cx="131399" cy="232066"/>
            </a:xfrm>
            <a:prstGeom prst="rect">
              <a:avLst/>
            </a:prstGeom>
          </p:spPr>
        </p:pic>
        <p:pic>
          <p:nvPicPr>
            <p:cNvPr id="563" name="object 563" descr="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7304734" y="7842487"/>
              <a:ext cx="131399" cy="232066"/>
            </a:xfrm>
            <a:prstGeom prst="rect">
              <a:avLst/>
            </a:prstGeom>
          </p:spPr>
        </p:pic>
      </p:grpSp>
      <p:sp>
        <p:nvSpPr>
          <p:cNvPr id="564" name="object 564" descr=""/>
          <p:cNvSpPr/>
          <p:nvPr/>
        </p:nvSpPr>
        <p:spPr>
          <a:xfrm>
            <a:off x="5817414" y="8029765"/>
            <a:ext cx="1478280" cy="24130"/>
          </a:xfrm>
          <a:custGeom>
            <a:avLst/>
            <a:gdLst/>
            <a:ahLst/>
            <a:cxnLst/>
            <a:rect l="l" t="t" r="r" b="b"/>
            <a:pathLst>
              <a:path w="1478279" h="24129">
                <a:moveTo>
                  <a:pt x="0" y="23549"/>
                </a:moveTo>
                <a:lnTo>
                  <a:pt x="1478017" y="23549"/>
                </a:lnTo>
                <a:lnTo>
                  <a:pt x="1478017" y="0"/>
                </a:lnTo>
                <a:lnTo>
                  <a:pt x="0" y="0"/>
                </a:lnTo>
                <a:lnTo>
                  <a:pt x="0" y="2354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5" name="object 565" descr=""/>
          <p:cNvSpPr/>
          <p:nvPr/>
        </p:nvSpPr>
        <p:spPr>
          <a:xfrm>
            <a:off x="5817414" y="8053315"/>
            <a:ext cx="1478280" cy="437515"/>
          </a:xfrm>
          <a:custGeom>
            <a:avLst/>
            <a:gdLst/>
            <a:ahLst/>
            <a:cxnLst/>
            <a:rect l="l" t="t" r="r" b="b"/>
            <a:pathLst>
              <a:path w="1478279" h="437515">
                <a:moveTo>
                  <a:pt x="0" y="436960"/>
                </a:moveTo>
                <a:lnTo>
                  <a:pt x="1478017" y="436960"/>
                </a:lnTo>
                <a:lnTo>
                  <a:pt x="1478017" y="0"/>
                </a:lnTo>
                <a:lnTo>
                  <a:pt x="0" y="0"/>
                </a:lnTo>
                <a:lnTo>
                  <a:pt x="0" y="4369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6" name="object 566" descr=""/>
          <p:cNvSpPr/>
          <p:nvPr/>
        </p:nvSpPr>
        <p:spPr>
          <a:xfrm>
            <a:off x="5817413" y="7813808"/>
            <a:ext cx="2025650" cy="216535"/>
          </a:xfrm>
          <a:custGeom>
            <a:avLst/>
            <a:gdLst/>
            <a:ahLst/>
            <a:cxnLst/>
            <a:rect l="l" t="t" r="r" b="b"/>
            <a:pathLst>
              <a:path w="2025650" h="216534">
                <a:moveTo>
                  <a:pt x="2025269" y="0"/>
                </a:moveTo>
                <a:lnTo>
                  <a:pt x="0" y="0"/>
                </a:lnTo>
                <a:lnTo>
                  <a:pt x="0" y="141109"/>
                </a:lnTo>
                <a:lnTo>
                  <a:pt x="0" y="157048"/>
                </a:lnTo>
                <a:lnTo>
                  <a:pt x="0" y="172694"/>
                </a:lnTo>
                <a:lnTo>
                  <a:pt x="0" y="207924"/>
                </a:lnTo>
                <a:lnTo>
                  <a:pt x="0" y="215328"/>
                </a:lnTo>
                <a:lnTo>
                  <a:pt x="0" y="215963"/>
                </a:lnTo>
                <a:lnTo>
                  <a:pt x="1872195" y="215963"/>
                </a:lnTo>
                <a:lnTo>
                  <a:pt x="1872195" y="215328"/>
                </a:lnTo>
                <a:lnTo>
                  <a:pt x="1930603" y="215328"/>
                </a:lnTo>
                <a:lnTo>
                  <a:pt x="1930603" y="215963"/>
                </a:lnTo>
                <a:lnTo>
                  <a:pt x="2025269" y="215963"/>
                </a:lnTo>
                <a:lnTo>
                  <a:pt x="2025269" y="141109"/>
                </a:lnTo>
                <a:lnTo>
                  <a:pt x="2025269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7" name="object 567" descr=""/>
          <p:cNvSpPr/>
          <p:nvPr/>
        </p:nvSpPr>
        <p:spPr>
          <a:xfrm>
            <a:off x="7352341" y="8029765"/>
            <a:ext cx="490855" cy="24130"/>
          </a:xfrm>
          <a:custGeom>
            <a:avLst/>
            <a:gdLst/>
            <a:ahLst/>
            <a:cxnLst/>
            <a:rect l="l" t="t" r="r" b="b"/>
            <a:pathLst>
              <a:path w="490854" h="24129">
                <a:moveTo>
                  <a:pt x="0" y="23549"/>
                </a:moveTo>
                <a:lnTo>
                  <a:pt x="490351" y="23549"/>
                </a:lnTo>
                <a:lnTo>
                  <a:pt x="490351" y="0"/>
                </a:lnTo>
                <a:lnTo>
                  <a:pt x="0" y="0"/>
                </a:lnTo>
                <a:lnTo>
                  <a:pt x="0" y="2354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8" name="object 568" descr=""/>
          <p:cNvSpPr/>
          <p:nvPr/>
        </p:nvSpPr>
        <p:spPr>
          <a:xfrm>
            <a:off x="7352341" y="8053315"/>
            <a:ext cx="490855" cy="437515"/>
          </a:xfrm>
          <a:custGeom>
            <a:avLst/>
            <a:gdLst/>
            <a:ahLst/>
            <a:cxnLst/>
            <a:rect l="l" t="t" r="r" b="b"/>
            <a:pathLst>
              <a:path w="490854" h="437515">
                <a:moveTo>
                  <a:pt x="0" y="436960"/>
                </a:moveTo>
                <a:lnTo>
                  <a:pt x="490351" y="436960"/>
                </a:lnTo>
                <a:lnTo>
                  <a:pt x="490351" y="0"/>
                </a:lnTo>
                <a:lnTo>
                  <a:pt x="0" y="0"/>
                </a:lnTo>
                <a:lnTo>
                  <a:pt x="0" y="4369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9" name="object 569" descr=""/>
          <p:cNvSpPr/>
          <p:nvPr/>
        </p:nvSpPr>
        <p:spPr>
          <a:xfrm>
            <a:off x="5806870" y="8490275"/>
            <a:ext cx="1008380" cy="52069"/>
          </a:xfrm>
          <a:custGeom>
            <a:avLst/>
            <a:gdLst/>
            <a:ahLst/>
            <a:cxnLst/>
            <a:rect l="l" t="t" r="r" b="b"/>
            <a:pathLst>
              <a:path w="1008379" h="52070">
                <a:moveTo>
                  <a:pt x="0" y="51663"/>
                </a:moveTo>
                <a:lnTo>
                  <a:pt x="1008063" y="51663"/>
                </a:lnTo>
                <a:lnTo>
                  <a:pt x="1008063" y="0"/>
                </a:lnTo>
                <a:lnTo>
                  <a:pt x="0" y="0"/>
                </a:lnTo>
                <a:lnTo>
                  <a:pt x="0" y="51663"/>
                </a:lnTo>
                <a:close/>
              </a:path>
            </a:pathLst>
          </a:custGeom>
          <a:solidFill>
            <a:srgbClr val="B7D5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0" name="object 570" descr=""/>
          <p:cNvSpPr/>
          <p:nvPr/>
        </p:nvSpPr>
        <p:spPr>
          <a:xfrm>
            <a:off x="6871843" y="8490275"/>
            <a:ext cx="424180" cy="52069"/>
          </a:xfrm>
          <a:custGeom>
            <a:avLst/>
            <a:gdLst/>
            <a:ahLst/>
            <a:cxnLst/>
            <a:rect l="l" t="t" r="r" b="b"/>
            <a:pathLst>
              <a:path w="424179" h="52070">
                <a:moveTo>
                  <a:pt x="0" y="51663"/>
                </a:moveTo>
                <a:lnTo>
                  <a:pt x="423589" y="51663"/>
                </a:lnTo>
                <a:lnTo>
                  <a:pt x="423589" y="0"/>
                </a:lnTo>
                <a:lnTo>
                  <a:pt x="0" y="0"/>
                </a:lnTo>
                <a:lnTo>
                  <a:pt x="0" y="51663"/>
                </a:lnTo>
                <a:close/>
              </a:path>
            </a:pathLst>
          </a:custGeom>
          <a:solidFill>
            <a:srgbClr val="B7D5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1" name="object 571" descr=""/>
          <p:cNvSpPr/>
          <p:nvPr/>
        </p:nvSpPr>
        <p:spPr>
          <a:xfrm>
            <a:off x="7352341" y="8490275"/>
            <a:ext cx="490855" cy="52069"/>
          </a:xfrm>
          <a:custGeom>
            <a:avLst/>
            <a:gdLst/>
            <a:ahLst/>
            <a:cxnLst/>
            <a:rect l="l" t="t" r="r" b="b"/>
            <a:pathLst>
              <a:path w="490854" h="52070">
                <a:moveTo>
                  <a:pt x="0" y="51663"/>
                </a:moveTo>
                <a:lnTo>
                  <a:pt x="490351" y="51663"/>
                </a:lnTo>
                <a:lnTo>
                  <a:pt x="490351" y="0"/>
                </a:lnTo>
                <a:lnTo>
                  <a:pt x="0" y="0"/>
                </a:lnTo>
                <a:lnTo>
                  <a:pt x="0" y="51663"/>
                </a:lnTo>
                <a:close/>
              </a:path>
            </a:pathLst>
          </a:custGeom>
          <a:solidFill>
            <a:srgbClr val="B7D5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2" name="object 572" descr=""/>
          <p:cNvSpPr/>
          <p:nvPr/>
        </p:nvSpPr>
        <p:spPr>
          <a:xfrm>
            <a:off x="5806870" y="8541939"/>
            <a:ext cx="1489075" cy="52069"/>
          </a:xfrm>
          <a:custGeom>
            <a:avLst/>
            <a:gdLst/>
            <a:ahLst/>
            <a:cxnLst/>
            <a:rect l="l" t="t" r="r" b="b"/>
            <a:pathLst>
              <a:path w="1489075" h="52070">
                <a:moveTo>
                  <a:pt x="0" y="51610"/>
                </a:moveTo>
                <a:lnTo>
                  <a:pt x="1488562" y="51610"/>
                </a:lnTo>
                <a:lnTo>
                  <a:pt x="1488562" y="0"/>
                </a:lnTo>
                <a:lnTo>
                  <a:pt x="0" y="0"/>
                </a:lnTo>
                <a:lnTo>
                  <a:pt x="0" y="51610"/>
                </a:lnTo>
                <a:close/>
              </a:path>
            </a:pathLst>
          </a:custGeom>
          <a:solidFill>
            <a:srgbClr val="B7D58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73" name="object 573" descr=""/>
          <p:cNvGrpSpPr/>
          <p:nvPr/>
        </p:nvGrpSpPr>
        <p:grpSpPr>
          <a:xfrm>
            <a:off x="5806870" y="8490275"/>
            <a:ext cx="2036445" cy="154940"/>
            <a:chOff x="5806870" y="8490275"/>
            <a:chExt cx="2036445" cy="154940"/>
          </a:xfrm>
        </p:grpSpPr>
        <p:sp>
          <p:nvSpPr>
            <p:cNvPr id="574" name="object 574" descr=""/>
            <p:cNvSpPr/>
            <p:nvPr/>
          </p:nvSpPr>
          <p:spPr>
            <a:xfrm>
              <a:off x="5806859" y="8541950"/>
              <a:ext cx="2036445" cy="103505"/>
            </a:xfrm>
            <a:custGeom>
              <a:avLst/>
              <a:gdLst/>
              <a:ahLst/>
              <a:cxnLst/>
              <a:rect l="l" t="t" r="r" b="b"/>
              <a:pathLst>
                <a:path w="2036445" h="103504">
                  <a:moveTo>
                    <a:pt x="2035822" y="0"/>
                  </a:moveTo>
                  <a:lnTo>
                    <a:pt x="1545475" y="0"/>
                  </a:lnTo>
                  <a:lnTo>
                    <a:pt x="1545475" y="51600"/>
                  </a:lnTo>
                  <a:lnTo>
                    <a:pt x="0" y="51600"/>
                  </a:lnTo>
                  <a:lnTo>
                    <a:pt x="0" y="103251"/>
                  </a:lnTo>
                  <a:lnTo>
                    <a:pt x="2035822" y="103251"/>
                  </a:lnTo>
                  <a:lnTo>
                    <a:pt x="2035822" y="51600"/>
                  </a:lnTo>
                  <a:lnTo>
                    <a:pt x="2035822" y="0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5" name="object 575" descr=""/>
            <p:cNvSpPr/>
            <p:nvPr/>
          </p:nvSpPr>
          <p:spPr>
            <a:xfrm>
              <a:off x="5806859" y="8490286"/>
              <a:ext cx="2036445" cy="141605"/>
            </a:xfrm>
            <a:custGeom>
              <a:avLst/>
              <a:gdLst/>
              <a:ahLst/>
              <a:cxnLst/>
              <a:rect l="l" t="t" r="r" b="b"/>
              <a:pathLst>
                <a:path w="2036445" h="141604">
                  <a:moveTo>
                    <a:pt x="1008062" y="126441"/>
                  </a:moveTo>
                  <a:lnTo>
                    <a:pt x="0" y="126441"/>
                  </a:lnTo>
                  <a:lnTo>
                    <a:pt x="0" y="141541"/>
                  </a:lnTo>
                  <a:lnTo>
                    <a:pt x="1008062" y="141541"/>
                  </a:lnTo>
                  <a:lnTo>
                    <a:pt x="1008062" y="126441"/>
                  </a:lnTo>
                  <a:close/>
                </a:path>
                <a:path w="2036445" h="141604">
                  <a:moveTo>
                    <a:pt x="1008062" y="77444"/>
                  </a:moveTo>
                  <a:lnTo>
                    <a:pt x="0" y="77444"/>
                  </a:lnTo>
                  <a:lnTo>
                    <a:pt x="0" y="92544"/>
                  </a:lnTo>
                  <a:lnTo>
                    <a:pt x="1008062" y="92544"/>
                  </a:lnTo>
                  <a:lnTo>
                    <a:pt x="1008062" y="77444"/>
                  </a:lnTo>
                  <a:close/>
                </a:path>
                <a:path w="2036445" h="141604">
                  <a:moveTo>
                    <a:pt x="1008062" y="52501"/>
                  </a:moveTo>
                  <a:lnTo>
                    <a:pt x="0" y="52501"/>
                  </a:lnTo>
                  <a:lnTo>
                    <a:pt x="0" y="67589"/>
                  </a:lnTo>
                  <a:lnTo>
                    <a:pt x="1008062" y="67589"/>
                  </a:lnTo>
                  <a:lnTo>
                    <a:pt x="1008062" y="52501"/>
                  </a:lnTo>
                  <a:close/>
                </a:path>
                <a:path w="2036445" h="141604">
                  <a:moveTo>
                    <a:pt x="1008062" y="29121"/>
                  </a:moveTo>
                  <a:lnTo>
                    <a:pt x="0" y="29121"/>
                  </a:lnTo>
                  <a:lnTo>
                    <a:pt x="0" y="44208"/>
                  </a:lnTo>
                  <a:lnTo>
                    <a:pt x="1008062" y="44208"/>
                  </a:lnTo>
                  <a:lnTo>
                    <a:pt x="1008062" y="29121"/>
                  </a:lnTo>
                  <a:close/>
                </a:path>
                <a:path w="2036445" h="141604">
                  <a:moveTo>
                    <a:pt x="1008062" y="0"/>
                  </a:moveTo>
                  <a:lnTo>
                    <a:pt x="0" y="0"/>
                  </a:lnTo>
                  <a:lnTo>
                    <a:pt x="0" y="15087"/>
                  </a:lnTo>
                  <a:lnTo>
                    <a:pt x="1008062" y="15087"/>
                  </a:lnTo>
                  <a:lnTo>
                    <a:pt x="1008062" y="0"/>
                  </a:lnTo>
                  <a:close/>
                </a:path>
                <a:path w="2036445" h="141604">
                  <a:moveTo>
                    <a:pt x="1122921" y="29121"/>
                  </a:moveTo>
                  <a:lnTo>
                    <a:pt x="1064983" y="29121"/>
                  </a:lnTo>
                  <a:lnTo>
                    <a:pt x="1064983" y="44208"/>
                  </a:lnTo>
                  <a:lnTo>
                    <a:pt x="1122921" y="44208"/>
                  </a:lnTo>
                  <a:lnTo>
                    <a:pt x="1122921" y="29121"/>
                  </a:lnTo>
                  <a:close/>
                </a:path>
                <a:path w="2036445" h="141604">
                  <a:moveTo>
                    <a:pt x="1122921" y="0"/>
                  </a:moveTo>
                  <a:lnTo>
                    <a:pt x="1064983" y="0"/>
                  </a:lnTo>
                  <a:lnTo>
                    <a:pt x="1064983" y="15087"/>
                  </a:lnTo>
                  <a:lnTo>
                    <a:pt x="1122921" y="15087"/>
                  </a:lnTo>
                  <a:lnTo>
                    <a:pt x="1122921" y="0"/>
                  </a:lnTo>
                  <a:close/>
                </a:path>
                <a:path w="2036445" h="141604">
                  <a:moveTo>
                    <a:pt x="1488567" y="29121"/>
                  </a:moveTo>
                  <a:lnTo>
                    <a:pt x="1430604" y="29121"/>
                  </a:lnTo>
                  <a:lnTo>
                    <a:pt x="1430604" y="44208"/>
                  </a:lnTo>
                  <a:lnTo>
                    <a:pt x="1488567" y="44208"/>
                  </a:lnTo>
                  <a:lnTo>
                    <a:pt x="1488567" y="29121"/>
                  </a:lnTo>
                  <a:close/>
                </a:path>
                <a:path w="2036445" h="141604">
                  <a:moveTo>
                    <a:pt x="1488567" y="0"/>
                  </a:moveTo>
                  <a:lnTo>
                    <a:pt x="1430604" y="0"/>
                  </a:lnTo>
                  <a:lnTo>
                    <a:pt x="1430604" y="15087"/>
                  </a:lnTo>
                  <a:lnTo>
                    <a:pt x="1488567" y="15087"/>
                  </a:lnTo>
                  <a:lnTo>
                    <a:pt x="1488567" y="0"/>
                  </a:lnTo>
                  <a:close/>
                </a:path>
                <a:path w="2036445" h="141604">
                  <a:moveTo>
                    <a:pt x="2035822" y="126441"/>
                  </a:moveTo>
                  <a:lnTo>
                    <a:pt x="1545475" y="126441"/>
                  </a:lnTo>
                  <a:lnTo>
                    <a:pt x="1545475" y="141541"/>
                  </a:lnTo>
                  <a:lnTo>
                    <a:pt x="2035822" y="141541"/>
                  </a:lnTo>
                  <a:lnTo>
                    <a:pt x="2035822" y="126441"/>
                  </a:lnTo>
                  <a:close/>
                </a:path>
                <a:path w="2036445" h="141604">
                  <a:moveTo>
                    <a:pt x="2035822" y="100037"/>
                  </a:moveTo>
                  <a:lnTo>
                    <a:pt x="1545475" y="100037"/>
                  </a:lnTo>
                  <a:lnTo>
                    <a:pt x="1545475" y="103263"/>
                  </a:lnTo>
                  <a:lnTo>
                    <a:pt x="1008062" y="103263"/>
                  </a:lnTo>
                  <a:lnTo>
                    <a:pt x="1008062" y="100037"/>
                  </a:lnTo>
                  <a:lnTo>
                    <a:pt x="0" y="100037"/>
                  </a:lnTo>
                  <a:lnTo>
                    <a:pt x="0" y="103263"/>
                  </a:lnTo>
                  <a:lnTo>
                    <a:pt x="0" y="115125"/>
                  </a:lnTo>
                  <a:lnTo>
                    <a:pt x="2035822" y="115125"/>
                  </a:lnTo>
                  <a:lnTo>
                    <a:pt x="2035822" y="103263"/>
                  </a:lnTo>
                  <a:lnTo>
                    <a:pt x="2035822" y="100037"/>
                  </a:lnTo>
                  <a:close/>
                </a:path>
                <a:path w="2036445" h="141604">
                  <a:moveTo>
                    <a:pt x="2035822" y="77444"/>
                  </a:moveTo>
                  <a:lnTo>
                    <a:pt x="1545475" y="77444"/>
                  </a:lnTo>
                  <a:lnTo>
                    <a:pt x="1545475" y="92544"/>
                  </a:lnTo>
                  <a:lnTo>
                    <a:pt x="2035822" y="92544"/>
                  </a:lnTo>
                  <a:lnTo>
                    <a:pt x="2035822" y="77444"/>
                  </a:lnTo>
                  <a:close/>
                </a:path>
                <a:path w="2036445" h="141604">
                  <a:moveTo>
                    <a:pt x="2035822" y="52501"/>
                  </a:moveTo>
                  <a:lnTo>
                    <a:pt x="1545475" y="52501"/>
                  </a:lnTo>
                  <a:lnTo>
                    <a:pt x="1545475" y="67589"/>
                  </a:lnTo>
                  <a:lnTo>
                    <a:pt x="2035822" y="67589"/>
                  </a:lnTo>
                  <a:lnTo>
                    <a:pt x="2035822" y="52501"/>
                  </a:lnTo>
                  <a:close/>
                </a:path>
                <a:path w="2036445" h="141604">
                  <a:moveTo>
                    <a:pt x="2035822" y="29121"/>
                  </a:moveTo>
                  <a:lnTo>
                    <a:pt x="1545475" y="29121"/>
                  </a:lnTo>
                  <a:lnTo>
                    <a:pt x="1545475" y="44208"/>
                  </a:lnTo>
                  <a:lnTo>
                    <a:pt x="2035822" y="44208"/>
                  </a:lnTo>
                  <a:lnTo>
                    <a:pt x="2035822" y="29121"/>
                  </a:lnTo>
                  <a:close/>
                </a:path>
                <a:path w="2036445" h="141604">
                  <a:moveTo>
                    <a:pt x="2035822" y="0"/>
                  </a:moveTo>
                  <a:lnTo>
                    <a:pt x="1545475" y="0"/>
                  </a:lnTo>
                  <a:lnTo>
                    <a:pt x="1545475" y="15087"/>
                  </a:lnTo>
                  <a:lnTo>
                    <a:pt x="2035822" y="15087"/>
                  </a:lnTo>
                  <a:lnTo>
                    <a:pt x="2035822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76" name="object 576" descr=""/>
          <p:cNvGrpSpPr/>
          <p:nvPr/>
        </p:nvGrpSpPr>
        <p:grpSpPr>
          <a:xfrm>
            <a:off x="5929159" y="7888747"/>
            <a:ext cx="314325" cy="534670"/>
            <a:chOff x="5929159" y="7888747"/>
            <a:chExt cx="314325" cy="534670"/>
          </a:xfrm>
        </p:grpSpPr>
        <p:sp>
          <p:nvSpPr>
            <p:cNvPr id="577" name="object 577" descr=""/>
            <p:cNvSpPr/>
            <p:nvPr/>
          </p:nvSpPr>
          <p:spPr>
            <a:xfrm>
              <a:off x="5958101" y="7954898"/>
              <a:ext cx="256540" cy="424815"/>
            </a:xfrm>
            <a:custGeom>
              <a:avLst/>
              <a:gdLst/>
              <a:ahLst/>
              <a:cxnLst/>
              <a:rect l="l" t="t" r="r" b="b"/>
              <a:pathLst>
                <a:path w="256539" h="424815">
                  <a:moveTo>
                    <a:pt x="256285" y="0"/>
                  </a:moveTo>
                  <a:lnTo>
                    <a:pt x="0" y="0"/>
                  </a:lnTo>
                  <a:lnTo>
                    <a:pt x="0" y="424374"/>
                  </a:lnTo>
                  <a:lnTo>
                    <a:pt x="256285" y="424374"/>
                  </a:lnTo>
                  <a:lnTo>
                    <a:pt x="2562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8" name="object 578" descr=""/>
            <p:cNvSpPr/>
            <p:nvPr/>
          </p:nvSpPr>
          <p:spPr>
            <a:xfrm>
              <a:off x="5982885" y="7977725"/>
              <a:ext cx="207010" cy="379095"/>
            </a:xfrm>
            <a:custGeom>
              <a:avLst/>
              <a:gdLst/>
              <a:ahLst/>
              <a:cxnLst/>
              <a:rect l="l" t="t" r="r" b="b"/>
              <a:pathLst>
                <a:path w="207010" h="379095">
                  <a:moveTo>
                    <a:pt x="206684" y="0"/>
                  </a:moveTo>
                  <a:lnTo>
                    <a:pt x="0" y="0"/>
                  </a:lnTo>
                  <a:lnTo>
                    <a:pt x="0" y="378752"/>
                  </a:lnTo>
                  <a:lnTo>
                    <a:pt x="206684" y="378752"/>
                  </a:lnTo>
                  <a:lnTo>
                    <a:pt x="206684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9" name="object 579" descr=""/>
            <p:cNvSpPr/>
            <p:nvPr/>
          </p:nvSpPr>
          <p:spPr>
            <a:xfrm>
              <a:off x="5929159" y="8379283"/>
              <a:ext cx="314325" cy="44450"/>
            </a:xfrm>
            <a:custGeom>
              <a:avLst/>
              <a:gdLst/>
              <a:ahLst/>
              <a:cxnLst/>
              <a:rect l="l" t="t" r="r" b="b"/>
              <a:pathLst>
                <a:path w="314325" h="44450">
                  <a:moveTo>
                    <a:pt x="314157" y="0"/>
                  </a:moveTo>
                  <a:lnTo>
                    <a:pt x="0" y="0"/>
                  </a:lnTo>
                  <a:lnTo>
                    <a:pt x="0" y="44103"/>
                  </a:lnTo>
                  <a:lnTo>
                    <a:pt x="314157" y="44103"/>
                  </a:lnTo>
                  <a:lnTo>
                    <a:pt x="314157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0" name="object 580" descr=""/>
            <p:cNvSpPr/>
            <p:nvPr/>
          </p:nvSpPr>
          <p:spPr>
            <a:xfrm>
              <a:off x="5929162" y="7888747"/>
              <a:ext cx="314325" cy="66675"/>
            </a:xfrm>
            <a:custGeom>
              <a:avLst/>
              <a:gdLst/>
              <a:ahLst/>
              <a:cxnLst/>
              <a:rect l="l" t="t" r="r" b="b"/>
              <a:pathLst>
                <a:path w="314325" h="66675">
                  <a:moveTo>
                    <a:pt x="157073" y="0"/>
                  </a:moveTo>
                  <a:lnTo>
                    <a:pt x="0" y="22051"/>
                  </a:lnTo>
                  <a:lnTo>
                    <a:pt x="0" y="66155"/>
                  </a:lnTo>
                  <a:lnTo>
                    <a:pt x="314147" y="66155"/>
                  </a:lnTo>
                  <a:lnTo>
                    <a:pt x="314147" y="22051"/>
                  </a:lnTo>
                  <a:lnTo>
                    <a:pt x="1570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1" name="object 581" descr=""/>
            <p:cNvSpPr/>
            <p:nvPr/>
          </p:nvSpPr>
          <p:spPr>
            <a:xfrm>
              <a:off x="5939174" y="7898451"/>
              <a:ext cx="294640" cy="46990"/>
            </a:xfrm>
            <a:custGeom>
              <a:avLst/>
              <a:gdLst/>
              <a:ahLst/>
              <a:cxnLst/>
              <a:rect l="l" t="t" r="r" b="b"/>
              <a:pathLst>
                <a:path w="294639" h="46990">
                  <a:moveTo>
                    <a:pt x="147063" y="0"/>
                  </a:moveTo>
                  <a:lnTo>
                    <a:pt x="0" y="19769"/>
                  </a:lnTo>
                  <a:lnTo>
                    <a:pt x="0" y="46752"/>
                  </a:lnTo>
                  <a:lnTo>
                    <a:pt x="294127" y="46752"/>
                  </a:lnTo>
                  <a:lnTo>
                    <a:pt x="294127" y="19769"/>
                  </a:lnTo>
                  <a:lnTo>
                    <a:pt x="147063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2" name="object 582" descr=""/>
            <p:cNvSpPr/>
            <p:nvPr/>
          </p:nvSpPr>
          <p:spPr>
            <a:xfrm>
              <a:off x="5982881" y="8048237"/>
              <a:ext cx="207010" cy="308610"/>
            </a:xfrm>
            <a:custGeom>
              <a:avLst/>
              <a:gdLst/>
              <a:ahLst/>
              <a:cxnLst/>
              <a:rect l="l" t="t" r="r" b="b"/>
              <a:pathLst>
                <a:path w="207010" h="308609">
                  <a:moveTo>
                    <a:pt x="206692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95783" y="12700"/>
                  </a:lnTo>
                  <a:lnTo>
                    <a:pt x="95783" y="308610"/>
                  </a:lnTo>
                  <a:lnTo>
                    <a:pt x="110934" y="308610"/>
                  </a:lnTo>
                  <a:lnTo>
                    <a:pt x="110934" y="12700"/>
                  </a:lnTo>
                  <a:lnTo>
                    <a:pt x="206692" y="12700"/>
                  </a:lnTo>
                  <a:lnTo>
                    <a:pt x="2066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83" name="object 583" descr=""/>
          <p:cNvGrpSpPr/>
          <p:nvPr/>
        </p:nvGrpSpPr>
        <p:grpSpPr>
          <a:xfrm>
            <a:off x="6426521" y="7888747"/>
            <a:ext cx="314325" cy="534670"/>
            <a:chOff x="6426521" y="7888747"/>
            <a:chExt cx="314325" cy="534670"/>
          </a:xfrm>
        </p:grpSpPr>
        <p:sp>
          <p:nvSpPr>
            <p:cNvPr id="584" name="object 584" descr=""/>
            <p:cNvSpPr/>
            <p:nvPr/>
          </p:nvSpPr>
          <p:spPr>
            <a:xfrm>
              <a:off x="6455457" y="7954898"/>
              <a:ext cx="256540" cy="424815"/>
            </a:xfrm>
            <a:custGeom>
              <a:avLst/>
              <a:gdLst/>
              <a:ahLst/>
              <a:cxnLst/>
              <a:rect l="l" t="t" r="r" b="b"/>
              <a:pathLst>
                <a:path w="256540" h="424815">
                  <a:moveTo>
                    <a:pt x="256285" y="0"/>
                  </a:moveTo>
                  <a:lnTo>
                    <a:pt x="0" y="0"/>
                  </a:lnTo>
                  <a:lnTo>
                    <a:pt x="0" y="424374"/>
                  </a:lnTo>
                  <a:lnTo>
                    <a:pt x="256285" y="424374"/>
                  </a:lnTo>
                  <a:lnTo>
                    <a:pt x="2562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5" name="object 585" descr=""/>
            <p:cNvSpPr/>
            <p:nvPr/>
          </p:nvSpPr>
          <p:spPr>
            <a:xfrm>
              <a:off x="6480273" y="7977725"/>
              <a:ext cx="207010" cy="379095"/>
            </a:xfrm>
            <a:custGeom>
              <a:avLst/>
              <a:gdLst/>
              <a:ahLst/>
              <a:cxnLst/>
              <a:rect l="l" t="t" r="r" b="b"/>
              <a:pathLst>
                <a:path w="207009" h="379095">
                  <a:moveTo>
                    <a:pt x="206663" y="0"/>
                  </a:moveTo>
                  <a:lnTo>
                    <a:pt x="0" y="0"/>
                  </a:lnTo>
                  <a:lnTo>
                    <a:pt x="0" y="378752"/>
                  </a:lnTo>
                  <a:lnTo>
                    <a:pt x="206663" y="378752"/>
                  </a:lnTo>
                  <a:lnTo>
                    <a:pt x="206663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6" name="object 586" descr=""/>
            <p:cNvSpPr/>
            <p:nvPr/>
          </p:nvSpPr>
          <p:spPr>
            <a:xfrm>
              <a:off x="6426526" y="8379283"/>
              <a:ext cx="314325" cy="44450"/>
            </a:xfrm>
            <a:custGeom>
              <a:avLst/>
              <a:gdLst/>
              <a:ahLst/>
              <a:cxnLst/>
              <a:rect l="l" t="t" r="r" b="b"/>
              <a:pathLst>
                <a:path w="314325" h="44450">
                  <a:moveTo>
                    <a:pt x="314157" y="0"/>
                  </a:moveTo>
                  <a:lnTo>
                    <a:pt x="0" y="0"/>
                  </a:lnTo>
                  <a:lnTo>
                    <a:pt x="0" y="44103"/>
                  </a:lnTo>
                  <a:lnTo>
                    <a:pt x="314157" y="44103"/>
                  </a:lnTo>
                  <a:lnTo>
                    <a:pt x="314157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7" name="object 587" descr=""/>
            <p:cNvSpPr/>
            <p:nvPr/>
          </p:nvSpPr>
          <p:spPr>
            <a:xfrm>
              <a:off x="6426521" y="7888747"/>
              <a:ext cx="314325" cy="66675"/>
            </a:xfrm>
            <a:custGeom>
              <a:avLst/>
              <a:gdLst/>
              <a:ahLst/>
              <a:cxnLst/>
              <a:rect l="l" t="t" r="r" b="b"/>
              <a:pathLst>
                <a:path w="314325" h="66675">
                  <a:moveTo>
                    <a:pt x="157073" y="0"/>
                  </a:moveTo>
                  <a:lnTo>
                    <a:pt x="0" y="22051"/>
                  </a:lnTo>
                  <a:lnTo>
                    <a:pt x="0" y="66155"/>
                  </a:lnTo>
                  <a:lnTo>
                    <a:pt x="314157" y="66155"/>
                  </a:lnTo>
                  <a:lnTo>
                    <a:pt x="314157" y="22051"/>
                  </a:lnTo>
                  <a:lnTo>
                    <a:pt x="1570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8" name="object 588" descr=""/>
            <p:cNvSpPr/>
            <p:nvPr/>
          </p:nvSpPr>
          <p:spPr>
            <a:xfrm>
              <a:off x="6436520" y="7898451"/>
              <a:ext cx="294640" cy="46990"/>
            </a:xfrm>
            <a:custGeom>
              <a:avLst/>
              <a:gdLst/>
              <a:ahLst/>
              <a:cxnLst/>
              <a:rect l="l" t="t" r="r" b="b"/>
              <a:pathLst>
                <a:path w="294640" h="46990">
                  <a:moveTo>
                    <a:pt x="147074" y="0"/>
                  </a:moveTo>
                  <a:lnTo>
                    <a:pt x="0" y="19769"/>
                  </a:lnTo>
                  <a:lnTo>
                    <a:pt x="0" y="46752"/>
                  </a:lnTo>
                  <a:lnTo>
                    <a:pt x="294137" y="46752"/>
                  </a:lnTo>
                  <a:lnTo>
                    <a:pt x="294137" y="19769"/>
                  </a:lnTo>
                  <a:lnTo>
                    <a:pt x="14707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9" name="object 589" descr=""/>
            <p:cNvSpPr/>
            <p:nvPr/>
          </p:nvSpPr>
          <p:spPr>
            <a:xfrm>
              <a:off x="6480264" y="8048237"/>
              <a:ext cx="207010" cy="308610"/>
            </a:xfrm>
            <a:custGeom>
              <a:avLst/>
              <a:gdLst/>
              <a:ahLst/>
              <a:cxnLst/>
              <a:rect l="l" t="t" r="r" b="b"/>
              <a:pathLst>
                <a:path w="207009" h="308609">
                  <a:moveTo>
                    <a:pt x="206667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95758" y="12700"/>
                  </a:lnTo>
                  <a:lnTo>
                    <a:pt x="95758" y="308610"/>
                  </a:lnTo>
                  <a:lnTo>
                    <a:pt x="110909" y="308610"/>
                  </a:lnTo>
                  <a:lnTo>
                    <a:pt x="110909" y="12700"/>
                  </a:lnTo>
                  <a:lnTo>
                    <a:pt x="206667" y="12700"/>
                  </a:lnTo>
                  <a:lnTo>
                    <a:pt x="2066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90" name="object 590" descr=""/>
          <p:cNvGrpSpPr/>
          <p:nvPr/>
        </p:nvGrpSpPr>
        <p:grpSpPr>
          <a:xfrm>
            <a:off x="7404382" y="7888747"/>
            <a:ext cx="314325" cy="534670"/>
            <a:chOff x="7404382" y="7888747"/>
            <a:chExt cx="314325" cy="534670"/>
          </a:xfrm>
        </p:grpSpPr>
        <p:sp>
          <p:nvSpPr>
            <p:cNvPr id="591" name="object 591" descr=""/>
            <p:cNvSpPr/>
            <p:nvPr/>
          </p:nvSpPr>
          <p:spPr>
            <a:xfrm>
              <a:off x="7433323" y="7954898"/>
              <a:ext cx="256540" cy="424815"/>
            </a:xfrm>
            <a:custGeom>
              <a:avLst/>
              <a:gdLst/>
              <a:ahLst/>
              <a:cxnLst/>
              <a:rect l="l" t="t" r="r" b="b"/>
              <a:pathLst>
                <a:path w="256540" h="424815">
                  <a:moveTo>
                    <a:pt x="256285" y="0"/>
                  </a:moveTo>
                  <a:lnTo>
                    <a:pt x="0" y="0"/>
                  </a:lnTo>
                  <a:lnTo>
                    <a:pt x="0" y="424374"/>
                  </a:lnTo>
                  <a:lnTo>
                    <a:pt x="256285" y="424374"/>
                  </a:lnTo>
                  <a:lnTo>
                    <a:pt x="2562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2" name="object 592" descr=""/>
            <p:cNvSpPr/>
            <p:nvPr/>
          </p:nvSpPr>
          <p:spPr>
            <a:xfrm>
              <a:off x="7458129" y="7977725"/>
              <a:ext cx="207010" cy="379095"/>
            </a:xfrm>
            <a:custGeom>
              <a:avLst/>
              <a:gdLst/>
              <a:ahLst/>
              <a:cxnLst/>
              <a:rect l="l" t="t" r="r" b="b"/>
              <a:pathLst>
                <a:path w="207009" h="379095">
                  <a:moveTo>
                    <a:pt x="206663" y="0"/>
                  </a:moveTo>
                  <a:lnTo>
                    <a:pt x="0" y="0"/>
                  </a:lnTo>
                  <a:lnTo>
                    <a:pt x="0" y="378752"/>
                  </a:lnTo>
                  <a:lnTo>
                    <a:pt x="206663" y="378752"/>
                  </a:lnTo>
                  <a:lnTo>
                    <a:pt x="206663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3" name="object 593" descr=""/>
            <p:cNvSpPr/>
            <p:nvPr/>
          </p:nvSpPr>
          <p:spPr>
            <a:xfrm>
              <a:off x="7404382" y="8379283"/>
              <a:ext cx="314325" cy="44450"/>
            </a:xfrm>
            <a:custGeom>
              <a:avLst/>
              <a:gdLst/>
              <a:ahLst/>
              <a:cxnLst/>
              <a:rect l="l" t="t" r="r" b="b"/>
              <a:pathLst>
                <a:path w="314325" h="44450">
                  <a:moveTo>
                    <a:pt x="314157" y="0"/>
                  </a:moveTo>
                  <a:lnTo>
                    <a:pt x="0" y="0"/>
                  </a:lnTo>
                  <a:lnTo>
                    <a:pt x="0" y="44103"/>
                  </a:lnTo>
                  <a:lnTo>
                    <a:pt x="314157" y="44103"/>
                  </a:lnTo>
                  <a:lnTo>
                    <a:pt x="314157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4" name="object 594" descr=""/>
            <p:cNvSpPr/>
            <p:nvPr/>
          </p:nvSpPr>
          <p:spPr>
            <a:xfrm>
              <a:off x="7404382" y="7888747"/>
              <a:ext cx="314325" cy="66675"/>
            </a:xfrm>
            <a:custGeom>
              <a:avLst/>
              <a:gdLst/>
              <a:ahLst/>
              <a:cxnLst/>
              <a:rect l="l" t="t" r="r" b="b"/>
              <a:pathLst>
                <a:path w="314325" h="66675">
                  <a:moveTo>
                    <a:pt x="157084" y="0"/>
                  </a:moveTo>
                  <a:lnTo>
                    <a:pt x="0" y="22051"/>
                  </a:lnTo>
                  <a:lnTo>
                    <a:pt x="0" y="66155"/>
                  </a:lnTo>
                  <a:lnTo>
                    <a:pt x="314157" y="66155"/>
                  </a:lnTo>
                  <a:lnTo>
                    <a:pt x="314157" y="22051"/>
                  </a:lnTo>
                  <a:lnTo>
                    <a:pt x="1570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5" name="object 595" descr=""/>
            <p:cNvSpPr/>
            <p:nvPr/>
          </p:nvSpPr>
          <p:spPr>
            <a:xfrm>
              <a:off x="7414393" y="7898451"/>
              <a:ext cx="294640" cy="46990"/>
            </a:xfrm>
            <a:custGeom>
              <a:avLst/>
              <a:gdLst/>
              <a:ahLst/>
              <a:cxnLst/>
              <a:rect l="l" t="t" r="r" b="b"/>
              <a:pathLst>
                <a:path w="294640" h="46990">
                  <a:moveTo>
                    <a:pt x="147074" y="0"/>
                  </a:moveTo>
                  <a:lnTo>
                    <a:pt x="0" y="19769"/>
                  </a:lnTo>
                  <a:lnTo>
                    <a:pt x="0" y="46752"/>
                  </a:lnTo>
                  <a:lnTo>
                    <a:pt x="294137" y="46752"/>
                  </a:lnTo>
                  <a:lnTo>
                    <a:pt x="294137" y="19769"/>
                  </a:lnTo>
                  <a:lnTo>
                    <a:pt x="14707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6" name="object 596" descr=""/>
            <p:cNvSpPr/>
            <p:nvPr/>
          </p:nvSpPr>
          <p:spPr>
            <a:xfrm>
              <a:off x="7458126" y="8048237"/>
              <a:ext cx="207010" cy="308610"/>
            </a:xfrm>
            <a:custGeom>
              <a:avLst/>
              <a:gdLst/>
              <a:ahLst/>
              <a:cxnLst/>
              <a:rect l="l" t="t" r="r" b="b"/>
              <a:pathLst>
                <a:path w="207009" h="308609">
                  <a:moveTo>
                    <a:pt x="206654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95758" y="12700"/>
                  </a:lnTo>
                  <a:lnTo>
                    <a:pt x="95758" y="308610"/>
                  </a:lnTo>
                  <a:lnTo>
                    <a:pt x="110909" y="308610"/>
                  </a:lnTo>
                  <a:lnTo>
                    <a:pt x="110909" y="12700"/>
                  </a:lnTo>
                  <a:lnTo>
                    <a:pt x="206654" y="12700"/>
                  </a:lnTo>
                  <a:lnTo>
                    <a:pt x="2066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7" name="object 597" descr=""/>
          <p:cNvSpPr/>
          <p:nvPr/>
        </p:nvSpPr>
        <p:spPr>
          <a:xfrm>
            <a:off x="5676315" y="7446732"/>
            <a:ext cx="2307590" cy="345440"/>
          </a:xfrm>
          <a:custGeom>
            <a:avLst/>
            <a:gdLst/>
            <a:ahLst/>
            <a:cxnLst/>
            <a:rect l="l" t="t" r="r" b="b"/>
            <a:pathLst>
              <a:path w="2307590" h="345440">
                <a:moveTo>
                  <a:pt x="1918119" y="0"/>
                </a:moveTo>
                <a:lnTo>
                  <a:pt x="389349" y="0"/>
                </a:lnTo>
                <a:lnTo>
                  <a:pt x="0" y="345005"/>
                </a:lnTo>
                <a:lnTo>
                  <a:pt x="2307458" y="345005"/>
                </a:lnTo>
                <a:lnTo>
                  <a:pt x="1918119" y="0"/>
                </a:lnTo>
                <a:close/>
              </a:path>
            </a:pathLst>
          </a:custGeom>
          <a:solidFill>
            <a:srgbClr val="B3B3B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98" name="object 598" descr=""/>
          <p:cNvGrpSpPr/>
          <p:nvPr/>
        </p:nvGrpSpPr>
        <p:grpSpPr>
          <a:xfrm>
            <a:off x="6814933" y="7970846"/>
            <a:ext cx="537845" cy="674370"/>
            <a:chOff x="6814933" y="7970846"/>
            <a:chExt cx="537845" cy="674370"/>
          </a:xfrm>
        </p:grpSpPr>
        <p:sp>
          <p:nvSpPr>
            <p:cNvPr id="599" name="object 599" descr=""/>
            <p:cNvSpPr/>
            <p:nvPr/>
          </p:nvSpPr>
          <p:spPr>
            <a:xfrm>
              <a:off x="6814921" y="8541949"/>
              <a:ext cx="537845" cy="103505"/>
            </a:xfrm>
            <a:custGeom>
              <a:avLst/>
              <a:gdLst/>
              <a:ahLst/>
              <a:cxnLst/>
              <a:rect l="l" t="t" r="r" b="b"/>
              <a:pathLst>
                <a:path w="537845" h="103504">
                  <a:moveTo>
                    <a:pt x="537413" y="51600"/>
                  </a:moveTo>
                  <a:lnTo>
                    <a:pt x="480504" y="51600"/>
                  </a:lnTo>
                  <a:lnTo>
                    <a:pt x="480504" y="0"/>
                  </a:lnTo>
                  <a:lnTo>
                    <a:pt x="56921" y="0"/>
                  </a:lnTo>
                  <a:lnTo>
                    <a:pt x="56921" y="51600"/>
                  </a:lnTo>
                  <a:lnTo>
                    <a:pt x="0" y="51600"/>
                  </a:lnTo>
                  <a:lnTo>
                    <a:pt x="0" y="103251"/>
                  </a:lnTo>
                  <a:lnTo>
                    <a:pt x="537413" y="103251"/>
                  </a:lnTo>
                  <a:lnTo>
                    <a:pt x="537413" y="51600"/>
                  </a:lnTo>
                  <a:close/>
                </a:path>
              </a:pathLst>
            </a:custGeom>
            <a:solidFill>
              <a:srgbClr val="CDEB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0" name="object 600" descr=""/>
            <p:cNvSpPr/>
            <p:nvPr/>
          </p:nvSpPr>
          <p:spPr>
            <a:xfrm>
              <a:off x="6929788" y="7970846"/>
              <a:ext cx="307975" cy="571500"/>
            </a:xfrm>
            <a:custGeom>
              <a:avLst/>
              <a:gdLst/>
              <a:ahLst/>
              <a:cxnLst/>
              <a:rect l="l" t="t" r="r" b="b"/>
              <a:pathLst>
                <a:path w="307975" h="571500">
                  <a:moveTo>
                    <a:pt x="307686" y="0"/>
                  </a:moveTo>
                  <a:lnTo>
                    <a:pt x="0" y="0"/>
                  </a:lnTo>
                  <a:lnTo>
                    <a:pt x="0" y="571092"/>
                  </a:lnTo>
                  <a:lnTo>
                    <a:pt x="307686" y="571092"/>
                  </a:lnTo>
                  <a:lnTo>
                    <a:pt x="307686" y="0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1" name="object 601" descr=""/>
            <p:cNvSpPr/>
            <p:nvPr/>
          </p:nvSpPr>
          <p:spPr>
            <a:xfrm>
              <a:off x="6814933" y="8029765"/>
              <a:ext cx="57150" cy="563880"/>
            </a:xfrm>
            <a:custGeom>
              <a:avLst/>
              <a:gdLst/>
              <a:ahLst/>
              <a:cxnLst/>
              <a:rect l="l" t="t" r="r" b="b"/>
              <a:pathLst>
                <a:path w="57150" h="563879">
                  <a:moveTo>
                    <a:pt x="56909" y="0"/>
                  </a:moveTo>
                  <a:lnTo>
                    <a:pt x="0" y="0"/>
                  </a:lnTo>
                  <a:lnTo>
                    <a:pt x="0" y="563783"/>
                  </a:lnTo>
                  <a:lnTo>
                    <a:pt x="56909" y="563783"/>
                  </a:lnTo>
                  <a:lnTo>
                    <a:pt x="56909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2" name="object 602" descr=""/>
            <p:cNvSpPr/>
            <p:nvPr/>
          </p:nvSpPr>
          <p:spPr>
            <a:xfrm>
              <a:off x="6965378" y="8035105"/>
              <a:ext cx="239395" cy="478790"/>
            </a:xfrm>
            <a:custGeom>
              <a:avLst/>
              <a:gdLst/>
              <a:ahLst/>
              <a:cxnLst/>
              <a:rect l="l" t="t" r="r" b="b"/>
              <a:pathLst>
                <a:path w="239395" h="478790">
                  <a:moveTo>
                    <a:pt x="105600" y="130365"/>
                  </a:moveTo>
                  <a:lnTo>
                    <a:pt x="0" y="130365"/>
                  </a:lnTo>
                  <a:lnTo>
                    <a:pt x="0" y="341287"/>
                  </a:lnTo>
                  <a:lnTo>
                    <a:pt x="105600" y="341287"/>
                  </a:lnTo>
                  <a:lnTo>
                    <a:pt x="105600" y="130365"/>
                  </a:lnTo>
                  <a:close/>
                </a:path>
                <a:path w="239395" h="478790">
                  <a:moveTo>
                    <a:pt x="239191" y="375005"/>
                  </a:moveTo>
                  <a:lnTo>
                    <a:pt x="0" y="375005"/>
                  </a:lnTo>
                  <a:lnTo>
                    <a:pt x="0" y="478269"/>
                  </a:lnTo>
                  <a:lnTo>
                    <a:pt x="239191" y="478269"/>
                  </a:lnTo>
                  <a:lnTo>
                    <a:pt x="239191" y="375005"/>
                  </a:lnTo>
                  <a:close/>
                </a:path>
                <a:path w="239395" h="478790">
                  <a:moveTo>
                    <a:pt x="239191" y="130136"/>
                  </a:moveTo>
                  <a:lnTo>
                    <a:pt x="133578" y="130136"/>
                  </a:lnTo>
                  <a:lnTo>
                    <a:pt x="133578" y="341058"/>
                  </a:lnTo>
                  <a:lnTo>
                    <a:pt x="239191" y="341058"/>
                  </a:lnTo>
                  <a:lnTo>
                    <a:pt x="239191" y="130136"/>
                  </a:lnTo>
                  <a:close/>
                </a:path>
                <a:path w="239395" h="478790">
                  <a:moveTo>
                    <a:pt x="239191" y="0"/>
                  </a:moveTo>
                  <a:lnTo>
                    <a:pt x="0" y="0"/>
                  </a:lnTo>
                  <a:lnTo>
                    <a:pt x="0" y="96812"/>
                  </a:lnTo>
                  <a:lnTo>
                    <a:pt x="239191" y="96812"/>
                  </a:lnTo>
                  <a:lnTo>
                    <a:pt x="239191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3" name="object 603" descr=""/>
            <p:cNvSpPr/>
            <p:nvPr/>
          </p:nvSpPr>
          <p:spPr>
            <a:xfrm>
              <a:off x="6958018" y="8263642"/>
              <a:ext cx="15240" cy="58419"/>
            </a:xfrm>
            <a:custGeom>
              <a:avLst/>
              <a:gdLst/>
              <a:ahLst/>
              <a:cxnLst/>
              <a:rect l="l" t="t" r="r" b="b"/>
              <a:pathLst>
                <a:path w="15240" h="58420">
                  <a:moveTo>
                    <a:pt x="11434" y="0"/>
                  </a:moveTo>
                  <a:lnTo>
                    <a:pt x="7361" y="0"/>
                  </a:lnTo>
                  <a:lnTo>
                    <a:pt x="3308" y="0"/>
                  </a:lnTo>
                  <a:lnTo>
                    <a:pt x="0" y="3319"/>
                  </a:lnTo>
                  <a:lnTo>
                    <a:pt x="0" y="54637"/>
                  </a:lnTo>
                  <a:lnTo>
                    <a:pt x="3308" y="57956"/>
                  </a:lnTo>
                  <a:lnTo>
                    <a:pt x="11434" y="57956"/>
                  </a:lnTo>
                  <a:lnTo>
                    <a:pt x="14732" y="54637"/>
                  </a:lnTo>
                  <a:lnTo>
                    <a:pt x="14732" y="3319"/>
                  </a:lnTo>
                  <a:lnTo>
                    <a:pt x="11434" y="0"/>
                  </a:lnTo>
                  <a:close/>
                </a:path>
              </a:pathLst>
            </a:custGeom>
            <a:solidFill>
              <a:srgbClr val="CDEBE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04" name="object 604" descr=""/>
          <p:cNvGrpSpPr/>
          <p:nvPr/>
        </p:nvGrpSpPr>
        <p:grpSpPr>
          <a:xfrm>
            <a:off x="5817404" y="7954909"/>
            <a:ext cx="90805" cy="108585"/>
            <a:chOff x="5817404" y="7954909"/>
            <a:chExt cx="90805" cy="108585"/>
          </a:xfrm>
        </p:grpSpPr>
        <p:sp>
          <p:nvSpPr>
            <p:cNvPr id="605" name="object 605" descr=""/>
            <p:cNvSpPr/>
            <p:nvPr/>
          </p:nvSpPr>
          <p:spPr>
            <a:xfrm>
              <a:off x="5817404" y="7995358"/>
              <a:ext cx="90805" cy="31750"/>
            </a:xfrm>
            <a:custGeom>
              <a:avLst/>
              <a:gdLst/>
              <a:ahLst/>
              <a:cxnLst/>
              <a:rect l="l" t="t" r="r" b="b"/>
              <a:pathLst>
                <a:path w="90804" h="31750">
                  <a:moveTo>
                    <a:pt x="90635" y="0"/>
                  </a:moveTo>
                  <a:lnTo>
                    <a:pt x="0" y="0"/>
                  </a:lnTo>
                  <a:lnTo>
                    <a:pt x="0" y="31601"/>
                  </a:lnTo>
                  <a:lnTo>
                    <a:pt x="90635" y="31601"/>
                  </a:lnTo>
                  <a:lnTo>
                    <a:pt x="90635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6" name="object 606" descr=""/>
            <p:cNvSpPr/>
            <p:nvPr/>
          </p:nvSpPr>
          <p:spPr>
            <a:xfrm>
              <a:off x="5817414" y="8031389"/>
              <a:ext cx="58419" cy="31750"/>
            </a:xfrm>
            <a:custGeom>
              <a:avLst/>
              <a:gdLst/>
              <a:ahLst/>
              <a:cxnLst/>
              <a:rect l="l" t="t" r="r" b="b"/>
              <a:pathLst>
                <a:path w="58420" h="31750">
                  <a:moveTo>
                    <a:pt x="58417" y="0"/>
                  </a:moveTo>
                  <a:lnTo>
                    <a:pt x="0" y="0"/>
                  </a:lnTo>
                  <a:lnTo>
                    <a:pt x="0" y="31632"/>
                  </a:lnTo>
                  <a:lnTo>
                    <a:pt x="58417" y="31632"/>
                  </a:lnTo>
                  <a:lnTo>
                    <a:pt x="58417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7" name="object 607" descr=""/>
            <p:cNvSpPr/>
            <p:nvPr/>
          </p:nvSpPr>
          <p:spPr>
            <a:xfrm>
              <a:off x="5817414" y="7954909"/>
              <a:ext cx="58419" cy="31750"/>
            </a:xfrm>
            <a:custGeom>
              <a:avLst/>
              <a:gdLst/>
              <a:ahLst/>
              <a:cxnLst/>
              <a:rect l="l" t="t" r="r" b="b"/>
              <a:pathLst>
                <a:path w="58420" h="31750">
                  <a:moveTo>
                    <a:pt x="58417" y="0"/>
                  </a:moveTo>
                  <a:lnTo>
                    <a:pt x="0" y="0"/>
                  </a:lnTo>
                  <a:lnTo>
                    <a:pt x="0" y="31590"/>
                  </a:lnTo>
                  <a:lnTo>
                    <a:pt x="58417" y="31590"/>
                  </a:lnTo>
                  <a:lnTo>
                    <a:pt x="584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08" name="object 608" descr=""/>
          <p:cNvGrpSpPr/>
          <p:nvPr/>
        </p:nvGrpSpPr>
        <p:grpSpPr>
          <a:xfrm>
            <a:off x="7752067" y="8190619"/>
            <a:ext cx="90805" cy="108585"/>
            <a:chOff x="7752067" y="8190619"/>
            <a:chExt cx="90805" cy="108585"/>
          </a:xfrm>
        </p:grpSpPr>
        <p:sp>
          <p:nvSpPr>
            <p:cNvPr id="609" name="object 609" descr=""/>
            <p:cNvSpPr/>
            <p:nvPr/>
          </p:nvSpPr>
          <p:spPr>
            <a:xfrm>
              <a:off x="7752067" y="8231078"/>
              <a:ext cx="90805" cy="31750"/>
            </a:xfrm>
            <a:custGeom>
              <a:avLst/>
              <a:gdLst/>
              <a:ahLst/>
              <a:cxnLst/>
              <a:rect l="l" t="t" r="r" b="b"/>
              <a:pathLst>
                <a:path w="90804" h="31750">
                  <a:moveTo>
                    <a:pt x="90625" y="0"/>
                  </a:moveTo>
                  <a:lnTo>
                    <a:pt x="0" y="0"/>
                  </a:lnTo>
                  <a:lnTo>
                    <a:pt x="0" y="31601"/>
                  </a:lnTo>
                  <a:lnTo>
                    <a:pt x="90625" y="31601"/>
                  </a:lnTo>
                  <a:lnTo>
                    <a:pt x="90625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0" name="object 610" descr=""/>
            <p:cNvSpPr/>
            <p:nvPr/>
          </p:nvSpPr>
          <p:spPr>
            <a:xfrm>
              <a:off x="7784265" y="8267098"/>
              <a:ext cx="58419" cy="31750"/>
            </a:xfrm>
            <a:custGeom>
              <a:avLst/>
              <a:gdLst/>
              <a:ahLst/>
              <a:cxnLst/>
              <a:rect l="l" t="t" r="r" b="b"/>
              <a:pathLst>
                <a:path w="58420" h="31750">
                  <a:moveTo>
                    <a:pt x="58417" y="0"/>
                  </a:moveTo>
                  <a:lnTo>
                    <a:pt x="0" y="0"/>
                  </a:lnTo>
                  <a:lnTo>
                    <a:pt x="0" y="31632"/>
                  </a:lnTo>
                  <a:lnTo>
                    <a:pt x="58417" y="31632"/>
                  </a:lnTo>
                  <a:lnTo>
                    <a:pt x="58417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1" name="object 611" descr=""/>
            <p:cNvSpPr/>
            <p:nvPr/>
          </p:nvSpPr>
          <p:spPr>
            <a:xfrm>
              <a:off x="7784265" y="8190619"/>
              <a:ext cx="58419" cy="31750"/>
            </a:xfrm>
            <a:custGeom>
              <a:avLst/>
              <a:gdLst/>
              <a:ahLst/>
              <a:cxnLst/>
              <a:rect l="l" t="t" r="r" b="b"/>
              <a:pathLst>
                <a:path w="58420" h="31750">
                  <a:moveTo>
                    <a:pt x="58417" y="0"/>
                  </a:moveTo>
                  <a:lnTo>
                    <a:pt x="0" y="0"/>
                  </a:lnTo>
                  <a:lnTo>
                    <a:pt x="0" y="31590"/>
                  </a:lnTo>
                  <a:lnTo>
                    <a:pt x="58417" y="31590"/>
                  </a:lnTo>
                  <a:lnTo>
                    <a:pt x="584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12" name="object 612" descr=""/>
          <p:cNvGrpSpPr/>
          <p:nvPr/>
        </p:nvGrpSpPr>
        <p:grpSpPr>
          <a:xfrm>
            <a:off x="7752057" y="7873728"/>
            <a:ext cx="90805" cy="72390"/>
            <a:chOff x="7752057" y="7873728"/>
            <a:chExt cx="90805" cy="72390"/>
          </a:xfrm>
        </p:grpSpPr>
        <p:sp>
          <p:nvSpPr>
            <p:cNvPr id="613" name="object 613" descr=""/>
            <p:cNvSpPr/>
            <p:nvPr/>
          </p:nvSpPr>
          <p:spPr>
            <a:xfrm>
              <a:off x="7784265" y="7873728"/>
              <a:ext cx="58419" cy="31750"/>
            </a:xfrm>
            <a:custGeom>
              <a:avLst/>
              <a:gdLst/>
              <a:ahLst/>
              <a:cxnLst/>
              <a:rect l="l" t="t" r="r" b="b"/>
              <a:pathLst>
                <a:path w="58420" h="31750">
                  <a:moveTo>
                    <a:pt x="58417" y="0"/>
                  </a:moveTo>
                  <a:lnTo>
                    <a:pt x="0" y="0"/>
                  </a:lnTo>
                  <a:lnTo>
                    <a:pt x="0" y="31632"/>
                  </a:lnTo>
                  <a:lnTo>
                    <a:pt x="58417" y="31632"/>
                  </a:lnTo>
                  <a:lnTo>
                    <a:pt x="58417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4" name="object 614" descr=""/>
            <p:cNvSpPr/>
            <p:nvPr/>
          </p:nvSpPr>
          <p:spPr>
            <a:xfrm>
              <a:off x="7752057" y="7914481"/>
              <a:ext cx="90805" cy="31750"/>
            </a:xfrm>
            <a:custGeom>
              <a:avLst/>
              <a:gdLst/>
              <a:ahLst/>
              <a:cxnLst/>
              <a:rect l="l" t="t" r="r" b="b"/>
              <a:pathLst>
                <a:path w="90804" h="31750">
                  <a:moveTo>
                    <a:pt x="90635" y="0"/>
                  </a:moveTo>
                  <a:lnTo>
                    <a:pt x="0" y="0"/>
                  </a:lnTo>
                  <a:lnTo>
                    <a:pt x="0" y="31601"/>
                  </a:lnTo>
                  <a:lnTo>
                    <a:pt x="90635" y="31601"/>
                  </a:lnTo>
                  <a:lnTo>
                    <a:pt x="90635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15" name="object 615" descr=""/>
          <p:cNvGrpSpPr/>
          <p:nvPr/>
        </p:nvGrpSpPr>
        <p:grpSpPr>
          <a:xfrm>
            <a:off x="5817414" y="8291695"/>
            <a:ext cx="90805" cy="114300"/>
            <a:chOff x="5817414" y="8291695"/>
            <a:chExt cx="90805" cy="114300"/>
          </a:xfrm>
        </p:grpSpPr>
        <p:sp>
          <p:nvSpPr>
            <p:cNvPr id="616" name="object 616" descr=""/>
            <p:cNvSpPr/>
            <p:nvPr/>
          </p:nvSpPr>
          <p:spPr>
            <a:xfrm>
              <a:off x="5817414" y="8291695"/>
              <a:ext cx="58419" cy="31750"/>
            </a:xfrm>
            <a:custGeom>
              <a:avLst/>
              <a:gdLst/>
              <a:ahLst/>
              <a:cxnLst/>
              <a:rect l="l" t="t" r="r" b="b"/>
              <a:pathLst>
                <a:path w="58420" h="31750">
                  <a:moveTo>
                    <a:pt x="58417" y="0"/>
                  </a:moveTo>
                  <a:lnTo>
                    <a:pt x="0" y="0"/>
                  </a:lnTo>
                  <a:lnTo>
                    <a:pt x="0" y="31632"/>
                  </a:lnTo>
                  <a:lnTo>
                    <a:pt x="58417" y="31632"/>
                  </a:lnTo>
                  <a:lnTo>
                    <a:pt x="58417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7" name="object 617" descr=""/>
            <p:cNvSpPr/>
            <p:nvPr/>
          </p:nvSpPr>
          <p:spPr>
            <a:xfrm>
              <a:off x="5817414" y="8332448"/>
              <a:ext cx="90805" cy="31750"/>
            </a:xfrm>
            <a:custGeom>
              <a:avLst/>
              <a:gdLst/>
              <a:ahLst/>
              <a:cxnLst/>
              <a:rect l="l" t="t" r="r" b="b"/>
              <a:pathLst>
                <a:path w="90804" h="31750">
                  <a:moveTo>
                    <a:pt x="90635" y="0"/>
                  </a:moveTo>
                  <a:lnTo>
                    <a:pt x="0" y="0"/>
                  </a:lnTo>
                  <a:lnTo>
                    <a:pt x="0" y="31601"/>
                  </a:lnTo>
                  <a:lnTo>
                    <a:pt x="90635" y="31601"/>
                  </a:lnTo>
                  <a:lnTo>
                    <a:pt x="90635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8" name="object 618" descr=""/>
            <p:cNvSpPr/>
            <p:nvPr/>
          </p:nvSpPr>
          <p:spPr>
            <a:xfrm>
              <a:off x="5817414" y="8373954"/>
              <a:ext cx="58419" cy="31750"/>
            </a:xfrm>
            <a:custGeom>
              <a:avLst/>
              <a:gdLst/>
              <a:ahLst/>
              <a:cxnLst/>
              <a:rect l="l" t="t" r="r" b="b"/>
              <a:pathLst>
                <a:path w="58420" h="31750">
                  <a:moveTo>
                    <a:pt x="58417" y="0"/>
                  </a:moveTo>
                  <a:lnTo>
                    <a:pt x="0" y="0"/>
                  </a:lnTo>
                  <a:lnTo>
                    <a:pt x="0" y="31590"/>
                  </a:lnTo>
                  <a:lnTo>
                    <a:pt x="58417" y="31590"/>
                  </a:lnTo>
                  <a:lnTo>
                    <a:pt x="584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19" name="object 619" descr=""/>
          <p:cNvGrpSpPr/>
          <p:nvPr/>
        </p:nvGrpSpPr>
        <p:grpSpPr>
          <a:xfrm>
            <a:off x="5899673" y="8155982"/>
            <a:ext cx="59055" cy="71120"/>
            <a:chOff x="5899673" y="8155982"/>
            <a:chExt cx="59055" cy="71120"/>
          </a:xfrm>
        </p:grpSpPr>
        <p:sp>
          <p:nvSpPr>
            <p:cNvPr id="620" name="object 620" descr=""/>
            <p:cNvSpPr/>
            <p:nvPr/>
          </p:nvSpPr>
          <p:spPr>
            <a:xfrm>
              <a:off x="5899673" y="8155982"/>
              <a:ext cx="58419" cy="31750"/>
            </a:xfrm>
            <a:custGeom>
              <a:avLst/>
              <a:gdLst/>
              <a:ahLst/>
              <a:cxnLst/>
              <a:rect l="l" t="t" r="r" b="b"/>
              <a:pathLst>
                <a:path w="58420" h="31750">
                  <a:moveTo>
                    <a:pt x="58417" y="0"/>
                  </a:moveTo>
                  <a:lnTo>
                    <a:pt x="0" y="0"/>
                  </a:lnTo>
                  <a:lnTo>
                    <a:pt x="0" y="31590"/>
                  </a:lnTo>
                  <a:lnTo>
                    <a:pt x="58417" y="31590"/>
                  </a:lnTo>
                  <a:lnTo>
                    <a:pt x="584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1" name="object 621" descr=""/>
            <p:cNvSpPr/>
            <p:nvPr/>
          </p:nvSpPr>
          <p:spPr>
            <a:xfrm>
              <a:off x="5928887" y="8195122"/>
              <a:ext cx="29209" cy="31750"/>
            </a:xfrm>
            <a:custGeom>
              <a:avLst/>
              <a:gdLst/>
              <a:ahLst/>
              <a:cxnLst/>
              <a:rect l="l" t="t" r="r" b="b"/>
              <a:pathLst>
                <a:path w="29210" h="31750">
                  <a:moveTo>
                    <a:pt x="29213" y="0"/>
                  </a:moveTo>
                  <a:lnTo>
                    <a:pt x="0" y="0"/>
                  </a:lnTo>
                  <a:lnTo>
                    <a:pt x="0" y="31632"/>
                  </a:lnTo>
                  <a:lnTo>
                    <a:pt x="29213" y="31632"/>
                  </a:lnTo>
                  <a:lnTo>
                    <a:pt x="29213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22" name="object 622" descr=""/>
          <p:cNvGrpSpPr/>
          <p:nvPr/>
        </p:nvGrpSpPr>
        <p:grpSpPr>
          <a:xfrm>
            <a:off x="6397030" y="7988385"/>
            <a:ext cx="59055" cy="71120"/>
            <a:chOff x="6397030" y="7988385"/>
            <a:chExt cx="59055" cy="71120"/>
          </a:xfrm>
        </p:grpSpPr>
        <p:sp>
          <p:nvSpPr>
            <p:cNvPr id="623" name="object 623" descr=""/>
            <p:cNvSpPr/>
            <p:nvPr/>
          </p:nvSpPr>
          <p:spPr>
            <a:xfrm>
              <a:off x="6397030" y="7988385"/>
              <a:ext cx="58419" cy="31750"/>
            </a:xfrm>
            <a:custGeom>
              <a:avLst/>
              <a:gdLst/>
              <a:ahLst/>
              <a:cxnLst/>
              <a:rect l="l" t="t" r="r" b="b"/>
              <a:pathLst>
                <a:path w="58420" h="31750">
                  <a:moveTo>
                    <a:pt x="58417" y="0"/>
                  </a:moveTo>
                  <a:lnTo>
                    <a:pt x="0" y="0"/>
                  </a:lnTo>
                  <a:lnTo>
                    <a:pt x="0" y="31590"/>
                  </a:lnTo>
                  <a:lnTo>
                    <a:pt x="58417" y="31590"/>
                  </a:lnTo>
                  <a:lnTo>
                    <a:pt x="584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4" name="object 624" descr=""/>
            <p:cNvSpPr/>
            <p:nvPr/>
          </p:nvSpPr>
          <p:spPr>
            <a:xfrm>
              <a:off x="6426254" y="8027514"/>
              <a:ext cx="29209" cy="31750"/>
            </a:xfrm>
            <a:custGeom>
              <a:avLst/>
              <a:gdLst/>
              <a:ahLst/>
              <a:cxnLst/>
              <a:rect l="l" t="t" r="r" b="b"/>
              <a:pathLst>
                <a:path w="29210" h="31750">
                  <a:moveTo>
                    <a:pt x="29203" y="0"/>
                  </a:moveTo>
                  <a:lnTo>
                    <a:pt x="0" y="0"/>
                  </a:lnTo>
                  <a:lnTo>
                    <a:pt x="0" y="31632"/>
                  </a:lnTo>
                  <a:lnTo>
                    <a:pt x="29203" y="31632"/>
                  </a:lnTo>
                  <a:lnTo>
                    <a:pt x="29203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25" name="object 625" descr=""/>
          <p:cNvGrpSpPr/>
          <p:nvPr/>
        </p:nvGrpSpPr>
        <p:grpSpPr>
          <a:xfrm>
            <a:off x="6214386" y="8029126"/>
            <a:ext cx="216535" cy="210820"/>
            <a:chOff x="6214386" y="8029126"/>
            <a:chExt cx="216535" cy="210820"/>
          </a:xfrm>
        </p:grpSpPr>
        <p:sp>
          <p:nvSpPr>
            <p:cNvPr id="626" name="object 626" descr=""/>
            <p:cNvSpPr/>
            <p:nvPr/>
          </p:nvSpPr>
          <p:spPr>
            <a:xfrm>
              <a:off x="6214386" y="8069575"/>
              <a:ext cx="90805" cy="31750"/>
            </a:xfrm>
            <a:custGeom>
              <a:avLst/>
              <a:gdLst/>
              <a:ahLst/>
              <a:cxnLst/>
              <a:rect l="l" t="t" r="r" b="b"/>
              <a:pathLst>
                <a:path w="90804" h="31750">
                  <a:moveTo>
                    <a:pt x="90625" y="0"/>
                  </a:moveTo>
                  <a:lnTo>
                    <a:pt x="0" y="0"/>
                  </a:lnTo>
                  <a:lnTo>
                    <a:pt x="0" y="31601"/>
                  </a:lnTo>
                  <a:lnTo>
                    <a:pt x="90625" y="31601"/>
                  </a:lnTo>
                  <a:lnTo>
                    <a:pt x="90625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7" name="object 627" descr=""/>
            <p:cNvSpPr/>
            <p:nvPr/>
          </p:nvSpPr>
          <p:spPr>
            <a:xfrm>
              <a:off x="6214386" y="8105595"/>
              <a:ext cx="58419" cy="31750"/>
            </a:xfrm>
            <a:custGeom>
              <a:avLst/>
              <a:gdLst/>
              <a:ahLst/>
              <a:cxnLst/>
              <a:rect l="l" t="t" r="r" b="b"/>
              <a:pathLst>
                <a:path w="58420" h="31750">
                  <a:moveTo>
                    <a:pt x="58417" y="0"/>
                  </a:moveTo>
                  <a:lnTo>
                    <a:pt x="0" y="0"/>
                  </a:lnTo>
                  <a:lnTo>
                    <a:pt x="0" y="31632"/>
                  </a:lnTo>
                  <a:lnTo>
                    <a:pt x="58417" y="31632"/>
                  </a:lnTo>
                  <a:lnTo>
                    <a:pt x="58417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8" name="object 628" descr=""/>
            <p:cNvSpPr/>
            <p:nvPr/>
          </p:nvSpPr>
          <p:spPr>
            <a:xfrm>
              <a:off x="6214386" y="8029126"/>
              <a:ext cx="58419" cy="31750"/>
            </a:xfrm>
            <a:custGeom>
              <a:avLst/>
              <a:gdLst/>
              <a:ahLst/>
              <a:cxnLst/>
              <a:rect l="l" t="t" r="r" b="b"/>
              <a:pathLst>
                <a:path w="58420" h="31750">
                  <a:moveTo>
                    <a:pt x="58417" y="0"/>
                  </a:moveTo>
                  <a:lnTo>
                    <a:pt x="0" y="0"/>
                  </a:lnTo>
                  <a:lnTo>
                    <a:pt x="0" y="31590"/>
                  </a:lnTo>
                  <a:lnTo>
                    <a:pt x="58417" y="31590"/>
                  </a:lnTo>
                  <a:lnTo>
                    <a:pt x="584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9" name="object 629" descr=""/>
            <p:cNvSpPr/>
            <p:nvPr/>
          </p:nvSpPr>
          <p:spPr>
            <a:xfrm>
              <a:off x="6310844" y="8167185"/>
              <a:ext cx="90805" cy="31750"/>
            </a:xfrm>
            <a:custGeom>
              <a:avLst/>
              <a:gdLst/>
              <a:ahLst/>
              <a:cxnLst/>
              <a:rect l="l" t="t" r="r" b="b"/>
              <a:pathLst>
                <a:path w="90804" h="31750">
                  <a:moveTo>
                    <a:pt x="90625" y="0"/>
                  </a:moveTo>
                  <a:lnTo>
                    <a:pt x="0" y="0"/>
                  </a:lnTo>
                  <a:lnTo>
                    <a:pt x="0" y="31601"/>
                  </a:lnTo>
                  <a:lnTo>
                    <a:pt x="90625" y="31601"/>
                  </a:lnTo>
                  <a:lnTo>
                    <a:pt x="90625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0" name="object 630" descr=""/>
            <p:cNvSpPr/>
            <p:nvPr/>
          </p:nvSpPr>
          <p:spPr>
            <a:xfrm>
              <a:off x="6289211" y="8207906"/>
              <a:ext cx="58419" cy="31750"/>
            </a:xfrm>
            <a:custGeom>
              <a:avLst/>
              <a:gdLst/>
              <a:ahLst/>
              <a:cxnLst/>
              <a:rect l="l" t="t" r="r" b="b"/>
              <a:pathLst>
                <a:path w="58420" h="31750">
                  <a:moveTo>
                    <a:pt x="58417" y="0"/>
                  </a:moveTo>
                  <a:lnTo>
                    <a:pt x="0" y="0"/>
                  </a:lnTo>
                  <a:lnTo>
                    <a:pt x="0" y="31632"/>
                  </a:lnTo>
                  <a:lnTo>
                    <a:pt x="58417" y="31632"/>
                  </a:lnTo>
                  <a:lnTo>
                    <a:pt x="58417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1" name="object 631" descr=""/>
            <p:cNvSpPr/>
            <p:nvPr/>
          </p:nvSpPr>
          <p:spPr>
            <a:xfrm>
              <a:off x="6372423" y="8127207"/>
              <a:ext cx="58419" cy="31750"/>
            </a:xfrm>
            <a:custGeom>
              <a:avLst/>
              <a:gdLst/>
              <a:ahLst/>
              <a:cxnLst/>
              <a:rect l="l" t="t" r="r" b="b"/>
              <a:pathLst>
                <a:path w="58420" h="31750">
                  <a:moveTo>
                    <a:pt x="58417" y="0"/>
                  </a:moveTo>
                  <a:lnTo>
                    <a:pt x="0" y="0"/>
                  </a:lnTo>
                  <a:lnTo>
                    <a:pt x="0" y="31590"/>
                  </a:lnTo>
                  <a:lnTo>
                    <a:pt x="58417" y="31590"/>
                  </a:lnTo>
                  <a:lnTo>
                    <a:pt x="584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32" name="object 632" descr=""/>
          <p:cNvGrpSpPr/>
          <p:nvPr/>
        </p:nvGrpSpPr>
        <p:grpSpPr>
          <a:xfrm>
            <a:off x="5676319" y="7791742"/>
            <a:ext cx="2307590" cy="66675"/>
            <a:chOff x="5676319" y="7791742"/>
            <a:chExt cx="2307590" cy="66675"/>
          </a:xfrm>
        </p:grpSpPr>
        <p:sp>
          <p:nvSpPr>
            <p:cNvPr id="633" name="object 633" descr=""/>
            <p:cNvSpPr/>
            <p:nvPr/>
          </p:nvSpPr>
          <p:spPr>
            <a:xfrm>
              <a:off x="5676319" y="7791742"/>
              <a:ext cx="2307590" cy="22225"/>
            </a:xfrm>
            <a:custGeom>
              <a:avLst/>
              <a:gdLst/>
              <a:ahLst/>
              <a:cxnLst/>
              <a:rect l="l" t="t" r="r" b="b"/>
              <a:pathLst>
                <a:path w="2307590" h="22225">
                  <a:moveTo>
                    <a:pt x="2307458" y="0"/>
                  </a:moveTo>
                  <a:lnTo>
                    <a:pt x="0" y="0"/>
                  </a:lnTo>
                  <a:lnTo>
                    <a:pt x="0" y="22062"/>
                  </a:lnTo>
                  <a:lnTo>
                    <a:pt x="2307458" y="22062"/>
                  </a:lnTo>
                  <a:lnTo>
                    <a:pt x="2307458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4" name="object 634" descr=""/>
            <p:cNvSpPr/>
            <p:nvPr/>
          </p:nvSpPr>
          <p:spPr>
            <a:xfrm>
              <a:off x="5756777" y="7813804"/>
              <a:ext cx="2146935" cy="44450"/>
            </a:xfrm>
            <a:custGeom>
              <a:avLst/>
              <a:gdLst/>
              <a:ahLst/>
              <a:cxnLst/>
              <a:rect l="l" t="t" r="r" b="b"/>
              <a:pathLst>
                <a:path w="2146934" h="44450">
                  <a:moveTo>
                    <a:pt x="2146552" y="0"/>
                  </a:moveTo>
                  <a:lnTo>
                    <a:pt x="0" y="0"/>
                  </a:lnTo>
                  <a:lnTo>
                    <a:pt x="0" y="44124"/>
                  </a:lnTo>
                  <a:lnTo>
                    <a:pt x="2146552" y="44124"/>
                  </a:lnTo>
                  <a:lnTo>
                    <a:pt x="214655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35" name="object 635" descr=""/>
          <p:cNvGrpSpPr/>
          <p:nvPr/>
        </p:nvGrpSpPr>
        <p:grpSpPr>
          <a:xfrm>
            <a:off x="6161969" y="7361556"/>
            <a:ext cx="146685" cy="193675"/>
            <a:chOff x="6161969" y="7361556"/>
            <a:chExt cx="146685" cy="193675"/>
          </a:xfrm>
        </p:grpSpPr>
        <p:sp>
          <p:nvSpPr>
            <p:cNvPr id="636" name="object 636" descr=""/>
            <p:cNvSpPr/>
            <p:nvPr/>
          </p:nvSpPr>
          <p:spPr>
            <a:xfrm>
              <a:off x="6174042" y="7420412"/>
              <a:ext cx="121285" cy="134620"/>
            </a:xfrm>
            <a:custGeom>
              <a:avLst/>
              <a:gdLst/>
              <a:ahLst/>
              <a:cxnLst/>
              <a:rect l="l" t="t" r="r" b="b"/>
              <a:pathLst>
                <a:path w="121285" h="134620">
                  <a:moveTo>
                    <a:pt x="0" y="134299"/>
                  </a:moveTo>
                  <a:lnTo>
                    <a:pt x="120729" y="134299"/>
                  </a:lnTo>
                  <a:lnTo>
                    <a:pt x="120729" y="0"/>
                  </a:lnTo>
                  <a:lnTo>
                    <a:pt x="0" y="0"/>
                  </a:lnTo>
                  <a:lnTo>
                    <a:pt x="0" y="13429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7" name="object 637" descr=""/>
            <p:cNvSpPr/>
            <p:nvPr/>
          </p:nvSpPr>
          <p:spPr>
            <a:xfrm>
              <a:off x="6161969" y="7361556"/>
              <a:ext cx="146685" cy="59055"/>
            </a:xfrm>
            <a:custGeom>
              <a:avLst/>
              <a:gdLst/>
              <a:ahLst/>
              <a:cxnLst/>
              <a:rect l="l" t="t" r="r" b="b"/>
              <a:pathLst>
                <a:path w="146685" h="59054">
                  <a:moveTo>
                    <a:pt x="146372" y="0"/>
                  </a:moveTo>
                  <a:lnTo>
                    <a:pt x="0" y="0"/>
                  </a:lnTo>
                  <a:lnTo>
                    <a:pt x="0" y="58856"/>
                  </a:lnTo>
                  <a:lnTo>
                    <a:pt x="146372" y="58856"/>
                  </a:lnTo>
                  <a:lnTo>
                    <a:pt x="146372" y="0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38" name="object 638" descr=""/>
          <p:cNvGrpSpPr/>
          <p:nvPr/>
        </p:nvGrpSpPr>
        <p:grpSpPr>
          <a:xfrm>
            <a:off x="7689598" y="8021724"/>
            <a:ext cx="90805" cy="108585"/>
            <a:chOff x="7689598" y="8021724"/>
            <a:chExt cx="90805" cy="108585"/>
          </a:xfrm>
        </p:grpSpPr>
        <p:sp>
          <p:nvSpPr>
            <p:cNvPr id="639" name="object 639" descr=""/>
            <p:cNvSpPr/>
            <p:nvPr/>
          </p:nvSpPr>
          <p:spPr>
            <a:xfrm>
              <a:off x="7689598" y="8062173"/>
              <a:ext cx="90805" cy="31750"/>
            </a:xfrm>
            <a:custGeom>
              <a:avLst/>
              <a:gdLst/>
              <a:ahLst/>
              <a:cxnLst/>
              <a:rect l="l" t="t" r="r" b="b"/>
              <a:pathLst>
                <a:path w="90804" h="31750">
                  <a:moveTo>
                    <a:pt x="90625" y="0"/>
                  </a:moveTo>
                  <a:lnTo>
                    <a:pt x="0" y="0"/>
                  </a:lnTo>
                  <a:lnTo>
                    <a:pt x="0" y="31601"/>
                  </a:lnTo>
                  <a:lnTo>
                    <a:pt x="90625" y="31601"/>
                  </a:lnTo>
                  <a:lnTo>
                    <a:pt x="90625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0" name="object 640" descr=""/>
            <p:cNvSpPr/>
            <p:nvPr/>
          </p:nvSpPr>
          <p:spPr>
            <a:xfrm>
              <a:off x="7689608" y="8098193"/>
              <a:ext cx="58419" cy="31750"/>
            </a:xfrm>
            <a:custGeom>
              <a:avLst/>
              <a:gdLst/>
              <a:ahLst/>
              <a:cxnLst/>
              <a:rect l="l" t="t" r="r" b="b"/>
              <a:pathLst>
                <a:path w="58420" h="31750">
                  <a:moveTo>
                    <a:pt x="58417" y="0"/>
                  </a:moveTo>
                  <a:lnTo>
                    <a:pt x="0" y="0"/>
                  </a:lnTo>
                  <a:lnTo>
                    <a:pt x="0" y="31632"/>
                  </a:lnTo>
                  <a:lnTo>
                    <a:pt x="58417" y="31632"/>
                  </a:lnTo>
                  <a:lnTo>
                    <a:pt x="58417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1" name="object 641" descr=""/>
            <p:cNvSpPr/>
            <p:nvPr/>
          </p:nvSpPr>
          <p:spPr>
            <a:xfrm>
              <a:off x="7689608" y="8021724"/>
              <a:ext cx="58419" cy="31750"/>
            </a:xfrm>
            <a:custGeom>
              <a:avLst/>
              <a:gdLst/>
              <a:ahLst/>
              <a:cxnLst/>
              <a:rect l="l" t="t" r="r" b="b"/>
              <a:pathLst>
                <a:path w="58420" h="31750">
                  <a:moveTo>
                    <a:pt x="58417" y="0"/>
                  </a:moveTo>
                  <a:lnTo>
                    <a:pt x="0" y="0"/>
                  </a:lnTo>
                  <a:lnTo>
                    <a:pt x="0" y="31590"/>
                  </a:lnTo>
                  <a:lnTo>
                    <a:pt x="58417" y="31590"/>
                  </a:lnTo>
                  <a:lnTo>
                    <a:pt x="584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42" name="object 642" descr=""/>
          <p:cNvGrpSpPr/>
          <p:nvPr/>
        </p:nvGrpSpPr>
        <p:grpSpPr>
          <a:xfrm>
            <a:off x="6785436" y="7891630"/>
            <a:ext cx="648335" cy="702310"/>
            <a:chOff x="6785436" y="7891630"/>
            <a:chExt cx="648335" cy="702310"/>
          </a:xfrm>
        </p:grpSpPr>
        <p:sp>
          <p:nvSpPr>
            <p:cNvPr id="643" name="object 643" descr=""/>
            <p:cNvSpPr/>
            <p:nvPr/>
          </p:nvSpPr>
          <p:spPr>
            <a:xfrm>
              <a:off x="7352341" y="8207540"/>
              <a:ext cx="81280" cy="31750"/>
            </a:xfrm>
            <a:custGeom>
              <a:avLst/>
              <a:gdLst/>
              <a:ahLst/>
              <a:cxnLst/>
              <a:rect l="l" t="t" r="r" b="b"/>
              <a:pathLst>
                <a:path w="81279" h="31750">
                  <a:moveTo>
                    <a:pt x="0" y="31601"/>
                  </a:moveTo>
                  <a:lnTo>
                    <a:pt x="80992" y="31601"/>
                  </a:lnTo>
                  <a:lnTo>
                    <a:pt x="80992" y="0"/>
                  </a:lnTo>
                  <a:lnTo>
                    <a:pt x="0" y="0"/>
                  </a:lnTo>
                  <a:lnTo>
                    <a:pt x="0" y="31601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4" name="object 644" descr=""/>
            <p:cNvSpPr/>
            <p:nvPr/>
          </p:nvSpPr>
          <p:spPr>
            <a:xfrm>
              <a:off x="7374895" y="8243560"/>
              <a:ext cx="58419" cy="31750"/>
            </a:xfrm>
            <a:custGeom>
              <a:avLst/>
              <a:gdLst/>
              <a:ahLst/>
              <a:cxnLst/>
              <a:rect l="l" t="t" r="r" b="b"/>
              <a:pathLst>
                <a:path w="58420" h="31750">
                  <a:moveTo>
                    <a:pt x="58417" y="0"/>
                  </a:moveTo>
                  <a:lnTo>
                    <a:pt x="0" y="0"/>
                  </a:lnTo>
                  <a:lnTo>
                    <a:pt x="0" y="31632"/>
                  </a:lnTo>
                  <a:lnTo>
                    <a:pt x="58417" y="31632"/>
                  </a:lnTo>
                  <a:lnTo>
                    <a:pt x="58417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5" name="object 645" descr=""/>
            <p:cNvSpPr/>
            <p:nvPr/>
          </p:nvSpPr>
          <p:spPr>
            <a:xfrm>
              <a:off x="7374895" y="8167091"/>
              <a:ext cx="58419" cy="31750"/>
            </a:xfrm>
            <a:custGeom>
              <a:avLst/>
              <a:gdLst/>
              <a:ahLst/>
              <a:cxnLst/>
              <a:rect l="l" t="t" r="r" b="b"/>
              <a:pathLst>
                <a:path w="58420" h="31750">
                  <a:moveTo>
                    <a:pt x="58417" y="0"/>
                  </a:moveTo>
                  <a:lnTo>
                    <a:pt x="0" y="0"/>
                  </a:lnTo>
                  <a:lnTo>
                    <a:pt x="0" y="31590"/>
                  </a:lnTo>
                  <a:lnTo>
                    <a:pt x="58417" y="31590"/>
                  </a:lnTo>
                  <a:lnTo>
                    <a:pt x="584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6" name="object 646" descr=""/>
            <p:cNvSpPr/>
            <p:nvPr/>
          </p:nvSpPr>
          <p:spPr>
            <a:xfrm>
              <a:off x="7295431" y="8029765"/>
              <a:ext cx="57150" cy="563880"/>
            </a:xfrm>
            <a:custGeom>
              <a:avLst/>
              <a:gdLst/>
              <a:ahLst/>
              <a:cxnLst/>
              <a:rect l="l" t="t" r="r" b="b"/>
              <a:pathLst>
                <a:path w="57150" h="563879">
                  <a:moveTo>
                    <a:pt x="56909" y="0"/>
                  </a:moveTo>
                  <a:lnTo>
                    <a:pt x="0" y="0"/>
                  </a:lnTo>
                  <a:lnTo>
                    <a:pt x="0" y="563783"/>
                  </a:lnTo>
                  <a:lnTo>
                    <a:pt x="56909" y="563783"/>
                  </a:lnTo>
                  <a:lnTo>
                    <a:pt x="56909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7" name="object 647" descr=""/>
            <p:cNvSpPr/>
            <p:nvPr/>
          </p:nvSpPr>
          <p:spPr>
            <a:xfrm>
              <a:off x="6785446" y="7891630"/>
              <a:ext cx="592455" cy="143510"/>
            </a:xfrm>
            <a:custGeom>
              <a:avLst/>
              <a:gdLst/>
              <a:ahLst/>
              <a:cxnLst/>
              <a:rect l="l" t="t" r="r" b="b"/>
              <a:pathLst>
                <a:path w="592454" h="143509">
                  <a:moveTo>
                    <a:pt x="296095" y="0"/>
                  </a:moveTo>
                  <a:lnTo>
                    <a:pt x="0" y="143461"/>
                  </a:lnTo>
                  <a:lnTo>
                    <a:pt x="592180" y="143461"/>
                  </a:lnTo>
                  <a:lnTo>
                    <a:pt x="296095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8" name="object 648" descr=""/>
            <p:cNvSpPr/>
            <p:nvPr/>
          </p:nvSpPr>
          <p:spPr>
            <a:xfrm>
              <a:off x="6785436" y="8035095"/>
              <a:ext cx="592455" cy="22225"/>
            </a:xfrm>
            <a:custGeom>
              <a:avLst/>
              <a:gdLst/>
              <a:ahLst/>
              <a:cxnLst/>
              <a:rect l="l" t="t" r="r" b="b"/>
              <a:pathLst>
                <a:path w="592454" h="22225">
                  <a:moveTo>
                    <a:pt x="592180" y="0"/>
                  </a:moveTo>
                  <a:lnTo>
                    <a:pt x="0" y="0"/>
                  </a:lnTo>
                  <a:lnTo>
                    <a:pt x="0" y="22062"/>
                  </a:lnTo>
                  <a:lnTo>
                    <a:pt x="592180" y="22062"/>
                  </a:lnTo>
                  <a:lnTo>
                    <a:pt x="59218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9" name="object 649" descr=""/>
          <p:cNvSpPr/>
          <p:nvPr/>
        </p:nvSpPr>
        <p:spPr>
          <a:xfrm>
            <a:off x="1323327" y="6232631"/>
            <a:ext cx="1109345" cy="1320800"/>
          </a:xfrm>
          <a:custGeom>
            <a:avLst/>
            <a:gdLst/>
            <a:ahLst/>
            <a:cxnLst/>
            <a:rect l="l" t="t" r="r" b="b"/>
            <a:pathLst>
              <a:path w="1109345" h="1320800">
                <a:moveTo>
                  <a:pt x="989781" y="1155700"/>
                </a:moveTo>
                <a:lnTo>
                  <a:pt x="173335" y="1155700"/>
                </a:lnTo>
                <a:lnTo>
                  <a:pt x="184443" y="1193800"/>
                </a:lnTo>
                <a:lnTo>
                  <a:pt x="207936" y="1231900"/>
                </a:lnTo>
                <a:lnTo>
                  <a:pt x="240938" y="1244600"/>
                </a:lnTo>
                <a:lnTo>
                  <a:pt x="280577" y="1257300"/>
                </a:lnTo>
                <a:lnTo>
                  <a:pt x="295121" y="1257300"/>
                </a:lnTo>
                <a:lnTo>
                  <a:pt x="302222" y="1270000"/>
                </a:lnTo>
                <a:lnTo>
                  <a:pt x="314291" y="1270000"/>
                </a:lnTo>
                <a:lnTo>
                  <a:pt x="332678" y="1282700"/>
                </a:lnTo>
                <a:lnTo>
                  <a:pt x="358732" y="1282700"/>
                </a:lnTo>
                <a:lnTo>
                  <a:pt x="395101" y="1295400"/>
                </a:lnTo>
                <a:lnTo>
                  <a:pt x="438826" y="1308100"/>
                </a:lnTo>
                <a:lnTo>
                  <a:pt x="487330" y="1308100"/>
                </a:lnTo>
                <a:lnTo>
                  <a:pt x="538037" y="1320800"/>
                </a:lnTo>
                <a:lnTo>
                  <a:pt x="789783" y="1320800"/>
                </a:lnTo>
                <a:lnTo>
                  <a:pt x="823734" y="1308100"/>
                </a:lnTo>
                <a:lnTo>
                  <a:pt x="845326" y="1295400"/>
                </a:lnTo>
                <a:lnTo>
                  <a:pt x="863130" y="1282700"/>
                </a:lnTo>
                <a:lnTo>
                  <a:pt x="876875" y="1270000"/>
                </a:lnTo>
                <a:lnTo>
                  <a:pt x="886287" y="1257300"/>
                </a:lnTo>
                <a:lnTo>
                  <a:pt x="924514" y="1244600"/>
                </a:lnTo>
                <a:lnTo>
                  <a:pt x="956288" y="1231900"/>
                </a:lnTo>
                <a:lnTo>
                  <a:pt x="978936" y="1193800"/>
                </a:lnTo>
                <a:lnTo>
                  <a:pt x="989781" y="1155700"/>
                </a:lnTo>
                <a:close/>
              </a:path>
              <a:path w="1109345" h="1320800">
                <a:moveTo>
                  <a:pt x="46469" y="927100"/>
                </a:moveTo>
                <a:lnTo>
                  <a:pt x="28381" y="939800"/>
                </a:lnTo>
                <a:lnTo>
                  <a:pt x="13610" y="952500"/>
                </a:lnTo>
                <a:lnTo>
                  <a:pt x="3651" y="965200"/>
                </a:lnTo>
                <a:lnTo>
                  <a:pt x="0" y="977900"/>
                </a:lnTo>
                <a:lnTo>
                  <a:pt x="3651" y="1003300"/>
                </a:lnTo>
                <a:lnTo>
                  <a:pt x="13610" y="1016000"/>
                </a:lnTo>
                <a:lnTo>
                  <a:pt x="28381" y="1028700"/>
                </a:lnTo>
                <a:lnTo>
                  <a:pt x="56193" y="1028700"/>
                </a:lnTo>
                <a:lnTo>
                  <a:pt x="54923" y="1041400"/>
                </a:lnTo>
                <a:lnTo>
                  <a:pt x="54146" y="1041400"/>
                </a:lnTo>
                <a:lnTo>
                  <a:pt x="53883" y="1054100"/>
                </a:lnTo>
                <a:lnTo>
                  <a:pt x="62353" y="1092200"/>
                </a:lnTo>
                <a:lnTo>
                  <a:pt x="85452" y="1130300"/>
                </a:lnTo>
                <a:lnTo>
                  <a:pt x="119711" y="1155700"/>
                </a:lnTo>
                <a:lnTo>
                  <a:pt x="1024411" y="1155700"/>
                </a:lnTo>
                <a:lnTo>
                  <a:pt x="1049212" y="1143000"/>
                </a:lnTo>
                <a:lnTo>
                  <a:pt x="1065931" y="1117600"/>
                </a:lnTo>
                <a:lnTo>
                  <a:pt x="1072061" y="1079500"/>
                </a:lnTo>
                <a:lnTo>
                  <a:pt x="1069131" y="1066800"/>
                </a:lnTo>
                <a:lnTo>
                  <a:pt x="1065003" y="1054100"/>
                </a:lnTo>
                <a:lnTo>
                  <a:pt x="826802" y="1054100"/>
                </a:lnTo>
                <a:lnTo>
                  <a:pt x="824010" y="1041400"/>
                </a:lnTo>
                <a:lnTo>
                  <a:pt x="816130" y="1016000"/>
                </a:lnTo>
                <a:lnTo>
                  <a:pt x="803906" y="1003300"/>
                </a:lnTo>
                <a:lnTo>
                  <a:pt x="788080" y="990600"/>
                </a:lnTo>
                <a:lnTo>
                  <a:pt x="807072" y="977900"/>
                </a:lnTo>
                <a:lnTo>
                  <a:pt x="814354" y="965200"/>
                </a:lnTo>
                <a:lnTo>
                  <a:pt x="92196" y="965200"/>
                </a:lnTo>
                <a:lnTo>
                  <a:pt x="86660" y="952500"/>
                </a:lnTo>
                <a:lnTo>
                  <a:pt x="76483" y="939800"/>
                </a:lnTo>
                <a:lnTo>
                  <a:pt x="62730" y="939800"/>
                </a:lnTo>
                <a:lnTo>
                  <a:pt x="46469" y="927100"/>
                </a:lnTo>
                <a:close/>
              </a:path>
              <a:path w="1109345" h="1320800">
                <a:moveTo>
                  <a:pt x="913640" y="1041400"/>
                </a:moveTo>
                <a:lnTo>
                  <a:pt x="853133" y="1041400"/>
                </a:lnTo>
                <a:lnTo>
                  <a:pt x="839507" y="1054100"/>
                </a:lnTo>
                <a:lnTo>
                  <a:pt x="923259" y="1054100"/>
                </a:lnTo>
                <a:lnTo>
                  <a:pt x="913640" y="1041400"/>
                </a:lnTo>
                <a:close/>
              </a:path>
              <a:path w="1109345" h="1320800">
                <a:moveTo>
                  <a:pt x="1062805" y="850900"/>
                </a:moveTo>
                <a:lnTo>
                  <a:pt x="1046637" y="863600"/>
                </a:lnTo>
                <a:lnTo>
                  <a:pt x="1032950" y="863600"/>
                </a:lnTo>
                <a:lnTo>
                  <a:pt x="1022768" y="876300"/>
                </a:lnTo>
                <a:lnTo>
                  <a:pt x="1017120" y="889000"/>
                </a:lnTo>
                <a:lnTo>
                  <a:pt x="945074" y="889000"/>
                </a:lnTo>
                <a:lnTo>
                  <a:pt x="920275" y="901700"/>
                </a:lnTo>
                <a:lnTo>
                  <a:pt x="903557" y="927100"/>
                </a:lnTo>
                <a:lnTo>
                  <a:pt x="897428" y="965200"/>
                </a:lnTo>
                <a:lnTo>
                  <a:pt x="900362" y="977900"/>
                </a:lnTo>
                <a:lnTo>
                  <a:pt x="908625" y="1003300"/>
                </a:lnTo>
                <a:lnTo>
                  <a:pt x="921410" y="1016000"/>
                </a:lnTo>
                <a:lnTo>
                  <a:pt x="937908" y="1028700"/>
                </a:lnTo>
                <a:lnTo>
                  <a:pt x="933618" y="1028700"/>
                </a:lnTo>
                <a:lnTo>
                  <a:pt x="929724" y="1041400"/>
                </a:lnTo>
                <a:lnTo>
                  <a:pt x="926259" y="1041400"/>
                </a:lnTo>
                <a:lnTo>
                  <a:pt x="923259" y="1054100"/>
                </a:lnTo>
                <a:lnTo>
                  <a:pt x="1065003" y="1054100"/>
                </a:lnTo>
                <a:lnTo>
                  <a:pt x="1060874" y="1041400"/>
                </a:lnTo>
                <a:lnTo>
                  <a:pt x="1048088" y="1028700"/>
                </a:lnTo>
                <a:lnTo>
                  <a:pt x="1031570" y="1016000"/>
                </a:lnTo>
                <a:lnTo>
                  <a:pt x="1040736" y="1003300"/>
                </a:lnTo>
                <a:lnTo>
                  <a:pt x="1047639" y="990600"/>
                </a:lnTo>
                <a:lnTo>
                  <a:pt x="1051992" y="977900"/>
                </a:lnTo>
                <a:lnTo>
                  <a:pt x="1053507" y="965200"/>
                </a:lnTo>
                <a:lnTo>
                  <a:pt x="1053507" y="952500"/>
                </a:lnTo>
                <a:lnTo>
                  <a:pt x="1080873" y="952500"/>
                </a:lnTo>
                <a:lnTo>
                  <a:pt x="1095631" y="939800"/>
                </a:lnTo>
                <a:lnTo>
                  <a:pt x="1105583" y="927100"/>
                </a:lnTo>
                <a:lnTo>
                  <a:pt x="1109233" y="901700"/>
                </a:lnTo>
                <a:lnTo>
                  <a:pt x="1105583" y="889000"/>
                </a:lnTo>
                <a:lnTo>
                  <a:pt x="1095631" y="876300"/>
                </a:lnTo>
                <a:lnTo>
                  <a:pt x="1080873" y="863600"/>
                </a:lnTo>
                <a:lnTo>
                  <a:pt x="1062805" y="850900"/>
                </a:lnTo>
                <a:close/>
              </a:path>
              <a:path w="1109345" h="1320800">
                <a:moveTo>
                  <a:pt x="216615" y="838200"/>
                </a:moveTo>
                <a:lnTo>
                  <a:pt x="164729" y="838200"/>
                </a:lnTo>
                <a:lnTo>
                  <a:pt x="139927" y="863600"/>
                </a:lnTo>
                <a:lnTo>
                  <a:pt x="123206" y="889000"/>
                </a:lnTo>
                <a:lnTo>
                  <a:pt x="117074" y="914400"/>
                </a:lnTo>
                <a:lnTo>
                  <a:pt x="117649" y="927100"/>
                </a:lnTo>
                <a:lnTo>
                  <a:pt x="119330" y="939800"/>
                </a:lnTo>
                <a:lnTo>
                  <a:pt x="122053" y="939800"/>
                </a:lnTo>
                <a:lnTo>
                  <a:pt x="125755" y="952500"/>
                </a:lnTo>
                <a:lnTo>
                  <a:pt x="116686" y="952500"/>
                </a:lnTo>
                <a:lnTo>
                  <a:pt x="108041" y="965200"/>
                </a:lnTo>
                <a:lnTo>
                  <a:pt x="814354" y="965200"/>
                </a:lnTo>
                <a:lnTo>
                  <a:pt x="821637" y="952500"/>
                </a:lnTo>
                <a:lnTo>
                  <a:pt x="830967" y="927100"/>
                </a:lnTo>
                <a:lnTo>
                  <a:pt x="834257" y="901700"/>
                </a:lnTo>
                <a:lnTo>
                  <a:pt x="833962" y="889000"/>
                </a:lnTo>
                <a:lnTo>
                  <a:pt x="833092" y="889000"/>
                </a:lnTo>
                <a:lnTo>
                  <a:pt x="831668" y="876300"/>
                </a:lnTo>
                <a:lnTo>
                  <a:pt x="264012" y="876300"/>
                </a:lnTo>
                <a:lnTo>
                  <a:pt x="251895" y="863600"/>
                </a:lnTo>
                <a:lnTo>
                  <a:pt x="235821" y="850900"/>
                </a:lnTo>
                <a:lnTo>
                  <a:pt x="216615" y="838200"/>
                </a:lnTo>
                <a:close/>
              </a:path>
              <a:path w="1109345" h="1320800">
                <a:moveTo>
                  <a:pt x="360520" y="863600"/>
                </a:moveTo>
                <a:lnTo>
                  <a:pt x="292577" y="863600"/>
                </a:lnTo>
                <a:lnTo>
                  <a:pt x="277693" y="876300"/>
                </a:lnTo>
                <a:lnTo>
                  <a:pt x="379988" y="876300"/>
                </a:lnTo>
                <a:lnTo>
                  <a:pt x="360520" y="863600"/>
                </a:lnTo>
                <a:close/>
              </a:path>
              <a:path w="1109345" h="1320800">
                <a:moveTo>
                  <a:pt x="612492" y="393700"/>
                </a:moveTo>
                <a:lnTo>
                  <a:pt x="258232" y="393700"/>
                </a:lnTo>
                <a:lnTo>
                  <a:pt x="263156" y="406400"/>
                </a:lnTo>
                <a:lnTo>
                  <a:pt x="273910" y="406400"/>
                </a:lnTo>
                <a:lnTo>
                  <a:pt x="279687" y="419100"/>
                </a:lnTo>
                <a:lnTo>
                  <a:pt x="272259" y="419100"/>
                </a:lnTo>
                <a:lnTo>
                  <a:pt x="266698" y="431800"/>
                </a:lnTo>
                <a:lnTo>
                  <a:pt x="263210" y="444500"/>
                </a:lnTo>
                <a:lnTo>
                  <a:pt x="262002" y="457200"/>
                </a:lnTo>
                <a:lnTo>
                  <a:pt x="263708" y="482600"/>
                </a:lnTo>
                <a:lnTo>
                  <a:pt x="268591" y="495300"/>
                </a:lnTo>
                <a:lnTo>
                  <a:pt x="276297" y="508000"/>
                </a:lnTo>
                <a:lnTo>
                  <a:pt x="286472" y="520700"/>
                </a:lnTo>
                <a:lnTo>
                  <a:pt x="262899" y="533400"/>
                </a:lnTo>
                <a:lnTo>
                  <a:pt x="244605" y="558800"/>
                </a:lnTo>
                <a:lnTo>
                  <a:pt x="232766" y="584200"/>
                </a:lnTo>
                <a:lnTo>
                  <a:pt x="228558" y="609600"/>
                </a:lnTo>
                <a:lnTo>
                  <a:pt x="237022" y="660400"/>
                </a:lnTo>
                <a:lnTo>
                  <a:pt x="260108" y="685800"/>
                </a:lnTo>
                <a:lnTo>
                  <a:pt x="294355" y="711200"/>
                </a:lnTo>
                <a:lnTo>
                  <a:pt x="336303" y="723900"/>
                </a:lnTo>
                <a:lnTo>
                  <a:pt x="354104" y="723900"/>
                </a:lnTo>
                <a:lnTo>
                  <a:pt x="345042" y="736600"/>
                </a:lnTo>
                <a:lnTo>
                  <a:pt x="338275" y="749300"/>
                </a:lnTo>
                <a:lnTo>
                  <a:pt x="334040" y="774700"/>
                </a:lnTo>
                <a:lnTo>
                  <a:pt x="332576" y="787400"/>
                </a:lnTo>
                <a:lnTo>
                  <a:pt x="335964" y="812800"/>
                </a:lnTo>
                <a:lnTo>
                  <a:pt x="345562" y="838200"/>
                </a:lnTo>
                <a:lnTo>
                  <a:pt x="360520" y="863600"/>
                </a:lnTo>
                <a:lnTo>
                  <a:pt x="367465" y="863600"/>
                </a:lnTo>
                <a:lnTo>
                  <a:pt x="379988" y="876300"/>
                </a:lnTo>
                <a:lnTo>
                  <a:pt x="829712" y="876300"/>
                </a:lnTo>
                <a:lnTo>
                  <a:pt x="855065" y="863600"/>
                </a:lnTo>
                <a:lnTo>
                  <a:pt x="875355" y="838200"/>
                </a:lnTo>
                <a:lnTo>
                  <a:pt x="888820" y="825500"/>
                </a:lnTo>
                <a:lnTo>
                  <a:pt x="887570" y="762000"/>
                </a:lnTo>
                <a:lnTo>
                  <a:pt x="846049" y="723900"/>
                </a:lnTo>
                <a:lnTo>
                  <a:pt x="815671" y="711200"/>
                </a:lnTo>
                <a:lnTo>
                  <a:pt x="802488" y="711200"/>
                </a:lnTo>
                <a:lnTo>
                  <a:pt x="793623" y="685800"/>
                </a:lnTo>
                <a:lnTo>
                  <a:pt x="778660" y="673100"/>
                </a:lnTo>
                <a:lnTo>
                  <a:pt x="758584" y="647700"/>
                </a:lnTo>
                <a:lnTo>
                  <a:pt x="734375" y="635000"/>
                </a:lnTo>
                <a:lnTo>
                  <a:pt x="749403" y="622300"/>
                </a:lnTo>
                <a:lnTo>
                  <a:pt x="760993" y="609600"/>
                </a:lnTo>
                <a:lnTo>
                  <a:pt x="768455" y="596900"/>
                </a:lnTo>
                <a:lnTo>
                  <a:pt x="771096" y="571500"/>
                </a:lnTo>
                <a:lnTo>
                  <a:pt x="764959" y="546100"/>
                </a:lnTo>
                <a:lnTo>
                  <a:pt x="748223" y="520700"/>
                </a:lnTo>
                <a:lnTo>
                  <a:pt x="735814" y="508000"/>
                </a:lnTo>
                <a:lnTo>
                  <a:pt x="656754" y="508000"/>
                </a:lnTo>
                <a:lnTo>
                  <a:pt x="648154" y="469900"/>
                </a:lnTo>
                <a:lnTo>
                  <a:pt x="633394" y="457200"/>
                </a:lnTo>
                <a:lnTo>
                  <a:pt x="613467" y="431800"/>
                </a:lnTo>
                <a:lnTo>
                  <a:pt x="589364" y="419100"/>
                </a:lnTo>
                <a:lnTo>
                  <a:pt x="606111" y="406400"/>
                </a:lnTo>
                <a:lnTo>
                  <a:pt x="612492" y="393700"/>
                </a:lnTo>
                <a:close/>
              </a:path>
              <a:path w="1109345" h="1320800">
                <a:moveTo>
                  <a:pt x="1030710" y="749300"/>
                </a:moveTo>
                <a:lnTo>
                  <a:pt x="994532" y="749300"/>
                </a:lnTo>
                <a:lnTo>
                  <a:pt x="979764" y="762000"/>
                </a:lnTo>
                <a:lnTo>
                  <a:pt x="969809" y="774700"/>
                </a:lnTo>
                <a:lnTo>
                  <a:pt x="966159" y="800100"/>
                </a:lnTo>
                <a:lnTo>
                  <a:pt x="969809" y="812800"/>
                </a:lnTo>
                <a:lnTo>
                  <a:pt x="979764" y="825500"/>
                </a:lnTo>
                <a:lnTo>
                  <a:pt x="994532" y="838200"/>
                </a:lnTo>
                <a:lnTo>
                  <a:pt x="1030710" y="838200"/>
                </a:lnTo>
                <a:lnTo>
                  <a:pt x="1045481" y="825500"/>
                </a:lnTo>
                <a:lnTo>
                  <a:pt x="1055437" y="812800"/>
                </a:lnTo>
                <a:lnTo>
                  <a:pt x="1059088" y="800100"/>
                </a:lnTo>
                <a:lnTo>
                  <a:pt x="1055437" y="774700"/>
                </a:lnTo>
                <a:lnTo>
                  <a:pt x="1045481" y="762000"/>
                </a:lnTo>
                <a:lnTo>
                  <a:pt x="1030710" y="749300"/>
                </a:lnTo>
                <a:close/>
              </a:path>
              <a:path w="1109345" h="1320800">
                <a:moveTo>
                  <a:pt x="723406" y="495300"/>
                </a:moveTo>
                <a:lnTo>
                  <a:pt x="665156" y="495300"/>
                </a:lnTo>
                <a:lnTo>
                  <a:pt x="656754" y="508000"/>
                </a:lnTo>
                <a:lnTo>
                  <a:pt x="735814" y="508000"/>
                </a:lnTo>
                <a:lnTo>
                  <a:pt x="723406" y="495300"/>
                </a:lnTo>
                <a:close/>
              </a:path>
              <a:path w="1109345" h="1320800">
                <a:moveTo>
                  <a:pt x="514074" y="12700"/>
                </a:moveTo>
                <a:lnTo>
                  <a:pt x="448398" y="12700"/>
                </a:lnTo>
                <a:lnTo>
                  <a:pt x="438444" y="38100"/>
                </a:lnTo>
                <a:lnTo>
                  <a:pt x="434793" y="50800"/>
                </a:lnTo>
                <a:lnTo>
                  <a:pt x="435044" y="50800"/>
                </a:lnTo>
                <a:lnTo>
                  <a:pt x="435484" y="63500"/>
                </a:lnTo>
                <a:lnTo>
                  <a:pt x="396304" y="63500"/>
                </a:lnTo>
                <a:lnTo>
                  <a:pt x="372128" y="76200"/>
                </a:lnTo>
                <a:lnTo>
                  <a:pt x="355175" y="101600"/>
                </a:lnTo>
                <a:lnTo>
                  <a:pt x="347643" y="127000"/>
                </a:lnTo>
                <a:lnTo>
                  <a:pt x="279936" y="127000"/>
                </a:lnTo>
                <a:lnTo>
                  <a:pt x="255134" y="139700"/>
                </a:lnTo>
                <a:lnTo>
                  <a:pt x="238416" y="165100"/>
                </a:lnTo>
                <a:lnTo>
                  <a:pt x="232286" y="203200"/>
                </a:lnTo>
                <a:lnTo>
                  <a:pt x="233752" y="215900"/>
                </a:lnTo>
                <a:lnTo>
                  <a:pt x="237970" y="228600"/>
                </a:lnTo>
                <a:lnTo>
                  <a:pt x="244668" y="241300"/>
                </a:lnTo>
                <a:lnTo>
                  <a:pt x="253573" y="254000"/>
                </a:lnTo>
                <a:lnTo>
                  <a:pt x="208260" y="279400"/>
                </a:lnTo>
                <a:lnTo>
                  <a:pt x="186183" y="304800"/>
                </a:lnTo>
                <a:lnTo>
                  <a:pt x="182596" y="342900"/>
                </a:lnTo>
                <a:lnTo>
                  <a:pt x="192753" y="368300"/>
                </a:lnTo>
                <a:lnTo>
                  <a:pt x="211909" y="393700"/>
                </a:lnTo>
                <a:lnTo>
                  <a:pt x="235317" y="406400"/>
                </a:lnTo>
                <a:lnTo>
                  <a:pt x="258232" y="393700"/>
                </a:lnTo>
                <a:lnTo>
                  <a:pt x="612492" y="393700"/>
                </a:lnTo>
                <a:lnTo>
                  <a:pt x="618872" y="381000"/>
                </a:lnTo>
                <a:lnTo>
                  <a:pt x="627002" y="355600"/>
                </a:lnTo>
                <a:lnTo>
                  <a:pt x="629855" y="342900"/>
                </a:lnTo>
                <a:lnTo>
                  <a:pt x="622198" y="292100"/>
                </a:lnTo>
                <a:lnTo>
                  <a:pt x="601198" y="266700"/>
                </a:lnTo>
                <a:lnTo>
                  <a:pt x="569813" y="241300"/>
                </a:lnTo>
                <a:lnTo>
                  <a:pt x="530999" y="228600"/>
                </a:lnTo>
                <a:lnTo>
                  <a:pt x="523023" y="215900"/>
                </a:lnTo>
                <a:lnTo>
                  <a:pt x="513112" y="203200"/>
                </a:lnTo>
                <a:lnTo>
                  <a:pt x="501461" y="190500"/>
                </a:lnTo>
                <a:lnTo>
                  <a:pt x="488267" y="177800"/>
                </a:lnTo>
                <a:lnTo>
                  <a:pt x="494690" y="177800"/>
                </a:lnTo>
                <a:lnTo>
                  <a:pt x="499490" y="165100"/>
                </a:lnTo>
                <a:lnTo>
                  <a:pt x="502494" y="152400"/>
                </a:lnTo>
                <a:lnTo>
                  <a:pt x="503534" y="139700"/>
                </a:lnTo>
                <a:lnTo>
                  <a:pt x="502783" y="127000"/>
                </a:lnTo>
                <a:lnTo>
                  <a:pt x="500596" y="114300"/>
                </a:lnTo>
                <a:lnTo>
                  <a:pt x="497071" y="101600"/>
                </a:lnTo>
                <a:lnTo>
                  <a:pt x="492309" y="101600"/>
                </a:lnTo>
                <a:lnTo>
                  <a:pt x="506406" y="88900"/>
                </a:lnTo>
                <a:lnTo>
                  <a:pt x="517612" y="76200"/>
                </a:lnTo>
                <a:lnTo>
                  <a:pt x="525010" y="63500"/>
                </a:lnTo>
                <a:lnTo>
                  <a:pt x="527680" y="50800"/>
                </a:lnTo>
                <a:lnTo>
                  <a:pt x="524030" y="38100"/>
                </a:lnTo>
                <a:lnTo>
                  <a:pt x="514074" y="12700"/>
                </a:lnTo>
                <a:close/>
              </a:path>
              <a:path w="1109345" h="1320800">
                <a:moveTo>
                  <a:pt x="481220" y="0"/>
                </a:moveTo>
                <a:lnTo>
                  <a:pt x="463157" y="12700"/>
                </a:lnTo>
                <a:lnTo>
                  <a:pt x="499307" y="12700"/>
                </a:lnTo>
                <a:lnTo>
                  <a:pt x="481220" y="0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0" name="object 650" descr=""/>
          <p:cNvSpPr/>
          <p:nvPr/>
        </p:nvSpPr>
        <p:spPr>
          <a:xfrm>
            <a:off x="2903494" y="6232633"/>
            <a:ext cx="1118870" cy="1320800"/>
          </a:xfrm>
          <a:custGeom>
            <a:avLst/>
            <a:gdLst/>
            <a:ahLst/>
            <a:cxnLst/>
            <a:rect l="l" t="t" r="r" b="b"/>
            <a:pathLst>
              <a:path w="1118870" h="1320800">
                <a:moveTo>
                  <a:pt x="999069" y="1155700"/>
                </a:moveTo>
                <a:lnTo>
                  <a:pt x="119451" y="1155700"/>
                </a:lnTo>
                <a:lnTo>
                  <a:pt x="130296" y="1193800"/>
                </a:lnTo>
                <a:lnTo>
                  <a:pt x="152942" y="1219200"/>
                </a:lnTo>
                <a:lnTo>
                  <a:pt x="184714" y="1244600"/>
                </a:lnTo>
                <a:lnTo>
                  <a:pt x="222935" y="1257300"/>
                </a:lnTo>
                <a:lnTo>
                  <a:pt x="232348" y="1270000"/>
                </a:lnTo>
                <a:lnTo>
                  <a:pt x="246097" y="1282700"/>
                </a:lnTo>
                <a:lnTo>
                  <a:pt x="263905" y="1295400"/>
                </a:lnTo>
                <a:lnTo>
                  <a:pt x="285499" y="1308100"/>
                </a:lnTo>
                <a:lnTo>
                  <a:pt x="319450" y="1320800"/>
                </a:lnTo>
                <a:lnTo>
                  <a:pt x="799075" y="1320800"/>
                </a:lnTo>
                <a:lnTo>
                  <a:pt x="854618" y="1295400"/>
                </a:lnTo>
                <a:lnTo>
                  <a:pt x="886151" y="1270000"/>
                </a:lnTo>
                <a:lnTo>
                  <a:pt x="895574" y="1257300"/>
                </a:lnTo>
                <a:lnTo>
                  <a:pt x="933801" y="1244600"/>
                </a:lnTo>
                <a:lnTo>
                  <a:pt x="965576" y="1231900"/>
                </a:lnTo>
                <a:lnTo>
                  <a:pt x="988224" y="1193800"/>
                </a:lnTo>
                <a:lnTo>
                  <a:pt x="999069" y="1155700"/>
                </a:lnTo>
                <a:close/>
              </a:path>
              <a:path w="1118870" h="1320800">
                <a:moveTo>
                  <a:pt x="1063980" y="1028700"/>
                </a:moveTo>
                <a:lnTo>
                  <a:pt x="58867" y="1028700"/>
                </a:lnTo>
                <a:lnTo>
                  <a:pt x="49796" y="1041400"/>
                </a:lnTo>
                <a:lnTo>
                  <a:pt x="42969" y="1054100"/>
                </a:lnTo>
                <a:lnTo>
                  <a:pt x="38667" y="1066800"/>
                </a:lnTo>
                <a:lnTo>
                  <a:pt x="37171" y="1079500"/>
                </a:lnTo>
                <a:lnTo>
                  <a:pt x="43301" y="1104900"/>
                </a:lnTo>
                <a:lnTo>
                  <a:pt x="60019" y="1130300"/>
                </a:lnTo>
                <a:lnTo>
                  <a:pt x="84817" y="1155700"/>
                </a:lnTo>
                <a:lnTo>
                  <a:pt x="1033698" y="1155700"/>
                </a:lnTo>
                <a:lnTo>
                  <a:pt x="1058500" y="1143000"/>
                </a:lnTo>
                <a:lnTo>
                  <a:pt x="1075219" y="1117600"/>
                </a:lnTo>
                <a:lnTo>
                  <a:pt x="1081349" y="1079500"/>
                </a:lnTo>
                <a:lnTo>
                  <a:pt x="1079258" y="1066800"/>
                </a:lnTo>
                <a:lnTo>
                  <a:pt x="1073307" y="1054100"/>
                </a:lnTo>
                <a:lnTo>
                  <a:pt x="1063980" y="1028700"/>
                </a:lnTo>
                <a:close/>
              </a:path>
              <a:path w="1118870" h="1320800">
                <a:moveTo>
                  <a:pt x="1105690" y="952500"/>
                </a:moveTo>
                <a:lnTo>
                  <a:pt x="14349" y="952500"/>
                </a:lnTo>
                <a:lnTo>
                  <a:pt x="10612" y="965200"/>
                </a:lnTo>
                <a:lnTo>
                  <a:pt x="9298" y="977900"/>
                </a:lnTo>
                <a:lnTo>
                  <a:pt x="12948" y="1003300"/>
                </a:lnTo>
                <a:lnTo>
                  <a:pt x="22903" y="1016000"/>
                </a:lnTo>
                <a:lnTo>
                  <a:pt x="37671" y="1028700"/>
                </a:lnTo>
                <a:lnTo>
                  <a:pt x="1051758" y="1028700"/>
                </a:lnTo>
                <a:lnTo>
                  <a:pt x="1051308" y="1016000"/>
                </a:lnTo>
                <a:lnTo>
                  <a:pt x="1080860" y="1016000"/>
                </a:lnTo>
                <a:lnTo>
                  <a:pt x="1095627" y="1003300"/>
                </a:lnTo>
                <a:lnTo>
                  <a:pt x="1105582" y="990600"/>
                </a:lnTo>
                <a:lnTo>
                  <a:pt x="1109233" y="977900"/>
                </a:lnTo>
                <a:lnTo>
                  <a:pt x="1108318" y="965200"/>
                </a:lnTo>
                <a:lnTo>
                  <a:pt x="1105690" y="952500"/>
                </a:lnTo>
                <a:close/>
              </a:path>
              <a:path w="1118870" h="1320800">
                <a:moveTo>
                  <a:pt x="1095998" y="939800"/>
                </a:moveTo>
                <a:lnTo>
                  <a:pt x="27842" y="939800"/>
                </a:lnTo>
                <a:lnTo>
                  <a:pt x="20195" y="952500"/>
                </a:lnTo>
                <a:lnTo>
                  <a:pt x="1101524" y="952500"/>
                </a:lnTo>
                <a:lnTo>
                  <a:pt x="1095998" y="939800"/>
                </a:lnTo>
                <a:close/>
              </a:path>
              <a:path w="1118870" h="1320800">
                <a:moveTo>
                  <a:pt x="62614" y="850900"/>
                </a:moveTo>
                <a:lnTo>
                  <a:pt x="28372" y="850900"/>
                </a:lnTo>
                <a:lnTo>
                  <a:pt x="13605" y="863600"/>
                </a:lnTo>
                <a:lnTo>
                  <a:pt x="3650" y="876300"/>
                </a:lnTo>
                <a:lnTo>
                  <a:pt x="0" y="901700"/>
                </a:lnTo>
                <a:lnTo>
                  <a:pt x="2047" y="914400"/>
                </a:lnTo>
                <a:lnTo>
                  <a:pt x="7779" y="927100"/>
                </a:lnTo>
                <a:lnTo>
                  <a:pt x="16582" y="939800"/>
                </a:lnTo>
                <a:lnTo>
                  <a:pt x="1105220" y="939800"/>
                </a:lnTo>
                <a:lnTo>
                  <a:pt x="1112328" y="927100"/>
                </a:lnTo>
                <a:lnTo>
                  <a:pt x="1116902" y="914400"/>
                </a:lnTo>
                <a:lnTo>
                  <a:pt x="1118520" y="901700"/>
                </a:lnTo>
                <a:lnTo>
                  <a:pt x="1114870" y="889000"/>
                </a:lnTo>
                <a:lnTo>
                  <a:pt x="92112" y="889000"/>
                </a:lnTo>
                <a:lnTo>
                  <a:pt x="86482" y="876300"/>
                </a:lnTo>
                <a:lnTo>
                  <a:pt x="76302" y="863600"/>
                </a:lnTo>
                <a:lnTo>
                  <a:pt x="62614" y="850900"/>
                </a:lnTo>
                <a:close/>
              </a:path>
              <a:path w="1118870" h="1320800">
                <a:moveTo>
                  <a:pt x="974679" y="863600"/>
                </a:moveTo>
                <a:lnTo>
                  <a:pt x="850309" y="863600"/>
                </a:lnTo>
                <a:lnTo>
                  <a:pt x="848455" y="876300"/>
                </a:lnTo>
                <a:lnTo>
                  <a:pt x="111736" y="876300"/>
                </a:lnTo>
                <a:lnTo>
                  <a:pt x="101564" y="889000"/>
                </a:lnTo>
                <a:lnTo>
                  <a:pt x="986294" y="889000"/>
                </a:lnTo>
                <a:lnTo>
                  <a:pt x="974679" y="863600"/>
                </a:lnTo>
                <a:close/>
              </a:path>
              <a:path w="1118870" h="1320800">
                <a:moveTo>
                  <a:pt x="1072061" y="850900"/>
                </a:moveTo>
                <a:lnTo>
                  <a:pt x="1055907" y="863600"/>
                </a:lnTo>
                <a:lnTo>
                  <a:pt x="1042222" y="863600"/>
                </a:lnTo>
                <a:lnTo>
                  <a:pt x="1032042" y="876300"/>
                </a:lnTo>
                <a:lnTo>
                  <a:pt x="1026408" y="889000"/>
                </a:lnTo>
                <a:lnTo>
                  <a:pt x="1114870" y="889000"/>
                </a:lnTo>
                <a:lnTo>
                  <a:pt x="1104915" y="876300"/>
                </a:lnTo>
                <a:lnTo>
                  <a:pt x="1090147" y="863600"/>
                </a:lnTo>
                <a:lnTo>
                  <a:pt x="1072061" y="850900"/>
                </a:lnTo>
                <a:close/>
              </a:path>
              <a:path w="1118870" h="1320800">
                <a:moveTo>
                  <a:pt x="229783" y="838200"/>
                </a:moveTo>
                <a:lnTo>
                  <a:pt x="183004" y="838200"/>
                </a:lnTo>
                <a:lnTo>
                  <a:pt x="163887" y="850900"/>
                </a:lnTo>
                <a:lnTo>
                  <a:pt x="147860" y="863600"/>
                </a:lnTo>
                <a:lnTo>
                  <a:pt x="135744" y="876300"/>
                </a:lnTo>
                <a:lnTo>
                  <a:pt x="269290" y="876300"/>
                </a:lnTo>
                <a:lnTo>
                  <a:pt x="264117" y="863600"/>
                </a:lnTo>
                <a:lnTo>
                  <a:pt x="974679" y="863600"/>
                </a:lnTo>
                <a:lnTo>
                  <a:pt x="958055" y="850900"/>
                </a:lnTo>
                <a:lnTo>
                  <a:pt x="239929" y="850900"/>
                </a:lnTo>
                <a:lnTo>
                  <a:pt x="229783" y="838200"/>
                </a:lnTo>
                <a:close/>
              </a:path>
              <a:path w="1118870" h="1320800">
                <a:moveTo>
                  <a:pt x="846665" y="863600"/>
                </a:moveTo>
                <a:lnTo>
                  <a:pt x="279520" y="863600"/>
                </a:lnTo>
                <a:lnTo>
                  <a:pt x="278504" y="876300"/>
                </a:lnTo>
                <a:lnTo>
                  <a:pt x="842895" y="876300"/>
                </a:lnTo>
                <a:lnTo>
                  <a:pt x="846665" y="863600"/>
                </a:lnTo>
                <a:close/>
              </a:path>
              <a:path w="1118870" h="1320800">
                <a:moveTo>
                  <a:pt x="937507" y="838200"/>
                </a:moveTo>
                <a:lnTo>
                  <a:pt x="231688" y="838200"/>
                </a:lnTo>
                <a:lnTo>
                  <a:pt x="239929" y="850900"/>
                </a:lnTo>
                <a:lnTo>
                  <a:pt x="958055" y="850900"/>
                </a:lnTo>
                <a:lnTo>
                  <a:pt x="937507" y="838200"/>
                </a:lnTo>
                <a:close/>
              </a:path>
              <a:path w="1118870" h="1320800">
                <a:moveTo>
                  <a:pt x="824959" y="711200"/>
                </a:moveTo>
                <a:lnTo>
                  <a:pt x="293561" y="711200"/>
                </a:lnTo>
                <a:lnTo>
                  <a:pt x="263183" y="723900"/>
                </a:lnTo>
                <a:lnTo>
                  <a:pt x="238381" y="736600"/>
                </a:lnTo>
                <a:lnTo>
                  <a:pt x="221662" y="762000"/>
                </a:lnTo>
                <a:lnTo>
                  <a:pt x="215532" y="787400"/>
                </a:lnTo>
                <a:lnTo>
                  <a:pt x="217233" y="812800"/>
                </a:lnTo>
                <a:lnTo>
                  <a:pt x="222100" y="825500"/>
                </a:lnTo>
                <a:lnTo>
                  <a:pt x="229783" y="838200"/>
                </a:lnTo>
                <a:lnTo>
                  <a:pt x="888789" y="838200"/>
                </a:lnTo>
                <a:lnTo>
                  <a:pt x="894785" y="825500"/>
                </a:lnTo>
                <a:lnTo>
                  <a:pt x="899246" y="812800"/>
                </a:lnTo>
                <a:lnTo>
                  <a:pt x="902028" y="800100"/>
                </a:lnTo>
                <a:lnTo>
                  <a:pt x="902988" y="800100"/>
                </a:lnTo>
                <a:lnTo>
                  <a:pt x="896859" y="762000"/>
                </a:lnTo>
                <a:lnTo>
                  <a:pt x="880143" y="736600"/>
                </a:lnTo>
                <a:lnTo>
                  <a:pt x="855342" y="723900"/>
                </a:lnTo>
                <a:lnTo>
                  <a:pt x="824959" y="711200"/>
                </a:lnTo>
                <a:close/>
              </a:path>
              <a:path w="1118870" h="1320800">
                <a:moveTo>
                  <a:pt x="1039991" y="749300"/>
                </a:moveTo>
                <a:lnTo>
                  <a:pt x="1003819" y="749300"/>
                </a:lnTo>
                <a:lnTo>
                  <a:pt x="989052" y="762000"/>
                </a:lnTo>
                <a:lnTo>
                  <a:pt x="979096" y="774700"/>
                </a:lnTo>
                <a:lnTo>
                  <a:pt x="975446" y="800100"/>
                </a:lnTo>
                <a:lnTo>
                  <a:pt x="979096" y="812800"/>
                </a:lnTo>
                <a:lnTo>
                  <a:pt x="989052" y="825500"/>
                </a:lnTo>
                <a:lnTo>
                  <a:pt x="1003819" y="838200"/>
                </a:lnTo>
                <a:lnTo>
                  <a:pt x="1039991" y="838200"/>
                </a:lnTo>
                <a:lnTo>
                  <a:pt x="1054747" y="825500"/>
                </a:lnTo>
                <a:lnTo>
                  <a:pt x="1064690" y="812800"/>
                </a:lnTo>
                <a:lnTo>
                  <a:pt x="1068333" y="800100"/>
                </a:lnTo>
                <a:lnTo>
                  <a:pt x="1064690" y="774700"/>
                </a:lnTo>
                <a:lnTo>
                  <a:pt x="1054747" y="762000"/>
                </a:lnTo>
                <a:lnTo>
                  <a:pt x="1039991" y="749300"/>
                </a:lnTo>
                <a:close/>
              </a:path>
              <a:path w="1118870" h="1320800">
                <a:moveTo>
                  <a:pt x="798918" y="114300"/>
                </a:moveTo>
                <a:lnTo>
                  <a:pt x="779354" y="114300"/>
                </a:lnTo>
                <a:lnTo>
                  <a:pt x="770206" y="127000"/>
                </a:lnTo>
                <a:lnTo>
                  <a:pt x="605709" y="127000"/>
                </a:lnTo>
                <a:lnTo>
                  <a:pt x="606748" y="139700"/>
                </a:lnTo>
                <a:lnTo>
                  <a:pt x="609754" y="152400"/>
                </a:lnTo>
                <a:lnTo>
                  <a:pt x="614566" y="165100"/>
                </a:lnTo>
                <a:lnTo>
                  <a:pt x="621017" y="177800"/>
                </a:lnTo>
                <a:lnTo>
                  <a:pt x="607805" y="190500"/>
                </a:lnTo>
                <a:lnTo>
                  <a:pt x="596134" y="203200"/>
                </a:lnTo>
                <a:lnTo>
                  <a:pt x="586210" y="215900"/>
                </a:lnTo>
                <a:lnTo>
                  <a:pt x="578233" y="228600"/>
                </a:lnTo>
                <a:lnTo>
                  <a:pt x="539435" y="241300"/>
                </a:lnTo>
                <a:lnTo>
                  <a:pt x="508044" y="254000"/>
                </a:lnTo>
                <a:lnTo>
                  <a:pt x="487031" y="292100"/>
                </a:lnTo>
                <a:lnTo>
                  <a:pt x="479367" y="330200"/>
                </a:lnTo>
                <a:lnTo>
                  <a:pt x="481940" y="355600"/>
                </a:lnTo>
                <a:lnTo>
                  <a:pt x="489284" y="381000"/>
                </a:lnTo>
                <a:lnTo>
                  <a:pt x="500840" y="393700"/>
                </a:lnTo>
                <a:lnTo>
                  <a:pt x="516047" y="419100"/>
                </a:lnTo>
                <a:lnTo>
                  <a:pt x="384862" y="419100"/>
                </a:lnTo>
                <a:lnTo>
                  <a:pt x="344046" y="444500"/>
                </a:lnTo>
                <a:lnTo>
                  <a:pt x="307503" y="457200"/>
                </a:lnTo>
                <a:lnTo>
                  <a:pt x="276921" y="482600"/>
                </a:lnTo>
                <a:lnTo>
                  <a:pt x="253991" y="520700"/>
                </a:lnTo>
                <a:lnTo>
                  <a:pt x="240403" y="558800"/>
                </a:lnTo>
                <a:lnTo>
                  <a:pt x="237846" y="609600"/>
                </a:lnTo>
                <a:lnTo>
                  <a:pt x="243647" y="647700"/>
                </a:lnTo>
                <a:lnTo>
                  <a:pt x="256412" y="673100"/>
                </a:lnTo>
                <a:lnTo>
                  <a:pt x="275257" y="698500"/>
                </a:lnTo>
                <a:lnTo>
                  <a:pt x="299299" y="711200"/>
                </a:lnTo>
                <a:lnTo>
                  <a:pt x="810792" y="711200"/>
                </a:lnTo>
                <a:lnTo>
                  <a:pt x="838934" y="698500"/>
                </a:lnTo>
                <a:lnTo>
                  <a:pt x="861043" y="673100"/>
                </a:lnTo>
                <a:lnTo>
                  <a:pt x="875496" y="647700"/>
                </a:lnTo>
                <a:lnTo>
                  <a:pt x="880674" y="609600"/>
                </a:lnTo>
                <a:lnTo>
                  <a:pt x="876465" y="584200"/>
                </a:lnTo>
                <a:lnTo>
                  <a:pt x="864622" y="558800"/>
                </a:lnTo>
                <a:lnTo>
                  <a:pt x="846325" y="533400"/>
                </a:lnTo>
                <a:lnTo>
                  <a:pt x="822749" y="520700"/>
                </a:lnTo>
                <a:lnTo>
                  <a:pt x="832931" y="508000"/>
                </a:lnTo>
                <a:lnTo>
                  <a:pt x="840640" y="495300"/>
                </a:lnTo>
                <a:lnTo>
                  <a:pt x="845524" y="469900"/>
                </a:lnTo>
                <a:lnTo>
                  <a:pt x="847230" y="457200"/>
                </a:lnTo>
                <a:lnTo>
                  <a:pt x="846022" y="444500"/>
                </a:lnTo>
                <a:lnTo>
                  <a:pt x="842534" y="431800"/>
                </a:lnTo>
                <a:lnTo>
                  <a:pt x="836973" y="419100"/>
                </a:lnTo>
                <a:lnTo>
                  <a:pt x="829545" y="406400"/>
                </a:lnTo>
                <a:lnTo>
                  <a:pt x="840857" y="406400"/>
                </a:lnTo>
                <a:lnTo>
                  <a:pt x="846082" y="393700"/>
                </a:lnTo>
                <a:lnTo>
                  <a:pt x="873915" y="393700"/>
                </a:lnTo>
                <a:lnTo>
                  <a:pt x="897324" y="381000"/>
                </a:lnTo>
                <a:lnTo>
                  <a:pt x="916480" y="368300"/>
                </a:lnTo>
                <a:lnTo>
                  <a:pt x="926638" y="330200"/>
                </a:lnTo>
                <a:lnTo>
                  <a:pt x="923053" y="304800"/>
                </a:lnTo>
                <a:lnTo>
                  <a:pt x="900979" y="279400"/>
                </a:lnTo>
                <a:lnTo>
                  <a:pt x="855670" y="254000"/>
                </a:lnTo>
                <a:lnTo>
                  <a:pt x="864577" y="241300"/>
                </a:lnTo>
                <a:lnTo>
                  <a:pt x="871290" y="228600"/>
                </a:lnTo>
                <a:lnTo>
                  <a:pt x="875525" y="215900"/>
                </a:lnTo>
                <a:lnTo>
                  <a:pt x="876999" y="190500"/>
                </a:lnTo>
                <a:lnTo>
                  <a:pt x="870862" y="165100"/>
                </a:lnTo>
                <a:lnTo>
                  <a:pt x="854128" y="139700"/>
                </a:lnTo>
                <a:lnTo>
                  <a:pt x="829309" y="127000"/>
                </a:lnTo>
                <a:lnTo>
                  <a:pt x="798918" y="114300"/>
                </a:lnTo>
                <a:close/>
              </a:path>
              <a:path w="1118870" h="1320800">
                <a:moveTo>
                  <a:pt x="472552" y="406400"/>
                </a:moveTo>
                <a:lnTo>
                  <a:pt x="428261" y="419100"/>
                </a:lnTo>
                <a:lnTo>
                  <a:pt x="516047" y="419100"/>
                </a:lnTo>
                <a:lnTo>
                  <a:pt x="472552" y="406400"/>
                </a:lnTo>
                <a:close/>
              </a:path>
              <a:path w="1118870" h="1320800">
                <a:moveTo>
                  <a:pt x="646078" y="0"/>
                </a:moveTo>
                <a:lnTo>
                  <a:pt x="609930" y="0"/>
                </a:lnTo>
                <a:lnTo>
                  <a:pt x="595159" y="12700"/>
                </a:lnTo>
                <a:lnTo>
                  <a:pt x="585203" y="25400"/>
                </a:lnTo>
                <a:lnTo>
                  <a:pt x="581552" y="50800"/>
                </a:lnTo>
                <a:lnTo>
                  <a:pt x="584224" y="63500"/>
                </a:lnTo>
                <a:lnTo>
                  <a:pt x="591624" y="76200"/>
                </a:lnTo>
                <a:lnTo>
                  <a:pt x="602831" y="88900"/>
                </a:lnTo>
                <a:lnTo>
                  <a:pt x="616923" y="88900"/>
                </a:lnTo>
                <a:lnTo>
                  <a:pt x="612167" y="101600"/>
                </a:lnTo>
                <a:lnTo>
                  <a:pt x="608646" y="114300"/>
                </a:lnTo>
                <a:lnTo>
                  <a:pt x="606460" y="127000"/>
                </a:lnTo>
                <a:lnTo>
                  <a:pt x="761589" y="127000"/>
                </a:lnTo>
                <a:lnTo>
                  <a:pt x="754079" y="101600"/>
                </a:lnTo>
                <a:lnTo>
                  <a:pt x="737124" y="76200"/>
                </a:lnTo>
                <a:lnTo>
                  <a:pt x="712936" y="63500"/>
                </a:lnTo>
                <a:lnTo>
                  <a:pt x="683727" y="50800"/>
                </a:lnTo>
                <a:lnTo>
                  <a:pt x="674429" y="50800"/>
                </a:lnTo>
                <a:lnTo>
                  <a:pt x="670780" y="25400"/>
                </a:lnTo>
                <a:lnTo>
                  <a:pt x="660830" y="12700"/>
                </a:lnTo>
                <a:lnTo>
                  <a:pt x="646078" y="0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51" name="object 651" descr=""/>
          <p:cNvGrpSpPr/>
          <p:nvPr/>
        </p:nvGrpSpPr>
        <p:grpSpPr>
          <a:xfrm>
            <a:off x="1337937" y="5764303"/>
            <a:ext cx="3515360" cy="2952750"/>
            <a:chOff x="1337937" y="5764303"/>
            <a:chExt cx="3515360" cy="2952750"/>
          </a:xfrm>
        </p:grpSpPr>
        <p:sp>
          <p:nvSpPr>
            <p:cNvPr id="652" name="object 652" descr=""/>
            <p:cNvSpPr/>
            <p:nvPr/>
          </p:nvSpPr>
          <p:spPr>
            <a:xfrm>
              <a:off x="1337937" y="7460633"/>
              <a:ext cx="1122680" cy="1115060"/>
            </a:xfrm>
            <a:custGeom>
              <a:avLst/>
              <a:gdLst/>
              <a:ahLst/>
              <a:cxnLst/>
              <a:rect l="l" t="t" r="r" b="b"/>
              <a:pathLst>
                <a:path w="1122680" h="1115059">
                  <a:moveTo>
                    <a:pt x="561134" y="0"/>
                  </a:moveTo>
                  <a:lnTo>
                    <a:pt x="488700" y="784"/>
                  </a:lnTo>
                  <a:lnTo>
                    <a:pt x="422210" y="3019"/>
                  </a:lnTo>
                  <a:lnTo>
                    <a:pt x="363561" y="6526"/>
                  </a:lnTo>
                  <a:lnTo>
                    <a:pt x="314646" y="11127"/>
                  </a:lnTo>
                  <a:lnTo>
                    <a:pt x="253600" y="22900"/>
                  </a:lnTo>
                  <a:lnTo>
                    <a:pt x="245121" y="141806"/>
                  </a:lnTo>
                  <a:lnTo>
                    <a:pt x="244793" y="196696"/>
                  </a:lnTo>
                  <a:lnTo>
                    <a:pt x="244155" y="250195"/>
                  </a:lnTo>
                  <a:lnTo>
                    <a:pt x="243102" y="301835"/>
                  </a:lnTo>
                  <a:lnTo>
                    <a:pt x="241531" y="351151"/>
                  </a:lnTo>
                  <a:lnTo>
                    <a:pt x="238824" y="406964"/>
                  </a:lnTo>
                  <a:lnTo>
                    <a:pt x="234915" y="460098"/>
                  </a:lnTo>
                  <a:lnTo>
                    <a:pt x="229510" y="511893"/>
                  </a:lnTo>
                  <a:lnTo>
                    <a:pt x="222317" y="563690"/>
                  </a:lnTo>
                  <a:lnTo>
                    <a:pt x="213040" y="616829"/>
                  </a:lnTo>
                  <a:lnTo>
                    <a:pt x="203556" y="662842"/>
                  </a:lnTo>
                  <a:lnTo>
                    <a:pt x="192414" y="709940"/>
                  </a:lnTo>
                  <a:lnTo>
                    <a:pt x="179616" y="757348"/>
                  </a:lnTo>
                  <a:lnTo>
                    <a:pt x="165162" y="804292"/>
                  </a:lnTo>
                  <a:lnTo>
                    <a:pt x="149054" y="849997"/>
                  </a:lnTo>
                  <a:lnTo>
                    <a:pt x="131294" y="893690"/>
                  </a:lnTo>
                  <a:lnTo>
                    <a:pt x="107897" y="942733"/>
                  </a:lnTo>
                  <a:lnTo>
                    <a:pt x="82592" y="988560"/>
                  </a:lnTo>
                  <a:lnTo>
                    <a:pt x="55856" y="1031974"/>
                  </a:lnTo>
                  <a:lnTo>
                    <a:pt x="28166" y="1073780"/>
                  </a:lnTo>
                  <a:lnTo>
                    <a:pt x="0" y="1114782"/>
                  </a:lnTo>
                  <a:lnTo>
                    <a:pt x="1122248" y="1114782"/>
                  </a:lnTo>
                  <a:lnTo>
                    <a:pt x="1094081" y="1073780"/>
                  </a:lnTo>
                  <a:lnTo>
                    <a:pt x="1066390" y="1031974"/>
                  </a:lnTo>
                  <a:lnTo>
                    <a:pt x="1039651" y="988560"/>
                  </a:lnTo>
                  <a:lnTo>
                    <a:pt x="1014340" y="942733"/>
                  </a:lnTo>
                  <a:lnTo>
                    <a:pt x="990933" y="893690"/>
                  </a:lnTo>
                  <a:lnTo>
                    <a:pt x="973186" y="849997"/>
                  </a:lnTo>
                  <a:lnTo>
                    <a:pt x="957088" y="804292"/>
                  </a:lnTo>
                  <a:lnTo>
                    <a:pt x="942637" y="757348"/>
                  </a:lnTo>
                  <a:lnTo>
                    <a:pt x="929835" y="709940"/>
                  </a:lnTo>
                  <a:lnTo>
                    <a:pt x="918681" y="662842"/>
                  </a:lnTo>
                  <a:lnTo>
                    <a:pt x="909176" y="616829"/>
                  </a:lnTo>
                  <a:lnTo>
                    <a:pt x="899923" y="563690"/>
                  </a:lnTo>
                  <a:lnTo>
                    <a:pt x="892740" y="511893"/>
                  </a:lnTo>
                  <a:lnTo>
                    <a:pt x="887335" y="460098"/>
                  </a:lnTo>
                  <a:lnTo>
                    <a:pt x="883414" y="406964"/>
                  </a:lnTo>
                  <a:lnTo>
                    <a:pt x="880685" y="351151"/>
                  </a:lnTo>
                  <a:lnTo>
                    <a:pt x="879114" y="301835"/>
                  </a:lnTo>
                  <a:lnTo>
                    <a:pt x="878062" y="250195"/>
                  </a:lnTo>
                  <a:lnTo>
                    <a:pt x="877423" y="196696"/>
                  </a:lnTo>
                  <a:lnTo>
                    <a:pt x="877095" y="141806"/>
                  </a:lnTo>
                  <a:lnTo>
                    <a:pt x="876957" y="29716"/>
                  </a:lnTo>
                  <a:lnTo>
                    <a:pt x="868616" y="22900"/>
                  </a:lnTo>
                  <a:lnTo>
                    <a:pt x="807574" y="11127"/>
                  </a:lnTo>
                  <a:lnTo>
                    <a:pt x="758665" y="6526"/>
                  </a:lnTo>
                  <a:lnTo>
                    <a:pt x="700025" y="3019"/>
                  </a:lnTo>
                  <a:lnTo>
                    <a:pt x="633549" y="784"/>
                  </a:lnTo>
                  <a:lnTo>
                    <a:pt x="561134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3" name="object 653" descr=""/>
            <p:cNvSpPr/>
            <p:nvPr/>
          </p:nvSpPr>
          <p:spPr>
            <a:xfrm>
              <a:off x="1526781" y="7727168"/>
              <a:ext cx="744855" cy="458470"/>
            </a:xfrm>
            <a:custGeom>
              <a:avLst/>
              <a:gdLst/>
              <a:ahLst/>
              <a:cxnLst/>
              <a:rect l="l" t="t" r="r" b="b"/>
              <a:pathLst>
                <a:path w="744855" h="458470">
                  <a:moveTo>
                    <a:pt x="690930" y="53632"/>
                  </a:moveTo>
                  <a:lnTo>
                    <a:pt x="667702" y="17830"/>
                  </a:lnTo>
                  <a:lnTo>
                    <a:pt x="626922" y="10388"/>
                  </a:lnTo>
                  <a:lnTo>
                    <a:pt x="571373" y="5384"/>
                  </a:lnTo>
                  <a:lnTo>
                    <a:pt x="509714" y="2311"/>
                  </a:lnTo>
                  <a:lnTo>
                    <a:pt x="450608" y="711"/>
                  </a:lnTo>
                  <a:lnTo>
                    <a:pt x="402691" y="101"/>
                  </a:lnTo>
                  <a:lnTo>
                    <a:pt x="374650" y="0"/>
                  </a:lnTo>
                  <a:lnTo>
                    <a:pt x="292188" y="952"/>
                  </a:lnTo>
                  <a:lnTo>
                    <a:pt x="217805" y="3644"/>
                  </a:lnTo>
                  <a:lnTo>
                    <a:pt x="154419" y="7823"/>
                  </a:lnTo>
                  <a:lnTo>
                    <a:pt x="104940" y="13246"/>
                  </a:lnTo>
                  <a:lnTo>
                    <a:pt x="59436" y="26911"/>
                  </a:lnTo>
                  <a:lnTo>
                    <a:pt x="53428" y="53060"/>
                  </a:lnTo>
                  <a:lnTo>
                    <a:pt x="75895" y="44602"/>
                  </a:lnTo>
                  <a:lnTo>
                    <a:pt x="121932" y="38239"/>
                  </a:lnTo>
                  <a:lnTo>
                    <a:pt x="182092" y="33680"/>
                  </a:lnTo>
                  <a:lnTo>
                    <a:pt x="246938" y="30632"/>
                  </a:lnTo>
                  <a:lnTo>
                    <a:pt x="307035" y="28816"/>
                  </a:lnTo>
                  <a:lnTo>
                    <a:pt x="352958" y="27940"/>
                  </a:lnTo>
                  <a:lnTo>
                    <a:pt x="375272" y="27711"/>
                  </a:lnTo>
                  <a:lnTo>
                    <a:pt x="408863" y="28028"/>
                  </a:lnTo>
                  <a:lnTo>
                    <a:pt x="467766" y="29298"/>
                  </a:lnTo>
                  <a:lnTo>
                    <a:pt x="538683" y="32016"/>
                  </a:lnTo>
                  <a:lnTo>
                    <a:pt x="608380" y="36652"/>
                  </a:lnTo>
                  <a:lnTo>
                    <a:pt x="663549" y="43700"/>
                  </a:lnTo>
                  <a:lnTo>
                    <a:pt x="690930" y="53632"/>
                  </a:lnTo>
                  <a:close/>
                </a:path>
                <a:path w="744855" h="458470">
                  <a:moveTo>
                    <a:pt x="744715" y="400786"/>
                  </a:moveTo>
                  <a:lnTo>
                    <a:pt x="0" y="400786"/>
                  </a:lnTo>
                  <a:lnTo>
                    <a:pt x="0" y="430301"/>
                  </a:lnTo>
                  <a:lnTo>
                    <a:pt x="0" y="457885"/>
                  </a:lnTo>
                  <a:lnTo>
                    <a:pt x="744715" y="457885"/>
                  </a:lnTo>
                  <a:lnTo>
                    <a:pt x="744715" y="430301"/>
                  </a:lnTo>
                  <a:lnTo>
                    <a:pt x="744715" y="400786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4" name="object 654" descr=""/>
            <p:cNvSpPr/>
            <p:nvPr/>
          </p:nvSpPr>
          <p:spPr>
            <a:xfrm>
              <a:off x="1337938" y="8575403"/>
              <a:ext cx="3362325" cy="141605"/>
            </a:xfrm>
            <a:custGeom>
              <a:avLst/>
              <a:gdLst/>
              <a:ahLst/>
              <a:cxnLst/>
              <a:rect l="l" t="t" r="r" b="b"/>
              <a:pathLst>
                <a:path w="3362325" h="141604">
                  <a:moveTo>
                    <a:pt x="3361981" y="0"/>
                  </a:moveTo>
                  <a:lnTo>
                    <a:pt x="0" y="0"/>
                  </a:lnTo>
                  <a:lnTo>
                    <a:pt x="0" y="141210"/>
                  </a:lnTo>
                  <a:lnTo>
                    <a:pt x="3361981" y="141210"/>
                  </a:lnTo>
                  <a:lnTo>
                    <a:pt x="3361981" y="0"/>
                  </a:lnTo>
                  <a:close/>
                </a:path>
              </a:pathLst>
            </a:custGeom>
            <a:solidFill>
              <a:srgbClr val="A0A0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5" name="object 655" descr=""/>
            <p:cNvSpPr/>
            <p:nvPr/>
          </p:nvSpPr>
          <p:spPr>
            <a:xfrm>
              <a:off x="2927395" y="7460633"/>
              <a:ext cx="1122680" cy="1115060"/>
            </a:xfrm>
            <a:custGeom>
              <a:avLst/>
              <a:gdLst/>
              <a:ahLst/>
              <a:cxnLst/>
              <a:rect l="l" t="t" r="r" b="b"/>
              <a:pathLst>
                <a:path w="1122679" h="1115059">
                  <a:moveTo>
                    <a:pt x="561134" y="0"/>
                  </a:moveTo>
                  <a:lnTo>
                    <a:pt x="488700" y="784"/>
                  </a:lnTo>
                  <a:lnTo>
                    <a:pt x="422210" y="3019"/>
                  </a:lnTo>
                  <a:lnTo>
                    <a:pt x="363561" y="6526"/>
                  </a:lnTo>
                  <a:lnTo>
                    <a:pt x="314646" y="11127"/>
                  </a:lnTo>
                  <a:lnTo>
                    <a:pt x="253600" y="22900"/>
                  </a:lnTo>
                  <a:lnTo>
                    <a:pt x="245121" y="141806"/>
                  </a:lnTo>
                  <a:lnTo>
                    <a:pt x="244793" y="196696"/>
                  </a:lnTo>
                  <a:lnTo>
                    <a:pt x="244155" y="250195"/>
                  </a:lnTo>
                  <a:lnTo>
                    <a:pt x="243102" y="301835"/>
                  </a:lnTo>
                  <a:lnTo>
                    <a:pt x="241531" y="351151"/>
                  </a:lnTo>
                  <a:lnTo>
                    <a:pt x="238804" y="406964"/>
                  </a:lnTo>
                  <a:lnTo>
                    <a:pt x="234892" y="460098"/>
                  </a:lnTo>
                  <a:lnTo>
                    <a:pt x="229495" y="511893"/>
                  </a:lnTo>
                  <a:lnTo>
                    <a:pt x="222312" y="563690"/>
                  </a:lnTo>
                  <a:lnTo>
                    <a:pt x="213040" y="616829"/>
                  </a:lnTo>
                  <a:lnTo>
                    <a:pt x="203556" y="662842"/>
                  </a:lnTo>
                  <a:lnTo>
                    <a:pt x="192412" y="709940"/>
                  </a:lnTo>
                  <a:lnTo>
                    <a:pt x="179612" y="757348"/>
                  </a:lnTo>
                  <a:lnTo>
                    <a:pt x="165157" y="804292"/>
                  </a:lnTo>
                  <a:lnTo>
                    <a:pt x="149050" y="849997"/>
                  </a:lnTo>
                  <a:lnTo>
                    <a:pt x="131294" y="893690"/>
                  </a:lnTo>
                  <a:lnTo>
                    <a:pt x="107885" y="942733"/>
                  </a:lnTo>
                  <a:lnTo>
                    <a:pt x="82578" y="988560"/>
                  </a:lnTo>
                  <a:lnTo>
                    <a:pt x="55847" y="1031974"/>
                  </a:lnTo>
                  <a:lnTo>
                    <a:pt x="28163" y="1073780"/>
                  </a:lnTo>
                  <a:lnTo>
                    <a:pt x="0" y="1114782"/>
                  </a:lnTo>
                  <a:lnTo>
                    <a:pt x="1122206" y="1114782"/>
                  </a:lnTo>
                  <a:lnTo>
                    <a:pt x="1094060" y="1073780"/>
                  </a:lnTo>
                  <a:lnTo>
                    <a:pt x="1066381" y="1031974"/>
                  </a:lnTo>
                  <a:lnTo>
                    <a:pt x="1039648" y="988560"/>
                  </a:lnTo>
                  <a:lnTo>
                    <a:pt x="1014340" y="942733"/>
                  </a:lnTo>
                  <a:lnTo>
                    <a:pt x="990933" y="893690"/>
                  </a:lnTo>
                  <a:lnTo>
                    <a:pt x="973175" y="849997"/>
                  </a:lnTo>
                  <a:lnTo>
                    <a:pt x="957074" y="804292"/>
                  </a:lnTo>
                  <a:lnTo>
                    <a:pt x="942625" y="757348"/>
                  </a:lnTo>
                  <a:lnTo>
                    <a:pt x="929828" y="709940"/>
                  </a:lnTo>
                  <a:lnTo>
                    <a:pt x="918679" y="662842"/>
                  </a:lnTo>
                  <a:lnTo>
                    <a:pt x="909176" y="616829"/>
                  </a:lnTo>
                  <a:lnTo>
                    <a:pt x="899904" y="563690"/>
                  </a:lnTo>
                  <a:lnTo>
                    <a:pt x="892721" y="511893"/>
                  </a:lnTo>
                  <a:lnTo>
                    <a:pt x="887324" y="460098"/>
                  </a:lnTo>
                  <a:lnTo>
                    <a:pt x="883413" y="406964"/>
                  </a:lnTo>
                  <a:lnTo>
                    <a:pt x="880685" y="351151"/>
                  </a:lnTo>
                  <a:lnTo>
                    <a:pt x="879114" y="301835"/>
                  </a:lnTo>
                  <a:lnTo>
                    <a:pt x="878062" y="250195"/>
                  </a:lnTo>
                  <a:lnTo>
                    <a:pt x="877423" y="196696"/>
                  </a:lnTo>
                  <a:lnTo>
                    <a:pt x="877095" y="141806"/>
                  </a:lnTo>
                  <a:lnTo>
                    <a:pt x="876957" y="29716"/>
                  </a:lnTo>
                  <a:lnTo>
                    <a:pt x="868617" y="22900"/>
                  </a:lnTo>
                  <a:lnTo>
                    <a:pt x="807578" y="11127"/>
                  </a:lnTo>
                  <a:lnTo>
                    <a:pt x="758670" y="6526"/>
                  </a:lnTo>
                  <a:lnTo>
                    <a:pt x="700030" y="3019"/>
                  </a:lnTo>
                  <a:lnTo>
                    <a:pt x="633553" y="784"/>
                  </a:lnTo>
                  <a:lnTo>
                    <a:pt x="561134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6" name="object 656" descr=""/>
            <p:cNvSpPr/>
            <p:nvPr/>
          </p:nvSpPr>
          <p:spPr>
            <a:xfrm>
              <a:off x="1698053" y="8127955"/>
              <a:ext cx="2163445" cy="447675"/>
            </a:xfrm>
            <a:custGeom>
              <a:avLst/>
              <a:gdLst/>
              <a:ahLst/>
              <a:cxnLst/>
              <a:rect l="l" t="t" r="r" b="b"/>
              <a:pathLst>
                <a:path w="2163445" h="447675">
                  <a:moveTo>
                    <a:pt x="1200277" y="220789"/>
                  </a:moveTo>
                  <a:lnTo>
                    <a:pt x="0" y="220789"/>
                  </a:lnTo>
                  <a:lnTo>
                    <a:pt x="0" y="447471"/>
                  </a:lnTo>
                  <a:lnTo>
                    <a:pt x="1200277" y="447471"/>
                  </a:lnTo>
                  <a:lnTo>
                    <a:pt x="1200277" y="220789"/>
                  </a:lnTo>
                  <a:close/>
                </a:path>
                <a:path w="2163445" h="447675">
                  <a:moveTo>
                    <a:pt x="2162911" y="57099"/>
                  </a:moveTo>
                  <a:lnTo>
                    <a:pt x="2140000" y="20180"/>
                  </a:lnTo>
                  <a:lnTo>
                    <a:pt x="2102040" y="12776"/>
                  </a:lnTo>
                  <a:lnTo>
                    <a:pt x="2048941" y="7442"/>
                  </a:lnTo>
                  <a:lnTo>
                    <a:pt x="1987486" y="3848"/>
                  </a:lnTo>
                  <a:lnTo>
                    <a:pt x="1924418" y="1651"/>
                  </a:lnTo>
                  <a:lnTo>
                    <a:pt x="1866544" y="508"/>
                  </a:lnTo>
                  <a:lnTo>
                    <a:pt x="1820621" y="63"/>
                  </a:lnTo>
                  <a:lnTo>
                    <a:pt x="1793417" y="0"/>
                  </a:lnTo>
                  <a:lnTo>
                    <a:pt x="1710372" y="749"/>
                  </a:lnTo>
                  <a:lnTo>
                    <a:pt x="1633880" y="2882"/>
                  </a:lnTo>
                  <a:lnTo>
                    <a:pt x="1566100" y="6235"/>
                  </a:lnTo>
                  <a:lnTo>
                    <a:pt x="1509204" y="10655"/>
                  </a:lnTo>
                  <a:lnTo>
                    <a:pt x="1465313" y="15963"/>
                  </a:lnTo>
                  <a:lnTo>
                    <a:pt x="1425232" y="28651"/>
                  </a:lnTo>
                  <a:lnTo>
                    <a:pt x="1418183" y="56476"/>
                  </a:lnTo>
                  <a:lnTo>
                    <a:pt x="1439418" y="48475"/>
                  </a:lnTo>
                  <a:lnTo>
                    <a:pt x="1482775" y="42202"/>
                  </a:lnTo>
                  <a:lnTo>
                    <a:pt x="1540891" y="37465"/>
                  </a:lnTo>
                  <a:lnTo>
                    <a:pt x="1606359" y="34048"/>
                  </a:lnTo>
                  <a:lnTo>
                    <a:pt x="1671802" y="31762"/>
                  </a:lnTo>
                  <a:lnTo>
                    <a:pt x="1729828" y="30378"/>
                  </a:lnTo>
                  <a:lnTo>
                    <a:pt x="1794154" y="29514"/>
                  </a:lnTo>
                  <a:lnTo>
                    <a:pt x="1825612" y="29756"/>
                  </a:lnTo>
                  <a:lnTo>
                    <a:pt x="1880412" y="30683"/>
                  </a:lnTo>
                  <a:lnTo>
                    <a:pt x="1948802" y="32626"/>
                  </a:lnTo>
                  <a:lnTo>
                    <a:pt x="2021001" y="35915"/>
                  </a:lnTo>
                  <a:lnTo>
                    <a:pt x="2087270" y="40868"/>
                  </a:lnTo>
                  <a:lnTo>
                    <a:pt x="2137829" y="47828"/>
                  </a:lnTo>
                  <a:lnTo>
                    <a:pt x="2162911" y="57099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7" name="object 657" descr=""/>
            <p:cNvSpPr/>
            <p:nvPr/>
          </p:nvSpPr>
          <p:spPr>
            <a:xfrm>
              <a:off x="4402570" y="6230632"/>
              <a:ext cx="171450" cy="2345055"/>
            </a:xfrm>
            <a:custGeom>
              <a:avLst/>
              <a:gdLst/>
              <a:ahLst/>
              <a:cxnLst/>
              <a:rect l="l" t="t" r="r" b="b"/>
              <a:pathLst>
                <a:path w="171450" h="2345054">
                  <a:moveTo>
                    <a:pt x="142456" y="0"/>
                  </a:moveTo>
                  <a:lnTo>
                    <a:pt x="28480" y="0"/>
                  </a:lnTo>
                  <a:lnTo>
                    <a:pt x="0" y="2344787"/>
                  </a:lnTo>
                  <a:lnTo>
                    <a:pt x="170947" y="2344787"/>
                  </a:lnTo>
                  <a:lnTo>
                    <a:pt x="142456" y="0"/>
                  </a:lnTo>
                  <a:close/>
                </a:path>
              </a:pathLst>
            </a:custGeom>
            <a:solidFill>
              <a:srgbClr val="009E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8" name="object 658" descr=""/>
            <p:cNvSpPr/>
            <p:nvPr/>
          </p:nvSpPr>
          <p:spPr>
            <a:xfrm>
              <a:off x="4406697" y="6245510"/>
              <a:ext cx="163195" cy="1991995"/>
            </a:xfrm>
            <a:custGeom>
              <a:avLst/>
              <a:gdLst/>
              <a:ahLst/>
              <a:cxnLst/>
              <a:rect l="l" t="t" r="r" b="b"/>
              <a:pathLst>
                <a:path w="163195" h="1991995">
                  <a:moveTo>
                    <a:pt x="142455" y="0"/>
                  </a:moveTo>
                  <a:lnTo>
                    <a:pt x="20256" y="0"/>
                  </a:lnTo>
                  <a:lnTo>
                    <a:pt x="20256" y="325107"/>
                  </a:lnTo>
                  <a:lnTo>
                    <a:pt x="142455" y="325107"/>
                  </a:lnTo>
                  <a:lnTo>
                    <a:pt x="142455" y="0"/>
                  </a:lnTo>
                  <a:close/>
                </a:path>
                <a:path w="163195" h="1991995">
                  <a:moveTo>
                    <a:pt x="152565" y="1157528"/>
                  </a:moveTo>
                  <a:lnTo>
                    <a:pt x="147535" y="741311"/>
                  </a:lnTo>
                  <a:lnTo>
                    <a:pt x="15176" y="741311"/>
                  </a:lnTo>
                  <a:lnTo>
                    <a:pt x="10109" y="1157528"/>
                  </a:lnTo>
                  <a:lnTo>
                    <a:pt x="152565" y="1157528"/>
                  </a:lnTo>
                  <a:close/>
                </a:path>
                <a:path w="163195" h="1991995">
                  <a:moveTo>
                    <a:pt x="162725" y="1991779"/>
                  </a:moveTo>
                  <a:lnTo>
                    <a:pt x="157645" y="1575574"/>
                  </a:lnTo>
                  <a:lnTo>
                    <a:pt x="5029" y="1575574"/>
                  </a:lnTo>
                  <a:lnTo>
                    <a:pt x="0" y="1991779"/>
                  </a:lnTo>
                  <a:lnTo>
                    <a:pt x="162725" y="1991779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9" name="object 659" descr=""/>
            <p:cNvSpPr/>
            <p:nvPr/>
          </p:nvSpPr>
          <p:spPr>
            <a:xfrm>
              <a:off x="4400156" y="6563200"/>
              <a:ext cx="175895" cy="1682114"/>
            </a:xfrm>
            <a:custGeom>
              <a:avLst/>
              <a:gdLst/>
              <a:ahLst/>
              <a:cxnLst/>
              <a:rect l="l" t="t" r="r" b="b"/>
              <a:pathLst>
                <a:path w="175895" h="1682115">
                  <a:moveTo>
                    <a:pt x="165087" y="832370"/>
                  </a:moveTo>
                  <a:lnTo>
                    <a:pt x="10706" y="832370"/>
                  </a:lnTo>
                  <a:lnTo>
                    <a:pt x="10706" y="847255"/>
                  </a:lnTo>
                  <a:lnTo>
                    <a:pt x="165087" y="847255"/>
                  </a:lnTo>
                  <a:lnTo>
                    <a:pt x="165087" y="832370"/>
                  </a:lnTo>
                  <a:close/>
                </a:path>
                <a:path w="175895" h="1682115">
                  <a:moveTo>
                    <a:pt x="165087" y="416204"/>
                  </a:moveTo>
                  <a:lnTo>
                    <a:pt x="10706" y="416204"/>
                  </a:lnTo>
                  <a:lnTo>
                    <a:pt x="10706" y="431076"/>
                  </a:lnTo>
                  <a:lnTo>
                    <a:pt x="165087" y="431076"/>
                  </a:lnTo>
                  <a:lnTo>
                    <a:pt x="165087" y="416204"/>
                  </a:lnTo>
                  <a:close/>
                </a:path>
                <a:path w="175895" h="1682115">
                  <a:moveTo>
                    <a:pt x="165087" y="0"/>
                  </a:moveTo>
                  <a:lnTo>
                    <a:pt x="10706" y="0"/>
                  </a:lnTo>
                  <a:lnTo>
                    <a:pt x="10706" y="14871"/>
                  </a:lnTo>
                  <a:lnTo>
                    <a:pt x="165087" y="14871"/>
                  </a:lnTo>
                  <a:lnTo>
                    <a:pt x="165087" y="0"/>
                  </a:lnTo>
                  <a:close/>
                </a:path>
                <a:path w="175895" h="1682115">
                  <a:moveTo>
                    <a:pt x="175831" y="1666633"/>
                  </a:moveTo>
                  <a:lnTo>
                    <a:pt x="0" y="1666633"/>
                  </a:lnTo>
                  <a:lnTo>
                    <a:pt x="0" y="1681492"/>
                  </a:lnTo>
                  <a:lnTo>
                    <a:pt x="175831" y="1681492"/>
                  </a:lnTo>
                  <a:lnTo>
                    <a:pt x="175831" y="1666633"/>
                  </a:lnTo>
                  <a:close/>
                </a:path>
                <a:path w="175895" h="1682115">
                  <a:moveTo>
                    <a:pt x="175831" y="1250416"/>
                  </a:moveTo>
                  <a:lnTo>
                    <a:pt x="0" y="1250416"/>
                  </a:lnTo>
                  <a:lnTo>
                    <a:pt x="0" y="1265288"/>
                  </a:lnTo>
                  <a:lnTo>
                    <a:pt x="175831" y="1265288"/>
                  </a:lnTo>
                  <a:lnTo>
                    <a:pt x="175831" y="1250416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0" name="object 660" descr=""/>
            <p:cNvSpPr/>
            <p:nvPr/>
          </p:nvSpPr>
          <p:spPr>
            <a:xfrm>
              <a:off x="4410870" y="6172670"/>
              <a:ext cx="154940" cy="73025"/>
            </a:xfrm>
            <a:custGeom>
              <a:avLst/>
              <a:gdLst/>
              <a:ahLst/>
              <a:cxnLst/>
              <a:rect l="l" t="t" r="r" b="b"/>
              <a:pathLst>
                <a:path w="154939" h="73025">
                  <a:moveTo>
                    <a:pt x="154382" y="0"/>
                  </a:moveTo>
                  <a:lnTo>
                    <a:pt x="0" y="0"/>
                  </a:lnTo>
                  <a:lnTo>
                    <a:pt x="0" y="72835"/>
                  </a:lnTo>
                  <a:lnTo>
                    <a:pt x="154382" y="72835"/>
                  </a:lnTo>
                  <a:lnTo>
                    <a:pt x="154382" y="0"/>
                  </a:lnTo>
                  <a:close/>
                </a:path>
              </a:pathLst>
            </a:custGeom>
            <a:solidFill>
              <a:srgbClr val="1DA2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1" name="object 661" descr=""/>
            <p:cNvSpPr/>
            <p:nvPr/>
          </p:nvSpPr>
          <p:spPr>
            <a:xfrm>
              <a:off x="2611539" y="6003968"/>
              <a:ext cx="171450" cy="2345055"/>
            </a:xfrm>
            <a:custGeom>
              <a:avLst/>
              <a:gdLst/>
              <a:ahLst/>
              <a:cxnLst/>
              <a:rect l="l" t="t" r="r" b="b"/>
              <a:pathLst>
                <a:path w="171450" h="2345054">
                  <a:moveTo>
                    <a:pt x="142456" y="0"/>
                  </a:moveTo>
                  <a:lnTo>
                    <a:pt x="28480" y="0"/>
                  </a:lnTo>
                  <a:lnTo>
                    <a:pt x="0" y="2344787"/>
                  </a:lnTo>
                  <a:lnTo>
                    <a:pt x="170947" y="2344787"/>
                  </a:lnTo>
                  <a:lnTo>
                    <a:pt x="142456" y="0"/>
                  </a:lnTo>
                  <a:close/>
                </a:path>
              </a:pathLst>
            </a:custGeom>
            <a:solidFill>
              <a:srgbClr val="009E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2" name="object 662" descr=""/>
            <p:cNvSpPr/>
            <p:nvPr/>
          </p:nvSpPr>
          <p:spPr>
            <a:xfrm>
              <a:off x="2615615" y="6018828"/>
              <a:ext cx="163195" cy="1991995"/>
            </a:xfrm>
            <a:custGeom>
              <a:avLst/>
              <a:gdLst/>
              <a:ahLst/>
              <a:cxnLst/>
              <a:rect l="l" t="t" r="r" b="b"/>
              <a:pathLst>
                <a:path w="163194" h="1991995">
                  <a:moveTo>
                    <a:pt x="142506" y="0"/>
                  </a:moveTo>
                  <a:lnTo>
                    <a:pt x="20269" y="0"/>
                  </a:lnTo>
                  <a:lnTo>
                    <a:pt x="20269" y="325132"/>
                  </a:lnTo>
                  <a:lnTo>
                    <a:pt x="142506" y="325132"/>
                  </a:lnTo>
                  <a:lnTo>
                    <a:pt x="142506" y="0"/>
                  </a:lnTo>
                  <a:close/>
                </a:path>
                <a:path w="163194" h="1991995">
                  <a:moveTo>
                    <a:pt x="152615" y="1157541"/>
                  </a:moveTo>
                  <a:lnTo>
                    <a:pt x="147535" y="741337"/>
                  </a:lnTo>
                  <a:lnTo>
                    <a:pt x="15227" y="741337"/>
                  </a:lnTo>
                  <a:lnTo>
                    <a:pt x="10160" y="1157541"/>
                  </a:lnTo>
                  <a:lnTo>
                    <a:pt x="152615" y="1157541"/>
                  </a:lnTo>
                  <a:close/>
                </a:path>
                <a:path w="163194" h="1991995">
                  <a:moveTo>
                    <a:pt x="162737" y="1991753"/>
                  </a:moveTo>
                  <a:lnTo>
                    <a:pt x="157695" y="1575587"/>
                  </a:lnTo>
                  <a:lnTo>
                    <a:pt x="5080" y="1575587"/>
                  </a:lnTo>
                  <a:lnTo>
                    <a:pt x="0" y="1991753"/>
                  </a:lnTo>
                  <a:lnTo>
                    <a:pt x="162737" y="1991753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3" name="object 663" descr=""/>
            <p:cNvSpPr/>
            <p:nvPr/>
          </p:nvSpPr>
          <p:spPr>
            <a:xfrm>
              <a:off x="2609062" y="6336531"/>
              <a:ext cx="175895" cy="1682114"/>
            </a:xfrm>
            <a:custGeom>
              <a:avLst/>
              <a:gdLst/>
              <a:ahLst/>
              <a:cxnLst/>
              <a:rect l="l" t="t" r="r" b="b"/>
              <a:pathLst>
                <a:path w="175894" h="1682115">
                  <a:moveTo>
                    <a:pt x="165112" y="832370"/>
                  </a:moveTo>
                  <a:lnTo>
                    <a:pt x="10769" y="832370"/>
                  </a:lnTo>
                  <a:lnTo>
                    <a:pt x="10769" y="847242"/>
                  </a:lnTo>
                  <a:lnTo>
                    <a:pt x="165112" y="847242"/>
                  </a:lnTo>
                  <a:lnTo>
                    <a:pt x="165112" y="832370"/>
                  </a:lnTo>
                  <a:close/>
                </a:path>
                <a:path w="175894" h="1682115">
                  <a:moveTo>
                    <a:pt x="165112" y="416166"/>
                  </a:moveTo>
                  <a:lnTo>
                    <a:pt x="10769" y="416166"/>
                  </a:lnTo>
                  <a:lnTo>
                    <a:pt x="10769" y="431050"/>
                  </a:lnTo>
                  <a:lnTo>
                    <a:pt x="165112" y="431050"/>
                  </a:lnTo>
                  <a:lnTo>
                    <a:pt x="165112" y="416166"/>
                  </a:lnTo>
                  <a:close/>
                </a:path>
                <a:path w="175894" h="1682115">
                  <a:moveTo>
                    <a:pt x="165112" y="0"/>
                  </a:moveTo>
                  <a:lnTo>
                    <a:pt x="10769" y="0"/>
                  </a:lnTo>
                  <a:lnTo>
                    <a:pt x="10769" y="14871"/>
                  </a:lnTo>
                  <a:lnTo>
                    <a:pt x="165112" y="14871"/>
                  </a:lnTo>
                  <a:lnTo>
                    <a:pt x="165112" y="0"/>
                  </a:lnTo>
                  <a:close/>
                </a:path>
                <a:path w="175894" h="1682115">
                  <a:moveTo>
                    <a:pt x="175831" y="1666621"/>
                  </a:moveTo>
                  <a:lnTo>
                    <a:pt x="0" y="1666621"/>
                  </a:lnTo>
                  <a:lnTo>
                    <a:pt x="0" y="1681505"/>
                  </a:lnTo>
                  <a:lnTo>
                    <a:pt x="175831" y="1681505"/>
                  </a:lnTo>
                  <a:lnTo>
                    <a:pt x="175831" y="1666621"/>
                  </a:lnTo>
                  <a:close/>
                </a:path>
                <a:path w="175894" h="1682115">
                  <a:moveTo>
                    <a:pt x="175831" y="1250429"/>
                  </a:moveTo>
                  <a:lnTo>
                    <a:pt x="0" y="1250429"/>
                  </a:lnTo>
                  <a:lnTo>
                    <a:pt x="0" y="1265301"/>
                  </a:lnTo>
                  <a:lnTo>
                    <a:pt x="175831" y="1265301"/>
                  </a:lnTo>
                  <a:lnTo>
                    <a:pt x="175831" y="1250429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4" name="object 664" descr=""/>
            <p:cNvSpPr/>
            <p:nvPr/>
          </p:nvSpPr>
          <p:spPr>
            <a:xfrm>
              <a:off x="2619836" y="5946007"/>
              <a:ext cx="154940" cy="73025"/>
            </a:xfrm>
            <a:custGeom>
              <a:avLst/>
              <a:gdLst/>
              <a:ahLst/>
              <a:cxnLst/>
              <a:rect l="l" t="t" r="r" b="b"/>
              <a:pathLst>
                <a:path w="154939" h="73025">
                  <a:moveTo>
                    <a:pt x="154340" y="0"/>
                  </a:moveTo>
                  <a:lnTo>
                    <a:pt x="0" y="0"/>
                  </a:lnTo>
                  <a:lnTo>
                    <a:pt x="0" y="72814"/>
                  </a:lnTo>
                  <a:lnTo>
                    <a:pt x="154340" y="72814"/>
                  </a:lnTo>
                  <a:lnTo>
                    <a:pt x="154340" y="0"/>
                  </a:lnTo>
                  <a:close/>
                </a:path>
              </a:pathLst>
            </a:custGeom>
            <a:solidFill>
              <a:srgbClr val="1DA2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5" name="object 665" descr=""/>
            <p:cNvSpPr/>
            <p:nvPr/>
          </p:nvSpPr>
          <p:spPr>
            <a:xfrm>
              <a:off x="1718157" y="8381040"/>
              <a:ext cx="1161415" cy="186690"/>
            </a:xfrm>
            <a:custGeom>
              <a:avLst/>
              <a:gdLst/>
              <a:ahLst/>
              <a:cxnLst/>
              <a:rect l="l" t="t" r="r" b="b"/>
              <a:pathLst>
                <a:path w="1161414" h="186690">
                  <a:moveTo>
                    <a:pt x="60185" y="129235"/>
                  </a:moveTo>
                  <a:lnTo>
                    <a:pt x="0" y="129235"/>
                  </a:lnTo>
                  <a:lnTo>
                    <a:pt x="0" y="186283"/>
                  </a:lnTo>
                  <a:lnTo>
                    <a:pt x="60185" y="186283"/>
                  </a:lnTo>
                  <a:lnTo>
                    <a:pt x="60185" y="129235"/>
                  </a:lnTo>
                  <a:close/>
                </a:path>
                <a:path w="1161414" h="186690">
                  <a:moveTo>
                    <a:pt x="60185" y="64173"/>
                  </a:moveTo>
                  <a:lnTo>
                    <a:pt x="0" y="64173"/>
                  </a:lnTo>
                  <a:lnTo>
                    <a:pt x="0" y="121234"/>
                  </a:lnTo>
                  <a:lnTo>
                    <a:pt x="60185" y="121234"/>
                  </a:lnTo>
                  <a:lnTo>
                    <a:pt x="60185" y="64173"/>
                  </a:lnTo>
                  <a:close/>
                </a:path>
                <a:path w="1161414" h="186690">
                  <a:moveTo>
                    <a:pt x="60185" y="0"/>
                  </a:moveTo>
                  <a:lnTo>
                    <a:pt x="0" y="0"/>
                  </a:lnTo>
                  <a:lnTo>
                    <a:pt x="0" y="57048"/>
                  </a:lnTo>
                  <a:lnTo>
                    <a:pt x="60185" y="57048"/>
                  </a:lnTo>
                  <a:lnTo>
                    <a:pt x="60185" y="0"/>
                  </a:lnTo>
                  <a:close/>
                </a:path>
                <a:path w="1161414" h="186690">
                  <a:moveTo>
                    <a:pt x="128993" y="129235"/>
                  </a:moveTo>
                  <a:lnTo>
                    <a:pt x="68821" y="129235"/>
                  </a:lnTo>
                  <a:lnTo>
                    <a:pt x="68821" y="186283"/>
                  </a:lnTo>
                  <a:lnTo>
                    <a:pt x="128993" y="186283"/>
                  </a:lnTo>
                  <a:lnTo>
                    <a:pt x="128993" y="129235"/>
                  </a:lnTo>
                  <a:close/>
                </a:path>
                <a:path w="1161414" h="186690">
                  <a:moveTo>
                    <a:pt x="128993" y="64173"/>
                  </a:moveTo>
                  <a:lnTo>
                    <a:pt x="68821" y="64173"/>
                  </a:lnTo>
                  <a:lnTo>
                    <a:pt x="68821" y="121234"/>
                  </a:lnTo>
                  <a:lnTo>
                    <a:pt x="128993" y="121234"/>
                  </a:lnTo>
                  <a:lnTo>
                    <a:pt x="128993" y="64173"/>
                  </a:lnTo>
                  <a:close/>
                </a:path>
                <a:path w="1161414" h="186690">
                  <a:moveTo>
                    <a:pt x="128993" y="0"/>
                  </a:moveTo>
                  <a:lnTo>
                    <a:pt x="68821" y="0"/>
                  </a:lnTo>
                  <a:lnTo>
                    <a:pt x="68821" y="57048"/>
                  </a:lnTo>
                  <a:lnTo>
                    <a:pt x="128993" y="57048"/>
                  </a:lnTo>
                  <a:lnTo>
                    <a:pt x="128993" y="0"/>
                  </a:lnTo>
                  <a:close/>
                </a:path>
                <a:path w="1161414" h="186690">
                  <a:moveTo>
                    <a:pt x="197573" y="129235"/>
                  </a:moveTo>
                  <a:lnTo>
                    <a:pt x="137388" y="129235"/>
                  </a:lnTo>
                  <a:lnTo>
                    <a:pt x="137388" y="186283"/>
                  </a:lnTo>
                  <a:lnTo>
                    <a:pt x="197573" y="186283"/>
                  </a:lnTo>
                  <a:lnTo>
                    <a:pt x="197573" y="129235"/>
                  </a:lnTo>
                  <a:close/>
                </a:path>
                <a:path w="1161414" h="186690">
                  <a:moveTo>
                    <a:pt x="197573" y="64173"/>
                  </a:moveTo>
                  <a:lnTo>
                    <a:pt x="137388" y="64173"/>
                  </a:lnTo>
                  <a:lnTo>
                    <a:pt x="137388" y="121234"/>
                  </a:lnTo>
                  <a:lnTo>
                    <a:pt x="197573" y="121234"/>
                  </a:lnTo>
                  <a:lnTo>
                    <a:pt x="197573" y="64173"/>
                  </a:lnTo>
                  <a:close/>
                </a:path>
                <a:path w="1161414" h="186690">
                  <a:moveTo>
                    <a:pt x="197573" y="0"/>
                  </a:moveTo>
                  <a:lnTo>
                    <a:pt x="137388" y="0"/>
                  </a:lnTo>
                  <a:lnTo>
                    <a:pt x="137388" y="57048"/>
                  </a:lnTo>
                  <a:lnTo>
                    <a:pt x="197573" y="57048"/>
                  </a:lnTo>
                  <a:lnTo>
                    <a:pt x="197573" y="0"/>
                  </a:lnTo>
                  <a:close/>
                </a:path>
                <a:path w="1161414" h="186690">
                  <a:moveTo>
                    <a:pt x="266509" y="129235"/>
                  </a:moveTo>
                  <a:lnTo>
                    <a:pt x="206324" y="129235"/>
                  </a:lnTo>
                  <a:lnTo>
                    <a:pt x="206324" y="186283"/>
                  </a:lnTo>
                  <a:lnTo>
                    <a:pt x="266509" y="186283"/>
                  </a:lnTo>
                  <a:lnTo>
                    <a:pt x="266509" y="129235"/>
                  </a:lnTo>
                  <a:close/>
                </a:path>
                <a:path w="1161414" h="186690">
                  <a:moveTo>
                    <a:pt x="266509" y="64173"/>
                  </a:moveTo>
                  <a:lnTo>
                    <a:pt x="206324" y="64173"/>
                  </a:lnTo>
                  <a:lnTo>
                    <a:pt x="206324" y="121234"/>
                  </a:lnTo>
                  <a:lnTo>
                    <a:pt x="266509" y="121234"/>
                  </a:lnTo>
                  <a:lnTo>
                    <a:pt x="266509" y="64173"/>
                  </a:lnTo>
                  <a:close/>
                </a:path>
                <a:path w="1161414" h="186690">
                  <a:moveTo>
                    <a:pt x="266509" y="0"/>
                  </a:moveTo>
                  <a:lnTo>
                    <a:pt x="206324" y="0"/>
                  </a:lnTo>
                  <a:lnTo>
                    <a:pt x="206324" y="57048"/>
                  </a:lnTo>
                  <a:lnTo>
                    <a:pt x="266509" y="57048"/>
                  </a:lnTo>
                  <a:lnTo>
                    <a:pt x="266509" y="0"/>
                  </a:lnTo>
                  <a:close/>
                </a:path>
                <a:path w="1161414" h="186690">
                  <a:moveTo>
                    <a:pt x="335318" y="129235"/>
                  </a:moveTo>
                  <a:lnTo>
                    <a:pt x="275145" y="129235"/>
                  </a:lnTo>
                  <a:lnTo>
                    <a:pt x="275145" y="186283"/>
                  </a:lnTo>
                  <a:lnTo>
                    <a:pt x="335318" y="186283"/>
                  </a:lnTo>
                  <a:lnTo>
                    <a:pt x="335318" y="129235"/>
                  </a:lnTo>
                  <a:close/>
                </a:path>
                <a:path w="1161414" h="186690">
                  <a:moveTo>
                    <a:pt x="335318" y="64173"/>
                  </a:moveTo>
                  <a:lnTo>
                    <a:pt x="275145" y="64173"/>
                  </a:lnTo>
                  <a:lnTo>
                    <a:pt x="275145" y="121234"/>
                  </a:lnTo>
                  <a:lnTo>
                    <a:pt x="335318" y="121234"/>
                  </a:lnTo>
                  <a:lnTo>
                    <a:pt x="335318" y="64173"/>
                  </a:lnTo>
                  <a:close/>
                </a:path>
                <a:path w="1161414" h="186690">
                  <a:moveTo>
                    <a:pt x="335318" y="0"/>
                  </a:moveTo>
                  <a:lnTo>
                    <a:pt x="275145" y="0"/>
                  </a:lnTo>
                  <a:lnTo>
                    <a:pt x="275145" y="57048"/>
                  </a:lnTo>
                  <a:lnTo>
                    <a:pt x="335318" y="57048"/>
                  </a:lnTo>
                  <a:lnTo>
                    <a:pt x="335318" y="0"/>
                  </a:lnTo>
                  <a:close/>
                </a:path>
                <a:path w="1161414" h="186690">
                  <a:moveTo>
                    <a:pt x="403872" y="129235"/>
                  </a:moveTo>
                  <a:lnTo>
                    <a:pt x="343712" y="129235"/>
                  </a:lnTo>
                  <a:lnTo>
                    <a:pt x="343712" y="186283"/>
                  </a:lnTo>
                  <a:lnTo>
                    <a:pt x="403872" y="186283"/>
                  </a:lnTo>
                  <a:lnTo>
                    <a:pt x="403872" y="129235"/>
                  </a:lnTo>
                  <a:close/>
                </a:path>
                <a:path w="1161414" h="186690">
                  <a:moveTo>
                    <a:pt x="403872" y="64173"/>
                  </a:moveTo>
                  <a:lnTo>
                    <a:pt x="343712" y="64173"/>
                  </a:lnTo>
                  <a:lnTo>
                    <a:pt x="343712" y="121234"/>
                  </a:lnTo>
                  <a:lnTo>
                    <a:pt x="403872" y="121234"/>
                  </a:lnTo>
                  <a:lnTo>
                    <a:pt x="403872" y="64173"/>
                  </a:lnTo>
                  <a:close/>
                </a:path>
                <a:path w="1161414" h="186690">
                  <a:moveTo>
                    <a:pt x="403872" y="0"/>
                  </a:moveTo>
                  <a:lnTo>
                    <a:pt x="343712" y="0"/>
                  </a:lnTo>
                  <a:lnTo>
                    <a:pt x="343712" y="57048"/>
                  </a:lnTo>
                  <a:lnTo>
                    <a:pt x="403872" y="57048"/>
                  </a:lnTo>
                  <a:lnTo>
                    <a:pt x="403872" y="0"/>
                  </a:lnTo>
                  <a:close/>
                </a:path>
                <a:path w="1161414" h="186690">
                  <a:moveTo>
                    <a:pt x="472897" y="129235"/>
                  </a:moveTo>
                  <a:lnTo>
                    <a:pt x="412724" y="129235"/>
                  </a:lnTo>
                  <a:lnTo>
                    <a:pt x="412724" y="186283"/>
                  </a:lnTo>
                  <a:lnTo>
                    <a:pt x="472897" y="186283"/>
                  </a:lnTo>
                  <a:lnTo>
                    <a:pt x="472897" y="129235"/>
                  </a:lnTo>
                  <a:close/>
                </a:path>
                <a:path w="1161414" h="186690">
                  <a:moveTo>
                    <a:pt x="472897" y="64173"/>
                  </a:moveTo>
                  <a:lnTo>
                    <a:pt x="412724" y="64173"/>
                  </a:lnTo>
                  <a:lnTo>
                    <a:pt x="412724" y="121234"/>
                  </a:lnTo>
                  <a:lnTo>
                    <a:pt x="472897" y="121234"/>
                  </a:lnTo>
                  <a:lnTo>
                    <a:pt x="472897" y="64173"/>
                  </a:lnTo>
                  <a:close/>
                </a:path>
                <a:path w="1161414" h="186690">
                  <a:moveTo>
                    <a:pt x="472897" y="0"/>
                  </a:moveTo>
                  <a:lnTo>
                    <a:pt x="412724" y="0"/>
                  </a:lnTo>
                  <a:lnTo>
                    <a:pt x="412724" y="57048"/>
                  </a:lnTo>
                  <a:lnTo>
                    <a:pt x="472897" y="57048"/>
                  </a:lnTo>
                  <a:lnTo>
                    <a:pt x="472897" y="0"/>
                  </a:lnTo>
                  <a:close/>
                </a:path>
                <a:path w="1161414" h="186690">
                  <a:moveTo>
                    <a:pt x="541680" y="129235"/>
                  </a:moveTo>
                  <a:lnTo>
                    <a:pt x="481507" y="129235"/>
                  </a:lnTo>
                  <a:lnTo>
                    <a:pt x="481507" y="186283"/>
                  </a:lnTo>
                  <a:lnTo>
                    <a:pt x="541680" y="186283"/>
                  </a:lnTo>
                  <a:lnTo>
                    <a:pt x="541680" y="129235"/>
                  </a:lnTo>
                  <a:close/>
                </a:path>
                <a:path w="1161414" h="186690">
                  <a:moveTo>
                    <a:pt x="541680" y="64173"/>
                  </a:moveTo>
                  <a:lnTo>
                    <a:pt x="481507" y="64173"/>
                  </a:lnTo>
                  <a:lnTo>
                    <a:pt x="481507" y="121234"/>
                  </a:lnTo>
                  <a:lnTo>
                    <a:pt x="541680" y="121234"/>
                  </a:lnTo>
                  <a:lnTo>
                    <a:pt x="541680" y="64173"/>
                  </a:lnTo>
                  <a:close/>
                </a:path>
                <a:path w="1161414" h="186690">
                  <a:moveTo>
                    <a:pt x="541680" y="0"/>
                  </a:moveTo>
                  <a:lnTo>
                    <a:pt x="481507" y="0"/>
                  </a:lnTo>
                  <a:lnTo>
                    <a:pt x="481507" y="57048"/>
                  </a:lnTo>
                  <a:lnTo>
                    <a:pt x="541680" y="57048"/>
                  </a:lnTo>
                  <a:lnTo>
                    <a:pt x="541680" y="0"/>
                  </a:lnTo>
                  <a:close/>
                </a:path>
                <a:path w="1161414" h="186690">
                  <a:moveTo>
                    <a:pt x="610311" y="129235"/>
                  </a:moveTo>
                  <a:lnTo>
                    <a:pt x="550125" y="129235"/>
                  </a:lnTo>
                  <a:lnTo>
                    <a:pt x="550125" y="186283"/>
                  </a:lnTo>
                  <a:lnTo>
                    <a:pt x="610311" y="186283"/>
                  </a:lnTo>
                  <a:lnTo>
                    <a:pt x="610311" y="129235"/>
                  </a:lnTo>
                  <a:close/>
                </a:path>
                <a:path w="1161414" h="186690">
                  <a:moveTo>
                    <a:pt x="610311" y="64173"/>
                  </a:moveTo>
                  <a:lnTo>
                    <a:pt x="550125" y="64173"/>
                  </a:lnTo>
                  <a:lnTo>
                    <a:pt x="550125" y="121234"/>
                  </a:lnTo>
                  <a:lnTo>
                    <a:pt x="610311" y="121234"/>
                  </a:lnTo>
                  <a:lnTo>
                    <a:pt x="610311" y="64173"/>
                  </a:lnTo>
                  <a:close/>
                </a:path>
                <a:path w="1161414" h="186690">
                  <a:moveTo>
                    <a:pt x="610311" y="0"/>
                  </a:moveTo>
                  <a:lnTo>
                    <a:pt x="550125" y="0"/>
                  </a:lnTo>
                  <a:lnTo>
                    <a:pt x="550125" y="57048"/>
                  </a:lnTo>
                  <a:lnTo>
                    <a:pt x="610311" y="57048"/>
                  </a:lnTo>
                  <a:lnTo>
                    <a:pt x="610311" y="0"/>
                  </a:lnTo>
                  <a:close/>
                </a:path>
                <a:path w="1161414" h="186690">
                  <a:moveTo>
                    <a:pt x="679234" y="129235"/>
                  </a:moveTo>
                  <a:lnTo>
                    <a:pt x="619048" y="129235"/>
                  </a:lnTo>
                  <a:lnTo>
                    <a:pt x="619048" y="186283"/>
                  </a:lnTo>
                  <a:lnTo>
                    <a:pt x="679234" y="186283"/>
                  </a:lnTo>
                  <a:lnTo>
                    <a:pt x="679234" y="129235"/>
                  </a:lnTo>
                  <a:close/>
                </a:path>
                <a:path w="1161414" h="186690">
                  <a:moveTo>
                    <a:pt x="679234" y="64173"/>
                  </a:moveTo>
                  <a:lnTo>
                    <a:pt x="619048" y="64173"/>
                  </a:lnTo>
                  <a:lnTo>
                    <a:pt x="619048" y="121234"/>
                  </a:lnTo>
                  <a:lnTo>
                    <a:pt x="679234" y="121234"/>
                  </a:lnTo>
                  <a:lnTo>
                    <a:pt x="679234" y="64173"/>
                  </a:lnTo>
                  <a:close/>
                </a:path>
                <a:path w="1161414" h="186690">
                  <a:moveTo>
                    <a:pt x="679234" y="0"/>
                  </a:moveTo>
                  <a:lnTo>
                    <a:pt x="619048" y="0"/>
                  </a:lnTo>
                  <a:lnTo>
                    <a:pt x="619048" y="57048"/>
                  </a:lnTo>
                  <a:lnTo>
                    <a:pt x="679234" y="57048"/>
                  </a:lnTo>
                  <a:lnTo>
                    <a:pt x="679234" y="0"/>
                  </a:lnTo>
                  <a:close/>
                </a:path>
                <a:path w="1161414" h="186690">
                  <a:moveTo>
                    <a:pt x="748004" y="129235"/>
                  </a:moveTo>
                  <a:lnTo>
                    <a:pt x="687832" y="129235"/>
                  </a:lnTo>
                  <a:lnTo>
                    <a:pt x="687832" y="186283"/>
                  </a:lnTo>
                  <a:lnTo>
                    <a:pt x="748004" y="186283"/>
                  </a:lnTo>
                  <a:lnTo>
                    <a:pt x="748004" y="129235"/>
                  </a:lnTo>
                  <a:close/>
                </a:path>
                <a:path w="1161414" h="186690">
                  <a:moveTo>
                    <a:pt x="748004" y="64173"/>
                  </a:moveTo>
                  <a:lnTo>
                    <a:pt x="687832" y="64173"/>
                  </a:lnTo>
                  <a:lnTo>
                    <a:pt x="687832" y="121234"/>
                  </a:lnTo>
                  <a:lnTo>
                    <a:pt x="748004" y="121234"/>
                  </a:lnTo>
                  <a:lnTo>
                    <a:pt x="748004" y="64173"/>
                  </a:lnTo>
                  <a:close/>
                </a:path>
                <a:path w="1161414" h="186690">
                  <a:moveTo>
                    <a:pt x="748004" y="0"/>
                  </a:moveTo>
                  <a:lnTo>
                    <a:pt x="687832" y="0"/>
                  </a:lnTo>
                  <a:lnTo>
                    <a:pt x="687832" y="57048"/>
                  </a:lnTo>
                  <a:lnTo>
                    <a:pt x="748004" y="57048"/>
                  </a:lnTo>
                  <a:lnTo>
                    <a:pt x="748004" y="0"/>
                  </a:lnTo>
                  <a:close/>
                </a:path>
                <a:path w="1161414" h="186690">
                  <a:moveTo>
                    <a:pt x="816610" y="129235"/>
                  </a:moveTo>
                  <a:lnTo>
                    <a:pt x="756437" y="129235"/>
                  </a:lnTo>
                  <a:lnTo>
                    <a:pt x="756437" y="186283"/>
                  </a:lnTo>
                  <a:lnTo>
                    <a:pt x="816610" y="186283"/>
                  </a:lnTo>
                  <a:lnTo>
                    <a:pt x="816610" y="129235"/>
                  </a:lnTo>
                  <a:close/>
                </a:path>
                <a:path w="1161414" h="186690">
                  <a:moveTo>
                    <a:pt x="816610" y="64173"/>
                  </a:moveTo>
                  <a:lnTo>
                    <a:pt x="756437" y="64173"/>
                  </a:lnTo>
                  <a:lnTo>
                    <a:pt x="756437" y="121234"/>
                  </a:lnTo>
                  <a:lnTo>
                    <a:pt x="816610" y="121234"/>
                  </a:lnTo>
                  <a:lnTo>
                    <a:pt x="816610" y="64173"/>
                  </a:lnTo>
                  <a:close/>
                </a:path>
                <a:path w="1161414" h="186690">
                  <a:moveTo>
                    <a:pt x="816610" y="0"/>
                  </a:moveTo>
                  <a:lnTo>
                    <a:pt x="756437" y="0"/>
                  </a:lnTo>
                  <a:lnTo>
                    <a:pt x="756437" y="57048"/>
                  </a:lnTo>
                  <a:lnTo>
                    <a:pt x="816610" y="57048"/>
                  </a:lnTo>
                  <a:lnTo>
                    <a:pt x="816610" y="0"/>
                  </a:lnTo>
                  <a:close/>
                </a:path>
                <a:path w="1161414" h="186690">
                  <a:moveTo>
                    <a:pt x="885786" y="129235"/>
                  </a:moveTo>
                  <a:lnTo>
                    <a:pt x="825627" y="129235"/>
                  </a:lnTo>
                  <a:lnTo>
                    <a:pt x="825627" y="186283"/>
                  </a:lnTo>
                  <a:lnTo>
                    <a:pt x="885786" y="186283"/>
                  </a:lnTo>
                  <a:lnTo>
                    <a:pt x="885786" y="129235"/>
                  </a:lnTo>
                  <a:close/>
                </a:path>
                <a:path w="1161414" h="186690">
                  <a:moveTo>
                    <a:pt x="885786" y="64173"/>
                  </a:moveTo>
                  <a:lnTo>
                    <a:pt x="825627" y="64173"/>
                  </a:lnTo>
                  <a:lnTo>
                    <a:pt x="825627" y="121234"/>
                  </a:lnTo>
                  <a:lnTo>
                    <a:pt x="885786" y="121234"/>
                  </a:lnTo>
                  <a:lnTo>
                    <a:pt x="885786" y="64173"/>
                  </a:lnTo>
                  <a:close/>
                </a:path>
                <a:path w="1161414" h="186690">
                  <a:moveTo>
                    <a:pt x="885786" y="0"/>
                  </a:moveTo>
                  <a:lnTo>
                    <a:pt x="825627" y="0"/>
                  </a:lnTo>
                  <a:lnTo>
                    <a:pt x="825627" y="57048"/>
                  </a:lnTo>
                  <a:lnTo>
                    <a:pt x="885786" y="57048"/>
                  </a:lnTo>
                  <a:lnTo>
                    <a:pt x="885786" y="0"/>
                  </a:lnTo>
                  <a:close/>
                </a:path>
                <a:path w="1161414" h="186690">
                  <a:moveTo>
                    <a:pt x="954620" y="129235"/>
                  </a:moveTo>
                  <a:lnTo>
                    <a:pt x="894435" y="129235"/>
                  </a:lnTo>
                  <a:lnTo>
                    <a:pt x="894435" y="186283"/>
                  </a:lnTo>
                  <a:lnTo>
                    <a:pt x="954620" y="186283"/>
                  </a:lnTo>
                  <a:lnTo>
                    <a:pt x="954620" y="129235"/>
                  </a:lnTo>
                  <a:close/>
                </a:path>
                <a:path w="1161414" h="186690">
                  <a:moveTo>
                    <a:pt x="954620" y="64173"/>
                  </a:moveTo>
                  <a:lnTo>
                    <a:pt x="894435" y="64173"/>
                  </a:lnTo>
                  <a:lnTo>
                    <a:pt x="894435" y="121234"/>
                  </a:lnTo>
                  <a:lnTo>
                    <a:pt x="954620" y="121234"/>
                  </a:lnTo>
                  <a:lnTo>
                    <a:pt x="954620" y="64173"/>
                  </a:lnTo>
                  <a:close/>
                </a:path>
                <a:path w="1161414" h="186690">
                  <a:moveTo>
                    <a:pt x="954620" y="0"/>
                  </a:moveTo>
                  <a:lnTo>
                    <a:pt x="894435" y="0"/>
                  </a:lnTo>
                  <a:lnTo>
                    <a:pt x="894435" y="57048"/>
                  </a:lnTo>
                  <a:lnTo>
                    <a:pt x="954620" y="57048"/>
                  </a:lnTo>
                  <a:lnTo>
                    <a:pt x="954620" y="0"/>
                  </a:lnTo>
                  <a:close/>
                </a:path>
                <a:path w="1161414" h="186690">
                  <a:moveTo>
                    <a:pt x="1023200" y="129235"/>
                  </a:moveTo>
                  <a:lnTo>
                    <a:pt x="963015" y="129235"/>
                  </a:lnTo>
                  <a:lnTo>
                    <a:pt x="963015" y="186283"/>
                  </a:lnTo>
                  <a:lnTo>
                    <a:pt x="1023200" y="186283"/>
                  </a:lnTo>
                  <a:lnTo>
                    <a:pt x="1023200" y="129235"/>
                  </a:lnTo>
                  <a:close/>
                </a:path>
                <a:path w="1161414" h="186690">
                  <a:moveTo>
                    <a:pt x="1023200" y="64173"/>
                  </a:moveTo>
                  <a:lnTo>
                    <a:pt x="963015" y="64173"/>
                  </a:lnTo>
                  <a:lnTo>
                    <a:pt x="963015" y="121234"/>
                  </a:lnTo>
                  <a:lnTo>
                    <a:pt x="1023200" y="121234"/>
                  </a:lnTo>
                  <a:lnTo>
                    <a:pt x="1023200" y="64173"/>
                  </a:lnTo>
                  <a:close/>
                </a:path>
                <a:path w="1161414" h="186690">
                  <a:moveTo>
                    <a:pt x="1023200" y="0"/>
                  </a:moveTo>
                  <a:lnTo>
                    <a:pt x="963015" y="0"/>
                  </a:lnTo>
                  <a:lnTo>
                    <a:pt x="963015" y="57048"/>
                  </a:lnTo>
                  <a:lnTo>
                    <a:pt x="1023200" y="57048"/>
                  </a:lnTo>
                  <a:lnTo>
                    <a:pt x="1023200" y="0"/>
                  </a:lnTo>
                  <a:close/>
                </a:path>
                <a:path w="1161414" h="186690">
                  <a:moveTo>
                    <a:pt x="1092111" y="129235"/>
                  </a:moveTo>
                  <a:lnTo>
                    <a:pt x="1031938" y="129235"/>
                  </a:lnTo>
                  <a:lnTo>
                    <a:pt x="1031938" y="186283"/>
                  </a:lnTo>
                  <a:lnTo>
                    <a:pt x="1092111" y="186283"/>
                  </a:lnTo>
                  <a:lnTo>
                    <a:pt x="1092111" y="129235"/>
                  </a:lnTo>
                  <a:close/>
                </a:path>
                <a:path w="1161414" h="186690">
                  <a:moveTo>
                    <a:pt x="1092111" y="64173"/>
                  </a:moveTo>
                  <a:lnTo>
                    <a:pt x="1031938" y="64173"/>
                  </a:lnTo>
                  <a:lnTo>
                    <a:pt x="1031938" y="121234"/>
                  </a:lnTo>
                  <a:lnTo>
                    <a:pt x="1092111" y="121234"/>
                  </a:lnTo>
                  <a:lnTo>
                    <a:pt x="1092111" y="64173"/>
                  </a:lnTo>
                  <a:close/>
                </a:path>
                <a:path w="1161414" h="186690">
                  <a:moveTo>
                    <a:pt x="1092111" y="0"/>
                  </a:moveTo>
                  <a:lnTo>
                    <a:pt x="1031938" y="0"/>
                  </a:lnTo>
                  <a:lnTo>
                    <a:pt x="1031938" y="57048"/>
                  </a:lnTo>
                  <a:lnTo>
                    <a:pt x="1092111" y="57048"/>
                  </a:lnTo>
                  <a:lnTo>
                    <a:pt x="1092111" y="0"/>
                  </a:lnTo>
                  <a:close/>
                </a:path>
                <a:path w="1161414" h="186690">
                  <a:moveTo>
                    <a:pt x="1160932" y="129235"/>
                  </a:moveTo>
                  <a:lnTo>
                    <a:pt x="1100759" y="129235"/>
                  </a:lnTo>
                  <a:lnTo>
                    <a:pt x="1100759" y="186283"/>
                  </a:lnTo>
                  <a:lnTo>
                    <a:pt x="1160932" y="186283"/>
                  </a:lnTo>
                  <a:lnTo>
                    <a:pt x="1160932" y="129235"/>
                  </a:lnTo>
                  <a:close/>
                </a:path>
                <a:path w="1161414" h="186690">
                  <a:moveTo>
                    <a:pt x="1160932" y="64173"/>
                  </a:moveTo>
                  <a:lnTo>
                    <a:pt x="1100759" y="64173"/>
                  </a:lnTo>
                  <a:lnTo>
                    <a:pt x="1100759" y="121234"/>
                  </a:lnTo>
                  <a:lnTo>
                    <a:pt x="1160932" y="121234"/>
                  </a:lnTo>
                  <a:lnTo>
                    <a:pt x="1160932" y="64173"/>
                  </a:lnTo>
                  <a:close/>
                </a:path>
                <a:path w="1161414" h="186690">
                  <a:moveTo>
                    <a:pt x="1160932" y="0"/>
                  </a:moveTo>
                  <a:lnTo>
                    <a:pt x="1100759" y="0"/>
                  </a:lnTo>
                  <a:lnTo>
                    <a:pt x="1100759" y="57048"/>
                  </a:lnTo>
                  <a:lnTo>
                    <a:pt x="1160932" y="57048"/>
                  </a:lnTo>
                  <a:lnTo>
                    <a:pt x="1160932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6" name="object 666" descr=""/>
            <p:cNvSpPr/>
            <p:nvPr/>
          </p:nvSpPr>
          <p:spPr>
            <a:xfrm>
              <a:off x="2568460" y="7727168"/>
              <a:ext cx="2048510" cy="848360"/>
            </a:xfrm>
            <a:custGeom>
              <a:avLst/>
              <a:gdLst/>
              <a:ahLst/>
              <a:cxnLst/>
              <a:rect l="l" t="t" r="r" b="b"/>
              <a:pathLst>
                <a:path w="2048510" h="848359">
                  <a:moveTo>
                    <a:pt x="257035" y="551789"/>
                  </a:moveTo>
                  <a:lnTo>
                    <a:pt x="0" y="551789"/>
                  </a:lnTo>
                  <a:lnTo>
                    <a:pt x="0" y="621588"/>
                  </a:lnTo>
                  <a:lnTo>
                    <a:pt x="257035" y="621588"/>
                  </a:lnTo>
                  <a:lnTo>
                    <a:pt x="257035" y="551789"/>
                  </a:lnTo>
                  <a:close/>
                </a:path>
                <a:path w="2048510" h="848359">
                  <a:moveTo>
                    <a:pt x="1233919" y="53632"/>
                  </a:moveTo>
                  <a:lnTo>
                    <a:pt x="1210703" y="17830"/>
                  </a:lnTo>
                  <a:lnTo>
                    <a:pt x="1169911" y="10388"/>
                  </a:lnTo>
                  <a:lnTo>
                    <a:pt x="1114361" y="5384"/>
                  </a:lnTo>
                  <a:lnTo>
                    <a:pt x="1052703" y="2311"/>
                  </a:lnTo>
                  <a:lnTo>
                    <a:pt x="993597" y="711"/>
                  </a:lnTo>
                  <a:lnTo>
                    <a:pt x="945692" y="101"/>
                  </a:lnTo>
                  <a:lnTo>
                    <a:pt x="917651" y="0"/>
                  </a:lnTo>
                  <a:lnTo>
                    <a:pt x="835190" y="952"/>
                  </a:lnTo>
                  <a:lnTo>
                    <a:pt x="760793" y="3644"/>
                  </a:lnTo>
                  <a:lnTo>
                    <a:pt x="697395" y="7823"/>
                  </a:lnTo>
                  <a:lnTo>
                    <a:pt x="647915" y="13246"/>
                  </a:lnTo>
                  <a:lnTo>
                    <a:pt x="602386" y="26911"/>
                  </a:lnTo>
                  <a:lnTo>
                    <a:pt x="596366" y="53060"/>
                  </a:lnTo>
                  <a:lnTo>
                    <a:pt x="618858" y="44602"/>
                  </a:lnTo>
                  <a:lnTo>
                    <a:pt x="664895" y="38239"/>
                  </a:lnTo>
                  <a:lnTo>
                    <a:pt x="725068" y="33680"/>
                  </a:lnTo>
                  <a:lnTo>
                    <a:pt x="789927" y="30632"/>
                  </a:lnTo>
                  <a:lnTo>
                    <a:pt x="850023" y="28816"/>
                  </a:lnTo>
                  <a:lnTo>
                    <a:pt x="895946" y="27940"/>
                  </a:lnTo>
                  <a:lnTo>
                    <a:pt x="918260" y="27711"/>
                  </a:lnTo>
                  <a:lnTo>
                    <a:pt x="951852" y="28028"/>
                  </a:lnTo>
                  <a:lnTo>
                    <a:pt x="1010754" y="29298"/>
                  </a:lnTo>
                  <a:lnTo>
                    <a:pt x="1081671" y="32016"/>
                  </a:lnTo>
                  <a:lnTo>
                    <a:pt x="1151369" y="36652"/>
                  </a:lnTo>
                  <a:lnTo>
                    <a:pt x="1206538" y="43700"/>
                  </a:lnTo>
                  <a:lnTo>
                    <a:pt x="1233919" y="53632"/>
                  </a:lnTo>
                  <a:close/>
                </a:path>
                <a:path w="2048510" h="848359">
                  <a:moveTo>
                    <a:pt x="2048116" y="778446"/>
                  </a:moveTo>
                  <a:lnTo>
                    <a:pt x="1791081" y="778446"/>
                  </a:lnTo>
                  <a:lnTo>
                    <a:pt x="1791081" y="848258"/>
                  </a:lnTo>
                  <a:lnTo>
                    <a:pt x="2048116" y="848258"/>
                  </a:lnTo>
                  <a:lnTo>
                    <a:pt x="2048116" y="778446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67" name="object 667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621014" y="6346519"/>
              <a:ext cx="242688" cy="327480"/>
            </a:xfrm>
            <a:prstGeom prst="rect">
              <a:avLst/>
            </a:prstGeom>
          </p:spPr>
        </p:pic>
        <p:sp>
          <p:nvSpPr>
            <p:cNvPr id="668" name="object 668" descr=""/>
            <p:cNvSpPr/>
            <p:nvPr/>
          </p:nvSpPr>
          <p:spPr>
            <a:xfrm>
              <a:off x="1908801" y="6933235"/>
              <a:ext cx="218440" cy="143510"/>
            </a:xfrm>
            <a:custGeom>
              <a:avLst/>
              <a:gdLst/>
              <a:ahLst/>
              <a:cxnLst/>
              <a:rect l="l" t="t" r="r" b="b"/>
              <a:pathLst>
                <a:path w="218439" h="143509">
                  <a:moveTo>
                    <a:pt x="51574" y="0"/>
                  </a:moveTo>
                  <a:lnTo>
                    <a:pt x="10973" y="26471"/>
                  </a:lnTo>
                  <a:lnTo>
                    <a:pt x="0" y="58554"/>
                  </a:lnTo>
                  <a:lnTo>
                    <a:pt x="18067" y="41734"/>
                  </a:lnTo>
                  <a:lnTo>
                    <a:pt x="40405" y="33264"/>
                  </a:lnTo>
                  <a:lnTo>
                    <a:pt x="87086" y="43392"/>
                  </a:lnTo>
                  <a:lnTo>
                    <a:pt x="105483" y="62837"/>
                  </a:lnTo>
                  <a:lnTo>
                    <a:pt x="111965" y="59318"/>
                  </a:lnTo>
                  <a:lnTo>
                    <a:pt x="119012" y="56983"/>
                  </a:lnTo>
                  <a:lnTo>
                    <a:pt x="126226" y="55894"/>
                  </a:lnTo>
                  <a:lnTo>
                    <a:pt x="137799" y="55222"/>
                  </a:lnTo>
                  <a:lnTo>
                    <a:pt x="149398" y="56685"/>
                  </a:lnTo>
                  <a:lnTo>
                    <a:pt x="187242" y="81753"/>
                  </a:lnTo>
                  <a:lnTo>
                    <a:pt x="198895" y="122057"/>
                  </a:lnTo>
                  <a:lnTo>
                    <a:pt x="194035" y="143075"/>
                  </a:lnTo>
                  <a:lnTo>
                    <a:pt x="199281" y="139086"/>
                  </a:lnTo>
                  <a:lnTo>
                    <a:pt x="203993" y="134196"/>
                  </a:lnTo>
                  <a:lnTo>
                    <a:pt x="207920" y="128458"/>
                  </a:lnTo>
                  <a:lnTo>
                    <a:pt x="217740" y="105313"/>
                  </a:lnTo>
                  <a:lnTo>
                    <a:pt x="217916" y="81040"/>
                  </a:lnTo>
                  <a:lnTo>
                    <a:pt x="208976" y="58471"/>
                  </a:lnTo>
                  <a:lnTo>
                    <a:pt x="191449" y="40439"/>
                  </a:lnTo>
                  <a:lnTo>
                    <a:pt x="174493" y="32204"/>
                  </a:lnTo>
                  <a:lnTo>
                    <a:pt x="156513" y="29357"/>
                  </a:lnTo>
                  <a:lnTo>
                    <a:pt x="138667" y="31680"/>
                  </a:lnTo>
                  <a:lnTo>
                    <a:pt x="122111" y="38953"/>
                  </a:lnTo>
                  <a:lnTo>
                    <a:pt x="118136" y="30683"/>
                  </a:lnTo>
                  <a:lnTo>
                    <a:pt x="112938" y="22999"/>
                  </a:lnTo>
                  <a:lnTo>
                    <a:pt x="106547" y="16051"/>
                  </a:lnTo>
                  <a:lnTo>
                    <a:pt x="98991" y="9990"/>
                  </a:lnTo>
                  <a:lnTo>
                    <a:pt x="75847" y="171"/>
                  </a:lnTo>
                  <a:lnTo>
                    <a:pt x="515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69" name="object 669" descr="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915383" y="6820969"/>
              <a:ext cx="126468" cy="84783"/>
            </a:xfrm>
            <a:prstGeom prst="rect">
              <a:avLst/>
            </a:prstGeom>
          </p:spPr>
        </p:pic>
        <p:sp>
          <p:nvSpPr>
            <p:cNvPr id="670" name="object 670" descr=""/>
            <p:cNvSpPr/>
            <p:nvPr/>
          </p:nvSpPr>
          <p:spPr>
            <a:xfrm>
              <a:off x="1466075" y="7096816"/>
              <a:ext cx="869315" cy="346075"/>
            </a:xfrm>
            <a:custGeom>
              <a:avLst/>
              <a:gdLst/>
              <a:ahLst/>
              <a:cxnLst/>
              <a:rect l="l" t="t" r="r" b="b"/>
              <a:pathLst>
                <a:path w="869314" h="346075">
                  <a:moveTo>
                    <a:pt x="127038" y="63969"/>
                  </a:moveTo>
                  <a:lnTo>
                    <a:pt x="124155" y="43268"/>
                  </a:lnTo>
                  <a:lnTo>
                    <a:pt x="114617" y="24523"/>
                  </a:lnTo>
                  <a:lnTo>
                    <a:pt x="98793" y="9512"/>
                  </a:lnTo>
                  <a:lnTo>
                    <a:pt x="75526" y="0"/>
                  </a:lnTo>
                  <a:lnTo>
                    <a:pt x="51257" y="152"/>
                  </a:lnTo>
                  <a:lnTo>
                    <a:pt x="11010" y="27165"/>
                  </a:lnTo>
                  <a:lnTo>
                    <a:pt x="571" y="66814"/>
                  </a:lnTo>
                  <a:lnTo>
                    <a:pt x="2984" y="80137"/>
                  </a:lnTo>
                  <a:lnTo>
                    <a:pt x="4622" y="75806"/>
                  </a:lnTo>
                  <a:lnTo>
                    <a:pt x="6781" y="71628"/>
                  </a:lnTo>
                  <a:lnTo>
                    <a:pt x="9448" y="67614"/>
                  </a:lnTo>
                  <a:lnTo>
                    <a:pt x="27241" y="49847"/>
                  </a:lnTo>
                  <a:lnTo>
                    <a:pt x="49695" y="40601"/>
                  </a:lnTo>
                  <a:lnTo>
                    <a:pt x="73964" y="40462"/>
                  </a:lnTo>
                  <a:lnTo>
                    <a:pt x="97243" y="49974"/>
                  </a:lnTo>
                  <a:lnTo>
                    <a:pt x="106121" y="57086"/>
                  </a:lnTo>
                  <a:lnTo>
                    <a:pt x="113385" y="65430"/>
                  </a:lnTo>
                  <a:lnTo>
                    <a:pt x="118999" y="74739"/>
                  </a:lnTo>
                  <a:lnTo>
                    <a:pt x="122923" y="84785"/>
                  </a:lnTo>
                  <a:lnTo>
                    <a:pt x="127038" y="63969"/>
                  </a:lnTo>
                  <a:close/>
                </a:path>
                <a:path w="869314" h="346075">
                  <a:moveTo>
                    <a:pt x="215988" y="164249"/>
                  </a:moveTo>
                  <a:lnTo>
                    <a:pt x="191262" y="115189"/>
                  </a:lnTo>
                  <a:lnTo>
                    <a:pt x="144551" y="102273"/>
                  </a:lnTo>
                  <a:lnTo>
                    <a:pt x="126377" y="107315"/>
                  </a:lnTo>
                  <a:lnTo>
                    <a:pt x="111023" y="117068"/>
                  </a:lnTo>
                  <a:lnTo>
                    <a:pt x="99174" y="130619"/>
                  </a:lnTo>
                  <a:lnTo>
                    <a:pt x="91592" y="147027"/>
                  </a:lnTo>
                  <a:lnTo>
                    <a:pt x="83134" y="143459"/>
                  </a:lnTo>
                  <a:lnTo>
                    <a:pt x="74142" y="141135"/>
                  </a:lnTo>
                  <a:lnTo>
                    <a:pt x="64757" y="140157"/>
                  </a:lnTo>
                  <a:lnTo>
                    <a:pt x="55079" y="140614"/>
                  </a:lnTo>
                  <a:lnTo>
                    <a:pt x="31229" y="148564"/>
                  </a:lnTo>
                  <a:lnTo>
                    <a:pt x="12915" y="164503"/>
                  </a:lnTo>
                  <a:lnTo>
                    <a:pt x="1917" y="186143"/>
                  </a:lnTo>
                  <a:lnTo>
                    <a:pt x="0" y="211213"/>
                  </a:lnTo>
                  <a:lnTo>
                    <a:pt x="1676" y="219875"/>
                  </a:lnTo>
                  <a:lnTo>
                    <a:pt x="4457" y="228028"/>
                  </a:lnTo>
                  <a:lnTo>
                    <a:pt x="8267" y="235610"/>
                  </a:lnTo>
                  <a:lnTo>
                    <a:pt x="12992" y="242531"/>
                  </a:lnTo>
                  <a:lnTo>
                    <a:pt x="15417" y="217970"/>
                  </a:lnTo>
                  <a:lnTo>
                    <a:pt x="26555" y="196837"/>
                  </a:lnTo>
                  <a:lnTo>
                    <a:pt x="44742" y="181305"/>
                  </a:lnTo>
                  <a:lnTo>
                    <a:pt x="68262" y="173532"/>
                  </a:lnTo>
                  <a:lnTo>
                    <a:pt x="75628" y="172631"/>
                  </a:lnTo>
                  <a:lnTo>
                    <a:pt x="82816" y="173037"/>
                  </a:lnTo>
                  <a:lnTo>
                    <a:pt x="93192" y="175412"/>
                  </a:lnTo>
                  <a:lnTo>
                    <a:pt x="94919" y="175945"/>
                  </a:lnTo>
                  <a:lnTo>
                    <a:pt x="97459" y="169024"/>
                  </a:lnTo>
                  <a:lnTo>
                    <a:pt x="134683" y="137528"/>
                  </a:lnTo>
                  <a:lnTo>
                    <a:pt x="146646" y="134874"/>
                  </a:lnTo>
                  <a:lnTo>
                    <a:pt x="168732" y="136029"/>
                  </a:lnTo>
                  <a:lnTo>
                    <a:pt x="188404" y="144310"/>
                  </a:lnTo>
                  <a:lnTo>
                    <a:pt x="204139" y="158521"/>
                  </a:lnTo>
                  <a:lnTo>
                    <a:pt x="214414" y="177495"/>
                  </a:lnTo>
                  <a:lnTo>
                    <a:pt x="215696" y="171043"/>
                  </a:lnTo>
                  <a:lnTo>
                    <a:pt x="215988" y="164249"/>
                  </a:lnTo>
                  <a:close/>
                </a:path>
                <a:path w="869314" h="346075">
                  <a:moveTo>
                    <a:pt x="290855" y="93218"/>
                  </a:moveTo>
                  <a:lnTo>
                    <a:pt x="287299" y="75577"/>
                  </a:lnTo>
                  <a:lnTo>
                    <a:pt x="277583" y="61163"/>
                  </a:lnTo>
                  <a:lnTo>
                    <a:pt x="263169" y="51447"/>
                  </a:lnTo>
                  <a:lnTo>
                    <a:pt x="245529" y="47891"/>
                  </a:lnTo>
                  <a:lnTo>
                    <a:pt x="234137" y="49326"/>
                  </a:lnTo>
                  <a:lnTo>
                    <a:pt x="223812" y="53403"/>
                  </a:lnTo>
                  <a:lnTo>
                    <a:pt x="214922" y="59766"/>
                  </a:lnTo>
                  <a:lnTo>
                    <a:pt x="207797" y="68046"/>
                  </a:lnTo>
                  <a:lnTo>
                    <a:pt x="214668" y="63868"/>
                  </a:lnTo>
                  <a:lnTo>
                    <a:pt x="222745" y="61442"/>
                  </a:lnTo>
                  <a:lnTo>
                    <a:pt x="231394" y="61442"/>
                  </a:lnTo>
                  <a:lnTo>
                    <a:pt x="249034" y="64998"/>
                  </a:lnTo>
                  <a:lnTo>
                    <a:pt x="263448" y="74714"/>
                  </a:lnTo>
                  <a:lnTo>
                    <a:pt x="273164" y="89128"/>
                  </a:lnTo>
                  <a:lnTo>
                    <a:pt x="276733" y="106781"/>
                  </a:lnTo>
                  <a:lnTo>
                    <a:pt x="276212" y="113626"/>
                  </a:lnTo>
                  <a:lnTo>
                    <a:pt x="274726" y="120167"/>
                  </a:lnTo>
                  <a:lnTo>
                    <a:pt x="272338" y="126301"/>
                  </a:lnTo>
                  <a:lnTo>
                    <a:pt x="269113" y="131965"/>
                  </a:lnTo>
                  <a:lnTo>
                    <a:pt x="278015" y="124853"/>
                  </a:lnTo>
                  <a:lnTo>
                    <a:pt x="284873" y="115747"/>
                  </a:lnTo>
                  <a:lnTo>
                    <a:pt x="289293" y="105067"/>
                  </a:lnTo>
                  <a:lnTo>
                    <a:pt x="290855" y="93218"/>
                  </a:lnTo>
                  <a:close/>
                </a:path>
                <a:path w="869314" h="346075">
                  <a:moveTo>
                    <a:pt x="788492" y="283489"/>
                  </a:moveTo>
                  <a:lnTo>
                    <a:pt x="779551" y="260921"/>
                  </a:lnTo>
                  <a:lnTo>
                    <a:pt x="762025" y="242887"/>
                  </a:lnTo>
                  <a:lnTo>
                    <a:pt x="745070" y="234657"/>
                  </a:lnTo>
                  <a:lnTo>
                    <a:pt x="727087" y="231813"/>
                  </a:lnTo>
                  <a:lnTo>
                    <a:pt x="709244" y="234137"/>
                  </a:lnTo>
                  <a:lnTo>
                    <a:pt x="692696" y="241401"/>
                  </a:lnTo>
                  <a:lnTo>
                    <a:pt x="688721" y="233133"/>
                  </a:lnTo>
                  <a:lnTo>
                    <a:pt x="646417" y="202628"/>
                  </a:lnTo>
                  <a:lnTo>
                    <a:pt x="622147" y="202450"/>
                  </a:lnTo>
                  <a:lnTo>
                    <a:pt x="599579" y="211391"/>
                  </a:lnTo>
                  <a:lnTo>
                    <a:pt x="573773" y="244500"/>
                  </a:lnTo>
                  <a:lnTo>
                    <a:pt x="570572" y="261010"/>
                  </a:lnTo>
                  <a:lnTo>
                    <a:pt x="588645" y="244182"/>
                  </a:lnTo>
                  <a:lnTo>
                    <a:pt x="610984" y="235724"/>
                  </a:lnTo>
                  <a:lnTo>
                    <a:pt x="657656" y="245859"/>
                  </a:lnTo>
                  <a:lnTo>
                    <a:pt x="676059" y="265290"/>
                  </a:lnTo>
                  <a:lnTo>
                    <a:pt x="682536" y="261772"/>
                  </a:lnTo>
                  <a:lnTo>
                    <a:pt x="689584" y="259435"/>
                  </a:lnTo>
                  <a:lnTo>
                    <a:pt x="696798" y="258343"/>
                  </a:lnTo>
                  <a:lnTo>
                    <a:pt x="708367" y="257670"/>
                  </a:lnTo>
                  <a:lnTo>
                    <a:pt x="719975" y="259143"/>
                  </a:lnTo>
                  <a:lnTo>
                    <a:pt x="757821" y="284200"/>
                  </a:lnTo>
                  <a:lnTo>
                    <a:pt x="769480" y="324510"/>
                  </a:lnTo>
                  <a:lnTo>
                    <a:pt x="764616" y="345528"/>
                  </a:lnTo>
                  <a:lnTo>
                    <a:pt x="769861" y="341541"/>
                  </a:lnTo>
                  <a:lnTo>
                    <a:pt x="774573" y="336664"/>
                  </a:lnTo>
                  <a:lnTo>
                    <a:pt x="778497" y="330911"/>
                  </a:lnTo>
                  <a:lnTo>
                    <a:pt x="788314" y="307771"/>
                  </a:lnTo>
                  <a:lnTo>
                    <a:pt x="788492" y="283489"/>
                  </a:lnTo>
                  <a:close/>
                </a:path>
                <a:path w="869314" h="346075">
                  <a:moveTo>
                    <a:pt x="869200" y="229654"/>
                  </a:moveTo>
                  <a:lnTo>
                    <a:pt x="865632" y="212013"/>
                  </a:lnTo>
                  <a:lnTo>
                    <a:pt x="855916" y="197612"/>
                  </a:lnTo>
                  <a:lnTo>
                    <a:pt x="841514" y="187896"/>
                  </a:lnTo>
                  <a:lnTo>
                    <a:pt x="823874" y="184327"/>
                  </a:lnTo>
                  <a:lnTo>
                    <a:pt x="812482" y="185775"/>
                  </a:lnTo>
                  <a:lnTo>
                    <a:pt x="802157" y="189852"/>
                  </a:lnTo>
                  <a:lnTo>
                    <a:pt x="793254" y="196215"/>
                  </a:lnTo>
                  <a:lnTo>
                    <a:pt x="786142" y="204482"/>
                  </a:lnTo>
                  <a:lnTo>
                    <a:pt x="793013" y="200304"/>
                  </a:lnTo>
                  <a:lnTo>
                    <a:pt x="801077" y="197878"/>
                  </a:lnTo>
                  <a:lnTo>
                    <a:pt x="809726" y="197878"/>
                  </a:lnTo>
                  <a:lnTo>
                    <a:pt x="827379" y="201447"/>
                  </a:lnTo>
                  <a:lnTo>
                    <a:pt x="841794" y="211162"/>
                  </a:lnTo>
                  <a:lnTo>
                    <a:pt x="851509" y="225564"/>
                  </a:lnTo>
                  <a:lnTo>
                    <a:pt x="855065" y="243217"/>
                  </a:lnTo>
                  <a:lnTo>
                    <a:pt x="854557" y="250075"/>
                  </a:lnTo>
                  <a:lnTo>
                    <a:pt x="853071" y="256603"/>
                  </a:lnTo>
                  <a:lnTo>
                    <a:pt x="850671" y="262737"/>
                  </a:lnTo>
                  <a:lnTo>
                    <a:pt x="847445" y="268401"/>
                  </a:lnTo>
                  <a:lnTo>
                    <a:pt x="856348" y="261289"/>
                  </a:lnTo>
                  <a:lnTo>
                    <a:pt x="863219" y="252196"/>
                  </a:lnTo>
                  <a:lnTo>
                    <a:pt x="867638" y="241515"/>
                  </a:lnTo>
                  <a:lnTo>
                    <a:pt x="869200" y="2296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1" name="object 671" descr="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2258455" y="7150534"/>
              <a:ext cx="88379" cy="75782"/>
            </a:xfrm>
            <a:prstGeom prst="rect">
              <a:avLst/>
            </a:prstGeom>
          </p:spPr>
        </p:pic>
        <p:pic>
          <p:nvPicPr>
            <p:cNvPr id="672" name="object 672" descr="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917689" y="7321372"/>
              <a:ext cx="88374" cy="75782"/>
            </a:xfrm>
            <a:prstGeom prst="rect">
              <a:avLst/>
            </a:prstGeom>
          </p:spPr>
        </p:pic>
        <p:sp>
          <p:nvSpPr>
            <p:cNvPr id="673" name="object 673" descr=""/>
            <p:cNvSpPr/>
            <p:nvPr/>
          </p:nvSpPr>
          <p:spPr>
            <a:xfrm>
              <a:off x="1701457" y="6968305"/>
              <a:ext cx="189865" cy="372110"/>
            </a:xfrm>
            <a:custGeom>
              <a:avLst/>
              <a:gdLst/>
              <a:ahLst/>
              <a:cxnLst/>
              <a:rect l="l" t="t" r="r" b="b"/>
              <a:pathLst>
                <a:path w="189864" h="372109">
                  <a:moveTo>
                    <a:pt x="83070" y="333248"/>
                  </a:moveTo>
                  <a:lnTo>
                    <a:pt x="79502" y="315595"/>
                  </a:lnTo>
                  <a:lnTo>
                    <a:pt x="69786" y="301180"/>
                  </a:lnTo>
                  <a:lnTo>
                    <a:pt x="55372" y="291465"/>
                  </a:lnTo>
                  <a:lnTo>
                    <a:pt x="37731" y="287909"/>
                  </a:lnTo>
                  <a:lnTo>
                    <a:pt x="26339" y="289344"/>
                  </a:lnTo>
                  <a:lnTo>
                    <a:pt x="16014" y="293433"/>
                  </a:lnTo>
                  <a:lnTo>
                    <a:pt x="7112" y="299783"/>
                  </a:lnTo>
                  <a:lnTo>
                    <a:pt x="0" y="308063"/>
                  </a:lnTo>
                  <a:lnTo>
                    <a:pt x="6870" y="303885"/>
                  </a:lnTo>
                  <a:lnTo>
                    <a:pt x="14947" y="301459"/>
                  </a:lnTo>
                  <a:lnTo>
                    <a:pt x="23596" y="301459"/>
                  </a:lnTo>
                  <a:lnTo>
                    <a:pt x="41249" y="305015"/>
                  </a:lnTo>
                  <a:lnTo>
                    <a:pt x="55651" y="314731"/>
                  </a:lnTo>
                  <a:lnTo>
                    <a:pt x="65366" y="329145"/>
                  </a:lnTo>
                  <a:lnTo>
                    <a:pt x="68935" y="346798"/>
                  </a:lnTo>
                  <a:lnTo>
                    <a:pt x="68414" y="353644"/>
                  </a:lnTo>
                  <a:lnTo>
                    <a:pt x="66929" y="360172"/>
                  </a:lnTo>
                  <a:lnTo>
                    <a:pt x="64528" y="366306"/>
                  </a:lnTo>
                  <a:lnTo>
                    <a:pt x="61315" y="371970"/>
                  </a:lnTo>
                  <a:lnTo>
                    <a:pt x="70218" y="364858"/>
                  </a:lnTo>
                  <a:lnTo>
                    <a:pt x="77076" y="355765"/>
                  </a:lnTo>
                  <a:lnTo>
                    <a:pt x="81508" y="345097"/>
                  </a:lnTo>
                  <a:lnTo>
                    <a:pt x="83070" y="333248"/>
                  </a:lnTo>
                  <a:close/>
                </a:path>
                <a:path w="189864" h="372109">
                  <a:moveTo>
                    <a:pt x="189776" y="30403"/>
                  </a:moveTo>
                  <a:lnTo>
                    <a:pt x="156933" y="508"/>
                  </a:lnTo>
                  <a:lnTo>
                    <a:pt x="138925" y="0"/>
                  </a:lnTo>
                  <a:lnTo>
                    <a:pt x="122694" y="6235"/>
                  </a:lnTo>
                  <a:lnTo>
                    <a:pt x="109994" y="18097"/>
                  </a:lnTo>
                  <a:lnTo>
                    <a:pt x="102565" y="34505"/>
                  </a:lnTo>
                  <a:lnTo>
                    <a:pt x="101409" y="45923"/>
                  </a:lnTo>
                  <a:lnTo>
                    <a:pt x="103060" y="56896"/>
                  </a:lnTo>
                  <a:lnTo>
                    <a:pt x="107251" y="66992"/>
                  </a:lnTo>
                  <a:lnTo>
                    <a:pt x="113728" y="75793"/>
                  </a:lnTo>
                  <a:lnTo>
                    <a:pt x="111188" y="68148"/>
                  </a:lnTo>
                  <a:lnTo>
                    <a:pt x="110642" y="59740"/>
                  </a:lnTo>
                  <a:lnTo>
                    <a:pt x="112598" y="51320"/>
                  </a:lnTo>
                  <a:lnTo>
                    <a:pt x="120027" y="34912"/>
                  </a:lnTo>
                  <a:lnTo>
                    <a:pt x="132727" y="23063"/>
                  </a:lnTo>
                  <a:lnTo>
                    <a:pt x="148958" y="16827"/>
                  </a:lnTo>
                  <a:lnTo>
                    <a:pt x="166954" y="17322"/>
                  </a:lnTo>
                  <a:lnTo>
                    <a:pt x="173520" y="19367"/>
                  </a:lnTo>
                  <a:lnTo>
                    <a:pt x="179552" y="22275"/>
                  </a:lnTo>
                  <a:lnTo>
                    <a:pt x="184988" y="25996"/>
                  </a:lnTo>
                  <a:lnTo>
                    <a:pt x="189776" y="304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4" name="object 674" descr="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1637492" y="6752234"/>
              <a:ext cx="88379" cy="75782"/>
            </a:xfrm>
            <a:prstGeom prst="rect">
              <a:avLst/>
            </a:prstGeom>
          </p:spPr>
        </p:pic>
        <p:pic>
          <p:nvPicPr>
            <p:cNvPr id="675" name="object 675" descr="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3501110" y="6353749"/>
              <a:ext cx="242687" cy="327479"/>
            </a:xfrm>
            <a:prstGeom prst="rect">
              <a:avLst/>
            </a:prstGeom>
          </p:spPr>
        </p:pic>
        <p:sp>
          <p:nvSpPr>
            <p:cNvPr id="676" name="object 676" descr=""/>
            <p:cNvSpPr/>
            <p:nvPr/>
          </p:nvSpPr>
          <p:spPr>
            <a:xfrm>
              <a:off x="3238095" y="6940464"/>
              <a:ext cx="218440" cy="143510"/>
            </a:xfrm>
            <a:custGeom>
              <a:avLst/>
              <a:gdLst/>
              <a:ahLst/>
              <a:cxnLst/>
              <a:rect l="l" t="t" r="r" b="b"/>
              <a:pathLst>
                <a:path w="218439" h="143509">
                  <a:moveTo>
                    <a:pt x="166341" y="0"/>
                  </a:moveTo>
                  <a:lnTo>
                    <a:pt x="118924" y="9990"/>
                  </a:lnTo>
                  <a:lnTo>
                    <a:pt x="95804" y="38953"/>
                  </a:lnTo>
                  <a:lnTo>
                    <a:pt x="79248" y="31680"/>
                  </a:lnTo>
                  <a:lnTo>
                    <a:pt x="26466" y="40439"/>
                  </a:lnTo>
                  <a:lnTo>
                    <a:pt x="0" y="81040"/>
                  </a:lnTo>
                  <a:lnTo>
                    <a:pt x="175" y="105313"/>
                  </a:lnTo>
                  <a:lnTo>
                    <a:pt x="9995" y="128458"/>
                  </a:lnTo>
                  <a:lnTo>
                    <a:pt x="13922" y="134196"/>
                  </a:lnTo>
                  <a:lnTo>
                    <a:pt x="18634" y="139086"/>
                  </a:lnTo>
                  <a:lnTo>
                    <a:pt x="23869" y="143075"/>
                  </a:lnTo>
                  <a:lnTo>
                    <a:pt x="19014" y="122057"/>
                  </a:lnTo>
                  <a:lnTo>
                    <a:pt x="21398" y="100982"/>
                  </a:lnTo>
                  <a:lnTo>
                    <a:pt x="46476" y="66271"/>
                  </a:lnTo>
                  <a:lnTo>
                    <a:pt x="80116" y="55222"/>
                  </a:lnTo>
                  <a:lnTo>
                    <a:pt x="91689" y="55894"/>
                  </a:lnTo>
                  <a:lnTo>
                    <a:pt x="98904" y="56983"/>
                  </a:lnTo>
                  <a:lnTo>
                    <a:pt x="105950" y="59318"/>
                  </a:lnTo>
                  <a:lnTo>
                    <a:pt x="112432" y="62837"/>
                  </a:lnTo>
                  <a:lnTo>
                    <a:pt x="113364" y="61287"/>
                  </a:lnTo>
                  <a:lnTo>
                    <a:pt x="153603" y="33649"/>
                  </a:lnTo>
                  <a:lnTo>
                    <a:pt x="177510" y="33264"/>
                  </a:lnTo>
                  <a:lnTo>
                    <a:pt x="199848" y="41734"/>
                  </a:lnTo>
                  <a:lnTo>
                    <a:pt x="217916" y="58554"/>
                  </a:lnTo>
                  <a:lnTo>
                    <a:pt x="216881" y="50237"/>
                  </a:lnTo>
                  <a:lnTo>
                    <a:pt x="214722" y="42041"/>
                  </a:lnTo>
                  <a:lnTo>
                    <a:pt x="211416" y="34082"/>
                  </a:lnTo>
                  <a:lnTo>
                    <a:pt x="206942" y="26471"/>
                  </a:lnTo>
                  <a:lnTo>
                    <a:pt x="188910" y="8943"/>
                  </a:lnTo>
                  <a:lnTo>
                    <a:pt x="1663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7" name="object 677" descr="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3322961" y="6828199"/>
              <a:ext cx="126468" cy="84783"/>
            </a:xfrm>
            <a:prstGeom prst="rect">
              <a:avLst/>
            </a:prstGeom>
          </p:spPr>
        </p:pic>
        <p:sp>
          <p:nvSpPr>
            <p:cNvPr id="678" name="object 678" descr=""/>
            <p:cNvSpPr/>
            <p:nvPr/>
          </p:nvSpPr>
          <p:spPr>
            <a:xfrm>
              <a:off x="3029521" y="7104043"/>
              <a:ext cx="869315" cy="346075"/>
            </a:xfrm>
            <a:custGeom>
              <a:avLst/>
              <a:gdLst/>
              <a:ahLst/>
              <a:cxnLst/>
              <a:rect l="l" t="t" r="r" b="b"/>
              <a:pathLst>
                <a:path w="869314" h="346075">
                  <a:moveTo>
                    <a:pt x="83058" y="204495"/>
                  </a:moveTo>
                  <a:lnTo>
                    <a:pt x="75946" y="196215"/>
                  </a:lnTo>
                  <a:lnTo>
                    <a:pt x="67043" y="189852"/>
                  </a:lnTo>
                  <a:lnTo>
                    <a:pt x="56730" y="185775"/>
                  </a:lnTo>
                  <a:lnTo>
                    <a:pt x="45339" y="184340"/>
                  </a:lnTo>
                  <a:lnTo>
                    <a:pt x="27686" y="187896"/>
                  </a:lnTo>
                  <a:lnTo>
                    <a:pt x="13284" y="197612"/>
                  </a:lnTo>
                  <a:lnTo>
                    <a:pt x="3568" y="212013"/>
                  </a:lnTo>
                  <a:lnTo>
                    <a:pt x="0" y="229666"/>
                  </a:lnTo>
                  <a:lnTo>
                    <a:pt x="1574" y="241515"/>
                  </a:lnTo>
                  <a:lnTo>
                    <a:pt x="5981" y="252196"/>
                  </a:lnTo>
                  <a:lnTo>
                    <a:pt x="12852" y="261289"/>
                  </a:lnTo>
                  <a:lnTo>
                    <a:pt x="21755" y="268401"/>
                  </a:lnTo>
                  <a:lnTo>
                    <a:pt x="18529" y="262737"/>
                  </a:lnTo>
                  <a:lnTo>
                    <a:pt x="16141" y="256603"/>
                  </a:lnTo>
                  <a:lnTo>
                    <a:pt x="14643" y="250075"/>
                  </a:lnTo>
                  <a:lnTo>
                    <a:pt x="14135" y="243217"/>
                  </a:lnTo>
                  <a:lnTo>
                    <a:pt x="17691" y="225577"/>
                  </a:lnTo>
                  <a:lnTo>
                    <a:pt x="27406" y="211162"/>
                  </a:lnTo>
                  <a:lnTo>
                    <a:pt x="41821" y="201447"/>
                  </a:lnTo>
                  <a:lnTo>
                    <a:pt x="59474" y="197878"/>
                  </a:lnTo>
                  <a:lnTo>
                    <a:pt x="68122" y="197878"/>
                  </a:lnTo>
                  <a:lnTo>
                    <a:pt x="76187" y="200317"/>
                  </a:lnTo>
                  <a:lnTo>
                    <a:pt x="83058" y="204495"/>
                  </a:lnTo>
                  <a:close/>
                </a:path>
                <a:path w="869314" h="346075">
                  <a:moveTo>
                    <a:pt x="298627" y="261010"/>
                  </a:moveTo>
                  <a:lnTo>
                    <a:pt x="269621" y="211404"/>
                  </a:lnTo>
                  <a:lnTo>
                    <a:pt x="247053" y="202463"/>
                  </a:lnTo>
                  <a:lnTo>
                    <a:pt x="222783" y="202628"/>
                  </a:lnTo>
                  <a:lnTo>
                    <a:pt x="185686" y="225463"/>
                  </a:lnTo>
                  <a:lnTo>
                    <a:pt x="176504" y="241414"/>
                  </a:lnTo>
                  <a:lnTo>
                    <a:pt x="159956" y="234137"/>
                  </a:lnTo>
                  <a:lnTo>
                    <a:pt x="107175" y="242900"/>
                  </a:lnTo>
                  <a:lnTo>
                    <a:pt x="80708" y="283502"/>
                  </a:lnTo>
                  <a:lnTo>
                    <a:pt x="80886" y="307771"/>
                  </a:lnTo>
                  <a:lnTo>
                    <a:pt x="90703" y="330911"/>
                  </a:lnTo>
                  <a:lnTo>
                    <a:pt x="94640" y="336664"/>
                  </a:lnTo>
                  <a:lnTo>
                    <a:pt x="99352" y="341541"/>
                  </a:lnTo>
                  <a:lnTo>
                    <a:pt x="104584" y="345528"/>
                  </a:lnTo>
                  <a:lnTo>
                    <a:pt x="99733" y="324510"/>
                  </a:lnTo>
                  <a:lnTo>
                    <a:pt x="102108" y="303441"/>
                  </a:lnTo>
                  <a:lnTo>
                    <a:pt x="127190" y="268732"/>
                  </a:lnTo>
                  <a:lnTo>
                    <a:pt x="160832" y="257683"/>
                  </a:lnTo>
                  <a:lnTo>
                    <a:pt x="172402" y="258356"/>
                  </a:lnTo>
                  <a:lnTo>
                    <a:pt x="179616" y="259435"/>
                  </a:lnTo>
                  <a:lnTo>
                    <a:pt x="186664" y="261772"/>
                  </a:lnTo>
                  <a:lnTo>
                    <a:pt x="193141" y="265290"/>
                  </a:lnTo>
                  <a:lnTo>
                    <a:pt x="194081" y="263753"/>
                  </a:lnTo>
                  <a:lnTo>
                    <a:pt x="234315" y="236105"/>
                  </a:lnTo>
                  <a:lnTo>
                    <a:pt x="258229" y="235724"/>
                  </a:lnTo>
                  <a:lnTo>
                    <a:pt x="280568" y="244195"/>
                  </a:lnTo>
                  <a:lnTo>
                    <a:pt x="298627" y="261010"/>
                  </a:lnTo>
                  <a:close/>
                </a:path>
                <a:path w="869314" h="346075">
                  <a:moveTo>
                    <a:pt x="661403" y="68046"/>
                  </a:moveTo>
                  <a:lnTo>
                    <a:pt x="654291" y="59766"/>
                  </a:lnTo>
                  <a:lnTo>
                    <a:pt x="645388" y="53416"/>
                  </a:lnTo>
                  <a:lnTo>
                    <a:pt x="635063" y="49326"/>
                  </a:lnTo>
                  <a:lnTo>
                    <a:pt x="623671" y="47891"/>
                  </a:lnTo>
                  <a:lnTo>
                    <a:pt x="606031" y="51447"/>
                  </a:lnTo>
                  <a:lnTo>
                    <a:pt x="591616" y="61163"/>
                  </a:lnTo>
                  <a:lnTo>
                    <a:pt x="581901" y="75577"/>
                  </a:lnTo>
                  <a:lnTo>
                    <a:pt x="578332" y="93218"/>
                  </a:lnTo>
                  <a:lnTo>
                    <a:pt x="579907" y="105079"/>
                  </a:lnTo>
                  <a:lnTo>
                    <a:pt x="584327" y="115747"/>
                  </a:lnTo>
                  <a:lnTo>
                    <a:pt x="591185" y="124853"/>
                  </a:lnTo>
                  <a:lnTo>
                    <a:pt x="600100" y="131965"/>
                  </a:lnTo>
                  <a:lnTo>
                    <a:pt x="596874" y="126301"/>
                  </a:lnTo>
                  <a:lnTo>
                    <a:pt x="594474" y="120167"/>
                  </a:lnTo>
                  <a:lnTo>
                    <a:pt x="592988" y="113626"/>
                  </a:lnTo>
                  <a:lnTo>
                    <a:pt x="592467" y="106781"/>
                  </a:lnTo>
                  <a:lnTo>
                    <a:pt x="596036" y="89128"/>
                  </a:lnTo>
                  <a:lnTo>
                    <a:pt x="605751" y="74714"/>
                  </a:lnTo>
                  <a:lnTo>
                    <a:pt x="620166" y="64998"/>
                  </a:lnTo>
                  <a:lnTo>
                    <a:pt x="637806" y="61442"/>
                  </a:lnTo>
                  <a:lnTo>
                    <a:pt x="646455" y="61442"/>
                  </a:lnTo>
                  <a:lnTo>
                    <a:pt x="654532" y="63868"/>
                  </a:lnTo>
                  <a:lnTo>
                    <a:pt x="661403" y="68046"/>
                  </a:lnTo>
                  <a:close/>
                </a:path>
                <a:path w="869314" h="346075">
                  <a:moveTo>
                    <a:pt x="868629" y="66827"/>
                  </a:moveTo>
                  <a:lnTo>
                    <a:pt x="858189" y="27165"/>
                  </a:lnTo>
                  <a:lnTo>
                    <a:pt x="817956" y="152"/>
                  </a:lnTo>
                  <a:lnTo>
                    <a:pt x="793673" y="0"/>
                  </a:lnTo>
                  <a:lnTo>
                    <a:pt x="770407" y="9512"/>
                  </a:lnTo>
                  <a:lnTo>
                    <a:pt x="754583" y="24523"/>
                  </a:lnTo>
                  <a:lnTo>
                    <a:pt x="745045" y="43281"/>
                  </a:lnTo>
                  <a:lnTo>
                    <a:pt x="742162" y="63969"/>
                  </a:lnTo>
                  <a:lnTo>
                    <a:pt x="746277" y="84785"/>
                  </a:lnTo>
                  <a:lnTo>
                    <a:pt x="750189" y="74752"/>
                  </a:lnTo>
                  <a:lnTo>
                    <a:pt x="755815" y="65430"/>
                  </a:lnTo>
                  <a:lnTo>
                    <a:pt x="763079" y="57099"/>
                  </a:lnTo>
                  <a:lnTo>
                    <a:pt x="771956" y="49974"/>
                  </a:lnTo>
                  <a:lnTo>
                    <a:pt x="795235" y="40462"/>
                  </a:lnTo>
                  <a:lnTo>
                    <a:pt x="819518" y="40614"/>
                  </a:lnTo>
                  <a:lnTo>
                    <a:pt x="859751" y="67614"/>
                  </a:lnTo>
                  <a:lnTo>
                    <a:pt x="866216" y="80137"/>
                  </a:lnTo>
                  <a:lnTo>
                    <a:pt x="868629" y="66827"/>
                  </a:lnTo>
                  <a:close/>
                </a:path>
                <a:path w="869314" h="346075">
                  <a:moveTo>
                    <a:pt x="869213" y="211226"/>
                  </a:moveTo>
                  <a:lnTo>
                    <a:pt x="856297" y="164503"/>
                  </a:lnTo>
                  <a:lnTo>
                    <a:pt x="814120" y="140614"/>
                  </a:lnTo>
                  <a:lnTo>
                    <a:pt x="804443" y="140157"/>
                  </a:lnTo>
                  <a:lnTo>
                    <a:pt x="795058" y="141135"/>
                  </a:lnTo>
                  <a:lnTo>
                    <a:pt x="786079" y="143459"/>
                  </a:lnTo>
                  <a:lnTo>
                    <a:pt x="777608" y="147040"/>
                  </a:lnTo>
                  <a:lnTo>
                    <a:pt x="770026" y="130619"/>
                  </a:lnTo>
                  <a:lnTo>
                    <a:pt x="758177" y="117068"/>
                  </a:lnTo>
                  <a:lnTo>
                    <a:pt x="742823" y="107315"/>
                  </a:lnTo>
                  <a:lnTo>
                    <a:pt x="724662" y="102273"/>
                  </a:lnTo>
                  <a:lnTo>
                    <a:pt x="699592" y="104190"/>
                  </a:lnTo>
                  <a:lnTo>
                    <a:pt x="677951" y="115189"/>
                  </a:lnTo>
                  <a:lnTo>
                    <a:pt x="662012" y="133502"/>
                  </a:lnTo>
                  <a:lnTo>
                    <a:pt x="654062" y="157365"/>
                  </a:lnTo>
                  <a:lnTo>
                    <a:pt x="653211" y="164261"/>
                  </a:lnTo>
                  <a:lnTo>
                    <a:pt x="653516" y="171043"/>
                  </a:lnTo>
                  <a:lnTo>
                    <a:pt x="654786" y="177495"/>
                  </a:lnTo>
                  <a:lnTo>
                    <a:pt x="665060" y="158521"/>
                  </a:lnTo>
                  <a:lnTo>
                    <a:pt x="680796" y="144310"/>
                  </a:lnTo>
                  <a:lnTo>
                    <a:pt x="700468" y="136029"/>
                  </a:lnTo>
                  <a:lnTo>
                    <a:pt x="722566" y="134874"/>
                  </a:lnTo>
                  <a:lnTo>
                    <a:pt x="734517" y="137528"/>
                  </a:lnTo>
                  <a:lnTo>
                    <a:pt x="768019" y="162610"/>
                  </a:lnTo>
                  <a:lnTo>
                    <a:pt x="774280" y="175945"/>
                  </a:lnTo>
                  <a:lnTo>
                    <a:pt x="775995" y="175412"/>
                  </a:lnTo>
                  <a:lnTo>
                    <a:pt x="786384" y="173050"/>
                  </a:lnTo>
                  <a:lnTo>
                    <a:pt x="793572" y="172631"/>
                  </a:lnTo>
                  <a:lnTo>
                    <a:pt x="800938" y="173532"/>
                  </a:lnTo>
                  <a:lnTo>
                    <a:pt x="824471" y="181305"/>
                  </a:lnTo>
                  <a:lnTo>
                    <a:pt x="842645" y="196837"/>
                  </a:lnTo>
                  <a:lnTo>
                    <a:pt x="853782" y="217970"/>
                  </a:lnTo>
                  <a:lnTo>
                    <a:pt x="856208" y="242544"/>
                  </a:lnTo>
                  <a:lnTo>
                    <a:pt x="860945" y="235610"/>
                  </a:lnTo>
                  <a:lnTo>
                    <a:pt x="864743" y="228041"/>
                  </a:lnTo>
                  <a:lnTo>
                    <a:pt x="867537" y="219887"/>
                  </a:lnTo>
                  <a:lnTo>
                    <a:pt x="869213" y="21122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9" name="object 679" descr="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3017978" y="7157764"/>
              <a:ext cx="88379" cy="75782"/>
            </a:xfrm>
            <a:prstGeom prst="rect">
              <a:avLst/>
            </a:prstGeom>
          </p:spPr>
        </p:pic>
        <p:pic>
          <p:nvPicPr>
            <p:cNvPr id="680" name="object 680" descr="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3358749" y="7328602"/>
              <a:ext cx="88374" cy="75782"/>
            </a:xfrm>
            <a:prstGeom prst="rect">
              <a:avLst/>
            </a:prstGeom>
          </p:spPr>
        </p:pic>
        <p:sp>
          <p:nvSpPr>
            <p:cNvPr id="681" name="object 681" descr=""/>
            <p:cNvSpPr/>
            <p:nvPr/>
          </p:nvSpPr>
          <p:spPr>
            <a:xfrm>
              <a:off x="3473564" y="6975544"/>
              <a:ext cx="189865" cy="372110"/>
            </a:xfrm>
            <a:custGeom>
              <a:avLst/>
              <a:gdLst/>
              <a:ahLst/>
              <a:cxnLst/>
              <a:rect l="l" t="t" r="r" b="b"/>
              <a:pathLst>
                <a:path w="189864" h="372109">
                  <a:moveTo>
                    <a:pt x="88379" y="45910"/>
                  </a:moveTo>
                  <a:lnTo>
                    <a:pt x="87223" y="34493"/>
                  </a:lnTo>
                  <a:lnTo>
                    <a:pt x="79781" y="18084"/>
                  </a:lnTo>
                  <a:lnTo>
                    <a:pt x="67081" y="6223"/>
                  </a:lnTo>
                  <a:lnTo>
                    <a:pt x="50850" y="0"/>
                  </a:lnTo>
                  <a:lnTo>
                    <a:pt x="32854" y="495"/>
                  </a:lnTo>
                  <a:lnTo>
                    <a:pt x="21666" y="4673"/>
                  </a:lnTo>
                  <a:lnTo>
                    <a:pt x="12242" y="11379"/>
                  </a:lnTo>
                  <a:lnTo>
                    <a:pt x="4927" y="20116"/>
                  </a:lnTo>
                  <a:lnTo>
                    <a:pt x="0" y="30391"/>
                  </a:lnTo>
                  <a:lnTo>
                    <a:pt x="4787" y="25984"/>
                  </a:lnTo>
                  <a:lnTo>
                    <a:pt x="10223" y="22275"/>
                  </a:lnTo>
                  <a:lnTo>
                    <a:pt x="16256" y="19354"/>
                  </a:lnTo>
                  <a:lnTo>
                    <a:pt x="22809" y="17322"/>
                  </a:lnTo>
                  <a:lnTo>
                    <a:pt x="40817" y="16814"/>
                  </a:lnTo>
                  <a:lnTo>
                    <a:pt x="57048" y="23050"/>
                  </a:lnTo>
                  <a:lnTo>
                    <a:pt x="69748" y="34912"/>
                  </a:lnTo>
                  <a:lnTo>
                    <a:pt x="77177" y="51308"/>
                  </a:lnTo>
                  <a:lnTo>
                    <a:pt x="79133" y="59740"/>
                  </a:lnTo>
                  <a:lnTo>
                    <a:pt x="78587" y="68148"/>
                  </a:lnTo>
                  <a:lnTo>
                    <a:pt x="76047" y="75780"/>
                  </a:lnTo>
                  <a:lnTo>
                    <a:pt x="82524" y="66979"/>
                  </a:lnTo>
                  <a:lnTo>
                    <a:pt x="86715" y="56883"/>
                  </a:lnTo>
                  <a:lnTo>
                    <a:pt x="88379" y="45910"/>
                  </a:lnTo>
                  <a:close/>
                </a:path>
                <a:path w="189864" h="372109">
                  <a:moveTo>
                    <a:pt x="189776" y="308051"/>
                  </a:moveTo>
                  <a:lnTo>
                    <a:pt x="182664" y="299770"/>
                  </a:lnTo>
                  <a:lnTo>
                    <a:pt x="173761" y="293408"/>
                  </a:lnTo>
                  <a:lnTo>
                    <a:pt x="163436" y="289331"/>
                  </a:lnTo>
                  <a:lnTo>
                    <a:pt x="152044" y="287896"/>
                  </a:lnTo>
                  <a:lnTo>
                    <a:pt x="134404" y="291452"/>
                  </a:lnTo>
                  <a:lnTo>
                    <a:pt x="120002" y="301167"/>
                  </a:lnTo>
                  <a:lnTo>
                    <a:pt x="110286" y="315582"/>
                  </a:lnTo>
                  <a:lnTo>
                    <a:pt x="106718" y="333235"/>
                  </a:lnTo>
                  <a:lnTo>
                    <a:pt x="108280" y="345084"/>
                  </a:lnTo>
                  <a:lnTo>
                    <a:pt x="112699" y="355752"/>
                  </a:lnTo>
                  <a:lnTo>
                    <a:pt x="119570" y="364858"/>
                  </a:lnTo>
                  <a:lnTo>
                    <a:pt x="128473" y="371970"/>
                  </a:lnTo>
                  <a:lnTo>
                    <a:pt x="125247" y="366306"/>
                  </a:lnTo>
                  <a:lnTo>
                    <a:pt x="122847" y="360172"/>
                  </a:lnTo>
                  <a:lnTo>
                    <a:pt x="121361" y="353631"/>
                  </a:lnTo>
                  <a:lnTo>
                    <a:pt x="120840" y="346786"/>
                  </a:lnTo>
                  <a:lnTo>
                    <a:pt x="124409" y="329133"/>
                  </a:lnTo>
                  <a:lnTo>
                    <a:pt x="134124" y="314718"/>
                  </a:lnTo>
                  <a:lnTo>
                    <a:pt x="148539" y="305003"/>
                  </a:lnTo>
                  <a:lnTo>
                    <a:pt x="166179" y="301447"/>
                  </a:lnTo>
                  <a:lnTo>
                    <a:pt x="174828" y="301447"/>
                  </a:lnTo>
                  <a:lnTo>
                    <a:pt x="182905" y="303872"/>
                  </a:lnTo>
                  <a:lnTo>
                    <a:pt x="189776" y="3080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82" name="object 682" descr="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3638941" y="6759464"/>
              <a:ext cx="88374" cy="75782"/>
            </a:xfrm>
            <a:prstGeom prst="rect">
              <a:avLst/>
            </a:prstGeom>
          </p:spPr>
        </p:pic>
        <p:sp>
          <p:nvSpPr>
            <p:cNvPr id="683" name="object 683" descr=""/>
            <p:cNvSpPr/>
            <p:nvPr/>
          </p:nvSpPr>
          <p:spPr>
            <a:xfrm>
              <a:off x="2078139" y="7468444"/>
              <a:ext cx="186690" cy="689610"/>
            </a:xfrm>
            <a:custGeom>
              <a:avLst/>
              <a:gdLst/>
              <a:ahLst/>
              <a:cxnLst/>
              <a:rect l="l" t="t" r="r" b="b"/>
              <a:pathLst>
                <a:path w="186689" h="689609">
                  <a:moveTo>
                    <a:pt x="139382" y="311531"/>
                  </a:moveTo>
                  <a:lnTo>
                    <a:pt x="138277" y="266268"/>
                  </a:lnTo>
                  <a:lnTo>
                    <a:pt x="137528" y="219367"/>
                  </a:lnTo>
                  <a:lnTo>
                    <a:pt x="137083" y="171157"/>
                  </a:lnTo>
                  <a:lnTo>
                    <a:pt x="136753" y="20015"/>
                  </a:lnTo>
                  <a:lnTo>
                    <a:pt x="134874" y="18173"/>
                  </a:lnTo>
                  <a:lnTo>
                    <a:pt x="96481" y="7378"/>
                  </a:lnTo>
                  <a:lnTo>
                    <a:pt x="34353" y="0"/>
                  </a:lnTo>
                  <a:lnTo>
                    <a:pt x="24053" y="59499"/>
                  </a:lnTo>
                  <a:lnTo>
                    <a:pt x="14516" y="121894"/>
                  </a:lnTo>
                  <a:lnTo>
                    <a:pt x="9055" y="166065"/>
                  </a:lnTo>
                  <a:lnTo>
                    <a:pt x="4648" y="212877"/>
                  </a:lnTo>
                  <a:lnTo>
                    <a:pt x="1574" y="262978"/>
                  </a:lnTo>
                  <a:lnTo>
                    <a:pt x="50355" y="266446"/>
                  </a:lnTo>
                  <a:lnTo>
                    <a:pt x="91897" y="271411"/>
                  </a:lnTo>
                  <a:lnTo>
                    <a:pt x="121310" y="278142"/>
                  </a:lnTo>
                  <a:lnTo>
                    <a:pt x="133718" y="286893"/>
                  </a:lnTo>
                  <a:lnTo>
                    <a:pt x="139382" y="311531"/>
                  </a:lnTo>
                  <a:close/>
                </a:path>
                <a:path w="186689" h="689609">
                  <a:moveTo>
                    <a:pt x="186486" y="689508"/>
                  </a:moveTo>
                  <a:lnTo>
                    <a:pt x="177114" y="648817"/>
                  </a:lnTo>
                  <a:lnTo>
                    <a:pt x="168973" y="609028"/>
                  </a:lnTo>
                  <a:lnTo>
                    <a:pt x="159715" y="555891"/>
                  </a:lnTo>
                  <a:lnTo>
                    <a:pt x="152527" y="504088"/>
                  </a:lnTo>
                  <a:lnTo>
                    <a:pt x="147129" y="452297"/>
                  </a:lnTo>
                  <a:lnTo>
                    <a:pt x="143205" y="399161"/>
                  </a:lnTo>
                  <a:lnTo>
                    <a:pt x="139407" y="312153"/>
                  </a:lnTo>
                  <a:lnTo>
                    <a:pt x="123304" y="304914"/>
                  </a:lnTo>
                  <a:lnTo>
                    <a:pt x="91757" y="299161"/>
                  </a:lnTo>
                  <a:lnTo>
                    <a:pt x="49326" y="294716"/>
                  </a:lnTo>
                  <a:lnTo>
                    <a:pt x="558" y="291426"/>
                  </a:lnTo>
                  <a:lnTo>
                    <a:pt x="0" y="332651"/>
                  </a:lnTo>
                  <a:lnTo>
                    <a:pt x="469" y="376148"/>
                  </a:lnTo>
                  <a:lnTo>
                    <a:pt x="1930" y="421754"/>
                  </a:lnTo>
                  <a:lnTo>
                    <a:pt x="4368" y="468934"/>
                  </a:lnTo>
                  <a:lnTo>
                    <a:pt x="7734" y="517220"/>
                  </a:lnTo>
                  <a:lnTo>
                    <a:pt x="12001" y="566089"/>
                  </a:lnTo>
                  <a:lnTo>
                    <a:pt x="17119" y="615061"/>
                  </a:lnTo>
                  <a:lnTo>
                    <a:pt x="23063" y="663600"/>
                  </a:lnTo>
                  <a:lnTo>
                    <a:pt x="82931" y="667219"/>
                  </a:lnTo>
                  <a:lnTo>
                    <a:pt x="134366" y="672541"/>
                  </a:lnTo>
                  <a:lnTo>
                    <a:pt x="171018" y="679856"/>
                  </a:lnTo>
                  <a:lnTo>
                    <a:pt x="186486" y="689508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84" name="object 684" descr="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2105409" y="8162574"/>
              <a:ext cx="221029" cy="186161"/>
            </a:xfrm>
            <a:prstGeom prst="rect">
              <a:avLst/>
            </a:prstGeom>
          </p:spPr>
        </p:pic>
        <p:sp>
          <p:nvSpPr>
            <p:cNvPr id="685" name="object 685" descr=""/>
            <p:cNvSpPr/>
            <p:nvPr/>
          </p:nvSpPr>
          <p:spPr>
            <a:xfrm>
              <a:off x="1519821" y="7468761"/>
              <a:ext cx="2529840" cy="1106805"/>
            </a:xfrm>
            <a:custGeom>
              <a:avLst/>
              <a:gdLst/>
              <a:ahLst/>
              <a:cxnLst/>
              <a:rect l="l" t="t" r="r" b="b"/>
              <a:pathLst>
                <a:path w="2529840" h="1106804">
                  <a:moveTo>
                    <a:pt x="558876" y="291122"/>
                  </a:moveTo>
                  <a:lnTo>
                    <a:pt x="501484" y="288569"/>
                  </a:lnTo>
                  <a:lnTo>
                    <a:pt x="448449" y="287045"/>
                  </a:lnTo>
                  <a:lnTo>
                    <a:pt x="406463" y="286308"/>
                  </a:lnTo>
                  <a:lnTo>
                    <a:pt x="382231" y="286118"/>
                  </a:lnTo>
                  <a:lnTo>
                    <a:pt x="360133" y="286346"/>
                  </a:lnTo>
                  <a:lnTo>
                    <a:pt x="314655" y="287210"/>
                  </a:lnTo>
                  <a:lnTo>
                    <a:pt x="255054" y="289001"/>
                  </a:lnTo>
                  <a:lnTo>
                    <a:pt x="190588" y="291998"/>
                  </a:lnTo>
                  <a:lnTo>
                    <a:pt x="130543" y="296481"/>
                  </a:lnTo>
                  <a:lnTo>
                    <a:pt x="84162" y="302742"/>
                  </a:lnTo>
                  <a:lnTo>
                    <a:pt x="60083" y="331254"/>
                  </a:lnTo>
                  <a:lnTo>
                    <a:pt x="79019" y="328549"/>
                  </a:lnTo>
                  <a:lnTo>
                    <a:pt x="100253" y="326009"/>
                  </a:lnTo>
                  <a:lnTo>
                    <a:pt x="150596" y="321487"/>
                  </a:lnTo>
                  <a:lnTo>
                    <a:pt x="196126" y="318643"/>
                  </a:lnTo>
                  <a:lnTo>
                    <a:pt x="246799" y="316344"/>
                  </a:lnTo>
                  <a:lnTo>
                    <a:pt x="300837" y="314629"/>
                  </a:lnTo>
                  <a:lnTo>
                    <a:pt x="356425" y="313575"/>
                  </a:lnTo>
                  <a:lnTo>
                    <a:pt x="411784" y="313220"/>
                  </a:lnTo>
                  <a:lnTo>
                    <a:pt x="465124" y="313626"/>
                  </a:lnTo>
                  <a:lnTo>
                    <a:pt x="514629" y="314833"/>
                  </a:lnTo>
                  <a:lnTo>
                    <a:pt x="558533" y="316890"/>
                  </a:lnTo>
                  <a:lnTo>
                    <a:pt x="558876" y="291122"/>
                  </a:lnTo>
                  <a:close/>
                </a:path>
                <a:path w="2529840" h="1106804">
                  <a:moveTo>
                    <a:pt x="590054" y="723544"/>
                  </a:moveTo>
                  <a:lnTo>
                    <a:pt x="519518" y="691210"/>
                  </a:lnTo>
                  <a:lnTo>
                    <a:pt x="458724" y="689648"/>
                  </a:lnTo>
                  <a:lnTo>
                    <a:pt x="410692" y="688898"/>
                  </a:lnTo>
                  <a:lnTo>
                    <a:pt x="382930" y="688708"/>
                  </a:lnTo>
                  <a:lnTo>
                    <a:pt x="318604" y="689559"/>
                  </a:lnTo>
                  <a:lnTo>
                    <a:pt x="260578" y="690943"/>
                  </a:lnTo>
                  <a:lnTo>
                    <a:pt x="195135" y="693242"/>
                  </a:lnTo>
                  <a:lnTo>
                    <a:pt x="129667" y="696658"/>
                  </a:lnTo>
                  <a:lnTo>
                    <a:pt x="71551" y="701395"/>
                  </a:lnTo>
                  <a:lnTo>
                    <a:pt x="28194" y="707669"/>
                  </a:lnTo>
                  <a:lnTo>
                    <a:pt x="0" y="741210"/>
                  </a:lnTo>
                  <a:lnTo>
                    <a:pt x="31889" y="733920"/>
                  </a:lnTo>
                  <a:lnTo>
                    <a:pt x="70624" y="727430"/>
                  </a:lnTo>
                  <a:lnTo>
                    <a:pt x="119621" y="722122"/>
                  </a:lnTo>
                  <a:lnTo>
                    <a:pt x="182321" y="718388"/>
                  </a:lnTo>
                  <a:lnTo>
                    <a:pt x="228473" y="717029"/>
                  </a:lnTo>
                  <a:lnTo>
                    <a:pt x="279349" y="716343"/>
                  </a:lnTo>
                  <a:lnTo>
                    <a:pt x="333273" y="716280"/>
                  </a:lnTo>
                  <a:lnTo>
                    <a:pt x="388581" y="716800"/>
                  </a:lnTo>
                  <a:lnTo>
                    <a:pt x="443585" y="717842"/>
                  </a:lnTo>
                  <a:lnTo>
                    <a:pt x="496608" y="719353"/>
                  </a:lnTo>
                  <a:lnTo>
                    <a:pt x="545998" y="721271"/>
                  </a:lnTo>
                  <a:lnTo>
                    <a:pt x="590054" y="723544"/>
                  </a:lnTo>
                  <a:close/>
                </a:path>
                <a:path w="2529840" h="1106804">
                  <a:moveTo>
                    <a:pt x="2334209" y="688987"/>
                  </a:moveTo>
                  <a:lnTo>
                    <a:pt x="2324862" y="648411"/>
                  </a:lnTo>
                  <a:lnTo>
                    <a:pt x="2316746" y="608711"/>
                  </a:lnTo>
                  <a:lnTo>
                    <a:pt x="2307475" y="555574"/>
                  </a:lnTo>
                  <a:lnTo>
                    <a:pt x="2300287" y="503770"/>
                  </a:lnTo>
                  <a:lnTo>
                    <a:pt x="2294890" y="451980"/>
                  </a:lnTo>
                  <a:lnTo>
                    <a:pt x="2290978" y="398843"/>
                  </a:lnTo>
                  <a:lnTo>
                    <a:pt x="2288248" y="343039"/>
                  </a:lnTo>
                  <a:lnTo>
                    <a:pt x="2286673" y="293712"/>
                  </a:lnTo>
                  <a:lnTo>
                    <a:pt x="2285619" y="242074"/>
                  </a:lnTo>
                  <a:lnTo>
                    <a:pt x="2284984" y="188569"/>
                  </a:lnTo>
                  <a:lnTo>
                    <a:pt x="2284653" y="133692"/>
                  </a:lnTo>
                  <a:lnTo>
                    <a:pt x="2284514" y="19697"/>
                  </a:lnTo>
                  <a:lnTo>
                    <a:pt x="2282660" y="17856"/>
                  </a:lnTo>
                  <a:lnTo>
                    <a:pt x="2245449" y="7264"/>
                  </a:lnTo>
                  <a:lnTo>
                    <a:pt x="2185708" y="0"/>
                  </a:lnTo>
                  <a:lnTo>
                    <a:pt x="2173935" y="78460"/>
                  </a:lnTo>
                  <a:lnTo>
                    <a:pt x="2167585" y="123583"/>
                  </a:lnTo>
                  <a:lnTo>
                    <a:pt x="2161705" y="169278"/>
                  </a:lnTo>
                  <a:lnTo>
                    <a:pt x="2156472" y="215709"/>
                  </a:lnTo>
                  <a:lnTo>
                    <a:pt x="2152065" y="263093"/>
                  </a:lnTo>
                  <a:lnTo>
                    <a:pt x="2198420" y="266611"/>
                  </a:lnTo>
                  <a:lnTo>
                    <a:pt x="2237536" y="271526"/>
                  </a:lnTo>
                  <a:lnTo>
                    <a:pt x="2265083" y="278104"/>
                  </a:lnTo>
                  <a:lnTo>
                    <a:pt x="2276703" y="286575"/>
                  </a:lnTo>
                  <a:lnTo>
                    <a:pt x="2282558" y="312051"/>
                  </a:lnTo>
                  <a:lnTo>
                    <a:pt x="2267521" y="304939"/>
                  </a:lnTo>
                  <a:lnTo>
                    <a:pt x="2237600" y="299237"/>
                  </a:lnTo>
                  <a:lnTo>
                    <a:pt x="2197011" y="294805"/>
                  </a:lnTo>
                  <a:lnTo>
                    <a:pt x="2149945" y="291477"/>
                  </a:lnTo>
                  <a:lnTo>
                    <a:pt x="2149906" y="291884"/>
                  </a:lnTo>
                  <a:lnTo>
                    <a:pt x="2149945" y="291465"/>
                  </a:lnTo>
                  <a:lnTo>
                    <a:pt x="2090902" y="288734"/>
                  </a:lnTo>
                  <a:lnTo>
                    <a:pt x="2035860" y="287108"/>
                  </a:lnTo>
                  <a:lnTo>
                    <a:pt x="1992109" y="286334"/>
                  </a:lnTo>
                  <a:lnTo>
                    <a:pt x="1966899" y="286131"/>
                  </a:lnTo>
                  <a:lnTo>
                    <a:pt x="1940814" y="286410"/>
                  </a:lnTo>
                  <a:lnTo>
                    <a:pt x="1887194" y="287515"/>
                  </a:lnTo>
                  <a:lnTo>
                    <a:pt x="1818678" y="289839"/>
                  </a:lnTo>
                  <a:lnTo>
                    <a:pt x="1747939" y="293763"/>
                  </a:lnTo>
                  <a:lnTo>
                    <a:pt x="1687588" y="299669"/>
                  </a:lnTo>
                  <a:lnTo>
                    <a:pt x="1650276" y="307949"/>
                  </a:lnTo>
                  <a:lnTo>
                    <a:pt x="1649247" y="339178"/>
                  </a:lnTo>
                  <a:lnTo>
                    <a:pt x="1671281" y="335394"/>
                  </a:lnTo>
                  <a:lnTo>
                    <a:pt x="1696897" y="331863"/>
                  </a:lnTo>
                  <a:lnTo>
                    <a:pt x="1761197" y="325729"/>
                  </a:lnTo>
                  <a:lnTo>
                    <a:pt x="1803730" y="323037"/>
                  </a:lnTo>
                  <a:lnTo>
                    <a:pt x="1850910" y="320827"/>
                  </a:lnTo>
                  <a:lnTo>
                    <a:pt x="1901228" y="319138"/>
                  </a:lnTo>
                  <a:lnTo>
                    <a:pt x="1953209" y="318008"/>
                  </a:lnTo>
                  <a:lnTo>
                    <a:pt x="2005380" y="317487"/>
                  </a:lnTo>
                  <a:lnTo>
                    <a:pt x="2056269" y="317614"/>
                  </a:lnTo>
                  <a:lnTo>
                    <a:pt x="2104364" y="318452"/>
                  </a:lnTo>
                  <a:lnTo>
                    <a:pt x="2148205" y="320014"/>
                  </a:lnTo>
                  <a:lnTo>
                    <a:pt x="2148421" y="316293"/>
                  </a:lnTo>
                  <a:lnTo>
                    <a:pt x="2147582" y="332536"/>
                  </a:lnTo>
                  <a:lnTo>
                    <a:pt x="2146719" y="353428"/>
                  </a:lnTo>
                  <a:lnTo>
                    <a:pt x="2146071" y="374599"/>
                  </a:lnTo>
                  <a:lnTo>
                    <a:pt x="2145512" y="421246"/>
                  </a:lnTo>
                  <a:lnTo>
                    <a:pt x="2146109" y="468871"/>
                  </a:lnTo>
                  <a:lnTo>
                    <a:pt x="2147874" y="517169"/>
                  </a:lnTo>
                  <a:lnTo>
                    <a:pt x="2150834" y="565810"/>
                  </a:lnTo>
                  <a:lnTo>
                    <a:pt x="2154999" y="614464"/>
                  </a:lnTo>
                  <a:lnTo>
                    <a:pt x="2160397" y="662813"/>
                  </a:lnTo>
                  <a:lnTo>
                    <a:pt x="2223224" y="666343"/>
                  </a:lnTo>
                  <a:lnTo>
                    <a:pt x="2277872" y="671652"/>
                  </a:lnTo>
                  <a:lnTo>
                    <a:pt x="2317242" y="679081"/>
                  </a:lnTo>
                  <a:lnTo>
                    <a:pt x="2334209" y="688987"/>
                  </a:lnTo>
                  <a:close/>
                </a:path>
                <a:path w="2529840" h="1106804">
                  <a:moveTo>
                    <a:pt x="2529776" y="1106665"/>
                  </a:moveTo>
                  <a:lnTo>
                    <a:pt x="2501633" y="1065657"/>
                  </a:lnTo>
                  <a:lnTo>
                    <a:pt x="2473960" y="1023861"/>
                  </a:lnTo>
                  <a:lnTo>
                    <a:pt x="2447226" y="980440"/>
                  </a:lnTo>
                  <a:lnTo>
                    <a:pt x="2421915" y="934618"/>
                  </a:lnTo>
                  <a:lnTo>
                    <a:pt x="2398496" y="885571"/>
                  </a:lnTo>
                  <a:lnTo>
                    <a:pt x="2382037" y="845286"/>
                  </a:lnTo>
                  <a:lnTo>
                    <a:pt x="2367000" y="803249"/>
                  </a:lnTo>
                  <a:lnTo>
                    <a:pt x="2353360" y="760044"/>
                  </a:lnTo>
                  <a:lnTo>
                    <a:pt x="2341143" y="716292"/>
                  </a:lnTo>
                  <a:lnTo>
                    <a:pt x="2320937" y="708075"/>
                  </a:lnTo>
                  <a:lnTo>
                    <a:pt x="2280462" y="701649"/>
                  </a:lnTo>
                  <a:lnTo>
                    <a:pt x="2226170" y="696810"/>
                  </a:lnTo>
                  <a:lnTo>
                    <a:pt x="2164499" y="693343"/>
                  </a:lnTo>
                  <a:lnTo>
                    <a:pt x="2101303" y="690968"/>
                  </a:lnTo>
                  <a:lnTo>
                    <a:pt x="2043798" y="689559"/>
                  </a:lnTo>
                  <a:lnTo>
                    <a:pt x="1998611" y="688886"/>
                  </a:lnTo>
                  <a:lnTo>
                    <a:pt x="1972386" y="688708"/>
                  </a:lnTo>
                  <a:lnTo>
                    <a:pt x="1908060" y="689559"/>
                  </a:lnTo>
                  <a:lnTo>
                    <a:pt x="1850034" y="690943"/>
                  </a:lnTo>
                  <a:lnTo>
                    <a:pt x="1784591" y="693242"/>
                  </a:lnTo>
                  <a:lnTo>
                    <a:pt x="1719122" y="696658"/>
                  </a:lnTo>
                  <a:lnTo>
                    <a:pt x="1661007" y="701395"/>
                  </a:lnTo>
                  <a:lnTo>
                    <a:pt x="1617649" y="707669"/>
                  </a:lnTo>
                  <a:lnTo>
                    <a:pt x="1587144" y="749350"/>
                  </a:lnTo>
                  <a:lnTo>
                    <a:pt x="1617256" y="739305"/>
                  </a:lnTo>
                  <a:lnTo>
                    <a:pt x="1653755" y="730097"/>
                  </a:lnTo>
                  <a:lnTo>
                    <a:pt x="1703057" y="722591"/>
                  </a:lnTo>
                  <a:lnTo>
                    <a:pt x="1771573" y="717638"/>
                  </a:lnTo>
                  <a:lnTo>
                    <a:pt x="1814626" y="716330"/>
                  </a:lnTo>
                  <a:lnTo>
                    <a:pt x="1862493" y="715797"/>
                  </a:lnTo>
                  <a:lnTo>
                    <a:pt x="1913585" y="715962"/>
                  </a:lnTo>
                  <a:lnTo>
                    <a:pt x="1966302" y="716737"/>
                  </a:lnTo>
                  <a:lnTo>
                    <a:pt x="2019058" y="718032"/>
                  </a:lnTo>
                  <a:lnTo>
                    <a:pt x="2070252" y="719797"/>
                  </a:lnTo>
                  <a:lnTo>
                    <a:pt x="2118322" y="721931"/>
                  </a:lnTo>
                  <a:lnTo>
                    <a:pt x="2169325" y="724852"/>
                  </a:lnTo>
                  <a:lnTo>
                    <a:pt x="2168969" y="722579"/>
                  </a:lnTo>
                  <a:lnTo>
                    <a:pt x="2177796" y="772033"/>
                  </a:lnTo>
                  <a:lnTo>
                    <a:pt x="2196350" y="853173"/>
                  </a:lnTo>
                  <a:lnTo>
                    <a:pt x="2211463" y="906729"/>
                  </a:lnTo>
                  <a:lnTo>
                    <a:pt x="2228075" y="958494"/>
                  </a:lnTo>
                  <a:lnTo>
                    <a:pt x="2245906" y="1008837"/>
                  </a:lnTo>
                  <a:lnTo>
                    <a:pt x="2264626" y="1058100"/>
                  </a:lnTo>
                  <a:lnTo>
                    <a:pt x="2283968" y="1106652"/>
                  </a:lnTo>
                  <a:lnTo>
                    <a:pt x="2529776" y="1106665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6" name="object 686" descr=""/>
            <p:cNvSpPr/>
            <p:nvPr/>
          </p:nvSpPr>
          <p:spPr>
            <a:xfrm>
              <a:off x="2700833" y="5764307"/>
              <a:ext cx="2152650" cy="376555"/>
            </a:xfrm>
            <a:custGeom>
              <a:avLst/>
              <a:gdLst/>
              <a:ahLst/>
              <a:cxnLst/>
              <a:rect l="l" t="t" r="r" b="b"/>
              <a:pathLst>
                <a:path w="2152650" h="376554">
                  <a:moveTo>
                    <a:pt x="375272" y="11137"/>
                  </a:moveTo>
                  <a:lnTo>
                    <a:pt x="375234" y="7315"/>
                  </a:lnTo>
                  <a:lnTo>
                    <a:pt x="367906" y="0"/>
                  </a:lnTo>
                  <a:lnTo>
                    <a:pt x="351574" y="0"/>
                  </a:lnTo>
                  <a:lnTo>
                    <a:pt x="345414" y="4660"/>
                  </a:lnTo>
                  <a:lnTo>
                    <a:pt x="343217" y="11137"/>
                  </a:lnTo>
                  <a:lnTo>
                    <a:pt x="338963" y="7861"/>
                  </a:lnTo>
                  <a:lnTo>
                    <a:pt x="333629" y="5943"/>
                  </a:lnTo>
                  <a:lnTo>
                    <a:pt x="327863" y="5943"/>
                  </a:lnTo>
                  <a:lnTo>
                    <a:pt x="319570" y="7315"/>
                  </a:lnTo>
                  <a:lnTo>
                    <a:pt x="312432" y="11163"/>
                  </a:lnTo>
                  <a:lnTo>
                    <a:pt x="306920" y="16992"/>
                  </a:lnTo>
                  <a:lnTo>
                    <a:pt x="303466" y="24358"/>
                  </a:lnTo>
                  <a:lnTo>
                    <a:pt x="299072" y="16891"/>
                  </a:lnTo>
                  <a:lnTo>
                    <a:pt x="290969" y="11912"/>
                  </a:lnTo>
                  <a:lnTo>
                    <a:pt x="288201" y="11912"/>
                  </a:lnTo>
                  <a:lnTo>
                    <a:pt x="288201" y="61696"/>
                  </a:lnTo>
                  <a:lnTo>
                    <a:pt x="288112" y="62052"/>
                  </a:lnTo>
                  <a:lnTo>
                    <a:pt x="287947" y="61734"/>
                  </a:lnTo>
                  <a:lnTo>
                    <a:pt x="288201" y="61696"/>
                  </a:lnTo>
                  <a:lnTo>
                    <a:pt x="288201" y="11912"/>
                  </a:lnTo>
                  <a:lnTo>
                    <a:pt x="281698" y="11912"/>
                  </a:lnTo>
                  <a:lnTo>
                    <a:pt x="274472" y="12954"/>
                  </a:lnTo>
                  <a:lnTo>
                    <a:pt x="268058" y="15875"/>
                  </a:lnTo>
                  <a:lnTo>
                    <a:pt x="262763" y="20383"/>
                  </a:lnTo>
                  <a:lnTo>
                    <a:pt x="258889" y="26162"/>
                  </a:lnTo>
                  <a:lnTo>
                    <a:pt x="253276" y="16510"/>
                  </a:lnTo>
                  <a:lnTo>
                    <a:pt x="245160" y="8940"/>
                  </a:lnTo>
                  <a:lnTo>
                    <a:pt x="235077" y="3987"/>
                  </a:lnTo>
                  <a:lnTo>
                    <a:pt x="223596" y="2209"/>
                  </a:lnTo>
                  <a:lnTo>
                    <a:pt x="211645" y="4140"/>
                  </a:lnTo>
                  <a:lnTo>
                    <a:pt x="201244" y="9486"/>
                  </a:lnTo>
                  <a:lnTo>
                    <a:pt x="193027" y="17665"/>
                  </a:lnTo>
                  <a:lnTo>
                    <a:pt x="187617" y="28041"/>
                  </a:lnTo>
                  <a:lnTo>
                    <a:pt x="181673" y="20535"/>
                  </a:lnTo>
                  <a:lnTo>
                    <a:pt x="174053" y="14732"/>
                  </a:lnTo>
                  <a:lnTo>
                    <a:pt x="165074" y="10985"/>
                  </a:lnTo>
                  <a:lnTo>
                    <a:pt x="155117" y="9664"/>
                  </a:lnTo>
                  <a:lnTo>
                    <a:pt x="145084" y="10998"/>
                  </a:lnTo>
                  <a:lnTo>
                    <a:pt x="136055" y="14782"/>
                  </a:lnTo>
                  <a:lnTo>
                    <a:pt x="128397" y="20637"/>
                  </a:lnTo>
                  <a:lnTo>
                    <a:pt x="122440" y="28206"/>
                  </a:lnTo>
                  <a:lnTo>
                    <a:pt x="116522" y="21805"/>
                  </a:lnTo>
                  <a:lnTo>
                    <a:pt x="109258" y="16891"/>
                  </a:lnTo>
                  <a:lnTo>
                    <a:pt x="100926" y="13754"/>
                  </a:lnTo>
                  <a:lnTo>
                    <a:pt x="91770" y="12636"/>
                  </a:lnTo>
                  <a:lnTo>
                    <a:pt x="77000" y="15621"/>
                  </a:lnTo>
                  <a:lnTo>
                    <a:pt x="64947" y="23761"/>
                  </a:lnTo>
                  <a:lnTo>
                    <a:pt x="56807" y="35839"/>
                  </a:lnTo>
                  <a:lnTo>
                    <a:pt x="53822" y="50634"/>
                  </a:lnTo>
                  <a:lnTo>
                    <a:pt x="43967" y="52628"/>
                  </a:lnTo>
                  <a:lnTo>
                    <a:pt x="35915" y="58051"/>
                  </a:lnTo>
                  <a:lnTo>
                    <a:pt x="30480" y="66090"/>
                  </a:lnTo>
                  <a:lnTo>
                    <a:pt x="28486" y="75933"/>
                  </a:lnTo>
                  <a:lnTo>
                    <a:pt x="28486" y="79095"/>
                  </a:lnTo>
                  <a:lnTo>
                    <a:pt x="29108" y="82118"/>
                  </a:lnTo>
                  <a:lnTo>
                    <a:pt x="30175" y="84937"/>
                  </a:lnTo>
                  <a:lnTo>
                    <a:pt x="29070" y="84861"/>
                  </a:lnTo>
                  <a:lnTo>
                    <a:pt x="28486" y="84861"/>
                  </a:lnTo>
                  <a:lnTo>
                    <a:pt x="18643" y="86855"/>
                  </a:lnTo>
                  <a:lnTo>
                    <a:pt x="10604" y="92278"/>
                  </a:lnTo>
                  <a:lnTo>
                    <a:pt x="5181" y="100330"/>
                  </a:lnTo>
                  <a:lnTo>
                    <a:pt x="3314" y="109601"/>
                  </a:lnTo>
                  <a:lnTo>
                    <a:pt x="3187" y="116306"/>
                  </a:lnTo>
                  <a:lnTo>
                    <a:pt x="5359" y="121869"/>
                  </a:lnTo>
                  <a:lnTo>
                    <a:pt x="8928" y="126250"/>
                  </a:lnTo>
                  <a:lnTo>
                    <a:pt x="3644" y="128993"/>
                  </a:lnTo>
                  <a:lnTo>
                    <a:pt x="0" y="134505"/>
                  </a:lnTo>
                  <a:lnTo>
                    <a:pt x="0" y="149999"/>
                  </a:lnTo>
                  <a:lnTo>
                    <a:pt x="7366" y="157353"/>
                  </a:lnTo>
                  <a:lnTo>
                    <a:pt x="25590" y="157353"/>
                  </a:lnTo>
                  <a:lnTo>
                    <a:pt x="32956" y="149999"/>
                  </a:lnTo>
                  <a:lnTo>
                    <a:pt x="32956" y="138899"/>
                  </a:lnTo>
                  <a:lnTo>
                    <a:pt x="32575" y="137020"/>
                  </a:lnTo>
                  <a:lnTo>
                    <a:pt x="31978" y="135255"/>
                  </a:lnTo>
                  <a:lnTo>
                    <a:pt x="40614" y="134073"/>
                  </a:lnTo>
                  <a:lnTo>
                    <a:pt x="47853" y="128549"/>
                  </a:lnTo>
                  <a:lnTo>
                    <a:pt x="51447" y="120916"/>
                  </a:lnTo>
                  <a:lnTo>
                    <a:pt x="56045" y="127063"/>
                  </a:lnTo>
                  <a:lnTo>
                    <a:pt x="63423" y="131051"/>
                  </a:lnTo>
                  <a:lnTo>
                    <a:pt x="71678" y="131051"/>
                  </a:lnTo>
                  <a:lnTo>
                    <a:pt x="79921" y="129667"/>
                  </a:lnTo>
                  <a:lnTo>
                    <a:pt x="87033" y="125857"/>
                  </a:lnTo>
                  <a:lnTo>
                    <a:pt x="91744" y="120916"/>
                  </a:lnTo>
                  <a:lnTo>
                    <a:pt x="92557" y="120065"/>
                  </a:lnTo>
                  <a:lnTo>
                    <a:pt x="96037" y="112737"/>
                  </a:lnTo>
                  <a:lnTo>
                    <a:pt x="101904" y="121094"/>
                  </a:lnTo>
                  <a:lnTo>
                    <a:pt x="109753" y="127596"/>
                  </a:lnTo>
                  <a:lnTo>
                    <a:pt x="119189" y="131800"/>
                  </a:lnTo>
                  <a:lnTo>
                    <a:pt x="129768" y="133299"/>
                  </a:lnTo>
                  <a:lnTo>
                    <a:pt x="142113" y="131241"/>
                  </a:lnTo>
                  <a:lnTo>
                    <a:pt x="152755" y="125552"/>
                  </a:lnTo>
                  <a:lnTo>
                    <a:pt x="161023" y="116890"/>
                  </a:lnTo>
                  <a:lnTo>
                    <a:pt x="163004" y="112737"/>
                  </a:lnTo>
                  <a:lnTo>
                    <a:pt x="166243" y="105943"/>
                  </a:lnTo>
                  <a:lnTo>
                    <a:pt x="172173" y="112293"/>
                  </a:lnTo>
                  <a:lnTo>
                    <a:pt x="179412" y="117157"/>
                  </a:lnTo>
                  <a:lnTo>
                    <a:pt x="187706" y="120281"/>
                  </a:lnTo>
                  <a:lnTo>
                    <a:pt x="196786" y="121386"/>
                  </a:lnTo>
                  <a:lnTo>
                    <a:pt x="206044" y="120243"/>
                  </a:lnTo>
                  <a:lnTo>
                    <a:pt x="214464" y="117017"/>
                  </a:lnTo>
                  <a:lnTo>
                    <a:pt x="221792" y="111988"/>
                  </a:lnTo>
                  <a:lnTo>
                    <a:pt x="227241" y="105943"/>
                  </a:lnTo>
                  <a:lnTo>
                    <a:pt x="227723" y="105410"/>
                  </a:lnTo>
                  <a:lnTo>
                    <a:pt x="233197" y="109601"/>
                  </a:lnTo>
                  <a:lnTo>
                    <a:pt x="239395" y="112737"/>
                  </a:lnTo>
                  <a:lnTo>
                    <a:pt x="246164" y="114719"/>
                  </a:lnTo>
                  <a:lnTo>
                    <a:pt x="253403" y="115404"/>
                  </a:lnTo>
                  <a:lnTo>
                    <a:pt x="267589" y="112661"/>
                  </a:lnTo>
                  <a:lnTo>
                    <a:pt x="291261" y="80073"/>
                  </a:lnTo>
                  <a:lnTo>
                    <a:pt x="295681" y="87401"/>
                  </a:lnTo>
                  <a:lnTo>
                    <a:pt x="303758" y="92316"/>
                  </a:lnTo>
                  <a:lnTo>
                    <a:pt x="312966" y="92316"/>
                  </a:lnTo>
                  <a:lnTo>
                    <a:pt x="322808" y="90322"/>
                  </a:lnTo>
                  <a:lnTo>
                    <a:pt x="330784" y="84937"/>
                  </a:lnTo>
                  <a:lnTo>
                    <a:pt x="334098" y="80073"/>
                  </a:lnTo>
                  <a:lnTo>
                    <a:pt x="336270" y="76860"/>
                  </a:lnTo>
                  <a:lnTo>
                    <a:pt x="338251" y="67017"/>
                  </a:lnTo>
                  <a:lnTo>
                    <a:pt x="338251" y="62839"/>
                  </a:lnTo>
                  <a:lnTo>
                    <a:pt x="338061" y="62052"/>
                  </a:lnTo>
                  <a:lnTo>
                    <a:pt x="337959" y="61696"/>
                  </a:lnTo>
                  <a:lnTo>
                    <a:pt x="337248" y="58864"/>
                  </a:lnTo>
                  <a:lnTo>
                    <a:pt x="335470" y="55384"/>
                  </a:lnTo>
                  <a:lnTo>
                    <a:pt x="340918" y="53670"/>
                  </a:lnTo>
                  <a:lnTo>
                    <a:pt x="345630" y="50152"/>
                  </a:lnTo>
                  <a:lnTo>
                    <a:pt x="348780" y="45491"/>
                  </a:lnTo>
                  <a:lnTo>
                    <a:pt x="349758" y="45681"/>
                  </a:lnTo>
                  <a:lnTo>
                    <a:pt x="350748" y="45758"/>
                  </a:lnTo>
                  <a:lnTo>
                    <a:pt x="360654" y="45758"/>
                  </a:lnTo>
                  <a:lnTo>
                    <a:pt x="360934" y="45491"/>
                  </a:lnTo>
                  <a:lnTo>
                    <a:pt x="367906" y="38760"/>
                  </a:lnTo>
                  <a:lnTo>
                    <a:pt x="368223" y="29972"/>
                  </a:lnTo>
                  <a:lnTo>
                    <a:pt x="370725" y="28206"/>
                  </a:lnTo>
                  <a:lnTo>
                    <a:pt x="370967" y="28041"/>
                  </a:lnTo>
                  <a:lnTo>
                    <a:pt x="372491" y="26974"/>
                  </a:lnTo>
                  <a:lnTo>
                    <a:pt x="372948" y="26162"/>
                  </a:lnTo>
                  <a:lnTo>
                    <a:pt x="373964" y="24358"/>
                  </a:lnTo>
                  <a:lnTo>
                    <a:pt x="375272" y="22021"/>
                  </a:lnTo>
                  <a:lnTo>
                    <a:pt x="375272" y="11137"/>
                  </a:lnTo>
                  <a:close/>
                </a:path>
                <a:path w="2152650" h="376554">
                  <a:moveTo>
                    <a:pt x="2152192" y="226110"/>
                  </a:moveTo>
                  <a:lnTo>
                    <a:pt x="2144788" y="218732"/>
                  </a:lnTo>
                  <a:lnTo>
                    <a:pt x="2128456" y="218732"/>
                  </a:lnTo>
                  <a:lnTo>
                    <a:pt x="2122309" y="223418"/>
                  </a:lnTo>
                  <a:lnTo>
                    <a:pt x="2120100" y="229920"/>
                  </a:lnTo>
                  <a:lnTo>
                    <a:pt x="2115845" y="226644"/>
                  </a:lnTo>
                  <a:lnTo>
                    <a:pt x="2110511" y="224726"/>
                  </a:lnTo>
                  <a:lnTo>
                    <a:pt x="2104758" y="224726"/>
                  </a:lnTo>
                  <a:lnTo>
                    <a:pt x="2096477" y="226110"/>
                  </a:lnTo>
                  <a:lnTo>
                    <a:pt x="2089340" y="229946"/>
                  </a:lnTo>
                  <a:lnTo>
                    <a:pt x="2083828" y="235762"/>
                  </a:lnTo>
                  <a:lnTo>
                    <a:pt x="2080399" y="243090"/>
                  </a:lnTo>
                  <a:lnTo>
                    <a:pt x="2075980" y="235648"/>
                  </a:lnTo>
                  <a:lnTo>
                    <a:pt x="2067864" y="230657"/>
                  </a:lnTo>
                  <a:lnTo>
                    <a:pt x="2065083" y="230657"/>
                  </a:lnTo>
                  <a:lnTo>
                    <a:pt x="2065083" y="280428"/>
                  </a:lnTo>
                  <a:lnTo>
                    <a:pt x="2064994" y="280835"/>
                  </a:lnTo>
                  <a:lnTo>
                    <a:pt x="2064880" y="280517"/>
                  </a:lnTo>
                  <a:lnTo>
                    <a:pt x="2065083" y="280428"/>
                  </a:lnTo>
                  <a:lnTo>
                    <a:pt x="2065083" y="230657"/>
                  </a:lnTo>
                  <a:lnTo>
                    <a:pt x="2058568" y="230657"/>
                  </a:lnTo>
                  <a:lnTo>
                    <a:pt x="2051354" y="231698"/>
                  </a:lnTo>
                  <a:lnTo>
                    <a:pt x="2044966" y="234619"/>
                  </a:lnTo>
                  <a:lnTo>
                    <a:pt x="2039683" y="239128"/>
                  </a:lnTo>
                  <a:lnTo>
                    <a:pt x="2035810" y="244932"/>
                  </a:lnTo>
                  <a:lnTo>
                    <a:pt x="2030196" y="235267"/>
                  </a:lnTo>
                  <a:lnTo>
                    <a:pt x="2022081" y="227698"/>
                  </a:lnTo>
                  <a:lnTo>
                    <a:pt x="2012010" y="222758"/>
                  </a:lnTo>
                  <a:lnTo>
                    <a:pt x="2000529" y="220992"/>
                  </a:lnTo>
                  <a:lnTo>
                    <a:pt x="1988540" y="222910"/>
                  </a:lnTo>
                  <a:lnTo>
                    <a:pt x="1978139" y="228269"/>
                  </a:lnTo>
                  <a:lnTo>
                    <a:pt x="1969909" y="236435"/>
                  </a:lnTo>
                  <a:lnTo>
                    <a:pt x="1964486" y="246786"/>
                  </a:lnTo>
                  <a:lnTo>
                    <a:pt x="1958555" y="239280"/>
                  </a:lnTo>
                  <a:lnTo>
                    <a:pt x="1950935" y="233489"/>
                  </a:lnTo>
                  <a:lnTo>
                    <a:pt x="1941957" y="229755"/>
                  </a:lnTo>
                  <a:lnTo>
                    <a:pt x="1931987" y="228447"/>
                  </a:lnTo>
                  <a:lnTo>
                    <a:pt x="1921967" y="229781"/>
                  </a:lnTo>
                  <a:lnTo>
                    <a:pt x="1912962" y="233540"/>
                  </a:lnTo>
                  <a:lnTo>
                    <a:pt x="1905317" y="239395"/>
                  </a:lnTo>
                  <a:lnTo>
                    <a:pt x="1899373" y="247002"/>
                  </a:lnTo>
                  <a:lnTo>
                    <a:pt x="1893430" y="240576"/>
                  </a:lnTo>
                  <a:lnTo>
                    <a:pt x="1886127" y="235648"/>
                  </a:lnTo>
                  <a:lnTo>
                    <a:pt x="1877847" y="232524"/>
                  </a:lnTo>
                  <a:lnTo>
                    <a:pt x="1868703" y="231432"/>
                  </a:lnTo>
                  <a:lnTo>
                    <a:pt x="1853907" y="234416"/>
                  </a:lnTo>
                  <a:lnTo>
                    <a:pt x="1841842" y="242544"/>
                  </a:lnTo>
                  <a:lnTo>
                    <a:pt x="1833702" y="254609"/>
                  </a:lnTo>
                  <a:lnTo>
                    <a:pt x="1830717" y="269379"/>
                  </a:lnTo>
                  <a:lnTo>
                    <a:pt x="1820875" y="271360"/>
                  </a:lnTo>
                  <a:lnTo>
                    <a:pt x="1812836" y="276796"/>
                  </a:lnTo>
                  <a:lnTo>
                    <a:pt x="1807413" y="284861"/>
                  </a:lnTo>
                  <a:lnTo>
                    <a:pt x="1805419" y="294728"/>
                  </a:lnTo>
                  <a:lnTo>
                    <a:pt x="1805419" y="297878"/>
                  </a:lnTo>
                  <a:lnTo>
                    <a:pt x="1805990" y="300901"/>
                  </a:lnTo>
                  <a:lnTo>
                    <a:pt x="1807057" y="303682"/>
                  </a:lnTo>
                  <a:lnTo>
                    <a:pt x="1806524" y="303644"/>
                  </a:lnTo>
                  <a:lnTo>
                    <a:pt x="1805419" y="303644"/>
                  </a:lnTo>
                  <a:lnTo>
                    <a:pt x="1780082" y="335051"/>
                  </a:lnTo>
                  <a:lnTo>
                    <a:pt x="1782254" y="340652"/>
                  </a:lnTo>
                  <a:lnTo>
                    <a:pt x="1785848" y="345033"/>
                  </a:lnTo>
                  <a:lnTo>
                    <a:pt x="1780540" y="347726"/>
                  </a:lnTo>
                  <a:lnTo>
                    <a:pt x="1776920" y="353263"/>
                  </a:lnTo>
                  <a:lnTo>
                    <a:pt x="1776920" y="368782"/>
                  </a:lnTo>
                  <a:lnTo>
                    <a:pt x="1784299" y="376148"/>
                  </a:lnTo>
                  <a:lnTo>
                    <a:pt x="1802485" y="376148"/>
                  </a:lnTo>
                  <a:lnTo>
                    <a:pt x="1809838" y="368782"/>
                  </a:lnTo>
                  <a:lnTo>
                    <a:pt x="1809838" y="357682"/>
                  </a:lnTo>
                  <a:lnTo>
                    <a:pt x="1809508" y="355790"/>
                  </a:lnTo>
                  <a:lnTo>
                    <a:pt x="1808861" y="354037"/>
                  </a:lnTo>
                  <a:lnTo>
                    <a:pt x="1817535" y="352844"/>
                  </a:lnTo>
                  <a:lnTo>
                    <a:pt x="1824774" y="347294"/>
                  </a:lnTo>
                  <a:lnTo>
                    <a:pt x="1828342" y="339674"/>
                  </a:lnTo>
                  <a:lnTo>
                    <a:pt x="1832978" y="345808"/>
                  </a:lnTo>
                  <a:lnTo>
                    <a:pt x="1840293" y="349783"/>
                  </a:lnTo>
                  <a:lnTo>
                    <a:pt x="1848599" y="349783"/>
                  </a:lnTo>
                  <a:lnTo>
                    <a:pt x="1872932" y="331482"/>
                  </a:lnTo>
                  <a:lnTo>
                    <a:pt x="1878787" y="339839"/>
                  </a:lnTo>
                  <a:lnTo>
                    <a:pt x="1886661" y="346329"/>
                  </a:lnTo>
                  <a:lnTo>
                    <a:pt x="1896110" y="350532"/>
                  </a:lnTo>
                  <a:lnTo>
                    <a:pt x="1906701" y="352031"/>
                  </a:lnTo>
                  <a:lnTo>
                    <a:pt x="1919033" y="349986"/>
                  </a:lnTo>
                  <a:lnTo>
                    <a:pt x="1929676" y="344284"/>
                  </a:lnTo>
                  <a:lnTo>
                    <a:pt x="1937943" y="335622"/>
                  </a:lnTo>
                  <a:lnTo>
                    <a:pt x="1939899" y="331482"/>
                  </a:lnTo>
                  <a:lnTo>
                    <a:pt x="1943138" y="324675"/>
                  </a:lnTo>
                  <a:lnTo>
                    <a:pt x="1949069" y="331050"/>
                  </a:lnTo>
                  <a:lnTo>
                    <a:pt x="1956320" y="335915"/>
                  </a:lnTo>
                  <a:lnTo>
                    <a:pt x="1964626" y="339026"/>
                  </a:lnTo>
                  <a:lnTo>
                    <a:pt x="1973707" y="340118"/>
                  </a:lnTo>
                  <a:lnTo>
                    <a:pt x="1982939" y="338975"/>
                  </a:lnTo>
                  <a:lnTo>
                    <a:pt x="1991360" y="335762"/>
                  </a:lnTo>
                  <a:lnTo>
                    <a:pt x="1998675" y="330746"/>
                  </a:lnTo>
                  <a:lnTo>
                    <a:pt x="2004187" y="324675"/>
                  </a:lnTo>
                  <a:lnTo>
                    <a:pt x="2004618" y="324205"/>
                  </a:lnTo>
                  <a:lnTo>
                    <a:pt x="2010092" y="328371"/>
                  </a:lnTo>
                  <a:lnTo>
                    <a:pt x="2016277" y="331508"/>
                  </a:lnTo>
                  <a:lnTo>
                    <a:pt x="2023046" y="333502"/>
                  </a:lnTo>
                  <a:lnTo>
                    <a:pt x="2030285" y="334187"/>
                  </a:lnTo>
                  <a:lnTo>
                    <a:pt x="2044496" y="331431"/>
                  </a:lnTo>
                  <a:lnTo>
                    <a:pt x="2068144" y="298818"/>
                  </a:lnTo>
                  <a:lnTo>
                    <a:pt x="2072614" y="306184"/>
                  </a:lnTo>
                  <a:lnTo>
                    <a:pt x="2080641" y="311099"/>
                  </a:lnTo>
                  <a:lnTo>
                    <a:pt x="2089848" y="311099"/>
                  </a:lnTo>
                  <a:lnTo>
                    <a:pt x="2115185" y="285750"/>
                  </a:lnTo>
                  <a:lnTo>
                    <a:pt x="2115185" y="281584"/>
                  </a:lnTo>
                  <a:lnTo>
                    <a:pt x="2114994" y="280835"/>
                  </a:lnTo>
                  <a:lnTo>
                    <a:pt x="2114880" y="280428"/>
                  </a:lnTo>
                  <a:lnTo>
                    <a:pt x="2114156" y="277647"/>
                  </a:lnTo>
                  <a:lnTo>
                    <a:pt x="2112365" y="274167"/>
                  </a:lnTo>
                  <a:lnTo>
                    <a:pt x="2117852" y="272453"/>
                  </a:lnTo>
                  <a:lnTo>
                    <a:pt x="2122513" y="268897"/>
                  </a:lnTo>
                  <a:lnTo>
                    <a:pt x="2125713" y="264261"/>
                  </a:lnTo>
                  <a:lnTo>
                    <a:pt x="2126653" y="264426"/>
                  </a:lnTo>
                  <a:lnTo>
                    <a:pt x="2127681" y="264515"/>
                  </a:lnTo>
                  <a:lnTo>
                    <a:pt x="2137575" y="264515"/>
                  </a:lnTo>
                  <a:lnTo>
                    <a:pt x="2137841" y="264261"/>
                  </a:lnTo>
                  <a:lnTo>
                    <a:pt x="2144788" y="257505"/>
                  </a:lnTo>
                  <a:lnTo>
                    <a:pt x="2145157" y="248716"/>
                  </a:lnTo>
                  <a:lnTo>
                    <a:pt x="2147633" y="247002"/>
                  </a:lnTo>
                  <a:lnTo>
                    <a:pt x="2147925" y="246786"/>
                  </a:lnTo>
                  <a:lnTo>
                    <a:pt x="2149398" y="245757"/>
                  </a:lnTo>
                  <a:lnTo>
                    <a:pt x="2149868" y="244932"/>
                  </a:lnTo>
                  <a:lnTo>
                    <a:pt x="2150910" y="243090"/>
                  </a:lnTo>
                  <a:lnTo>
                    <a:pt x="2152192" y="240804"/>
                  </a:lnTo>
                  <a:lnTo>
                    <a:pt x="2152192" y="229920"/>
                  </a:lnTo>
                  <a:lnTo>
                    <a:pt x="2152192" y="22611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87" name="object 687" descr=""/>
          <p:cNvGrpSpPr/>
          <p:nvPr/>
        </p:nvGrpSpPr>
        <p:grpSpPr>
          <a:xfrm>
            <a:off x="11890485" y="7342842"/>
            <a:ext cx="109220" cy="1350010"/>
            <a:chOff x="11890485" y="7342842"/>
            <a:chExt cx="109220" cy="1350010"/>
          </a:xfrm>
        </p:grpSpPr>
        <p:pic>
          <p:nvPicPr>
            <p:cNvPr id="688" name="object 688" descr="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11890485" y="7342842"/>
              <a:ext cx="109022" cy="178886"/>
            </a:xfrm>
            <a:prstGeom prst="rect">
              <a:avLst/>
            </a:prstGeom>
          </p:spPr>
        </p:pic>
        <p:sp>
          <p:nvSpPr>
            <p:cNvPr id="689" name="object 689" descr=""/>
            <p:cNvSpPr/>
            <p:nvPr/>
          </p:nvSpPr>
          <p:spPr>
            <a:xfrm>
              <a:off x="11890476" y="7441126"/>
              <a:ext cx="109220" cy="1251585"/>
            </a:xfrm>
            <a:custGeom>
              <a:avLst/>
              <a:gdLst/>
              <a:ahLst/>
              <a:cxnLst/>
              <a:rect l="l" t="t" r="r" b="b"/>
              <a:pathLst>
                <a:path w="109220" h="1251584">
                  <a:moveTo>
                    <a:pt x="67360" y="80606"/>
                  </a:moveTo>
                  <a:lnTo>
                    <a:pt x="41681" y="80606"/>
                  </a:lnTo>
                  <a:lnTo>
                    <a:pt x="41681" y="1251280"/>
                  </a:lnTo>
                  <a:lnTo>
                    <a:pt x="67360" y="1251280"/>
                  </a:lnTo>
                  <a:lnTo>
                    <a:pt x="67360" y="80606"/>
                  </a:lnTo>
                  <a:close/>
                </a:path>
                <a:path w="109220" h="1251584">
                  <a:moveTo>
                    <a:pt x="109029" y="0"/>
                  </a:moveTo>
                  <a:lnTo>
                    <a:pt x="0" y="0"/>
                  </a:lnTo>
                  <a:lnTo>
                    <a:pt x="0" y="12395"/>
                  </a:lnTo>
                  <a:lnTo>
                    <a:pt x="109029" y="12395"/>
                  </a:lnTo>
                  <a:lnTo>
                    <a:pt x="109029" y="0"/>
                  </a:lnTo>
                  <a:close/>
                </a:path>
              </a:pathLst>
            </a:custGeom>
            <a:solidFill>
              <a:srgbClr val="393B6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90" name="object 690" descr=""/>
          <p:cNvGrpSpPr/>
          <p:nvPr/>
        </p:nvGrpSpPr>
        <p:grpSpPr>
          <a:xfrm>
            <a:off x="15749917" y="7342842"/>
            <a:ext cx="109220" cy="1350010"/>
            <a:chOff x="15749917" y="7342842"/>
            <a:chExt cx="109220" cy="1350010"/>
          </a:xfrm>
        </p:grpSpPr>
        <p:pic>
          <p:nvPicPr>
            <p:cNvPr id="691" name="object 691" descr="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15749917" y="7342842"/>
              <a:ext cx="109022" cy="178886"/>
            </a:xfrm>
            <a:prstGeom prst="rect">
              <a:avLst/>
            </a:prstGeom>
          </p:spPr>
        </p:pic>
        <p:sp>
          <p:nvSpPr>
            <p:cNvPr id="692" name="object 692" descr=""/>
            <p:cNvSpPr/>
            <p:nvPr/>
          </p:nvSpPr>
          <p:spPr>
            <a:xfrm>
              <a:off x="15749917" y="7441126"/>
              <a:ext cx="109220" cy="1251585"/>
            </a:xfrm>
            <a:custGeom>
              <a:avLst/>
              <a:gdLst/>
              <a:ahLst/>
              <a:cxnLst/>
              <a:rect l="l" t="t" r="r" b="b"/>
              <a:pathLst>
                <a:path w="109219" h="1251584">
                  <a:moveTo>
                    <a:pt x="67348" y="80606"/>
                  </a:moveTo>
                  <a:lnTo>
                    <a:pt x="41656" y="80606"/>
                  </a:lnTo>
                  <a:lnTo>
                    <a:pt x="41656" y="1251280"/>
                  </a:lnTo>
                  <a:lnTo>
                    <a:pt x="67348" y="1251280"/>
                  </a:lnTo>
                  <a:lnTo>
                    <a:pt x="67348" y="80606"/>
                  </a:lnTo>
                  <a:close/>
                </a:path>
                <a:path w="109219" h="1251584">
                  <a:moveTo>
                    <a:pt x="109016" y="0"/>
                  </a:moveTo>
                  <a:lnTo>
                    <a:pt x="0" y="0"/>
                  </a:lnTo>
                  <a:lnTo>
                    <a:pt x="0" y="12395"/>
                  </a:lnTo>
                  <a:lnTo>
                    <a:pt x="109016" y="12395"/>
                  </a:lnTo>
                  <a:lnTo>
                    <a:pt x="109016" y="0"/>
                  </a:lnTo>
                  <a:close/>
                </a:path>
              </a:pathLst>
            </a:custGeom>
            <a:solidFill>
              <a:srgbClr val="393B6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3" name="object 693" descr=""/>
          <p:cNvSpPr txBox="1"/>
          <p:nvPr/>
        </p:nvSpPr>
        <p:spPr>
          <a:xfrm>
            <a:off x="624158" y="728636"/>
            <a:ext cx="178562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Various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buildings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832261" y="7750884"/>
            <a:ext cx="800735" cy="347980"/>
            <a:chOff x="13832261" y="7750884"/>
            <a:chExt cx="800735" cy="347980"/>
          </a:xfrm>
        </p:grpSpPr>
        <p:sp>
          <p:nvSpPr>
            <p:cNvPr id="3" name="object 3" descr=""/>
            <p:cNvSpPr/>
            <p:nvPr/>
          </p:nvSpPr>
          <p:spPr>
            <a:xfrm>
              <a:off x="13832261" y="7750884"/>
              <a:ext cx="800735" cy="347980"/>
            </a:xfrm>
            <a:custGeom>
              <a:avLst/>
              <a:gdLst/>
              <a:ahLst/>
              <a:cxnLst/>
              <a:rect l="l" t="t" r="r" b="b"/>
              <a:pathLst>
                <a:path w="800734" h="347979">
                  <a:moveTo>
                    <a:pt x="339727" y="0"/>
                  </a:moveTo>
                  <a:lnTo>
                    <a:pt x="287958" y="6244"/>
                  </a:lnTo>
                  <a:lnTo>
                    <a:pt x="241914" y="23792"/>
                  </a:lnTo>
                  <a:lnTo>
                    <a:pt x="203701" y="50870"/>
                  </a:lnTo>
                  <a:lnTo>
                    <a:pt x="175423" y="85701"/>
                  </a:lnTo>
                  <a:lnTo>
                    <a:pt x="159188" y="126509"/>
                  </a:lnTo>
                  <a:lnTo>
                    <a:pt x="145449" y="117197"/>
                  </a:lnTo>
                  <a:lnTo>
                    <a:pt x="129825" y="110178"/>
                  </a:lnTo>
                  <a:lnTo>
                    <a:pt x="112658" y="105748"/>
                  </a:lnTo>
                  <a:lnTo>
                    <a:pt x="94290" y="104206"/>
                  </a:lnTo>
                  <a:lnTo>
                    <a:pt x="57585" y="110592"/>
                  </a:lnTo>
                  <a:lnTo>
                    <a:pt x="27614" y="128009"/>
                  </a:lnTo>
                  <a:lnTo>
                    <a:pt x="7408" y="153840"/>
                  </a:lnTo>
                  <a:lnTo>
                    <a:pt x="0" y="185470"/>
                  </a:lnTo>
                  <a:lnTo>
                    <a:pt x="4372" y="210013"/>
                  </a:lnTo>
                  <a:lnTo>
                    <a:pt x="16597" y="231550"/>
                  </a:lnTo>
                  <a:lnTo>
                    <a:pt x="35334" y="248913"/>
                  </a:lnTo>
                  <a:lnTo>
                    <a:pt x="59244" y="260934"/>
                  </a:lnTo>
                  <a:lnTo>
                    <a:pt x="59118" y="263803"/>
                  </a:lnTo>
                  <a:lnTo>
                    <a:pt x="61717" y="276681"/>
                  </a:lnTo>
                  <a:lnTo>
                    <a:pt x="68805" y="287199"/>
                  </a:lnTo>
                  <a:lnTo>
                    <a:pt x="79319" y="294290"/>
                  </a:lnTo>
                  <a:lnTo>
                    <a:pt x="92196" y="296891"/>
                  </a:lnTo>
                  <a:lnTo>
                    <a:pt x="105074" y="294290"/>
                  </a:lnTo>
                  <a:lnTo>
                    <a:pt x="115592" y="287199"/>
                  </a:lnTo>
                  <a:lnTo>
                    <a:pt x="122683" y="276681"/>
                  </a:lnTo>
                  <a:lnTo>
                    <a:pt x="125284" y="263803"/>
                  </a:lnTo>
                  <a:lnTo>
                    <a:pt x="125252" y="262232"/>
                  </a:lnTo>
                  <a:lnTo>
                    <a:pt x="140774" y="256173"/>
                  </a:lnTo>
                  <a:lnTo>
                    <a:pt x="154641" y="247892"/>
                  </a:lnTo>
                  <a:lnTo>
                    <a:pt x="166549" y="237657"/>
                  </a:lnTo>
                  <a:lnTo>
                    <a:pt x="176193" y="225731"/>
                  </a:lnTo>
                  <a:lnTo>
                    <a:pt x="204556" y="260063"/>
                  </a:lnTo>
                  <a:lnTo>
                    <a:pt x="242635" y="286732"/>
                  </a:lnTo>
                  <a:lnTo>
                    <a:pt x="288376" y="304004"/>
                  </a:lnTo>
                  <a:lnTo>
                    <a:pt x="339727" y="310147"/>
                  </a:lnTo>
                  <a:lnTo>
                    <a:pt x="387524" y="304845"/>
                  </a:lnTo>
                  <a:lnTo>
                    <a:pt x="430620" y="289860"/>
                  </a:lnTo>
                  <a:lnTo>
                    <a:pt x="467379" y="266574"/>
                  </a:lnTo>
                  <a:lnTo>
                    <a:pt x="496162" y="236369"/>
                  </a:lnTo>
                  <a:lnTo>
                    <a:pt x="510231" y="243462"/>
                  </a:lnTo>
                  <a:lnTo>
                    <a:pt x="525244" y="247772"/>
                  </a:lnTo>
                  <a:lnTo>
                    <a:pt x="540797" y="249224"/>
                  </a:lnTo>
                  <a:lnTo>
                    <a:pt x="556485" y="247741"/>
                  </a:lnTo>
                  <a:lnTo>
                    <a:pt x="568190" y="287023"/>
                  </a:lnTo>
                  <a:lnTo>
                    <a:pt x="593587" y="318783"/>
                  </a:lnTo>
                  <a:lnTo>
                    <a:pt x="629483" y="340032"/>
                  </a:lnTo>
                  <a:lnTo>
                    <a:pt x="672681" y="347779"/>
                  </a:lnTo>
                  <a:lnTo>
                    <a:pt x="718073" y="339184"/>
                  </a:lnTo>
                  <a:lnTo>
                    <a:pt x="755140" y="315743"/>
                  </a:lnTo>
                  <a:lnTo>
                    <a:pt x="780131" y="280975"/>
                  </a:lnTo>
                  <a:lnTo>
                    <a:pt x="789295" y="238401"/>
                  </a:lnTo>
                  <a:lnTo>
                    <a:pt x="788754" y="227779"/>
                  </a:lnTo>
                  <a:lnTo>
                    <a:pt x="787127" y="217299"/>
                  </a:lnTo>
                  <a:lnTo>
                    <a:pt x="784433" y="207043"/>
                  </a:lnTo>
                  <a:lnTo>
                    <a:pt x="780667" y="197093"/>
                  </a:lnTo>
                  <a:lnTo>
                    <a:pt x="786834" y="194465"/>
                  </a:lnTo>
                  <a:lnTo>
                    <a:pt x="792049" y="190036"/>
                  </a:lnTo>
                  <a:lnTo>
                    <a:pt x="795640" y="184381"/>
                  </a:lnTo>
                  <a:lnTo>
                    <a:pt x="800344" y="172112"/>
                  </a:lnTo>
                  <a:lnTo>
                    <a:pt x="799990" y="159433"/>
                  </a:lnTo>
                  <a:lnTo>
                    <a:pt x="794905" y="147813"/>
                  </a:lnTo>
                  <a:lnTo>
                    <a:pt x="785421" y="138718"/>
                  </a:lnTo>
                  <a:lnTo>
                    <a:pt x="773156" y="134014"/>
                  </a:lnTo>
                  <a:lnTo>
                    <a:pt x="760476" y="134367"/>
                  </a:lnTo>
                  <a:lnTo>
                    <a:pt x="748853" y="139448"/>
                  </a:lnTo>
                  <a:lnTo>
                    <a:pt x="739757" y="148927"/>
                  </a:lnTo>
                  <a:lnTo>
                    <a:pt x="711532" y="135331"/>
                  </a:lnTo>
                  <a:lnTo>
                    <a:pt x="681269" y="129324"/>
                  </a:lnTo>
                  <a:lnTo>
                    <a:pt x="650461" y="131011"/>
                  </a:lnTo>
                  <a:lnTo>
                    <a:pt x="620598" y="140498"/>
                  </a:lnTo>
                  <a:lnTo>
                    <a:pt x="618389" y="134152"/>
                  </a:lnTo>
                  <a:lnTo>
                    <a:pt x="616996" y="131095"/>
                  </a:lnTo>
                  <a:lnTo>
                    <a:pt x="597548" y="104108"/>
                  </a:lnTo>
                  <a:lnTo>
                    <a:pt x="570211" y="87259"/>
                  </a:lnTo>
                  <a:lnTo>
                    <a:pt x="538554" y="81891"/>
                  </a:lnTo>
                  <a:lnTo>
                    <a:pt x="506141" y="89348"/>
                  </a:lnTo>
                  <a:lnTo>
                    <a:pt x="478126" y="53110"/>
                  </a:lnTo>
                  <a:lnTo>
                    <a:pt x="439548" y="24872"/>
                  </a:lnTo>
                  <a:lnTo>
                    <a:pt x="392662" y="6534"/>
                  </a:lnTo>
                  <a:lnTo>
                    <a:pt x="339727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3891718" y="7804003"/>
              <a:ext cx="323215" cy="203835"/>
            </a:xfrm>
            <a:custGeom>
              <a:avLst/>
              <a:gdLst/>
              <a:ahLst/>
              <a:cxnLst/>
              <a:rect l="l" t="t" r="r" b="b"/>
              <a:pathLst>
                <a:path w="323215" h="203834">
                  <a:moveTo>
                    <a:pt x="14541" y="149872"/>
                  </a:moveTo>
                  <a:lnTo>
                    <a:pt x="11290" y="146621"/>
                  </a:lnTo>
                  <a:lnTo>
                    <a:pt x="7264" y="146621"/>
                  </a:lnTo>
                  <a:lnTo>
                    <a:pt x="3251" y="146621"/>
                  </a:lnTo>
                  <a:lnTo>
                    <a:pt x="0" y="149872"/>
                  </a:lnTo>
                  <a:lnTo>
                    <a:pt x="0" y="157911"/>
                  </a:lnTo>
                  <a:lnTo>
                    <a:pt x="3251" y="161163"/>
                  </a:lnTo>
                  <a:lnTo>
                    <a:pt x="11290" y="161163"/>
                  </a:lnTo>
                  <a:lnTo>
                    <a:pt x="14541" y="157911"/>
                  </a:lnTo>
                  <a:lnTo>
                    <a:pt x="14541" y="149872"/>
                  </a:lnTo>
                  <a:close/>
                </a:path>
                <a:path w="323215" h="203834">
                  <a:moveTo>
                    <a:pt x="70256" y="97942"/>
                  </a:moveTo>
                  <a:lnTo>
                    <a:pt x="67005" y="94691"/>
                  </a:lnTo>
                  <a:lnTo>
                    <a:pt x="62979" y="94691"/>
                  </a:lnTo>
                  <a:lnTo>
                    <a:pt x="58966" y="94691"/>
                  </a:lnTo>
                  <a:lnTo>
                    <a:pt x="55714" y="97942"/>
                  </a:lnTo>
                  <a:lnTo>
                    <a:pt x="55714" y="105968"/>
                  </a:lnTo>
                  <a:lnTo>
                    <a:pt x="58966" y="109232"/>
                  </a:lnTo>
                  <a:lnTo>
                    <a:pt x="67005" y="109232"/>
                  </a:lnTo>
                  <a:lnTo>
                    <a:pt x="70256" y="105968"/>
                  </a:lnTo>
                  <a:lnTo>
                    <a:pt x="70256" y="97942"/>
                  </a:lnTo>
                  <a:close/>
                </a:path>
                <a:path w="323215" h="203834">
                  <a:moveTo>
                    <a:pt x="96596" y="116789"/>
                  </a:moveTo>
                  <a:lnTo>
                    <a:pt x="93357" y="113538"/>
                  </a:lnTo>
                  <a:lnTo>
                    <a:pt x="89331" y="113538"/>
                  </a:lnTo>
                  <a:lnTo>
                    <a:pt x="85318" y="113538"/>
                  </a:lnTo>
                  <a:lnTo>
                    <a:pt x="82067" y="116789"/>
                  </a:lnTo>
                  <a:lnTo>
                    <a:pt x="82067" y="124815"/>
                  </a:lnTo>
                  <a:lnTo>
                    <a:pt x="85318" y="128079"/>
                  </a:lnTo>
                  <a:lnTo>
                    <a:pt x="93357" y="128079"/>
                  </a:lnTo>
                  <a:lnTo>
                    <a:pt x="96596" y="124815"/>
                  </a:lnTo>
                  <a:lnTo>
                    <a:pt x="96596" y="116789"/>
                  </a:lnTo>
                  <a:close/>
                </a:path>
                <a:path w="323215" h="203834">
                  <a:moveTo>
                    <a:pt x="166611" y="157149"/>
                  </a:moveTo>
                  <a:lnTo>
                    <a:pt x="163360" y="153885"/>
                  </a:lnTo>
                  <a:lnTo>
                    <a:pt x="159334" y="153885"/>
                  </a:lnTo>
                  <a:lnTo>
                    <a:pt x="155321" y="153885"/>
                  </a:lnTo>
                  <a:lnTo>
                    <a:pt x="152069" y="157149"/>
                  </a:lnTo>
                  <a:lnTo>
                    <a:pt x="152069" y="165176"/>
                  </a:lnTo>
                  <a:lnTo>
                    <a:pt x="155321" y="168440"/>
                  </a:lnTo>
                  <a:lnTo>
                    <a:pt x="163360" y="168440"/>
                  </a:lnTo>
                  <a:lnTo>
                    <a:pt x="166611" y="165176"/>
                  </a:lnTo>
                  <a:lnTo>
                    <a:pt x="166611" y="157149"/>
                  </a:lnTo>
                  <a:close/>
                </a:path>
                <a:path w="323215" h="203834">
                  <a:moveTo>
                    <a:pt x="171119" y="97942"/>
                  </a:moveTo>
                  <a:lnTo>
                    <a:pt x="167868" y="94691"/>
                  </a:lnTo>
                  <a:lnTo>
                    <a:pt x="163855" y="94691"/>
                  </a:lnTo>
                  <a:lnTo>
                    <a:pt x="159842" y="94691"/>
                  </a:lnTo>
                  <a:lnTo>
                    <a:pt x="156591" y="97942"/>
                  </a:lnTo>
                  <a:lnTo>
                    <a:pt x="156591" y="105968"/>
                  </a:lnTo>
                  <a:lnTo>
                    <a:pt x="159842" y="109232"/>
                  </a:lnTo>
                  <a:lnTo>
                    <a:pt x="167868" y="109232"/>
                  </a:lnTo>
                  <a:lnTo>
                    <a:pt x="171119" y="105968"/>
                  </a:lnTo>
                  <a:lnTo>
                    <a:pt x="171119" y="97942"/>
                  </a:lnTo>
                  <a:close/>
                </a:path>
                <a:path w="323215" h="203834">
                  <a:moveTo>
                    <a:pt x="216382" y="3263"/>
                  </a:moveTo>
                  <a:lnTo>
                    <a:pt x="213131" y="0"/>
                  </a:lnTo>
                  <a:lnTo>
                    <a:pt x="209105" y="0"/>
                  </a:lnTo>
                  <a:lnTo>
                    <a:pt x="205092" y="0"/>
                  </a:lnTo>
                  <a:lnTo>
                    <a:pt x="201841" y="3263"/>
                  </a:lnTo>
                  <a:lnTo>
                    <a:pt x="201841" y="11290"/>
                  </a:lnTo>
                  <a:lnTo>
                    <a:pt x="205092" y="14554"/>
                  </a:lnTo>
                  <a:lnTo>
                    <a:pt x="213131" y="14554"/>
                  </a:lnTo>
                  <a:lnTo>
                    <a:pt x="216382" y="11290"/>
                  </a:lnTo>
                  <a:lnTo>
                    <a:pt x="216382" y="3263"/>
                  </a:lnTo>
                  <a:close/>
                </a:path>
                <a:path w="323215" h="203834">
                  <a:moveTo>
                    <a:pt x="230276" y="161632"/>
                  </a:moveTo>
                  <a:lnTo>
                    <a:pt x="227025" y="158369"/>
                  </a:lnTo>
                  <a:lnTo>
                    <a:pt x="223012" y="158369"/>
                  </a:lnTo>
                  <a:lnTo>
                    <a:pt x="218986" y="158369"/>
                  </a:lnTo>
                  <a:lnTo>
                    <a:pt x="215747" y="161632"/>
                  </a:lnTo>
                  <a:lnTo>
                    <a:pt x="215747" y="169659"/>
                  </a:lnTo>
                  <a:lnTo>
                    <a:pt x="218986" y="172923"/>
                  </a:lnTo>
                  <a:lnTo>
                    <a:pt x="227025" y="172923"/>
                  </a:lnTo>
                  <a:lnTo>
                    <a:pt x="230276" y="169659"/>
                  </a:lnTo>
                  <a:lnTo>
                    <a:pt x="230276" y="161632"/>
                  </a:lnTo>
                  <a:close/>
                </a:path>
                <a:path w="323215" h="203834">
                  <a:moveTo>
                    <a:pt x="234429" y="38252"/>
                  </a:moveTo>
                  <a:lnTo>
                    <a:pt x="231190" y="35001"/>
                  </a:lnTo>
                  <a:lnTo>
                    <a:pt x="227164" y="35001"/>
                  </a:lnTo>
                  <a:lnTo>
                    <a:pt x="223139" y="35001"/>
                  </a:lnTo>
                  <a:lnTo>
                    <a:pt x="219900" y="38252"/>
                  </a:lnTo>
                  <a:lnTo>
                    <a:pt x="219900" y="46291"/>
                  </a:lnTo>
                  <a:lnTo>
                    <a:pt x="223139" y="49542"/>
                  </a:lnTo>
                  <a:lnTo>
                    <a:pt x="231190" y="49542"/>
                  </a:lnTo>
                  <a:lnTo>
                    <a:pt x="234429" y="46291"/>
                  </a:lnTo>
                  <a:lnTo>
                    <a:pt x="234429" y="38252"/>
                  </a:lnTo>
                  <a:close/>
                </a:path>
                <a:path w="323215" h="203834">
                  <a:moveTo>
                    <a:pt x="247789" y="135331"/>
                  </a:moveTo>
                  <a:lnTo>
                    <a:pt x="244538" y="132080"/>
                  </a:lnTo>
                  <a:lnTo>
                    <a:pt x="240512" y="132080"/>
                  </a:lnTo>
                  <a:lnTo>
                    <a:pt x="236499" y="132080"/>
                  </a:lnTo>
                  <a:lnTo>
                    <a:pt x="233248" y="135331"/>
                  </a:lnTo>
                  <a:lnTo>
                    <a:pt x="233248" y="143370"/>
                  </a:lnTo>
                  <a:lnTo>
                    <a:pt x="236499" y="146621"/>
                  </a:lnTo>
                  <a:lnTo>
                    <a:pt x="244538" y="146621"/>
                  </a:lnTo>
                  <a:lnTo>
                    <a:pt x="247789" y="143370"/>
                  </a:lnTo>
                  <a:lnTo>
                    <a:pt x="247789" y="135331"/>
                  </a:lnTo>
                  <a:close/>
                </a:path>
                <a:path w="323215" h="203834">
                  <a:moveTo>
                    <a:pt x="259207" y="24130"/>
                  </a:moveTo>
                  <a:lnTo>
                    <a:pt x="255968" y="20866"/>
                  </a:lnTo>
                  <a:lnTo>
                    <a:pt x="251942" y="20866"/>
                  </a:lnTo>
                  <a:lnTo>
                    <a:pt x="247929" y="20866"/>
                  </a:lnTo>
                  <a:lnTo>
                    <a:pt x="244678" y="24130"/>
                  </a:lnTo>
                  <a:lnTo>
                    <a:pt x="244678" y="32156"/>
                  </a:lnTo>
                  <a:lnTo>
                    <a:pt x="247929" y="35420"/>
                  </a:lnTo>
                  <a:lnTo>
                    <a:pt x="255968" y="35420"/>
                  </a:lnTo>
                  <a:lnTo>
                    <a:pt x="259207" y="32156"/>
                  </a:lnTo>
                  <a:lnTo>
                    <a:pt x="259207" y="24130"/>
                  </a:lnTo>
                  <a:close/>
                </a:path>
                <a:path w="323215" h="203834">
                  <a:moveTo>
                    <a:pt x="299148" y="192100"/>
                  </a:moveTo>
                  <a:lnTo>
                    <a:pt x="295910" y="188836"/>
                  </a:lnTo>
                  <a:lnTo>
                    <a:pt x="291884" y="188836"/>
                  </a:lnTo>
                  <a:lnTo>
                    <a:pt x="287870" y="188836"/>
                  </a:lnTo>
                  <a:lnTo>
                    <a:pt x="284619" y="192100"/>
                  </a:lnTo>
                  <a:lnTo>
                    <a:pt x="284619" y="200126"/>
                  </a:lnTo>
                  <a:lnTo>
                    <a:pt x="287870" y="203390"/>
                  </a:lnTo>
                  <a:lnTo>
                    <a:pt x="295910" y="203390"/>
                  </a:lnTo>
                  <a:lnTo>
                    <a:pt x="299148" y="200126"/>
                  </a:lnTo>
                  <a:lnTo>
                    <a:pt x="299148" y="192100"/>
                  </a:lnTo>
                  <a:close/>
                </a:path>
                <a:path w="323215" h="203834">
                  <a:moveTo>
                    <a:pt x="322732" y="76441"/>
                  </a:moveTo>
                  <a:lnTo>
                    <a:pt x="319481" y="73177"/>
                  </a:lnTo>
                  <a:lnTo>
                    <a:pt x="315468" y="73177"/>
                  </a:lnTo>
                  <a:lnTo>
                    <a:pt x="311442" y="73177"/>
                  </a:lnTo>
                  <a:lnTo>
                    <a:pt x="308203" y="76441"/>
                  </a:lnTo>
                  <a:lnTo>
                    <a:pt x="308203" y="84467"/>
                  </a:lnTo>
                  <a:lnTo>
                    <a:pt x="311442" y="87731"/>
                  </a:lnTo>
                  <a:lnTo>
                    <a:pt x="319481" y="87731"/>
                  </a:lnTo>
                  <a:lnTo>
                    <a:pt x="322732" y="84467"/>
                  </a:lnTo>
                  <a:lnTo>
                    <a:pt x="322732" y="76441"/>
                  </a:lnTo>
                  <a:close/>
                </a:path>
              </a:pathLst>
            </a:custGeom>
            <a:solidFill>
              <a:srgbClr val="DB612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/>
          <p:nvPr/>
        </p:nvSpPr>
        <p:spPr>
          <a:xfrm>
            <a:off x="14228846" y="8263856"/>
            <a:ext cx="14604" cy="14604"/>
          </a:xfrm>
          <a:custGeom>
            <a:avLst/>
            <a:gdLst/>
            <a:ahLst/>
            <a:cxnLst/>
            <a:rect l="l" t="t" r="r" b="b"/>
            <a:pathLst>
              <a:path w="14605" h="14604">
                <a:moveTo>
                  <a:pt x="11287" y="0"/>
                </a:moveTo>
                <a:lnTo>
                  <a:pt x="7266" y="0"/>
                </a:lnTo>
                <a:lnTo>
                  <a:pt x="3256" y="0"/>
                </a:lnTo>
                <a:lnTo>
                  <a:pt x="0" y="3256"/>
                </a:lnTo>
                <a:lnTo>
                  <a:pt x="0" y="11287"/>
                </a:lnTo>
                <a:lnTo>
                  <a:pt x="3256" y="14544"/>
                </a:lnTo>
                <a:lnTo>
                  <a:pt x="11287" y="14544"/>
                </a:lnTo>
                <a:lnTo>
                  <a:pt x="14533" y="11287"/>
                </a:lnTo>
                <a:lnTo>
                  <a:pt x="14533" y="3256"/>
                </a:lnTo>
                <a:lnTo>
                  <a:pt x="11287" y="0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4462455" y="7853532"/>
            <a:ext cx="14604" cy="14604"/>
          </a:xfrm>
          <a:custGeom>
            <a:avLst/>
            <a:gdLst/>
            <a:ahLst/>
            <a:cxnLst/>
            <a:rect l="l" t="t" r="r" b="b"/>
            <a:pathLst>
              <a:path w="14605" h="14604">
                <a:moveTo>
                  <a:pt x="11287" y="0"/>
                </a:moveTo>
                <a:lnTo>
                  <a:pt x="7266" y="0"/>
                </a:lnTo>
                <a:lnTo>
                  <a:pt x="3256" y="0"/>
                </a:lnTo>
                <a:lnTo>
                  <a:pt x="0" y="3256"/>
                </a:lnTo>
                <a:lnTo>
                  <a:pt x="0" y="11287"/>
                </a:lnTo>
                <a:lnTo>
                  <a:pt x="3256" y="14544"/>
                </a:lnTo>
                <a:lnTo>
                  <a:pt x="11287" y="14544"/>
                </a:lnTo>
                <a:lnTo>
                  <a:pt x="14533" y="11287"/>
                </a:lnTo>
                <a:lnTo>
                  <a:pt x="14533" y="3256"/>
                </a:lnTo>
                <a:lnTo>
                  <a:pt x="11287" y="0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3867403" y="8020002"/>
            <a:ext cx="14604" cy="14604"/>
          </a:xfrm>
          <a:custGeom>
            <a:avLst/>
            <a:gdLst/>
            <a:ahLst/>
            <a:cxnLst/>
            <a:rect l="l" t="t" r="r" b="b"/>
            <a:pathLst>
              <a:path w="14605" h="14604">
                <a:moveTo>
                  <a:pt x="11287" y="0"/>
                </a:moveTo>
                <a:lnTo>
                  <a:pt x="7266" y="0"/>
                </a:lnTo>
                <a:lnTo>
                  <a:pt x="3256" y="0"/>
                </a:lnTo>
                <a:lnTo>
                  <a:pt x="0" y="3256"/>
                </a:lnTo>
                <a:lnTo>
                  <a:pt x="0" y="11287"/>
                </a:lnTo>
                <a:lnTo>
                  <a:pt x="3256" y="14544"/>
                </a:lnTo>
                <a:lnTo>
                  <a:pt x="11287" y="14544"/>
                </a:lnTo>
                <a:lnTo>
                  <a:pt x="14533" y="11287"/>
                </a:lnTo>
                <a:lnTo>
                  <a:pt x="14533" y="3256"/>
                </a:lnTo>
                <a:lnTo>
                  <a:pt x="11287" y="0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4250657" y="7801692"/>
            <a:ext cx="22225" cy="48895"/>
          </a:xfrm>
          <a:custGeom>
            <a:avLst/>
            <a:gdLst/>
            <a:ahLst/>
            <a:cxnLst/>
            <a:rect l="l" t="t" r="r" b="b"/>
            <a:pathLst>
              <a:path w="22225" h="48895">
                <a:moveTo>
                  <a:pt x="14528" y="3251"/>
                </a:moveTo>
                <a:lnTo>
                  <a:pt x="11277" y="0"/>
                </a:lnTo>
                <a:lnTo>
                  <a:pt x="7264" y="0"/>
                </a:lnTo>
                <a:lnTo>
                  <a:pt x="3238" y="0"/>
                </a:lnTo>
                <a:lnTo>
                  <a:pt x="0" y="3251"/>
                </a:lnTo>
                <a:lnTo>
                  <a:pt x="0" y="11290"/>
                </a:lnTo>
                <a:lnTo>
                  <a:pt x="3238" y="14541"/>
                </a:lnTo>
                <a:lnTo>
                  <a:pt x="11277" y="14541"/>
                </a:lnTo>
                <a:lnTo>
                  <a:pt x="14528" y="11290"/>
                </a:lnTo>
                <a:lnTo>
                  <a:pt x="14528" y="3251"/>
                </a:lnTo>
                <a:close/>
              </a:path>
              <a:path w="22225" h="48895">
                <a:moveTo>
                  <a:pt x="21793" y="37147"/>
                </a:moveTo>
                <a:lnTo>
                  <a:pt x="18554" y="33896"/>
                </a:lnTo>
                <a:lnTo>
                  <a:pt x="14528" y="33896"/>
                </a:lnTo>
                <a:lnTo>
                  <a:pt x="10515" y="33896"/>
                </a:lnTo>
                <a:lnTo>
                  <a:pt x="7264" y="37147"/>
                </a:lnTo>
                <a:lnTo>
                  <a:pt x="7264" y="45186"/>
                </a:lnTo>
                <a:lnTo>
                  <a:pt x="10515" y="48437"/>
                </a:lnTo>
                <a:lnTo>
                  <a:pt x="18554" y="48437"/>
                </a:lnTo>
                <a:lnTo>
                  <a:pt x="21793" y="45186"/>
                </a:lnTo>
                <a:lnTo>
                  <a:pt x="21793" y="37147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4243389" y="7936074"/>
            <a:ext cx="14604" cy="14604"/>
          </a:xfrm>
          <a:custGeom>
            <a:avLst/>
            <a:gdLst/>
            <a:ahLst/>
            <a:cxnLst/>
            <a:rect l="l" t="t" r="r" b="b"/>
            <a:pathLst>
              <a:path w="14605" h="14604">
                <a:moveTo>
                  <a:pt x="11287" y="0"/>
                </a:moveTo>
                <a:lnTo>
                  <a:pt x="7266" y="0"/>
                </a:lnTo>
                <a:lnTo>
                  <a:pt x="3245" y="0"/>
                </a:lnTo>
                <a:lnTo>
                  <a:pt x="0" y="3256"/>
                </a:lnTo>
                <a:lnTo>
                  <a:pt x="0" y="11287"/>
                </a:lnTo>
                <a:lnTo>
                  <a:pt x="3245" y="14544"/>
                </a:lnTo>
                <a:lnTo>
                  <a:pt x="11287" y="14544"/>
                </a:lnTo>
                <a:lnTo>
                  <a:pt x="14533" y="11287"/>
                </a:lnTo>
                <a:lnTo>
                  <a:pt x="14533" y="3256"/>
                </a:lnTo>
                <a:lnTo>
                  <a:pt x="11287" y="0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4316355" y="7898694"/>
            <a:ext cx="29209" cy="33655"/>
          </a:xfrm>
          <a:custGeom>
            <a:avLst/>
            <a:gdLst/>
            <a:ahLst/>
            <a:cxnLst/>
            <a:rect l="l" t="t" r="r" b="b"/>
            <a:pathLst>
              <a:path w="29209" h="33654">
                <a:moveTo>
                  <a:pt x="14528" y="3251"/>
                </a:moveTo>
                <a:lnTo>
                  <a:pt x="11277" y="0"/>
                </a:lnTo>
                <a:lnTo>
                  <a:pt x="7264" y="0"/>
                </a:lnTo>
                <a:lnTo>
                  <a:pt x="3251" y="0"/>
                </a:lnTo>
                <a:lnTo>
                  <a:pt x="0" y="3251"/>
                </a:lnTo>
                <a:lnTo>
                  <a:pt x="0" y="11277"/>
                </a:lnTo>
                <a:lnTo>
                  <a:pt x="3251" y="14541"/>
                </a:lnTo>
                <a:lnTo>
                  <a:pt x="11277" y="14541"/>
                </a:lnTo>
                <a:lnTo>
                  <a:pt x="14528" y="11277"/>
                </a:lnTo>
                <a:lnTo>
                  <a:pt x="14528" y="3251"/>
                </a:lnTo>
                <a:close/>
              </a:path>
              <a:path w="29209" h="33654">
                <a:moveTo>
                  <a:pt x="29070" y="22098"/>
                </a:moveTo>
                <a:lnTo>
                  <a:pt x="25819" y="18846"/>
                </a:lnTo>
                <a:lnTo>
                  <a:pt x="21805" y="18846"/>
                </a:lnTo>
                <a:lnTo>
                  <a:pt x="17780" y="18846"/>
                </a:lnTo>
                <a:lnTo>
                  <a:pt x="14541" y="22098"/>
                </a:lnTo>
                <a:lnTo>
                  <a:pt x="14541" y="30124"/>
                </a:lnTo>
                <a:lnTo>
                  <a:pt x="17780" y="33388"/>
                </a:lnTo>
                <a:lnTo>
                  <a:pt x="25819" y="33388"/>
                </a:lnTo>
                <a:lnTo>
                  <a:pt x="29070" y="30124"/>
                </a:lnTo>
                <a:lnTo>
                  <a:pt x="29070" y="22098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4403078" y="7869908"/>
            <a:ext cx="14604" cy="14604"/>
          </a:xfrm>
          <a:custGeom>
            <a:avLst/>
            <a:gdLst/>
            <a:ahLst/>
            <a:cxnLst/>
            <a:rect l="l" t="t" r="r" b="b"/>
            <a:pathLst>
              <a:path w="14605" h="14604">
                <a:moveTo>
                  <a:pt x="11287" y="0"/>
                </a:moveTo>
                <a:lnTo>
                  <a:pt x="7266" y="0"/>
                </a:lnTo>
                <a:lnTo>
                  <a:pt x="3245" y="0"/>
                </a:lnTo>
                <a:lnTo>
                  <a:pt x="0" y="3256"/>
                </a:lnTo>
                <a:lnTo>
                  <a:pt x="0" y="11287"/>
                </a:lnTo>
                <a:lnTo>
                  <a:pt x="3245" y="14544"/>
                </a:lnTo>
                <a:lnTo>
                  <a:pt x="11287" y="14544"/>
                </a:lnTo>
                <a:lnTo>
                  <a:pt x="14533" y="11287"/>
                </a:lnTo>
                <a:lnTo>
                  <a:pt x="14533" y="3256"/>
                </a:lnTo>
                <a:lnTo>
                  <a:pt x="11287" y="0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14428001" y="7988344"/>
            <a:ext cx="73660" cy="66675"/>
          </a:xfrm>
          <a:custGeom>
            <a:avLst/>
            <a:gdLst/>
            <a:ahLst/>
            <a:cxnLst/>
            <a:rect l="l" t="t" r="r" b="b"/>
            <a:pathLst>
              <a:path w="73659" h="66675">
                <a:moveTo>
                  <a:pt x="14528" y="19189"/>
                </a:moveTo>
                <a:lnTo>
                  <a:pt x="11290" y="15925"/>
                </a:lnTo>
                <a:lnTo>
                  <a:pt x="7264" y="15925"/>
                </a:lnTo>
                <a:lnTo>
                  <a:pt x="3251" y="15925"/>
                </a:lnTo>
                <a:lnTo>
                  <a:pt x="0" y="19189"/>
                </a:lnTo>
                <a:lnTo>
                  <a:pt x="0" y="27216"/>
                </a:lnTo>
                <a:lnTo>
                  <a:pt x="3251" y="30467"/>
                </a:lnTo>
                <a:lnTo>
                  <a:pt x="11290" y="30467"/>
                </a:lnTo>
                <a:lnTo>
                  <a:pt x="14528" y="27216"/>
                </a:lnTo>
                <a:lnTo>
                  <a:pt x="14528" y="19189"/>
                </a:lnTo>
                <a:close/>
              </a:path>
              <a:path w="73659" h="66675">
                <a:moveTo>
                  <a:pt x="47091" y="3251"/>
                </a:moveTo>
                <a:lnTo>
                  <a:pt x="43827" y="0"/>
                </a:lnTo>
                <a:lnTo>
                  <a:pt x="39827" y="0"/>
                </a:lnTo>
                <a:lnTo>
                  <a:pt x="35801" y="0"/>
                </a:lnTo>
                <a:lnTo>
                  <a:pt x="32550" y="3251"/>
                </a:lnTo>
                <a:lnTo>
                  <a:pt x="32550" y="11290"/>
                </a:lnTo>
                <a:lnTo>
                  <a:pt x="35801" y="14541"/>
                </a:lnTo>
                <a:lnTo>
                  <a:pt x="43827" y="14541"/>
                </a:lnTo>
                <a:lnTo>
                  <a:pt x="47091" y="11290"/>
                </a:lnTo>
                <a:lnTo>
                  <a:pt x="47091" y="3251"/>
                </a:lnTo>
                <a:close/>
              </a:path>
              <a:path w="73659" h="66675">
                <a:moveTo>
                  <a:pt x="73545" y="54991"/>
                </a:moveTo>
                <a:lnTo>
                  <a:pt x="70307" y="51739"/>
                </a:lnTo>
                <a:lnTo>
                  <a:pt x="66281" y="51739"/>
                </a:lnTo>
                <a:lnTo>
                  <a:pt x="62255" y="51739"/>
                </a:lnTo>
                <a:lnTo>
                  <a:pt x="59016" y="54991"/>
                </a:lnTo>
                <a:lnTo>
                  <a:pt x="59016" y="63030"/>
                </a:lnTo>
                <a:lnTo>
                  <a:pt x="62255" y="66281"/>
                </a:lnTo>
                <a:lnTo>
                  <a:pt x="70307" y="66281"/>
                </a:lnTo>
                <a:lnTo>
                  <a:pt x="73545" y="63030"/>
                </a:lnTo>
                <a:lnTo>
                  <a:pt x="73545" y="54991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14592718" y="7910266"/>
            <a:ext cx="14604" cy="14604"/>
          </a:xfrm>
          <a:custGeom>
            <a:avLst/>
            <a:gdLst/>
            <a:ahLst/>
            <a:cxnLst/>
            <a:rect l="l" t="t" r="r" b="b"/>
            <a:pathLst>
              <a:path w="14605" h="14604">
                <a:moveTo>
                  <a:pt x="11287" y="0"/>
                </a:moveTo>
                <a:lnTo>
                  <a:pt x="7266" y="0"/>
                </a:lnTo>
                <a:lnTo>
                  <a:pt x="3245" y="0"/>
                </a:lnTo>
                <a:lnTo>
                  <a:pt x="0" y="3256"/>
                </a:lnTo>
                <a:lnTo>
                  <a:pt x="0" y="11287"/>
                </a:lnTo>
                <a:lnTo>
                  <a:pt x="3245" y="14544"/>
                </a:lnTo>
                <a:lnTo>
                  <a:pt x="11287" y="14544"/>
                </a:lnTo>
                <a:lnTo>
                  <a:pt x="14533" y="11287"/>
                </a:lnTo>
                <a:lnTo>
                  <a:pt x="14533" y="3256"/>
                </a:lnTo>
                <a:lnTo>
                  <a:pt x="11287" y="0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14537478" y="7969636"/>
            <a:ext cx="14604" cy="14604"/>
          </a:xfrm>
          <a:custGeom>
            <a:avLst/>
            <a:gdLst/>
            <a:ahLst/>
            <a:cxnLst/>
            <a:rect l="l" t="t" r="r" b="b"/>
            <a:pathLst>
              <a:path w="14605" h="14604">
                <a:moveTo>
                  <a:pt x="11287" y="0"/>
                </a:moveTo>
                <a:lnTo>
                  <a:pt x="7266" y="0"/>
                </a:lnTo>
                <a:lnTo>
                  <a:pt x="3245" y="0"/>
                </a:lnTo>
                <a:lnTo>
                  <a:pt x="0" y="3256"/>
                </a:lnTo>
                <a:lnTo>
                  <a:pt x="0" y="11287"/>
                </a:lnTo>
                <a:lnTo>
                  <a:pt x="3245" y="14544"/>
                </a:lnTo>
                <a:lnTo>
                  <a:pt x="11287" y="14544"/>
                </a:lnTo>
                <a:lnTo>
                  <a:pt x="14533" y="11287"/>
                </a:lnTo>
                <a:lnTo>
                  <a:pt x="14533" y="3256"/>
                </a:lnTo>
                <a:lnTo>
                  <a:pt x="11287" y="0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14238211" y="8199227"/>
            <a:ext cx="53975" cy="92075"/>
          </a:xfrm>
          <a:custGeom>
            <a:avLst/>
            <a:gdLst/>
            <a:ahLst/>
            <a:cxnLst/>
            <a:rect l="l" t="t" r="r" b="b"/>
            <a:pathLst>
              <a:path w="53975" h="92075">
                <a:moveTo>
                  <a:pt x="53530" y="40627"/>
                </a:moveTo>
                <a:lnTo>
                  <a:pt x="43014" y="42329"/>
                </a:lnTo>
                <a:lnTo>
                  <a:pt x="34417" y="46951"/>
                </a:lnTo>
                <a:lnTo>
                  <a:pt x="28625" y="53822"/>
                </a:lnTo>
                <a:lnTo>
                  <a:pt x="28219" y="55435"/>
                </a:lnTo>
                <a:lnTo>
                  <a:pt x="28219" y="28219"/>
                </a:lnTo>
                <a:lnTo>
                  <a:pt x="25996" y="17233"/>
                </a:lnTo>
                <a:lnTo>
                  <a:pt x="19951" y="8267"/>
                </a:lnTo>
                <a:lnTo>
                  <a:pt x="10972" y="2222"/>
                </a:lnTo>
                <a:lnTo>
                  <a:pt x="0" y="0"/>
                </a:lnTo>
                <a:lnTo>
                  <a:pt x="0" y="20853"/>
                </a:lnTo>
                <a:lnTo>
                  <a:pt x="1993" y="34556"/>
                </a:lnTo>
                <a:lnTo>
                  <a:pt x="7658" y="46901"/>
                </a:lnTo>
                <a:lnTo>
                  <a:pt x="16560" y="57175"/>
                </a:lnTo>
                <a:lnTo>
                  <a:pt x="26492" y="63550"/>
                </a:lnTo>
                <a:lnTo>
                  <a:pt x="26492" y="91884"/>
                </a:lnTo>
                <a:lnTo>
                  <a:pt x="37896" y="83261"/>
                </a:lnTo>
                <a:lnTo>
                  <a:pt x="46393" y="72910"/>
                </a:lnTo>
                <a:lnTo>
                  <a:pt x="51701" y="61277"/>
                </a:lnTo>
                <a:lnTo>
                  <a:pt x="53530" y="48818"/>
                </a:lnTo>
                <a:lnTo>
                  <a:pt x="53530" y="40627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13951661" y="7810721"/>
            <a:ext cx="33020" cy="36830"/>
          </a:xfrm>
          <a:custGeom>
            <a:avLst/>
            <a:gdLst/>
            <a:ahLst/>
            <a:cxnLst/>
            <a:rect l="l" t="t" r="r" b="b"/>
            <a:pathLst>
              <a:path w="33019" h="36829">
                <a:moveTo>
                  <a:pt x="2523" y="0"/>
                </a:moveTo>
                <a:lnTo>
                  <a:pt x="272" y="198"/>
                </a:lnTo>
                <a:lnTo>
                  <a:pt x="0" y="1821"/>
                </a:lnTo>
                <a:lnTo>
                  <a:pt x="711" y="13822"/>
                </a:lnTo>
                <a:lnTo>
                  <a:pt x="29988" y="36302"/>
                </a:lnTo>
                <a:lnTo>
                  <a:pt x="32239" y="36103"/>
                </a:lnTo>
                <a:lnTo>
                  <a:pt x="32512" y="34480"/>
                </a:lnTo>
                <a:lnTo>
                  <a:pt x="31809" y="22475"/>
                </a:lnTo>
                <a:lnTo>
                  <a:pt x="2523" y="0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14293995" y="8021447"/>
            <a:ext cx="45085" cy="26670"/>
          </a:xfrm>
          <a:custGeom>
            <a:avLst/>
            <a:gdLst/>
            <a:ahLst/>
            <a:cxnLst/>
            <a:rect l="l" t="t" r="r" b="b"/>
            <a:pathLst>
              <a:path w="45084" h="26670">
                <a:moveTo>
                  <a:pt x="31785" y="0"/>
                </a:moveTo>
                <a:lnTo>
                  <a:pt x="0" y="21902"/>
                </a:lnTo>
                <a:lnTo>
                  <a:pt x="1434" y="22719"/>
                </a:lnTo>
                <a:lnTo>
                  <a:pt x="12946" y="26192"/>
                </a:lnTo>
                <a:lnTo>
                  <a:pt x="24461" y="25064"/>
                </a:lnTo>
                <a:lnTo>
                  <a:pt x="44731" y="4290"/>
                </a:lnTo>
                <a:lnTo>
                  <a:pt x="43297" y="3473"/>
                </a:lnTo>
                <a:lnTo>
                  <a:pt x="31785" y="0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14469724" y="8131758"/>
            <a:ext cx="45085" cy="26670"/>
          </a:xfrm>
          <a:custGeom>
            <a:avLst/>
            <a:gdLst/>
            <a:ahLst/>
            <a:cxnLst/>
            <a:rect l="l" t="t" r="r" b="b"/>
            <a:pathLst>
              <a:path w="45084" h="26670">
                <a:moveTo>
                  <a:pt x="31785" y="0"/>
                </a:moveTo>
                <a:lnTo>
                  <a:pt x="0" y="21903"/>
                </a:lnTo>
                <a:lnTo>
                  <a:pt x="1434" y="22720"/>
                </a:lnTo>
                <a:lnTo>
                  <a:pt x="12947" y="26194"/>
                </a:lnTo>
                <a:lnTo>
                  <a:pt x="24465" y="25064"/>
                </a:lnTo>
                <a:lnTo>
                  <a:pt x="44731" y="4291"/>
                </a:lnTo>
                <a:lnTo>
                  <a:pt x="43297" y="3475"/>
                </a:lnTo>
                <a:lnTo>
                  <a:pt x="31785" y="0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" name="object 19" descr=""/>
          <p:cNvGrpSpPr/>
          <p:nvPr/>
        </p:nvGrpSpPr>
        <p:grpSpPr>
          <a:xfrm>
            <a:off x="14077774" y="7998300"/>
            <a:ext cx="406400" cy="676275"/>
            <a:chOff x="14077774" y="7998300"/>
            <a:chExt cx="406400" cy="676275"/>
          </a:xfrm>
        </p:grpSpPr>
        <p:sp>
          <p:nvSpPr>
            <p:cNvPr id="20" name="object 20" descr=""/>
            <p:cNvSpPr/>
            <p:nvPr/>
          </p:nvSpPr>
          <p:spPr>
            <a:xfrm>
              <a:off x="14355661" y="7998300"/>
              <a:ext cx="0" cy="676275"/>
            </a:xfrm>
            <a:custGeom>
              <a:avLst/>
              <a:gdLst/>
              <a:ahLst/>
              <a:cxnLst/>
              <a:rect l="l" t="t" r="r" b="b"/>
              <a:pathLst>
                <a:path w="0" h="676275">
                  <a:moveTo>
                    <a:pt x="0" y="0"/>
                  </a:moveTo>
                  <a:lnTo>
                    <a:pt x="0" y="675832"/>
                  </a:lnTo>
                </a:path>
              </a:pathLst>
            </a:custGeom>
            <a:ln w="8450">
              <a:solidFill>
                <a:srgbClr val="DFB59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77774" y="8035857"/>
              <a:ext cx="406021" cy="426850"/>
            </a:xfrm>
            <a:prstGeom prst="rect">
              <a:avLst/>
            </a:prstGeom>
          </p:spPr>
        </p:pic>
      </p:grpSp>
      <p:grpSp>
        <p:nvGrpSpPr>
          <p:cNvPr id="22" name="object 22" descr=""/>
          <p:cNvGrpSpPr/>
          <p:nvPr/>
        </p:nvGrpSpPr>
        <p:grpSpPr>
          <a:xfrm>
            <a:off x="14186239" y="8066577"/>
            <a:ext cx="593725" cy="394970"/>
            <a:chOff x="14186239" y="8066577"/>
            <a:chExt cx="593725" cy="394970"/>
          </a:xfrm>
        </p:grpSpPr>
        <p:sp>
          <p:nvSpPr>
            <p:cNvPr id="23" name="object 23" descr=""/>
            <p:cNvSpPr/>
            <p:nvPr/>
          </p:nvSpPr>
          <p:spPr>
            <a:xfrm>
              <a:off x="14186231" y="8066588"/>
              <a:ext cx="593725" cy="394970"/>
            </a:xfrm>
            <a:custGeom>
              <a:avLst/>
              <a:gdLst/>
              <a:ahLst/>
              <a:cxnLst/>
              <a:rect l="l" t="t" r="r" b="b"/>
              <a:pathLst>
                <a:path w="593725" h="394970">
                  <a:moveTo>
                    <a:pt x="490448" y="73431"/>
                  </a:moveTo>
                  <a:lnTo>
                    <a:pt x="490232" y="71107"/>
                  </a:lnTo>
                  <a:lnTo>
                    <a:pt x="488543" y="70827"/>
                  </a:lnTo>
                  <a:lnTo>
                    <a:pt x="476097" y="71615"/>
                  </a:lnTo>
                  <a:lnTo>
                    <a:pt x="452894" y="102095"/>
                  </a:lnTo>
                  <a:lnTo>
                    <a:pt x="453110" y="104432"/>
                  </a:lnTo>
                  <a:lnTo>
                    <a:pt x="454799" y="104698"/>
                  </a:lnTo>
                  <a:lnTo>
                    <a:pt x="467245" y="103911"/>
                  </a:lnTo>
                  <a:lnTo>
                    <a:pt x="490448" y="73431"/>
                  </a:lnTo>
                  <a:close/>
                </a:path>
                <a:path w="593725" h="394970">
                  <a:moveTo>
                    <a:pt x="593267" y="209270"/>
                  </a:moveTo>
                  <a:lnTo>
                    <a:pt x="583463" y="166979"/>
                  </a:lnTo>
                  <a:lnTo>
                    <a:pt x="548449" y="127914"/>
                  </a:lnTo>
                  <a:lnTo>
                    <a:pt x="514057" y="114566"/>
                  </a:lnTo>
                  <a:lnTo>
                    <a:pt x="477164" y="115100"/>
                  </a:lnTo>
                  <a:lnTo>
                    <a:pt x="442087" y="130276"/>
                  </a:lnTo>
                  <a:lnTo>
                    <a:pt x="434962" y="89077"/>
                  </a:lnTo>
                  <a:lnTo>
                    <a:pt x="415366" y="53314"/>
                  </a:lnTo>
                  <a:lnTo>
                    <a:pt x="385559" y="25120"/>
                  </a:lnTo>
                  <a:lnTo>
                    <a:pt x="347789" y="6629"/>
                  </a:lnTo>
                  <a:lnTo>
                    <a:pt x="304317" y="0"/>
                  </a:lnTo>
                  <a:lnTo>
                    <a:pt x="253225" y="9283"/>
                  </a:lnTo>
                  <a:lnTo>
                    <a:pt x="210781" y="34747"/>
                  </a:lnTo>
                  <a:lnTo>
                    <a:pt x="180797" y="72783"/>
                  </a:lnTo>
                  <a:lnTo>
                    <a:pt x="167043" y="119811"/>
                  </a:lnTo>
                  <a:lnTo>
                    <a:pt x="158597" y="118084"/>
                  </a:lnTo>
                  <a:lnTo>
                    <a:pt x="150063" y="116852"/>
                  </a:lnTo>
                  <a:lnTo>
                    <a:pt x="141478" y="116103"/>
                  </a:lnTo>
                  <a:lnTo>
                    <a:pt x="132854" y="115862"/>
                  </a:lnTo>
                  <a:lnTo>
                    <a:pt x="81140" y="125120"/>
                  </a:lnTo>
                  <a:lnTo>
                    <a:pt x="38912" y="150368"/>
                  </a:lnTo>
                  <a:lnTo>
                    <a:pt x="10439" y="187820"/>
                  </a:lnTo>
                  <a:lnTo>
                    <a:pt x="0" y="233667"/>
                  </a:lnTo>
                  <a:lnTo>
                    <a:pt x="7696" y="273265"/>
                  </a:lnTo>
                  <a:lnTo>
                    <a:pt x="28981" y="307124"/>
                  </a:lnTo>
                  <a:lnTo>
                    <a:pt x="61226" y="332905"/>
                  </a:lnTo>
                  <a:lnTo>
                    <a:pt x="101739" y="348221"/>
                  </a:lnTo>
                  <a:lnTo>
                    <a:pt x="114096" y="370890"/>
                  </a:lnTo>
                  <a:lnTo>
                    <a:pt x="133273" y="386892"/>
                  </a:lnTo>
                  <a:lnTo>
                    <a:pt x="156946" y="394919"/>
                  </a:lnTo>
                  <a:lnTo>
                    <a:pt x="182714" y="393649"/>
                  </a:lnTo>
                  <a:lnTo>
                    <a:pt x="207187" y="382168"/>
                  </a:lnTo>
                  <a:lnTo>
                    <a:pt x="224751" y="362864"/>
                  </a:lnTo>
                  <a:lnTo>
                    <a:pt x="233781" y="338391"/>
                  </a:lnTo>
                  <a:lnTo>
                    <a:pt x="232702" y="311391"/>
                  </a:lnTo>
                  <a:lnTo>
                    <a:pt x="243370" y="299072"/>
                  </a:lnTo>
                  <a:lnTo>
                    <a:pt x="252158" y="285546"/>
                  </a:lnTo>
                  <a:lnTo>
                    <a:pt x="258902" y="270967"/>
                  </a:lnTo>
                  <a:lnTo>
                    <a:pt x="263423" y="255498"/>
                  </a:lnTo>
                  <a:lnTo>
                    <a:pt x="273481" y="258064"/>
                  </a:lnTo>
                  <a:lnTo>
                    <a:pt x="283667" y="259892"/>
                  </a:lnTo>
                  <a:lnTo>
                    <a:pt x="293966" y="260997"/>
                  </a:lnTo>
                  <a:lnTo>
                    <a:pt x="304330" y="261353"/>
                  </a:lnTo>
                  <a:lnTo>
                    <a:pt x="332092" y="258699"/>
                  </a:lnTo>
                  <a:lnTo>
                    <a:pt x="357962" y="251091"/>
                  </a:lnTo>
                  <a:lnTo>
                    <a:pt x="381355" y="239026"/>
                  </a:lnTo>
                  <a:lnTo>
                    <a:pt x="401751" y="223062"/>
                  </a:lnTo>
                  <a:lnTo>
                    <a:pt x="412800" y="255917"/>
                  </a:lnTo>
                  <a:lnTo>
                    <a:pt x="434009" y="282028"/>
                  </a:lnTo>
                  <a:lnTo>
                    <a:pt x="462902" y="299288"/>
                  </a:lnTo>
                  <a:lnTo>
                    <a:pt x="496989" y="305511"/>
                  </a:lnTo>
                  <a:lnTo>
                    <a:pt x="534466" y="297954"/>
                  </a:lnTo>
                  <a:lnTo>
                    <a:pt x="565061" y="277329"/>
                  </a:lnTo>
                  <a:lnTo>
                    <a:pt x="585685" y="246748"/>
                  </a:lnTo>
                  <a:lnTo>
                    <a:pt x="593267" y="20927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4243088" y="8135740"/>
              <a:ext cx="474345" cy="295275"/>
            </a:xfrm>
            <a:custGeom>
              <a:avLst/>
              <a:gdLst/>
              <a:ahLst/>
              <a:cxnLst/>
              <a:rect l="l" t="t" r="r" b="b"/>
              <a:pathLst>
                <a:path w="474344" h="295275">
                  <a:moveTo>
                    <a:pt x="14351" y="195757"/>
                  </a:moveTo>
                  <a:lnTo>
                    <a:pt x="0" y="195757"/>
                  </a:lnTo>
                  <a:lnTo>
                    <a:pt x="0" y="201218"/>
                  </a:lnTo>
                  <a:lnTo>
                    <a:pt x="14351" y="201218"/>
                  </a:lnTo>
                  <a:lnTo>
                    <a:pt x="14351" y="195757"/>
                  </a:lnTo>
                  <a:close/>
                </a:path>
                <a:path w="474344" h="295275">
                  <a:moveTo>
                    <a:pt x="27470" y="113157"/>
                  </a:moveTo>
                  <a:lnTo>
                    <a:pt x="24257" y="109943"/>
                  </a:lnTo>
                  <a:lnTo>
                    <a:pt x="20294" y="109943"/>
                  </a:lnTo>
                  <a:lnTo>
                    <a:pt x="16344" y="109943"/>
                  </a:lnTo>
                  <a:lnTo>
                    <a:pt x="13131" y="113157"/>
                  </a:lnTo>
                  <a:lnTo>
                    <a:pt x="13131" y="121069"/>
                  </a:lnTo>
                  <a:lnTo>
                    <a:pt x="16344" y="124269"/>
                  </a:lnTo>
                  <a:lnTo>
                    <a:pt x="24257" y="124269"/>
                  </a:lnTo>
                  <a:lnTo>
                    <a:pt x="27470" y="121069"/>
                  </a:lnTo>
                  <a:lnTo>
                    <a:pt x="27470" y="113157"/>
                  </a:lnTo>
                  <a:close/>
                </a:path>
                <a:path w="474344" h="295275">
                  <a:moveTo>
                    <a:pt x="50749" y="124269"/>
                  </a:moveTo>
                  <a:lnTo>
                    <a:pt x="36410" y="124269"/>
                  </a:lnTo>
                  <a:lnTo>
                    <a:pt x="36410" y="137464"/>
                  </a:lnTo>
                  <a:lnTo>
                    <a:pt x="50749" y="137464"/>
                  </a:lnTo>
                  <a:lnTo>
                    <a:pt x="50749" y="124269"/>
                  </a:lnTo>
                  <a:close/>
                </a:path>
                <a:path w="474344" h="295275">
                  <a:moveTo>
                    <a:pt x="93281" y="16408"/>
                  </a:moveTo>
                  <a:lnTo>
                    <a:pt x="89890" y="13030"/>
                  </a:lnTo>
                  <a:lnTo>
                    <a:pt x="85725" y="13030"/>
                  </a:lnTo>
                  <a:lnTo>
                    <a:pt x="81559" y="13030"/>
                  </a:lnTo>
                  <a:lnTo>
                    <a:pt x="78181" y="16408"/>
                  </a:lnTo>
                  <a:lnTo>
                    <a:pt x="78181" y="24752"/>
                  </a:lnTo>
                  <a:lnTo>
                    <a:pt x="81559" y="28117"/>
                  </a:lnTo>
                  <a:lnTo>
                    <a:pt x="89890" y="28117"/>
                  </a:lnTo>
                  <a:lnTo>
                    <a:pt x="93281" y="24752"/>
                  </a:lnTo>
                  <a:lnTo>
                    <a:pt x="93281" y="16408"/>
                  </a:lnTo>
                  <a:close/>
                </a:path>
                <a:path w="474344" h="295275">
                  <a:moveTo>
                    <a:pt x="100076" y="211607"/>
                  </a:moveTo>
                  <a:lnTo>
                    <a:pt x="96850" y="208394"/>
                  </a:lnTo>
                  <a:lnTo>
                    <a:pt x="92900" y="208394"/>
                  </a:lnTo>
                  <a:lnTo>
                    <a:pt x="88938" y="208394"/>
                  </a:lnTo>
                  <a:lnTo>
                    <a:pt x="85725" y="211607"/>
                  </a:lnTo>
                  <a:lnTo>
                    <a:pt x="85725" y="219519"/>
                  </a:lnTo>
                  <a:lnTo>
                    <a:pt x="88938" y="222719"/>
                  </a:lnTo>
                  <a:lnTo>
                    <a:pt x="96850" y="222719"/>
                  </a:lnTo>
                  <a:lnTo>
                    <a:pt x="100076" y="219519"/>
                  </a:lnTo>
                  <a:lnTo>
                    <a:pt x="100076" y="211607"/>
                  </a:lnTo>
                  <a:close/>
                </a:path>
                <a:path w="474344" h="295275">
                  <a:moveTo>
                    <a:pt x="124206" y="108902"/>
                  </a:moveTo>
                  <a:lnTo>
                    <a:pt x="120992" y="105689"/>
                  </a:lnTo>
                  <a:lnTo>
                    <a:pt x="117030" y="105689"/>
                  </a:lnTo>
                  <a:lnTo>
                    <a:pt x="113080" y="105689"/>
                  </a:lnTo>
                  <a:lnTo>
                    <a:pt x="109855" y="108902"/>
                  </a:lnTo>
                  <a:lnTo>
                    <a:pt x="109855" y="116814"/>
                  </a:lnTo>
                  <a:lnTo>
                    <a:pt x="113080" y="120027"/>
                  </a:lnTo>
                  <a:lnTo>
                    <a:pt x="120992" y="120027"/>
                  </a:lnTo>
                  <a:lnTo>
                    <a:pt x="124206" y="116814"/>
                  </a:lnTo>
                  <a:lnTo>
                    <a:pt x="124206" y="108902"/>
                  </a:lnTo>
                  <a:close/>
                </a:path>
                <a:path w="474344" h="295275">
                  <a:moveTo>
                    <a:pt x="138531" y="284099"/>
                  </a:moveTo>
                  <a:lnTo>
                    <a:pt x="135318" y="280885"/>
                  </a:lnTo>
                  <a:lnTo>
                    <a:pt x="131368" y="280885"/>
                  </a:lnTo>
                  <a:lnTo>
                    <a:pt x="127406" y="280885"/>
                  </a:lnTo>
                  <a:lnTo>
                    <a:pt x="124193" y="284099"/>
                  </a:lnTo>
                  <a:lnTo>
                    <a:pt x="124193" y="292023"/>
                  </a:lnTo>
                  <a:lnTo>
                    <a:pt x="127406" y="295224"/>
                  </a:lnTo>
                  <a:lnTo>
                    <a:pt x="135318" y="295224"/>
                  </a:lnTo>
                  <a:lnTo>
                    <a:pt x="138531" y="292023"/>
                  </a:lnTo>
                  <a:lnTo>
                    <a:pt x="138531" y="284099"/>
                  </a:lnTo>
                  <a:close/>
                </a:path>
                <a:path w="474344" h="295275">
                  <a:moveTo>
                    <a:pt x="182511" y="164668"/>
                  </a:moveTo>
                  <a:lnTo>
                    <a:pt x="179298" y="161455"/>
                  </a:lnTo>
                  <a:lnTo>
                    <a:pt x="175336" y="161455"/>
                  </a:lnTo>
                  <a:lnTo>
                    <a:pt x="171373" y="161455"/>
                  </a:lnTo>
                  <a:lnTo>
                    <a:pt x="168160" y="164668"/>
                  </a:lnTo>
                  <a:lnTo>
                    <a:pt x="168160" y="172593"/>
                  </a:lnTo>
                  <a:lnTo>
                    <a:pt x="171373" y="175793"/>
                  </a:lnTo>
                  <a:lnTo>
                    <a:pt x="179298" y="175793"/>
                  </a:lnTo>
                  <a:lnTo>
                    <a:pt x="182511" y="172593"/>
                  </a:lnTo>
                  <a:lnTo>
                    <a:pt x="182511" y="164668"/>
                  </a:lnTo>
                  <a:close/>
                </a:path>
                <a:path w="474344" h="295275">
                  <a:moveTo>
                    <a:pt x="182753" y="3213"/>
                  </a:moveTo>
                  <a:lnTo>
                    <a:pt x="179539" y="0"/>
                  </a:lnTo>
                  <a:lnTo>
                    <a:pt x="175577" y="0"/>
                  </a:lnTo>
                  <a:lnTo>
                    <a:pt x="171615" y="0"/>
                  </a:lnTo>
                  <a:lnTo>
                    <a:pt x="168402" y="3213"/>
                  </a:lnTo>
                  <a:lnTo>
                    <a:pt x="168402" y="11137"/>
                  </a:lnTo>
                  <a:lnTo>
                    <a:pt x="171615" y="14338"/>
                  </a:lnTo>
                  <a:lnTo>
                    <a:pt x="179539" y="14338"/>
                  </a:lnTo>
                  <a:lnTo>
                    <a:pt x="182753" y="11137"/>
                  </a:lnTo>
                  <a:lnTo>
                    <a:pt x="182753" y="3213"/>
                  </a:lnTo>
                  <a:close/>
                </a:path>
                <a:path w="474344" h="295275">
                  <a:moveTo>
                    <a:pt x="199758" y="138747"/>
                  </a:moveTo>
                  <a:lnTo>
                    <a:pt x="196545" y="135534"/>
                  </a:lnTo>
                  <a:lnTo>
                    <a:pt x="192595" y="135534"/>
                  </a:lnTo>
                  <a:lnTo>
                    <a:pt x="188633" y="135534"/>
                  </a:lnTo>
                  <a:lnTo>
                    <a:pt x="185420" y="138747"/>
                  </a:lnTo>
                  <a:lnTo>
                    <a:pt x="185420" y="146672"/>
                  </a:lnTo>
                  <a:lnTo>
                    <a:pt x="188633" y="149872"/>
                  </a:lnTo>
                  <a:lnTo>
                    <a:pt x="196545" y="149872"/>
                  </a:lnTo>
                  <a:lnTo>
                    <a:pt x="199758" y="146672"/>
                  </a:lnTo>
                  <a:lnTo>
                    <a:pt x="199758" y="138747"/>
                  </a:lnTo>
                  <a:close/>
                </a:path>
                <a:path w="474344" h="295275">
                  <a:moveTo>
                    <a:pt x="200545" y="37706"/>
                  </a:moveTo>
                  <a:lnTo>
                    <a:pt x="197332" y="34493"/>
                  </a:lnTo>
                  <a:lnTo>
                    <a:pt x="193370" y="34493"/>
                  </a:lnTo>
                  <a:lnTo>
                    <a:pt x="189407" y="34493"/>
                  </a:lnTo>
                  <a:lnTo>
                    <a:pt x="186194" y="37706"/>
                  </a:lnTo>
                  <a:lnTo>
                    <a:pt x="186194" y="45631"/>
                  </a:lnTo>
                  <a:lnTo>
                    <a:pt x="189407" y="48831"/>
                  </a:lnTo>
                  <a:lnTo>
                    <a:pt x="197332" y="48831"/>
                  </a:lnTo>
                  <a:lnTo>
                    <a:pt x="200545" y="45631"/>
                  </a:lnTo>
                  <a:lnTo>
                    <a:pt x="200545" y="37706"/>
                  </a:lnTo>
                  <a:close/>
                </a:path>
                <a:path w="474344" h="295275">
                  <a:moveTo>
                    <a:pt x="224967" y="23787"/>
                  </a:moveTo>
                  <a:lnTo>
                    <a:pt x="221754" y="20574"/>
                  </a:lnTo>
                  <a:lnTo>
                    <a:pt x="217792" y="20574"/>
                  </a:lnTo>
                  <a:lnTo>
                    <a:pt x="213829" y="20574"/>
                  </a:lnTo>
                  <a:lnTo>
                    <a:pt x="210616" y="23787"/>
                  </a:lnTo>
                  <a:lnTo>
                    <a:pt x="210616" y="31711"/>
                  </a:lnTo>
                  <a:lnTo>
                    <a:pt x="213829" y="34912"/>
                  </a:lnTo>
                  <a:lnTo>
                    <a:pt x="221754" y="34912"/>
                  </a:lnTo>
                  <a:lnTo>
                    <a:pt x="224967" y="31711"/>
                  </a:lnTo>
                  <a:lnTo>
                    <a:pt x="224967" y="23787"/>
                  </a:lnTo>
                  <a:close/>
                </a:path>
                <a:path w="474344" h="295275">
                  <a:moveTo>
                    <a:pt x="273634" y="87706"/>
                  </a:moveTo>
                  <a:lnTo>
                    <a:pt x="270421" y="84493"/>
                  </a:lnTo>
                  <a:lnTo>
                    <a:pt x="266458" y="84493"/>
                  </a:lnTo>
                  <a:lnTo>
                    <a:pt x="262509" y="84493"/>
                  </a:lnTo>
                  <a:lnTo>
                    <a:pt x="259295" y="87706"/>
                  </a:lnTo>
                  <a:lnTo>
                    <a:pt x="259295" y="95631"/>
                  </a:lnTo>
                  <a:lnTo>
                    <a:pt x="262509" y="98831"/>
                  </a:lnTo>
                  <a:lnTo>
                    <a:pt x="270421" y="98831"/>
                  </a:lnTo>
                  <a:lnTo>
                    <a:pt x="273634" y="95631"/>
                  </a:lnTo>
                  <a:lnTo>
                    <a:pt x="273634" y="87706"/>
                  </a:lnTo>
                  <a:close/>
                </a:path>
                <a:path w="474344" h="295275">
                  <a:moveTo>
                    <a:pt x="276110" y="203123"/>
                  </a:moveTo>
                  <a:lnTo>
                    <a:pt x="272732" y="199745"/>
                  </a:lnTo>
                  <a:lnTo>
                    <a:pt x="268566" y="199745"/>
                  </a:lnTo>
                  <a:lnTo>
                    <a:pt x="264401" y="199745"/>
                  </a:lnTo>
                  <a:lnTo>
                    <a:pt x="261010" y="203123"/>
                  </a:lnTo>
                  <a:lnTo>
                    <a:pt x="261010" y="211455"/>
                  </a:lnTo>
                  <a:lnTo>
                    <a:pt x="264401" y="214833"/>
                  </a:lnTo>
                  <a:lnTo>
                    <a:pt x="272732" y="214833"/>
                  </a:lnTo>
                  <a:lnTo>
                    <a:pt x="276110" y="211455"/>
                  </a:lnTo>
                  <a:lnTo>
                    <a:pt x="276110" y="203123"/>
                  </a:lnTo>
                  <a:close/>
                </a:path>
                <a:path w="474344" h="295275">
                  <a:moveTo>
                    <a:pt x="316471" y="145757"/>
                  </a:moveTo>
                  <a:lnTo>
                    <a:pt x="313258" y="142544"/>
                  </a:lnTo>
                  <a:lnTo>
                    <a:pt x="309308" y="142544"/>
                  </a:lnTo>
                  <a:lnTo>
                    <a:pt x="305346" y="142544"/>
                  </a:lnTo>
                  <a:lnTo>
                    <a:pt x="302133" y="145757"/>
                  </a:lnTo>
                  <a:lnTo>
                    <a:pt x="302133" y="153670"/>
                  </a:lnTo>
                  <a:lnTo>
                    <a:pt x="305346" y="156883"/>
                  </a:lnTo>
                  <a:lnTo>
                    <a:pt x="313258" y="156883"/>
                  </a:lnTo>
                  <a:lnTo>
                    <a:pt x="316471" y="153670"/>
                  </a:lnTo>
                  <a:lnTo>
                    <a:pt x="316471" y="145757"/>
                  </a:lnTo>
                  <a:close/>
                </a:path>
                <a:path w="474344" h="295275">
                  <a:moveTo>
                    <a:pt x="323646" y="13296"/>
                  </a:moveTo>
                  <a:lnTo>
                    <a:pt x="320433" y="10083"/>
                  </a:lnTo>
                  <a:lnTo>
                    <a:pt x="316471" y="10083"/>
                  </a:lnTo>
                  <a:lnTo>
                    <a:pt x="312508" y="10083"/>
                  </a:lnTo>
                  <a:lnTo>
                    <a:pt x="309295" y="13296"/>
                  </a:lnTo>
                  <a:lnTo>
                    <a:pt x="309295" y="21209"/>
                  </a:lnTo>
                  <a:lnTo>
                    <a:pt x="312508" y="24422"/>
                  </a:lnTo>
                  <a:lnTo>
                    <a:pt x="320433" y="24422"/>
                  </a:lnTo>
                  <a:lnTo>
                    <a:pt x="323646" y="21209"/>
                  </a:lnTo>
                  <a:lnTo>
                    <a:pt x="323646" y="13296"/>
                  </a:lnTo>
                  <a:close/>
                </a:path>
                <a:path w="474344" h="295275">
                  <a:moveTo>
                    <a:pt x="341718" y="42735"/>
                  </a:moveTo>
                  <a:lnTo>
                    <a:pt x="338505" y="39522"/>
                  </a:lnTo>
                  <a:lnTo>
                    <a:pt x="334543" y="39522"/>
                  </a:lnTo>
                  <a:lnTo>
                    <a:pt x="330593" y="39522"/>
                  </a:lnTo>
                  <a:lnTo>
                    <a:pt x="327367" y="42735"/>
                  </a:lnTo>
                  <a:lnTo>
                    <a:pt x="327367" y="50647"/>
                  </a:lnTo>
                  <a:lnTo>
                    <a:pt x="330593" y="53860"/>
                  </a:lnTo>
                  <a:lnTo>
                    <a:pt x="338505" y="53860"/>
                  </a:lnTo>
                  <a:lnTo>
                    <a:pt x="341718" y="50647"/>
                  </a:lnTo>
                  <a:lnTo>
                    <a:pt x="341718" y="42735"/>
                  </a:lnTo>
                  <a:close/>
                </a:path>
                <a:path w="474344" h="295275">
                  <a:moveTo>
                    <a:pt x="388404" y="108902"/>
                  </a:moveTo>
                  <a:lnTo>
                    <a:pt x="385191" y="105689"/>
                  </a:lnTo>
                  <a:lnTo>
                    <a:pt x="381228" y="105689"/>
                  </a:lnTo>
                  <a:lnTo>
                    <a:pt x="377266" y="105689"/>
                  </a:lnTo>
                  <a:lnTo>
                    <a:pt x="374053" y="108902"/>
                  </a:lnTo>
                  <a:lnTo>
                    <a:pt x="374053" y="116814"/>
                  </a:lnTo>
                  <a:lnTo>
                    <a:pt x="377266" y="120027"/>
                  </a:lnTo>
                  <a:lnTo>
                    <a:pt x="385191" y="120027"/>
                  </a:lnTo>
                  <a:lnTo>
                    <a:pt x="388404" y="116814"/>
                  </a:lnTo>
                  <a:lnTo>
                    <a:pt x="388404" y="108902"/>
                  </a:lnTo>
                  <a:close/>
                </a:path>
                <a:path w="474344" h="295275">
                  <a:moveTo>
                    <a:pt x="402729" y="127482"/>
                  </a:moveTo>
                  <a:lnTo>
                    <a:pt x="399516" y="124269"/>
                  </a:lnTo>
                  <a:lnTo>
                    <a:pt x="395566" y="124269"/>
                  </a:lnTo>
                  <a:lnTo>
                    <a:pt x="391604" y="124269"/>
                  </a:lnTo>
                  <a:lnTo>
                    <a:pt x="388391" y="127482"/>
                  </a:lnTo>
                  <a:lnTo>
                    <a:pt x="388391" y="135407"/>
                  </a:lnTo>
                  <a:lnTo>
                    <a:pt x="391604" y="138607"/>
                  </a:lnTo>
                  <a:lnTo>
                    <a:pt x="399516" y="138607"/>
                  </a:lnTo>
                  <a:lnTo>
                    <a:pt x="402729" y="135407"/>
                  </a:lnTo>
                  <a:lnTo>
                    <a:pt x="402729" y="127482"/>
                  </a:lnTo>
                  <a:close/>
                </a:path>
                <a:path w="474344" h="295275">
                  <a:moveTo>
                    <a:pt x="448233" y="204431"/>
                  </a:moveTo>
                  <a:lnTo>
                    <a:pt x="445020" y="201218"/>
                  </a:lnTo>
                  <a:lnTo>
                    <a:pt x="441058" y="201218"/>
                  </a:lnTo>
                  <a:lnTo>
                    <a:pt x="437095" y="201218"/>
                  </a:lnTo>
                  <a:lnTo>
                    <a:pt x="433882" y="204431"/>
                  </a:lnTo>
                  <a:lnTo>
                    <a:pt x="433882" y="212356"/>
                  </a:lnTo>
                  <a:lnTo>
                    <a:pt x="437095" y="215557"/>
                  </a:lnTo>
                  <a:lnTo>
                    <a:pt x="445020" y="215557"/>
                  </a:lnTo>
                  <a:lnTo>
                    <a:pt x="448233" y="212356"/>
                  </a:lnTo>
                  <a:lnTo>
                    <a:pt x="448233" y="204431"/>
                  </a:lnTo>
                  <a:close/>
                </a:path>
                <a:path w="474344" h="295275">
                  <a:moveTo>
                    <a:pt x="473875" y="94881"/>
                  </a:moveTo>
                  <a:lnTo>
                    <a:pt x="470662" y="91668"/>
                  </a:lnTo>
                  <a:lnTo>
                    <a:pt x="466699" y="91668"/>
                  </a:lnTo>
                  <a:lnTo>
                    <a:pt x="462749" y="91668"/>
                  </a:lnTo>
                  <a:lnTo>
                    <a:pt x="459524" y="94881"/>
                  </a:lnTo>
                  <a:lnTo>
                    <a:pt x="459524" y="102793"/>
                  </a:lnTo>
                  <a:lnTo>
                    <a:pt x="462749" y="105994"/>
                  </a:lnTo>
                  <a:lnTo>
                    <a:pt x="470662" y="105994"/>
                  </a:lnTo>
                  <a:lnTo>
                    <a:pt x="473875" y="102793"/>
                  </a:lnTo>
                  <a:lnTo>
                    <a:pt x="473875" y="94881"/>
                  </a:lnTo>
                  <a:close/>
                </a:path>
              </a:pathLst>
            </a:custGeom>
            <a:solidFill>
              <a:srgbClr val="DB612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 descr=""/>
          <p:cNvGrpSpPr/>
          <p:nvPr/>
        </p:nvGrpSpPr>
        <p:grpSpPr>
          <a:xfrm>
            <a:off x="10983349" y="7579338"/>
            <a:ext cx="800735" cy="347980"/>
            <a:chOff x="10983349" y="7579338"/>
            <a:chExt cx="800735" cy="347980"/>
          </a:xfrm>
        </p:grpSpPr>
        <p:sp>
          <p:nvSpPr>
            <p:cNvPr id="26" name="object 26" descr=""/>
            <p:cNvSpPr/>
            <p:nvPr/>
          </p:nvSpPr>
          <p:spPr>
            <a:xfrm>
              <a:off x="10983349" y="7579338"/>
              <a:ext cx="800735" cy="347980"/>
            </a:xfrm>
            <a:custGeom>
              <a:avLst/>
              <a:gdLst/>
              <a:ahLst/>
              <a:cxnLst/>
              <a:rect l="l" t="t" r="r" b="b"/>
              <a:pathLst>
                <a:path w="800734" h="347979">
                  <a:moveTo>
                    <a:pt x="339727" y="0"/>
                  </a:moveTo>
                  <a:lnTo>
                    <a:pt x="287958" y="6244"/>
                  </a:lnTo>
                  <a:lnTo>
                    <a:pt x="241914" y="23792"/>
                  </a:lnTo>
                  <a:lnTo>
                    <a:pt x="203701" y="50870"/>
                  </a:lnTo>
                  <a:lnTo>
                    <a:pt x="175423" y="85701"/>
                  </a:lnTo>
                  <a:lnTo>
                    <a:pt x="159188" y="126509"/>
                  </a:lnTo>
                  <a:lnTo>
                    <a:pt x="145449" y="117197"/>
                  </a:lnTo>
                  <a:lnTo>
                    <a:pt x="129825" y="110178"/>
                  </a:lnTo>
                  <a:lnTo>
                    <a:pt x="112658" y="105748"/>
                  </a:lnTo>
                  <a:lnTo>
                    <a:pt x="94290" y="104206"/>
                  </a:lnTo>
                  <a:lnTo>
                    <a:pt x="57585" y="110592"/>
                  </a:lnTo>
                  <a:lnTo>
                    <a:pt x="27614" y="128009"/>
                  </a:lnTo>
                  <a:lnTo>
                    <a:pt x="7408" y="153840"/>
                  </a:lnTo>
                  <a:lnTo>
                    <a:pt x="0" y="185470"/>
                  </a:lnTo>
                  <a:lnTo>
                    <a:pt x="4372" y="210013"/>
                  </a:lnTo>
                  <a:lnTo>
                    <a:pt x="16597" y="231550"/>
                  </a:lnTo>
                  <a:lnTo>
                    <a:pt x="35334" y="248913"/>
                  </a:lnTo>
                  <a:lnTo>
                    <a:pt x="59244" y="260934"/>
                  </a:lnTo>
                  <a:lnTo>
                    <a:pt x="59118" y="263803"/>
                  </a:lnTo>
                  <a:lnTo>
                    <a:pt x="61717" y="276681"/>
                  </a:lnTo>
                  <a:lnTo>
                    <a:pt x="68805" y="287199"/>
                  </a:lnTo>
                  <a:lnTo>
                    <a:pt x="79319" y="294290"/>
                  </a:lnTo>
                  <a:lnTo>
                    <a:pt x="92196" y="296891"/>
                  </a:lnTo>
                  <a:lnTo>
                    <a:pt x="105074" y="294290"/>
                  </a:lnTo>
                  <a:lnTo>
                    <a:pt x="115592" y="287199"/>
                  </a:lnTo>
                  <a:lnTo>
                    <a:pt x="122683" y="276681"/>
                  </a:lnTo>
                  <a:lnTo>
                    <a:pt x="125284" y="263803"/>
                  </a:lnTo>
                  <a:lnTo>
                    <a:pt x="125252" y="262232"/>
                  </a:lnTo>
                  <a:lnTo>
                    <a:pt x="140774" y="256173"/>
                  </a:lnTo>
                  <a:lnTo>
                    <a:pt x="154641" y="247892"/>
                  </a:lnTo>
                  <a:lnTo>
                    <a:pt x="166549" y="237657"/>
                  </a:lnTo>
                  <a:lnTo>
                    <a:pt x="176193" y="225731"/>
                  </a:lnTo>
                  <a:lnTo>
                    <a:pt x="204556" y="260063"/>
                  </a:lnTo>
                  <a:lnTo>
                    <a:pt x="242635" y="286732"/>
                  </a:lnTo>
                  <a:lnTo>
                    <a:pt x="288376" y="304004"/>
                  </a:lnTo>
                  <a:lnTo>
                    <a:pt x="339727" y="310147"/>
                  </a:lnTo>
                  <a:lnTo>
                    <a:pt x="387524" y="304845"/>
                  </a:lnTo>
                  <a:lnTo>
                    <a:pt x="430620" y="289860"/>
                  </a:lnTo>
                  <a:lnTo>
                    <a:pt x="467379" y="266574"/>
                  </a:lnTo>
                  <a:lnTo>
                    <a:pt x="496162" y="236369"/>
                  </a:lnTo>
                  <a:lnTo>
                    <a:pt x="510231" y="243462"/>
                  </a:lnTo>
                  <a:lnTo>
                    <a:pt x="525244" y="247772"/>
                  </a:lnTo>
                  <a:lnTo>
                    <a:pt x="540797" y="249224"/>
                  </a:lnTo>
                  <a:lnTo>
                    <a:pt x="556485" y="247741"/>
                  </a:lnTo>
                  <a:lnTo>
                    <a:pt x="568190" y="287023"/>
                  </a:lnTo>
                  <a:lnTo>
                    <a:pt x="593587" y="318783"/>
                  </a:lnTo>
                  <a:lnTo>
                    <a:pt x="629483" y="340032"/>
                  </a:lnTo>
                  <a:lnTo>
                    <a:pt x="672681" y="347779"/>
                  </a:lnTo>
                  <a:lnTo>
                    <a:pt x="718073" y="339184"/>
                  </a:lnTo>
                  <a:lnTo>
                    <a:pt x="755140" y="315743"/>
                  </a:lnTo>
                  <a:lnTo>
                    <a:pt x="780131" y="280975"/>
                  </a:lnTo>
                  <a:lnTo>
                    <a:pt x="789295" y="238401"/>
                  </a:lnTo>
                  <a:lnTo>
                    <a:pt x="788754" y="227779"/>
                  </a:lnTo>
                  <a:lnTo>
                    <a:pt x="787127" y="217299"/>
                  </a:lnTo>
                  <a:lnTo>
                    <a:pt x="784433" y="207043"/>
                  </a:lnTo>
                  <a:lnTo>
                    <a:pt x="780667" y="197093"/>
                  </a:lnTo>
                  <a:lnTo>
                    <a:pt x="786834" y="194465"/>
                  </a:lnTo>
                  <a:lnTo>
                    <a:pt x="792049" y="190036"/>
                  </a:lnTo>
                  <a:lnTo>
                    <a:pt x="795640" y="184381"/>
                  </a:lnTo>
                  <a:lnTo>
                    <a:pt x="800344" y="172112"/>
                  </a:lnTo>
                  <a:lnTo>
                    <a:pt x="799990" y="159433"/>
                  </a:lnTo>
                  <a:lnTo>
                    <a:pt x="794905" y="147813"/>
                  </a:lnTo>
                  <a:lnTo>
                    <a:pt x="785421" y="138718"/>
                  </a:lnTo>
                  <a:lnTo>
                    <a:pt x="773156" y="134014"/>
                  </a:lnTo>
                  <a:lnTo>
                    <a:pt x="760476" y="134367"/>
                  </a:lnTo>
                  <a:lnTo>
                    <a:pt x="748853" y="139448"/>
                  </a:lnTo>
                  <a:lnTo>
                    <a:pt x="739757" y="148927"/>
                  </a:lnTo>
                  <a:lnTo>
                    <a:pt x="711532" y="135331"/>
                  </a:lnTo>
                  <a:lnTo>
                    <a:pt x="681269" y="129324"/>
                  </a:lnTo>
                  <a:lnTo>
                    <a:pt x="650461" y="131011"/>
                  </a:lnTo>
                  <a:lnTo>
                    <a:pt x="620598" y="140498"/>
                  </a:lnTo>
                  <a:lnTo>
                    <a:pt x="619593" y="137294"/>
                  </a:lnTo>
                  <a:lnTo>
                    <a:pt x="616996" y="131095"/>
                  </a:lnTo>
                  <a:lnTo>
                    <a:pt x="597548" y="104108"/>
                  </a:lnTo>
                  <a:lnTo>
                    <a:pt x="570211" y="87259"/>
                  </a:lnTo>
                  <a:lnTo>
                    <a:pt x="538554" y="81891"/>
                  </a:lnTo>
                  <a:lnTo>
                    <a:pt x="506141" y="89348"/>
                  </a:lnTo>
                  <a:lnTo>
                    <a:pt x="478126" y="53110"/>
                  </a:lnTo>
                  <a:lnTo>
                    <a:pt x="439548" y="24872"/>
                  </a:lnTo>
                  <a:lnTo>
                    <a:pt x="392662" y="6534"/>
                  </a:lnTo>
                  <a:lnTo>
                    <a:pt x="339727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1042803" y="7632465"/>
              <a:ext cx="323215" cy="203835"/>
            </a:xfrm>
            <a:custGeom>
              <a:avLst/>
              <a:gdLst/>
              <a:ahLst/>
              <a:cxnLst/>
              <a:rect l="l" t="t" r="r" b="b"/>
              <a:pathLst>
                <a:path w="323215" h="203834">
                  <a:moveTo>
                    <a:pt x="14541" y="149872"/>
                  </a:moveTo>
                  <a:lnTo>
                    <a:pt x="11290" y="146608"/>
                  </a:lnTo>
                  <a:lnTo>
                    <a:pt x="7277" y="146608"/>
                  </a:lnTo>
                  <a:lnTo>
                    <a:pt x="3263" y="146608"/>
                  </a:lnTo>
                  <a:lnTo>
                    <a:pt x="0" y="149872"/>
                  </a:lnTo>
                  <a:lnTo>
                    <a:pt x="0" y="157899"/>
                  </a:lnTo>
                  <a:lnTo>
                    <a:pt x="3263" y="161150"/>
                  </a:lnTo>
                  <a:lnTo>
                    <a:pt x="11290" y="161150"/>
                  </a:lnTo>
                  <a:lnTo>
                    <a:pt x="14541" y="157899"/>
                  </a:lnTo>
                  <a:lnTo>
                    <a:pt x="14541" y="149872"/>
                  </a:lnTo>
                  <a:close/>
                </a:path>
                <a:path w="323215" h="203834">
                  <a:moveTo>
                    <a:pt x="70256" y="97929"/>
                  </a:moveTo>
                  <a:lnTo>
                    <a:pt x="67005" y="94678"/>
                  </a:lnTo>
                  <a:lnTo>
                    <a:pt x="62992" y="94678"/>
                  </a:lnTo>
                  <a:lnTo>
                    <a:pt x="58978" y="94678"/>
                  </a:lnTo>
                  <a:lnTo>
                    <a:pt x="55727" y="97929"/>
                  </a:lnTo>
                  <a:lnTo>
                    <a:pt x="55727" y="105968"/>
                  </a:lnTo>
                  <a:lnTo>
                    <a:pt x="58978" y="109220"/>
                  </a:lnTo>
                  <a:lnTo>
                    <a:pt x="67005" y="109220"/>
                  </a:lnTo>
                  <a:lnTo>
                    <a:pt x="70256" y="105968"/>
                  </a:lnTo>
                  <a:lnTo>
                    <a:pt x="70256" y="97929"/>
                  </a:lnTo>
                  <a:close/>
                </a:path>
                <a:path w="323215" h="203834">
                  <a:moveTo>
                    <a:pt x="96608" y="116776"/>
                  </a:moveTo>
                  <a:lnTo>
                    <a:pt x="93345" y="113525"/>
                  </a:lnTo>
                  <a:lnTo>
                    <a:pt x="89331" y="113525"/>
                  </a:lnTo>
                  <a:lnTo>
                    <a:pt x="85318" y="113525"/>
                  </a:lnTo>
                  <a:lnTo>
                    <a:pt x="82067" y="116776"/>
                  </a:lnTo>
                  <a:lnTo>
                    <a:pt x="82067" y="124815"/>
                  </a:lnTo>
                  <a:lnTo>
                    <a:pt x="85318" y="128066"/>
                  </a:lnTo>
                  <a:lnTo>
                    <a:pt x="93345" y="128066"/>
                  </a:lnTo>
                  <a:lnTo>
                    <a:pt x="96608" y="124815"/>
                  </a:lnTo>
                  <a:lnTo>
                    <a:pt x="96608" y="116776"/>
                  </a:lnTo>
                  <a:close/>
                </a:path>
                <a:path w="323215" h="203834">
                  <a:moveTo>
                    <a:pt x="166611" y="157137"/>
                  </a:moveTo>
                  <a:lnTo>
                    <a:pt x="163360" y="153885"/>
                  </a:lnTo>
                  <a:lnTo>
                    <a:pt x="159346" y="153885"/>
                  </a:lnTo>
                  <a:lnTo>
                    <a:pt x="155321" y="153885"/>
                  </a:lnTo>
                  <a:lnTo>
                    <a:pt x="152069" y="157137"/>
                  </a:lnTo>
                  <a:lnTo>
                    <a:pt x="152069" y="165176"/>
                  </a:lnTo>
                  <a:lnTo>
                    <a:pt x="155321" y="168427"/>
                  </a:lnTo>
                  <a:lnTo>
                    <a:pt x="163360" y="168427"/>
                  </a:lnTo>
                  <a:lnTo>
                    <a:pt x="166611" y="165176"/>
                  </a:lnTo>
                  <a:lnTo>
                    <a:pt x="166611" y="157137"/>
                  </a:lnTo>
                  <a:close/>
                </a:path>
                <a:path w="323215" h="203834">
                  <a:moveTo>
                    <a:pt x="171119" y="97929"/>
                  </a:moveTo>
                  <a:lnTo>
                    <a:pt x="167881" y="94678"/>
                  </a:lnTo>
                  <a:lnTo>
                    <a:pt x="163855" y="94678"/>
                  </a:lnTo>
                  <a:lnTo>
                    <a:pt x="159842" y="94678"/>
                  </a:lnTo>
                  <a:lnTo>
                    <a:pt x="156591" y="97929"/>
                  </a:lnTo>
                  <a:lnTo>
                    <a:pt x="156591" y="105968"/>
                  </a:lnTo>
                  <a:lnTo>
                    <a:pt x="159842" y="109220"/>
                  </a:lnTo>
                  <a:lnTo>
                    <a:pt x="167881" y="109220"/>
                  </a:lnTo>
                  <a:lnTo>
                    <a:pt x="171119" y="105968"/>
                  </a:lnTo>
                  <a:lnTo>
                    <a:pt x="171119" y="97929"/>
                  </a:lnTo>
                  <a:close/>
                </a:path>
                <a:path w="323215" h="203834">
                  <a:moveTo>
                    <a:pt x="216382" y="3251"/>
                  </a:moveTo>
                  <a:lnTo>
                    <a:pt x="213131" y="0"/>
                  </a:lnTo>
                  <a:lnTo>
                    <a:pt x="209118" y="0"/>
                  </a:lnTo>
                  <a:lnTo>
                    <a:pt x="205105" y="0"/>
                  </a:lnTo>
                  <a:lnTo>
                    <a:pt x="201841" y="3251"/>
                  </a:lnTo>
                  <a:lnTo>
                    <a:pt x="201841" y="11290"/>
                  </a:lnTo>
                  <a:lnTo>
                    <a:pt x="205105" y="14541"/>
                  </a:lnTo>
                  <a:lnTo>
                    <a:pt x="213131" y="14541"/>
                  </a:lnTo>
                  <a:lnTo>
                    <a:pt x="216382" y="11290"/>
                  </a:lnTo>
                  <a:lnTo>
                    <a:pt x="216382" y="3251"/>
                  </a:lnTo>
                  <a:close/>
                </a:path>
                <a:path w="323215" h="203834">
                  <a:moveTo>
                    <a:pt x="230276" y="161620"/>
                  </a:moveTo>
                  <a:lnTo>
                    <a:pt x="227037" y="158369"/>
                  </a:lnTo>
                  <a:lnTo>
                    <a:pt x="223012" y="158369"/>
                  </a:lnTo>
                  <a:lnTo>
                    <a:pt x="218986" y="158369"/>
                  </a:lnTo>
                  <a:lnTo>
                    <a:pt x="215747" y="161620"/>
                  </a:lnTo>
                  <a:lnTo>
                    <a:pt x="215747" y="169659"/>
                  </a:lnTo>
                  <a:lnTo>
                    <a:pt x="218986" y="172910"/>
                  </a:lnTo>
                  <a:lnTo>
                    <a:pt x="227037" y="172910"/>
                  </a:lnTo>
                  <a:lnTo>
                    <a:pt x="230276" y="169659"/>
                  </a:lnTo>
                  <a:lnTo>
                    <a:pt x="230276" y="161620"/>
                  </a:lnTo>
                  <a:close/>
                </a:path>
                <a:path w="323215" h="203834">
                  <a:moveTo>
                    <a:pt x="234429" y="38252"/>
                  </a:moveTo>
                  <a:lnTo>
                    <a:pt x="231190" y="34988"/>
                  </a:lnTo>
                  <a:lnTo>
                    <a:pt x="227164" y="34988"/>
                  </a:lnTo>
                  <a:lnTo>
                    <a:pt x="223151" y="34988"/>
                  </a:lnTo>
                  <a:lnTo>
                    <a:pt x="219900" y="38252"/>
                  </a:lnTo>
                  <a:lnTo>
                    <a:pt x="219900" y="46278"/>
                  </a:lnTo>
                  <a:lnTo>
                    <a:pt x="223151" y="49530"/>
                  </a:lnTo>
                  <a:lnTo>
                    <a:pt x="231190" y="49530"/>
                  </a:lnTo>
                  <a:lnTo>
                    <a:pt x="234429" y="46278"/>
                  </a:lnTo>
                  <a:lnTo>
                    <a:pt x="234429" y="38252"/>
                  </a:lnTo>
                  <a:close/>
                </a:path>
                <a:path w="323215" h="203834">
                  <a:moveTo>
                    <a:pt x="247789" y="135318"/>
                  </a:moveTo>
                  <a:lnTo>
                    <a:pt x="244538" y="132067"/>
                  </a:lnTo>
                  <a:lnTo>
                    <a:pt x="240525" y="132067"/>
                  </a:lnTo>
                  <a:lnTo>
                    <a:pt x="236512" y="132067"/>
                  </a:lnTo>
                  <a:lnTo>
                    <a:pt x="233248" y="135318"/>
                  </a:lnTo>
                  <a:lnTo>
                    <a:pt x="233248" y="143357"/>
                  </a:lnTo>
                  <a:lnTo>
                    <a:pt x="236512" y="146608"/>
                  </a:lnTo>
                  <a:lnTo>
                    <a:pt x="244538" y="146608"/>
                  </a:lnTo>
                  <a:lnTo>
                    <a:pt x="247789" y="143357"/>
                  </a:lnTo>
                  <a:lnTo>
                    <a:pt x="247789" y="135318"/>
                  </a:lnTo>
                  <a:close/>
                </a:path>
                <a:path w="323215" h="203834">
                  <a:moveTo>
                    <a:pt x="259219" y="24117"/>
                  </a:moveTo>
                  <a:lnTo>
                    <a:pt x="255955" y="20866"/>
                  </a:lnTo>
                  <a:lnTo>
                    <a:pt x="251955" y="20866"/>
                  </a:lnTo>
                  <a:lnTo>
                    <a:pt x="247929" y="20866"/>
                  </a:lnTo>
                  <a:lnTo>
                    <a:pt x="244678" y="24117"/>
                  </a:lnTo>
                  <a:lnTo>
                    <a:pt x="244678" y="32156"/>
                  </a:lnTo>
                  <a:lnTo>
                    <a:pt x="247929" y="35407"/>
                  </a:lnTo>
                  <a:lnTo>
                    <a:pt x="255955" y="35407"/>
                  </a:lnTo>
                  <a:lnTo>
                    <a:pt x="259219" y="32156"/>
                  </a:lnTo>
                  <a:lnTo>
                    <a:pt x="259219" y="24117"/>
                  </a:lnTo>
                  <a:close/>
                </a:path>
                <a:path w="323215" h="203834">
                  <a:moveTo>
                    <a:pt x="299161" y="192087"/>
                  </a:moveTo>
                  <a:lnTo>
                    <a:pt x="295910" y="188836"/>
                  </a:lnTo>
                  <a:lnTo>
                    <a:pt x="291896" y="188836"/>
                  </a:lnTo>
                  <a:lnTo>
                    <a:pt x="287870" y="188836"/>
                  </a:lnTo>
                  <a:lnTo>
                    <a:pt x="284619" y="192087"/>
                  </a:lnTo>
                  <a:lnTo>
                    <a:pt x="284619" y="200126"/>
                  </a:lnTo>
                  <a:lnTo>
                    <a:pt x="287870" y="203377"/>
                  </a:lnTo>
                  <a:lnTo>
                    <a:pt x="295910" y="203377"/>
                  </a:lnTo>
                  <a:lnTo>
                    <a:pt x="299161" y="200126"/>
                  </a:lnTo>
                  <a:lnTo>
                    <a:pt x="299161" y="192087"/>
                  </a:lnTo>
                  <a:close/>
                </a:path>
                <a:path w="323215" h="203834">
                  <a:moveTo>
                    <a:pt x="322732" y="76428"/>
                  </a:moveTo>
                  <a:lnTo>
                    <a:pt x="319493" y="73177"/>
                  </a:lnTo>
                  <a:lnTo>
                    <a:pt x="315468" y="73177"/>
                  </a:lnTo>
                  <a:lnTo>
                    <a:pt x="311454" y="73177"/>
                  </a:lnTo>
                  <a:lnTo>
                    <a:pt x="308203" y="76428"/>
                  </a:lnTo>
                  <a:lnTo>
                    <a:pt x="308203" y="84455"/>
                  </a:lnTo>
                  <a:lnTo>
                    <a:pt x="311454" y="87718"/>
                  </a:lnTo>
                  <a:lnTo>
                    <a:pt x="319493" y="87718"/>
                  </a:lnTo>
                  <a:lnTo>
                    <a:pt x="322732" y="84455"/>
                  </a:lnTo>
                  <a:lnTo>
                    <a:pt x="322732" y="76428"/>
                  </a:lnTo>
                  <a:close/>
                </a:path>
              </a:pathLst>
            </a:custGeom>
            <a:solidFill>
              <a:srgbClr val="DB612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/>
          <p:nvPr/>
        </p:nvSpPr>
        <p:spPr>
          <a:xfrm>
            <a:off x="11379936" y="8092309"/>
            <a:ext cx="14604" cy="14604"/>
          </a:xfrm>
          <a:custGeom>
            <a:avLst/>
            <a:gdLst/>
            <a:ahLst/>
            <a:cxnLst/>
            <a:rect l="l" t="t" r="r" b="b"/>
            <a:pathLst>
              <a:path w="14604" h="14604">
                <a:moveTo>
                  <a:pt x="11287" y="0"/>
                </a:moveTo>
                <a:lnTo>
                  <a:pt x="7266" y="0"/>
                </a:lnTo>
                <a:lnTo>
                  <a:pt x="3245" y="0"/>
                </a:lnTo>
                <a:lnTo>
                  <a:pt x="0" y="3256"/>
                </a:lnTo>
                <a:lnTo>
                  <a:pt x="0" y="11287"/>
                </a:lnTo>
                <a:lnTo>
                  <a:pt x="3245" y="14544"/>
                </a:lnTo>
                <a:lnTo>
                  <a:pt x="11287" y="14544"/>
                </a:lnTo>
                <a:lnTo>
                  <a:pt x="14533" y="11287"/>
                </a:lnTo>
                <a:lnTo>
                  <a:pt x="14533" y="3256"/>
                </a:lnTo>
                <a:lnTo>
                  <a:pt x="11287" y="0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11613544" y="7681986"/>
            <a:ext cx="14604" cy="14604"/>
          </a:xfrm>
          <a:custGeom>
            <a:avLst/>
            <a:gdLst/>
            <a:ahLst/>
            <a:cxnLst/>
            <a:rect l="l" t="t" r="r" b="b"/>
            <a:pathLst>
              <a:path w="14604" h="14604">
                <a:moveTo>
                  <a:pt x="11287" y="0"/>
                </a:moveTo>
                <a:lnTo>
                  <a:pt x="7266" y="0"/>
                </a:lnTo>
                <a:lnTo>
                  <a:pt x="3245" y="0"/>
                </a:lnTo>
                <a:lnTo>
                  <a:pt x="0" y="3256"/>
                </a:lnTo>
                <a:lnTo>
                  <a:pt x="0" y="11287"/>
                </a:lnTo>
                <a:lnTo>
                  <a:pt x="3245" y="14544"/>
                </a:lnTo>
                <a:lnTo>
                  <a:pt x="11287" y="14544"/>
                </a:lnTo>
                <a:lnTo>
                  <a:pt x="14533" y="11287"/>
                </a:lnTo>
                <a:lnTo>
                  <a:pt x="14533" y="3256"/>
                </a:lnTo>
                <a:lnTo>
                  <a:pt x="11287" y="0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11018492" y="7848456"/>
            <a:ext cx="14604" cy="14604"/>
          </a:xfrm>
          <a:custGeom>
            <a:avLst/>
            <a:gdLst/>
            <a:ahLst/>
            <a:cxnLst/>
            <a:rect l="l" t="t" r="r" b="b"/>
            <a:pathLst>
              <a:path w="14604" h="14604">
                <a:moveTo>
                  <a:pt x="11287" y="0"/>
                </a:moveTo>
                <a:lnTo>
                  <a:pt x="7266" y="0"/>
                </a:lnTo>
                <a:lnTo>
                  <a:pt x="3245" y="0"/>
                </a:lnTo>
                <a:lnTo>
                  <a:pt x="0" y="3256"/>
                </a:lnTo>
                <a:lnTo>
                  <a:pt x="0" y="11287"/>
                </a:lnTo>
                <a:lnTo>
                  <a:pt x="3245" y="14544"/>
                </a:lnTo>
                <a:lnTo>
                  <a:pt x="11287" y="14544"/>
                </a:lnTo>
                <a:lnTo>
                  <a:pt x="14533" y="11287"/>
                </a:lnTo>
                <a:lnTo>
                  <a:pt x="14533" y="3256"/>
                </a:lnTo>
                <a:lnTo>
                  <a:pt x="11287" y="0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11401742" y="7630140"/>
            <a:ext cx="22225" cy="48895"/>
          </a:xfrm>
          <a:custGeom>
            <a:avLst/>
            <a:gdLst/>
            <a:ahLst/>
            <a:cxnLst/>
            <a:rect l="l" t="t" r="r" b="b"/>
            <a:pathLst>
              <a:path w="22225" h="48895">
                <a:moveTo>
                  <a:pt x="14528" y="3263"/>
                </a:moveTo>
                <a:lnTo>
                  <a:pt x="11290" y="0"/>
                </a:lnTo>
                <a:lnTo>
                  <a:pt x="7264" y="0"/>
                </a:lnTo>
                <a:lnTo>
                  <a:pt x="3251" y="0"/>
                </a:lnTo>
                <a:lnTo>
                  <a:pt x="0" y="3263"/>
                </a:lnTo>
                <a:lnTo>
                  <a:pt x="0" y="11290"/>
                </a:lnTo>
                <a:lnTo>
                  <a:pt x="3251" y="14554"/>
                </a:lnTo>
                <a:lnTo>
                  <a:pt x="11290" y="14554"/>
                </a:lnTo>
                <a:lnTo>
                  <a:pt x="14528" y="11290"/>
                </a:lnTo>
                <a:lnTo>
                  <a:pt x="14528" y="3263"/>
                </a:lnTo>
                <a:close/>
              </a:path>
              <a:path w="22225" h="48895">
                <a:moveTo>
                  <a:pt x="21805" y="37160"/>
                </a:moveTo>
                <a:lnTo>
                  <a:pt x="18554" y="33896"/>
                </a:lnTo>
                <a:lnTo>
                  <a:pt x="14528" y="33896"/>
                </a:lnTo>
                <a:lnTo>
                  <a:pt x="10515" y="33896"/>
                </a:lnTo>
                <a:lnTo>
                  <a:pt x="7264" y="37160"/>
                </a:lnTo>
                <a:lnTo>
                  <a:pt x="7264" y="45186"/>
                </a:lnTo>
                <a:lnTo>
                  <a:pt x="10515" y="48450"/>
                </a:lnTo>
                <a:lnTo>
                  <a:pt x="18554" y="48450"/>
                </a:lnTo>
                <a:lnTo>
                  <a:pt x="21805" y="45186"/>
                </a:lnTo>
                <a:lnTo>
                  <a:pt x="21805" y="37160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11394478" y="7764526"/>
            <a:ext cx="14604" cy="14604"/>
          </a:xfrm>
          <a:custGeom>
            <a:avLst/>
            <a:gdLst/>
            <a:ahLst/>
            <a:cxnLst/>
            <a:rect l="l" t="t" r="r" b="b"/>
            <a:pathLst>
              <a:path w="14604" h="14604">
                <a:moveTo>
                  <a:pt x="11287" y="0"/>
                </a:moveTo>
                <a:lnTo>
                  <a:pt x="7266" y="0"/>
                </a:lnTo>
                <a:lnTo>
                  <a:pt x="3245" y="0"/>
                </a:lnTo>
                <a:lnTo>
                  <a:pt x="0" y="3256"/>
                </a:lnTo>
                <a:lnTo>
                  <a:pt x="0" y="11287"/>
                </a:lnTo>
                <a:lnTo>
                  <a:pt x="3245" y="14544"/>
                </a:lnTo>
                <a:lnTo>
                  <a:pt x="11287" y="14544"/>
                </a:lnTo>
                <a:lnTo>
                  <a:pt x="14533" y="11287"/>
                </a:lnTo>
                <a:lnTo>
                  <a:pt x="14533" y="3256"/>
                </a:lnTo>
                <a:lnTo>
                  <a:pt x="11287" y="0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11467440" y="7727143"/>
            <a:ext cx="29209" cy="33655"/>
          </a:xfrm>
          <a:custGeom>
            <a:avLst/>
            <a:gdLst/>
            <a:ahLst/>
            <a:cxnLst/>
            <a:rect l="l" t="t" r="r" b="b"/>
            <a:pathLst>
              <a:path w="29209" h="33654">
                <a:moveTo>
                  <a:pt x="14541" y="3251"/>
                </a:moveTo>
                <a:lnTo>
                  <a:pt x="11290" y="0"/>
                </a:lnTo>
                <a:lnTo>
                  <a:pt x="7277" y="0"/>
                </a:lnTo>
                <a:lnTo>
                  <a:pt x="3251" y="0"/>
                </a:lnTo>
                <a:lnTo>
                  <a:pt x="0" y="3251"/>
                </a:lnTo>
                <a:lnTo>
                  <a:pt x="0" y="11290"/>
                </a:lnTo>
                <a:lnTo>
                  <a:pt x="3251" y="14541"/>
                </a:lnTo>
                <a:lnTo>
                  <a:pt x="11290" y="14541"/>
                </a:lnTo>
                <a:lnTo>
                  <a:pt x="14541" y="11290"/>
                </a:lnTo>
                <a:lnTo>
                  <a:pt x="14541" y="3251"/>
                </a:lnTo>
                <a:close/>
              </a:path>
              <a:path w="29209" h="33654">
                <a:moveTo>
                  <a:pt x="29070" y="22098"/>
                </a:moveTo>
                <a:lnTo>
                  <a:pt x="25819" y="18846"/>
                </a:lnTo>
                <a:lnTo>
                  <a:pt x="21805" y="18846"/>
                </a:lnTo>
                <a:lnTo>
                  <a:pt x="17792" y="18846"/>
                </a:lnTo>
                <a:lnTo>
                  <a:pt x="14541" y="22098"/>
                </a:lnTo>
                <a:lnTo>
                  <a:pt x="14541" y="30137"/>
                </a:lnTo>
                <a:lnTo>
                  <a:pt x="17792" y="33388"/>
                </a:lnTo>
                <a:lnTo>
                  <a:pt x="25819" y="33388"/>
                </a:lnTo>
                <a:lnTo>
                  <a:pt x="29070" y="30137"/>
                </a:lnTo>
                <a:lnTo>
                  <a:pt x="29070" y="22098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11554166" y="7698361"/>
            <a:ext cx="14604" cy="14604"/>
          </a:xfrm>
          <a:custGeom>
            <a:avLst/>
            <a:gdLst/>
            <a:ahLst/>
            <a:cxnLst/>
            <a:rect l="l" t="t" r="r" b="b"/>
            <a:pathLst>
              <a:path w="14604" h="14604">
                <a:moveTo>
                  <a:pt x="11287" y="0"/>
                </a:moveTo>
                <a:lnTo>
                  <a:pt x="7266" y="0"/>
                </a:lnTo>
                <a:lnTo>
                  <a:pt x="3245" y="0"/>
                </a:lnTo>
                <a:lnTo>
                  <a:pt x="0" y="3256"/>
                </a:lnTo>
                <a:lnTo>
                  <a:pt x="0" y="11287"/>
                </a:lnTo>
                <a:lnTo>
                  <a:pt x="3245" y="14544"/>
                </a:lnTo>
                <a:lnTo>
                  <a:pt x="11287" y="14544"/>
                </a:lnTo>
                <a:lnTo>
                  <a:pt x="14533" y="11287"/>
                </a:lnTo>
                <a:lnTo>
                  <a:pt x="14533" y="3256"/>
                </a:lnTo>
                <a:lnTo>
                  <a:pt x="11287" y="0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11579085" y="7816792"/>
            <a:ext cx="73660" cy="66675"/>
          </a:xfrm>
          <a:custGeom>
            <a:avLst/>
            <a:gdLst/>
            <a:ahLst/>
            <a:cxnLst/>
            <a:rect l="l" t="t" r="r" b="b"/>
            <a:pathLst>
              <a:path w="73659" h="66675">
                <a:moveTo>
                  <a:pt x="14541" y="19189"/>
                </a:moveTo>
                <a:lnTo>
                  <a:pt x="11277" y="15925"/>
                </a:lnTo>
                <a:lnTo>
                  <a:pt x="7277" y="15925"/>
                </a:lnTo>
                <a:lnTo>
                  <a:pt x="3251" y="15925"/>
                </a:lnTo>
                <a:lnTo>
                  <a:pt x="0" y="19189"/>
                </a:lnTo>
                <a:lnTo>
                  <a:pt x="0" y="27216"/>
                </a:lnTo>
                <a:lnTo>
                  <a:pt x="3251" y="30480"/>
                </a:lnTo>
                <a:lnTo>
                  <a:pt x="11277" y="30480"/>
                </a:lnTo>
                <a:lnTo>
                  <a:pt x="14541" y="27216"/>
                </a:lnTo>
                <a:lnTo>
                  <a:pt x="14541" y="19189"/>
                </a:lnTo>
                <a:close/>
              </a:path>
              <a:path w="73659" h="66675">
                <a:moveTo>
                  <a:pt x="47091" y="3263"/>
                </a:moveTo>
                <a:lnTo>
                  <a:pt x="43840" y="0"/>
                </a:lnTo>
                <a:lnTo>
                  <a:pt x="39827" y="0"/>
                </a:lnTo>
                <a:lnTo>
                  <a:pt x="35801" y="0"/>
                </a:lnTo>
                <a:lnTo>
                  <a:pt x="32562" y="3263"/>
                </a:lnTo>
                <a:lnTo>
                  <a:pt x="32562" y="11290"/>
                </a:lnTo>
                <a:lnTo>
                  <a:pt x="35801" y="14541"/>
                </a:lnTo>
                <a:lnTo>
                  <a:pt x="43840" y="14541"/>
                </a:lnTo>
                <a:lnTo>
                  <a:pt x="47091" y="11290"/>
                </a:lnTo>
                <a:lnTo>
                  <a:pt x="47091" y="3263"/>
                </a:lnTo>
                <a:close/>
              </a:path>
              <a:path w="73659" h="66675">
                <a:moveTo>
                  <a:pt x="73545" y="55003"/>
                </a:moveTo>
                <a:lnTo>
                  <a:pt x="70307" y="51739"/>
                </a:lnTo>
                <a:lnTo>
                  <a:pt x="66281" y="51739"/>
                </a:lnTo>
                <a:lnTo>
                  <a:pt x="62268" y="51739"/>
                </a:lnTo>
                <a:lnTo>
                  <a:pt x="59016" y="55003"/>
                </a:lnTo>
                <a:lnTo>
                  <a:pt x="59016" y="63030"/>
                </a:lnTo>
                <a:lnTo>
                  <a:pt x="62268" y="66281"/>
                </a:lnTo>
                <a:lnTo>
                  <a:pt x="70307" y="66281"/>
                </a:lnTo>
                <a:lnTo>
                  <a:pt x="73545" y="63030"/>
                </a:lnTo>
                <a:lnTo>
                  <a:pt x="73545" y="55003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/>
          <p:nvPr/>
        </p:nvSpPr>
        <p:spPr>
          <a:xfrm>
            <a:off x="11743807" y="7738719"/>
            <a:ext cx="14604" cy="14604"/>
          </a:xfrm>
          <a:custGeom>
            <a:avLst/>
            <a:gdLst/>
            <a:ahLst/>
            <a:cxnLst/>
            <a:rect l="l" t="t" r="r" b="b"/>
            <a:pathLst>
              <a:path w="14604" h="14604">
                <a:moveTo>
                  <a:pt x="11287" y="0"/>
                </a:moveTo>
                <a:lnTo>
                  <a:pt x="7266" y="0"/>
                </a:lnTo>
                <a:lnTo>
                  <a:pt x="3245" y="0"/>
                </a:lnTo>
                <a:lnTo>
                  <a:pt x="0" y="3256"/>
                </a:lnTo>
                <a:lnTo>
                  <a:pt x="0" y="11287"/>
                </a:lnTo>
                <a:lnTo>
                  <a:pt x="3245" y="14544"/>
                </a:lnTo>
                <a:lnTo>
                  <a:pt x="11287" y="14544"/>
                </a:lnTo>
                <a:lnTo>
                  <a:pt x="14533" y="11287"/>
                </a:lnTo>
                <a:lnTo>
                  <a:pt x="14533" y="3256"/>
                </a:lnTo>
                <a:lnTo>
                  <a:pt x="11287" y="0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/>
          <p:nvPr/>
        </p:nvSpPr>
        <p:spPr>
          <a:xfrm>
            <a:off x="11688566" y="7798090"/>
            <a:ext cx="14604" cy="14604"/>
          </a:xfrm>
          <a:custGeom>
            <a:avLst/>
            <a:gdLst/>
            <a:ahLst/>
            <a:cxnLst/>
            <a:rect l="l" t="t" r="r" b="b"/>
            <a:pathLst>
              <a:path w="14604" h="14604">
                <a:moveTo>
                  <a:pt x="11287" y="0"/>
                </a:moveTo>
                <a:lnTo>
                  <a:pt x="7266" y="0"/>
                </a:lnTo>
                <a:lnTo>
                  <a:pt x="3256" y="0"/>
                </a:lnTo>
                <a:lnTo>
                  <a:pt x="0" y="3256"/>
                </a:lnTo>
                <a:lnTo>
                  <a:pt x="0" y="11287"/>
                </a:lnTo>
                <a:lnTo>
                  <a:pt x="3256" y="14544"/>
                </a:lnTo>
                <a:lnTo>
                  <a:pt x="11287" y="14544"/>
                </a:lnTo>
                <a:lnTo>
                  <a:pt x="14533" y="11287"/>
                </a:lnTo>
                <a:lnTo>
                  <a:pt x="14533" y="3256"/>
                </a:lnTo>
                <a:lnTo>
                  <a:pt x="11287" y="0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/>
          <p:nvPr/>
        </p:nvSpPr>
        <p:spPr>
          <a:xfrm>
            <a:off x="11389297" y="8027675"/>
            <a:ext cx="53975" cy="92075"/>
          </a:xfrm>
          <a:custGeom>
            <a:avLst/>
            <a:gdLst/>
            <a:ahLst/>
            <a:cxnLst/>
            <a:rect l="l" t="t" r="r" b="b"/>
            <a:pathLst>
              <a:path w="53975" h="92075">
                <a:moveTo>
                  <a:pt x="53543" y="40627"/>
                </a:moveTo>
                <a:lnTo>
                  <a:pt x="43014" y="42329"/>
                </a:lnTo>
                <a:lnTo>
                  <a:pt x="34417" y="46964"/>
                </a:lnTo>
                <a:lnTo>
                  <a:pt x="28625" y="53835"/>
                </a:lnTo>
                <a:lnTo>
                  <a:pt x="28219" y="55448"/>
                </a:lnTo>
                <a:lnTo>
                  <a:pt x="28219" y="28219"/>
                </a:lnTo>
                <a:lnTo>
                  <a:pt x="25996" y="17233"/>
                </a:lnTo>
                <a:lnTo>
                  <a:pt x="19951" y="8267"/>
                </a:lnTo>
                <a:lnTo>
                  <a:pt x="10985" y="2222"/>
                </a:lnTo>
                <a:lnTo>
                  <a:pt x="0" y="0"/>
                </a:lnTo>
                <a:lnTo>
                  <a:pt x="0" y="20853"/>
                </a:lnTo>
                <a:lnTo>
                  <a:pt x="1993" y="34556"/>
                </a:lnTo>
                <a:lnTo>
                  <a:pt x="7670" y="46901"/>
                </a:lnTo>
                <a:lnTo>
                  <a:pt x="16560" y="57175"/>
                </a:lnTo>
                <a:lnTo>
                  <a:pt x="26504" y="63576"/>
                </a:lnTo>
                <a:lnTo>
                  <a:pt x="26504" y="91884"/>
                </a:lnTo>
                <a:lnTo>
                  <a:pt x="37909" y="83261"/>
                </a:lnTo>
                <a:lnTo>
                  <a:pt x="46405" y="72910"/>
                </a:lnTo>
                <a:lnTo>
                  <a:pt x="51701" y="61277"/>
                </a:lnTo>
                <a:lnTo>
                  <a:pt x="53543" y="48831"/>
                </a:lnTo>
                <a:lnTo>
                  <a:pt x="53543" y="40627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/>
          <p:nvPr/>
        </p:nvSpPr>
        <p:spPr>
          <a:xfrm>
            <a:off x="11102748" y="7639174"/>
            <a:ext cx="33020" cy="36830"/>
          </a:xfrm>
          <a:custGeom>
            <a:avLst/>
            <a:gdLst/>
            <a:ahLst/>
            <a:cxnLst/>
            <a:rect l="l" t="t" r="r" b="b"/>
            <a:pathLst>
              <a:path w="33020" h="36829">
                <a:moveTo>
                  <a:pt x="2523" y="0"/>
                </a:moveTo>
                <a:lnTo>
                  <a:pt x="272" y="198"/>
                </a:lnTo>
                <a:lnTo>
                  <a:pt x="0" y="1821"/>
                </a:lnTo>
                <a:lnTo>
                  <a:pt x="711" y="13822"/>
                </a:lnTo>
                <a:lnTo>
                  <a:pt x="29988" y="36302"/>
                </a:lnTo>
                <a:lnTo>
                  <a:pt x="32239" y="36103"/>
                </a:lnTo>
                <a:lnTo>
                  <a:pt x="32512" y="34480"/>
                </a:lnTo>
                <a:lnTo>
                  <a:pt x="31809" y="22475"/>
                </a:lnTo>
                <a:lnTo>
                  <a:pt x="2523" y="0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/>
          <p:nvPr/>
        </p:nvSpPr>
        <p:spPr>
          <a:xfrm>
            <a:off x="11445082" y="7849900"/>
            <a:ext cx="45085" cy="26670"/>
          </a:xfrm>
          <a:custGeom>
            <a:avLst/>
            <a:gdLst/>
            <a:ahLst/>
            <a:cxnLst/>
            <a:rect l="l" t="t" r="r" b="b"/>
            <a:pathLst>
              <a:path w="45084" h="26670">
                <a:moveTo>
                  <a:pt x="31785" y="0"/>
                </a:moveTo>
                <a:lnTo>
                  <a:pt x="0" y="21902"/>
                </a:lnTo>
                <a:lnTo>
                  <a:pt x="1434" y="22719"/>
                </a:lnTo>
                <a:lnTo>
                  <a:pt x="12946" y="26192"/>
                </a:lnTo>
                <a:lnTo>
                  <a:pt x="24461" y="25064"/>
                </a:lnTo>
                <a:lnTo>
                  <a:pt x="44731" y="4290"/>
                </a:lnTo>
                <a:lnTo>
                  <a:pt x="43297" y="3473"/>
                </a:lnTo>
                <a:lnTo>
                  <a:pt x="31785" y="0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/>
          <p:nvPr/>
        </p:nvSpPr>
        <p:spPr>
          <a:xfrm>
            <a:off x="11620812" y="7960212"/>
            <a:ext cx="45085" cy="26670"/>
          </a:xfrm>
          <a:custGeom>
            <a:avLst/>
            <a:gdLst/>
            <a:ahLst/>
            <a:cxnLst/>
            <a:rect l="l" t="t" r="r" b="b"/>
            <a:pathLst>
              <a:path w="45084" h="26670">
                <a:moveTo>
                  <a:pt x="31785" y="0"/>
                </a:moveTo>
                <a:lnTo>
                  <a:pt x="0" y="21903"/>
                </a:lnTo>
                <a:lnTo>
                  <a:pt x="1434" y="22720"/>
                </a:lnTo>
                <a:lnTo>
                  <a:pt x="12947" y="26194"/>
                </a:lnTo>
                <a:lnTo>
                  <a:pt x="24465" y="25064"/>
                </a:lnTo>
                <a:lnTo>
                  <a:pt x="44731" y="4281"/>
                </a:lnTo>
                <a:lnTo>
                  <a:pt x="43297" y="3475"/>
                </a:lnTo>
                <a:lnTo>
                  <a:pt x="31785" y="0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11506750" y="8331495"/>
            <a:ext cx="0" cy="50800"/>
          </a:xfrm>
          <a:custGeom>
            <a:avLst/>
            <a:gdLst/>
            <a:ahLst/>
            <a:cxnLst/>
            <a:rect l="l" t="t" r="r" b="b"/>
            <a:pathLst>
              <a:path w="0" h="50800">
                <a:moveTo>
                  <a:pt x="0" y="0"/>
                </a:moveTo>
                <a:lnTo>
                  <a:pt x="0" y="50333"/>
                </a:lnTo>
              </a:path>
            </a:pathLst>
          </a:custGeom>
          <a:ln w="8450">
            <a:solidFill>
              <a:srgbClr val="DFB59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3" name="object 43" descr=""/>
          <p:cNvGrpSpPr/>
          <p:nvPr/>
        </p:nvGrpSpPr>
        <p:grpSpPr>
          <a:xfrm>
            <a:off x="11228863" y="7826754"/>
            <a:ext cx="406400" cy="464820"/>
            <a:chOff x="11228863" y="7826754"/>
            <a:chExt cx="406400" cy="464820"/>
          </a:xfrm>
        </p:grpSpPr>
        <p:sp>
          <p:nvSpPr>
            <p:cNvPr id="44" name="object 44" descr=""/>
            <p:cNvSpPr/>
            <p:nvPr/>
          </p:nvSpPr>
          <p:spPr>
            <a:xfrm>
              <a:off x="11506750" y="7826754"/>
              <a:ext cx="0" cy="447040"/>
            </a:xfrm>
            <a:custGeom>
              <a:avLst/>
              <a:gdLst/>
              <a:ahLst/>
              <a:cxnLst/>
              <a:rect l="l" t="t" r="r" b="b"/>
              <a:pathLst>
                <a:path w="0" h="447040">
                  <a:moveTo>
                    <a:pt x="0" y="0"/>
                  </a:moveTo>
                  <a:lnTo>
                    <a:pt x="0" y="446449"/>
                  </a:lnTo>
                </a:path>
              </a:pathLst>
            </a:custGeom>
            <a:ln w="8450">
              <a:solidFill>
                <a:srgbClr val="DFB59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28863" y="7864309"/>
              <a:ext cx="406020" cy="426851"/>
            </a:xfrm>
            <a:prstGeom prst="rect">
              <a:avLst/>
            </a:prstGeom>
          </p:spPr>
        </p:pic>
      </p:grpSp>
      <p:sp>
        <p:nvSpPr>
          <p:cNvPr id="46" name="object 46" descr=""/>
          <p:cNvSpPr/>
          <p:nvPr/>
        </p:nvSpPr>
        <p:spPr>
          <a:xfrm>
            <a:off x="11337328" y="7895037"/>
            <a:ext cx="593725" cy="394970"/>
          </a:xfrm>
          <a:custGeom>
            <a:avLst/>
            <a:gdLst/>
            <a:ahLst/>
            <a:cxnLst/>
            <a:rect l="l" t="t" r="r" b="b"/>
            <a:pathLst>
              <a:path w="593725" h="394970">
                <a:moveTo>
                  <a:pt x="490435" y="73444"/>
                </a:moveTo>
                <a:lnTo>
                  <a:pt x="490220" y="71107"/>
                </a:lnTo>
                <a:lnTo>
                  <a:pt x="488530" y="70827"/>
                </a:lnTo>
                <a:lnTo>
                  <a:pt x="476084" y="71628"/>
                </a:lnTo>
                <a:lnTo>
                  <a:pt x="452882" y="102095"/>
                </a:lnTo>
                <a:lnTo>
                  <a:pt x="453097" y="104432"/>
                </a:lnTo>
                <a:lnTo>
                  <a:pt x="454787" y="104711"/>
                </a:lnTo>
                <a:lnTo>
                  <a:pt x="467233" y="103924"/>
                </a:lnTo>
                <a:lnTo>
                  <a:pt x="490435" y="73444"/>
                </a:lnTo>
                <a:close/>
              </a:path>
              <a:path w="593725" h="394970">
                <a:moveTo>
                  <a:pt x="593255" y="209283"/>
                </a:moveTo>
                <a:lnTo>
                  <a:pt x="583450" y="166992"/>
                </a:lnTo>
                <a:lnTo>
                  <a:pt x="548449" y="127927"/>
                </a:lnTo>
                <a:lnTo>
                  <a:pt x="514045" y="114579"/>
                </a:lnTo>
                <a:lnTo>
                  <a:pt x="477151" y="115100"/>
                </a:lnTo>
                <a:lnTo>
                  <a:pt x="442074" y="130276"/>
                </a:lnTo>
                <a:lnTo>
                  <a:pt x="434949" y="89090"/>
                </a:lnTo>
                <a:lnTo>
                  <a:pt x="415353" y="53327"/>
                </a:lnTo>
                <a:lnTo>
                  <a:pt x="385546" y="25120"/>
                </a:lnTo>
                <a:lnTo>
                  <a:pt x="347776" y="6642"/>
                </a:lnTo>
                <a:lnTo>
                  <a:pt x="304304" y="0"/>
                </a:lnTo>
                <a:lnTo>
                  <a:pt x="253212" y="9283"/>
                </a:lnTo>
                <a:lnTo>
                  <a:pt x="210769" y="34747"/>
                </a:lnTo>
                <a:lnTo>
                  <a:pt x="180784" y="72783"/>
                </a:lnTo>
                <a:lnTo>
                  <a:pt x="167043" y="119811"/>
                </a:lnTo>
                <a:lnTo>
                  <a:pt x="158584" y="118084"/>
                </a:lnTo>
                <a:lnTo>
                  <a:pt x="150063" y="116852"/>
                </a:lnTo>
                <a:lnTo>
                  <a:pt x="141465" y="116116"/>
                </a:lnTo>
                <a:lnTo>
                  <a:pt x="132854" y="115874"/>
                </a:lnTo>
                <a:lnTo>
                  <a:pt x="81127" y="125133"/>
                </a:lnTo>
                <a:lnTo>
                  <a:pt x="38900" y="150380"/>
                </a:lnTo>
                <a:lnTo>
                  <a:pt x="10439" y="187820"/>
                </a:lnTo>
                <a:lnTo>
                  <a:pt x="0" y="233680"/>
                </a:lnTo>
                <a:lnTo>
                  <a:pt x="7683" y="273265"/>
                </a:lnTo>
                <a:lnTo>
                  <a:pt x="28981" y="307136"/>
                </a:lnTo>
                <a:lnTo>
                  <a:pt x="61214" y="332905"/>
                </a:lnTo>
                <a:lnTo>
                  <a:pt x="101727" y="348234"/>
                </a:lnTo>
                <a:lnTo>
                  <a:pt x="114084" y="370890"/>
                </a:lnTo>
                <a:lnTo>
                  <a:pt x="133273" y="386892"/>
                </a:lnTo>
                <a:lnTo>
                  <a:pt x="156933" y="394919"/>
                </a:lnTo>
                <a:lnTo>
                  <a:pt x="182714" y="393649"/>
                </a:lnTo>
                <a:lnTo>
                  <a:pt x="207187" y="382181"/>
                </a:lnTo>
                <a:lnTo>
                  <a:pt x="224739" y="362877"/>
                </a:lnTo>
                <a:lnTo>
                  <a:pt x="233781" y="338391"/>
                </a:lnTo>
                <a:lnTo>
                  <a:pt x="232689" y="311391"/>
                </a:lnTo>
                <a:lnTo>
                  <a:pt x="243357" y="299072"/>
                </a:lnTo>
                <a:lnTo>
                  <a:pt x="252158" y="285559"/>
                </a:lnTo>
                <a:lnTo>
                  <a:pt x="258902" y="270979"/>
                </a:lnTo>
                <a:lnTo>
                  <a:pt x="263423" y="255498"/>
                </a:lnTo>
                <a:lnTo>
                  <a:pt x="273469" y="258064"/>
                </a:lnTo>
                <a:lnTo>
                  <a:pt x="283667" y="259905"/>
                </a:lnTo>
                <a:lnTo>
                  <a:pt x="293954" y="260997"/>
                </a:lnTo>
                <a:lnTo>
                  <a:pt x="304317" y="261366"/>
                </a:lnTo>
                <a:lnTo>
                  <a:pt x="332092" y="258711"/>
                </a:lnTo>
                <a:lnTo>
                  <a:pt x="357949" y="251091"/>
                </a:lnTo>
                <a:lnTo>
                  <a:pt x="381355" y="239039"/>
                </a:lnTo>
                <a:lnTo>
                  <a:pt x="401739" y="223075"/>
                </a:lnTo>
                <a:lnTo>
                  <a:pt x="412788" y="255917"/>
                </a:lnTo>
                <a:lnTo>
                  <a:pt x="433997" y="282041"/>
                </a:lnTo>
                <a:lnTo>
                  <a:pt x="462889" y="299288"/>
                </a:lnTo>
                <a:lnTo>
                  <a:pt x="496989" y="305523"/>
                </a:lnTo>
                <a:lnTo>
                  <a:pt x="534454" y="297967"/>
                </a:lnTo>
                <a:lnTo>
                  <a:pt x="565048" y="277342"/>
                </a:lnTo>
                <a:lnTo>
                  <a:pt x="585685" y="246748"/>
                </a:lnTo>
                <a:lnTo>
                  <a:pt x="593255" y="209283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7" name="object 47" descr=""/>
          <p:cNvGrpSpPr/>
          <p:nvPr/>
        </p:nvGrpSpPr>
        <p:grpSpPr>
          <a:xfrm>
            <a:off x="6199461" y="3233603"/>
            <a:ext cx="1381125" cy="1800860"/>
            <a:chOff x="6199461" y="3233603"/>
            <a:chExt cx="1381125" cy="1800860"/>
          </a:xfrm>
        </p:grpSpPr>
        <p:pic>
          <p:nvPicPr>
            <p:cNvPr id="48" name="object 4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99461" y="3669940"/>
              <a:ext cx="775667" cy="1147787"/>
            </a:xfrm>
            <a:prstGeom prst="rect">
              <a:avLst/>
            </a:prstGeom>
          </p:spPr>
        </p:pic>
        <p:sp>
          <p:nvSpPr>
            <p:cNvPr id="49" name="object 49" descr=""/>
            <p:cNvSpPr/>
            <p:nvPr/>
          </p:nvSpPr>
          <p:spPr>
            <a:xfrm>
              <a:off x="6587295" y="3966558"/>
              <a:ext cx="0" cy="1062990"/>
            </a:xfrm>
            <a:custGeom>
              <a:avLst/>
              <a:gdLst/>
              <a:ahLst/>
              <a:cxnLst/>
              <a:rect l="l" t="t" r="r" b="b"/>
              <a:pathLst>
                <a:path w="0" h="1062989">
                  <a:moveTo>
                    <a:pt x="0" y="0"/>
                  </a:moveTo>
                  <a:lnTo>
                    <a:pt x="0" y="1062679"/>
                  </a:lnTo>
                </a:path>
              </a:pathLst>
            </a:custGeom>
            <a:ln w="10470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6450650" y="5029233"/>
              <a:ext cx="286385" cy="0"/>
            </a:xfrm>
            <a:custGeom>
              <a:avLst/>
              <a:gdLst/>
              <a:ahLst/>
              <a:cxnLst/>
              <a:rect l="l" t="t" r="r" b="b"/>
              <a:pathLst>
                <a:path w="286384" h="0">
                  <a:moveTo>
                    <a:pt x="0" y="0"/>
                  </a:moveTo>
                  <a:lnTo>
                    <a:pt x="286001" y="0"/>
                  </a:lnTo>
                </a:path>
              </a:pathLst>
            </a:custGeom>
            <a:ln w="10470">
              <a:solidFill>
                <a:srgbClr val="CFBE8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6587297" y="4029751"/>
              <a:ext cx="55880" cy="112395"/>
            </a:xfrm>
            <a:custGeom>
              <a:avLst/>
              <a:gdLst/>
              <a:ahLst/>
              <a:cxnLst/>
              <a:rect l="l" t="t" r="r" b="b"/>
              <a:pathLst>
                <a:path w="55879" h="112395">
                  <a:moveTo>
                    <a:pt x="55610" y="0"/>
                  </a:moveTo>
                  <a:lnTo>
                    <a:pt x="0" y="112195"/>
                  </a:lnTo>
                </a:path>
              </a:pathLst>
            </a:custGeom>
            <a:ln w="10470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6476072" y="4151623"/>
              <a:ext cx="111760" cy="232410"/>
            </a:xfrm>
            <a:custGeom>
              <a:avLst/>
              <a:gdLst/>
              <a:ahLst/>
              <a:cxnLst/>
              <a:rect l="l" t="t" r="r" b="b"/>
              <a:pathLst>
                <a:path w="111759" h="232410">
                  <a:moveTo>
                    <a:pt x="0" y="0"/>
                  </a:moveTo>
                  <a:lnTo>
                    <a:pt x="111221" y="232139"/>
                  </a:lnTo>
                </a:path>
              </a:pathLst>
            </a:custGeom>
            <a:ln w="10470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6587293" y="4428253"/>
              <a:ext cx="220345" cy="247650"/>
            </a:xfrm>
            <a:custGeom>
              <a:avLst/>
              <a:gdLst/>
              <a:ahLst/>
              <a:cxnLst/>
              <a:rect l="l" t="t" r="r" b="b"/>
              <a:pathLst>
                <a:path w="220345" h="247650">
                  <a:moveTo>
                    <a:pt x="220066" y="0"/>
                  </a:moveTo>
                  <a:lnTo>
                    <a:pt x="0" y="247615"/>
                  </a:lnTo>
                </a:path>
              </a:pathLst>
            </a:custGeom>
            <a:ln w="10470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40262" y="3233603"/>
              <a:ext cx="739894" cy="1052853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40991" y="4130197"/>
              <a:ext cx="521774" cy="549083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10745" y="3419406"/>
              <a:ext cx="86517" cy="106514"/>
            </a:xfrm>
            <a:prstGeom prst="rect">
              <a:avLst/>
            </a:prstGeom>
          </p:spPr>
        </p:pic>
        <p:pic>
          <p:nvPicPr>
            <p:cNvPr id="57" name="object 5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87023" y="3730124"/>
              <a:ext cx="67197" cy="82713"/>
            </a:xfrm>
            <a:prstGeom prst="rect">
              <a:avLst/>
            </a:prstGeom>
          </p:spPr>
        </p:pic>
        <p:pic>
          <p:nvPicPr>
            <p:cNvPr id="58" name="object 5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69035" y="3485709"/>
              <a:ext cx="95397" cy="128516"/>
            </a:xfrm>
            <a:prstGeom prst="rect">
              <a:avLst/>
            </a:prstGeom>
          </p:spPr>
        </p:pic>
        <p:sp>
          <p:nvSpPr>
            <p:cNvPr id="59" name="object 59" descr=""/>
            <p:cNvSpPr/>
            <p:nvPr/>
          </p:nvSpPr>
          <p:spPr>
            <a:xfrm>
              <a:off x="7058558" y="3329692"/>
              <a:ext cx="174625" cy="645795"/>
            </a:xfrm>
            <a:custGeom>
              <a:avLst/>
              <a:gdLst/>
              <a:ahLst/>
              <a:cxnLst/>
              <a:rect l="l" t="t" r="r" b="b"/>
              <a:pathLst>
                <a:path w="174625" h="645795">
                  <a:moveTo>
                    <a:pt x="38849" y="615429"/>
                  </a:moveTo>
                  <a:lnTo>
                    <a:pt x="36957" y="600887"/>
                  </a:lnTo>
                  <a:lnTo>
                    <a:pt x="31902" y="585965"/>
                  </a:lnTo>
                  <a:lnTo>
                    <a:pt x="25768" y="573608"/>
                  </a:lnTo>
                  <a:lnTo>
                    <a:pt x="20586" y="566813"/>
                  </a:lnTo>
                  <a:lnTo>
                    <a:pt x="15049" y="573430"/>
                  </a:lnTo>
                  <a:lnTo>
                    <a:pt x="8369" y="585520"/>
                  </a:lnTo>
                  <a:lnTo>
                    <a:pt x="2654" y="600202"/>
                  </a:lnTo>
                  <a:lnTo>
                    <a:pt x="0" y="614616"/>
                  </a:lnTo>
                  <a:lnTo>
                    <a:pt x="1041" y="626033"/>
                  </a:lnTo>
                  <a:lnTo>
                    <a:pt x="4711" y="634301"/>
                  </a:lnTo>
                  <a:lnTo>
                    <a:pt x="10604" y="640435"/>
                  </a:lnTo>
                  <a:lnTo>
                    <a:pt x="18262" y="645528"/>
                  </a:lnTo>
                  <a:lnTo>
                    <a:pt x="26289" y="640753"/>
                  </a:lnTo>
                  <a:lnTo>
                    <a:pt x="32702" y="634860"/>
                  </a:lnTo>
                  <a:lnTo>
                    <a:pt x="37033" y="626783"/>
                  </a:lnTo>
                  <a:lnTo>
                    <a:pt x="38849" y="615429"/>
                  </a:lnTo>
                  <a:close/>
                </a:path>
                <a:path w="174625" h="645795">
                  <a:moveTo>
                    <a:pt x="103670" y="544601"/>
                  </a:moveTo>
                  <a:lnTo>
                    <a:pt x="101777" y="530059"/>
                  </a:lnTo>
                  <a:lnTo>
                    <a:pt x="96735" y="515137"/>
                  </a:lnTo>
                  <a:lnTo>
                    <a:pt x="90589" y="502780"/>
                  </a:lnTo>
                  <a:lnTo>
                    <a:pt x="85407" y="495985"/>
                  </a:lnTo>
                  <a:lnTo>
                    <a:pt x="79870" y="502602"/>
                  </a:lnTo>
                  <a:lnTo>
                    <a:pt x="73202" y="514692"/>
                  </a:lnTo>
                  <a:lnTo>
                    <a:pt x="67475" y="529374"/>
                  </a:lnTo>
                  <a:lnTo>
                    <a:pt x="64820" y="543788"/>
                  </a:lnTo>
                  <a:lnTo>
                    <a:pt x="65862" y="555205"/>
                  </a:lnTo>
                  <a:lnTo>
                    <a:pt x="69545" y="563460"/>
                  </a:lnTo>
                  <a:lnTo>
                    <a:pt x="75425" y="569620"/>
                  </a:lnTo>
                  <a:lnTo>
                    <a:pt x="83083" y="574700"/>
                  </a:lnTo>
                  <a:lnTo>
                    <a:pt x="91109" y="569925"/>
                  </a:lnTo>
                  <a:lnTo>
                    <a:pt x="97523" y="564032"/>
                  </a:lnTo>
                  <a:lnTo>
                    <a:pt x="101866" y="555955"/>
                  </a:lnTo>
                  <a:lnTo>
                    <a:pt x="103670" y="544601"/>
                  </a:lnTo>
                  <a:close/>
                </a:path>
                <a:path w="174625" h="645795">
                  <a:moveTo>
                    <a:pt x="174205" y="52641"/>
                  </a:moveTo>
                  <a:lnTo>
                    <a:pt x="143319" y="11315"/>
                  </a:lnTo>
                  <a:lnTo>
                    <a:pt x="121843" y="0"/>
                  </a:lnTo>
                  <a:lnTo>
                    <a:pt x="121196" y="8089"/>
                  </a:lnTo>
                  <a:lnTo>
                    <a:pt x="133832" y="49860"/>
                  </a:lnTo>
                  <a:lnTo>
                    <a:pt x="168478" y="68122"/>
                  </a:lnTo>
                  <a:lnTo>
                    <a:pt x="172377" y="60502"/>
                  </a:lnTo>
                  <a:lnTo>
                    <a:pt x="174205" y="52641"/>
                  </a:lnTo>
                  <a:close/>
                </a:path>
              </a:pathLst>
            </a:custGeom>
            <a:solidFill>
              <a:srgbClr val="6B3D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7213349" y="4942039"/>
              <a:ext cx="10795" cy="0"/>
            </a:xfrm>
            <a:custGeom>
              <a:avLst/>
              <a:gdLst/>
              <a:ahLst/>
              <a:cxnLst/>
              <a:rect l="l" t="t" r="r" b="b"/>
              <a:pathLst>
                <a:path w="10795" h="0">
                  <a:moveTo>
                    <a:pt x="0" y="0"/>
                  </a:moveTo>
                  <a:lnTo>
                    <a:pt x="10470" y="0"/>
                  </a:lnTo>
                </a:path>
              </a:pathLst>
            </a:custGeom>
            <a:ln w="3175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7218585" y="3392884"/>
              <a:ext cx="0" cy="602615"/>
            </a:xfrm>
            <a:custGeom>
              <a:avLst/>
              <a:gdLst/>
              <a:ahLst/>
              <a:cxnLst/>
              <a:rect l="l" t="t" r="r" b="b"/>
              <a:pathLst>
                <a:path w="0" h="602614">
                  <a:moveTo>
                    <a:pt x="0" y="0"/>
                  </a:moveTo>
                  <a:lnTo>
                    <a:pt x="0" y="602114"/>
                  </a:lnTo>
                </a:path>
              </a:pathLst>
            </a:custGeom>
            <a:ln w="3175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38411" y="3552490"/>
              <a:ext cx="85411" cy="221239"/>
            </a:xfrm>
            <a:prstGeom prst="rect">
              <a:avLst/>
            </a:prstGeom>
          </p:spPr>
        </p:pic>
        <p:sp>
          <p:nvSpPr>
            <p:cNvPr id="63" name="object 63" descr=""/>
            <p:cNvSpPr/>
            <p:nvPr/>
          </p:nvSpPr>
          <p:spPr>
            <a:xfrm>
              <a:off x="7143647" y="3917612"/>
              <a:ext cx="75565" cy="255270"/>
            </a:xfrm>
            <a:custGeom>
              <a:avLst/>
              <a:gdLst/>
              <a:ahLst/>
              <a:cxnLst/>
              <a:rect l="l" t="t" r="r" b="b"/>
              <a:pathLst>
                <a:path w="75565" h="255270">
                  <a:moveTo>
                    <a:pt x="0" y="0"/>
                  </a:moveTo>
                  <a:lnTo>
                    <a:pt x="0" y="191229"/>
                  </a:lnTo>
                  <a:lnTo>
                    <a:pt x="3355" y="205303"/>
                  </a:lnTo>
                  <a:lnTo>
                    <a:pt x="12507" y="216795"/>
                  </a:lnTo>
                  <a:lnTo>
                    <a:pt x="26080" y="224544"/>
                  </a:lnTo>
                  <a:lnTo>
                    <a:pt x="42700" y="227385"/>
                  </a:lnTo>
                  <a:lnTo>
                    <a:pt x="55245" y="229530"/>
                  </a:lnTo>
                  <a:lnTo>
                    <a:pt x="65491" y="235378"/>
                  </a:lnTo>
                  <a:lnTo>
                    <a:pt x="72401" y="244052"/>
                  </a:lnTo>
                  <a:lnTo>
                    <a:pt x="74940" y="254672"/>
                  </a:lnTo>
                </a:path>
              </a:pathLst>
            </a:custGeom>
            <a:ln w="10470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71753" y="3956644"/>
              <a:ext cx="77118" cy="111106"/>
            </a:xfrm>
            <a:prstGeom prst="rect">
              <a:avLst/>
            </a:prstGeom>
          </p:spPr>
        </p:pic>
        <p:pic>
          <p:nvPicPr>
            <p:cNvPr id="65" name="object 65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213349" y="3478982"/>
              <a:ext cx="121483" cy="191386"/>
            </a:xfrm>
            <a:prstGeom prst="rect">
              <a:avLst/>
            </a:prstGeom>
          </p:spPr>
        </p:pic>
        <p:sp>
          <p:nvSpPr>
            <p:cNvPr id="66" name="object 66" descr=""/>
            <p:cNvSpPr/>
            <p:nvPr/>
          </p:nvSpPr>
          <p:spPr>
            <a:xfrm>
              <a:off x="7120831" y="3614228"/>
              <a:ext cx="22860" cy="48260"/>
            </a:xfrm>
            <a:custGeom>
              <a:avLst/>
              <a:gdLst/>
              <a:ahLst/>
              <a:cxnLst/>
              <a:rect l="l" t="t" r="r" b="b"/>
              <a:pathLst>
                <a:path w="22859" h="48260">
                  <a:moveTo>
                    <a:pt x="0" y="0"/>
                  </a:moveTo>
                  <a:lnTo>
                    <a:pt x="12680" y="17559"/>
                  </a:lnTo>
                  <a:lnTo>
                    <a:pt x="17060" y="24670"/>
                  </a:lnTo>
                  <a:lnTo>
                    <a:pt x="20233" y="32186"/>
                  </a:lnTo>
                  <a:lnTo>
                    <a:pt x="22164" y="39998"/>
                  </a:lnTo>
                  <a:lnTo>
                    <a:pt x="22816" y="47998"/>
                  </a:lnTo>
                </a:path>
              </a:pathLst>
            </a:custGeom>
            <a:ln w="10470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212037" y="3786231"/>
              <a:ext cx="84363" cy="208747"/>
            </a:xfrm>
            <a:prstGeom prst="rect">
              <a:avLst/>
            </a:prstGeom>
          </p:spPr>
        </p:pic>
        <p:sp>
          <p:nvSpPr>
            <p:cNvPr id="68" name="object 68" descr=""/>
            <p:cNvSpPr/>
            <p:nvPr/>
          </p:nvSpPr>
          <p:spPr>
            <a:xfrm>
              <a:off x="6948222" y="4269429"/>
              <a:ext cx="40640" cy="80645"/>
            </a:xfrm>
            <a:custGeom>
              <a:avLst/>
              <a:gdLst/>
              <a:ahLst/>
              <a:cxnLst/>
              <a:rect l="l" t="t" r="r" b="b"/>
              <a:pathLst>
                <a:path w="40640" h="80645">
                  <a:moveTo>
                    <a:pt x="21526" y="0"/>
                  </a:moveTo>
                  <a:lnTo>
                    <a:pt x="10189" y="8773"/>
                  </a:lnTo>
                  <a:lnTo>
                    <a:pt x="2818" y="21778"/>
                  </a:lnTo>
                  <a:lnTo>
                    <a:pt x="0" y="37749"/>
                  </a:lnTo>
                  <a:lnTo>
                    <a:pt x="2322" y="55422"/>
                  </a:lnTo>
                  <a:lnTo>
                    <a:pt x="18060" y="80646"/>
                  </a:lnTo>
                  <a:lnTo>
                    <a:pt x="24300" y="80311"/>
                  </a:lnTo>
                  <a:lnTo>
                    <a:pt x="27902" y="76845"/>
                  </a:lnTo>
                  <a:lnTo>
                    <a:pt x="34862" y="67329"/>
                  </a:lnTo>
                  <a:lnTo>
                    <a:pt x="39045" y="55567"/>
                  </a:lnTo>
                  <a:lnTo>
                    <a:pt x="40143" y="42217"/>
                  </a:lnTo>
                  <a:lnTo>
                    <a:pt x="37850" y="27936"/>
                  </a:lnTo>
                  <a:lnTo>
                    <a:pt x="35259" y="20376"/>
                  </a:lnTo>
                  <a:lnTo>
                    <a:pt x="31647" y="13151"/>
                  </a:lnTo>
                  <a:lnTo>
                    <a:pt x="27055" y="6335"/>
                  </a:lnTo>
                  <a:lnTo>
                    <a:pt x="21526" y="0"/>
                  </a:lnTo>
                  <a:close/>
                </a:path>
              </a:pathLst>
            </a:custGeom>
            <a:solidFill>
              <a:srgbClr val="6B3D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699080" y="4660556"/>
              <a:ext cx="66935" cy="78519"/>
            </a:xfrm>
            <a:prstGeom prst="rect">
              <a:avLst/>
            </a:prstGeom>
          </p:spPr>
        </p:pic>
        <p:pic>
          <p:nvPicPr>
            <p:cNvPr id="70" name="object 70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779905" y="4225975"/>
              <a:ext cx="92518" cy="76623"/>
            </a:xfrm>
            <a:prstGeom prst="rect">
              <a:avLst/>
            </a:prstGeom>
          </p:spPr>
        </p:pic>
        <p:sp>
          <p:nvSpPr>
            <p:cNvPr id="71" name="object 71" descr=""/>
            <p:cNvSpPr/>
            <p:nvPr/>
          </p:nvSpPr>
          <p:spPr>
            <a:xfrm>
              <a:off x="6893913" y="4380471"/>
              <a:ext cx="0" cy="575310"/>
            </a:xfrm>
            <a:custGeom>
              <a:avLst/>
              <a:gdLst/>
              <a:ahLst/>
              <a:cxnLst/>
              <a:rect l="l" t="t" r="r" b="b"/>
              <a:pathLst>
                <a:path w="0" h="575310">
                  <a:moveTo>
                    <a:pt x="0" y="0"/>
                  </a:moveTo>
                  <a:lnTo>
                    <a:pt x="0" y="575165"/>
                  </a:lnTo>
                </a:path>
              </a:pathLst>
            </a:custGeom>
            <a:ln w="10470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6893913" y="4362765"/>
              <a:ext cx="74295" cy="198755"/>
            </a:xfrm>
            <a:custGeom>
              <a:avLst/>
              <a:gdLst/>
              <a:ahLst/>
              <a:cxnLst/>
              <a:rect l="l" t="t" r="r" b="b"/>
              <a:pathLst>
                <a:path w="74295" h="198754">
                  <a:moveTo>
                    <a:pt x="73893" y="0"/>
                  </a:moveTo>
                  <a:lnTo>
                    <a:pt x="73893" y="64814"/>
                  </a:lnTo>
                  <a:lnTo>
                    <a:pt x="72053" y="81860"/>
                  </a:lnTo>
                  <a:lnTo>
                    <a:pt x="66652" y="98212"/>
                  </a:lnTo>
                  <a:lnTo>
                    <a:pt x="57866" y="113475"/>
                  </a:lnTo>
                  <a:lnTo>
                    <a:pt x="45872" y="127252"/>
                  </a:lnTo>
                  <a:lnTo>
                    <a:pt x="21402" y="150571"/>
                  </a:lnTo>
                  <a:lnTo>
                    <a:pt x="12240" y="161101"/>
                  </a:lnTo>
                  <a:lnTo>
                    <a:pt x="5529" y="172763"/>
                  </a:lnTo>
                  <a:lnTo>
                    <a:pt x="1404" y="185255"/>
                  </a:lnTo>
                  <a:lnTo>
                    <a:pt x="0" y="198276"/>
                  </a:lnTo>
                </a:path>
              </a:pathLst>
            </a:custGeom>
            <a:ln w="10470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6754136" y="4711488"/>
              <a:ext cx="140335" cy="71120"/>
            </a:xfrm>
            <a:custGeom>
              <a:avLst/>
              <a:gdLst/>
              <a:ahLst/>
              <a:cxnLst/>
              <a:rect l="l" t="t" r="r" b="b"/>
              <a:pathLst>
                <a:path w="140334" h="71120">
                  <a:moveTo>
                    <a:pt x="0" y="0"/>
                  </a:moveTo>
                  <a:lnTo>
                    <a:pt x="17018" y="16414"/>
                  </a:lnTo>
                  <a:lnTo>
                    <a:pt x="37907" y="28698"/>
                  </a:lnTo>
                  <a:lnTo>
                    <a:pt x="61658" y="36399"/>
                  </a:lnTo>
                  <a:lnTo>
                    <a:pt x="87264" y="39066"/>
                  </a:lnTo>
                  <a:lnTo>
                    <a:pt x="102520" y="39066"/>
                  </a:lnTo>
                  <a:lnTo>
                    <a:pt x="117014" y="41542"/>
                  </a:lnTo>
                  <a:lnTo>
                    <a:pt x="128852" y="48294"/>
                  </a:lnTo>
                  <a:lnTo>
                    <a:pt x="136837" y="58309"/>
                  </a:lnTo>
                  <a:lnTo>
                    <a:pt x="139775" y="70573"/>
                  </a:lnTo>
                </a:path>
              </a:pathLst>
            </a:custGeom>
            <a:ln w="10470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6968305" y="4394610"/>
              <a:ext cx="31750" cy="36195"/>
            </a:xfrm>
            <a:custGeom>
              <a:avLst/>
              <a:gdLst/>
              <a:ahLst/>
              <a:cxnLst/>
              <a:rect l="l" t="t" r="r" b="b"/>
              <a:pathLst>
                <a:path w="31750" h="36195">
                  <a:moveTo>
                    <a:pt x="31705" y="0"/>
                  </a:moveTo>
                  <a:lnTo>
                    <a:pt x="31705" y="15046"/>
                  </a:lnTo>
                  <a:lnTo>
                    <a:pt x="31716" y="21632"/>
                  </a:lnTo>
                  <a:lnTo>
                    <a:pt x="25412" y="26983"/>
                  </a:lnTo>
                  <a:lnTo>
                    <a:pt x="17632" y="26983"/>
                  </a:lnTo>
                  <a:lnTo>
                    <a:pt x="10554" y="26983"/>
                  </a:lnTo>
                  <a:lnTo>
                    <a:pt x="4722" y="26983"/>
                  </a:lnTo>
                  <a:lnTo>
                    <a:pt x="0" y="30983"/>
                  </a:lnTo>
                  <a:lnTo>
                    <a:pt x="0" y="35915"/>
                  </a:lnTo>
                </a:path>
              </a:pathLst>
            </a:custGeom>
            <a:ln w="10470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6842510" y="4302110"/>
              <a:ext cx="51435" cy="168275"/>
            </a:xfrm>
            <a:custGeom>
              <a:avLst/>
              <a:gdLst/>
              <a:ahLst/>
              <a:cxnLst/>
              <a:rect l="l" t="t" r="r" b="b"/>
              <a:pathLst>
                <a:path w="51434" h="168275">
                  <a:moveTo>
                    <a:pt x="0" y="0"/>
                  </a:moveTo>
                  <a:lnTo>
                    <a:pt x="0" y="124257"/>
                  </a:lnTo>
                  <a:lnTo>
                    <a:pt x="2242" y="133666"/>
                  </a:lnTo>
                  <a:lnTo>
                    <a:pt x="8358" y="141349"/>
                  </a:lnTo>
                  <a:lnTo>
                    <a:pt x="17431" y="146530"/>
                  </a:lnTo>
                  <a:lnTo>
                    <a:pt x="28543" y="148435"/>
                  </a:lnTo>
                  <a:lnTo>
                    <a:pt x="37438" y="149955"/>
                  </a:lnTo>
                  <a:lnTo>
                    <a:pt x="44704" y="154100"/>
                  </a:lnTo>
                  <a:lnTo>
                    <a:pt x="49604" y="160247"/>
                  </a:lnTo>
                  <a:lnTo>
                    <a:pt x="51401" y="167774"/>
                  </a:lnTo>
                </a:path>
              </a:pathLst>
            </a:custGeom>
            <a:ln w="10470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6893936" y="4674250"/>
              <a:ext cx="65405" cy="50800"/>
            </a:xfrm>
            <a:custGeom>
              <a:avLst/>
              <a:gdLst/>
              <a:ahLst/>
              <a:cxnLst/>
              <a:rect l="l" t="t" r="r" b="b"/>
              <a:pathLst>
                <a:path w="65404" h="50800">
                  <a:moveTo>
                    <a:pt x="65139" y="0"/>
                  </a:moveTo>
                  <a:lnTo>
                    <a:pt x="65139" y="8963"/>
                  </a:lnTo>
                  <a:lnTo>
                    <a:pt x="62693" y="19221"/>
                  </a:lnTo>
                  <a:lnTo>
                    <a:pt x="56021" y="27598"/>
                  </a:lnTo>
                  <a:lnTo>
                    <a:pt x="46126" y="33247"/>
                  </a:lnTo>
                  <a:lnTo>
                    <a:pt x="34009" y="35318"/>
                  </a:lnTo>
                  <a:lnTo>
                    <a:pt x="17842" y="35318"/>
                  </a:lnTo>
                  <a:lnTo>
                    <a:pt x="7989" y="35318"/>
                  </a:lnTo>
                  <a:lnTo>
                    <a:pt x="0" y="42082"/>
                  </a:lnTo>
                  <a:lnTo>
                    <a:pt x="0" y="50427"/>
                  </a:lnTo>
                </a:path>
              </a:pathLst>
            </a:custGeom>
            <a:ln w="10470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6824024" y="4725255"/>
              <a:ext cx="30480" cy="25400"/>
            </a:xfrm>
            <a:custGeom>
              <a:avLst/>
              <a:gdLst/>
              <a:ahLst/>
              <a:cxnLst/>
              <a:rect l="l" t="t" r="r" b="b"/>
              <a:pathLst>
                <a:path w="30479" h="25400">
                  <a:moveTo>
                    <a:pt x="0" y="0"/>
                  </a:moveTo>
                  <a:lnTo>
                    <a:pt x="2356" y="9882"/>
                  </a:lnTo>
                  <a:lnTo>
                    <a:pt x="8782" y="17953"/>
                  </a:lnTo>
                  <a:lnTo>
                    <a:pt x="18314" y="23396"/>
                  </a:lnTo>
                  <a:lnTo>
                    <a:pt x="29988" y="25391"/>
                  </a:lnTo>
                </a:path>
              </a:pathLst>
            </a:custGeom>
            <a:ln w="10470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6810504" y="4326715"/>
              <a:ext cx="32384" cy="54610"/>
            </a:xfrm>
            <a:custGeom>
              <a:avLst/>
              <a:gdLst/>
              <a:ahLst/>
              <a:cxnLst/>
              <a:rect l="l" t="t" r="r" b="b"/>
              <a:pathLst>
                <a:path w="32384" h="54610">
                  <a:moveTo>
                    <a:pt x="0" y="0"/>
                  </a:moveTo>
                  <a:lnTo>
                    <a:pt x="0" y="27203"/>
                  </a:lnTo>
                  <a:lnTo>
                    <a:pt x="1560" y="33750"/>
                  </a:lnTo>
                  <a:lnTo>
                    <a:pt x="5816" y="39099"/>
                  </a:lnTo>
                  <a:lnTo>
                    <a:pt x="12130" y="42706"/>
                  </a:lnTo>
                  <a:lnTo>
                    <a:pt x="19863" y="44030"/>
                  </a:lnTo>
                  <a:lnTo>
                    <a:pt x="26543" y="44009"/>
                  </a:lnTo>
                  <a:lnTo>
                    <a:pt x="31978" y="48574"/>
                  </a:lnTo>
                  <a:lnTo>
                    <a:pt x="32009" y="54239"/>
                  </a:lnTo>
                </a:path>
              </a:pathLst>
            </a:custGeom>
            <a:ln w="10470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9" name="object 79" descr=""/>
          <p:cNvGrpSpPr/>
          <p:nvPr/>
        </p:nvGrpSpPr>
        <p:grpSpPr>
          <a:xfrm>
            <a:off x="10604852" y="3256369"/>
            <a:ext cx="681990" cy="1698625"/>
            <a:chOff x="10604852" y="3256369"/>
            <a:chExt cx="681990" cy="1698625"/>
          </a:xfrm>
        </p:grpSpPr>
        <p:sp>
          <p:nvSpPr>
            <p:cNvPr id="80" name="object 80" descr=""/>
            <p:cNvSpPr/>
            <p:nvPr/>
          </p:nvSpPr>
          <p:spPr>
            <a:xfrm>
              <a:off x="10604852" y="3256369"/>
              <a:ext cx="681990" cy="1230630"/>
            </a:xfrm>
            <a:custGeom>
              <a:avLst/>
              <a:gdLst/>
              <a:ahLst/>
              <a:cxnLst/>
              <a:rect l="l" t="t" r="r" b="b"/>
              <a:pathLst>
                <a:path w="681990" h="1230629">
                  <a:moveTo>
                    <a:pt x="340743" y="0"/>
                  </a:moveTo>
                  <a:lnTo>
                    <a:pt x="147697" y="264972"/>
                  </a:lnTo>
                  <a:lnTo>
                    <a:pt x="90430" y="451665"/>
                  </a:lnTo>
                  <a:lnTo>
                    <a:pt x="103824" y="562157"/>
                  </a:lnTo>
                  <a:lnTo>
                    <a:pt x="122760" y="598526"/>
                  </a:lnTo>
                  <a:lnTo>
                    <a:pt x="75190" y="678656"/>
                  </a:lnTo>
                  <a:lnTo>
                    <a:pt x="47018" y="740773"/>
                  </a:lnTo>
                  <a:lnTo>
                    <a:pt x="27160" y="816743"/>
                  </a:lnTo>
                  <a:lnTo>
                    <a:pt x="4534" y="938432"/>
                  </a:lnTo>
                  <a:lnTo>
                    <a:pt x="0" y="987637"/>
                  </a:lnTo>
                  <a:lnTo>
                    <a:pt x="4292" y="1031890"/>
                  </a:lnTo>
                  <a:lnTo>
                    <a:pt x="16538" y="1071321"/>
                  </a:lnTo>
                  <a:lnTo>
                    <a:pt x="35866" y="1106056"/>
                  </a:lnTo>
                  <a:lnTo>
                    <a:pt x="61403" y="1136225"/>
                  </a:lnTo>
                  <a:lnTo>
                    <a:pt x="92277" y="1161955"/>
                  </a:lnTo>
                  <a:lnTo>
                    <a:pt x="127615" y="1183375"/>
                  </a:lnTo>
                  <a:lnTo>
                    <a:pt x="166546" y="1200613"/>
                  </a:lnTo>
                  <a:lnTo>
                    <a:pt x="208196" y="1213796"/>
                  </a:lnTo>
                  <a:lnTo>
                    <a:pt x="251694" y="1223055"/>
                  </a:lnTo>
                  <a:lnTo>
                    <a:pt x="296167" y="1228516"/>
                  </a:lnTo>
                  <a:lnTo>
                    <a:pt x="340743" y="1230308"/>
                  </a:lnTo>
                  <a:lnTo>
                    <a:pt x="385319" y="1228516"/>
                  </a:lnTo>
                  <a:lnTo>
                    <a:pt x="429792" y="1223055"/>
                  </a:lnTo>
                  <a:lnTo>
                    <a:pt x="473290" y="1213796"/>
                  </a:lnTo>
                  <a:lnTo>
                    <a:pt x="514940" y="1200613"/>
                  </a:lnTo>
                  <a:lnTo>
                    <a:pt x="553871" y="1183375"/>
                  </a:lnTo>
                  <a:lnTo>
                    <a:pt x="589209" y="1161955"/>
                  </a:lnTo>
                  <a:lnTo>
                    <a:pt x="620083" y="1136225"/>
                  </a:lnTo>
                  <a:lnTo>
                    <a:pt x="645620" y="1106056"/>
                  </a:lnTo>
                  <a:lnTo>
                    <a:pt x="664948" y="1071321"/>
                  </a:lnTo>
                  <a:lnTo>
                    <a:pt x="677195" y="1031890"/>
                  </a:lnTo>
                  <a:lnTo>
                    <a:pt x="681487" y="987637"/>
                  </a:lnTo>
                  <a:lnTo>
                    <a:pt x="676953" y="938432"/>
                  </a:lnTo>
                  <a:lnTo>
                    <a:pt x="642895" y="798038"/>
                  </a:lnTo>
                  <a:lnTo>
                    <a:pt x="603986" y="690893"/>
                  </a:lnTo>
                  <a:lnTo>
                    <a:pt x="572004" y="622542"/>
                  </a:lnTo>
                  <a:lnTo>
                    <a:pt x="558726" y="598526"/>
                  </a:lnTo>
                  <a:lnTo>
                    <a:pt x="644681" y="481106"/>
                  </a:lnTo>
                  <a:lnTo>
                    <a:pt x="650626" y="379620"/>
                  </a:lnTo>
                  <a:lnTo>
                    <a:pt x="556126" y="237955"/>
                  </a:lnTo>
                  <a:lnTo>
                    <a:pt x="340743" y="0"/>
                  </a:lnTo>
                  <a:close/>
                </a:path>
              </a:pathLst>
            </a:custGeom>
            <a:solidFill>
              <a:srgbClr val="F7AC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10945595" y="3559325"/>
              <a:ext cx="0" cy="1391920"/>
            </a:xfrm>
            <a:custGeom>
              <a:avLst/>
              <a:gdLst/>
              <a:ahLst/>
              <a:cxnLst/>
              <a:rect l="l" t="t" r="r" b="b"/>
              <a:pathLst>
                <a:path w="0" h="1391920">
                  <a:moveTo>
                    <a:pt x="0" y="0"/>
                  </a:moveTo>
                  <a:lnTo>
                    <a:pt x="0" y="1391643"/>
                  </a:lnTo>
                </a:path>
              </a:pathLst>
            </a:custGeom>
            <a:ln w="7622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10723918" y="4950966"/>
              <a:ext cx="443865" cy="0"/>
            </a:xfrm>
            <a:custGeom>
              <a:avLst/>
              <a:gdLst/>
              <a:ahLst/>
              <a:cxnLst/>
              <a:rect l="l" t="t" r="r" b="b"/>
              <a:pathLst>
                <a:path w="443865" h="0">
                  <a:moveTo>
                    <a:pt x="0" y="0"/>
                  </a:moveTo>
                  <a:lnTo>
                    <a:pt x="443358" y="0"/>
                  </a:lnTo>
                </a:path>
              </a:pathLst>
            </a:custGeom>
            <a:ln w="7622">
              <a:solidFill>
                <a:srgbClr val="CFBE8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3" name="object 83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604852" y="3256369"/>
              <a:ext cx="681487" cy="1230308"/>
            </a:xfrm>
            <a:prstGeom prst="rect">
              <a:avLst/>
            </a:prstGeom>
          </p:spPr>
        </p:pic>
      </p:grpSp>
      <p:sp>
        <p:nvSpPr>
          <p:cNvPr id="84" name="object 84" descr=""/>
          <p:cNvSpPr/>
          <p:nvPr/>
        </p:nvSpPr>
        <p:spPr>
          <a:xfrm>
            <a:off x="9948964" y="3089039"/>
            <a:ext cx="71755" cy="535305"/>
          </a:xfrm>
          <a:custGeom>
            <a:avLst/>
            <a:gdLst/>
            <a:ahLst/>
            <a:cxnLst/>
            <a:rect l="l" t="t" r="r" b="b"/>
            <a:pathLst>
              <a:path w="71754" h="535304">
                <a:moveTo>
                  <a:pt x="71259" y="0"/>
                </a:moveTo>
                <a:lnTo>
                  <a:pt x="25857" y="0"/>
                </a:lnTo>
                <a:lnTo>
                  <a:pt x="25857" y="98221"/>
                </a:lnTo>
                <a:lnTo>
                  <a:pt x="0" y="98221"/>
                </a:lnTo>
                <a:lnTo>
                  <a:pt x="0" y="534746"/>
                </a:lnTo>
                <a:lnTo>
                  <a:pt x="71259" y="534746"/>
                </a:lnTo>
                <a:lnTo>
                  <a:pt x="71259" y="98221"/>
                </a:lnTo>
                <a:lnTo>
                  <a:pt x="71259" y="0"/>
                </a:lnTo>
                <a:close/>
              </a:path>
            </a:pathLst>
          </a:custGeom>
          <a:solidFill>
            <a:srgbClr val="E8DC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 descr=""/>
          <p:cNvSpPr/>
          <p:nvPr/>
        </p:nvSpPr>
        <p:spPr>
          <a:xfrm>
            <a:off x="6969599" y="4349595"/>
            <a:ext cx="1095375" cy="15875"/>
          </a:xfrm>
          <a:custGeom>
            <a:avLst/>
            <a:gdLst/>
            <a:ahLst/>
            <a:cxnLst/>
            <a:rect l="l" t="t" r="r" b="b"/>
            <a:pathLst>
              <a:path w="1095375" h="15875">
                <a:moveTo>
                  <a:pt x="0" y="15570"/>
                </a:moveTo>
                <a:lnTo>
                  <a:pt x="1095275" y="15570"/>
                </a:lnTo>
                <a:lnTo>
                  <a:pt x="1095275" y="0"/>
                </a:lnTo>
                <a:lnTo>
                  <a:pt x="0" y="0"/>
                </a:lnTo>
                <a:lnTo>
                  <a:pt x="0" y="15570"/>
                </a:lnTo>
                <a:close/>
              </a:path>
            </a:pathLst>
          </a:custGeom>
          <a:solidFill>
            <a:srgbClr val="E181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 descr=""/>
          <p:cNvSpPr/>
          <p:nvPr/>
        </p:nvSpPr>
        <p:spPr>
          <a:xfrm>
            <a:off x="6969599" y="4365165"/>
            <a:ext cx="1106805" cy="405765"/>
          </a:xfrm>
          <a:custGeom>
            <a:avLst/>
            <a:gdLst/>
            <a:ahLst/>
            <a:cxnLst/>
            <a:rect l="l" t="t" r="r" b="b"/>
            <a:pathLst>
              <a:path w="1106804" h="405764">
                <a:moveTo>
                  <a:pt x="0" y="405715"/>
                </a:moveTo>
                <a:lnTo>
                  <a:pt x="1106636" y="405715"/>
                </a:lnTo>
                <a:lnTo>
                  <a:pt x="1106636" y="0"/>
                </a:lnTo>
                <a:lnTo>
                  <a:pt x="0" y="0"/>
                </a:lnTo>
                <a:lnTo>
                  <a:pt x="0" y="405715"/>
                </a:lnTo>
                <a:close/>
              </a:path>
            </a:pathLst>
          </a:custGeom>
          <a:solidFill>
            <a:srgbClr val="E181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 descr=""/>
          <p:cNvSpPr/>
          <p:nvPr/>
        </p:nvSpPr>
        <p:spPr>
          <a:xfrm>
            <a:off x="6969599" y="4302528"/>
            <a:ext cx="151765" cy="47625"/>
          </a:xfrm>
          <a:custGeom>
            <a:avLst/>
            <a:gdLst/>
            <a:ahLst/>
            <a:cxnLst/>
            <a:rect l="l" t="t" r="r" b="b"/>
            <a:pathLst>
              <a:path w="151765" h="47625">
                <a:moveTo>
                  <a:pt x="0" y="47066"/>
                </a:moveTo>
                <a:lnTo>
                  <a:pt x="151220" y="47066"/>
                </a:lnTo>
                <a:lnTo>
                  <a:pt x="151220" y="0"/>
                </a:lnTo>
                <a:lnTo>
                  <a:pt x="0" y="0"/>
                </a:lnTo>
                <a:lnTo>
                  <a:pt x="0" y="47066"/>
                </a:lnTo>
                <a:close/>
              </a:path>
            </a:pathLst>
          </a:custGeom>
          <a:solidFill>
            <a:srgbClr val="E181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 descr=""/>
          <p:cNvSpPr/>
          <p:nvPr/>
        </p:nvSpPr>
        <p:spPr>
          <a:xfrm>
            <a:off x="6969599" y="4770880"/>
            <a:ext cx="163195" cy="59690"/>
          </a:xfrm>
          <a:custGeom>
            <a:avLst/>
            <a:gdLst/>
            <a:ahLst/>
            <a:cxnLst/>
            <a:rect l="l" t="t" r="r" b="b"/>
            <a:pathLst>
              <a:path w="163195" h="59689">
                <a:moveTo>
                  <a:pt x="0" y="59568"/>
                </a:moveTo>
                <a:lnTo>
                  <a:pt x="162581" y="59568"/>
                </a:lnTo>
                <a:lnTo>
                  <a:pt x="162581" y="0"/>
                </a:lnTo>
                <a:lnTo>
                  <a:pt x="0" y="0"/>
                </a:lnTo>
                <a:lnTo>
                  <a:pt x="0" y="59568"/>
                </a:lnTo>
                <a:close/>
              </a:path>
            </a:pathLst>
          </a:custGeom>
          <a:solidFill>
            <a:srgbClr val="E181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 descr=""/>
          <p:cNvSpPr/>
          <p:nvPr/>
        </p:nvSpPr>
        <p:spPr>
          <a:xfrm>
            <a:off x="6969595" y="4120038"/>
            <a:ext cx="2980690" cy="182880"/>
          </a:xfrm>
          <a:custGeom>
            <a:avLst/>
            <a:gdLst/>
            <a:ahLst/>
            <a:cxnLst/>
            <a:rect l="l" t="t" r="r" b="b"/>
            <a:pathLst>
              <a:path w="2980690" h="182879">
                <a:moveTo>
                  <a:pt x="2980525" y="0"/>
                </a:moveTo>
                <a:lnTo>
                  <a:pt x="0" y="0"/>
                </a:lnTo>
                <a:lnTo>
                  <a:pt x="0" y="168694"/>
                </a:lnTo>
                <a:lnTo>
                  <a:pt x="0" y="182499"/>
                </a:lnTo>
                <a:lnTo>
                  <a:pt x="2980525" y="182499"/>
                </a:lnTo>
                <a:lnTo>
                  <a:pt x="2980525" y="168694"/>
                </a:lnTo>
                <a:lnTo>
                  <a:pt x="2980525" y="0"/>
                </a:lnTo>
                <a:close/>
              </a:path>
            </a:pathLst>
          </a:custGeom>
          <a:solidFill>
            <a:srgbClr val="E181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 descr=""/>
          <p:cNvSpPr/>
          <p:nvPr/>
        </p:nvSpPr>
        <p:spPr>
          <a:xfrm>
            <a:off x="7928931" y="4302528"/>
            <a:ext cx="136525" cy="47625"/>
          </a:xfrm>
          <a:custGeom>
            <a:avLst/>
            <a:gdLst/>
            <a:ahLst/>
            <a:cxnLst/>
            <a:rect l="l" t="t" r="r" b="b"/>
            <a:pathLst>
              <a:path w="136525" h="47625">
                <a:moveTo>
                  <a:pt x="0" y="47066"/>
                </a:moveTo>
                <a:lnTo>
                  <a:pt x="135943" y="47066"/>
                </a:lnTo>
                <a:lnTo>
                  <a:pt x="135943" y="0"/>
                </a:lnTo>
                <a:lnTo>
                  <a:pt x="0" y="0"/>
                </a:lnTo>
                <a:lnTo>
                  <a:pt x="0" y="47066"/>
                </a:lnTo>
                <a:close/>
              </a:path>
            </a:pathLst>
          </a:custGeom>
          <a:solidFill>
            <a:srgbClr val="E181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 descr=""/>
          <p:cNvSpPr/>
          <p:nvPr/>
        </p:nvSpPr>
        <p:spPr>
          <a:xfrm>
            <a:off x="7915036" y="4770880"/>
            <a:ext cx="161290" cy="59690"/>
          </a:xfrm>
          <a:custGeom>
            <a:avLst/>
            <a:gdLst/>
            <a:ahLst/>
            <a:cxnLst/>
            <a:rect l="l" t="t" r="r" b="b"/>
            <a:pathLst>
              <a:path w="161290" h="59689">
                <a:moveTo>
                  <a:pt x="0" y="59568"/>
                </a:moveTo>
                <a:lnTo>
                  <a:pt x="161199" y="59568"/>
                </a:lnTo>
                <a:lnTo>
                  <a:pt x="161199" y="0"/>
                </a:lnTo>
                <a:lnTo>
                  <a:pt x="0" y="0"/>
                </a:lnTo>
                <a:lnTo>
                  <a:pt x="0" y="59568"/>
                </a:lnTo>
                <a:close/>
              </a:path>
            </a:pathLst>
          </a:custGeom>
          <a:solidFill>
            <a:srgbClr val="E181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 descr=""/>
          <p:cNvSpPr/>
          <p:nvPr/>
        </p:nvSpPr>
        <p:spPr>
          <a:xfrm>
            <a:off x="8872986" y="4302528"/>
            <a:ext cx="1077595" cy="47625"/>
          </a:xfrm>
          <a:custGeom>
            <a:avLst/>
            <a:gdLst/>
            <a:ahLst/>
            <a:cxnLst/>
            <a:rect l="l" t="t" r="r" b="b"/>
            <a:pathLst>
              <a:path w="1077595" h="47625">
                <a:moveTo>
                  <a:pt x="0" y="47066"/>
                </a:moveTo>
                <a:lnTo>
                  <a:pt x="1077139" y="47066"/>
                </a:lnTo>
                <a:lnTo>
                  <a:pt x="1077139" y="0"/>
                </a:lnTo>
                <a:lnTo>
                  <a:pt x="0" y="0"/>
                </a:lnTo>
                <a:lnTo>
                  <a:pt x="0" y="47066"/>
                </a:lnTo>
                <a:close/>
              </a:path>
            </a:pathLst>
          </a:custGeom>
          <a:solidFill>
            <a:srgbClr val="E181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 descr=""/>
          <p:cNvSpPr/>
          <p:nvPr/>
        </p:nvSpPr>
        <p:spPr>
          <a:xfrm>
            <a:off x="8859091" y="4770880"/>
            <a:ext cx="1091565" cy="59690"/>
          </a:xfrm>
          <a:custGeom>
            <a:avLst/>
            <a:gdLst/>
            <a:ahLst/>
            <a:cxnLst/>
            <a:rect l="l" t="t" r="r" b="b"/>
            <a:pathLst>
              <a:path w="1091565" h="59689">
                <a:moveTo>
                  <a:pt x="0" y="59568"/>
                </a:moveTo>
                <a:lnTo>
                  <a:pt x="1091034" y="59568"/>
                </a:lnTo>
                <a:lnTo>
                  <a:pt x="1091034" y="0"/>
                </a:lnTo>
                <a:lnTo>
                  <a:pt x="0" y="0"/>
                </a:lnTo>
                <a:lnTo>
                  <a:pt x="0" y="59568"/>
                </a:lnTo>
                <a:close/>
              </a:path>
            </a:pathLst>
          </a:custGeom>
          <a:solidFill>
            <a:srgbClr val="E181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 descr=""/>
          <p:cNvSpPr/>
          <p:nvPr/>
        </p:nvSpPr>
        <p:spPr>
          <a:xfrm>
            <a:off x="8872986" y="4349595"/>
            <a:ext cx="1077595" cy="15875"/>
          </a:xfrm>
          <a:custGeom>
            <a:avLst/>
            <a:gdLst/>
            <a:ahLst/>
            <a:cxnLst/>
            <a:rect l="l" t="t" r="r" b="b"/>
            <a:pathLst>
              <a:path w="1077595" h="15875">
                <a:moveTo>
                  <a:pt x="0" y="15570"/>
                </a:moveTo>
                <a:lnTo>
                  <a:pt x="1077139" y="15570"/>
                </a:lnTo>
                <a:lnTo>
                  <a:pt x="1077139" y="0"/>
                </a:lnTo>
                <a:lnTo>
                  <a:pt x="0" y="0"/>
                </a:lnTo>
                <a:lnTo>
                  <a:pt x="0" y="15570"/>
                </a:lnTo>
                <a:close/>
              </a:path>
            </a:pathLst>
          </a:custGeom>
          <a:solidFill>
            <a:srgbClr val="E181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 descr=""/>
          <p:cNvSpPr/>
          <p:nvPr/>
        </p:nvSpPr>
        <p:spPr>
          <a:xfrm>
            <a:off x="8859091" y="4365165"/>
            <a:ext cx="1091565" cy="405765"/>
          </a:xfrm>
          <a:custGeom>
            <a:avLst/>
            <a:gdLst/>
            <a:ahLst/>
            <a:cxnLst/>
            <a:rect l="l" t="t" r="r" b="b"/>
            <a:pathLst>
              <a:path w="1091565" h="405764">
                <a:moveTo>
                  <a:pt x="0" y="405715"/>
                </a:moveTo>
                <a:lnTo>
                  <a:pt x="1091034" y="405715"/>
                </a:lnTo>
                <a:lnTo>
                  <a:pt x="1091034" y="0"/>
                </a:lnTo>
                <a:lnTo>
                  <a:pt x="0" y="0"/>
                </a:lnTo>
                <a:lnTo>
                  <a:pt x="0" y="405715"/>
                </a:lnTo>
                <a:close/>
              </a:path>
            </a:pathLst>
          </a:custGeom>
          <a:solidFill>
            <a:srgbClr val="E181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 descr=""/>
          <p:cNvSpPr/>
          <p:nvPr/>
        </p:nvSpPr>
        <p:spPr>
          <a:xfrm>
            <a:off x="6938123" y="4830449"/>
            <a:ext cx="194310" cy="35560"/>
          </a:xfrm>
          <a:custGeom>
            <a:avLst/>
            <a:gdLst/>
            <a:ahLst/>
            <a:cxnLst/>
            <a:rect l="l" t="t" r="r" b="b"/>
            <a:pathLst>
              <a:path w="194309" h="35560">
                <a:moveTo>
                  <a:pt x="0" y="35286"/>
                </a:moveTo>
                <a:lnTo>
                  <a:pt x="194056" y="35286"/>
                </a:lnTo>
                <a:lnTo>
                  <a:pt x="194056" y="0"/>
                </a:lnTo>
                <a:lnTo>
                  <a:pt x="0" y="0"/>
                </a:lnTo>
                <a:lnTo>
                  <a:pt x="0" y="35286"/>
                </a:lnTo>
                <a:close/>
              </a:path>
            </a:pathLst>
          </a:custGeom>
          <a:solidFill>
            <a:srgbClr val="DF76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 descr=""/>
          <p:cNvSpPr/>
          <p:nvPr/>
        </p:nvSpPr>
        <p:spPr>
          <a:xfrm>
            <a:off x="6938123" y="4865736"/>
            <a:ext cx="1138555" cy="74930"/>
          </a:xfrm>
          <a:custGeom>
            <a:avLst/>
            <a:gdLst/>
            <a:ahLst/>
            <a:cxnLst/>
            <a:rect l="l" t="t" r="r" b="b"/>
            <a:pathLst>
              <a:path w="1138554" h="74929">
                <a:moveTo>
                  <a:pt x="0" y="74730"/>
                </a:moveTo>
                <a:lnTo>
                  <a:pt x="1138111" y="74730"/>
                </a:lnTo>
                <a:lnTo>
                  <a:pt x="1138111" y="0"/>
                </a:lnTo>
                <a:lnTo>
                  <a:pt x="0" y="0"/>
                </a:lnTo>
                <a:lnTo>
                  <a:pt x="0" y="74730"/>
                </a:lnTo>
                <a:close/>
              </a:path>
            </a:pathLst>
          </a:custGeom>
          <a:solidFill>
            <a:srgbClr val="DF76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 descr=""/>
          <p:cNvSpPr/>
          <p:nvPr/>
        </p:nvSpPr>
        <p:spPr>
          <a:xfrm>
            <a:off x="6938112" y="4865744"/>
            <a:ext cx="3035935" cy="76200"/>
          </a:xfrm>
          <a:custGeom>
            <a:avLst/>
            <a:gdLst/>
            <a:ahLst/>
            <a:cxnLst/>
            <a:rect l="l" t="t" r="r" b="b"/>
            <a:pathLst>
              <a:path w="3035934" h="76200">
                <a:moveTo>
                  <a:pt x="3035389" y="0"/>
                </a:moveTo>
                <a:lnTo>
                  <a:pt x="1920976" y="0"/>
                </a:lnTo>
                <a:lnTo>
                  <a:pt x="1920976" y="74726"/>
                </a:lnTo>
                <a:lnTo>
                  <a:pt x="0" y="74726"/>
                </a:lnTo>
                <a:lnTo>
                  <a:pt x="0" y="75971"/>
                </a:lnTo>
                <a:lnTo>
                  <a:pt x="3035389" y="75971"/>
                </a:lnTo>
                <a:lnTo>
                  <a:pt x="3035389" y="74726"/>
                </a:lnTo>
                <a:lnTo>
                  <a:pt x="3035389" y="0"/>
                </a:lnTo>
                <a:close/>
              </a:path>
            </a:pathLst>
          </a:custGeom>
          <a:solidFill>
            <a:srgbClr val="DF76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 descr=""/>
          <p:cNvSpPr/>
          <p:nvPr/>
        </p:nvSpPr>
        <p:spPr>
          <a:xfrm>
            <a:off x="7915036" y="4830449"/>
            <a:ext cx="161290" cy="35560"/>
          </a:xfrm>
          <a:custGeom>
            <a:avLst/>
            <a:gdLst/>
            <a:ahLst/>
            <a:cxnLst/>
            <a:rect l="l" t="t" r="r" b="b"/>
            <a:pathLst>
              <a:path w="161290" h="35560">
                <a:moveTo>
                  <a:pt x="0" y="35286"/>
                </a:moveTo>
                <a:lnTo>
                  <a:pt x="161199" y="35286"/>
                </a:lnTo>
                <a:lnTo>
                  <a:pt x="161199" y="0"/>
                </a:lnTo>
                <a:lnTo>
                  <a:pt x="0" y="0"/>
                </a:lnTo>
                <a:lnTo>
                  <a:pt x="0" y="35286"/>
                </a:lnTo>
                <a:close/>
              </a:path>
            </a:pathLst>
          </a:custGeom>
          <a:solidFill>
            <a:srgbClr val="DF76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 descr=""/>
          <p:cNvSpPr/>
          <p:nvPr/>
        </p:nvSpPr>
        <p:spPr>
          <a:xfrm>
            <a:off x="8859091" y="4830449"/>
            <a:ext cx="1114425" cy="35560"/>
          </a:xfrm>
          <a:custGeom>
            <a:avLst/>
            <a:gdLst/>
            <a:ahLst/>
            <a:cxnLst/>
            <a:rect l="l" t="t" r="r" b="b"/>
            <a:pathLst>
              <a:path w="1114425" h="35560">
                <a:moveTo>
                  <a:pt x="0" y="35286"/>
                </a:moveTo>
                <a:lnTo>
                  <a:pt x="1114416" y="35286"/>
                </a:lnTo>
                <a:lnTo>
                  <a:pt x="1114416" y="0"/>
                </a:lnTo>
                <a:lnTo>
                  <a:pt x="0" y="0"/>
                </a:lnTo>
                <a:lnTo>
                  <a:pt x="0" y="35286"/>
                </a:lnTo>
                <a:close/>
              </a:path>
            </a:pathLst>
          </a:custGeom>
          <a:solidFill>
            <a:srgbClr val="DF763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1" name="object 101" descr=""/>
          <p:cNvGrpSpPr/>
          <p:nvPr/>
        </p:nvGrpSpPr>
        <p:grpSpPr>
          <a:xfrm>
            <a:off x="8468925" y="3187253"/>
            <a:ext cx="2359660" cy="1753870"/>
            <a:chOff x="8468925" y="3187253"/>
            <a:chExt cx="2359660" cy="1753870"/>
          </a:xfrm>
        </p:grpSpPr>
        <p:sp>
          <p:nvSpPr>
            <p:cNvPr id="102" name="object 102" descr=""/>
            <p:cNvSpPr/>
            <p:nvPr/>
          </p:nvSpPr>
          <p:spPr>
            <a:xfrm>
              <a:off x="8468925" y="3187253"/>
              <a:ext cx="1481455" cy="808355"/>
            </a:xfrm>
            <a:custGeom>
              <a:avLst/>
              <a:gdLst/>
              <a:ahLst/>
              <a:cxnLst/>
              <a:rect l="l" t="t" r="r" b="b"/>
              <a:pathLst>
                <a:path w="1481454" h="808354">
                  <a:moveTo>
                    <a:pt x="0" y="807745"/>
                  </a:moveTo>
                  <a:lnTo>
                    <a:pt x="1481200" y="807745"/>
                  </a:lnTo>
                  <a:lnTo>
                    <a:pt x="1481200" y="0"/>
                  </a:lnTo>
                  <a:lnTo>
                    <a:pt x="0" y="0"/>
                  </a:lnTo>
                  <a:lnTo>
                    <a:pt x="0" y="807745"/>
                  </a:lnTo>
                  <a:close/>
                </a:path>
              </a:pathLst>
            </a:custGeom>
            <a:solidFill>
              <a:srgbClr val="E181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9950126" y="3748817"/>
              <a:ext cx="878840" cy="1191895"/>
            </a:xfrm>
            <a:custGeom>
              <a:avLst/>
              <a:gdLst/>
              <a:ahLst/>
              <a:cxnLst/>
              <a:rect l="l" t="t" r="r" b="b"/>
              <a:pathLst>
                <a:path w="878840" h="1191895">
                  <a:moveTo>
                    <a:pt x="0" y="1191649"/>
                  </a:moveTo>
                  <a:lnTo>
                    <a:pt x="878276" y="1191649"/>
                  </a:lnTo>
                  <a:lnTo>
                    <a:pt x="878276" y="0"/>
                  </a:lnTo>
                  <a:lnTo>
                    <a:pt x="0" y="0"/>
                  </a:lnTo>
                  <a:lnTo>
                    <a:pt x="0" y="1191649"/>
                  </a:lnTo>
                  <a:close/>
                </a:path>
              </a:pathLst>
            </a:custGeom>
            <a:solidFill>
              <a:srgbClr val="DF76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9362448" y="4302528"/>
              <a:ext cx="424815" cy="563245"/>
            </a:xfrm>
            <a:custGeom>
              <a:avLst/>
              <a:gdLst/>
              <a:ahLst/>
              <a:cxnLst/>
              <a:rect l="l" t="t" r="r" b="b"/>
              <a:pathLst>
                <a:path w="424815" h="563245">
                  <a:moveTo>
                    <a:pt x="424594" y="0"/>
                  </a:moveTo>
                  <a:lnTo>
                    <a:pt x="0" y="0"/>
                  </a:lnTo>
                  <a:lnTo>
                    <a:pt x="0" y="563207"/>
                  </a:lnTo>
                  <a:lnTo>
                    <a:pt x="424594" y="563207"/>
                  </a:lnTo>
                  <a:lnTo>
                    <a:pt x="424594" y="0"/>
                  </a:lnTo>
                  <a:close/>
                </a:path>
              </a:pathLst>
            </a:custGeom>
            <a:solidFill>
              <a:srgbClr val="C2470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9379075" y="4321533"/>
              <a:ext cx="393700" cy="525780"/>
            </a:xfrm>
            <a:custGeom>
              <a:avLst/>
              <a:gdLst/>
              <a:ahLst/>
              <a:cxnLst/>
              <a:rect l="l" t="t" r="r" b="b"/>
              <a:pathLst>
                <a:path w="393700" h="525779">
                  <a:moveTo>
                    <a:pt x="393359" y="0"/>
                  </a:moveTo>
                  <a:lnTo>
                    <a:pt x="0" y="0"/>
                  </a:lnTo>
                  <a:lnTo>
                    <a:pt x="0" y="525198"/>
                  </a:lnTo>
                  <a:lnTo>
                    <a:pt x="393359" y="525198"/>
                  </a:lnTo>
                  <a:lnTo>
                    <a:pt x="393359" y="0"/>
                  </a:lnTo>
                  <a:close/>
                </a:path>
              </a:pathLst>
            </a:custGeom>
            <a:solidFill>
              <a:srgbClr val="DECC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9570430" y="4314955"/>
              <a:ext cx="18415" cy="541655"/>
            </a:xfrm>
            <a:custGeom>
              <a:avLst/>
              <a:gdLst/>
              <a:ahLst/>
              <a:cxnLst/>
              <a:rect l="l" t="t" r="r" b="b"/>
              <a:pathLst>
                <a:path w="18415" h="541654">
                  <a:moveTo>
                    <a:pt x="18407" y="0"/>
                  </a:moveTo>
                  <a:lnTo>
                    <a:pt x="0" y="104"/>
                  </a:lnTo>
                  <a:lnTo>
                    <a:pt x="0" y="541083"/>
                  </a:lnTo>
                  <a:lnTo>
                    <a:pt x="18407" y="541083"/>
                  </a:lnTo>
                  <a:lnTo>
                    <a:pt x="18407" y="0"/>
                  </a:lnTo>
                  <a:close/>
                </a:path>
              </a:pathLst>
            </a:custGeom>
            <a:solidFill>
              <a:srgbClr val="C2470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9305706" y="4910646"/>
              <a:ext cx="538480" cy="30480"/>
            </a:xfrm>
            <a:custGeom>
              <a:avLst/>
              <a:gdLst/>
              <a:ahLst/>
              <a:cxnLst/>
              <a:rect l="l" t="t" r="r" b="b"/>
              <a:pathLst>
                <a:path w="538479" h="30479">
                  <a:moveTo>
                    <a:pt x="538067" y="0"/>
                  </a:moveTo>
                  <a:lnTo>
                    <a:pt x="0" y="0"/>
                  </a:lnTo>
                  <a:lnTo>
                    <a:pt x="0" y="30030"/>
                  </a:lnTo>
                  <a:lnTo>
                    <a:pt x="538067" y="30030"/>
                  </a:lnTo>
                  <a:lnTo>
                    <a:pt x="538067" y="0"/>
                  </a:lnTo>
                  <a:close/>
                </a:path>
              </a:pathLst>
            </a:custGeom>
            <a:solidFill>
              <a:srgbClr val="E8DC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9305706" y="4880615"/>
              <a:ext cx="538480" cy="30480"/>
            </a:xfrm>
            <a:custGeom>
              <a:avLst/>
              <a:gdLst/>
              <a:ahLst/>
              <a:cxnLst/>
              <a:rect l="l" t="t" r="r" b="b"/>
              <a:pathLst>
                <a:path w="538479" h="30479">
                  <a:moveTo>
                    <a:pt x="538067" y="0"/>
                  </a:moveTo>
                  <a:lnTo>
                    <a:pt x="0" y="0"/>
                  </a:lnTo>
                  <a:lnTo>
                    <a:pt x="0" y="30030"/>
                  </a:lnTo>
                  <a:lnTo>
                    <a:pt x="538067" y="30030"/>
                  </a:lnTo>
                  <a:lnTo>
                    <a:pt x="538067" y="0"/>
                  </a:lnTo>
                  <a:close/>
                </a:path>
              </a:pathLst>
            </a:custGeom>
            <a:solidFill>
              <a:srgbClr val="DECC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9950128" y="3773737"/>
              <a:ext cx="64135" cy="1057275"/>
            </a:xfrm>
            <a:custGeom>
              <a:avLst/>
              <a:gdLst/>
              <a:ahLst/>
              <a:cxnLst/>
              <a:rect l="l" t="t" r="r" b="b"/>
              <a:pathLst>
                <a:path w="64134" h="1057275">
                  <a:moveTo>
                    <a:pt x="0" y="0"/>
                  </a:moveTo>
                  <a:lnTo>
                    <a:pt x="0" y="1056721"/>
                  </a:lnTo>
                  <a:lnTo>
                    <a:pt x="64029" y="1056721"/>
                  </a:lnTo>
                  <a:lnTo>
                    <a:pt x="64029" y="24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DC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9305706" y="4865736"/>
              <a:ext cx="538480" cy="30480"/>
            </a:xfrm>
            <a:custGeom>
              <a:avLst/>
              <a:gdLst/>
              <a:ahLst/>
              <a:cxnLst/>
              <a:rect l="l" t="t" r="r" b="b"/>
              <a:pathLst>
                <a:path w="538479" h="30479">
                  <a:moveTo>
                    <a:pt x="538067" y="0"/>
                  </a:moveTo>
                  <a:lnTo>
                    <a:pt x="0" y="0"/>
                  </a:lnTo>
                  <a:lnTo>
                    <a:pt x="0" y="30030"/>
                  </a:lnTo>
                  <a:lnTo>
                    <a:pt x="538067" y="30030"/>
                  </a:lnTo>
                  <a:lnTo>
                    <a:pt x="538067" y="0"/>
                  </a:lnTo>
                  <a:close/>
                </a:path>
              </a:pathLst>
            </a:custGeom>
            <a:solidFill>
              <a:srgbClr val="E8DC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9026091" y="4288728"/>
              <a:ext cx="227965" cy="482600"/>
            </a:xfrm>
            <a:custGeom>
              <a:avLst/>
              <a:gdLst/>
              <a:ahLst/>
              <a:cxnLst/>
              <a:rect l="l" t="t" r="r" b="b"/>
              <a:pathLst>
                <a:path w="227965" h="482600">
                  <a:moveTo>
                    <a:pt x="227856" y="0"/>
                  </a:moveTo>
                  <a:lnTo>
                    <a:pt x="0" y="0"/>
                  </a:lnTo>
                  <a:lnTo>
                    <a:pt x="0" y="482152"/>
                  </a:lnTo>
                  <a:lnTo>
                    <a:pt x="227856" y="482152"/>
                  </a:lnTo>
                  <a:lnTo>
                    <a:pt x="227856" y="0"/>
                  </a:lnTo>
                  <a:close/>
                </a:path>
              </a:pathLst>
            </a:custGeom>
            <a:solidFill>
              <a:srgbClr val="F4D4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9041829" y="4304465"/>
              <a:ext cx="196850" cy="450850"/>
            </a:xfrm>
            <a:custGeom>
              <a:avLst/>
              <a:gdLst/>
              <a:ahLst/>
              <a:cxnLst/>
              <a:rect l="l" t="t" r="r" b="b"/>
              <a:pathLst>
                <a:path w="196850" h="450850">
                  <a:moveTo>
                    <a:pt x="196381" y="0"/>
                  </a:moveTo>
                  <a:lnTo>
                    <a:pt x="0" y="0"/>
                  </a:lnTo>
                  <a:lnTo>
                    <a:pt x="0" y="450687"/>
                  </a:lnTo>
                  <a:lnTo>
                    <a:pt x="196381" y="450687"/>
                  </a:lnTo>
                  <a:lnTo>
                    <a:pt x="196381" y="0"/>
                  </a:lnTo>
                  <a:close/>
                </a:path>
              </a:pathLst>
            </a:custGeom>
            <a:solidFill>
              <a:srgbClr val="C2470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9059431" y="4318402"/>
              <a:ext cx="161290" cy="419100"/>
            </a:xfrm>
            <a:custGeom>
              <a:avLst/>
              <a:gdLst/>
              <a:ahLst/>
              <a:cxnLst/>
              <a:rect l="l" t="t" r="r" b="b"/>
              <a:pathLst>
                <a:path w="161290" h="419100">
                  <a:moveTo>
                    <a:pt x="161199" y="0"/>
                  </a:moveTo>
                  <a:lnTo>
                    <a:pt x="0" y="0"/>
                  </a:lnTo>
                  <a:lnTo>
                    <a:pt x="0" y="418646"/>
                  </a:lnTo>
                  <a:lnTo>
                    <a:pt x="161199" y="418646"/>
                  </a:lnTo>
                  <a:lnTo>
                    <a:pt x="161199" y="0"/>
                  </a:lnTo>
                  <a:close/>
                </a:path>
              </a:pathLst>
            </a:custGeom>
            <a:solidFill>
              <a:srgbClr val="DECC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10155230" y="4290560"/>
              <a:ext cx="212090" cy="448945"/>
            </a:xfrm>
            <a:custGeom>
              <a:avLst/>
              <a:gdLst/>
              <a:ahLst/>
              <a:cxnLst/>
              <a:rect l="l" t="t" r="r" b="b"/>
              <a:pathLst>
                <a:path w="212090" h="448945">
                  <a:moveTo>
                    <a:pt x="211867" y="0"/>
                  </a:moveTo>
                  <a:lnTo>
                    <a:pt x="0" y="0"/>
                  </a:lnTo>
                  <a:lnTo>
                    <a:pt x="0" y="448331"/>
                  </a:lnTo>
                  <a:lnTo>
                    <a:pt x="211867" y="448331"/>
                  </a:lnTo>
                  <a:lnTo>
                    <a:pt x="211867" y="0"/>
                  </a:lnTo>
                  <a:close/>
                </a:path>
              </a:pathLst>
            </a:custGeom>
            <a:solidFill>
              <a:srgbClr val="D5EB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10169868" y="4305198"/>
              <a:ext cx="182880" cy="419100"/>
            </a:xfrm>
            <a:custGeom>
              <a:avLst/>
              <a:gdLst/>
              <a:ahLst/>
              <a:cxnLst/>
              <a:rect l="l" t="t" r="r" b="b"/>
              <a:pathLst>
                <a:path w="182879" h="419100">
                  <a:moveTo>
                    <a:pt x="182601" y="0"/>
                  </a:moveTo>
                  <a:lnTo>
                    <a:pt x="0" y="0"/>
                  </a:lnTo>
                  <a:lnTo>
                    <a:pt x="0" y="419076"/>
                  </a:lnTo>
                  <a:lnTo>
                    <a:pt x="182601" y="419076"/>
                  </a:lnTo>
                  <a:lnTo>
                    <a:pt x="182601" y="0"/>
                  </a:lnTo>
                  <a:close/>
                </a:path>
              </a:pathLst>
            </a:custGeom>
            <a:solidFill>
              <a:srgbClr val="C2470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10186224" y="4318161"/>
              <a:ext cx="150495" cy="389890"/>
            </a:xfrm>
            <a:custGeom>
              <a:avLst/>
              <a:gdLst/>
              <a:ahLst/>
              <a:cxnLst/>
              <a:rect l="l" t="t" r="r" b="b"/>
              <a:pathLst>
                <a:path w="150495" h="389889">
                  <a:moveTo>
                    <a:pt x="149890" y="0"/>
                  </a:moveTo>
                  <a:lnTo>
                    <a:pt x="0" y="0"/>
                  </a:lnTo>
                  <a:lnTo>
                    <a:pt x="0" y="389276"/>
                  </a:lnTo>
                  <a:lnTo>
                    <a:pt x="149890" y="389276"/>
                  </a:lnTo>
                  <a:lnTo>
                    <a:pt x="1498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10464152" y="4290560"/>
              <a:ext cx="212090" cy="448945"/>
            </a:xfrm>
            <a:custGeom>
              <a:avLst/>
              <a:gdLst/>
              <a:ahLst/>
              <a:cxnLst/>
              <a:rect l="l" t="t" r="r" b="b"/>
              <a:pathLst>
                <a:path w="212090" h="448945">
                  <a:moveTo>
                    <a:pt x="211867" y="0"/>
                  </a:moveTo>
                  <a:lnTo>
                    <a:pt x="0" y="0"/>
                  </a:lnTo>
                  <a:lnTo>
                    <a:pt x="0" y="448331"/>
                  </a:lnTo>
                  <a:lnTo>
                    <a:pt x="211867" y="448331"/>
                  </a:lnTo>
                  <a:lnTo>
                    <a:pt x="211867" y="0"/>
                  </a:lnTo>
                  <a:close/>
                </a:path>
              </a:pathLst>
            </a:custGeom>
            <a:solidFill>
              <a:srgbClr val="D5EB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10478780" y="4305198"/>
              <a:ext cx="182880" cy="419100"/>
            </a:xfrm>
            <a:custGeom>
              <a:avLst/>
              <a:gdLst/>
              <a:ahLst/>
              <a:cxnLst/>
              <a:rect l="l" t="t" r="r" b="b"/>
              <a:pathLst>
                <a:path w="182879" h="419100">
                  <a:moveTo>
                    <a:pt x="182601" y="0"/>
                  </a:moveTo>
                  <a:lnTo>
                    <a:pt x="0" y="0"/>
                  </a:lnTo>
                  <a:lnTo>
                    <a:pt x="0" y="419076"/>
                  </a:lnTo>
                  <a:lnTo>
                    <a:pt x="182601" y="419076"/>
                  </a:lnTo>
                  <a:lnTo>
                    <a:pt x="182601" y="0"/>
                  </a:lnTo>
                  <a:close/>
                </a:path>
              </a:pathLst>
            </a:custGeom>
            <a:solidFill>
              <a:srgbClr val="C2470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10495146" y="4318161"/>
              <a:ext cx="150495" cy="389890"/>
            </a:xfrm>
            <a:custGeom>
              <a:avLst/>
              <a:gdLst/>
              <a:ahLst/>
              <a:cxnLst/>
              <a:rect l="l" t="t" r="r" b="b"/>
              <a:pathLst>
                <a:path w="150495" h="389889">
                  <a:moveTo>
                    <a:pt x="149890" y="0"/>
                  </a:moveTo>
                  <a:lnTo>
                    <a:pt x="0" y="0"/>
                  </a:lnTo>
                  <a:lnTo>
                    <a:pt x="0" y="389276"/>
                  </a:lnTo>
                  <a:lnTo>
                    <a:pt x="149890" y="389276"/>
                  </a:lnTo>
                  <a:lnTo>
                    <a:pt x="1498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0" name="object 120" descr=""/>
          <p:cNvGrpSpPr/>
          <p:nvPr/>
        </p:nvGrpSpPr>
        <p:grpSpPr>
          <a:xfrm>
            <a:off x="7120819" y="4302528"/>
            <a:ext cx="808355" cy="638175"/>
            <a:chOff x="7120819" y="4302528"/>
            <a:chExt cx="808355" cy="638175"/>
          </a:xfrm>
        </p:grpSpPr>
        <p:sp>
          <p:nvSpPr>
            <p:cNvPr id="121" name="object 121" descr=""/>
            <p:cNvSpPr/>
            <p:nvPr/>
          </p:nvSpPr>
          <p:spPr>
            <a:xfrm>
              <a:off x="7132180" y="4349595"/>
              <a:ext cx="782955" cy="591185"/>
            </a:xfrm>
            <a:custGeom>
              <a:avLst/>
              <a:gdLst/>
              <a:ahLst/>
              <a:cxnLst/>
              <a:rect l="l" t="t" r="r" b="b"/>
              <a:pathLst>
                <a:path w="782954" h="591185">
                  <a:moveTo>
                    <a:pt x="782855" y="0"/>
                  </a:moveTo>
                  <a:lnTo>
                    <a:pt x="0" y="0"/>
                  </a:lnTo>
                  <a:lnTo>
                    <a:pt x="0" y="590872"/>
                  </a:lnTo>
                  <a:lnTo>
                    <a:pt x="782855" y="590872"/>
                  </a:lnTo>
                  <a:lnTo>
                    <a:pt x="782855" y="0"/>
                  </a:lnTo>
                  <a:close/>
                </a:path>
              </a:pathLst>
            </a:custGeom>
            <a:solidFill>
              <a:srgbClr val="D5EB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7148996" y="4365019"/>
              <a:ext cx="749300" cy="575945"/>
            </a:xfrm>
            <a:custGeom>
              <a:avLst/>
              <a:gdLst/>
              <a:ahLst/>
              <a:cxnLst/>
              <a:rect l="l" t="t" r="r" b="b"/>
              <a:pathLst>
                <a:path w="749300" h="575945">
                  <a:moveTo>
                    <a:pt x="749244" y="0"/>
                  </a:moveTo>
                  <a:lnTo>
                    <a:pt x="0" y="0"/>
                  </a:lnTo>
                  <a:lnTo>
                    <a:pt x="0" y="575448"/>
                  </a:lnTo>
                  <a:lnTo>
                    <a:pt x="749244" y="575448"/>
                  </a:lnTo>
                  <a:lnTo>
                    <a:pt x="749244" y="0"/>
                  </a:lnTo>
                  <a:close/>
                </a:path>
              </a:pathLst>
            </a:custGeom>
            <a:solidFill>
              <a:srgbClr val="DC68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7148995" y="4387132"/>
              <a:ext cx="749300" cy="528955"/>
            </a:xfrm>
            <a:custGeom>
              <a:avLst/>
              <a:gdLst/>
              <a:ahLst/>
              <a:cxnLst/>
              <a:rect l="l" t="t" r="r" b="b"/>
              <a:pathLst>
                <a:path w="749300" h="528954">
                  <a:moveTo>
                    <a:pt x="749236" y="512254"/>
                  </a:moveTo>
                  <a:lnTo>
                    <a:pt x="0" y="512254"/>
                  </a:lnTo>
                  <a:lnTo>
                    <a:pt x="0" y="528713"/>
                  </a:lnTo>
                  <a:lnTo>
                    <a:pt x="749236" y="528713"/>
                  </a:lnTo>
                  <a:lnTo>
                    <a:pt x="749236" y="512254"/>
                  </a:lnTo>
                  <a:close/>
                </a:path>
                <a:path w="749300" h="528954">
                  <a:moveTo>
                    <a:pt x="749236" y="469557"/>
                  </a:moveTo>
                  <a:lnTo>
                    <a:pt x="0" y="469557"/>
                  </a:lnTo>
                  <a:lnTo>
                    <a:pt x="0" y="486016"/>
                  </a:lnTo>
                  <a:lnTo>
                    <a:pt x="749236" y="486016"/>
                  </a:lnTo>
                  <a:lnTo>
                    <a:pt x="749236" y="469557"/>
                  </a:lnTo>
                  <a:close/>
                </a:path>
                <a:path w="749300" h="528954">
                  <a:moveTo>
                    <a:pt x="749236" y="426859"/>
                  </a:moveTo>
                  <a:lnTo>
                    <a:pt x="0" y="426859"/>
                  </a:lnTo>
                  <a:lnTo>
                    <a:pt x="0" y="443318"/>
                  </a:lnTo>
                  <a:lnTo>
                    <a:pt x="749236" y="443318"/>
                  </a:lnTo>
                  <a:lnTo>
                    <a:pt x="749236" y="426859"/>
                  </a:lnTo>
                  <a:close/>
                </a:path>
                <a:path w="749300" h="528954">
                  <a:moveTo>
                    <a:pt x="749236" y="384187"/>
                  </a:moveTo>
                  <a:lnTo>
                    <a:pt x="0" y="384187"/>
                  </a:lnTo>
                  <a:lnTo>
                    <a:pt x="0" y="400646"/>
                  </a:lnTo>
                  <a:lnTo>
                    <a:pt x="749236" y="400646"/>
                  </a:lnTo>
                  <a:lnTo>
                    <a:pt x="749236" y="384187"/>
                  </a:lnTo>
                  <a:close/>
                </a:path>
                <a:path w="749300" h="528954">
                  <a:moveTo>
                    <a:pt x="749236" y="341490"/>
                  </a:moveTo>
                  <a:lnTo>
                    <a:pt x="0" y="341490"/>
                  </a:lnTo>
                  <a:lnTo>
                    <a:pt x="0" y="357949"/>
                  </a:lnTo>
                  <a:lnTo>
                    <a:pt x="749236" y="357949"/>
                  </a:lnTo>
                  <a:lnTo>
                    <a:pt x="749236" y="341490"/>
                  </a:lnTo>
                  <a:close/>
                </a:path>
                <a:path w="749300" h="528954">
                  <a:moveTo>
                    <a:pt x="749236" y="298818"/>
                  </a:moveTo>
                  <a:lnTo>
                    <a:pt x="0" y="298818"/>
                  </a:lnTo>
                  <a:lnTo>
                    <a:pt x="0" y="315277"/>
                  </a:lnTo>
                  <a:lnTo>
                    <a:pt x="749236" y="315277"/>
                  </a:lnTo>
                  <a:lnTo>
                    <a:pt x="749236" y="298818"/>
                  </a:lnTo>
                  <a:close/>
                </a:path>
                <a:path w="749300" h="528954">
                  <a:moveTo>
                    <a:pt x="749236" y="256120"/>
                  </a:moveTo>
                  <a:lnTo>
                    <a:pt x="0" y="256120"/>
                  </a:lnTo>
                  <a:lnTo>
                    <a:pt x="0" y="272580"/>
                  </a:lnTo>
                  <a:lnTo>
                    <a:pt x="749236" y="272580"/>
                  </a:lnTo>
                  <a:lnTo>
                    <a:pt x="749236" y="256120"/>
                  </a:lnTo>
                  <a:close/>
                </a:path>
                <a:path w="749300" h="528954">
                  <a:moveTo>
                    <a:pt x="749236" y="213423"/>
                  </a:moveTo>
                  <a:lnTo>
                    <a:pt x="0" y="213423"/>
                  </a:lnTo>
                  <a:lnTo>
                    <a:pt x="0" y="229882"/>
                  </a:lnTo>
                  <a:lnTo>
                    <a:pt x="749236" y="229882"/>
                  </a:lnTo>
                  <a:lnTo>
                    <a:pt x="749236" y="213423"/>
                  </a:lnTo>
                  <a:close/>
                </a:path>
                <a:path w="749300" h="528954">
                  <a:moveTo>
                    <a:pt x="749236" y="170751"/>
                  </a:moveTo>
                  <a:lnTo>
                    <a:pt x="0" y="170751"/>
                  </a:lnTo>
                  <a:lnTo>
                    <a:pt x="0" y="187210"/>
                  </a:lnTo>
                  <a:lnTo>
                    <a:pt x="749236" y="187210"/>
                  </a:lnTo>
                  <a:lnTo>
                    <a:pt x="749236" y="170751"/>
                  </a:lnTo>
                  <a:close/>
                </a:path>
                <a:path w="749300" h="528954">
                  <a:moveTo>
                    <a:pt x="749236" y="128054"/>
                  </a:moveTo>
                  <a:lnTo>
                    <a:pt x="0" y="128054"/>
                  </a:lnTo>
                  <a:lnTo>
                    <a:pt x="0" y="144513"/>
                  </a:lnTo>
                  <a:lnTo>
                    <a:pt x="749236" y="144513"/>
                  </a:lnTo>
                  <a:lnTo>
                    <a:pt x="749236" y="128054"/>
                  </a:lnTo>
                  <a:close/>
                </a:path>
                <a:path w="749300" h="528954">
                  <a:moveTo>
                    <a:pt x="749236" y="85369"/>
                  </a:moveTo>
                  <a:lnTo>
                    <a:pt x="0" y="85369"/>
                  </a:lnTo>
                  <a:lnTo>
                    <a:pt x="0" y="101828"/>
                  </a:lnTo>
                  <a:lnTo>
                    <a:pt x="749236" y="101828"/>
                  </a:lnTo>
                  <a:lnTo>
                    <a:pt x="749236" y="85369"/>
                  </a:lnTo>
                  <a:close/>
                </a:path>
                <a:path w="749300" h="528954">
                  <a:moveTo>
                    <a:pt x="749236" y="42672"/>
                  </a:moveTo>
                  <a:lnTo>
                    <a:pt x="0" y="42672"/>
                  </a:lnTo>
                  <a:lnTo>
                    <a:pt x="0" y="59131"/>
                  </a:lnTo>
                  <a:lnTo>
                    <a:pt x="749236" y="59131"/>
                  </a:lnTo>
                  <a:lnTo>
                    <a:pt x="749236" y="42672"/>
                  </a:lnTo>
                  <a:close/>
                </a:path>
                <a:path w="749300" h="528954">
                  <a:moveTo>
                    <a:pt x="749236" y="0"/>
                  </a:moveTo>
                  <a:lnTo>
                    <a:pt x="0" y="0"/>
                  </a:lnTo>
                  <a:lnTo>
                    <a:pt x="0" y="16459"/>
                  </a:lnTo>
                  <a:lnTo>
                    <a:pt x="749236" y="16459"/>
                  </a:lnTo>
                  <a:lnTo>
                    <a:pt x="749236" y="0"/>
                  </a:lnTo>
                  <a:close/>
                </a:path>
              </a:pathLst>
            </a:custGeom>
            <a:solidFill>
              <a:srgbClr val="F8F5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7120819" y="4302528"/>
              <a:ext cx="808355" cy="62865"/>
            </a:xfrm>
            <a:custGeom>
              <a:avLst/>
              <a:gdLst/>
              <a:ahLst/>
              <a:cxnLst/>
              <a:rect l="l" t="t" r="r" b="b"/>
              <a:pathLst>
                <a:path w="808354" h="62864">
                  <a:moveTo>
                    <a:pt x="808111" y="0"/>
                  </a:moveTo>
                  <a:lnTo>
                    <a:pt x="0" y="0"/>
                  </a:lnTo>
                  <a:lnTo>
                    <a:pt x="0" y="62636"/>
                  </a:lnTo>
                  <a:lnTo>
                    <a:pt x="808111" y="62636"/>
                  </a:lnTo>
                  <a:lnTo>
                    <a:pt x="808111" y="0"/>
                  </a:lnTo>
                  <a:close/>
                </a:path>
              </a:pathLst>
            </a:custGeom>
            <a:solidFill>
              <a:srgbClr val="D5EB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7120819" y="4365176"/>
              <a:ext cx="808355" cy="12700"/>
            </a:xfrm>
            <a:custGeom>
              <a:avLst/>
              <a:gdLst/>
              <a:ahLst/>
              <a:cxnLst/>
              <a:rect l="l" t="t" r="r" b="b"/>
              <a:pathLst>
                <a:path w="808354" h="12700">
                  <a:moveTo>
                    <a:pt x="808111" y="0"/>
                  </a:moveTo>
                  <a:lnTo>
                    <a:pt x="0" y="0"/>
                  </a:lnTo>
                  <a:lnTo>
                    <a:pt x="0" y="12146"/>
                  </a:lnTo>
                  <a:lnTo>
                    <a:pt x="808111" y="12146"/>
                  </a:lnTo>
                  <a:lnTo>
                    <a:pt x="808111" y="0"/>
                  </a:lnTo>
                  <a:close/>
                </a:path>
              </a:pathLst>
            </a:custGeom>
            <a:solidFill>
              <a:srgbClr val="EBE0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7220343" y="4488960"/>
              <a:ext cx="583565" cy="410845"/>
            </a:xfrm>
            <a:custGeom>
              <a:avLst/>
              <a:gdLst/>
              <a:ahLst/>
              <a:cxnLst/>
              <a:rect l="l" t="t" r="r" b="b"/>
              <a:pathLst>
                <a:path w="583565" h="410845">
                  <a:moveTo>
                    <a:pt x="178003" y="384200"/>
                  </a:moveTo>
                  <a:lnTo>
                    <a:pt x="0" y="384200"/>
                  </a:lnTo>
                  <a:lnTo>
                    <a:pt x="0" y="410413"/>
                  </a:lnTo>
                  <a:lnTo>
                    <a:pt x="178003" y="410413"/>
                  </a:lnTo>
                  <a:lnTo>
                    <a:pt x="178003" y="384200"/>
                  </a:lnTo>
                  <a:close/>
                </a:path>
                <a:path w="583565" h="410845">
                  <a:moveTo>
                    <a:pt x="178003" y="85382"/>
                  </a:moveTo>
                  <a:lnTo>
                    <a:pt x="0" y="85382"/>
                  </a:lnTo>
                  <a:lnTo>
                    <a:pt x="0" y="111594"/>
                  </a:lnTo>
                  <a:lnTo>
                    <a:pt x="178003" y="111594"/>
                  </a:lnTo>
                  <a:lnTo>
                    <a:pt x="178003" y="85382"/>
                  </a:lnTo>
                  <a:close/>
                </a:path>
                <a:path w="583565" h="410845">
                  <a:moveTo>
                    <a:pt x="178003" y="0"/>
                  </a:moveTo>
                  <a:lnTo>
                    <a:pt x="0" y="0"/>
                  </a:lnTo>
                  <a:lnTo>
                    <a:pt x="0" y="26212"/>
                  </a:lnTo>
                  <a:lnTo>
                    <a:pt x="178003" y="26212"/>
                  </a:lnTo>
                  <a:lnTo>
                    <a:pt x="178003" y="0"/>
                  </a:lnTo>
                  <a:close/>
                </a:path>
                <a:path w="583565" h="410845">
                  <a:moveTo>
                    <a:pt x="583158" y="384200"/>
                  </a:moveTo>
                  <a:lnTo>
                    <a:pt x="405168" y="384200"/>
                  </a:lnTo>
                  <a:lnTo>
                    <a:pt x="405168" y="410413"/>
                  </a:lnTo>
                  <a:lnTo>
                    <a:pt x="583158" y="410413"/>
                  </a:lnTo>
                  <a:lnTo>
                    <a:pt x="583158" y="384200"/>
                  </a:lnTo>
                  <a:close/>
                </a:path>
                <a:path w="583565" h="410845">
                  <a:moveTo>
                    <a:pt x="583158" y="85382"/>
                  </a:moveTo>
                  <a:lnTo>
                    <a:pt x="405168" y="85382"/>
                  </a:lnTo>
                  <a:lnTo>
                    <a:pt x="405168" y="111594"/>
                  </a:lnTo>
                  <a:lnTo>
                    <a:pt x="583158" y="111594"/>
                  </a:lnTo>
                  <a:lnTo>
                    <a:pt x="583158" y="85382"/>
                  </a:lnTo>
                  <a:close/>
                </a:path>
                <a:path w="583565" h="410845">
                  <a:moveTo>
                    <a:pt x="583158" y="0"/>
                  </a:moveTo>
                  <a:lnTo>
                    <a:pt x="405168" y="0"/>
                  </a:lnTo>
                  <a:lnTo>
                    <a:pt x="405168" y="26212"/>
                  </a:lnTo>
                  <a:lnTo>
                    <a:pt x="583158" y="26212"/>
                  </a:lnTo>
                  <a:lnTo>
                    <a:pt x="583158" y="0"/>
                  </a:lnTo>
                  <a:close/>
                </a:path>
              </a:pathLst>
            </a:custGeom>
            <a:solidFill>
              <a:srgbClr val="C2470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7" name="object 127" descr=""/>
          <p:cNvGrpSpPr/>
          <p:nvPr/>
        </p:nvGrpSpPr>
        <p:grpSpPr>
          <a:xfrm>
            <a:off x="8064875" y="4302528"/>
            <a:ext cx="808355" cy="638175"/>
            <a:chOff x="8064875" y="4302528"/>
            <a:chExt cx="808355" cy="638175"/>
          </a:xfrm>
        </p:grpSpPr>
        <p:sp>
          <p:nvSpPr>
            <p:cNvPr id="128" name="object 128" descr=""/>
            <p:cNvSpPr/>
            <p:nvPr/>
          </p:nvSpPr>
          <p:spPr>
            <a:xfrm>
              <a:off x="8076236" y="4349595"/>
              <a:ext cx="782955" cy="591185"/>
            </a:xfrm>
            <a:custGeom>
              <a:avLst/>
              <a:gdLst/>
              <a:ahLst/>
              <a:cxnLst/>
              <a:rect l="l" t="t" r="r" b="b"/>
              <a:pathLst>
                <a:path w="782954" h="591185">
                  <a:moveTo>
                    <a:pt x="782855" y="0"/>
                  </a:moveTo>
                  <a:lnTo>
                    <a:pt x="0" y="0"/>
                  </a:lnTo>
                  <a:lnTo>
                    <a:pt x="0" y="590872"/>
                  </a:lnTo>
                  <a:lnTo>
                    <a:pt x="782855" y="590872"/>
                  </a:lnTo>
                  <a:lnTo>
                    <a:pt x="782855" y="0"/>
                  </a:lnTo>
                  <a:close/>
                </a:path>
              </a:pathLst>
            </a:custGeom>
            <a:solidFill>
              <a:srgbClr val="D5EB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8093041" y="4365019"/>
              <a:ext cx="749300" cy="575945"/>
            </a:xfrm>
            <a:custGeom>
              <a:avLst/>
              <a:gdLst/>
              <a:ahLst/>
              <a:cxnLst/>
              <a:rect l="l" t="t" r="r" b="b"/>
              <a:pathLst>
                <a:path w="749300" h="575945">
                  <a:moveTo>
                    <a:pt x="749244" y="0"/>
                  </a:moveTo>
                  <a:lnTo>
                    <a:pt x="0" y="0"/>
                  </a:lnTo>
                  <a:lnTo>
                    <a:pt x="0" y="575448"/>
                  </a:lnTo>
                  <a:lnTo>
                    <a:pt x="749244" y="575448"/>
                  </a:lnTo>
                  <a:lnTo>
                    <a:pt x="749244" y="0"/>
                  </a:lnTo>
                  <a:close/>
                </a:path>
              </a:pathLst>
            </a:custGeom>
            <a:solidFill>
              <a:srgbClr val="DC68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8093037" y="4387132"/>
              <a:ext cx="749300" cy="528955"/>
            </a:xfrm>
            <a:custGeom>
              <a:avLst/>
              <a:gdLst/>
              <a:ahLst/>
              <a:cxnLst/>
              <a:rect l="l" t="t" r="r" b="b"/>
              <a:pathLst>
                <a:path w="749300" h="528954">
                  <a:moveTo>
                    <a:pt x="749236" y="512254"/>
                  </a:moveTo>
                  <a:lnTo>
                    <a:pt x="0" y="512254"/>
                  </a:lnTo>
                  <a:lnTo>
                    <a:pt x="0" y="528713"/>
                  </a:lnTo>
                  <a:lnTo>
                    <a:pt x="749236" y="528713"/>
                  </a:lnTo>
                  <a:lnTo>
                    <a:pt x="749236" y="512254"/>
                  </a:lnTo>
                  <a:close/>
                </a:path>
                <a:path w="749300" h="528954">
                  <a:moveTo>
                    <a:pt x="749236" y="469557"/>
                  </a:moveTo>
                  <a:lnTo>
                    <a:pt x="0" y="469557"/>
                  </a:lnTo>
                  <a:lnTo>
                    <a:pt x="0" y="486016"/>
                  </a:lnTo>
                  <a:lnTo>
                    <a:pt x="749236" y="486016"/>
                  </a:lnTo>
                  <a:lnTo>
                    <a:pt x="749236" y="469557"/>
                  </a:lnTo>
                  <a:close/>
                </a:path>
                <a:path w="749300" h="528954">
                  <a:moveTo>
                    <a:pt x="749236" y="426859"/>
                  </a:moveTo>
                  <a:lnTo>
                    <a:pt x="0" y="426859"/>
                  </a:lnTo>
                  <a:lnTo>
                    <a:pt x="0" y="443318"/>
                  </a:lnTo>
                  <a:lnTo>
                    <a:pt x="749236" y="443318"/>
                  </a:lnTo>
                  <a:lnTo>
                    <a:pt x="749236" y="426859"/>
                  </a:lnTo>
                  <a:close/>
                </a:path>
                <a:path w="749300" h="528954">
                  <a:moveTo>
                    <a:pt x="749236" y="384187"/>
                  </a:moveTo>
                  <a:lnTo>
                    <a:pt x="0" y="384187"/>
                  </a:lnTo>
                  <a:lnTo>
                    <a:pt x="0" y="400646"/>
                  </a:lnTo>
                  <a:lnTo>
                    <a:pt x="749236" y="400646"/>
                  </a:lnTo>
                  <a:lnTo>
                    <a:pt x="749236" y="384187"/>
                  </a:lnTo>
                  <a:close/>
                </a:path>
                <a:path w="749300" h="528954">
                  <a:moveTo>
                    <a:pt x="749236" y="341490"/>
                  </a:moveTo>
                  <a:lnTo>
                    <a:pt x="0" y="341490"/>
                  </a:lnTo>
                  <a:lnTo>
                    <a:pt x="0" y="357949"/>
                  </a:lnTo>
                  <a:lnTo>
                    <a:pt x="749236" y="357949"/>
                  </a:lnTo>
                  <a:lnTo>
                    <a:pt x="749236" y="341490"/>
                  </a:lnTo>
                  <a:close/>
                </a:path>
                <a:path w="749300" h="528954">
                  <a:moveTo>
                    <a:pt x="749236" y="298818"/>
                  </a:moveTo>
                  <a:lnTo>
                    <a:pt x="0" y="298818"/>
                  </a:lnTo>
                  <a:lnTo>
                    <a:pt x="0" y="315277"/>
                  </a:lnTo>
                  <a:lnTo>
                    <a:pt x="749236" y="315277"/>
                  </a:lnTo>
                  <a:lnTo>
                    <a:pt x="749236" y="298818"/>
                  </a:lnTo>
                  <a:close/>
                </a:path>
                <a:path w="749300" h="528954">
                  <a:moveTo>
                    <a:pt x="749236" y="256120"/>
                  </a:moveTo>
                  <a:lnTo>
                    <a:pt x="0" y="256120"/>
                  </a:lnTo>
                  <a:lnTo>
                    <a:pt x="0" y="272580"/>
                  </a:lnTo>
                  <a:lnTo>
                    <a:pt x="749236" y="272580"/>
                  </a:lnTo>
                  <a:lnTo>
                    <a:pt x="749236" y="256120"/>
                  </a:lnTo>
                  <a:close/>
                </a:path>
                <a:path w="749300" h="528954">
                  <a:moveTo>
                    <a:pt x="749236" y="213423"/>
                  </a:moveTo>
                  <a:lnTo>
                    <a:pt x="0" y="213423"/>
                  </a:lnTo>
                  <a:lnTo>
                    <a:pt x="0" y="229882"/>
                  </a:lnTo>
                  <a:lnTo>
                    <a:pt x="749236" y="229882"/>
                  </a:lnTo>
                  <a:lnTo>
                    <a:pt x="749236" y="213423"/>
                  </a:lnTo>
                  <a:close/>
                </a:path>
                <a:path w="749300" h="528954">
                  <a:moveTo>
                    <a:pt x="749236" y="170751"/>
                  </a:moveTo>
                  <a:lnTo>
                    <a:pt x="0" y="170751"/>
                  </a:lnTo>
                  <a:lnTo>
                    <a:pt x="0" y="187210"/>
                  </a:lnTo>
                  <a:lnTo>
                    <a:pt x="749236" y="187210"/>
                  </a:lnTo>
                  <a:lnTo>
                    <a:pt x="749236" y="170751"/>
                  </a:lnTo>
                  <a:close/>
                </a:path>
                <a:path w="749300" h="528954">
                  <a:moveTo>
                    <a:pt x="749236" y="128054"/>
                  </a:moveTo>
                  <a:lnTo>
                    <a:pt x="0" y="128054"/>
                  </a:lnTo>
                  <a:lnTo>
                    <a:pt x="0" y="144513"/>
                  </a:lnTo>
                  <a:lnTo>
                    <a:pt x="749236" y="144513"/>
                  </a:lnTo>
                  <a:lnTo>
                    <a:pt x="749236" y="128054"/>
                  </a:lnTo>
                  <a:close/>
                </a:path>
                <a:path w="749300" h="528954">
                  <a:moveTo>
                    <a:pt x="749236" y="85369"/>
                  </a:moveTo>
                  <a:lnTo>
                    <a:pt x="0" y="85369"/>
                  </a:lnTo>
                  <a:lnTo>
                    <a:pt x="0" y="101828"/>
                  </a:lnTo>
                  <a:lnTo>
                    <a:pt x="749236" y="101828"/>
                  </a:lnTo>
                  <a:lnTo>
                    <a:pt x="749236" y="85369"/>
                  </a:lnTo>
                  <a:close/>
                </a:path>
                <a:path w="749300" h="528954">
                  <a:moveTo>
                    <a:pt x="749236" y="42672"/>
                  </a:moveTo>
                  <a:lnTo>
                    <a:pt x="0" y="42672"/>
                  </a:lnTo>
                  <a:lnTo>
                    <a:pt x="0" y="59131"/>
                  </a:lnTo>
                  <a:lnTo>
                    <a:pt x="749236" y="59131"/>
                  </a:lnTo>
                  <a:lnTo>
                    <a:pt x="749236" y="42672"/>
                  </a:lnTo>
                  <a:close/>
                </a:path>
                <a:path w="749300" h="528954">
                  <a:moveTo>
                    <a:pt x="749236" y="0"/>
                  </a:moveTo>
                  <a:lnTo>
                    <a:pt x="0" y="0"/>
                  </a:lnTo>
                  <a:lnTo>
                    <a:pt x="0" y="16459"/>
                  </a:lnTo>
                  <a:lnTo>
                    <a:pt x="749236" y="16459"/>
                  </a:lnTo>
                  <a:lnTo>
                    <a:pt x="749236" y="0"/>
                  </a:lnTo>
                  <a:close/>
                </a:path>
              </a:pathLst>
            </a:custGeom>
            <a:solidFill>
              <a:srgbClr val="F8F5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8064875" y="4302528"/>
              <a:ext cx="808355" cy="62865"/>
            </a:xfrm>
            <a:custGeom>
              <a:avLst/>
              <a:gdLst/>
              <a:ahLst/>
              <a:cxnLst/>
              <a:rect l="l" t="t" r="r" b="b"/>
              <a:pathLst>
                <a:path w="808354" h="62864">
                  <a:moveTo>
                    <a:pt x="808111" y="0"/>
                  </a:moveTo>
                  <a:lnTo>
                    <a:pt x="0" y="0"/>
                  </a:lnTo>
                  <a:lnTo>
                    <a:pt x="0" y="62636"/>
                  </a:lnTo>
                  <a:lnTo>
                    <a:pt x="808111" y="62636"/>
                  </a:lnTo>
                  <a:lnTo>
                    <a:pt x="808111" y="0"/>
                  </a:lnTo>
                  <a:close/>
                </a:path>
              </a:pathLst>
            </a:custGeom>
            <a:solidFill>
              <a:srgbClr val="D5EB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8064875" y="4365176"/>
              <a:ext cx="808355" cy="12700"/>
            </a:xfrm>
            <a:custGeom>
              <a:avLst/>
              <a:gdLst/>
              <a:ahLst/>
              <a:cxnLst/>
              <a:rect l="l" t="t" r="r" b="b"/>
              <a:pathLst>
                <a:path w="808354" h="12700">
                  <a:moveTo>
                    <a:pt x="808111" y="0"/>
                  </a:moveTo>
                  <a:lnTo>
                    <a:pt x="0" y="0"/>
                  </a:lnTo>
                  <a:lnTo>
                    <a:pt x="0" y="12146"/>
                  </a:lnTo>
                  <a:lnTo>
                    <a:pt x="808111" y="12146"/>
                  </a:lnTo>
                  <a:lnTo>
                    <a:pt x="808111" y="0"/>
                  </a:lnTo>
                  <a:close/>
                </a:path>
              </a:pathLst>
            </a:custGeom>
            <a:solidFill>
              <a:srgbClr val="EBE0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8177352" y="4488960"/>
              <a:ext cx="583565" cy="410845"/>
            </a:xfrm>
            <a:custGeom>
              <a:avLst/>
              <a:gdLst/>
              <a:ahLst/>
              <a:cxnLst/>
              <a:rect l="l" t="t" r="r" b="b"/>
              <a:pathLst>
                <a:path w="583565" h="410845">
                  <a:moveTo>
                    <a:pt x="177990" y="384200"/>
                  </a:moveTo>
                  <a:lnTo>
                    <a:pt x="0" y="384200"/>
                  </a:lnTo>
                  <a:lnTo>
                    <a:pt x="0" y="410413"/>
                  </a:lnTo>
                  <a:lnTo>
                    <a:pt x="177990" y="410413"/>
                  </a:lnTo>
                  <a:lnTo>
                    <a:pt x="177990" y="384200"/>
                  </a:lnTo>
                  <a:close/>
                </a:path>
                <a:path w="583565" h="410845">
                  <a:moveTo>
                    <a:pt x="177990" y="85382"/>
                  </a:moveTo>
                  <a:lnTo>
                    <a:pt x="0" y="85382"/>
                  </a:lnTo>
                  <a:lnTo>
                    <a:pt x="0" y="111594"/>
                  </a:lnTo>
                  <a:lnTo>
                    <a:pt x="177990" y="111594"/>
                  </a:lnTo>
                  <a:lnTo>
                    <a:pt x="177990" y="85382"/>
                  </a:lnTo>
                  <a:close/>
                </a:path>
                <a:path w="583565" h="410845">
                  <a:moveTo>
                    <a:pt x="177990" y="0"/>
                  </a:moveTo>
                  <a:lnTo>
                    <a:pt x="0" y="0"/>
                  </a:lnTo>
                  <a:lnTo>
                    <a:pt x="0" y="26212"/>
                  </a:lnTo>
                  <a:lnTo>
                    <a:pt x="177990" y="26212"/>
                  </a:lnTo>
                  <a:lnTo>
                    <a:pt x="177990" y="0"/>
                  </a:lnTo>
                  <a:close/>
                </a:path>
                <a:path w="583565" h="410845">
                  <a:moveTo>
                    <a:pt x="583133" y="384200"/>
                  </a:moveTo>
                  <a:lnTo>
                    <a:pt x="405142" y="384200"/>
                  </a:lnTo>
                  <a:lnTo>
                    <a:pt x="405142" y="410413"/>
                  </a:lnTo>
                  <a:lnTo>
                    <a:pt x="583133" y="410413"/>
                  </a:lnTo>
                  <a:lnTo>
                    <a:pt x="583133" y="384200"/>
                  </a:lnTo>
                  <a:close/>
                </a:path>
                <a:path w="583565" h="410845">
                  <a:moveTo>
                    <a:pt x="583133" y="85382"/>
                  </a:moveTo>
                  <a:lnTo>
                    <a:pt x="405142" y="85382"/>
                  </a:lnTo>
                  <a:lnTo>
                    <a:pt x="405142" y="111594"/>
                  </a:lnTo>
                  <a:lnTo>
                    <a:pt x="583133" y="111594"/>
                  </a:lnTo>
                  <a:lnTo>
                    <a:pt x="583133" y="85382"/>
                  </a:lnTo>
                  <a:close/>
                </a:path>
                <a:path w="583565" h="410845">
                  <a:moveTo>
                    <a:pt x="583133" y="0"/>
                  </a:moveTo>
                  <a:lnTo>
                    <a:pt x="405142" y="0"/>
                  </a:lnTo>
                  <a:lnTo>
                    <a:pt x="405142" y="26212"/>
                  </a:lnTo>
                  <a:lnTo>
                    <a:pt x="583133" y="26212"/>
                  </a:lnTo>
                  <a:lnTo>
                    <a:pt x="583133" y="0"/>
                  </a:lnTo>
                  <a:close/>
                </a:path>
              </a:pathLst>
            </a:custGeom>
            <a:solidFill>
              <a:srgbClr val="C2470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4" name="object 134" descr=""/>
          <p:cNvSpPr/>
          <p:nvPr/>
        </p:nvSpPr>
        <p:spPr>
          <a:xfrm>
            <a:off x="6922406" y="3994998"/>
            <a:ext cx="3052445" cy="125095"/>
          </a:xfrm>
          <a:custGeom>
            <a:avLst/>
            <a:gdLst/>
            <a:ahLst/>
            <a:cxnLst/>
            <a:rect l="l" t="t" r="r" b="b"/>
            <a:pathLst>
              <a:path w="3052445" h="125095">
                <a:moveTo>
                  <a:pt x="3052420" y="0"/>
                </a:moveTo>
                <a:lnTo>
                  <a:pt x="0" y="0"/>
                </a:lnTo>
                <a:lnTo>
                  <a:pt x="0" y="125032"/>
                </a:lnTo>
                <a:lnTo>
                  <a:pt x="3052420" y="125032"/>
                </a:lnTo>
                <a:lnTo>
                  <a:pt x="3052420" y="0"/>
                </a:lnTo>
                <a:close/>
              </a:path>
            </a:pathLst>
          </a:custGeom>
          <a:solidFill>
            <a:srgbClr val="E8DC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" name="object 135" descr=""/>
          <p:cNvSpPr/>
          <p:nvPr/>
        </p:nvSpPr>
        <p:spPr>
          <a:xfrm>
            <a:off x="8448612" y="3062221"/>
            <a:ext cx="1526540" cy="125095"/>
          </a:xfrm>
          <a:custGeom>
            <a:avLst/>
            <a:gdLst/>
            <a:ahLst/>
            <a:cxnLst/>
            <a:rect l="l" t="t" r="r" b="b"/>
            <a:pathLst>
              <a:path w="1526540" h="125094">
                <a:moveTo>
                  <a:pt x="1526215" y="0"/>
                </a:moveTo>
                <a:lnTo>
                  <a:pt x="0" y="0"/>
                </a:lnTo>
                <a:lnTo>
                  <a:pt x="0" y="125032"/>
                </a:lnTo>
                <a:lnTo>
                  <a:pt x="1526215" y="125032"/>
                </a:lnTo>
                <a:lnTo>
                  <a:pt x="1526215" y="0"/>
                </a:lnTo>
                <a:close/>
              </a:path>
            </a:pathLst>
          </a:custGeom>
          <a:solidFill>
            <a:srgbClr val="E8DC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" name="object 136" descr=""/>
          <p:cNvSpPr/>
          <p:nvPr/>
        </p:nvSpPr>
        <p:spPr>
          <a:xfrm>
            <a:off x="9950125" y="3623785"/>
            <a:ext cx="899794" cy="125095"/>
          </a:xfrm>
          <a:custGeom>
            <a:avLst/>
            <a:gdLst/>
            <a:ahLst/>
            <a:cxnLst/>
            <a:rect l="l" t="t" r="r" b="b"/>
            <a:pathLst>
              <a:path w="899795" h="125095">
                <a:moveTo>
                  <a:pt x="899250" y="0"/>
                </a:moveTo>
                <a:lnTo>
                  <a:pt x="0" y="0"/>
                </a:lnTo>
                <a:lnTo>
                  <a:pt x="0" y="125032"/>
                </a:lnTo>
                <a:lnTo>
                  <a:pt x="899250" y="125032"/>
                </a:lnTo>
                <a:lnTo>
                  <a:pt x="899250" y="0"/>
                </a:lnTo>
                <a:close/>
              </a:path>
            </a:pathLst>
          </a:custGeom>
          <a:solidFill>
            <a:srgbClr val="E8DCE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7" name="object 137" descr=""/>
          <p:cNvGrpSpPr/>
          <p:nvPr/>
        </p:nvGrpSpPr>
        <p:grpSpPr>
          <a:xfrm>
            <a:off x="8621685" y="3469444"/>
            <a:ext cx="518795" cy="434340"/>
            <a:chOff x="8621685" y="3469444"/>
            <a:chExt cx="518795" cy="434340"/>
          </a:xfrm>
        </p:grpSpPr>
        <p:sp>
          <p:nvSpPr>
            <p:cNvPr id="138" name="object 138" descr=""/>
            <p:cNvSpPr/>
            <p:nvPr/>
          </p:nvSpPr>
          <p:spPr>
            <a:xfrm>
              <a:off x="8621685" y="3469444"/>
              <a:ext cx="518795" cy="434340"/>
            </a:xfrm>
            <a:custGeom>
              <a:avLst/>
              <a:gdLst/>
              <a:ahLst/>
              <a:cxnLst/>
              <a:rect l="l" t="t" r="r" b="b"/>
              <a:pathLst>
                <a:path w="518795" h="434339">
                  <a:moveTo>
                    <a:pt x="518340" y="0"/>
                  </a:moveTo>
                  <a:lnTo>
                    <a:pt x="0" y="0"/>
                  </a:lnTo>
                  <a:lnTo>
                    <a:pt x="0" y="433714"/>
                  </a:lnTo>
                  <a:lnTo>
                    <a:pt x="518340" y="433714"/>
                  </a:lnTo>
                  <a:lnTo>
                    <a:pt x="518340" y="0"/>
                  </a:lnTo>
                  <a:close/>
                </a:path>
              </a:pathLst>
            </a:custGeom>
            <a:solidFill>
              <a:srgbClr val="D5EB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8643915" y="3491663"/>
              <a:ext cx="474345" cy="389890"/>
            </a:xfrm>
            <a:custGeom>
              <a:avLst/>
              <a:gdLst/>
              <a:ahLst/>
              <a:cxnLst/>
              <a:rect l="l" t="t" r="r" b="b"/>
              <a:pathLst>
                <a:path w="474345" h="389889">
                  <a:moveTo>
                    <a:pt x="473891" y="0"/>
                  </a:moveTo>
                  <a:lnTo>
                    <a:pt x="0" y="0"/>
                  </a:lnTo>
                  <a:lnTo>
                    <a:pt x="0" y="389265"/>
                  </a:lnTo>
                  <a:lnTo>
                    <a:pt x="473891" y="389265"/>
                  </a:lnTo>
                  <a:lnTo>
                    <a:pt x="473891" y="0"/>
                  </a:lnTo>
                  <a:close/>
                </a:path>
              </a:pathLst>
            </a:custGeom>
            <a:solidFill>
              <a:srgbClr val="C2470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8659956" y="3504804"/>
              <a:ext cx="446405" cy="363220"/>
            </a:xfrm>
            <a:custGeom>
              <a:avLst/>
              <a:gdLst/>
              <a:ahLst/>
              <a:cxnLst/>
              <a:rect l="l" t="t" r="r" b="b"/>
              <a:pathLst>
                <a:path w="446404" h="363220">
                  <a:moveTo>
                    <a:pt x="446352" y="0"/>
                  </a:moveTo>
                  <a:lnTo>
                    <a:pt x="0" y="0"/>
                  </a:lnTo>
                  <a:lnTo>
                    <a:pt x="0" y="362994"/>
                  </a:lnTo>
                  <a:lnTo>
                    <a:pt x="446352" y="362994"/>
                  </a:lnTo>
                  <a:lnTo>
                    <a:pt x="4463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8651316" y="3500252"/>
              <a:ext cx="466725" cy="374015"/>
            </a:xfrm>
            <a:custGeom>
              <a:avLst/>
              <a:gdLst/>
              <a:ahLst/>
              <a:cxnLst/>
              <a:rect l="l" t="t" r="r" b="b"/>
              <a:pathLst>
                <a:path w="466725" h="374014">
                  <a:moveTo>
                    <a:pt x="466483" y="83375"/>
                  </a:moveTo>
                  <a:lnTo>
                    <a:pt x="339585" y="83375"/>
                  </a:lnTo>
                  <a:lnTo>
                    <a:pt x="339585" y="0"/>
                  </a:lnTo>
                  <a:lnTo>
                    <a:pt x="326859" y="76"/>
                  </a:lnTo>
                  <a:lnTo>
                    <a:pt x="326859" y="83375"/>
                  </a:lnTo>
                  <a:lnTo>
                    <a:pt x="139522" y="83375"/>
                  </a:lnTo>
                  <a:lnTo>
                    <a:pt x="139522" y="0"/>
                  </a:lnTo>
                  <a:lnTo>
                    <a:pt x="126796" y="76"/>
                  </a:lnTo>
                  <a:lnTo>
                    <a:pt x="126796" y="83375"/>
                  </a:lnTo>
                  <a:lnTo>
                    <a:pt x="0" y="83375"/>
                  </a:lnTo>
                  <a:lnTo>
                    <a:pt x="0" y="96088"/>
                  </a:lnTo>
                  <a:lnTo>
                    <a:pt x="126796" y="96088"/>
                  </a:lnTo>
                  <a:lnTo>
                    <a:pt x="126796" y="373976"/>
                  </a:lnTo>
                  <a:lnTo>
                    <a:pt x="139522" y="373976"/>
                  </a:lnTo>
                  <a:lnTo>
                    <a:pt x="139522" y="96088"/>
                  </a:lnTo>
                  <a:lnTo>
                    <a:pt x="326859" y="96088"/>
                  </a:lnTo>
                  <a:lnTo>
                    <a:pt x="326859" y="373976"/>
                  </a:lnTo>
                  <a:lnTo>
                    <a:pt x="339585" y="373976"/>
                  </a:lnTo>
                  <a:lnTo>
                    <a:pt x="339585" y="96088"/>
                  </a:lnTo>
                  <a:lnTo>
                    <a:pt x="466483" y="96088"/>
                  </a:lnTo>
                  <a:lnTo>
                    <a:pt x="466483" y="83375"/>
                  </a:lnTo>
                  <a:close/>
                </a:path>
              </a:pathLst>
            </a:custGeom>
            <a:solidFill>
              <a:srgbClr val="C2470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2" name="object 142" descr=""/>
          <p:cNvGrpSpPr/>
          <p:nvPr/>
        </p:nvGrpSpPr>
        <p:grpSpPr>
          <a:xfrm>
            <a:off x="9268701" y="3469444"/>
            <a:ext cx="518795" cy="434340"/>
            <a:chOff x="9268701" y="3469444"/>
            <a:chExt cx="518795" cy="434340"/>
          </a:xfrm>
        </p:grpSpPr>
        <p:sp>
          <p:nvSpPr>
            <p:cNvPr id="143" name="object 143" descr=""/>
            <p:cNvSpPr/>
            <p:nvPr/>
          </p:nvSpPr>
          <p:spPr>
            <a:xfrm>
              <a:off x="9268701" y="3469444"/>
              <a:ext cx="518795" cy="434340"/>
            </a:xfrm>
            <a:custGeom>
              <a:avLst/>
              <a:gdLst/>
              <a:ahLst/>
              <a:cxnLst/>
              <a:rect l="l" t="t" r="r" b="b"/>
              <a:pathLst>
                <a:path w="518795" h="434339">
                  <a:moveTo>
                    <a:pt x="518340" y="0"/>
                  </a:moveTo>
                  <a:lnTo>
                    <a:pt x="0" y="0"/>
                  </a:lnTo>
                  <a:lnTo>
                    <a:pt x="0" y="433714"/>
                  </a:lnTo>
                  <a:lnTo>
                    <a:pt x="518340" y="433714"/>
                  </a:lnTo>
                  <a:lnTo>
                    <a:pt x="518340" y="0"/>
                  </a:lnTo>
                  <a:close/>
                </a:path>
              </a:pathLst>
            </a:custGeom>
            <a:solidFill>
              <a:srgbClr val="D5EB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9290920" y="3491663"/>
              <a:ext cx="474345" cy="389890"/>
            </a:xfrm>
            <a:custGeom>
              <a:avLst/>
              <a:gdLst/>
              <a:ahLst/>
              <a:cxnLst/>
              <a:rect l="l" t="t" r="r" b="b"/>
              <a:pathLst>
                <a:path w="474345" h="389889">
                  <a:moveTo>
                    <a:pt x="473891" y="0"/>
                  </a:moveTo>
                  <a:lnTo>
                    <a:pt x="0" y="0"/>
                  </a:lnTo>
                  <a:lnTo>
                    <a:pt x="0" y="389265"/>
                  </a:lnTo>
                  <a:lnTo>
                    <a:pt x="473891" y="389265"/>
                  </a:lnTo>
                  <a:lnTo>
                    <a:pt x="473891" y="0"/>
                  </a:lnTo>
                  <a:close/>
                </a:path>
              </a:pathLst>
            </a:custGeom>
            <a:solidFill>
              <a:srgbClr val="C2470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9306972" y="3504804"/>
              <a:ext cx="446405" cy="363220"/>
            </a:xfrm>
            <a:custGeom>
              <a:avLst/>
              <a:gdLst/>
              <a:ahLst/>
              <a:cxnLst/>
              <a:rect l="l" t="t" r="r" b="b"/>
              <a:pathLst>
                <a:path w="446404" h="363220">
                  <a:moveTo>
                    <a:pt x="446352" y="0"/>
                  </a:moveTo>
                  <a:lnTo>
                    <a:pt x="0" y="0"/>
                  </a:lnTo>
                  <a:lnTo>
                    <a:pt x="0" y="362994"/>
                  </a:lnTo>
                  <a:lnTo>
                    <a:pt x="446352" y="362994"/>
                  </a:lnTo>
                  <a:lnTo>
                    <a:pt x="4463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9298330" y="3500252"/>
              <a:ext cx="466725" cy="374015"/>
            </a:xfrm>
            <a:custGeom>
              <a:avLst/>
              <a:gdLst/>
              <a:ahLst/>
              <a:cxnLst/>
              <a:rect l="l" t="t" r="r" b="b"/>
              <a:pathLst>
                <a:path w="466725" h="374014">
                  <a:moveTo>
                    <a:pt x="466483" y="83375"/>
                  </a:moveTo>
                  <a:lnTo>
                    <a:pt x="339585" y="83375"/>
                  </a:lnTo>
                  <a:lnTo>
                    <a:pt x="339585" y="0"/>
                  </a:lnTo>
                  <a:lnTo>
                    <a:pt x="326859" y="76"/>
                  </a:lnTo>
                  <a:lnTo>
                    <a:pt x="326859" y="83375"/>
                  </a:lnTo>
                  <a:lnTo>
                    <a:pt x="139509" y="83375"/>
                  </a:lnTo>
                  <a:lnTo>
                    <a:pt x="139509" y="0"/>
                  </a:lnTo>
                  <a:lnTo>
                    <a:pt x="126796" y="76"/>
                  </a:lnTo>
                  <a:lnTo>
                    <a:pt x="126796" y="83375"/>
                  </a:lnTo>
                  <a:lnTo>
                    <a:pt x="0" y="83375"/>
                  </a:lnTo>
                  <a:lnTo>
                    <a:pt x="0" y="96088"/>
                  </a:lnTo>
                  <a:lnTo>
                    <a:pt x="126796" y="96088"/>
                  </a:lnTo>
                  <a:lnTo>
                    <a:pt x="126796" y="373976"/>
                  </a:lnTo>
                  <a:lnTo>
                    <a:pt x="139509" y="373976"/>
                  </a:lnTo>
                  <a:lnTo>
                    <a:pt x="139509" y="96088"/>
                  </a:lnTo>
                  <a:lnTo>
                    <a:pt x="326859" y="96088"/>
                  </a:lnTo>
                  <a:lnTo>
                    <a:pt x="326859" y="373976"/>
                  </a:lnTo>
                  <a:lnTo>
                    <a:pt x="339585" y="373976"/>
                  </a:lnTo>
                  <a:lnTo>
                    <a:pt x="339585" y="96088"/>
                  </a:lnTo>
                  <a:lnTo>
                    <a:pt x="466483" y="96088"/>
                  </a:lnTo>
                  <a:lnTo>
                    <a:pt x="466483" y="83375"/>
                  </a:lnTo>
                  <a:close/>
                </a:path>
              </a:pathLst>
            </a:custGeom>
            <a:solidFill>
              <a:srgbClr val="C2470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7" name="object 147" descr=""/>
          <p:cNvGrpSpPr/>
          <p:nvPr/>
        </p:nvGrpSpPr>
        <p:grpSpPr>
          <a:xfrm>
            <a:off x="10157679" y="3824846"/>
            <a:ext cx="518795" cy="434340"/>
            <a:chOff x="10157679" y="3824846"/>
            <a:chExt cx="518795" cy="434340"/>
          </a:xfrm>
        </p:grpSpPr>
        <p:sp>
          <p:nvSpPr>
            <p:cNvPr id="148" name="object 148" descr=""/>
            <p:cNvSpPr/>
            <p:nvPr/>
          </p:nvSpPr>
          <p:spPr>
            <a:xfrm>
              <a:off x="10157679" y="3824846"/>
              <a:ext cx="518795" cy="434340"/>
            </a:xfrm>
            <a:custGeom>
              <a:avLst/>
              <a:gdLst/>
              <a:ahLst/>
              <a:cxnLst/>
              <a:rect l="l" t="t" r="r" b="b"/>
              <a:pathLst>
                <a:path w="518795" h="434339">
                  <a:moveTo>
                    <a:pt x="518340" y="0"/>
                  </a:moveTo>
                  <a:lnTo>
                    <a:pt x="0" y="0"/>
                  </a:lnTo>
                  <a:lnTo>
                    <a:pt x="0" y="433714"/>
                  </a:lnTo>
                  <a:lnTo>
                    <a:pt x="518340" y="433714"/>
                  </a:lnTo>
                  <a:lnTo>
                    <a:pt x="518340" y="0"/>
                  </a:lnTo>
                  <a:close/>
                </a:path>
              </a:pathLst>
            </a:custGeom>
            <a:solidFill>
              <a:srgbClr val="D5EB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10179899" y="3847065"/>
              <a:ext cx="474345" cy="389890"/>
            </a:xfrm>
            <a:custGeom>
              <a:avLst/>
              <a:gdLst/>
              <a:ahLst/>
              <a:cxnLst/>
              <a:rect l="l" t="t" r="r" b="b"/>
              <a:pathLst>
                <a:path w="474345" h="389889">
                  <a:moveTo>
                    <a:pt x="473891" y="0"/>
                  </a:moveTo>
                  <a:lnTo>
                    <a:pt x="0" y="0"/>
                  </a:lnTo>
                  <a:lnTo>
                    <a:pt x="0" y="389265"/>
                  </a:lnTo>
                  <a:lnTo>
                    <a:pt x="473891" y="389265"/>
                  </a:lnTo>
                  <a:lnTo>
                    <a:pt x="473891" y="0"/>
                  </a:lnTo>
                  <a:close/>
                </a:path>
              </a:pathLst>
            </a:custGeom>
            <a:solidFill>
              <a:srgbClr val="C2470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10195951" y="3860206"/>
              <a:ext cx="446405" cy="363220"/>
            </a:xfrm>
            <a:custGeom>
              <a:avLst/>
              <a:gdLst/>
              <a:ahLst/>
              <a:cxnLst/>
              <a:rect l="l" t="t" r="r" b="b"/>
              <a:pathLst>
                <a:path w="446404" h="363220">
                  <a:moveTo>
                    <a:pt x="446352" y="0"/>
                  </a:moveTo>
                  <a:lnTo>
                    <a:pt x="0" y="0"/>
                  </a:lnTo>
                  <a:lnTo>
                    <a:pt x="0" y="362994"/>
                  </a:lnTo>
                  <a:lnTo>
                    <a:pt x="446352" y="362994"/>
                  </a:lnTo>
                  <a:lnTo>
                    <a:pt x="4463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10187305" y="3855662"/>
              <a:ext cx="466725" cy="374015"/>
            </a:xfrm>
            <a:custGeom>
              <a:avLst/>
              <a:gdLst/>
              <a:ahLst/>
              <a:cxnLst/>
              <a:rect l="l" t="t" r="r" b="b"/>
              <a:pathLst>
                <a:path w="466725" h="374014">
                  <a:moveTo>
                    <a:pt x="466496" y="83362"/>
                  </a:moveTo>
                  <a:lnTo>
                    <a:pt x="339585" y="83362"/>
                  </a:lnTo>
                  <a:lnTo>
                    <a:pt x="339585" y="0"/>
                  </a:lnTo>
                  <a:lnTo>
                    <a:pt x="326859" y="63"/>
                  </a:lnTo>
                  <a:lnTo>
                    <a:pt x="326859" y="83362"/>
                  </a:lnTo>
                  <a:lnTo>
                    <a:pt x="139522" y="83362"/>
                  </a:lnTo>
                  <a:lnTo>
                    <a:pt x="139522" y="0"/>
                  </a:lnTo>
                  <a:lnTo>
                    <a:pt x="126796" y="63"/>
                  </a:lnTo>
                  <a:lnTo>
                    <a:pt x="126796" y="83362"/>
                  </a:lnTo>
                  <a:lnTo>
                    <a:pt x="0" y="83362"/>
                  </a:lnTo>
                  <a:lnTo>
                    <a:pt x="0" y="96088"/>
                  </a:lnTo>
                  <a:lnTo>
                    <a:pt x="126796" y="96088"/>
                  </a:lnTo>
                  <a:lnTo>
                    <a:pt x="126796" y="373976"/>
                  </a:lnTo>
                  <a:lnTo>
                    <a:pt x="139522" y="373976"/>
                  </a:lnTo>
                  <a:lnTo>
                    <a:pt x="139522" y="96088"/>
                  </a:lnTo>
                  <a:lnTo>
                    <a:pt x="326859" y="96088"/>
                  </a:lnTo>
                  <a:lnTo>
                    <a:pt x="326859" y="373976"/>
                  </a:lnTo>
                  <a:lnTo>
                    <a:pt x="339585" y="373976"/>
                  </a:lnTo>
                  <a:lnTo>
                    <a:pt x="339585" y="96088"/>
                  </a:lnTo>
                  <a:lnTo>
                    <a:pt x="466496" y="96088"/>
                  </a:lnTo>
                  <a:lnTo>
                    <a:pt x="466496" y="83362"/>
                  </a:lnTo>
                  <a:close/>
                </a:path>
              </a:pathLst>
            </a:custGeom>
            <a:solidFill>
              <a:srgbClr val="C2470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2" name="object 152" descr=""/>
          <p:cNvSpPr/>
          <p:nvPr/>
        </p:nvSpPr>
        <p:spPr>
          <a:xfrm>
            <a:off x="9973507" y="4830449"/>
            <a:ext cx="876300" cy="111760"/>
          </a:xfrm>
          <a:custGeom>
            <a:avLst/>
            <a:gdLst/>
            <a:ahLst/>
            <a:cxnLst/>
            <a:rect l="l" t="t" r="r" b="b"/>
            <a:pathLst>
              <a:path w="876300" h="111760">
                <a:moveTo>
                  <a:pt x="875868" y="0"/>
                </a:moveTo>
                <a:lnTo>
                  <a:pt x="0" y="0"/>
                </a:lnTo>
                <a:lnTo>
                  <a:pt x="0" y="111263"/>
                </a:lnTo>
                <a:lnTo>
                  <a:pt x="875868" y="111263"/>
                </a:lnTo>
                <a:lnTo>
                  <a:pt x="875868" y="0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" name="object 153" descr=""/>
          <p:cNvSpPr/>
          <p:nvPr/>
        </p:nvSpPr>
        <p:spPr>
          <a:xfrm>
            <a:off x="8856713" y="3281686"/>
            <a:ext cx="259715" cy="126364"/>
          </a:xfrm>
          <a:custGeom>
            <a:avLst/>
            <a:gdLst/>
            <a:ahLst/>
            <a:cxnLst/>
            <a:rect l="l" t="t" r="r" b="b"/>
            <a:pathLst>
              <a:path w="259715" h="126364">
                <a:moveTo>
                  <a:pt x="63131" y="952"/>
                </a:moveTo>
                <a:lnTo>
                  <a:pt x="62166" y="0"/>
                </a:lnTo>
                <a:lnTo>
                  <a:pt x="800" y="0"/>
                </a:lnTo>
                <a:lnTo>
                  <a:pt x="0" y="952"/>
                </a:lnTo>
                <a:lnTo>
                  <a:pt x="0" y="125298"/>
                </a:lnTo>
                <a:lnTo>
                  <a:pt x="800" y="126250"/>
                </a:lnTo>
                <a:lnTo>
                  <a:pt x="20510" y="126250"/>
                </a:lnTo>
                <a:lnTo>
                  <a:pt x="21475" y="125298"/>
                </a:lnTo>
                <a:lnTo>
                  <a:pt x="21475" y="73380"/>
                </a:lnTo>
                <a:lnTo>
                  <a:pt x="52705" y="73380"/>
                </a:lnTo>
                <a:lnTo>
                  <a:pt x="53657" y="72593"/>
                </a:lnTo>
                <a:lnTo>
                  <a:pt x="53657" y="53505"/>
                </a:lnTo>
                <a:lnTo>
                  <a:pt x="52705" y="52552"/>
                </a:lnTo>
                <a:lnTo>
                  <a:pt x="21475" y="52552"/>
                </a:lnTo>
                <a:lnTo>
                  <a:pt x="21475" y="20828"/>
                </a:lnTo>
                <a:lnTo>
                  <a:pt x="62166" y="20828"/>
                </a:lnTo>
                <a:lnTo>
                  <a:pt x="63131" y="19888"/>
                </a:lnTo>
                <a:lnTo>
                  <a:pt x="63131" y="18300"/>
                </a:lnTo>
                <a:lnTo>
                  <a:pt x="63131" y="952"/>
                </a:lnTo>
                <a:close/>
              </a:path>
              <a:path w="259715" h="126364">
                <a:moveTo>
                  <a:pt x="100355" y="1270"/>
                </a:moveTo>
                <a:lnTo>
                  <a:pt x="100037" y="1270"/>
                </a:lnTo>
                <a:lnTo>
                  <a:pt x="100037" y="0"/>
                </a:lnTo>
                <a:lnTo>
                  <a:pt x="79146" y="0"/>
                </a:lnTo>
                <a:lnTo>
                  <a:pt x="79146" y="1270"/>
                </a:lnTo>
                <a:lnTo>
                  <a:pt x="78879" y="1270"/>
                </a:lnTo>
                <a:lnTo>
                  <a:pt x="78879" y="125730"/>
                </a:lnTo>
                <a:lnTo>
                  <a:pt x="100355" y="125730"/>
                </a:lnTo>
                <a:lnTo>
                  <a:pt x="100355" y="1270"/>
                </a:lnTo>
                <a:close/>
              </a:path>
              <a:path w="259715" h="126364">
                <a:moveTo>
                  <a:pt x="180975" y="22720"/>
                </a:moveTo>
                <a:lnTo>
                  <a:pt x="159512" y="203"/>
                </a:lnTo>
                <a:lnTo>
                  <a:pt x="159512" y="23037"/>
                </a:lnTo>
                <a:lnTo>
                  <a:pt x="159512" y="60909"/>
                </a:lnTo>
                <a:lnTo>
                  <a:pt x="157302" y="63119"/>
                </a:lnTo>
                <a:lnTo>
                  <a:pt x="137579" y="63119"/>
                </a:lnTo>
                <a:lnTo>
                  <a:pt x="137579" y="20828"/>
                </a:lnTo>
                <a:lnTo>
                  <a:pt x="157302" y="20828"/>
                </a:lnTo>
                <a:lnTo>
                  <a:pt x="159512" y="23037"/>
                </a:lnTo>
                <a:lnTo>
                  <a:pt x="159512" y="203"/>
                </a:lnTo>
                <a:lnTo>
                  <a:pt x="158229" y="0"/>
                </a:lnTo>
                <a:lnTo>
                  <a:pt x="117068" y="0"/>
                </a:lnTo>
                <a:lnTo>
                  <a:pt x="116103" y="952"/>
                </a:lnTo>
                <a:lnTo>
                  <a:pt x="116103" y="125298"/>
                </a:lnTo>
                <a:lnTo>
                  <a:pt x="117068" y="126238"/>
                </a:lnTo>
                <a:lnTo>
                  <a:pt x="136626" y="126238"/>
                </a:lnTo>
                <a:lnTo>
                  <a:pt x="137579" y="125298"/>
                </a:lnTo>
                <a:lnTo>
                  <a:pt x="137579" y="83947"/>
                </a:lnTo>
                <a:lnTo>
                  <a:pt x="148450" y="83947"/>
                </a:lnTo>
                <a:lnTo>
                  <a:pt x="159042" y="124040"/>
                </a:lnTo>
                <a:lnTo>
                  <a:pt x="159359" y="125450"/>
                </a:lnTo>
                <a:lnTo>
                  <a:pt x="160147" y="126238"/>
                </a:lnTo>
                <a:lnTo>
                  <a:pt x="179857" y="126238"/>
                </a:lnTo>
                <a:lnTo>
                  <a:pt x="180809" y="125298"/>
                </a:lnTo>
                <a:lnTo>
                  <a:pt x="180340" y="123405"/>
                </a:lnTo>
                <a:lnTo>
                  <a:pt x="169951" y="83947"/>
                </a:lnTo>
                <a:lnTo>
                  <a:pt x="169456" y="82067"/>
                </a:lnTo>
                <a:lnTo>
                  <a:pt x="177025" y="78740"/>
                </a:lnTo>
                <a:lnTo>
                  <a:pt x="180975" y="71805"/>
                </a:lnTo>
                <a:lnTo>
                  <a:pt x="180975" y="63119"/>
                </a:lnTo>
                <a:lnTo>
                  <a:pt x="180975" y="22720"/>
                </a:lnTo>
                <a:close/>
              </a:path>
              <a:path w="259715" h="126364">
                <a:moveTo>
                  <a:pt x="259689" y="952"/>
                </a:moveTo>
                <a:lnTo>
                  <a:pt x="259054" y="0"/>
                </a:lnTo>
                <a:lnTo>
                  <a:pt x="197688" y="0"/>
                </a:lnTo>
                <a:lnTo>
                  <a:pt x="196723" y="952"/>
                </a:lnTo>
                <a:lnTo>
                  <a:pt x="196723" y="125298"/>
                </a:lnTo>
                <a:lnTo>
                  <a:pt x="197688" y="126250"/>
                </a:lnTo>
                <a:lnTo>
                  <a:pt x="259054" y="126250"/>
                </a:lnTo>
                <a:lnTo>
                  <a:pt x="259689" y="125298"/>
                </a:lnTo>
                <a:lnTo>
                  <a:pt x="259689" y="106210"/>
                </a:lnTo>
                <a:lnTo>
                  <a:pt x="259054" y="105422"/>
                </a:lnTo>
                <a:lnTo>
                  <a:pt x="217716" y="105422"/>
                </a:lnTo>
                <a:lnTo>
                  <a:pt x="217716" y="73545"/>
                </a:lnTo>
                <a:lnTo>
                  <a:pt x="249428" y="73545"/>
                </a:lnTo>
                <a:lnTo>
                  <a:pt x="250380" y="72593"/>
                </a:lnTo>
                <a:lnTo>
                  <a:pt x="250380" y="53505"/>
                </a:lnTo>
                <a:lnTo>
                  <a:pt x="249428" y="52552"/>
                </a:lnTo>
                <a:lnTo>
                  <a:pt x="217716" y="52552"/>
                </a:lnTo>
                <a:lnTo>
                  <a:pt x="217716" y="20993"/>
                </a:lnTo>
                <a:lnTo>
                  <a:pt x="259054" y="20993"/>
                </a:lnTo>
                <a:lnTo>
                  <a:pt x="259689" y="19888"/>
                </a:lnTo>
                <a:lnTo>
                  <a:pt x="259689" y="18300"/>
                </a:lnTo>
                <a:lnTo>
                  <a:pt x="259689" y="952"/>
                </a:lnTo>
                <a:close/>
              </a:path>
            </a:pathLst>
          </a:custGeom>
          <a:solidFill>
            <a:srgbClr val="E8DC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" name="object 154" descr=""/>
          <p:cNvSpPr/>
          <p:nvPr/>
        </p:nvSpPr>
        <p:spPr>
          <a:xfrm>
            <a:off x="9171597" y="3281686"/>
            <a:ext cx="470534" cy="126364"/>
          </a:xfrm>
          <a:custGeom>
            <a:avLst/>
            <a:gdLst/>
            <a:ahLst/>
            <a:cxnLst/>
            <a:rect l="l" t="t" r="r" b="b"/>
            <a:pathLst>
              <a:path w="470534" h="126364">
                <a:moveTo>
                  <a:pt x="63131" y="22720"/>
                </a:moveTo>
                <a:lnTo>
                  <a:pt x="61671" y="12915"/>
                </a:lnTo>
                <a:lnTo>
                  <a:pt x="57327" y="5803"/>
                </a:lnTo>
                <a:lnTo>
                  <a:pt x="50203" y="1473"/>
                </a:lnTo>
                <a:lnTo>
                  <a:pt x="40398" y="0"/>
                </a:lnTo>
                <a:lnTo>
                  <a:pt x="22733" y="0"/>
                </a:lnTo>
                <a:lnTo>
                  <a:pt x="12992" y="1473"/>
                </a:lnTo>
                <a:lnTo>
                  <a:pt x="5867" y="5803"/>
                </a:lnTo>
                <a:lnTo>
                  <a:pt x="1498" y="12915"/>
                </a:lnTo>
                <a:lnTo>
                  <a:pt x="0" y="22720"/>
                </a:lnTo>
                <a:lnTo>
                  <a:pt x="0" y="62966"/>
                </a:lnTo>
                <a:lnTo>
                  <a:pt x="1422" y="64858"/>
                </a:lnTo>
                <a:lnTo>
                  <a:pt x="41681" y="78117"/>
                </a:lnTo>
                <a:lnTo>
                  <a:pt x="41681" y="103365"/>
                </a:lnTo>
                <a:lnTo>
                  <a:pt x="39458" y="105422"/>
                </a:lnTo>
                <a:lnTo>
                  <a:pt x="23837" y="105422"/>
                </a:lnTo>
                <a:lnTo>
                  <a:pt x="21475" y="103365"/>
                </a:lnTo>
                <a:lnTo>
                  <a:pt x="21475" y="85229"/>
                </a:lnTo>
                <a:lnTo>
                  <a:pt x="20688" y="84429"/>
                </a:lnTo>
                <a:lnTo>
                  <a:pt x="952" y="84429"/>
                </a:lnTo>
                <a:lnTo>
                  <a:pt x="0" y="85229"/>
                </a:lnTo>
                <a:lnTo>
                  <a:pt x="0" y="103517"/>
                </a:lnTo>
                <a:lnTo>
                  <a:pt x="1498" y="113334"/>
                </a:lnTo>
                <a:lnTo>
                  <a:pt x="5867" y="120446"/>
                </a:lnTo>
                <a:lnTo>
                  <a:pt x="12992" y="124790"/>
                </a:lnTo>
                <a:lnTo>
                  <a:pt x="22733" y="126250"/>
                </a:lnTo>
                <a:lnTo>
                  <a:pt x="40398" y="126250"/>
                </a:lnTo>
                <a:lnTo>
                  <a:pt x="50203" y="124790"/>
                </a:lnTo>
                <a:lnTo>
                  <a:pt x="57327" y="120446"/>
                </a:lnTo>
                <a:lnTo>
                  <a:pt x="61671" y="113334"/>
                </a:lnTo>
                <a:lnTo>
                  <a:pt x="63131" y="103517"/>
                </a:lnTo>
                <a:lnTo>
                  <a:pt x="63131" y="64071"/>
                </a:lnTo>
                <a:lnTo>
                  <a:pt x="61722" y="62331"/>
                </a:lnTo>
                <a:lnTo>
                  <a:pt x="59016" y="61226"/>
                </a:lnTo>
                <a:lnTo>
                  <a:pt x="21475" y="48920"/>
                </a:lnTo>
                <a:lnTo>
                  <a:pt x="21475" y="23050"/>
                </a:lnTo>
                <a:lnTo>
                  <a:pt x="23837" y="20828"/>
                </a:lnTo>
                <a:lnTo>
                  <a:pt x="39624" y="20828"/>
                </a:lnTo>
                <a:lnTo>
                  <a:pt x="41681" y="23050"/>
                </a:lnTo>
                <a:lnTo>
                  <a:pt x="41681" y="41021"/>
                </a:lnTo>
                <a:lnTo>
                  <a:pt x="42608" y="41986"/>
                </a:lnTo>
                <a:lnTo>
                  <a:pt x="62344" y="41986"/>
                </a:lnTo>
                <a:lnTo>
                  <a:pt x="63131" y="41021"/>
                </a:lnTo>
                <a:lnTo>
                  <a:pt x="63131" y="22720"/>
                </a:lnTo>
                <a:close/>
              </a:path>
              <a:path w="470534" h="126364">
                <a:moveTo>
                  <a:pt x="135712" y="1270"/>
                </a:moveTo>
                <a:lnTo>
                  <a:pt x="135445" y="1270"/>
                </a:lnTo>
                <a:lnTo>
                  <a:pt x="135445" y="0"/>
                </a:lnTo>
                <a:lnTo>
                  <a:pt x="72898" y="0"/>
                </a:lnTo>
                <a:lnTo>
                  <a:pt x="72898" y="1270"/>
                </a:lnTo>
                <a:lnTo>
                  <a:pt x="72580" y="1270"/>
                </a:lnTo>
                <a:lnTo>
                  <a:pt x="72580" y="20320"/>
                </a:lnTo>
                <a:lnTo>
                  <a:pt x="93421" y="20320"/>
                </a:lnTo>
                <a:lnTo>
                  <a:pt x="93421" y="125730"/>
                </a:lnTo>
                <a:lnTo>
                  <a:pt x="114871" y="125730"/>
                </a:lnTo>
                <a:lnTo>
                  <a:pt x="114871" y="20320"/>
                </a:lnTo>
                <a:lnTo>
                  <a:pt x="135712" y="20320"/>
                </a:lnTo>
                <a:lnTo>
                  <a:pt x="135712" y="1270"/>
                </a:lnTo>
                <a:close/>
              </a:path>
              <a:path w="470534" h="126364">
                <a:moveTo>
                  <a:pt x="212712" y="125298"/>
                </a:moveTo>
                <a:lnTo>
                  <a:pt x="203568" y="82689"/>
                </a:lnTo>
                <a:lnTo>
                  <a:pt x="191681" y="27622"/>
                </a:lnTo>
                <a:lnTo>
                  <a:pt x="186194" y="2209"/>
                </a:lnTo>
                <a:lnTo>
                  <a:pt x="185889" y="635"/>
                </a:lnTo>
                <a:lnTo>
                  <a:pt x="184937" y="0"/>
                </a:lnTo>
                <a:lnTo>
                  <a:pt x="182562" y="0"/>
                </a:lnTo>
                <a:lnTo>
                  <a:pt x="182562" y="82689"/>
                </a:lnTo>
                <a:lnTo>
                  <a:pt x="162382" y="82689"/>
                </a:lnTo>
                <a:lnTo>
                  <a:pt x="172478" y="27622"/>
                </a:lnTo>
                <a:lnTo>
                  <a:pt x="182562" y="82689"/>
                </a:lnTo>
                <a:lnTo>
                  <a:pt x="182562" y="0"/>
                </a:lnTo>
                <a:lnTo>
                  <a:pt x="160159" y="0"/>
                </a:lnTo>
                <a:lnTo>
                  <a:pt x="159207" y="635"/>
                </a:lnTo>
                <a:lnTo>
                  <a:pt x="158902" y="2209"/>
                </a:lnTo>
                <a:lnTo>
                  <a:pt x="132689" y="123558"/>
                </a:lnTo>
                <a:lnTo>
                  <a:pt x="132207" y="125298"/>
                </a:lnTo>
                <a:lnTo>
                  <a:pt x="133019" y="126238"/>
                </a:lnTo>
                <a:lnTo>
                  <a:pt x="153047" y="126238"/>
                </a:lnTo>
                <a:lnTo>
                  <a:pt x="153847" y="125463"/>
                </a:lnTo>
                <a:lnTo>
                  <a:pt x="154241" y="123558"/>
                </a:lnTo>
                <a:lnTo>
                  <a:pt x="158419" y="101003"/>
                </a:lnTo>
                <a:lnTo>
                  <a:pt x="186499" y="101003"/>
                </a:lnTo>
                <a:lnTo>
                  <a:pt x="190931" y="124040"/>
                </a:lnTo>
                <a:lnTo>
                  <a:pt x="191236" y="125463"/>
                </a:lnTo>
                <a:lnTo>
                  <a:pt x="192036" y="126238"/>
                </a:lnTo>
                <a:lnTo>
                  <a:pt x="212077" y="126238"/>
                </a:lnTo>
                <a:lnTo>
                  <a:pt x="212712" y="125298"/>
                </a:lnTo>
                <a:close/>
              </a:path>
              <a:path w="470534" h="126364">
                <a:moveTo>
                  <a:pt x="273913" y="1270"/>
                </a:moveTo>
                <a:lnTo>
                  <a:pt x="273646" y="1270"/>
                </a:lnTo>
                <a:lnTo>
                  <a:pt x="273646" y="0"/>
                </a:lnTo>
                <a:lnTo>
                  <a:pt x="211099" y="0"/>
                </a:lnTo>
                <a:lnTo>
                  <a:pt x="211099" y="1270"/>
                </a:lnTo>
                <a:lnTo>
                  <a:pt x="210781" y="1270"/>
                </a:lnTo>
                <a:lnTo>
                  <a:pt x="210781" y="20320"/>
                </a:lnTo>
                <a:lnTo>
                  <a:pt x="231622" y="20320"/>
                </a:lnTo>
                <a:lnTo>
                  <a:pt x="231622" y="125730"/>
                </a:lnTo>
                <a:lnTo>
                  <a:pt x="253072" y="125730"/>
                </a:lnTo>
                <a:lnTo>
                  <a:pt x="253072" y="20320"/>
                </a:lnTo>
                <a:lnTo>
                  <a:pt x="273913" y="20320"/>
                </a:lnTo>
                <a:lnTo>
                  <a:pt x="273913" y="1270"/>
                </a:lnTo>
                <a:close/>
              </a:path>
              <a:path w="470534" h="126364">
                <a:moveTo>
                  <a:pt x="307987" y="1270"/>
                </a:moveTo>
                <a:lnTo>
                  <a:pt x="307670" y="1270"/>
                </a:lnTo>
                <a:lnTo>
                  <a:pt x="307670" y="0"/>
                </a:lnTo>
                <a:lnTo>
                  <a:pt x="286766" y="0"/>
                </a:lnTo>
                <a:lnTo>
                  <a:pt x="286766" y="1270"/>
                </a:lnTo>
                <a:lnTo>
                  <a:pt x="286512" y="1270"/>
                </a:lnTo>
                <a:lnTo>
                  <a:pt x="286512" y="125730"/>
                </a:lnTo>
                <a:lnTo>
                  <a:pt x="307987" y="125730"/>
                </a:lnTo>
                <a:lnTo>
                  <a:pt x="307987" y="1270"/>
                </a:lnTo>
                <a:close/>
              </a:path>
              <a:path w="470534" h="126364">
                <a:moveTo>
                  <a:pt x="386842" y="22567"/>
                </a:moveTo>
                <a:lnTo>
                  <a:pt x="386511" y="20358"/>
                </a:lnTo>
                <a:lnTo>
                  <a:pt x="385406" y="12915"/>
                </a:lnTo>
                <a:lnTo>
                  <a:pt x="381063" y="5803"/>
                </a:lnTo>
                <a:lnTo>
                  <a:pt x="373951" y="1473"/>
                </a:lnTo>
                <a:lnTo>
                  <a:pt x="366496" y="355"/>
                </a:lnTo>
                <a:lnTo>
                  <a:pt x="366496" y="22567"/>
                </a:lnTo>
                <a:lnTo>
                  <a:pt x="366496" y="103847"/>
                </a:lnTo>
                <a:lnTo>
                  <a:pt x="364286" y="105892"/>
                </a:lnTo>
                <a:lnTo>
                  <a:pt x="346938" y="105892"/>
                </a:lnTo>
                <a:lnTo>
                  <a:pt x="344728" y="103847"/>
                </a:lnTo>
                <a:lnTo>
                  <a:pt x="344728" y="22567"/>
                </a:lnTo>
                <a:lnTo>
                  <a:pt x="346938" y="20358"/>
                </a:lnTo>
                <a:lnTo>
                  <a:pt x="364286" y="20358"/>
                </a:lnTo>
                <a:lnTo>
                  <a:pt x="366496" y="22567"/>
                </a:lnTo>
                <a:lnTo>
                  <a:pt x="366496" y="355"/>
                </a:lnTo>
                <a:lnTo>
                  <a:pt x="364134" y="0"/>
                </a:lnTo>
                <a:lnTo>
                  <a:pt x="346468" y="0"/>
                </a:lnTo>
                <a:lnTo>
                  <a:pt x="336664" y="1473"/>
                </a:lnTo>
                <a:lnTo>
                  <a:pt x="329539" y="5803"/>
                </a:lnTo>
                <a:lnTo>
                  <a:pt x="325208" y="12915"/>
                </a:lnTo>
                <a:lnTo>
                  <a:pt x="323761" y="22567"/>
                </a:lnTo>
                <a:lnTo>
                  <a:pt x="323786" y="103847"/>
                </a:lnTo>
                <a:lnTo>
                  <a:pt x="325208" y="113334"/>
                </a:lnTo>
                <a:lnTo>
                  <a:pt x="329539" y="120446"/>
                </a:lnTo>
                <a:lnTo>
                  <a:pt x="336664" y="124777"/>
                </a:lnTo>
                <a:lnTo>
                  <a:pt x="346468" y="126238"/>
                </a:lnTo>
                <a:lnTo>
                  <a:pt x="364134" y="126238"/>
                </a:lnTo>
                <a:lnTo>
                  <a:pt x="373951" y="124777"/>
                </a:lnTo>
                <a:lnTo>
                  <a:pt x="381063" y="120446"/>
                </a:lnTo>
                <a:lnTo>
                  <a:pt x="385406" y="113334"/>
                </a:lnTo>
                <a:lnTo>
                  <a:pt x="386511" y="105892"/>
                </a:lnTo>
                <a:lnTo>
                  <a:pt x="386816" y="103847"/>
                </a:lnTo>
                <a:lnTo>
                  <a:pt x="386842" y="22567"/>
                </a:lnTo>
                <a:close/>
              </a:path>
              <a:path w="470534" h="126364">
                <a:moveTo>
                  <a:pt x="469988" y="952"/>
                </a:moveTo>
                <a:lnTo>
                  <a:pt x="469061" y="0"/>
                </a:lnTo>
                <a:lnTo>
                  <a:pt x="467487" y="0"/>
                </a:lnTo>
                <a:lnTo>
                  <a:pt x="449338" y="0"/>
                </a:lnTo>
                <a:lnTo>
                  <a:pt x="448538" y="952"/>
                </a:lnTo>
                <a:lnTo>
                  <a:pt x="448538" y="69126"/>
                </a:lnTo>
                <a:lnTo>
                  <a:pt x="447611" y="69126"/>
                </a:lnTo>
                <a:lnTo>
                  <a:pt x="423138" y="635"/>
                </a:lnTo>
                <a:lnTo>
                  <a:pt x="422198" y="0"/>
                </a:lnTo>
                <a:lnTo>
                  <a:pt x="403567" y="0"/>
                </a:lnTo>
                <a:lnTo>
                  <a:pt x="402615" y="952"/>
                </a:lnTo>
                <a:lnTo>
                  <a:pt x="402615" y="125298"/>
                </a:lnTo>
                <a:lnTo>
                  <a:pt x="403567" y="126250"/>
                </a:lnTo>
                <a:lnTo>
                  <a:pt x="423291" y="126250"/>
                </a:lnTo>
                <a:lnTo>
                  <a:pt x="424091" y="125298"/>
                </a:lnTo>
                <a:lnTo>
                  <a:pt x="424421" y="67271"/>
                </a:lnTo>
                <a:lnTo>
                  <a:pt x="424865" y="56819"/>
                </a:lnTo>
                <a:lnTo>
                  <a:pt x="449478" y="125615"/>
                </a:lnTo>
                <a:lnTo>
                  <a:pt x="450430" y="126250"/>
                </a:lnTo>
                <a:lnTo>
                  <a:pt x="469061" y="126250"/>
                </a:lnTo>
                <a:lnTo>
                  <a:pt x="469988" y="125298"/>
                </a:lnTo>
                <a:lnTo>
                  <a:pt x="469988" y="952"/>
                </a:lnTo>
                <a:close/>
              </a:path>
            </a:pathLst>
          </a:custGeom>
          <a:solidFill>
            <a:srgbClr val="E8DC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" name="object 155" descr=""/>
          <p:cNvSpPr/>
          <p:nvPr/>
        </p:nvSpPr>
        <p:spPr>
          <a:xfrm>
            <a:off x="8847925" y="3275120"/>
            <a:ext cx="259715" cy="126364"/>
          </a:xfrm>
          <a:custGeom>
            <a:avLst/>
            <a:gdLst/>
            <a:ahLst/>
            <a:cxnLst/>
            <a:rect l="l" t="t" r="r" b="b"/>
            <a:pathLst>
              <a:path w="259715" h="126364">
                <a:moveTo>
                  <a:pt x="63131" y="952"/>
                </a:moveTo>
                <a:lnTo>
                  <a:pt x="62179" y="0"/>
                </a:lnTo>
                <a:lnTo>
                  <a:pt x="800" y="0"/>
                </a:lnTo>
                <a:lnTo>
                  <a:pt x="0" y="952"/>
                </a:lnTo>
                <a:lnTo>
                  <a:pt x="0" y="125285"/>
                </a:lnTo>
                <a:lnTo>
                  <a:pt x="800" y="126238"/>
                </a:lnTo>
                <a:lnTo>
                  <a:pt x="20523" y="126238"/>
                </a:lnTo>
                <a:lnTo>
                  <a:pt x="21475" y="125285"/>
                </a:lnTo>
                <a:lnTo>
                  <a:pt x="21475" y="73380"/>
                </a:lnTo>
                <a:lnTo>
                  <a:pt x="52705" y="73380"/>
                </a:lnTo>
                <a:lnTo>
                  <a:pt x="53657" y="72593"/>
                </a:lnTo>
                <a:lnTo>
                  <a:pt x="53657" y="53492"/>
                </a:lnTo>
                <a:lnTo>
                  <a:pt x="52705" y="52552"/>
                </a:lnTo>
                <a:lnTo>
                  <a:pt x="21475" y="52552"/>
                </a:lnTo>
                <a:lnTo>
                  <a:pt x="21475" y="20815"/>
                </a:lnTo>
                <a:lnTo>
                  <a:pt x="62179" y="20815"/>
                </a:lnTo>
                <a:lnTo>
                  <a:pt x="63131" y="19875"/>
                </a:lnTo>
                <a:lnTo>
                  <a:pt x="63131" y="18300"/>
                </a:lnTo>
                <a:lnTo>
                  <a:pt x="63131" y="952"/>
                </a:lnTo>
                <a:close/>
              </a:path>
              <a:path w="259715" h="126364">
                <a:moveTo>
                  <a:pt x="100355" y="1270"/>
                </a:moveTo>
                <a:lnTo>
                  <a:pt x="100037" y="1270"/>
                </a:lnTo>
                <a:lnTo>
                  <a:pt x="100037" y="0"/>
                </a:lnTo>
                <a:lnTo>
                  <a:pt x="79146" y="0"/>
                </a:lnTo>
                <a:lnTo>
                  <a:pt x="79146" y="1270"/>
                </a:lnTo>
                <a:lnTo>
                  <a:pt x="78879" y="1270"/>
                </a:lnTo>
                <a:lnTo>
                  <a:pt x="78879" y="125730"/>
                </a:lnTo>
                <a:lnTo>
                  <a:pt x="100355" y="125730"/>
                </a:lnTo>
                <a:lnTo>
                  <a:pt x="100355" y="1270"/>
                </a:lnTo>
                <a:close/>
              </a:path>
              <a:path w="259715" h="126364">
                <a:moveTo>
                  <a:pt x="180975" y="22720"/>
                </a:moveTo>
                <a:lnTo>
                  <a:pt x="180682" y="20828"/>
                </a:lnTo>
                <a:lnTo>
                  <a:pt x="179501" y="12915"/>
                </a:lnTo>
                <a:lnTo>
                  <a:pt x="175171" y="5803"/>
                </a:lnTo>
                <a:lnTo>
                  <a:pt x="168046" y="1460"/>
                </a:lnTo>
                <a:lnTo>
                  <a:pt x="159512" y="190"/>
                </a:lnTo>
                <a:lnTo>
                  <a:pt x="159512" y="23037"/>
                </a:lnTo>
                <a:lnTo>
                  <a:pt x="159512" y="60909"/>
                </a:lnTo>
                <a:lnTo>
                  <a:pt x="157289" y="63119"/>
                </a:lnTo>
                <a:lnTo>
                  <a:pt x="137579" y="63119"/>
                </a:lnTo>
                <a:lnTo>
                  <a:pt x="137579" y="20828"/>
                </a:lnTo>
                <a:lnTo>
                  <a:pt x="157289" y="20828"/>
                </a:lnTo>
                <a:lnTo>
                  <a:pt x="159512" y="23037"/>
                </a:lnTo>
                <a:lnTo>
                  <a:pt x="159512" y="190"/>
                </a:lnTo>
                <a:lnTo>
                  <a:pt x="158242" y="0"/>
                </a:lnTo>
                <a:lnTo>
                  <a:pt x="117068" y="0"/>
                </a:lnTo>
                <a:lnTo>
                  <a:pt x="116103" y="939"/>
                </a:lnTo>
                <a:lnTo>
                  <a:pt x="116103" y="125298"/>
                </a:lnTo>
                <a:lnTo>
                  <a:pt x="117068" y="126238"/>
                </a:lnTo>
                <a:lnTo>
                  <a:pt x="136626" y="126238"/>
                </a:lnTo>
                <a:lnTo>
                  <a:pt x="137579" y="125298"/>
                </a:lnTo>
                <a:lnTo>
                  <a:pt x="137579" y="83947"/>
                </a:lnTo>
                <a:lnTo>
                  <a:pt x="148450" y="83947"/>
                </a:lnTo>
                <a:lnTo>
                  <a:pt x="159029" y="124040"/>
                </a:lnTo>
                <a:lnTo>
                  <a:pt x="159359" y="125450"/>
                </a:lnTo>
                <a:lnTo>
                  <a:pt x="160134" y="126238"/>
                </a:lnTo>
                <a:lnTo>
                  <a:pt x="179857" y="126238"/>
                </a:lnTo>
                <a:lnTo>
                  <a:pt x="180809" y="125298"/>
                </a:lnTo>
                <a:lnTo>
                  <a:pt x="180327" y="123393"/>
                </a:lnTo>
                <a:lnTo>
                  <a:pt x="169951" y="83947"/>
                </a:lnTo>
                <a:lnTo>
                  <a:pt x="169456" y="82054"/>
                </a:lnTo>
                <a:lnTo>
                  <a:pt x="177025" y="78740"/>
                </a:lnTo>
                <a:lnTo>
                  <a:pt x="180975" y="71793"/>
                </a:lnTo>
                <a:lnTo>
                  <a:pt x="180975" y="63119"/>
                </a:lnTo>
                <a:lnTo>
                  <a:pt x="180975" y="22720"/>
                </a:lnTo>
                <a:close/>
              </a:path>
              <a:path w="259715" h="126364">
                <a:moveTo>
                  <a:pt x="259689" y="952"/>
                </a:moveTo>
                <a:lnTo>
                  <a:pt x="259054" y="0"/>
                </a:lnTo>
                <a:lnTo>
                  <a:pt x="197675" y="0"/>
                </a:lnTo>
                <a:lnTo>
                  <a:pt x="196723" y="952"/>
                </a:lnTo>
                <a:lnTo>
                  <a:pt x="196723" y="125285"/>
                </a:lnTo>
                <a:lnTo>
                  <a:pt x="197675" y="126238"/>
                </a:lnTo>
                <a:lnTo>
                  <a:pt x="259054" y="126238"/>
                </a:lnTo>
                <a:lnTo>
                  <a:pt x="259689" y="125285"/>
                </a:lnTo>
                <a:lnTo>
                  <a:pt x="259689" y="106197"/>
                </a:lnTo>
                <a:lnTo>
                  <a:pt x="259054" y="105410"/>
                </a:lnTo>
                <a:lnTo>
                  <a:pt x="217716" y="105410"/>
                </a:lnTo>
                <a:lnTo>
                  <a:pt x="217716" y="73533"/>
                </a:lnTo>
                <a:lnTo>
                  <a:pt x="249428" y="73533"/>
                </a:lnTo>
                <a:lnTo>
                  <a:pt x="250380" y="72593"/>
                </a:lnTo>
                <a:lnTo>
                  <a:pt x="250380" y="53492"/>
                </a:lnTo>
                <a:lnTo>
                  <a:pt x="249428" y="52552"/>
                </a:lnTo>
                <a:lnTo>
                  <a:pt x="217716" y="52552"/>
                </a:lnTo>
                <a:lnTo>
                  <a:pt x="217716" y="20980"/>
                </a:lnTo>
                <a:lnTo>
                  <a:pt x="259054" y="20980"/>
                </a:lnTo>
                <a:lnTo>
                  <a:pt x="259689" y="19875"/>
                </a:lnTo>
                <a:lnTo>
                  <a:pt x="259689" y="18300"/>
                </a:lnTo>
                <a:lnTo>
                  <a:pt x="259689" y="952"/>
                </a:lnTo>
                <a:close/>
              </a:path>
            </a:pathLst>
          </a:custGeom>
          <a:solidFill>
            <a:srgbClr val="F8F5F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6" name="object 156" descr=""/>
          <p:cNvGrpSpPr/>
          <p:nvPr/>
        </p:nvGrpSpPr>
        <p:grpSpPr>
          <a:xfrm>
            <a:off x="8468928" y="3187255"/>
            <a:ext cx="1481455" cy="214629"/>
            <a:chOff x="8468928" y="3187255"/>
            <a:chExt cx="1481455" cy="214629"/>
          </a:xfrm>
        </p:grpSpPr>
        <p:sp>
          <p:nvSpPr>
            <p:cNvPr id="157" name="object 157" descr=""/>
            <p:cNvSpPr/>
            <p:nvPr/>
          </p:nvSpPr>
          <p:spPr>
            <a:xfrm>
              <a:off x="9162809" y="3275120"/>
              <a:ext cx="470534" cy="126364"/>
            </a:xfrm>
            <a:custGeom>
              <a:avLst/>
              <a:gdLst/>
              <a:ahLst/>
              <a:cxnLst/>
              <a:rect l="l" t="t" r="r" b="b"/>
              <a:pathLst>
                <a:path w="470534" h="126364">
                  <a:moveTo>
                    <a:pt x="63131" y="22720"/>
                  </a:moveTo>
                  <a:lnTo>
                    <a:pt x="61671" y="12915"/>
                  </a:lnTo>
                  <a:lnTo>
                    <a:pt x="57327" y="5791"/>
                  </a:lnTo>
                  <a:lnTo>
                    <a:pt x="50203" y="1460"/>
                  </a:lnTo>
                  <a:lnTo>
                    <a:pt x="40398" y="0"/>
                  </a:lnTo>
                  <a:lnTo>
                    <a:pt x="22733" y="0"/>
                  </a:lnTo>
                  <a:lnTo>
                    <a:pt x="12992" y="1460"/>
                  </a:lnTo>
                  <a:lnTo>
                    <a:pt x="5867" y="5791"/>
                  </a:lnTo>
                  <a:lnTo>
                    <a:pt x="1498" y="12915"/>
                  </a:lnTo>
                  <a:lnTo>
                    <a:pt x="0" y="22720"/>
                  </a:lnTo>
                  <a:lnTo>
                    <a:pt x="0" y="62953"/>
                  </a:lnTo>
                  <a:lnTo>
                    <a:pt x="1422" y="64846"/>
                  </a:lnTo>
                  <a:lnTo>
                    <a:pt x="41681" y="78105"/>
                  </a:lnTo>
                  <a:lnTo>
                    <a:pt x="41681" y="103352"/>
                  </a:lnTo>
                  <a:lnTo>
                    <a:pt x="39471" y="105410"/>
                  </a:lnTo>
                  <a:lnTo>
                    <a:pt x="23837" y="105410"/>
                  </a:lnTo>
                  <a:lnTo>
                    <a:pt x="21475" y="103352"/>
                  </a:lnTo>
                  <a:lnTo>
                    <a:pt x="21475" y="85204"/>
                  </a:lnTo>
                  <a:lnTo>
                    <a:pt x="20688" y="84416"/>
                  </a:lnTo>
                  <a:lnTo>
                    <a:pt x="952" y="84416"/>
                  </a:lnTo>
                  <a:lnTo>
                    <a:pt x="0" y="85204"/>
                  </a:lnTo>
                  <a:lnTo>
                    <a:pt x="0" y="103505"/>
                  </a:lnTo>
                  <a:lnTo>
                    <a:pt x="1498" y="113322"/>
                  </a:lnTo>
                  <a:lnTo>
                    <a:pt x="5867" y="120434"/>
                  </a:lnTo>
                  <a:lnTo>
                    <a:pt x="12992" y="124764"/>
                  </a:lnTo>
                  <a:lnTo>
                    <a:pt x="22733" y="126238"/>
                  </a:lnTo>
                  <a:lnTo>
                    <a:pt x="40398" y="126238"/>
                  </a:lnTo>
                  <a:lnTo>
                    <a:pt x="50203" y="124764"/>
                  </a:lnTo>
                  <a:lnTo>
                    <a:pt x="57327" y="120434"/>
                  </a:lnTo>
                  <a:lnTo>
                    <a:pt x="61671" y="113322"/>
                  </a:lnTo>
                  <a:lnTo>
                    <a:pt x="63131" y="103505"/>
                  </a:lnTo>
                  <a:lnTo>
                    <a:pt x="63131" y="64071"/>
                  </a:lnTo>
                  <a:lnTo>
                    <a:pt x="61722" y="62331"/>
                  </a:lnTo>
                  <a:lnTo>
                    <a:pt x="59029" y="61214"/>
                  </a:lnTo>
                  <a:lnTo>
                    <a:pt x="21475" y="48920"/>
                  </a:lnTo>
                  <a:lnTo>
                    <a:pt x="21475" y="23037"/>
                  </a:lnTo>
                  <a:lnTo>
                    <a:pt x="23837" y="20828"/>
                  </a:lnTo>
                  <a:lnTo>
                    <a:pt x="39624" y="20828"/>
                  </a:lnTo>
                  <a:lnTo>
                    <a:pt x="41681" y="23037"/>
                  </a:lnTo>
                  <a:lnTo>
                    <a:pt x="41681" y="41021"/>
                  </a:lnTo>
                  <a:lnTo>
                    <a:pt x="42621" y="41973"/>
                  </a:lnTo>
                  <a:lnTo>
                    <a:pt x="62331" y="41973"/>
                  </a:lnTo>
                  <a:lnTo>
                    <a:pt x="63131" y="41021"/>
                  </a:lnTo>
                  <a:lnTo>
                    <a:pt x="63131" y="22720"/>
                  </a:lnTo>
                  <a:close/>
                </a:path>
                <a:path w="470534" h="126364">
                  <a:moveTo>
                    <a:pt x="135712" y="1270"/>
                  </a:moveTo>
                  <a:lnTo>
                    <a:pt x="135445" y="1270"/>
                  </a:lnTo>
                  <a:lnTo>
                    <a:pt x="135445" y="0"/>
                  </a:lnTo>
                  <a:lnTo>
                    <a:pt x="72898" y="0"/>
                  </a:lnTo>
                  <a:lnTo>
                    <a:pt x="72898" y="1270"/>
                  </a:lnTo>
                  <a:lnTo>
                    <a:pt x="72580" y="1270"/>
                  </a:lnTo>
                  <a:lnTo>
                    <a:pt x="72580" y="20320"/>
                  </a:lnTo>
                  <a:lnTo>
                    <a:pt x="93421" y="20320"/>
                  </a:lnTo>
                  <a:lnTo>
                    <a:pt x="93421" y="125730"/>
                  </a:lnTo>
                  <a:lnTo>
                    <a:pt x="114871" y="125730"/>
                  </a:lnTo>
                  <a:lnTo>
                    <a:pt x="114871" y="20320"/>
                  </a:lnTo>
                  <a:lnTo>
                    <a:pt x="135712" y="20320"/>
                  </a:lnTo>
                  <a:lnTo>
                    <a:pt x="135712" y="1270"/>
                  </a:lnTo>
                  <a:close/>
                </a:path>
                <a:path w="470534" h="126364">
                  <a:moveTo>
                    <a:pt x="212712" y="125298"/>
                  </a:moveTo>
                  <a:lnTo>
                    <a:pt x="212382" y="123558"/>
                  </a:lnTo>
                  <a:lnTo>
                    <a:pt x="207518" y="100990"/>
                  </a:lnTo>
                  <a:lnTo>
                    <a:pt x="203568" y="82689"/>
                  </a:lnTo>
                  <a:lnTo>
                    <a:pt x="191681" y="27609"/>
                  </a:lnTo>
                  <a:lnTo>
                    <a:pt x="186194" y="2197"/>
                  </a:lnTo>
                  <a:lnTo>
                    <a:pt x="185889" y="622"/>
                  </a:lnTo>
                  <a:lnTo>
                    <a:pt x="184937" y="0"/>
                  </a:lnTo>
                  <a:lnTo>
                    <a:pt x="182575" y="0"/>
                  </a:lnTo>
                  <a:lnTo>
                    <a:pt x="182575" y="82689"/>
                  </a:lnTo>
                  <a:lnTo>
                    <a:pt x="162382" y="82689"/>
                  </a:lnTo>
                  <a:lnTo>
                    <a:pt x="172478" y="27609"/>
                  </a:lnTo>
                  <a:lnTo>
                    <a:pt x="182575" y="82689"/>
                  </a:lnTo>
                  <a:lnTo>
                    <a:pt x="182575" y="0"/>
                  </a:lnTo>
                  <a:lnTo>
                    <a:pt x="160159" y="0"/>
                  </a:lnTo>
                  <a:lnTo>
                    <a:pt x="159207" y="622"/>
                  </a:lnTo>
                  <a:lnTo>
                    <a:pt x="158902" y="2197"/>
                  </a:lnTo>
                  <a:lnTo>
                    <a:pt x="132689" y="123558"/>
                  </a:lnTo>
                  <a:lnTo>
                    <a:pt x="132219" y="125298"/>
                  </a:lnTo>
                  <a:lnTo>
                    <a:pt x="133019" y="126238"/>
                  </a:lnTo>
                  <a:lnTo>
                    <a:pt x="153060" y="126238"/>
                  </a:lnTo>
                  <a:lnTo>
                    <a:pt x="153860" y="125450"/>
                  </a:lnTo>
                  <a:lnTo>
                    <a:pt x="154254" y="123558"/>
                  </a:lnTo>
                  <a:lnTo>
                    <a:pt x="158419" y="100990"/>
                  </a:lnTo>
                  <a:lnTo>
                    <a:pt x="186499" y="100990"/>
                  </a:lnTo>
                  <a:lnTo>
                    <a:pt x="190931" y="124040"/>
                  </a:lnTo>
                  <a:lnTo>
                    <a:pt x="191236" y="125450"/>
                  </a:lnTo>
                  <a:lnTo>
                    <a:pt x="192036" y="126238"/>
                  </a:lnTo>
                  <a:lnTo>
                    <a:pt x="212077" y="126238"/>
                  </a:lnTo>
                  <a:lnTo>
                    <a:pt x="212712" y="125298"/>
                  </a:lnTo>
                  <a:close/>
                </a:path>
                <a:path w="470534" h="126364">
                  <a:moveTo>
                    <a:pt x="273913" y="1270"/>
                  </a:moveTo>
                  <a:lnTo>
                    <a:pt x="273646" y="1270"/>
                  </a:lnTo>
                  <a:lnTo>
                    <a:pt x="273646" y="0"/>
                  </a:lnTo>
                  <a:lnTo>
                    <a:pt x="211099" y="0"/>
                  </a:lnTo>
                  <a:lnTo>
                    <a:pt x="211099" y="1270"/>
                  </a:lnTo>
                  <a:lnTo>
                    <a:pt x="210781" y="1270"/>
                  </a:lnTo>
                  <a:lnTo>
                    <a:pt x="210781" y="20320"/>
                  </a:lnTo>
                  <a:lnTo>
                    <a:pt x="231622" y="20320"/>
                  </a:lnTo>
                  <a:lnTo>
                    <a:pt x="231622" y="125730"/>
                  </a:lnTo>
                  <a:lnTo>
                    <a:pt x="253072" y="125730"/>
                  </a:lnTo>
                  <a:lnTo>
                    <a:pt x="253072" y="20320"/>
                  </a:lnTo>
                  <a:lnTo>
                    <a:pt x="273913" y="20320"/>
                  </a:lnTo>
                  <a:lnTo>
                    <a:pt x="273913" y="1270"/>
                  </a:lnTo>
                  <a:close/>
                </a:path>
                <a:path w="470534" h="126364">
                  <a:moveTo>
                    <a:pt x="307987" y="1270"/>
                  </a:moveTo>
                  <a:lnTo>
                    <a:pt x="307670" y="1270"/>
                  </a:lnTo>
                  <a:lnTo>
                    <a:pt x="307670" y="0"/>
                  </a:lnTo>
                  <a:lnTo>
                    <a:pt x="286766" y="0"/>
                  </a:lnTo>
                  <a:lnTo>
                    <a:pt x="286766" y="1270"/>
                  </a:lnTo>
                  <a:lnTo>
                    <a:pt x="286512" y="1270"/>
                  </a:lnTo>
                  <a:lnTo>
                    <a:pt x="286512" y="125730"/>
                  </a:lnTo>
                  <a:lnTo>
                    <a:pt x="307987" y="125730"/>
                  </a:lnTo>
                  <a:lnTo>
                    <a:pt x="307987" y="1270"/>
                  </a:lnTo>
                  <a:close/>
                </a:path>
                <a:path w="470534" h="126364">
                  <a:moveTo>
                    <a:pt x="386842" y="22567"/>
                  </a:moveTo>
                  <a:lnTo>
                    <a:pt x="386511" y="20358"/>
                  </a:lnTo>
                  <a:lnTo>
                    <a:pt x="385406" y="12915"/>
                  </a:lnTo>
                  <a:lnTo>
                    <a:pt x="381063" y="5803"/>
                  </a:lnTo>
                  <a:lnTo>
                    <a:pt x="373951" y="1460"/>
                  </a:lnTo>
                  <a:lnTo>
                    <a:pt x="366509" y="355"/>
                  </a:lnTo>
                  <a:lnTo>
                    <a:pt x="366509" y="22567"/>
                  </a:lnTo>
                  <a:lnTo>
                    <a:pt x="366509" y="103835"/>
                  </a:lnTo>
                  <a:lnTo>
                    <a:pt x="364286" y="105879"/>
                  </a:lnTo>
                  <a:lnTo>
                    <a:pt x="346938" y="105879"/>
                  </a:lnTo>
                  <a:lnTo>
                    <a:pt x="344728" y="103835"/>
                  </a:lnTo>
                  <a:lnTo>
                    <a:pt x="344728" y="22567"/>
                  </a:lnTo>
                  <a:lnTo>
                    <a:pt x="346938" y="20358"/>
                  </a:lnTo>
                  <a:lnTo>
                    <a:pt x="364286" y="20358"/>
                  </a:lnTo>
                  <a:lnTo>
                    <a:pt x="366509" y="22567"/>
                  </a:lnTo>
                  <a:lnTo>
                    <a:pt x="366509" y="355"/>
                  </a:lnTo>
                  <a:lnTo>
                    <a:pt x="364134" y="0"/>
                  </a:lnTo>
                  <a:lnTo>
                    <a:pt x="346468" y="0"/>
                  </a:lnTo>
                  <a:lnTo>
                    <a:pt x="336664" y="1460"/>
                  </a:lnTo>
                  <a:lnTo>
                    <a:pt x="329539" y="5803"/>
                  </a:lnTo>
                  <a:lnTo>
                    <a:pt x="325208" y="12915"/>
                  </a:lnTo>
                  <a:lnTo>
                    <a:pt x="323761" y="22567"/>
                  </a:lnTo>
                  <a:lnTo>
                    <a:pt x="323786" y="103835"/>
                  </a:lnTo>
                  <a:lnTo>
                    <a:pt x="325208" y="113322"/>
                  </a:lnTo>
                  <a:lnTo>
                    <a:pt x="329539" y="120434"/>
                  </a:lnTo>
                  <a:lnTo>
                    <a:pt x="336664" y="124764"/>
                  </a:lnTo>
                  <a:lnTo>
                    <a:pt x="346468" y="126238"/>
                  </a:lnTo>
                  <a:lnTo>
                    <a:pt x="364134" y="126238"/>
                  </a:lnTo>
                  <a:lnTo>
                    <a:pt x="373951" y="124764"/>
                  </a:lnTo>
                  <a:lnTo>
                    <a:pt x="381063" y="120434"/>
                  </a:lnTo>
                  <a:lnTo>
                    <a:pt x="385406" y="113322"/>
                  </a:lnTo>
                  <a:lnTo>
                    <a:pt x="386511" y="105879"/>
                  </a:lnTo>
                  <a:lnTo>
                    <a:pt x="386816" y="103835"/>
                  </a:lnTo>
                  <a:lnTo>
                    <a:pt x="386842" y="22567"/>
                  </a:lnTo>
                  <a:close/>
                </a:path>
                <a:path w="470534" h="126364">
                  <a:moveTo>
                    <a:pt x="470001" y="952"/>
                  </a:moveTo>
                  <a:lnTo>
                    <a:pt x="469061" y="0"/>
                  </a:lnTo>
                  <a:lnTo>
                    <a:pt x="467487" y="0"/>
                  </a:lnTo>
                  <a:lnTo>
                    <a:pt x="449338" y="0"/>
                  </a:lnTo>
                  <a:lnTo>
                    <a:pt x="448538" y="952"/>
                  </a:lnTo>
                  <a:lnTo>
                    <a:pt x="448538" y="69113"/>
                  </a:lnTo>
                  <a:lnTo>
                    <a:pt x="447598" y="69113"/>
                  </a:lnTo>
                  <a:lnTo>
                    <a:pt x="423138" y="622"/>
                  </a:lnTo>
                  <a:lnTo>
                    <a:pt x="422198" y="0"/>
                  </a:lnTo>
                  <a:lnTo>
                    <a:pt x="403567" y="0"/>
                  </a:lnTo>
                  <a:lnTo>
                    <a:pt x="402615" y="952"/>
                  </a:lnTo>
                  <a:lnTo>
                    <a:pt x="402615" y="125285"/>
                  </a:lnTo>
                  <a:lnTo>
                    <a:pt x="403567" y="126238"/>
                  </a:lnTo>
                  <a:lnTo>
                    <a:pt x="423291" y="126238"/>
                  </a:lnTo>
                  <a:lnTo>
                    <a:pt x="424091" y="125285"/>
                  </a:lnTo>
                  <a:lnTo>
                    <a:pt x="424421" y="67259"/>
                  </a:lnTo>
                  <a:lnTo>
                    <a:pt x="424865" y="56807"/>
                  </a:lnTo>
                  <a:lnTo>
                    <a:pt x="449478" y="125603"/>
                  </a:lnTo>
                  <a:lnTo>
                    <a:pt x="450430" y="126238"/>
                  </a:lnTo>
                  <a:lnTo>
                    <a:pt x="469061" y="126238"/>
                  </a:lnTo>
                  <a:lnTo>
                    <a:pt x="470001" y="125285"/>
                  </a:lnTo>
                  <a:lnTo>
                    <a:pt x="470001" y="952"/>
                  </a:lnTo>
                  <a:close/>
                </a:path>
              </a:pathLst>
            </a:custGeom>
            <a:solidFill>
              <a:srgbClr val="F8F5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8468928" y="3187255"/>
              <a:ext cx="1481455" cy="70485"/>
            </a:xfrm>
            <a:custGeom>
              <a:avLst/>
              <a:gdLst/>
              <a:ahLst/>
              <a:cxnLst/>
              <a:rect l="l" t="t" r="r" b="b"/>
              <a:pathLst>
                <a:path w="1481454" h="70485">
                  <a:moveTo>
                    <a:pt x="1481200" y="0"/>
                  </a:moveTo>
                  <a:lnTo>
                    <a:pt x="0" y="0"/>
                  </a:lnTo>
                  <a:lnTo>
                    <a:pt x="0" y="16114"/>
                  </a:lnTo>
                  <a:lnTo>
                    <a:pt x="1481200" y="69872"/>
                  </a:lnTo>
                  <a:lnTo>
                    <a:pt x="1481200" y="0"/>
                  </a:lnTo>
                  <a:close/>
                </a:path>
              </a:pathLst>
            </a:custGeom>
            <a:solidFill>
              <a:srgbClr val="E8DCE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9" name="object 159" descr=""/>
          <p:cNvSpPr/>
          <p:nvPr/>
        </p:nvSpPr>
        <p:spPr>
          <a:xfrm>
            <a:off x="6969601" y="4120026"/>
            <a:ext cx="2980690" cy="60325"/>
          </a:xfrm>
          <a:custGeom>
            <a:avLst/>
            <a:gdLst/>
            <a:ahLst/>
            <a:cxnLst/>
            <a:rect l="l" t="t" r="r" b="b"/>
            <a:pathLst>
              <a:path w="2980690" h="60325">
                <a:moveTo>
                  <a:pt x="2980527" y="0"/>
                </a:moveTo>
                <a:lnTo>
                  <a:pt x="0" y="0"/>
                </a:lnTo>
                <a:lnTo>
                  <a:pt x="0" y="21894"/>
                </a:lnTo>
                <a:lnTo>
                  <a:pt x="2980527" y="59725"/>
                </a:lnTo>
                <a:lnTo>
                  <a:pt x="2980527" y="0"/>
                </a:lnTo>
                <a:close/>
              </a:path>
            </a:pathLst>
          </a:custGeom>
          <a:solidFill>
            <a:srgbClr val="E8DC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0" name="object 160" descr=""/>
          <p:cNvSpPr/>
          <p:nvPr/>
        </p:nvSpPr>
        <p:spPr>
          <a:xfrm>
            <a:off x="9950124" y="3748810"/>
            <a:ext cx="878840" cy="59055"/>
          </a:xfrm>
          <a:custGeom>
            <a:avLst/>
            <a:gdLst/>
            <a:ahLst/>
            <a:cxnLst/>
            <a:rect l="l" t="t" r="r" b="b"/>
            <a:pathLst>
              <a:path w="878840" h="59054">
                <a:moveTo>
                  <a:pt x="878276" y="0"/>
                </a:moveTo>
                <a:lnTo>
                  <a:pt x="0" y="0"/>
                </a:lnTo>
                <a:lnTo>
                  <a:pt x="0" y="24920"/>
                </a:lnTo>
                <a:lnTo>
                  <a:pt x="878276" y="59013"/>
                </a:lnTo>
                <a:lnTo>
                  <a:pt x="878276" y="0"/>
                </a:lnTo>
                <a:close/>
              </a:path>
            </a:pathLst>
          </a:custGeom>
          <a:solidFill>
            <a:srgbClr val="E8DC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" name="object 161" descr=""/>
          <p:cNvSpPr/>
          <p:nvPr/>
        </p:nvSpPr>
        <p:spPr>
          <a:xfrm>
            <a:off x="9973507" y="4830460"/>
            <a:ext cx="61594" cy="111760"/>
          </a:xfrm>
          <a:custGeom>
            <a:avLst/>
            <a:gdLst/>
            <a:ahLst/>
            <a:cxnLst/>
            <a:rect l="l" t="t" r="r" b="b"/>
            <a:pathLst>
              <a:path w="61595" h="111760">
                <a:moveTo>
                  <a:pt x="61485" y="0"/>
                </a:moveTo>
                <a:lnTo>
                  <a:pt x="0" y="0"/>
                </a:lnTo>
                <a:lnTo>
                  <a:pt x="0" y="111263"/>
                </a:lnTo>
                <a:lnTo>
                  <a:pt x="61485" y="111263"/>
                </a:lnTo>
                <a:lnTo>
                  <a:pt x="61485" y="0"/>
                </a:lnTo>
                <a:close/>
              </a:path>
            </a:pathLst>
          </a:custGeom>
          <a:solidFill>
            <a:srgbClr val="E8DCE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62" name="object 162" descr=""/>
          <p:cNvGrpSpPr/>
          <p:nvPr/>
        </p:nvGrpSpPr>
        <p:grpSpPr>
          <a:xfrm>
            <a:off x="8606338" y="7123789"/>
            <a:ext cx="836294" cy="1520190"/>
            <a:chOff x="8606338" y="7123789"/>
            <a:chExt cx="836294" cy="1520190"/>
          </a:xfrm>
        </p:grpSpPr>
        <p:sp>
          <p:nvSpPr>
            <p:cNvPr id="163" name="object 163" descr=""/>
            <p:cNvSpPr/>
            <p:nvPr/>
          </p:nvSpPr>
          <p:spPr>
            <a:xfrm>
              <a:off x="8638652" y="7475846"/>
              <a:ext cx="374650" cy="1168400"/>
            </a:xfrm>
            <a:custGeom>
              <a:avLst/>
              <a:gdLst/>
              <a:ahLst/>
              <a:cxnLst/>
              <a:rect l="l" t="t" r="r" b="b"/>
              <a:pathLst>
                <a:path w="374650" h="1168400">
                  <a:moveTo>
                    <a:pt x="348219" y="0"/>
                  </a:moveTo>
                  <a:lnTo>
                    <a:pt x="229463" y="267202"/>
                  </a:lnTo>
                  <a:lnTo>
                    <a:pt x="153605" y="477929"/>
                  </a:lnTo>
                  <a:lnTo>
                    <a:pt x="87999" y="741674"/>
                  </a:lnTo>
                  <a:lnTo>
                    <a:pt x="0" y="1167933"/>
                  </a:lnTo>
                  <a:lnTo>
                    <a:pt x="91861" y="1167964"/>
                  </a:lnTo>
                  <a:lnTo>
                    <a:pt x="172333" y="690569"/>
                  </a:lnTo>
                  <a:lnTo>
                    <a:pt x="228559" y="410123"/>
                  </a:lnTo>
                  <a:lnTo>
                    <a:pt x="287002" y="217444"/>
                  </a:lnTo>
                  <a:lnTo>
                    <a:pt x="374124" y="3350"/>
                  </a:lnTo>
                  <a:lnTo>
                    <a:pt x="348219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8738781" y="7123791"/>
              <a:ext cx="588645" cy="1260475"/>
            </a:xfrm>
            <a:custGeom>
              <a:avLst/>
              <a:gdLst/>
              <a:ahLst/>
              <a:cxnLst/>
              <a:rect l="l" t="t" r="r" b="b"/>
              <a:pathLst>
                <a:path w="588645" h="1260475">
                  <a:moveTo>
                    <a:pt x="32423" y="1175283"/>
                  </a:moveTo>
                  <a:lnTo>
                    <a:pt x="25361" y="1174800"/>
                  </a:lnTo>
                  <a:lnTo>
                    <a:pt x="7607" y="1174788"/>
                  </a:lnTo>
                  <a:lnTo>
                    <a:pt x="304" y="1175283"/>
                  </a:lnTo>
                  <a:lnTo>
                    <a:pt x="0" y="1176515"/>
                  </a:lnTo>
                  <a:lnTo>
                    <a:pt x="7073" y="1177010"/>
                  </a:lnTo>
                  <a:lnTo>
                    <a:pt x="24815" y="1177023"/>
                  </a:lnTo>
                  <a:lnTo>
                    <a:pt x="32131" y="1176528"/>
                  </a:lnTo>
                  <a:lnTo>
                    <a:pt x="32283" y="1175905"/>
                  </a:lnTo>
                  <a:lnTo>
                    <a:pt x="32423" y="1175283"/>
                  </a:lnTo>
                  <a:close/>
                </a:path>
                <a:path w="588645" h="1260475">
                  <a:moveTo>
                    <a:pt x="35052" y="1258633"/>
                  </a:moveTo>
                  <a:lnTo>
                    <a:pt x="27990" y="1258138"/>
                  </a:lnTo>
                  <a:lnTo>
                    <a:pt x="10236" y="1258125"/>
                  </a:lnTo>
                  <a:lnTo>
                    <a:pt x="2933" y="1258633"/>
                  </a:lnTo>
                  <a:lnTo>
                    <a:pt x="2628" y="1259852"/>
                  </a:lnTo>
                  <a:lnTo>
                    <a:pt x="9690" y="1260348"/>
                  </a:lnTo>
                  <a:lnTo>
                    <a:pt x="27444" y="1260360"/>
                  </a:lnTo>
                  <a:lnTo>
                    <a:pt x="34759" y="1259865"/>
                  </a:lnTo>
                  <a:lnTo>
                    <a:pt x="34912" y="1259243"/>
                  </a:lnTo>
                  <a:lnTo>
                    <a:pt x="35052" y="1258633"/>
                  </a:lnTo>
                  <a:close/>
                </a:path>
                <a:path w="588645" h="1260475">
                  <a:moveTo>
                    <a:pt x="66903" y="1074661"/>
                  </a:moveTo>
                  <a:lnTo>
                    <a:pt x="56819" y="1076248"/>
                  </a:lnTo>
                  <a:lnTo>
                    <a:pt x="45046" y="1075537"/>
                  </a:lnTo>
                  <a:lnTo>
                    <a:pt x="33235" y="1074915"/>
                  </a:lnTo>
                  <a:lnTo>
                    <a:pt x="24384" y="1072286"/>
                  </a:lnTo>
                  <a:lnTo>
                    <a:pt x="23761" y="1073467"/>
                  </a:lnTo>
                  <a:lnTo>
                    <a:pt x="32296" y="1077112"/>
                  </a:lnTo>
                  <a:lnTo>
                    <a:pt x="56464" y="1078484"/>
                  </a:lnTo>
                  <a:lnTo>
                    <a:pt x="66840" y="1075867"/>
                  </a:lnTo>
                  <a:lnTo>
                    <a:pt x="66840" y="1075334"/>
                  </a:lnTo>
                  <a:lnTo>
                    <a:pt x="66903" y="1074661"/>
                  </a:lnTo>
                  <a:close/>
                </a:path>
                <a:path w="588645" h="1260475">
                  <a:moveTo>
                    <a:pt x="80276" y="983894"/>
                  </a:moveTo>
                  <a:lnTo>
                    <a:pt x="71882" y="984631"/>
                  </a:lnTo>
                  <a:lnTo>
                    <a:pt x="51676" y="984605"/>
                  </a:lnTo>
                  <a:lnTo>
                    <a:pt x="43662" y="983869"/>
                  </a:lnTo>
                  <a:lnTo>
                    <a:pt x="43192" y="985075"/>
                  </a:lnTo>
                  <a:lnTo>
                    <a:pt x="50965" y="986828"/>
                  </a:lnTo>
                  <a:lnTo>
                    <a:pt x="71501" y="986840"/>
                  </a:lnTo>
                  <a:lnTo>
                    <a:pt x="80137" y="985113"/>
                  </a:lnTo>
                  <a:lnTo>
                    <a:pt x="80187" y="984529"/>
                  </a:lnTo>
                  <a:lnTo>
                    <a:pt x="80276" y="983894"/>
                  </a:lnTo>
                  <a:close/>
                </a:path>
                <a:path w="588645" h="1260475">
                  <a:moveTo>
                    <a:pt x="113512" y="876731"/>
                  </a:moveTo>
                  <a:lnTo>
                    <a:pt x="105752" y="878078"/>
                  </a:lnTo>
                  <a:lnTo>
                    <a:pt x="87160" y="878509"/>
                  </a:lnTo>
                  <a:lnTo>
                    <a:pt x="79921" y="877531"/>
                  </a:lnTo>
                  <a:lnTo>
                    <a:pt x="79400" y="878738"/>
                  </a:lnTo>
                  <a:lnTo>
                    <a:pt x="86423" y="880732"/>
                  </a:lnTo>
                  <a:lnTo>
                    <a:pt x="105486" y="880287"/>
                  </a:lnTo>
                  <a:lnTo>
                    <a:pt x="113487" y="877925"/>
                  </a:lnTo>
                  <a:lnTo>
                    <a:pt x="113487" y="877366"/>
                  </a:lnTo>
                  <a:lnTo>
                    <a:pt x="113512" y="876731"/>
                  </a:lnTo>
                  <a:close/>
                </a:path>
                <a:path w="588645" h="1260475">
                  <a:moveTo>
                    <a:pt x="129311" y="779081"/>
                  </a:moveTo>
                  <a:lnTo>
                    <a:pt x="122237" y="779373"/>
                  </a:lnTo>
                  <a:lnTo>
                    <a:pt x="105473" y="777913"/>
                  </a:lnTo>
                  <a:lnTo>
                    <a:pt x="98958" y="776427"/>
                  </a:lnTo>
                  <a:lnTo>
                    <a:pt x="98361" y="777608"/>
                  </a:lnTo>
                  <a:lnTo>
                    <a:pt x="104546" y="780097"/>
                  </a:lnTo>
                  <a:lnTo>
                    <a:pt x="121729" y="781596"/>
                  </a:lnTo>
                  <a:lnTo>
                    <a:pt x="129133" y="780300"/>
                  </a:lnTo>
                  <a:lnTo>
                    <a:pt x="129209" y="779729"/>
                  </a:lnTo>
                  <a:lnTo>
                    <a:pt x="129311" y="779081"/>
                  </a:lnTo>
                  <a:close/>
                </a:path>
                <a:path w="588645" h="1260475">
                  <a:moveTo>
                    <a:pt x="159537" y="676071"/>
                  </a:moveTo>
                  <a:lnTo>
                    <a:pt x="154901" y="675881"/>
                  </a:lnTo>
                  <a:lnTo>
                    <a:pt x="144018" y="674039"/>
                  </a:lnTo>
                  <a:lnTo>
                    <a:pt x="139788" y="672769"/>
                  </a:lnTo>
                  <a:lnTo>
                    <a:pt x="139103" y="673912"/>
                  </a:lnTo>
                  <a:lnTo>
                    <a:pt x="142938" y="676198"/>
                  </a:lnTo>
                  <a:lnTo>
                    <a:pt x="148615" y="677138"/>
                  </a:lnTo>
                  <a:lnTo>
                    <a:pt x="154279" y="678103"/>
                  </a:lnTo>
                  <a:lnTo>
                    <a:pt x="159308" y="677303"/>
                  </a:lnTo>
                  <a:lnTo>
                    <a:pt x="159410" y="676719"/>
                  </a:lnTo>
                  <a:lnTo>
                    <a:pt x="159537" y="676071"/>
                  </a:lnTo>
                  <a:close/>
                </a:path>
                <a:path w="588645" h="1260475">
                  <a:moveTo>
                    <a:pt x="192227" y="561594"/>
                  </a:moveTo>
                  <a:lnTo>
                    <a:pt x="187693" y="561390"/>
                  </a:lnTo>
                  <a:lnTo>
                    <a:pt x="176669" y="560679"/>
                  </a:lnTo>
                  <a:lnTo>
                    <a:pt x="172199" y="560298"/>
                  </a:lnTo>
                  <a:lnTo>
                    <a:pt x="171704" y="561492"/>
                  </a:lnTo>
                  <a:lnTo>
                    <a:pt x="175869" y="562889"/>
                  </a:lnTo>
                  <a:lnTo>
                    <a:pt x="187159" y="563626"/>
                  </a:lnTo>
                  <a:lnTo>
                    <a:pt x="191998" y="562813"/>
                  </a:lnTo>
                  <a:lnTo>
                    <a:pt x="192100" y="562216"/>
                  </a:lnTo>
                  <a:lnTo>
                    <a:pt x="192227" y="561594"/>
                  </a:lnTo>
                  <a:close/>
                </a:path>
                <a:path w="588645" h="1260475">
                  <a:moveTo>
                    <a:pt x="237896" y="447357"/>
                  </a:moveTo>
                  <a:lnTo>
                    <a:pt x="233908" y="446303"/>
                  </a:lnTo>
                  <a:lnTo>
                    <a:pt x="229082" y="445084"/>
                  </a:lnTo>
                  <a:lnTo>
                    <a:pt x="220306" y="442722"/>
                  </a:lnTo>
                  <a:lnTo>
                    <a:pt x="237426" y="448564"/>
                  </a:lnTo>
                  <a:lnTo>
                    <a:pt x="237655" y="447992"/>
                  </a:lnTo>
                  <a:lnTo>
                    <a:pt x="237896" y="447357"/>
                  </a:lnTo>
                  <a:close/>
                </a:path>
                <a:path w="588645" h="1260475">
                  <a:moveTo>
                    <a:pt x="588505" y="0"/>
                  </a:moveTo>
                  <a:lnTo>
                    <a:pt x="503986" y="9055"/>
                  </a:lnTo>
                  <a:lnTo>
                    <a:pt x="426618" y="37490"/>
                  </a:lnTo>
                  <a:lnTo>
                    <a:pt x="350989" y="97053"/>
                  </a:lnTo>
                  <a:lnTo>
                    <a:pt x="312140" y="150431"/>
                  </a:lnTo>
                  <a:lnTo>
                    <a:pt x="285559" y="203555"/>
                  </a:lnTo>
                  <a:lnTo>
                    <a:pt x="269341" y="253707"/>
                  </a:lnTo>
                  <a:lnTo>
                    <a:pt x="261569" y="298196"/>
                  </a:lnTo>
                  <a:lnTo>
                    <a:pt x="260311" y="334302"/>
                  </a:lnTo>
                  <a:lnTo>
                    <a:pt x="263664" y="359321"/>
                  </a:lnTo>
                  <a:lnTo>
                    <a:pt x="306832" y="290893"/>
                  </a:lnTo>
                  <a:lnTo>
                    <a:pt x="306044" y="279095"/>
                  </a:lnTo>
                  <a:lnTo>
                    <a:pt x="305917" y="250431"/>
                  </a:lnTo>
                  <a:lnTo>
                    <a:pt x="309816" y="215036"/>
                  </a:lnTo>
                  <a:lnTo>
                    <a:pt x="321106" y="183032"/>
                  </a:lnTo>
                  <a:lnTo>
                    <a:pt x="331114" y="245872"/>
                  </a:lnTo>
                  <a:lnTo>
                    <a:pt x="360553" y="186715"/>
                  </a:lnTo>
                  <a:lnTo>
                    <a:pt x="363016" y="175641"/>
                  </a:lnTo>
                  <a:lnTo>
                    <a:pt x="369049" y="150622"/>
                  </a:lnTo>
                  <a:lnTo>
                    <a:pt x="376631" y="123952"/>
                  </a:lnTo>
                  <a:lnTo>
                    <a:pt x="383730" y="107950"/>
                  </a:lnTo>
                  <a:lnTo>
                    <a:pt x="386410" y="155689"/>
                  </a:lnTo>
                  <a:lnTo>
                    <a:pt x="444563" y="92925"/>
                  </a:lnTo>
                  <a:lnTo>
                    <a:pt x="456717" y="52133"/>
                  </a:lnTo>
                  <a:lnTo>
                    <a:pt x="463588" y="64389"/>
                  </a:lnTo>
                  <a:lnTo>
                    <a:pt x="478320" y="56070"/>
                  </a:lnTo>
                  <a:lnTo>
                    <a:pt x="512940" y="36969"/>
                  </a:lnTo>
                  <a:lnTo>
                    <a:pt x="553123" y="15798"/>
                  </a:lnTo>
                  <a:lnTo>
                    <a:pt x="584517" y="1333"/>
                  </a:lnTo>
                  <a:lnTo>
                    <a:pt x="588505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9002497" y="7126726"/>
              <a:ext cx="318770" cy="356870"/>
            </a:xfrm>
            <a:custGeom>
              <a:avLst/>
              <a:gdLst/>
              <a:ahLst/>
              <a:cxnLst/>
              <a:rect l="l" t="t" r="r" b="b"/>
              <a:pathLst>
                <a:path w="318770" h="356870">
                  <a:moveTo>
                    <a:pt x="318168" y="0"/>
                  </a:moveTo>
                  <a:lnTo>
                    <a:pt x="310220" y="209"/>
                  </a:lnTo>
                  <a:lnTo>
                    <a:pt x="305613" y="94"/>
                  </a:lnTo>
                  <a:lnTo>
                    <a:pt x="289438" y="1726"/>
                  </a:lnTo>
                  <a:lnTo>
                    <a:pt x="247657" y="10334"/>
                  </a:lnTo>
                  <a:lnTo>
                    <a:pt x="192105" y="32124"/>
                  </a:lnTo>
                  <a:lnTo>
                    <a:pt x="150732" y="56943"/>
                  </a:lnTo>
                  <a:lnTo>
                    <a:pt x="119519" y="81777"/>
                  </a:lnTo>
                  <a:lnTo>
                    <a:pt x="89944" y="112038"/>
                  </a:lnTo>
                  <a:lnTo>
                    <a:pt x="57643" y="157590"/>
                  </a:lnTo>
                  <a:lnTo>
                    <a:pt x="34742" y="203260"/>
                  </a:lnTo>
                  <a:lnTo>
                    <a:pt x="16949" y="255696"/>
                  </a:lnTo>
                  <a:lnTo>
                    <a:pt x="7333" y="299356"/>
                  </a:lnTo>
                  <a:lnTo>
                    <a:pt x="1036" y="343172"/>
                  </a:lnTo>
                  <a:lnTo>
                    <a:pt x="0" y="356376"/>
                  </a:lnTo>
                  <a:lnTo>
                    <a:pt x="1738" y="343068"/>
                  </a:lnTo>
                  <a:lnTo>
                    <a:pt x="6118" y="313686"/>
                  </a:lnTo>
                  <a:lnTo>
                    <a:pt x="13911" y="274342"/>
                  </a:lnTo>
                  <a:lnTo>
                    <a:pt x="24567" y="235756"/>
                  </a:lnTo>
                  <a:lnTo>
                    <a:pt x="46791" y="181185"/>
                  </a:lnTo>
                  <a:lnTo>
                    <a:pt x="74213" y="135565"/>
                  </a:lnTo>
                  <a:lnTo>
                    <a:pt x="100874" y="102699"/>
                  </a:lnTo>
                  <a:lnTo>
                    <a:pt x="130812" y="74374"/>
                  </a:lnTo>
                  <a:lnTo>
                    <a:pt x="161921" y="51552"/>
                  </a:lnTo>
                  <a:lnTo>
                    <a:pt x="212076" y="24707"/>
                  </a:lnTo>
                  <a:lnTo>
                    <a:pt x="263318" y="7710"/>
                  </a:lnTo>
                  <a:lnTo>
                    <a:pt x="305477" y="816"/>
                  </a:lnTo>
                  <a:lnTo>
                    <a:pt x="310095" y="795"/>
                  </a:lnTo>
                  <a:lnTo>
                    <a:pt x="318157" y="41"/>
                  </a:lnTo>
                  <a:close/>
                </a:path>
              </a:pathLst>
            </a:custGeom>
            <a:solidFill>
              <a:srgbClr val="B9B9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8984086" y="7319299"/>
              <a:ext cx="458470" cy="192405"/>
            </a:xfrm>
            <a:custGeom>
              <a:avLst/>
              <a:gdLst/>
              <a:ahLst/>
              <a:cxnLst/>
              <a:rect l="l" t="t" r="r" b="b"/>
              <a:pathLst>
                <a:path w="458470" h="192404">
                  <a:moveTo>
                    <a:pt x="231595" y="0"/>
                  </a:moveTo>
                  <a:lnTo>
                    <a:pt x="156220" y="9198"/>
                  </a:lnTo>
                  <a:lnTo>
                    <a:pt x="106970" y="28984"/>
                  </a:lnTo>
                  <a:lnTo>
                    <a:pt x="62134" y="74405"/>
                  </a:lnTo>
                  <a:lnTo>
                    <a:pt x="0" y="160508"/>
                  </a:lnTo>
                  <a:lnTo>
                    <a:pt x="1654" y="164560"/>
                  </a:lnTo>
                  <a:lnTo>
                    <a:pt x="69440" y="129334"/>
                  </a:lnTo>
                  <a:lnTo>
                    <a:pt x="110568" y="113161"/>
                  </a:lnTo>
                  <a:lnTo>
                    <a:pt x="141717" y="112055"/>
                  </a:lnTo>
                  <a:lnTo>
                    <a:pt x="179565" y="122027"/>
                  </a:lnTo>
                  <a:lnTo>
                    <a:pt x="189659" y="98551"/>
                  </a:lnTo>
                  <a:lnTo>
                    <a:pt x="208998" y="127535"/>
                  </a:lnTo>
                  <a:lnTo>
                    <a:pt x="277897" y="151409"/>
                  </a:lnTo>
                  <a:lnTo>
                    <a:pt x="259458" y="95264"/>
                  </a:lnTo>
                  <a:lnTo>
                    <a:pt x="278396" y="104525"/>
                  </a:lnTo>
                  <a:lnTo>
                    <a:pt x="289637" y="114897"/>
                  </a:lnTo>
                  <a:lnTo>
                    <a:pt x="297615" y="132932"/>
                  </a:lnTo>
                  <a:lnTo>
                    <a:pt x="306765" y="165188"/>
                  </a:lnTo>
                  <a:lnTo>
                    <a:pt x="313901" y="165604"/>
                  </a:lnTo>
                  <a:lnTo>
                    <a:pt x="322623" y="168517"/>
                  </a:lnTo>
                  <a:lnTo>
                    <a:pt x="338641" y="176422"/>
                  </a:lnTo>
                  <a:lnTo>
                    <a:pt x="367664" y="191816"/>
                  </a:lnTo>
                  <a:lnTo>
                    <a:pt x="368371" y="156548"/>
                  </a:lnTo>
                  <a:lnTo>
                    <a:pt x="363113" y="129880"/>
                  </a:lnTo>
                  <a:lnTo>
                    <a:pt x="346945" y="98390"/>
                  </a:lnTo>
                  <a:lnTo>
                    <a:pt x="314922" y="48658"/>
                  </a:lnTo>
                  <a:lnTo>
                    <a:pt x="332232" y="52477"/>
                  </a:lnTo>
                  <a:lnTo>
                    <a:pt x="344913" y="61971"/>
                  </a:lnTo>
                  <a:lnTo>
                    <a:pt x="359184" y="84542"/>
                  </a:lnTo>
                  <a:lnTo>
                    <a:pt x="381265" y="127587"/>
                  </a:lnTo>
                  <a:lnTo>
                    <a:pt x="458006" y="152382"/>
                  </a:lnTo>
                  <a:lnTo>
                    <a:pt x="430928" y="97792"/>
                  </a:lnTo>
                  <a:lnTo>
                    <a:pt x="408336" y="64442"/>
                  </a:lnTo>
                  <a:lnTo>
                    <a:pt x="349738" y="18491"/>
                  </a:lnTo>
                  <a:lnTo>
                    <a:pt x="299075" y="2246"/>
                  </a:lnTo>
                  <a:lnTo>
                    <a:pt x="231595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7" name="object 167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985874" y="7445203"/>
              <a:ext cx="250108" cy="240944"/>
            </a:xfrm>
            <a:prstGeom prst="rect">
              <a:avLst/>
            </a:prstGeom>
          </p:spPr>
        </p:pic>
        <p:sp>
          <p:nvSpPr>
            <p:cNvPr id="168" name="object 168" descr=""/>
            <p:cNvSpPr/>
            <p:nvPr/>
          </p:nvSpPr>
          <p:spPr>
            <a:xfrm>
              <a:off x="8606333" y="7239691"/>
              <a:ext cx="400685" cy="400050"/>
            </a:xfrm>
            <a:custGeom>
              <a:avLst/>
              <a:gdLst/>
              <a:ahLst/>
              <a:cxnLst/>
              <a:rect l="l" t="t" r="r" b="b"/>
              <a:pathLst>
                <a:path w="400684" h="400050">
                  <a:moveTo>
                    <a:pt x="400265" y="154876"/>
                  </a:moveTo>
                  <a:lnTo>
                    <a:pt x="386130" y="83058"/>
                  </a:lnTo>
                  <a:lnTo>
                    <a:pt x="339737" y="24472"/>
                  </a:lnTo>
                  <a:lnTo>
                    <a:pt x="291896" y="4457"/>
                  </a:lnTo>
                  <a:lnTo>
                    <a:pt x="241007" y="0"/>
                  </a:lnTo>
                  <a:lnTo>
                    <a:pt x="190754" y="6794"/>
                  </a:lnTo>
                  <a:lnTo>
                    <a:pt x="144830" y="20497"/>
                  </a:lnTo>
                  <a:lnTo>
                    <a:pt x="106883" y="36766"/>
                  </a:lnTo>
                  <a:lnTo>
                    <a:pt x="80606" y="51282"/>
                  </a:lnTo>
                  <a:lnTo>
                    <a:pt x="149745" y="68681"/>
                  </a:lnTo>
                  <a:lnTo>
                    <a:pt x="158267" y="65239"/>
                  </a:lnTo>
                  <a:lnTo>
                    <a:pt x="179451" y="58394"/>
                  </a:lnTo>
                  <a:lnTo>
                    <a:pt x="206679" y="53352"/>
                  </a:lnTo>
                  <a:lnTo>
                    <a:pt x="233375" y="55346"/>
                  </a:lnTo>
                  <a:lnTo>
                    <a:pt x="190639" y="77965"/>
                  </a:lnTo>
                  <a:lnTo>
                    <a:pt x="237947" y="92532"/>
                  </a:lnTo>
                  <a:lnTo>
                    <a:pt x="246710" y="90627"/>
                  </a:lnTo>
                  <a:lnTo>
                    <a:pt x="266522" y="86855"/>
                  </a:lnTo>
                  <a:lnTo>
                    <a:pt x="287718" y="84124"/>
                  </a:lnTo>
                  <a:lnTo>
                    <a:pt x="300647" y="85356"/>
                  </a:lnTo>
                  <a:lnTo>
                    <a:pt x="267119" y="107315"/>
                  </a:lnTo>
                  <a:lnTo>
                    <a:pt x="319087" y="146710"/>
                  </a:lnTo>
                  <a:lnTo>
                    <a:pt x="353733" y="144614"/>
                  </a:lnTo>
                  <a:lnTo>
                    <a:pt x="335178" y="158673"/>
                  </a:lnTo>
                  <a:lnTo>
                    <a:pt x="341299" y="168008"/>
                  </a:lnTo>
                  <a:lnTo>
                    <a:pt x="355269" y="190614"/>
                  </a:lnTo>
                  <a:lnTo>
                    <a:pt x="370395" y="218376"/>
                  </a:lnTo>
                  <a:lnTo>
                    <a:pt x="371627" y="221576"/>
                  </a:lnTo>
                  <a:lnTo>
                    <a:pt x="340715" y="194538"/>
                  </a:lnTo>
                  <a:lnTo>
                    <a:pt x="284772" y="171272"/>
                  </a:lnTo>
                  <a:lnTo>
                    <a:pt x="209486" y="177723"/>
                  </a:lnTo>
                  <a:lnTo>
                    <a:pt x="156159" y="204597"/>
                  </a:lnTo>
                  <a:lnTo>
                    <a:pt x="109156" y="243027"/>
                  </a:lnTo>
                  <a:lnTo>
                    <a:pt x="69265" y="287375"/>
                  </a:lnTo>
                  <a:lnTo>
                    <a:pt x="37261" y="332003"/>
                  </a:lnTo>
                  <a:lnTo>
                    <a:pt x="13906" y="371246"/>
                  </a:lnTo>
                  <a:lnTo>
                    <a:pt x="0" y="399478"/>
                  </a:lnTo>
                  <a:lnTo>
                    <a:pt x="69481" y="355942"/>
                  </a:lnTo>
                  <a:lnTo>
                    <a:pt x="97015" y="321411"/>
                  </a:lnTo>
                  <a:lnTo>
                    <a:pt x="119291" y="294335"/>
                  </a:lnTo>
                  <a:lnTo>
                    <a:pt x="136423" y="275018"/>
                  </a:lnTo>
                  <a:lnTo>
                    <a:pt x="102616" y="340842"/>
                  </a:lnTo>
                  <a:lnTo>
                    <a:pt x="161886" y="293547"/>
                  </a:lnTo>
                  <a:lnTo>
                    <a:pt x="170027" y="284759"/>
                  </a:lnTo>
                  <a:lnTo>
                    <a:pt x="188683" y="265214"/>
                  </a:lnTo>
                  <a:lnTo>
                    <a:pt x="209143" y="245148"/>
                  </a:lnTo>
                  <a:lnTo>
                    <a:pt x="222745" y="234784"/>
                  </a:lnTo>
                  <a:lnTo>
                    <a:pt x="194500" y="281546"/>
                  </a:lnTo>
                  <a:lnTo>
                    <a:pt x="263499" y="261086"/>
                  </a:lnTo>
                  <a:lnTo>
                    <a:pt x="295084" y="230759"/>
                  </a:lnTo>
                  <a:lnTo>
                    <a:pt x="291045" y="246862"/>
                  </a:lnTo>
                  <a:lnTo>
                    <a:pt x="301840" y="244970"/>
                  </a:lnTo>
                  <a:lnTo>
                    <a:pt x="327253" y="241515"/>
                  </a:lnTo>
                  <a:lnTo>
                    <a:pt x="356819" y="239801"/>
                  </a:lnTo>
                  <a:lnTo>
                    <a:pt x="380034" y="243192"/>
                  </a:lnTo>
                  <a:lnTo>
                    <a:pt x="381165" y="243674"/>
                  </a:lnTo>
                  <a:lnTo>
                    <a:pt x="382270" y="242900"/>
                  </a:lnTo>
                  <a:lnTo>
                    <a:pt x="393153" y="241414"/>
                  </a:lnTo>
                  <a:lnTo>
                    <a:pt x="397484" y="215747"/>
                  </a:lnTo>
                  <a:lnTo>
                    <a:pt x="400265" y="154876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8985780" y="7350184"/>
              <a:ext cx="299085" cy="133985"/>
            </a:xfrm>
            <a:custGeom>
              <a:avLst/>
              <a:gdLst/>
              <a:ahLst/>
              <a:cxnLst/>
              <a:rect l="l" t="t" r="r" b="b"/>
              <a:pathLst>
                <a:path w="299084" h="133984">
                  <a:moveTo>
                    <a:pt x="269447" y="0"/>
                  </a:moveTo>
                  <a:lnTo>
                    <a:pt x="263143" y="376"/>
                  </a:lnTo>
                  <a:lnTo>
                    <a:pt x="256253" y="439"/>
                  </a:lnTo>
                  <a:lnTo>
                    <a:pt x="233357" y="2397"/>
                  </a:lnTo>
                  <a:lnTo>
                    <a:pt x="177045" y="15483"/>
                  </a:lnTo>
                  <a:lnTo>
                    <a:pt x="129271" y="35008"/>
                  </a:lnTo>
                  <a:lnTo>
                    <a:pt x="85306" y="60343"/>
                  </a:lnTo>
                  <a:lnTo>
                    <a:pt x="43894" y="91095"/>
                  </a:lnTo>
                  <a:lnTo>
                    <a:pt x="13214" y="119252"/>
                  </a:lnTo>
                  <a:lnTo>
                    <a:pt x="0" y="133723"/>
                  </a:lnTo>
                  <a:lnTo>
                    <a:pt x="13664" y="119870"/>
                  </a:lnTo>
                  <a:lnTo>
                    <a:pt x="30606" y="104143"/>
                  </a:lnTo>
                  <a:lnTo>
                    <a:pt x="64605" y="76521"/>
                  </a:lnTo>
                  <a:lnTo>
                    <a:pt x="99677" y="53283"/>
                  </a:lnTo>
                  <a:lnTo>
                    <a:pt x="145503" y="29538"/>
                  </a:lnTo>
                  <a:lnTo>
                    <a:pt x="206560" y="9135"/>
                  </a:lnTo>
                  <a:lnTo>
                    <a:pt x="255939" y="1926"/>
                  </a:lnTo>
                  <a:lnTo>
                    <a:pt x="262819" y="1759"/>
                  </a:lnTo>
                  <a:lnTo>
                    <a:pt x="269133" y="1287"/>
                  </a:lnTo>
                  <a:lnTo>
                    <a:pt x="279918" y="1612"/>
                  </a:lnTo>
                  <a:lnTo>
                    <a:pt x="284473" y="2062"/>
                  </a:lnTo>
                  <a:lnTo>
                    <a:pt x="291676" y="3434"/>
                  </a:lnTo>
                  <a:lnTo>
                    <a:pt x="298839" y="5936"/>
                  </a:lnTo>
                  <a:lnTo>
                    <a:pt x="291980" y="2764"/>
                  </a:lnTo>
                  <a:lnTo>
                    <a:pt x="284797" y="1130"/>
                  </a:lnTo>
                  <a:lnTo>
                    <a:pt x="280232" y="554"/>
                  </a:lnTo>
                  <a:lnTo>
                    <a:pt x="269447" y="0"/>
                  </a:lnTo>
                  <a:close/>
                </a:path>
              </a:pathLst>
            </a:custGeom>
            <a:solidFill>
              <a:srgbClr val="B9B9B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70" name="object 170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874018" y="7164041"/>
            <a:ext cx="914737" cy="1664240"/>
          </a:xfrm>
          <a:prstGeom prst="rect">
            <a:avLst/>
          </a:prstGeom>
        </p:spPr>
      </p:pic>
      <p:grpSp>
        <p:nvGrpSpPr>
          <p:cNvPr id="171" name="object 171" descr=""/>
          <p:cNvGrpSpPr/>
          <p:nvPr/>
        </p:nvGrpSpPr>
        <p:grpSpPr>
          <a:xfrm>
            <a:off x="8728585" y="7259291"/>
            <a:ext cx="523240" cy="242570"/>
            <a:chOff x="8728585" y="7259291"/>
            <a:chExt cx="523240" cy="242570"/>
          </a:xfrm>
        </p:grpSpPr>
        <p:sp>
          <p:nvSpPr>
            <p:cNvPr id="172" name="object 172" descr=""/>
            <p:cNvSpPr/>
            <p:nvPr/>
          </p:nvSpPr>
          <p:spPr>
            <a:xfrm>
              <a:off x="8984684" y="7315316"/>
              <a:ext cx="267335" cy="162560"/>
            </a:xfrm>
            <a:custGeom>
              <a:avLst/>
              <a:gdLst/>
              <a:ahLst/>
              <a:cxnLst/>
              <a:rect l="l" t="t" r="r" b="b"/>
              <a:pathLst>
                <a:path w="267334" h="162559">
                  <a:moveTo>
                    <a:pt x="259458" y="0"/>
                  </a:moveTo>
                  <a:lnTo>
                    <a:pt x="203838" y="7256"/>
                  </a:lnTo>
                  <a:lnTo>
                    <a:pt x="151913" y="27434"/>
                  </a:lnTo>
                  <a:lnTo>
                    <a:pt x="95768" y="63035"/>
                  </a:lnTo>
                  <a:lnTo>
                    <a:pt x="49887" y="103522"/>
                  </a:lnTo>
                  <a:lnTo>
                    <a:pt x="18292" y="138300"/>
                  </a:lnTo>
                  <a:lnTo>
                    <a:pt x="0" y="161942"/>
                  </a:lnTo>
                  <a:lnTo>
                    <a:pt x="5842" y="154686"/>
                  </a:lnTo>
                  <a:lnTo>
                    <a:pt x="18962" y="138972"/>
                  </a:lnTo>
                  <a:lnTo>
                    <a:pt x="50738" y="104669"/>
                  </a:lnTo>
                  <a:lnTo>
                    <a:pt x="96497" y="64630"/>
                  </a:lnTo>
                  <a:lnTo>
                    <a:pt x="152252" y="29277"/>
                  </a:lnTo>
                  <a:lnTo>
                    <a:pt x="203792" y="8945"/>
                  </a:lnTo>
                  <a:lnTo>
                    <a:pt x="242664" y="1654"/>
                  </a:lnTo>
                  <a:lnTo>
                    <a:pt x="259280" y="691"/>
                  </a:lnTo>
                  <a:lnTo>
                    <a:pt x="261981" y="869"/>
                  </a:lnTo>
                  <a:lnTo>
                    <a:pt x="266756" y="607"/>
                  </a:lnTo>
                  <a:lnTo>
                    <a:pt x="259458" y="0"/>
                  </a:lnTo>
                  <a:close/>
                </a:path>
              </a:pathLst>
            </a:custGeom>
            <a:solidFill>
              <a:srgbClr val="B9B9B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3" name="object 173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728585" y="7259291"/>
              <a:ext cx="423397" cy="241992"/>
            </a:xfrm>
            <a:prstGeom prst="rect">
              <a:avLst/>
            </a:prstGeom>
          </p:spPr>
        </p:pic>
      </p:grpSp>
      <p:grpSp>
        <p:nvGrpSpPr>
          <p:cNvPr id="174" name="object 174" descr=""/>
          <p:cNvGrpSpPr/>
          <p:nvPr/>
        </p:nvGrpSpPr>
        <p:grpSpPr>
          <a:xfrm>
            <a:off x="9244300" y="7646904"/>
            <a:ext cx="735965" cy="1096645"/>
            <a:chOff x="9244300" y="7646904"/>
            <a:chExt cx="735965" cy="1096645"/>
          </a:xfrm>
        </p:grpSpPr>
        <p:sp>
          <p:nvSpPr>
            <p:cNvPr id="175" name="object 175" descr=""/>
            <p:cNvSpPr/>
            <p:nvPr/>
          </p:nvSpPr>
          <p:spPr>
            <a:xfrm>
              <a:off x="9517076" y="7908111"/>
              <a:ext cx="128270" cy="835025"/>
            </a:xfrm>
            <a:custGeom>
              <a:avLst/>
              <a:gdLst/>
              <a:ahLst/>
              <a:cxnLst/>
              <a:rect l="l" t="t" r="r" b="b"/>
              <a:pathLst>
                <a:path w="128270" h="835025">
                  <a:moveTo>
                    <a:pt x="49649" y="0"/>
                  </a:moveTo>
                  <a:lnTo>
                    <a:pt x="12830" y="192611"/>
                  </a:lnTo>
                  <a:lnTo>
                    <a:pt x="0" y="343795"/>
                  </a:lnTo>
                  <a:lnTo>
                    <a:pt x="10656" y="531834"/>
                  </a:lnTo>
                  <a:lnTo>
                    <a:pt x="44298" y="835011"/>
                  </a:lnTo>
                  <a:lnTo>
                    <a:pt x="127950" y="831325"/>
                  </a:lnTo>
                  <a:lnTo>
                    <a:pt x="73805" y="492511"/>
                  </a:lnTo>
                  <a:lnTo>
                    <a:pt x="50151" y="293112"/>
                  </a:lnTo>
                  <a:lnTo>
                    <a:pt x="51941" y="155316"/>
                  </a:lnTo>
                  <a:lnTo>
                    <a:pt x="74129" y="1308"/>
                  </a:lnTo>
                  <a:lnTo>
                    <a:pt x="49649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9543974" y="7646904"/>
              <a:ext cx="238760" cy="909319"/>
            </a:xfrm>
            <a:custGeom>
              <a:avLst/>
              <a:gdLst/>
              <a:ahLst/>
              <a:cxnLst/>
              <a:rect l="l" t="t" r="r" b="b"/>
              <a:pathLst>
                <a:path w="238759" h="909320">
                  <a:moveTo>
                    <a:pt x="27927" y="411619"/>
                  </a:moveTo>
                  <a:lnTo>
                    <a:pt x="27863" y="411200"/>
                  </a:lnTo>
                  <a:lnTo>
                    <a:pt x="27813" y="410743"/>
                  </a:lnTo>
                  <a:lnTo>
                    <a:pt x="23634" y="410794"/>
                  </a:lnTo>
                  <a:lnTo>
                    <a:pt x="13398" y="410730"/>
                  </a:lnTo>
                  <a:lnTo>
                    <a:pt x="9220" y="410641"/>
                  </a:lnTo>
                  <a:lnTo>
                    <a:pt x="9093" y="411505"/>
                  </a:lnTo>
                  <a:lnTo>
                    <a:pt x="13258" y="412318"/>
                  </a:lnTo>
                  <a:lnTo>
                    <a:pt x="23736" y="412381"/>
                  </a:lnTo>
                  <a:lnTo>
                    <a:pt x="27927" y="411619"/>
                  </a:lnTo>
                  <a:close/>
                </a:path>
                <a:path w="238759" h="909320">
                  <a:moveTo>
                    <a:pt x="28727" y="567029"/>
                  </a:moveTo>
                  <a:lnTo>
                    <a:pt x="28651" y="566623"/>
                  </a:lnTo>
                  <a:lnTo>
                    <a:pt x="28575" y="566166"/>
                  </a:lnTo>
                  <a:lnTo>
                    <a:pt x="22212" y="566648"/>
                  </a:lnTo>
                  <a:lnTo>
                    <a:pt x="6540" y="566305"/>
                  </a:lnTo>
                  <a:lnTo>
                    <a:pt x="215" y="565518"/>
                  </a:lnTo>
                  <a:lnTo>
                    <a:pt x="0" y="566381"/>
                  </a:lnTo>
                  <a:lnTo>
                    <a:pt x="6299" y="567880"/>
                  </a:lnTo>
                  <a:lnTo>
                    <a:pt x="22339" y="568248"/>
                  </a:lnTo>
                  <a:lnTo>
                    <a:pt x="28727" y="567029"/>
                  </a:lnTo>
                  <a:close/>
                </a:path>
                <a:path w="238759" h="909320">
                  <a:moveTo>
                    <a:pt x="28727" y="493407"/>
                  </a:moveTo>
                  <a:lnTo>
                    <a:pt x="28663" y="493001"/>
                  </a:lnTo>
                  <a:lnTo>
                    <a:pt x="28600" y="492544"/>
                  </a:lnTo>
                  <a:lnTo>
                    <a:pt x="24320" y="492582"/>
                  </a:lnTo>
                  <a:lnTo>
                    <a:pt x="13931" y="491744"/>
                  </a:lnTo>
                  <a:lnTo>
                    <a:pt x="9740" y="491007"/>
                  </a:lnTo>
                  <a:lnTo>
                    <a:pt x="9410" y="491845"/>
                  </a:lnTo>
                  <a:lnTo>
                    <a:pt x="13512" y="493293"/>
                  </a:lnTo>
                  <a:lnTo>
                    <a:pt x="24358" y="494182"/>
                  </a:lnTo>
                  <a:lnTo>
                    <a:pt x="28727" y="493407"/>
                  </a:lnTo>
                  <a:close/>
                </a:path>
                <a:path w="238759" h="909320">
                  <a:moveTo>
                    <a:pt x="38785" y="712965"/>
                  </a:moveTo>
                  <a:lnTo>
                    <a:pt x="38671" y="712558"/>
                  </a:lnTo>
                  <a:lnTo>
                    <a:pt x="38582" y="712114"/>
                  </a:lnTo>
                  <a:lnTo>
                    <a:pt x="31140" y="712965"/>
                  </a:lnTo>
                  <a:lnTo>
                    <a:pt x="12725" y="713765"/>
                  </a:lnTo>
                  <a:lnTo>
                    <a:pt x="5232" y="713562"/>
                  </a:lnTo>
                  <a:lnTo>
                    <a:pt x="5143" y="714451"/>
                  </a:lnTo>
                  <a:lnTo>
                    <a:pt x="12674" y="715352"/>
                  </a:lnTo>
                  <a:lnTo>
                    <a:pt x="31381" y="714527"/>
                  </a:lnTo>
                  <a:lnTo>
                    <a:pt x="38785" y="712965"/>
                  </a:lnTo>
                  <a:close/>
                </a:path>
                <a:path w="238759" h="909320">
                  <a:moveTo>
                    <a:pt x="38912" y="328599"/>
                  </a:moveTo>
                  <a:lnTo>
                    <a:pt x="30276" y="327355"/>
                  </a:lnTo>
                  <a:lnTo>
                    <a:pt x="21653" y="326047"/>
                  </a:lnTo>
                  <a:lnTo>
                    <a:pt x="21386" y="326898"/>
                  </a:lnTo>
                  <a:lnTo>
                    <a:pt x="25069" y="328180"/>
                  </a:lnTo>
                  <a:lnTo>
                    <a:pt x="29933" y="328917"/>
                  </a:lnTo>
                  <a:lnTo>
                    <a:pt x="34810" y="329615"/>
                  </a:lnTo>
                  <a:lnTo>
                    <a:pt x="38798" y="329476"/>
                  </a:lnTo>
                  <a:lnTo>
                    <a:pt x="38849" y="329069"/>
                  </a:lnTo>
                  <a:lnTo>
                    <a:pt x="38912" y="328599"/>
                  </a:lnTo>
                  <a:close/>
                </a:path>
                <a:path w="238759" h="909320">
                  <a:moveTo>
                    <a:pt x="40538" y="636282"/>
                  </a:moveTo>
                  <a:lnTo>
                    <a:pt x="40386" y="635889"/>
                  </a:lnTo>
                  <a:lnTo>
                    <a:pt x="40246" y="635444"/>
                  </a:lnTo>
                  <a:lnTo>
                    <a:pt x="33528" y="636701"/>
                  </a:lnTo>
                  <a:lnTo>
                    <a:pt x="16725" y="637755"/>
                  </a:lnTo>
                  <a:lnTo>
                    <a:pt x="9867" y="637362"/>
                  </a:lnTo>
                  <a:lnTo>
                    <a:pt x="9728" y="638213"/>
                  </a:lnTo>
                  <a:lnTo>
                    <a:pt x="16649" y="639343"/>
                  </a:lnTo>
                  <a:lnTo>
                    <a:pt x="33883" y="638263"/>
                  </a:lnTo>
                  <a:lnTo>
                    <a:pt x="40538" y="636282"/>
                  </a:lnTo>
                  <a:close/>
                </a:path>
                <a:path w="238759" h="909320">
                  <a:moveTo>
                    <a:pt x="46164" y="849452"/>
                  </a:moveTo>
                  <a:lnTo>
                    <a:pt x="46126" y="849020"/>
                  </a:lnTo>
                  <a:lnTo>
                    <a:pt x="46101" y="848575"/>
                  </a:lnTo>
                  <a:lnTo>
                    <a:pt x="39535" y="848512"/>
                  </a:lnTo>
                  <a:lnTo>
                    <a:pt x="23380" y="849223"/>
                  </a:lnTo>
                  <a:lnTo>
                    <a:pt x="16840" y="849858"/>
                  </a:lnTo>
                  <a:lnTo>
                    <a:pt x="16891" y="850747"/>
                  </a:lnTo>
                  <a:lnTo>
                    <a:pt x="23469" y="850811"/>
                  </a:lnTo>
                  <a:lnTo>
                    <a:pt x="39624" y="850099"/>
                  </a:lnTo>
                  <a:lnTo>
                    <a:pt x="46164" y="849452"/>
                  </a:lnTo>
                  <a:close/>
                </a:path>
                <a:path w="238759" h="909320">
                  <a:moveTo>
                    <a:pt x="50901" y="777303"/>
                  </a:moveTo>
                  <a:lnTo>
                    <a:pt x="50761" y="776922"/>
                  </a:lnTo>
                  <a:lnTo>
                    <a:pt x="50647" y="776452"/>
                  </a:lnTo>
                  <a:lnTo>
                    <a:pt x="41871" y="777976"/>
                  </a:lnTo>
                  <a:lnTo>
                    <a:pt x="20040" y="777989"/>
                  </a:lnTo>
                  <a:lnTo>
                    <a:pt x="11290" y="776503"/>
                  </a:lnTo>
                  <a:lnTo>
                    <a:pt x="11036" y="777354"/>
                  </a:lnTo>
                  <a:lnTo>
                    <a:pt x="19773" y="779576"/>
                  </a:lnTo>
                  <a:lnTo>
                    <a:pt x="42151" y="779551"/>
                  </a:lnTo>
                  <a:lnTo>
                    <a:pt x="50901" y="777303"/>
                  </a:lnTo>
                  <a:close/>
                </a:path>
                <a:path w="238759" h="909320">
                  <a:moveTo>
                    <a:pt x="70789" y="907935"/>
                  </a:moveTo>
                  <a:lnTo>
                    <a:pt x="70764" y="907491"/>
                  </a:lnTo>
                  <a:lnTo>
                    <a:pt x="70726" y="907059"/>
                  </a:lnTo>
                  <a:lnTo>
                    <a:pt x="64173" y="906995"/>
                  </a:lnTo>
                  <a:lnTo>
                    <a:pt x="48006" y="907707"/>
                  </a:lnTo>
                  <a:lnTo>
                    <a:pt x="41478" y="908342"/>
                  </a:lnTo>
                  <a:lnTo>
                    <a:pt x="41529" y="909218"/>
                  </a:lnTo>
                  <a:lnTo>
                    <a:pt x="48107" y="909281"/>
                  </a:lnTo>
                  <a:lnTo>
                    <a:pt x="64262" y="908570"/>
                  </a:lnTo>
                  <a:lnTo>
                    <a:pt x="70789" y="907935"/>
                  </a:lnTo>
                  <a:close/>
                </a:path>
                <a:path w="238759" h="909320">
                  <a:moveTo>
                    <a:pt x="238734" y="0"/>
                  </a:moveTo>
                  <a:lnTo>
                    <a:pt x="164198" y="9779"/>
                  </a:lnTo>
                  <a:lnTo>
                    <a:pt x="101346" y="32880"/>
                  </a:lnTo>
                  <a:lnTo>
                    <a:pt x="48387" y="77800"/>
                  </a:lnTo>
                  <a:lnTo>
                    <a:pt x="21005" y="136309"/>
                  </a:lnTo>
                  <a:lnTo>
                    <a:pt x="15849" y="191223"/>
                  </a:lnTo>
                  <a:lnTo>
                    <a:pt x="24587" y="236397"/>
                  </a:lnTo>
                  <a:lnTo>
                    <a:pt x="38874" y="265696"/>
                  </a:lnTo>
                  <a:lnTo>
                    <a:pt x="59905" y="215836"/>
                  </a:lnTo>
                  <a:lnTo>
                    <a:pt x="56032" y="207581"/>
                  </a:lnTo>
                  <a:lnTo>
                    <a:pt x="48272" y="187439"/>
                  </a:lnTo>
                  <a:lnTo>
                    <a:pt x="42379" y="162407"/>
                  </a:lnTo>
                  <a:lnTo>
                    <a:pt x="44119" y="139458"/>
                  </a:lnTo>
                  <a:lnTo>
                    <a:pt x="70002" y="183210"/>
                  </a:lnTo>
                  <a:lnTo>
                    <a:pt x="81013" y="140449"/>
                  </a:lnTo>
                  <a:lnTo>
                    <a:pt x="80302" y="132562"/>
                  </a:lnTo>
                  <a:lnTo>
                    <a:pt x="79121" y="114731"/>
                  </a:lnTo>
                  <a:lnTo>
                    <a:pt x="78905" y="95681"/>
                  </a:lnTo>
                  <a:lnTo>
                    <a:pt x="81102" y="84150"/>
                  </a:lnTo>
                  <a:lnTo>
                    <a:pt x="96291" y="117589"/>
                  </a:lnTo>
                  <a:lnTo>
                    <a:pt x="132473" y="71120"/>
                  </a:lnTo>
                  <a:lnTo>
                    <a:pt x="132651" y="41973"/>
                  </a:lnTo>
                  <a:lnTo>
                    <a:pt x="142189" y="50304"/>
                  </a:lnTo>
                  <a:lnTo>
                    <a:pt x="179806" y="29032"/>
                  </a:lnTo>
                  <a:lnTo>
                    <a:pt x="210743" y="12534"/>
                  </a:lnTo>
                  <a:lnTo>
                    <a:pt x="235458" y="1104"/>
                  </a:lnTo>
                  <a:lnTo>
                    <a:pt x="238734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9571447" y="7649235"/>
              <a:ext cx="206375" cy="263525"/>
            </a:xfrm>
            <a:custGeom>
              <a:avLst/>
              <a:gdLst/>
              <a:ahLst/>
              <a:cxnLst/>
              <a:rect l="l" t="t" r="r" b="b"/>
              <a:pathLst>
                <a:path w="206375" h="263525">
                  <a:moveTo>
                    <a:pt x="206021" y="0"/>
                  </a:moveTo>
                  <a:lnTo>
                    <a:pt x="157808" y="6667"/>
                  </a:lnTo>
                  <a:lnTo>
                    <a:pt x="115310" y="20482"/>
                  </a:lnTo>
                  <a:lnTo>
                    <a:pt x="76410" y="41385"/>
                  </a:lnTo>
                  <a:lnTo>
                    <a:pt x="40319" y="72602"/>
                  </a:lnTo>
                  <a:lnTo>
                    <a:pt x="18360" y="104513"/>
                  </a:lnTo>
                  <a:lnTo>
                    <a:pt x="2205" y="154319"/>
                  </a:lnTo>
                  <a:lnTo>
                    <a:pt x="0" y="177528"/>
                  </a:lnTo>
                  <a:lnTo>
                    <a:pt x="1" y="191889"/>
                  </a:lnTo>
                  <a:lnTo>
                    <a:pt x="4572" y="233218"/>
                  </a:lnTo>
                  <a:lnTo>
                    <a:pt x="11441" y="263342"/>
                  </a:lnTo>
                  <a:lnTo>
                    <a:pt x="9472" y="253918"/>
                  </a:lnTo>
                  <a:lnTo>
                    <a:pt x="5617" y="233094"/>
                  </a:lnTo>
                  <a:lnTo>
                    <a:pt x="4092" y="222850"/>
                  </a:lnTo>
                  <a:lnTo>
                    <a:pt x="2718" y="211333"/>
                  </a:lnTo>
                  <a:lnTo>
                    <a:pt x="2209" y="205119"/>
                  </a:lnTo>
                  <a:lnTo>
                    <a:pt x="1515" y="191859"/>
                  </a:lnTo>
                  <a:lnTo>
                    <a:pt x="1615" y="177565"/>
                  </a:lnTo>
                  <a:lnTo>
                    <a:pt x="7290" y="138311"/>
                  </a:lnTo>
                  <a:lnTo>
                    <a:pt x="29754" y="88751"/>
                  </a:lnTo>
                  <a:lnTo>
                    <a:pt x="55282" y="59841"/>
                  </a:lnTo>
                  <a:lnTo>
                    <a:pt x="100674" y="28862"/>
                  </a:lnTo>
                  <a:lnTo>
                    <a:pt x="145018" y="11172"/>
                  </a:lnTo>
                  <a:lnTo>
                    <a:pt x="194681" y="1088"/>
                  </a:lnTo>
                  <a:lnTo>
                    <a:pt x="198890" y="890"/>
                  </a:lnTo>
                  <a:lnTo>
                    <a:pt x="206021" y="31"/>
                  </a:lnTo>
                  <a:close/>
                </a:path>
              </a:pathLst>
            </a:custGeom>
            <a:solidFill>
              <a:srgbClr val="B9B9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9244292" y="7747831"/>
              <a:ext cx="735965" cy="298450"/>
            </a:xfrm>
            <a:custGeom>
              <a:avLst/>
              <a:gdLst/>
              <a:ahLst/>
              <a:cxnLst/>
              <a:rect l="l" t="t" r="r" b="b"/>
              <a:pathLst>
                <a:path w="735965" h="298450">
                  <a:moveTo>
                    <a:pt x="735799" y="138976"/>
                  </a:moveTo>
                  <a:lnTo>
                    <a:pt x="696569" y="101701"/>
                  </a:lnTo>
                  <a:lnTo>
                    <a:pt x="661504" y="75641"/>
                  </a:lnTo>
                  <a:lnTo>
                    <a:pt x="622325" y="56286"/>
                  </a:lnTo>
                  <a:lnTo>
                    <a:pt x="564718" y="41427"/>
                  </a:lnTo>
                  <a:lnTo>
                    <a:pt x="488975" y="41021"/>
                  </a:lnTo>
                  <a:lnTo>
                    <a:pt x="422808" y="50520"/>
                  </a:lnTo>
                  <a:lnTo>
                    <a:pt x="383247" y="66421"/>
                  </a:lnTo>
                  <a:lnTo>
                    <a:pt x="354545" y="100152"/>
                  </a:lnTo>
                  <a:lnTo>
                    <a:pt x="331698" y="143014"/>
                  </a:lnTo>
                  <a:lnTo>
                    <a:pt x="318706" y="102362"/>
                  </a:lnTo>
                  <a:lnTo>
                    <a:pt x="286664" y="52438"/>
                  </a:lnTo>
                  <a:lnTo>
                    <a:pt x="228790" y="13131"/>
                  </a:lnTo>
                  <a:lnTo>
                    <a:pt x="170192" y="0"/>
                  </a:lnTo>
                  <a:lnTo>
                    <a:pt x="114236" y="1879"/>
                  </a:lnTo>
                  <a:lnTo>
                    <a:pt x="64693" y="13258"/>
                  </a:lnTo>
                  <a:lnTo>
                    <a:pt x="25349" y="28613"/>
                  </a:lnTo>
                  <a:lnTo>
                    <a:pt x="0" y="42430"/>
                  </a:lnTo>
                  <a:lnTo>
                    <a:pt x="67589" y="51879"/>
                  </a:lnTo>
                  <a:lnTo>
                    <a:pt x="74434" y="49110"/>
                  </a:lnTo>
                  <a:lnTo>
                    <a:pt x="91897" y="43446"/>
                  </a:lnTo>
                  <a:lnTo>
                    <a:pt x="115354" y="38798"/>
                  </a:lnTo>
                  <a:lnTo>
                    <a:pt x="140182" y="39128"/>
                  </a:lnTo>
                  <a:lnTo>
                    <a:pt x="107302" y="56743"/>
                  </a:lnTo>
                  <a:lnTo>
                    <a:pt x="154279" y="65087"/>
                  </a:lnTo>
                  <a:lnTo>
                    <a:pt x="161734" y="63398"/>
                  </a:lnTo>
                  <a:lnTo>
                    <a:pt x="178765" y="59944"/>
                  </a:lnTo>
                  <a:lnTo>
                    <a:pt x="197345" y="57162"/>
                  </a:lnTo>
                  <a:lnTo>
                    <a:pt x="209435" y="57505"/>
                  </a:lnTo>
                  <a:lnTo>
                    <a:pt x="184785" y="74295"/>
                  </a:lnTo>
                  <a:lnTo>
                    <a:pt x="242608" y="99885"/>
                  </a:lnTo>
                  <a:lnTo>
                    <a:pt x="273583" y="97015"/>
                  </a:lnTo>
                  <a:lnTo>
                    <a:pt x="260438" y="107645"/>
                  </a:lnTo>
                  <a:lnTo>
                    <a:pt x="268516" y="113957"/>
                  </a:lnTo>
                  <a:lnTo>
                    <a:pt x="287261" y="129286"/>
                  </a:lnTo>
                  <a:lnTo>
                    <a:pt x="308444" y="148196"/>
                  </a:lnTo>
                  <a:lnTo>
                    <a:pt x="321335" y="162471"/>
                  </a:lnTo>
                  <a:lnTo>
                    <a:pt x="320954" y="163182"/>
                  </a:lnTo>
                  <a:lnTo>
                    <a:pt x="323532" y="165963"/>
                  </a:lnTo>
                  <a:lnTo>
                    <a:pt x="324662" y="165379"/>
                  </a:lnTo>
                  <a:lnTo>
                    <a:pt x="326313" y="165061"/>
                  </a:lnTo>
                  <a:lnTo>
                    <a:pt x="349072" y="163690"/>
                  </a:lnTo>
                  <a:lnTo>
                    <a:pt x="378714" y="163715"/>
                  </a:lnTo>
                  <a:lnTo>
                    <a:pt x="415391" y="164706"/>
                  </a:lnTo>
                  <a:lnTo>
                    <a:pt x="417461" y="154012"/>
                  </a:lnTo>
                  <a:lnTo>
                    <a:pt x="432943" y="177215"/>
                  </a:lnTo>
                  <a:lnTo>
                    <a:pt x="481914" y="198932"/>
                  </a:lnTo>
                  <a:lnTo>
                    <a:pt x="474599" y="165760"/>
                  </a:lnTo>
                  <a:lnTo>
                    <a:pt x="482155" y="174053"/>
                  </a:lnTo>
                  <a:lnTo>
                    <a:pt x="492036" y="189344"/>
                  </a:lnTo>
                  <a:lnTo>
                    <a:pt x="500621" y="204089"/>
                  </a:lnTo>
                  <a:lnTo>
                    <a:pt x="504291" y="210680"/>
                  </a:lnTo>
                  <a:lnTo>
                    <a:pt x="534276" y="240157"/>
                  </a:lnTo>
                  <a:lnTo>
                    <a:pt x="528777" y="194221"/>
                  </a:lnTo>
                  <a:lnTo>
                    <a:pt x="542036" y="211797"/>
                  </a:lnTo>
                  <a:lnTo>
                    <a:pt x="551218" y="234289"/>
                  </a:lnTo>
                  <a:lnTo>
                    <a:pt x="556564" y="253669"/>
                  </a:lnTo>
                  <a:lnTo>
                    <a:pt x="558292" y="261912"/>
                  </a:lnTo>
                  <a:lnTo>
                    <a:pt x="600024" y="298297"/>
                  </a:lnTo>
                  <a:lnTo>
                    <a:pt x="575792" y="226288"/>
                  </a:lnTo>
                  <a:lnTo>
                    <a:pt x="542963" y="182740"/>
                  </a:lnTo>
                  <a:lnTo>
                    <a:pt x="493420" y="146799"/>
                  </a:lnTo>
                  <a:lnTo>
                    <a:pt x="433895" y="133451"/>
                  </a:lnTo>
                  <a:lnTo>
                    <a:pt x="379158" y="141706"/>
                  </a:lnTo>
                  <a:lnTo>
                    <a:pt x="343293" y="155575"/>
                  </a:lnTo>
                  <a:lnTo>
                    <a:pt x="375856" y="138468"/>
                  </a:lnTo>
                  <a:lnTo>
                    <a:pt x="408978" y="125437"/>
                  </a:lnTo>
                  <a:lnTo>
                    <a:pt x="437045" y="123405"/>
                  </a:lnTo>
                  <a:lnTo>
                    <a:pt x="474167" y="128892"/>
                  </a:lnTo>
                  <a:lnTo>
                    <a:pt x="477100" y="111975"/>
                  </a:lnTo>
                  <a:lnTo>
                    <a:pt x="502437" y="131572"/>
                  </a:lnTo>
                  <a:lnTo>
                    <a:pt x="571550" y="145580"/>
                  </a:lnTo>
                  <a:lnTo>
                    <a:pt x="539775" y="106845"/>
                  </a:lnTo>
                  <a:lnTo>
                    <a:pt x="559485" y="112585"/>
                  </a:lnTo>
                  <a:lnTo>
                    <a:pt x="572477" y="119430"/>
                  </a:lnTo>
                  <a:lnTo>
                    <a:pt x="584568" y="131787"/>
                  </a:lnTo>
                  <a:lnTo>
                    <a:pt x="601510" y="154089"/>
                  </a:lnTo>
                  <a:lnTo>
                    <a:pt x="608114" y="154101"/>
                  </a:lnTo>
                  <a:lnTo>
                    <a:pt x="616839" y="155790"/>
                  </a:lnTo>
                  <a:lnTo>
                    <a:pt x="633526" y="160705"/>
                  </a:lnTo>
                  <a:lnTo>
                    <a:pt x="664057" y="170345"/>
                  </a:lnTo>
                  <a:lnTo>
                    <a:pt x="655294" y="145529"/>
                  </a:lnTo>
                  <a:lnTo>
                    <a:pt x="643382" y="127000"/>
                  </a:lnTo>
                  <a:lnTo>
                    <a:pt x="620255" y="105511"/>
                  </a:lnTo>
                  <a:lnTo>
                    <a:pt x="577837" y="71856"/>
                  </a:lnTo>
                  <a:lnTo>
                    <a:pt x="594601" y="73837"/>
                  </a:lnTo>
                  <a:lnTo>
                    <a:pt x="608685" y="79997"/>
                  </a:lnTo>
                  <a:lnTo>
                    <a:pt x="627710" y="95288"/>
                  </a:lnTo>
                  <a:lnTo>
                    <a:pt x="659307" y="124650"/>
                  </a:lnTo>
                  <a:lnTo>
                    <a:pt x="735799" y="138976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79" name="object 179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664194" y="7273597"/>
            <a:ext cx="1138119" cy="1444228"/>
          </a:xfrm>
          <a:prstGeom prst="rect">
            <a:avLst/>
          </a:prstGeom>
        </p:spPr>
      </p:pic>
      <p:grpSp>
        <p:nvGrpSpPr>
          <p:cNvPr id="180" name="object 180" descr=""/>
          <p:cNvGrpSpPr/>
          <p:nvPr/>
        </p:nvGrpSpPr>
        <p:grpSpPr>
          <a:xfrm>
            <a:off x="9263829" y="7760279"/>
            <a:ext cx="542290" cy="278130"/>
            <a:chOff x="9263829" y="7760279"/>
            <a:chExt cx="542290" cy="278130"/>
          </a:xfrm>
        </p:grpSpPr>
        <p:sp>
          <p:nvSpPr>
            <p:cNvPr id="181" name="object 181" descr=""/>
            <p:cNvSpPr/>
            <p:nvPr/>
          </p:nvSpPr>
          <p:spPr>
            <a:xfrm>
              <a:off x="9263829" y="7866363"/>
              <a:ext cx="310515" cy="172085"/>
            </a:xfrm>
            <a:custGeom>
              <a:avLst/>
              <a:gdLst/>
              <a:ahLst/>
              <a:cxnLst/>
              <a:rect l="l" t="t" r="r" b="b"/>
              <a:pathLst>
                <a:path w="310515" h="172084">
                  <a:moveTo>
                    <a:pt x="198383" y="0"/>
                  </a:moveTo>
                  <a:lnTo>
                    <a:pt x="131566" y="7575"/>
                  </a:lnTo>
                  <a:lnTo>
                    <a:pt x="82992" y="33898"/>
                  </a:lnTo>
                  <a:lnTo>
                    <a:pt x="46931" y="70402"/>
                  </a:lnTo>
                  <a:lnTo>
                    <a:pt x="22001" y="110178"/>
                  </a:lnTo>
                  <a:lnTo>
                    <a:pt x="6818" y="146315"/>
                  </a:lnTo>
                  <a:lnTo>
                    <a:pt x="0" y="171905"/>
                  </a:lnTo>
                  <a:lnTo>
                    <a:pt x="51652" y="138503"/>
                  </a:lnTo>
                  <a:lnTo>
                    <a:pt x="67508" y="113113"/>
                  </a:lnTo>
                  <a:lnTo>
                    <a:pt x="80560" y="93180"/>
                  </a:lnTo>
                  <a:lnTo>
                    <a:pt x="91012" y="78913"/>
                  </a:lnTo>
                  <a:lnTo>
                    <a:pt x="77788" y="126545"/>
                  </a:lnTo>
                  <a:lnTo>
                    <a:pt x="119137" y="90912"/>
                  </a:lnTo>
                  <a:lnTo>
                    <a:pt x="124206" y="84405"/>
                  </a:lnTo>
                  <a:lnTo>
                    <a:pt x="135965" y="69913"/>
                  </a:lnTo>
                  <a:lnTo>
                    <a:pt x="149242" y="54981"/>
                  </a:lnTo>
                  <a:lnTo>
                    <a:pt x="158864" y="47155"/>
                  </a:lnTo>
                  <a:lnTo>
                    <a:pt x="145629" y="81154"/>
                  </a:lnTo>
                  <a:lnTo>
                    <a:pt x="202988" y="63992"/>
                  </a:lnTo>
                  <a:lnTo>
                    <a:pt x="223658" y="41396"/>
                  </a:lnTo>
                  <a:lnTo>
                    <a:pt x="224275" y="52882"/>
                  </a:lnTo>
                  <a:lnTo>
                    <a:pt x="233603" y="51116"/>
                  </a:lnTo>
                  <a:lnTo>
                    <a:pt x="255819" y="47659"/>
                  </a:lnTo>
                  <a:lnTo>
                    <a:pt x="282276" y="45271"/>
                  </a:lnTo>
                  <a:lnTo>
                    <a:pt x="304325" y="46715"/>
                  </a:lnTo>
                  <a:lnTo>
                    <a:pt x="305467" y="46998"/>
                  </a:lnTo>
                  <a:lnTo>
                    <a:pt x="309519" y="43982"/>
                  </a:lnTo>
                  <a:lnTo>
                    <a:pt x="310377" y="44275"/>
                  </a:lnTo>
                  <a:lnTo>
                    <a:pt x="295397" y="34104"/>
                  </a:lnTo>
                  <a:lnTo>
                    <a:pt x="255530" y="14094"/>
                  </a:lnTo>
                  <a:lnTo>
                    <a:pt x="198383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2" name="object 182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338348" y="7760279"/>
              <a:ext cx="467519" cy="176133"/>
            </a:xfrm>
            <a:prstGeom prst="rect">
              <a:avLst/>
            </a:prstGeom>
          </p:spPr>
        </p:pic>
      </p:grpSp>
      <p:pic>
        <p:nvPicPr>
          <p:cNvPr id="183" name="object 183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953519" y="6985035"/>
            <a:ext cx="1593021" cy="1750449"/>
          </a:xfrm>
          <a:prstGeom prst="rect">
            <a:avLst/>
          </a:prstGeom>
        </p:spPr>
      </p:pic>
      <p:sp>
        <p:nvSpPr>
          <p:cNvPr id="184" name="object 184" descr=""/>
          <p:cNvSpPr/>
          <p:nvPr/>
        </p:nvSpPr>
        <p:spPr>
          <a:xfrm>
            <a:off x="8496490" y="7306303"/>
            <a:ext cx="60325" cy="431800"/>
          </a:xfrm>
          <a:custGeom>
            <a:avLst/>
            <a:gdLst/>
            <a:ahLst/>
            <a:cxnLst/>
            <a:rect l="l" t="t" r="r" b="b"/>
            <a:pathLst>
              <a:path w="60325" h="431800">
                <a:moveTo>
                  <a:pt x="60185" y="0"/>
                </a:moveTo>
                <a:lnTo>
                  <a:pt x="0" y="0"/>
                </a:lnTo>
                <a:lnTo>
                  <a:pt x="0" y="51612"/>
                </a:lnTo>
                <a:lnTo>
                  <a:pt x="0" y="431342"/>
                </a:lnTo>
                <a:lnTo>
                  <a:pt x="60185" y="431342"/>
                </a:lnTo>
                <a:lnTo>
                  <a:pt x="60185" y="51612"/>
                </a:lnTo>
                <a:lnTo>
                  <a:pt x="60185" y="0"/>
                </a:lnTo>
                <a:close/>
              </a:path>
            </a:pathLst>
          </a:custGeom>
          <a:solidFill>
            <a:srgbClr val="C9C9C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5" name="object 185" descr=""/>
          <p:cNvGrpSpPr/>
          <p:nvPr/>
        </p:nvGrpSpPr>
        <p:grpSpPr>
          <a:xfrm>
            <a:off x="6799237" y="7292668"/>
            <a:ext cx="2550795" cy="1388110"/>
            <a:chOff x="6799237" y="7292668"/>
            <a:chExt cx="2550795" cy="1388110"/>
          </a:xfrm>
        </p:grpSpPr>
        <p:sp>
          <p:nvSpPr>
            <p:cNvPr id="186" name="object 186" descr=""/>
            <p:cNvSpPr/>
            <p:nvPr/>
          </p:nvSpPr>
          <p:spPr>
            <a:xfrm>
              <a:off x="6832231" y="7976291"/>
              <a:ext cx="1664335" cy="579755"/>
            </a:xfrm>
            <a:custGeom>
              <a:avLst/>
              <a:gdLst/>
              <a:ahLst/>
              <a:cxnLst/>
              <a:rect l="l" t="t" r="r" b="b"/>
              <a:pathLst>
                <a:path w="1664334" h="579754">
                  <a:moveTo>
                    <a:pt x="1664246" y="0"/>
                  </a:moveTo>
                  <a:lnTo>
                    <a:pt x="0" y="0"/>
                  </a:lnTo>
                  <a:lnTo>
                    <a:pt x="0" y="208445"/>
                  </a:lnTo>
                  <a:lnTo>
                    <a:pt x="0" y="579272"/>
                  </a:lnTo>
                  <a:lnTo>
                    <a:pt x="1664246" y="579272"/>
                  </a:lnTo>
                  <a:lnTo>
                    <a:pt x="1664246" y="208445"/>
                  </a:lnTo>
                  <a:lnTo>
                    <a:pt x="1664246" y="0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 descr=""/>
            <p:cNvSpPr/>
            <p:nvPr/>
          </p:nvSpPr>
          <p:spPr>
            <a:xfrm>
              <a:off x="8496484" y="7802882"/>
              <a:ext cx="832485" cy="877569"/>
            </a:xfrm>
            <a:custGeom>
              <a:avLst/>
              <a:gdLst/>
              <a:ahLst/>
              <a:cxnLst/>
              <a:rect l="l" t="t" r="r" b="b"/>
              <a:pathLst>
                <a:path w="832484" h="877570">
                  <a:moveTo>
                    <a:pt x="0" y="877439"/>
                  </a:moveTo>
                  <a:lnTo>
                    <a:pt x="832121" y="877439"/>
                  </a:lnTo>
                  <a:lnTo>
                    <a:pt x="832121" y="0"/>
                  </a:lnTo>
                  <a:lnTo>
                    <a:pt x="0" y="0"/>
                  </a:lnTo>
                  <a:lnTo>
                    <a:pt x="0" y="877439"/>
                  </a:lnTo>
                  <a:close/>
                </a:path>
              </a:pathLst>
            </a:custGeom>
            <a:solidFill>
              <a:srgbClr val="AFAF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 descr=""/>
            <p:cNvSpPr/>
            <p:nvPr/>
          </p:nvSpPr>
          <p:spPr>
            <a:xfrm>
              <a:off x="8496485" y="7818028"/>
              <a:ext cx="46990" cy="737870"/>
            </a:xfrm>
            <a:custGeom>
              <a:avLst/>
              <a:gdLst/>
              <a:ahLst/>
              <a:cxnLst/>
              <a:rect l="l" t="t" r="r" b="b"/>
              <a:pathLst>
                <a:path w="46990" h="737870">
                  <a:moveTo>
                    <a:pt x="0" y="0"/>
                  </a:moveTo>
                  <a:lnTo>
                    <a:pt x="0" y="737537"/>
                  </a:lnTo>
                  <a:lnTo>
                    <a:pt x="46668" y="737537"/>
                  </a:lnTo>
                  <a:lnTo>
                    <a:pt x="46668" y="19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 descr=""/>
            <p:cNvSpPr/>
            <p:nvPr/>
          </p:nvSpPr>
          <p:spPr>
            <a:xfrm>
              <a:off x="6810400" y="8555564"/>
              <a:ext cx="2539365" cy="125095"/>
            </a:xfrm>
            <a:custGeom>
              <a:avLst/>
              <a:gdLst/>
              <a:ahLst/>
              <a:cxnLst/>
              <a:rect l="l" t="t" r="r" b="b"/>
              <a:pathLst>
                <a:path w="2539365" h="125095">
                  <a:moveTo>
                    <a:pt x="2539111" y="0"/>
                  </a:moveTo>
                  <a:lnTo>
                    <a:pt x="1707908" y="0"/>
                  </a:lnTo>
                  <a:lnTo>
                    <a:pt x="0" y="0"/>
                  </a:lnTo>
                  <a:lnTo>
                    <a:pt x="0" y="124764"/>
                  </a:lnTo>
                  <a:lnTo>
                    <a:pt x="1707908" y="124764"/>
                  </a:lnTo>
                  <a:lnTo>
                    <a:pt x="2539111" y="124764"/>
                  </a:lnTo>
                  <a:lnTo>
                    <a:pt x="2539111" y="0"/>
                  </a:lnTo>
                  <a:close/>
                </a:path>
              </a:pathLst>
            </a:custGeom>
            <a:solidFill>
              <a:srgbClr val="1A6C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 descr=""/>
            <p:cNvSpPr/>
            <p:nvPr/>
          </p:nvSpPr>
          <p:spPr>
            <a:xfrm>
              <a:off x="6832241" y="7357912"/>
              <a:ext cx="1664335" cy="553720"/>
            </a:xfrm>
            <a:custGeom>
              <a:avLst/>
              <a:gdLst/>
              <a:ahLst/>
              <a:cxnLst/>
              <a:rect l="l" t="t" r="r" b="b"/>
              <a:pathLst>
                <a:path w="1664334" h="553720">
                  <a:moveTo>
                    <a:pt x="0" y="553134"/>
                  </a:moveTo>
                  <a:lnTo>
                    <a:pt x="1664242" y="553134"/>
                  </a:lnTo>
                  <a:lnTo>
                    <a:pt x="1664242" y="0"/>
                  </a:lnTo>
                  <a:lnTo>
                    <a:pt x="0" y="0"/>
                  </a:lnTo>
                  <a:lnTo>
                    <a:pt x="0" y="553134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 descr=""/>
            <p:cNvSpPr/>
            <p:nvPr/>
          </p:nvSpPr>
          <p:spPr>
            <a:xfrm>
              <a:off x="7485028" y="8184724"/>
              <a:ext cx="358775" cy="476250"/>
            </a:xfrm>
            <a:custGeom>
              <a:avLst/>
              <a:gdLst/>
              <a:ahLst/>
              <a:cxnLst/>
              <a:rect l="l" t="t" r="r" b="b"/>
              <a:pathLst>
                <a:path w="358775" h="476250">
                  <a:moveTo>
                    <a:pt x="358669" y="0"/>
                  </a:moveTo>
                  <a:lnTo>
                    <a:pt x="0" y="0"/>
                  </a:lnTo>
                  <a:lnTo>
                    <a:pt x="0" y="475765"/>
                  </a:lnTo>
                  <a:lnTo>
                    <a:pt x="358669" y="475765"/>
                  </a:lnTo>
                  <a:lnTo>
                    <a:pt x="358669" y="0"/>
                  </a:lnTo>
                  <a:close/>
                </a:path>
              </a:pathLst>
            </a:custGeom>
            <a:solidFill>
              <a:srgbClr val="1A6C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 descr=""/>
            <p:cNvSpPr/>
            <p:nvPr/>
          </p:nvSpPr>
          <p:spPr>
            <a:xfrm>
              <a:off x="7499080" y="8200776"/>
              <a:ext cx="332740" cy="443865"/>
            </a:xfrm>
            <a:custGeom>
              <a:avLst/>
              <a:gdLst/>
              <a:ahLst/>
              <a:cxnLst/>
              <a:rect l="l" t="t" r="r" b="b"/>
              <a:pathLst>
                <a:path w="332740" h="443865">
                  <a:moveTo>
                    <a:pt x="332283" y="0"/>
                  </a:moveTo>
                  <a:lnTo>
                    <a:pt x="0" y="0"/>
                  </a:lnTo>
                  <a:lnTo>
                    <a:pt x="0" y="443651"/>
                  </a:lnTo>
                  <a:lnTo>
                    <a:pt x="332283" y="443651"/>
                  </a:lnTo>
                  <a:lnTo>
                    <a:pt x="332283" y="0"/>
                  </a:lnTo>
                  <a:close/>
                </a:path>
              </a:pathLst>
            </a:custGeom>
            <a:solidFill>
              <a:srgbClr val="B5E1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 descr=""/>
            <p:cNvSpPr/>
            <p:nvPr/>
          </p:nvSpPr>
          <p:spPr>
            <a:xfrm>
              <a:off x="7660719" y="8195215"/>
              <a:ext cx="15875" cy="457200"/>
            </a:xfrm>
            <a:custGeom>
              <a:avLst/>
              <a:gdLst/>
              <a:ahLst/>
              <a:cxnLst/>
              <a:rect l="l" t="t" r="r" b="b"/>
              <a:pathLst>
                <a:path w="15875" h="457200">
                  <a:moveTo>
                    <a:pt x="15549" y="0"/>
                  </a:moveTo>
                  <a:lnTo>
                    <a:pt x="0" y="83"/>
                  </a:lnTo>
                  <a:lnTo>
                    <a:pt x="0" y="457075"/>
                  </a:lnTo>
                  <a:lnTo>
                    <a:pt x="15549" y="457075"/>
                  </a:lnTo>
                  <a:lnTo>
                    <a:pt x="15549" y="0"/>
                  </a:lnTo>
                  <a:close/>
                </a:path>
              </a:pathLst>
            </a:custGeom>
            <a:solidFill>
              <a:srgbClr val="1A6C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 descr=""/>
            <p:cNvSpPr/>
            <p:nvPr/>
          </p:nvSpPr>
          <p:spPr>
            <a:xfrm>
              <a:off x="6799237" y="7292676"/>
              <a:ext cx="2550795" cy="1388110"/>
            </a:xfrm>
            <a:custGeom>
              <a:avLst/>
              <a:gdLst/>
              <a:ahLst/>
              <a:cxnLst/>
              <a:rect l="l" t="t" r="r" b="b"/>
              <a:pathLst>
                <a:path w="2550795" h="1388109">
                  <a:moveTo>
                    <a:pt x="1135062" y="1367815"/>
                  </a:moveTo>
                  <a:lnTo>
                    <a:pt x="595185" y="1367815"/>
                  </a:lnTo>
                  <a:lnTo>
                    <a:pt x="595185" y="1387652"/>
                  </a:lnTo>
                  <a:lnTo>
                    <a:pt x="1135062" y="1387652"/>
                  </a:lnTo>
                  <a:lnTo>
                    <a:pt x="1135062" y="1367815"/>
                  </a:lnTo>
                  <a:close/>
                </a:path>
                <a:path w="2550795" h="1388109">
                  <a:moveTo>
                    <a:pt x="1730235" y="618375"/>
                  </a:moveTo>
                  <a:lnTo>
                    <a:pt x="0" y="618375"/>
                  </a:lnTo>
                  <a:lnTo>
                    <a:pt x="0" y="683615"/>
                  </a:lnTo>
                  <a:lnTo>
                    <a:pt x="1730235" y="683615"/>
                  </a:lnTo>
                  <a:lnTo>
                    <a:pt x="1730235" y="618375"/>
                  </a:lnTo>
                  <a:close/>
                </a:path>
                <a:path w="2550795" h="1388109">
                  <a:moveTo>
                    <a:pt x="1730235" y="0"/>
                  </a:moveTo>
                  <a:lnTo>
                    <a:pt x="0" y="0"/>
                  </a:lnTo>
                  <a:lnTo>
                    <a:pt x="0" y="65239"/>
                  </a:lnTo>
                  <a:lnTo>
                    <a:pt x="1730235" y="65239"/>
                  </a:lnTo>
                  <a:lnTo>
                    <a:pt x="1730235" y="0"/>
                  </a:lnTo>
                  <a:close/>
                </a:path>
                <a:path w="2550795" h="1388109">
                  <a:moveTo>
                    <a:pt x="2550274" y="444969"/>
                  </a:moveTo>
                  <a:lnTo>
                    <a:pt x="1697240" y="444969"/>
                  </a:lnTo>
                  <a:lnTo>
                    <a:pt x="1697240" y="510209"/>
                  </a:lnTo>
                  <a:lnTo>
                    <a:pt x="2550274" y="510209"/>
                  </a:lnTo>
                  <a:lnTo>
                    <a:pt x="2550274" y="444969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 descr=""/>
            <p:cNvSpPr/>
            <p:nvPr/>
          </p:nvSpPr>
          <p:spPr>
            <a:xfrm>
              <a:off x="6967117" y="8184724"/>
              <a:ext cx="166370" cy="288290"/>
            </a:xfrm>
            <a:custGeom>
              <a:avLst/>
              <a:gdLst/>
              <a:ahLst/>
              <a:cxnLst/>
              <a:rect l="l" t="t" r="r" b="b"/>
              <a:pathLst>
                <a:path w="166370" h="288290">
                  <a:moveTo>
                    <a:pt x="165890" y="0"/>
                  </a:moveTo>
                  <a:lnTo>
                    <a:pt x="0" y="0"/>
                  </a:lnTo>
                  <a:lnTo>
                    <a:pt x="0" y="288190"/>
                  </a:lnTo>
                  <a:lnTo>
                    <a:pt x="165890" y="288190"/>
                  </a:lnTo>
                  <a:lnTo>
                    <a:pt x="165890" y="0"/>
                  </a:lnTo>
                  <a:close/>
                </a:path>
              </a:pathLst>
            </a:custGeom>
            <a:solidFill>
              <a:srgbClr val="1A6C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 descr=""/>
            <p:cNvSpPr/>
            <p:nvPr/>
          </p:nvSpPr>
          <p:spPr>
            <a:xfrm>
              <a:off x="6981986" y="8196504"/>
              <a:ext cx="136525" cy="261620"/>
            </a:xfrm>
            <a:custGeom>
              <a:avLst/>
              <a:gdLst/>
              <a:ahLst/>
              <a:cxnLst/>
              <a:rect l="l" t="t" r="r" b="b"/>
              <a:pathLst>
                <a:path w="136525" h="261620">
                  <a:moveTo>
                    <a:pt x="136173" y="0"/>
                  </a:moveTo>
                  <a:lnTo>
                    <a:pt x="0" y="0"/>
                  </a:lnTo>
                  <a:lnTo>
                    <a:pt x="0" y="261133"/>
                  </a:lnTo>
                  <a:lnTo>
                    <a:pt x="136173" y="261133"/>
                  </a:lnTo>
                  <a:lnTo>
                    <a:pt x="136173" y="0"/>
                  </a:lnTo>
                  <a:close/>
                </a:path>
              </a:pathLst>
            </a:custGeom>
            <a:solidFill>
              <a:srgbClr val="B5E1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 descr=""/>
            <p:cNvSpPr/>
            <p:nvPr/>
          </p:nvSpPr>
          <p:spPr>
            <a:xfrm>
              <a:off x="6967117" y="7460704"/>
              <a:ext cx="647700" cy="357505"/>
            </a:xfrm>
            <a:custGeom>
              <a:avLst/>
              <a:gdLst/>
              <a:ahLst/>
              <a:cxnLst/>
              <a:rect l="l" t="t" r="r" b="b"/>
              <a:pathLst>
                <a:path w="647700" h="357504">
                  <a:moveTo>
                    <a:pt x="647289" y="0"/>
                  </a:moveTo>
                  <a:lnTo>
                    <a:pt x="0" y="0"/>
                  </a:lnTo>
                  <a:lnTo>
                    <a:pt x="0" y="357329"/>
                  </a:lnTo>
                  <a:lnTo>
                    <a:pt x="647289" y="357329"/>
                  </a:lnTo>
                  <a:lnTo>
                    <a:pt x="647289" y="0"/>
                  </a:lnTo>
                  <a:close/>
                </a:path>
              </a:pathLst>
            </a:custGeom>
            <a:solidFill>
              <a:srgbClr val="1A6C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 descr=""/>
            <p:cNvSpPr/>
            <p:nvPr/>
          </p:nvSpPr>
          <p:spPr>
            <a:xfrm>
              <a:off x="6985556" y="7475301"/>
              <a:ext cx="612140" cy="323850"/>
            </a:xfrm>
            <a:custGeom>
              <a:avLst/>
              <a:gdLst/>
              <a:ahLst/>
              <a:cxnLst/>
              <a:rect l="l" t="t" r="r" b="b"/>
              <a:pathLst>
                <a:path w="612140" h="323850">
                  <a:moveTo>
                    <a:pt x="611719" y="0"/>
                  </a:moveTo>
                  <a:lnTo>
                    <a:pt x="0" y="0"/>
                  </a:lnTo>
                  <a:lnTo>
                    <a:pt x="0" y="323770"/>
                  </a:lnTo>
                  <a:lnTo>
                    <a:pt x="611719" y="323770"/>
                  </a:lnTo>
                  <a:lnTo>
                    <a:pt x="611719" y="0"/>
                  </a:lnTo>
                  <a:close/>
                </a:path>
              </a:pathLst>
            </a:custGeom>
            <a:solidFill>
              <a:srgbClr val="B5E1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 descr=""/>
            <p:cNvSpPr/>
            <p:nvPr/>
          </p:nvSpPr>
          <p:spPr>
            <a:xfrm>
              <a:off x="7086066" y="7460710"/>
              <a:ext cx="1275715" cy="357505"/>
            </a:xfrm>
            <a:custGeom>
              <a:avLst/>
              <a:gdLst/>
              <a:ahLst/>
              <a:cxnLst/>
              <a:rect l="l" t="t" r="r" b="b"/>
              <a:pathLst>
                <a:path w="1275715" h="357504">
                  <a:moveTo>
                    <a:pt x="18821" y="14592"/>
                  </a:moveTo>
                  <a:lnTo>
                    <a:pt x="0" y="14592"/>
                  </a:lnTo>
                  <a:lnTo>
                    <a:pt x="0" y="338366"/>
                  </a:lnTo>
                  <a:lnTo>
                    <a:pt x="18821" y="338366"/>
                  </a:lnTo>
                  <a:lnTo>
                    <a:pt x="18821" y="14592"/>
                  </a:lnTo>
                  <a:close/>
                </a:path>
                <a:path w="1275715" h="357504">
                  <a:moveTo>
                    <a:pt x="143979" y="14592"/>
                  </a:moveTo>
                  <a:lnTo>
                    <a:pt x="125158" y="14592"/>
                  </a:lnTo>
                  <a:lnTo>
                    <a:pt x="125158" y="338366"/>
                  </a:lnTo>
                  <a:lnTo>
                    <a:pt x="143979" y="338366"/>
                  </a:lnTo>
                  <a:lnTo>
                    <a:pt x="143979" y="14592"/>
                  </a:lnTo>
                  <a:close/>
                </a:path>
                <a:path w="1275715" h="357504">
                  <a:moveTo>
                    <a:pt x="269151" y="14592"/>
                  </a:moveTo>
                  <a:lnTo>
                    <a:pt x="250329" y="14592"/>
                  </a:lnTo>
                  <a:lnTo>
                    <a:pt x="250329" y="338366"/>
                  </a:lnTo>
                  <a:lnTo>
                    <a:pt x="269151" y="338366"/>
                  </a:lnTo>
                  <a:lnTo>
                    <a:pt x="269151" y="14592"/>
                  </a:lnTo>
                  <a:close/>
                </a:path>
                <a:path w="1275715" h="357504">
                  <a:moveTo>
                    <a:pt x="394309" y="14592"/>
                  </a:moveTo>
                  <a:lnTo>
                    <a:pt x="375488" y="14592"/>
                  </a:lnTo>
                  <a:lnTo>
                    <a:pt x="375488" y="338366"/>
                  </a:lnTo>
                  <a:lnTo>
                    <a:pt x="394309" y="338366"/>
                  </a:lnTo>
                  <a:lnTo>
                    <a:pt x="394309" y="14592"/>
                  </a:lnTo>
                  <a:close/>
                </a:path>
                <a:path w="1275715" h="357504">
                  <a:moveTo>
                    <a:pt x="1275219" y="0"/>
                  </a:moveTo>
                  <a:lnTo>
                    <a:pt x="627938" y="0"/>
                  </a:lnTo>
                  <a:lnTo>
                    <a:pt x="627938" y="357327"/>
                  </a:lnTo>
                  <a:lnTo>
                    <a:pt x="1275219" y="357327"/>
                  </a:lnTo>
                  <a:lnTo>
                    <a:pt x="1275219" y="0"/>
                  </a:lnTo>
                  <a:close/>
                </a:path>
              </a:pathLst>
            </a:custGeom>
            <a:solidFill>
              <a:srgbClr val="1A6C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 descr=""/>
            <p:cNvSpPr/>
            <p:nvPr/>
          </p:nvSpPr>
          <p:spPr>
            <a:xfrm>
              <a:off x="7732444" y="7475301"/>
              <a:ext cx="612140" cy="323850"/>
            </a:xfrm>
            <a:custGeom>
              <a:avLst/>
              <a:gdLst/>
              <a:ahLst/>
              <a:cxnLst/>
              <a:rect l="l" t="t" r="r" b="b"/>
              <a:pathLst>
                <a:path w="612140" h="323850">
                  <a:moveTo>
                    <a:pt x="611719" y="0"/>
                  </a:moveTo>
                  <a:lnTo>
                    <a:pt x="0" y="0"/>
                  </a:lnTo>
                  <a:lnTo>
                    <a:pt x="0" y="323770"/>
                  </a:lnTo>
                  <a:lnTo>
                    <a:pt x="611719" y="323770"/>
                  </a:lnTo>
                  <a:lnTo>
                    <a:pt x="611719" y="0"/>
                  </a:lnTo>
                  <a:close/>
                </a:path>
              </a:pathLst>
            </a:custGeom>
            <a:solidFill>
              <a:srgbClr val="B5E1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 descr=""/>
            <p:cNvSpPr/>
            <p:nvPr/>
          </p:nvSpPr>
          <p:spPr>
            <a:xfrm>
              <a:off x="7155027" y="7475302"/>
              <a:ext cx="1072515" cy="998219"/>
            </a:xfrm>
            <a:custGeom>
              <a:avLst/>
              <a:gdLst/>
              <a:ahLst/>
              <a:cxnLst/>
              <a:rect l="l" t="t" r="r" b="b"/>
              <a:pathLst>
                <a:path w="1072515" h="998220">
                  <a:moveTo>
                    <a:pt x="165900" y="709434"/>
                  </a:moveTo>
                  <a:lnTo>
                    <a:pt x="0" y="709434"/>
                  </a:lnTo>
                  <a:lnTo>
                    <a:pt x="0" y="997623"/>
                  </a:lnTo>
                  <a:lnTo>
                    <a:pt x="165900" y="997623"/>
                  </a:lnTo>
                  <a:lnTo>
                    <a:pt x="165900" y="709434"/>
                  </a:lnTo>
                  <a:close/>
                </a:path>
                <a:path w="1072515" h="998220">
                  <a:moveTo>
                    <a:pt x="696747" y="0"/>
                  </a:moveTo>
                  <a:lnTo>
                    <a:pt x="677926" y="0"/>
                  </a:lnTo>
                  <a:lnTo>
                    <a:pt x="677926" y="323773"/>
                  </a:lnTo>
                  <a:lnTo>
                    <a:pt x="696747" y="323773"/>
                  </a:lnTo>
                  <a:lnTo>
                    <a:pt x="696747" y="0"/>
                  </a:lnTo>
                  <a:close/>
                </a:path>
                <a:path w="1072515" h="998220">
                  <a:moveTo>
                    <a:pt x="821918" y="0"/>
                  </a:moveTo>
                  <a:lnTo>
                    <a:pt x="803097" y="0"/>
                  </a:lnTo>
                  <a:lnTo>
                    <a:pt x="803097" y="323773"/>
                  </a:lnTo>
                  <a:lnTo>
                    <a:pt x="821918" y="323773"/>
                  </a:lnTo>
                  <a:lnTo>
                    <a:pt x="821918" y="0"/>
                  </a:lnTo>
                  <a:close/>
                </a:path>
                <a:path w="1072515" h="998220">
                  <a:moveTo>
                    <a:pt x="947077" y="0"/>
                  </a:moveTo>
                  <a:lnTo>
                    <a:pt x="928255" y="0"/>
                  </a:lnTo>
                  <a:lnTo>
                    <a:pt x="928255" y="323773"/>
                  </a:lnTo>
                  <a:lnTo>
                    <a:pt x="947077" y="323773"/>
                  </a:lnTo>
                  <a:lnTo>
                    <a:pt x="947077" y="0"/>
                  </a:lnTo>
                  <a:close/>
                </a:path>
                <a:path w="1072515" h="998220">
                  <a:moveTo>
                    <a:pt x="1072235" y="0"/>
                  </a:moveTo>
                  <a:lnTo>
                    <a:pt x="1053414" y="0"/>
                  </a:lnTo>
                  <a:lnTo>
                    <a:pt x="1053414" y="323773"/>
                  </a:lnTo>
                  <a:lnTo>
                    <a:pt x="1072235" y="323773"/>
                  </a:lnTo>
                  <a:lnTo>
                    <a:pt x="1072235" y="0"/>
                  </a:lnTo>
                  <a:close/>
                </a:path>
              </a:pathLst>
            </a:custGeom>
            <a:solidFill>
              <a:srgbClr val="1A6C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 descr=""/>
            <p:cNvSpPr/>
            <p:nvPr/>
          </p:nvSpPr>
          <p:spPr>
            <a:xfrm>
              <a:off x="7169907" y="8196504"/>
              <a:ext cx="136525" cy="261620"/>
            </a:xfrm>
            <a:custGeom>
              <a:avLst/>
              <a:gdLst/>
              <a:ahLst/>
              <a:cxnLst/>
              <a:rect l="l" t="t" r="r" b="b"/>
              <a:pathLst>
                <a:path w="136525" h="261620">
                  <a:moveTo>
                    <a:pt x="136173" y="0"/>
                  </a:moveTo>
                  <a:lnTo>
                    <a:pt x="0" y="0"/>
                  </a:lnTo>
                  <a:lnTo>
                    <a:pt x="0" y="261133"/>
                  </a:lnTo>
                  <a:lnTo>
                    <a:pt x="136173" y="261133"/>
                  </a:lnTo>
                  <a:lnTo>
                    <a:pt x="136173" y="0"/>
                  </a:lnTo>
                  <a:close/>
                </a:path>
              </a:pathLst>
            </a:custGeom>
            <a:solidFill>
              <a:srgbClr val="B5E1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 descr=""/>
            <p:cNvSpPr/>
            <p:nvPr/>
          </p:nvSpPr>
          <p:spPr>
            <a:xfrm>
              <a:off x="8007494" y="8184724"/>
              <a:ext cx="166370" cy="288290"/>
            </a:xfrm>
            <a:custGeom>
              <a:avLst/>
              <a:gdLst/>
              <a:ahLst/>
              <a:cxnLst/>
              <a:rect l="l" t="t" r="r" b="b"/>
              <a:pathLst>
                <a:path w="166370" h="288290">
                  <a:moveTo>
                    <a:pt x="165890" y="0"/>
                  </a:moveTo>
                  <a:lnTo>
                    <a:pt x="0" y="0"/>
                  </a:lnTo>
                  <a:lnTo>
                    <a:pt x="0" y="288190"/>
                  </a:lnTo>
                  <a:lnTo>
                    <a:pt x="165890" y="288190"/>
                  </a:lnTo>
                  <a:lnTo>
                    <a:pt x="165890" y="0"/>
                  </a:lnTo>
                  <a:close/>
                </a:path>
              </a:pathLst>
            </a:custGeom>
            <a:solidFill>
              <a:srgbClr val="1A6C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 descr=""/>
            <p:cNvSpPr/>
            <p:nvPr/>
          </p:nvSpPr>
          <p:spPr>
            <a:xfrm>
              <a:off x="8022362" y="8196504"/>
              <a:ext cx="136525" cy="261620"/>
            </a:xfrm>
            <a:custGeom>
              <a:avLst/>
              <a:gdLst/>
              <a:ahLst/>
              <a:cxnLst/>
              <a:rect l="l" t="t" r="r" b="b"/>
              <a:pathLst>
                <a:path w="136525" h="261620">
                  <a:moveTo>
                    <a:pt x="136173" y="0"/>
                  </a:moveTo>
                  <a:lnTo>
                    <a:pt x="0" y="0"/>
                  </a:lnTo>
                  <a:lnTo>
                    <a:pt x="0" y="261133"/>
                  </a:lnTo>
                  <a:lnTo>
                    <a:pt x="136173" y="261133"/>
                  </a:lnTo>
                  <a:lnTo>
                    <a:pt x="136173" y="0"/>
                  </a:lnTo>
                  <a:close/>
                </a:path>
              </a:pathLst>
            </a:custGeom>
            <a:solidFill>
              <a:srgbClr val="B5E1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 descr=""/>
            <p:cNvSpPr/>
            <p:nvPr/>
          </p:nvSpPr>
          <p:spPr>
            <a:xfrm>
              <a:off x="8195415" y="8184724"/>
              <a:ext cx="166370" cy="288290"/>
            </a:xfrm>
            <a:custGeom>
              <a:avLst/>
              <a:gdLst/>
              <a:ahLst/>
              <a:cxnLst/>
              <a:rect l="l" t="t" r="r" b="b"/>
              <a:pathLst>
                <a:path w="166370" h="288290">
                  <a:moveTo>
                    <a:pt x="165890" y="0"/>
                  </a:moveTo>
                  <a:lnTo>
                    <a:pt x="0" y="0"/>
                  </a:lnTo>
                  <a:lnTo>
                    <a:pt x="0" y="288190"/>
                  </a:lnTo>
                  <a:lnTo>
                    <a:pt x="165890" y="288190"/>
                  </a:lnTo>
                  <a:lnTo>
                    <a:pt x="165890" y="0"/>
                  </a:lnTo>
                  <a:close/>
                </a:path>
              </a:pathLst>
            </a:custGeom>
            <a:solidFill>
              <a:srgbClr val="1A6C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 descr=""/>
            <p:cNvSpPr/>
            <p:nvPr/>
          </p:nvSpPr>
          <p:spPr>
            <a:xfrm>
              <a:off x="8210283" y="8196504"/>
              <a:ext cx="136525" cy="261620"/>
            </a:xfrm>
            <a:custGeom>
              <a:avLst/>
              <a:gdLst/>
              <a:ahLst/>
              <a:cxnLst/>
              <a:rect l="l" t="t" r="r" b="b"/>
              <a:pathLst>
                <a:path w="136525" h="261620">
                  <a:moveTo>
                    <a:pt x="136173" y="0"/>
                  </a:moveTo>
                  <a:lnTo>
                    <a:pt x="0" y="0"/>
                  </a:lnTo>
                  <a:lnTo>
                    <a:pt x="0" y="261133"/>
                  </a:lnTo>
                  <a:lnTo>
                    <a:pt x="136173" y="261133"/>
                  </a:lnTo>
                  <a:lnTo>
                    <a:pt x="136173" y="0"/>
                  </a:lnTo>
                  <a:close/>
                </a:path>
              </a:pathLst>
            </a:custGeom>
            <a:solidFill>
              <a:srgbClr val="B5E1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 descr=""/>
            <p:cNvSpPr/>
            <p:nvPr/>
          </p:nvSpPr>
          <p:spPr>
            <a:xfrm>
              <a:off x="8569990" y="7896534"/>
              <a:ext cx="166370" cy="576580"/>
            </a:xfrm>
            <a:custGeom>
              <a:avLst/>
              <a:gdLst/>
              <a:ahLst/>
              <a:cxnLst/>
              <a:rect l="l" t="t" r="r" b="b"/>
              <a:pathLst>
                <a:path w="166370" h="576579">
                  <a:moveTo>
                    <a:pt x="165890" y="0"/>
                  </a:moveTo>
                  <a:lnTo>
                    <a:pt x="0" y="0"/>
                  </a:lnTo>
                  <a:lnTo>
                    <a:pt x="0" y="576390"/>
                  </a:lnTo>
                  <a:lnTo>
                    <a:pt x="165890" y="576390"/>
                  </a:lnTo>
                  <a:lnTo>
                    <a:pt x="165890" y="0"/>
                  </a:lnTo>
                  <a:close/>
                </a:path>
              </a:pathLst>
            </a:custGeom>
            <a:solidFill>
              <a:srgbClr val="1A6C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 descr=""/>
            <p:cNvSpPr/>
            <p:nvPr/>
          </p:nvSpPr>
          <p:spPr>
            <a:xfrm>
              <a:off x="8584858" y="7908303"/>
              <a:ext cx="136525" cy="549910"/>
            </a:xfrm>
            <a:custGeom>
              <a:avLst/>
              <a:gdLst/>
              <a:ahLst/>
              <a:cxnLst/>
              <a:rect l="l" t="t" r="r" b="b"/>
              <a:pathLst>
                <a:path w="136525" h="549909">
                  <a:moveTo>
                    <a:pt x="136173" y="0"/>
                  </a:moveTo>
                  <a:lnTo>
                    <a:pt x="0" y="0"/>
                  </a:lnTo>
                  <a:lnTo>
                    <a:pt x="0" y="549323"/>
                  </a:lnTo>
                  <a:lnTo>
                    <a:pt x="136173" y="549323"/>
                  </a:lnTo>
                  <a:lnTo>
                    <a:pt x="136173" y="0"/>
                  </a:lnTo>
                  <a:close/>
                </a:path>
              </a:pathLst>
            </a:custGeom>
            <a:solidFill>
              <a:srgbClr val="B5E1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 descr=""/>
            <p:cNvSpPr/>
            <p:nvPr/>
          </p:nvSpPr>
          <p:spPr>
            <a:xfrm>
              <a:off x="8840055" y="7896534"/>
              <a:ext cx="166370" cy="576580"/>
            </a:xfrm>
            <a:custGeom>
              <a:avLst/>
              <a:gdLst/>
              <a:ahLst/>
              <a:cxnLst/>
              <a:rect l="l" t="t" r="r" b="b"/>
              <a:pathLst>
                <a:path w="166370" h="576579">
                  <a:moveTo>
                    <a:pt x="165890" y="0"/>
                  </a:moveTo>
                  <a:lnTo>
                    <a:pt x="0" y="0"/>
                  </a:lnTo>
                  <a:lnTo>
                    <a:pt x="0" y="576390"/>
                  </a:lnTo>
                  <a:lnTo>
                    <a:pt x="165890" y="576390"/>
                  </a:lnTo>
                  <a:lnTo>
                    <a:pt x="165890" y="0"/>
                  </a:lnTo>
                  <a:close/>
                </a:path>
              </a:pathLst>
            </a:custGeom>
            <a:solidFill>
              <a:srgbClr val="1A6C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 descr=""/>
            <p:cNvSpPr/>
            <p:nvPr/>
          </p:nvSpPr>
          <p:spPr>
            <a:xfrm>
              <a:off x="8854923" y="7908303"/>
              <a:ext cx="136525" cy="549910"/>
            </a:xfrm>
            <a:custGeom>
              <a:avLst/>
              <a:gdLst/>
              <a:ahLst/>
              <a:cxnLst/>
              <a:rect l="l" t="t" r="r" b="b"/>
              <a:pathLst>
                <a:path w="136525" h="549909">
                  <a:moveTo>
                    <a:pt x="136173" y="0"/>
                  </a:moveTo>
                  <a:lnTo>
                    <a:pt x="0" y="0"/>
                  </a:lnTo>
                  <a:lnTo>
                    <a:pt x="0" y="549323"/>
                  </a:lnTo>
                  <a:lnTo>
                    <a:pt x="136173" y="549323"/>
                  </a:lnTo>
                  <a:lnTo>
                    <a:pt x="136173" y="0"/>
                  </a:lnTo>
                  <a:close/>
                </a:path>
              </a:pathLst>
            </a:custGeom>
            <a:solidFill>
              <a:srgbClr val="B5E1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 descr=""/>
            <p:cNvSpPr/>
            <p:nvPr/>
          </p:nvSpPr>
          <p:spPr>
            <a:xfrm>
              <a:off x="9110109" y="7896534"/>
              <a:ext cx="166370" cy="576580"/>
            </a:xfrm>
            <a:custGeom>
              <a:avLst/>
              <a:gdLst/>
              <a:ahLst/>
              <a:cxnLst/>
              <a:rect l="l" t="t" r="r" b="b"/>
              <a:pathLst>
                <a:path w="166370" h="576579">
                  <a:moveTo>
                    <a:pt x="165890" y="0"/>
                  </a:moveTo>
                  <a:lnTo>
                    <a:pt x="0" y="0"/>
                  </a:lnTo>
                  <a:lnTo>
                    <a:pt x="0" y="576390"/>
                  </a:lnTo>
                  <a:lnTo>
                    <a:pt x="165890" y="576390"/>
                  </a:lnTo>
                  <a:lnTo>
                    <a:pt x="165890" y="0"/>
                  </a:lnTo>
                  <a:close/>
                </a:path>
              </a:pathLst>
            </a:custGeom>
            <a:solidFill>
              <a:srgbClr val="1A6C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 descr=""/>
            <p:cNvSpPr/>
            <p:nvPr/>
          </p:nvSpPr>
          <p:spPr>
            <a:xfrm>
              <a:off x="9124978" y="7908303"/>
              <a:ext cx="136525" cy="549910"/>
            </a:xfrm>
            <a:custGeom>
              <a:avLst/>
              <a:gdLst/>
              <a:ahLst/>
              <a:cxnLst/>
              <a:rect l="l" t="t" r="r" b="b"/>
              <a:pathLst>
                <a:path w="136525" h="549909">
                  <a:moveTo>
                    <a:pt x="136173" y="0"/>
                  </a:moveTo>
                  <a:lnTo>
                    <a:pt x="0" y="0"/>
                  </a:lnTo>
                  <a:lnTo>
                    <a:pt x="0" y="549323"/>
                  </a:lnTo>
                  <a:lnTo>
                    <a:pt x="136173" y="549323"/>
                  </a:lnTo>
                  <a:lnTo>
                    <a:pt x="136173" y="0"/>
                  </a:lnTo>
                  <a:close/>
                </a:path>
              </a:pathLst>
            </a:custGeom>
            <a:solidFill>
              <a:srgbClr val="B5E1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 descr=""/>
            <p:cNvSpPr/>
            <p:nvPr/>
          </p:nvSpPr>
          <p:spPr>
            <a:xfrm>
              <a:off x="6870268" y="7369295"/>
              <a:ext cx="1598295" cy="1146175"/>
            </a:xfrm>
            <a:custGeom>
              <a:avLst/>
              <a:gdLst/>
              <a:ahLst/>
              <a:cxnLst/>
              <a:rect l="l" t="t" r="r" b="b"/>
              <a:pathLst>
                <a:path w="1598295" h="1146175">
                  <a:moveTo>
                    <a:pt x="57505" y="945984"/>
                  </a:moveTo>
                  <a:lnTo>
                    <a:pt x="0" y="945984"/>
                  </a:lnTo>
                  <a:lnTo>
                    <a:pt x="0" y="969556"/>
                  </a:lnTo>
                  <a:lnTo>
                    <a:pt x="57505" y="969556"/>
                  </a:lnTo>
                  <a:lnTo>
                    <a:pt x="57505" y="945984"/>
                  </a:lnTo>
                  <a:close/>
                </a:path>
                <a:path w="1598295" h="1146175">
                  <a:moveTo>
                    <a:pt x="57505" y="225310"/>
                  </a:moveTo>
                  <a:lnTo>
                    <a:pt x="0" y="225310"/>
                  </a:lnTo>
                  <a:lnTo>
                    <a:pt x="0" y="248881"/>
                  </a:lnTo>
                  <a:lnTo>
                    <a:pt x="57505" y="248881"/>
                  </a:lnTo>
                  <a:lnTo>
                    <a:pt x="57505" y="225310"/>
                  </a:lnTo>
                  <a:close/>
                </a:path>
                <a:path w="1598295" h="1146175">
                  <a:moveTo>
                    <a:pt x="64566" y="645769"/>
                  </a:moveTo>
                  <a:lnTo>
                    <a:pt x="7061" y="645769"/>
                  </a:lnTo>
                  <a:lnTo>
                    <a:pt x="7061" y="669340"/>
                  </a:lnTo>
                  <a:lnTo>
                    <a:pt x="64566" y="669340"/>
                  </a:lnTo>
                  <a:lnTo>
                    <a:pt x="64566" y="645769"/>
                  </a:lnTo>
                  <a:close/>
                </a:path>
                <a:path w="1598295" h="1146175">
                  <a:moveTo>
                    <a:pt x="93319" y="674522"/>
                  </a:moveTo>
                  <a:lnTo>
                    <a:pt x="35814" y="674522"/>
                  </a:lnTo>
                  <a:lnTo>
                    <a:pt x="35814" y="698093"/>
                  </a:lnTo>
                  <a:lnTo>
                    <a:pt x="93319" y="698093"/>
                  </a:lnTo>
                  <a:lnTo>
                    <a:pt x="93319" y="674522"/>
                  </a:lnTo>
                  <a:close/>
                </a:path>
                <a:path w="1598295" h="1146175">
                  <a:moveTo>
                    <a:pt x="125590" y="1122324"/>
                  </a:moveTo>
                  <a:lnTo>
                    <a:pt x="68084" y="1122324"/>
                  </a:lnTo>
                  <a:lnTo>
                    <a:pt x="68084" y="1145895"/>
                  </a:lnTo>
                  <a:lnTo>
                    <a:pt x="125590" y="1145895"/>
                  </a:lnTo>
                  <a:lnTo>
                    <a:pt x="125590" y="1122324"/>
                  </a:lnTo>
                  <a:close/>
                </a:path>
                <a:path w="1598295" h="1146175">
                  <a:moveTo>
                    <a:pt x="168744" y="644347"/>
                  </a:moveTo>
                  <a:lnTo>
                    <a:pt x="111239" y="644347"/>
                  </a:lnTo>
                  <a:lnTo>
                    <a:pt x="111239" y="667918"/>
                  </a:lnTo>
                  <a:lnTo>
                    <a:pt x="168744" y="667918"/>
                  </a:lnTo>
                  <a:lnTo>
                    <a:pt x="168744" y="644347"/>
                  </a:lnTo>
                  <a:close/>
                </a:path>
                <a:path w="1598295" h="1146175">
                  <a:moveTo>
                    <a:pt x="190576" y="498068"/>
                  </a:moveTo>
                  <a:lnTo>
                    <a:pt x="133070" y="498068"/>
                  </a:lnTo>
                  <a:lnTo>
                    <a:pt x="133070" y="521639"/>
                  </a:lnTo>
                  <a:lnTo>
                    <a:pt x="190576" y="521639"/>
                  </a:lnTo>
                  <a:lnTo>
                    <a:pt x="190576" y="498068"/>
                  </a:lnTo>
                  <a:close/>
                </a:path>
                <a:path w="1598295" h="1146175">
                  <a:moveTo>
                    <a:pt x="411505" y="733920"/>
                  </a:moveTo>
                  <a:lnTo>
                    <a:pt x="353999" y="733920"/>
                  </a:lnTo>
                  <a:lnTo>
                    <a:pt x="353999" y="757491"/>
                  </a:lnTo>
                  <a:lnTo>
                    <a:pt x="411505" y="757491"/>
                  </a:lnTo>
                  <a:lnTo>
                    <a:pt x="411505" y="733920"/>
                  </a:lnTo>
                  <a:close/>
                </a:path>
                <a:path w="1598295" h="1146175">
                  <a:moveTo>
                    <a:pt x="538530" y="1062177"/>
                  </a:moveTo>
                  <a:lnTo>
                    <a:pt x="481025" y="1062177"/>
                  </a:lnTo>
                  <a:lnTo>
                    <a:pt x="481025" y="1085748"/>
                  </a:lnTo>
                  <a:lnTo>
                    <a:pt x="538530" y="1085748"/>
                  </a:lnTo>
                  <a:lnTo>
                    <a:pt x="538530" y="1062177"/>
                  </a:lnTo>
                  <a:close/>
                </a:path>
                <a:path w="1598295" h="1146175">
                  <a:moveTo>
                    <a:pt x="567283" y="1090930"/>
                  </a:moveTo>
                  <a:lnTo>
                    <a:pt x="509778" y="1090930"/>
                  </a:lnTo>
                  <a:lnTo>
                    <a:pt x="509778" y="1114501"/>
                  </a:lnTo>
                  <a:lnTo>
                    <a:pt x="567283" y="1114501"/>
                  </a:lnTo>
                  <a:lnTo>
                    <a:pt x="567283" y="1090930"/>
                  </a:lnTo>
                  <a:close/>
                </a:path>
                <a:path w="1598295" h="1146175">
                  <a:moveTo>
                    <a:pt x="567677" y="498068"/>
                  </a:moveTo>
                  <a:lnTo>
                    <a:pt x="510171" y="498068"/>
                  </a:lnTo>
                  <a:lnTo>
                    <a:pt x="510171" y="521639"/>
                  </a:lnTo>
                  <a:lnTo>
                    <a:pt x="567677" y="521639"/>
                  </a:lnTo>
                  <a:lnTo>
                    <a:pt x="567677" y="498068"/>
                  </a:lnTo>
                  <a:close/>
                </a:path>
                <a:path w="1598295" h="1146175">
                  <a:moveTo>
                    <a:pt x="584492" y="650963"/>
                  </a:moveTo>
                  <a:lnTo>
                    <a:pt x="526986" y="650963"/>
                  </a:lnTo>
                  <a:lnTo>
                    <a:pt x="526986" y="674522"/>
                  </a:lnTo>
                  <a:lnTo>
                    <a:pt x="584492" y="674522"/>
                  </a:lnTo>
                  <a:lnTo>
                    <a:pt x="584492" y="650963"/>
                  </a:lnTo>
                  <a:close/>
                </a:path>
                <a:path w="1598295" h="1146175">
                  <a:moveTo>
                    <a:pt x="773988" y="733920"/>
                  </a:moveTo>
                  <a:lnTo>
                    <a:pt x="716483" y="733920"/>
                  </a:lnTo>
                  <a:lnTo>
                    <a:pt x="716483" y="757491"/>
                  </a:lnTo>
                  <a:lnTo>
                    <a:pt x="773988" y="757491"/>
                  </a:lnTo>
                  <a:lnTo>
                    <a:pt x="773988" y="733920"/>
                  </a:lnTo>
                  <a:close/>
                </a:path>
                <a:path w="1598295" h="1146175">
                  <a:moveTo>
                    <a:pt x="798220" y="0"/>
                  </a:moveTo>
                  <a:lnTo>
                    <a:pt x="740714" y="0"/>
                  </a:lnTo>
                  <a:lnTo>
                    <a:pt x="740714" y="23558"/>
                  </a:lnTo>
                  <a:lnTo>
                    <a:pt x="798220" y="23558"/>
                  </a:lnTo>
                  <a:lnTo>
                    <a:pt x="798220" y="0"/>
                  </a:lnTo>
                  <a:close/>
                </a:path>
                <a:path w="1598295" h="1146175">
                  <a:moveTo>
                    <a:pt x="826973" y="28752"/>
                  </a:moveTo>
                  <a:lnTo>
                    <a:pt x="769467" y="28752"/>
                  </a:lnTo>
                  <a:lnTo>
                    <a:pt x="769467" y="52311"/>
                  </a:lnTo>
                  <a:lnTo>
                    <a:pt x="826973" y="52311"/>
                  </a:lnTo>
                  <a:lnTo>
                    <a:pt x="826973" y="28752"/>
                  </a:lnTo>
                  <a:close/>
                </a:path>
                <a:path w="1598295" h="1146175">
                  <a:moveTo>
                    <a:pt x="1137221" y="645769"/>
                  </a:moveTo>
                  <a:lnTo>
                    <a:pt x="1079715" y="645769"/>
                  </a:lnTo>
                  <a:lnTo>
                    <a:pt x="1079715" y="669340"/>
                  </a:lnTo>
                  <a:lnTo>
                    <a:pt x="1137221" y="669340"/>
                  </a:lnTo>
                  <a:lnTo>
                    <a:pt x="1137221" y="645769"/>
                  </a:lnTo>
                  <a:close/>
                </a:path>
                <a:path w="1598295" h="1146175">
                  <a:moveTo>
                    <a:pt x="1165974" y="8940"/>
                  </a:moveTo>
                  <a:lnTo>
                    <a:pt x="1108468" y="8940"/>
                  </a:lnTo>
                  <a:lnTo>
                    <a:pt x="1108468" y="32512"/>
                  </a:lnTo>
                  <a:lnTo>
                    <a:pt x="1165974" y="32512"/>
                  </a:lnTo>
                  <a:lnTo>
                    <a:pt x="1165974" y="8940"/>
                  </a:lnTo>
                  <a:close/>
                </a:path>
                <a:path w="1598295" h="1146175">
                  <a:moveTo>
                    <a:pt x="1309458" y="477799"/>
                  </a:moveTo>
                  <a:lnTo>
                    <a:pt x="1251953" y="477799"/>
                  </a:lnTo>
                  <a:lnTo>
                    <a:pt x="1251953" y="501370"/>
                  </a:lnTo>
                  <a:lnTo>
                    <a:pt x="1309458" y="501370"/>
                  </a:lnTo>
                  <a:lnTo>
                    <a:pt x="1309458" y="477799"/>
                  </a:lnTo>
                  <a:close/>
                </a:path>
                <a:path w="1598295" h="1146175">
                  <a:moveTo>
                    <a:pt x="1491030" y="757478"/>
                  </a:moveTo>
                  <a:lnTo>
                    <a:pt x="1433525" y="757478"/>
                  </a:lnTo>
                  <a:lnTo>
                    <a:pt x="1433525" y="781050"/>
                  </a:lnTo>
                  <a:lnTo>
                    <a:pt x="1491030" y="781050"/>
                  </a:lnTo>
                  <a:lnTo>
                    <a:pt x="1491030" y="757478"/>
                  </a:lnTo>
                  <a:close/>
                </a:path>
                <a:path w="1598295" h="1146175">
                  <a:moveTo>
                    <a:pt x="1569186" y="906894"/>
                  </a:moveTo>
                  <a:lnTo>
                    <a:pt x="1511681" y="906894"/>
                  </a:lnTo>
                  <a:lnTo>
                    <a:pt x="1511681" y="930452"/>
                  </a:lnTo>
                  <a:lnTo>
                    <a:pt x="1569186" y="930452"/>
                  </a:lnTo>
                  <a:lnTo>
                    <a:pt x="1569186" y="906894"/>
                  </a:lnTo>
                  <a:close/>
                </a:path>
                <a:path w="1598295" h="1146175">
                  <a:moveTo>
                    <a:pt x="1581912" y="368350"/>
                  </a:moveTo>
                  <a:lnTo>
                    <a:pt x="1524406" y="368350"/>
                  </a:lnTo>
                  <a:lnTo>
                    <a:pt x="1524406" y="391922"/>
                  </a:lnTo>
                  <a:lnTo>
                    <a:pt x="1581912" y="391922"/>
                  </a:lnTo>
                  <a:lnTo>
                    <a:pt x="1581912" y="368350"/>
                  </a:lnTo>
                  <a:close/>
                </a:path>
                <a:path w="1598295" h="1146175">
                  <a:moveTo>
                    <a:pt x="1581912" y="146583"/>
                  </a:moveTo>
                  <a:lnTo>
                    <a:pt x="1524406" y="146583"/>
                  </a:lnTo>
                  <a:lnTo>
                    <a:pt x="1524406" y="170154"/>
                  </a:lnTo>
                  <a:lnTo>
                    <a:pt x="1581912" y="170154"/>
                  </a:lnTo>
                  <a:lnTo>
                    <a:pt x="1581912" y="146583"/>
                  </a:lnTo>
                  <a:close/>
                </a:path>
                <a:path w="1598295" h="1146175">
                  <a:moveTo>
                    <a:pt x="1597939" y="935647"/>
                  </a:moveTo>
                  <a:lnTo>
                    <a:pt x="1540433" y="935647"/>
                  </a:lnTo>
                  <a:lnTo>
                    <a:pt x="1540433" y="959205"/>
                  </a:lnTo>
                  <a:lnTo>
                    <a:pt x="1597939" y="959205"/>
                  </a:lnTo>
                  <a:lnTo>
                    <a:pt x="1597939" y="935647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 descr=""/>
            <p:cNvSpPr/>
            <p:nvPr/>
          </p:nvSpPr>
          <p:spPr>
            <a:xfrm>
              <a:off x="8757628" y="7829416"/>
              <a:ext cx="331470" cy="703580"/>
            </a:xfrm>
            <a:custGeom>
              <a:avLst/>
              <a:gdLst/>
              <a:ahLst/>
              <a:cxnLst/>
              <a:rect l="l" t="t" r="r" b="b"/>
              <a:pathLst>
                <a:path w="331470" h="703579">
                  <a:moveTo>
                    <a:pt x="57505" y="650417"/>
                  </a:moveTo>
                  <a:lnTo>
                    <a:pt x="0" y="650417"/>
                  </a:lnTo>
                  <a:lnTo>
                    <a:pt x="0" y="673989"/>
                  </a:lnTo>
                  <a:lnTo>
                    <a:pt x="57505" y="673989"/>
                  </a:lnTo>
                  <a:lnTo>
                    <a:pt x="57505" y="650417"/>
                  </a:lnTo>
                  <a:close/>
                </a:path>
                <a:path w="331470" h="703579">
                  <a:moveTo>
                    <a:pt x="57505" y="434987"/>
                  </a:moveTo>
                  <a:lnTo>
                    <a:pt x="0" y="434987"/>
                  </a:lnTo>
                  <a:lnTo>
                    <a:pt x="0" y="458558"/>
                  </a:lnTo>
                  <a:lnTo>
                    <a:pt x="57505" y="458558"/>
                  </a:lnTo>
                  <a:lnTo>
                    <a:pt x="57505" y="434987"/>
                  </a:lnTo>
                  <a:close/>
                </a:path>
                <a:path w="331470" h="703579">
                  <a:moveTo>
                    <a:pt x="57505" y="29476"/>
                  </a:moveTo>
                  <a:lnTo>
                    <a:pt x="0" y="29476"/>
                  </a:lnTo>
                  <a:lnTo>
                    <a:pt x="0" y="53035"/>
                  </a:lnTo>
                  <a:lnTo>
                    <a:pt x="57505" y="53035"/>
                  </a:lnTo>
                  <a:lnTo>
                    <a:pt x="57505" y="29476"/>
                  </a:lnTo>
                  <a:close/>
                </a:path>
                <a:path w="331470" h="703579">
                  <a:moveTo>
                    <a:pt x="86258" y="0"/>
                  </a:moveTo>
                  <a:lnTo>
                    <a:pt x="28752" y="0"/>
                  </a:lnTo>
                  <a:lnTo>
                    <a:pt x="28752" y="23571"/>
                  </a:lnTo>
                  <a:lnTo>
                    <a:pt x="86258" y="23571"/>
                  </a:lnTo>
                  <a:lnTo>
                    <a:pt x="86258" y="0"/>
                  </a:lnTo>
                  <a:close/>
                </a:path>
                <a:path w="331470" h="703579">
                  <a:moveTo>
                    <a:pt x="302145" y="679488"/>
                  </a:moveTo>
                  <a:lnTo>
                    <a:pt x="244640" y="679488"/>
                  </a:lnTo>
                  <a:lnTo>
                    <a:pt x="244640" y="703046"/>
                  </a:lnTo>
                  <a:lnTo>
                    <a:pt x="302145" y="703046"/>
                  </a:lnTo>
                  <a:lnTo>
                    <a:pt x="302145" y="679488"/>
                  </a:lnTo>
                  <a:close/>
                </a:path>
                <a:path w="331470" h="703579">
                  <a:moveTo>
                    <a:pt x="330898" y="650417"/>
                  </a:moveTo>
                  <a:lnTo>
                    <a:pt x="273392" y="650417"/>
                  </a:lnTo>
                  <a:lnTo>
                    <a:pt x="273392" y="673989"/>
                  </a:lnTo>
                  <a:lnTo>
                    <a:pt x="330898" y="673989"/>
                  </a:lnTo>
                  <a:lnTo>
                    <a:pt x="330898" y="650417"/>
                  </a:lnTo>
                  <a:close/>
                </a:path>
                <a:path w="331470" h="703579">
                  <a:moveTo>
                    <a:pt x="330898" y="313080"/>
                  </a:moveTo>
                  <a:lnTo>
                    <a:pt x="273392" y="313080"/>
                  </a:lnTo>
                  <a:lnTo>
                    <a:pt x="273392" y="336638"/>
                  </a:lnTo>
                  <a:lnTo>
                    <a:pt x="330898" y="336638"/>
                  </a:lnTo>
                  <a:lnTo>
                    <a:pt x="330898" y="313080"/>
                  </a:lnTo>
                  <a:close/>
                </a:path>
                <a:path w="331470" h="703579">
                  <a:moveTo>
                    <a:pt x="330898" y="84937"/>
                  </a:moveTo>
                  <a:lnTo>
                    <a:pt x="273392" y="84937"/>
                  </a:lnTo>
                  <a:lnTo>
                    <a:pt x="273392" y="108508"/>
                  </a:lnTo>
                  <a:lnTo>
                    <a:pt x="330898" y="108508"/>
                  </a:lnTo>
                  <a:lnTo>
                    <a:pt x="330898" y="84937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 descr=""/>
            <p:cNvSpPr/>
            <p:nvPr/>
          </p:nvSpPr>
          <p:spPr>
            <a:xfrm>
              <a:off x="7882775" y="8001869"/>
              <a:ext cx="562610" cy="525145"/>
            </a:xfrm>
            <a:custGeom>
              <a:avLst/>
              <a:gdLst/>
              <a:ahLst/>
              <a:cxnLst/>
              <a:rect l="l" t="t" r="r" b="b"/>
              <a:pathLst>
                <a:path w="562609" h="525145">
                  <a:moveTo>
                    <a:pt x="57505" y="303072"/>
                  </a:moveTo>
                  <a:lnTo>
                    <a:pt x="0" y="303072"/>
                  </a:lnTo>
                  <a:lnTo>
                    <a:pt x="0" y="326631"/>
                  </a:lnTo>
                  <a:lnTo>
                    <a:pt x="57505" y="326631"/>
                  </a:lnTo>
                  <a:lnTo>
                    <a:pt x="57505" y="303072"/>
                  </a:lnTo>
                  <a:close/>
                </a:path>
                <a:path w="562609" h="525145">
                  <a:moveTo>
                    <a:pt x="333260" y="501535"/>
                  </a:moveTo>
                  <a:lnTo>
                    <a:pt x="275755" y="501535"/>
                  </a:lnTo>
                  <a:lnTo>
                    <a:pt x="275755" y="525106"/>
                  </a:lnTo>
                  <a:lnTo>
                    <a:pt x="333260" y="525106"/>
                  </a:lnTo>
                  <a:lnTo>
                    <a:pt x="333260" y="501535"/>
                  </a:lnTo>
                  <a:close/>
                </a:path>
                <a:path w="562609" h="525145">
                  <a:moveTo>
                    <a:pt x="562343" y="0"/>
                  </a:moveTo>
                  <a:lnTo>
                    <a:pt x="504837" y="0"/>
                  </a:lnTo>
                  <a:lnTo>
                    <a:pt x="504837" y="23571"/>
                  </a:lnTo>
                  <a:lnTo>
                    <a:pt x="562343" y="23571"/>
                  </a:lnTo>
                  <a:lnTo>
                    <a:pt x="562343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 descr=""/>
            <p:cNvSpPr/>
            <p:nvPr/>
          </p:nvSpPr>
          <p:spPr>
            <a:xfrm>
              <a:off x="6832231" y="7357916"/>
              <a:ext cx="2496820" cy="1322705"/>
            </a:xfrm>
            <a:custGeom>
              <a:avLst/>
              <a:gdLst/>
              <a:ahLst/>
              <a:cxnLst/>
              <a:rect l="l" t="t" r="r" b="b"/>
              <a:pathLst>
                <a:path w="2496820" h="1322704">
                  <a:moveTo>
                    <a:pt x="1664246" y="618375"/>
                  </a:moveTo>
                  <a:lnTo>
                    <a:pt x="0" y="618375"/>
                  </a:lnTo>
                  <a:lnTo>
                    <a:pt x="0" y="638708"/>
                  </a:lnTo>
                  <a:lnTo>
                    <a:pt x="1664246" y="679246"/>
                  </a:lnTo>
                  <a:lnTo>
                    <a:pt x="1664246" y="618375"/>
                  </a:lnTo>
                  <a:close/>
                </a:path>
                <a:path w="2496820" h="1322704">
                  <a:moveTo>
                    <a:pt x="1664246" y="0"/>
                  </a:moveTo>
                  <a:lnTo>
                    <a:pt x="0" y="0"/>
                  </a:lnTo>
                  <a:lnTo>
                    <a:pt x="0" y="20332"/>
                  </a:lnTo>
                  <a:lnTo>
                    <a:pt x="1664246" y="60871"/>
                  </a:lnTo>
                  <a:lnTo>
                    <a:pt x="1664246" y="0"/>
                  </a:lnTo>
                  <a:close/>
                </a:path>
                <a:path w="2496820" h="1322704">
                  <a:moveTo>
                    <a:pt x="1726628" y="1197648"/>
                  </a:moveTo>
                  <a:lnTo>
                    <a:pt x="1686077" y="1197648"/>
                  </a:lnTo>
                  <a:lnTo>
                    <a:pt x="1686077" y="1322412"/>
                  </a:lnTo>
                  <a:lnTo>
                    <a:pt x="1726628" y="1322412"/>
                  </a:lnTo>
                  <a:lnTo>
                    <a:pt x="1726628" y="1197648"/>
                  </a:lnTo>
                  <a:close/>
                </a:path>
                <a:path w="2496820" h="1322704">
                  <a:moveTo>
                    <a:pt x="2496362" y="444969"/>
                  </a:moveTo>
                  <a:lnTo>
                    <a:pt x="1664246" y="444969"/>
                  </a:lnTo>
                  <a:lnTo>
                    <a:pt x="1664246" y="460121"/>
                  </a:lnTo>
                  <a:lnTo>
                    <a:pt x="2496362" y="495071"/>
                  </a:lnTo>
                  <a:lnTo>
                    <a:pt x="2496362" y="444969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 descr=""/>
            <p:cNvSpPr/>
            <p:nvPr/>
          </p:nvSpPr>
          <p:spPr>
            <a:xfrm>
              <a:off x="6955828" y="7430560"/>
              <a:ext cx="1416050" cy="754380"/>
            </a:xfrm>
            <a:custGeom>
              <a:avLst/>
              <a:gdLst/>
              <a:ahLst/>
              <a:cxnLst/>
              <a:rect l="l" t="t" r="r" b="b"/>
              <a:pathLst>
                <a:path w="1416050" h="754379">
                  <a:moveTo>
                    <a:pt x="184531" y="724039"/>
                  </a:moveTo>
                  <a:lnTo>
                    <a:pt x="0" y="724039"/>
                  </a:lnTo>
                  <a:lnTo>
                    <a:pt x="0" y="754176"/>
                  </a:lnTo>
                  <a:lnTo>
                    <a:pt x="184531" y="754176"/>
                  </a:lnTo>
                  <a:lnTo>
                    <a:pt x="184531" y="724039"/>
                  </a:lnTo>
                  <a:close/>
                </a:path>
                <a:path w="1416050" h="754379">
                  <a:moveTo>
                    <a:pt x="374421" y="724039"/>
                  </a:moveTo>
                  <a:lnTo>
                    <a:pt x="189890" y="724039"/>
                  </a:lnTo>
                  <a:lnTo>
                    <a:pt x="189890" y="754176"/>
                  </a:lnTo>
                  <a:lnTo>
                    <a:pt x="374421" y="754176"/>
                  </a:lnTo>
                  <a:lnTo>
                    <a:pt x="374421" y="724039"/>
                  </a:lnTo>
                  <a:close/>
                </a:path>
                <a:path w="1416050" h="754379">
                  <a:moveTo>
                    <a:pt x="665327" y="0"/>
                  </a:moveTo>
                  <a:lnTo>
                    <a:pt x="5410" y="0"/>
                  </a:lnTo>
                  <a:lnTo>
                    <a:pt x="5410" y="30137"/>
                  </a:lnTo>
                  <a:lnTo>
                    <a:pt x="665327" y="30137"/>
                  </a:lnTo>
                  <a:lnTo>
                    <a:pt x="665327" y="0"/>
                  </a:lnTo>
                  <a:close/>
                </a:path>
                <a:path w="1416050" h="754379">
                  <a:moveTo>
                    <a:pt x="1226096" y="724039"/>
                  </a:moveTo>
                  <a:lnTo>
                    <a:pt x="1041565" y="724039"/>
                  </a:lnTo>
                  <a:lnTo>
                    <a:pt x="1041565" y="754176"/>
                  </a:lnTo>
                  <a:lnTo>
                    <a:pt x="1226096" y="754176"/>
                  </a:lnTo>
                  <a:lnTo>
                    <a:pt x="1226096" y="724039"/>
                  </a:lnTo>
                  <a:close/>
                </a:path>
                <a:path w="1416050" h="754379">
                  <a:moveTo>
                    <a:pt x="1412417" y="0"/>
                  </a:moveTo>
                  <a:lnTo>
                    <a:pt x="752513" y="0"/>
                  </a:lnTo>
                  <a:lnTo>
                    <a:pt x="752513" y="30137"/>
                  </a:lnTo>
                  <a:lnTo>
                    <a:pt x="1412417" y="30137"/>
                  </a:lnTo>
                  <a:lnTo>
                    <a:pt x="1412417" y="0"/>
                  </a:lnTo>
                  <a:close/>
                </a:path>
                <a:path w="1416050" h="754379">
                  <a:moveTo>
                    <a:pt x="1415973" y="724039"/>
                  </a:moveTo>
                  <a:lnTo>
                    <a:pt x="1231442" y="724039"/>
                  </a:lnTo>
                  <a:lnTo>
                    <a:pt x="1231442" y="754176"/>
                  </a:lnTo>
                  <a:lnTo>
                    <a:pt x="1415973" y="754176"/>
                  </a:lnTo>
                  <a:lnTo>
                    <a:pt x="1415973" y="724039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8" name="object 218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456462" y="8030862"/>
              <a:ext cx="425734" cy="136305"/>
            </a:xfrm>
            <a:prstGeom prst="rect">
              <a:avLst/>
            </a:prstGeom>
          </p:spPr>
        </p:pic>
      </p:grpSp>
      <p:sp>
        <p:nvSpPr>
          <p:cNvPr id="219" name="object 219" descr=""/>
          <p:cNvSpPr/>
          <p:nvPr/>
        </p:nvSpPr>
        <p:spPr>
          <a:xfrm>
            <a:off x="16295859" y="4373221"/>
            <a:ext cx="274955" cy="259079"/>
          </a:xfrm>
          <a:custGeom>
            <a:avLst/>
            <a:gdLst/>
            <a:ahLst/>
            <a:cxnLst/>
            <a:rect l="l" t="t" r="r" b="b"/>
            <a:pathLst>
              <a:path w="274955" h="259079">
                <a:moveTo>
                  <a:pt x="137357" y="0"/>
                </a:moveTo>
                <a:lnTo>
                  <a:pt x="93941" y="7290"/>
                </a:lnTo>
                <a:lnTo>
                  <a:pt x="56235" y="27591"/>
                </a:lnTo>
                <a:lnTo>
                  <a:pt x="26501" y="58546"/>
                </a:lnTo>
                <a:lnTo>
                  <a:pt x="7002" y="97798"/>
                </a:lnTo>
                <a:lnTo>
                  <a:pt x="0" y="142990"/>
                </a:lnTo>
                <a:lnTo>
                  <a:pt x="10794" y="194366"/>
                </a:lnTo>
                <a:lnTo>
                  <a:pt x="40230" y="230386"/>
                </a:lnTo>
                <a:lnTo>
                  <a:pt x="83890" y="251598"/>
                </a:lnTo>
                <a:lnTo>
                  <a:pt x="137357" y="258547"/>
                </a:lnTo>
                <a:lnTo>
                  <a:pt x="190823" y="251598"/>
                </a:lnTo>
                <a:lnTo>
                  <a:pt x="234483" y="230386"/>
                </a:lnTo>
                <a:lnTo>
                  <a:pt x="263920" y="194366"/>
                </a:lnTo>
                <a:lnTo>
                  <a:pt x="274714" y="142990"/>
                </a:lnTo>
                <a:lnTo>
                  <a:pt x="267711" y="97798"/>
                </a:lnTo>
                <a:lnTo>
                  <a:pt x="248212" y="58546"/>
                </a:lnTo>
                <a:lnTo>
                  <a:pt x="218478" y="27591"/>
                </a:lnTo>
                <a:lnTo>
                  <a:pt x="180773" y="7290"/>
                </a:lnTo>
                <a:lnTo>
                  <a:pt x="137357" y="0"/>
                </a:lnTo>
                <a:close/>
              </a:path>
            </a:pathLst>
          </a:custGeom>
          <a:solidFill>
            <a:srgbClr val="25880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20" name="object 220" descr=""/>
          <p:cNvGrpSpPr/>
          <p:nvPr/>
        </p:nvGrpSpPr>
        <p:grpSpPr>
          <a:xfrm>
            <a:off x="15760963" y="3978802"/>
            <a:ext cx="909319" cy="946150"/>
            <a:chOff x="15760963" y="3978802"/>
            <a:chExt cx="909319" cy="946150"/>
          </a:xfrm>
        </p:grpSpPr>
        <p:sp>
          <p:nvSpPr>
            <p:cNvPr id="221" name="object 221" descr=""/>
            <p:cNvSpPr/>
            <p:nvPr/>
          </p:nvSpPr>
          <p:spPr>
            <a:xfrm>
              <a:off x="15930652" y="4119496"/>
              <a:ext cx="312420" cy="294005"/>
            </a:xfrm>
            <a:custGeom>
              <a:avLst/>
              <a:gdLst/>
              <a:ahLst/>
              <a:cxnLst/>
              <a:rect l="l" t="t" r="r" b="b"/>
              <a:pathLst>
                <a:path w="312419" h="294004">
                  <a:moveTo>
                    <a:pt x="155911" y="0"/>
                  </a:moveTo>
                  <a:lnTo>
                    <a:pt x="106629" y="8276"/>
                  </a:lnTo>
                  <a:lnTo>
                    <a:pt x="63830" y="31322"/>
                  </a:lnTo>
                  <a:lnTo>
                    <a:pt x="30080" y="66462"/>
                  </a:lnTo>
                  <a:lnTo>
                    <a:pt x="7947" y="111020"/>
                  </a:lnTo>
                  <a:lnTo>
                    <a:pt x="0" y="162319"/>
                  </a:lnTo>
                  <a:lnTo>
                    <a:pt x="7947" y="210387"/>
                  </a:lnTo>
                  <a:lnTo>
                    <a:pt x="30080" y="247220"/>
                  </a:lnTo>
                  <a:lnTo>
                    <a:pt x="63830" y="273136"/>
                  </a:lnTo>
                  <a:lnTo>
                    <a:pt x="106629" y="288453"/>
                  </a:lnTo>
                  <a:lnTo>
                    <a:pt x="155911" y="293488"/>
                  </a:lnTo>
                  <a:lnTo>
                    <a:pt x="205193" y="288453"/>
                  </a:lnTo>
                  <a:lnTo>
                    <a:pt x="247992" y="273136"/>
                  </a:lnTo>
                  <a:lnTo>
                    <a:pt x="281742" y="247220"/>
                  </a:lnTo>
                  <a:lnTo>
                    <a:pt x="303874" y="210387"/>
                  </a:lnTo>
                  <a:lnTo>
                    <a:pt x="311822" y="162319"/>
                  </a:lnTo>
                  <a:lnTo>
                    <a:pt x="303874" y="111020"/>
                  </a:lnTo>
                  <a:lnTo>
                    <a:pt x="281742" y="66462"/>
                  </a:lnTo>
                  <a:lnTo>
                    <a:pt x="247992" y="31322"/>
                  </a:lnTo>
                  <a:lnTo>
                    <a:pt x="205193" y="8276"/>
                  </a:lnTo>
                  <a:lnTo>
                    <a:pt x="155911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 descr=""/>
            <p:cNvSpPr/>
            <p:nvPr/>
          </p:nvSpPr>
          <p:spPr>
            <a:xfrm>
              <a:off x="16099513" y="4350853"/>
              <a:ext cx="358775" cy="370205"/>
            </a:xfrm>
            <a:custGeom>
              <a:avLst/>
              <a:gdLst/>
              <a:ahLst/>
              <a:cxnLst/>
              <a:rect l="l" t="t" r="r" b="b"/>
              <a:pathLst>
                <a:path w="358775" h="370204">
                  <a:moveTo>
                    <a:pt x="179272" y="0"/>
                  </a:moveTo>
                  <a:lnTo>
                    <a:pt x="138162" y="5407"/>
                  </a:lnTo>
                  <a:lnTo>
                    <a:pt x="100426" y="20809"/>
                  </a:lnTo>
                  <a:lnTo>
                    <a:pt x="67140" y="44977"/>
                  </a:lnTo>
                  <a:lnTo>
                    <a:pt x="39379" y="76683"/>
                  </a:lnTo>
                  <a:lnTo>
                    <a:pt x="18218" y="114698"/>
                  </a:lnTo>
                  <a:lnTo>
                    <a:pt x="4733" y="157792"/>
                  </a:lnTo>
                  <a:lnTo>
                    <a:pt x="0" y="204737"/>
                  </a:lnTo>
                  <a:lnTo>
                    <a:pt x="6402" y="256254"/>
                  </a:lnTo>
                  <a:lnTo>
                    <a:pt x="24472" y="297887"/>
                  </a:lnTo>
                  <a:lnTo>
                    <a:pt x="52502" y="329865"/>
                  </a:lnTo>
                  <a:lnTo>
                    <a:pt x="88783" y="352420"/>
                  </a:lnTo>
                  <a:lnTo>
                    <a:pt x="131609" y="365784"/>
                  </a:lnTo>
                  <a:lnTo>
                    <a:pt x="179272" y="370187"/>
                  </a:lnTo>
                  <a:lnTo>
                    <a:pt x="226930" y="365784"/>
                  </a:lnTo>
                  <a:lnTo>
                    <a:pt x="269755" y="352420"/>
                  </a:lnTo>
                  <a:lnTo>
                    <a:pt x="306037" y="329865"/>
                  </a:lnTo>
                  <a:lnTo>
                    <a:pt x="334068" y="297887"/>
                  </a:lnTo>
                  <a:lnTo>
                    <a:pt x="352140" y="256254"/>
                  </a:lnTo>
                  <a:lnTo>
                    <a:pt x="358544" y="204737"/>
                  </a:lnTo>
                  <a:lnTo>
                    <a:pt x="353809" y="157792"/>
                  </a:lnTo>
                  <a:lnTo>
                    <a:pt x="340323" y="114698"/>
                  </a:lnTo>
                  <a:lnTo>
                    <a:pt x="319161" y="76683"/>
                  </a:lnTo>
                  <a:lnTo>
                    <a:pt x="291399" y="44977"/>
                  </a:lnTo>
                  <a:lnTo>
                    <a:pt x="258112" y="20809"/>
                  </a:lnTo>
                  <a:lnTo>
                    <a:pt x="220378" y="5407"/>
                  </a:lnTo>
                  <a:lnTo>
                    <a:pt x="179272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3" name="object 223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5834375" y="4194592"/>
              <a:ext cx="141974" cy="143315"/>
            </a:xfrm>
            <a:prstGeom prst="rect">
              <a:avLst/>
            </a:prstGeom>
          </p:spPr>
        </p:pic>
        <p:sp>
          <p:nvSpPr>
            <p:cNvPr id="224" name="object 224" descr=""/>
            <p:cNvSpPr/>
            <p:nvPr/>
          </p:nvSpPr>
          <p:spPr>
            <a:xfrm>
              <a:off x="16003143" y="4522781"/>
              <a:ext cx="165735" cy="255270"/>
            </a:xfrm>
            <a:custGeom>
              <a:avLst/>
              <a:gdLst/>
              <a:ahLst/>
              <a:cxnLst/>
              <a:rect l="l" t="t" r="r" b="b"/>
              <a:pathLst>
                <a:path w="165734" h="255270">
                  <a:moveTo>
                    <a:pt x="33218" y="0"/>
                  </a:moveTo>
                  <a:lnTo>
                    <a:pt x="0" y="88855"/>
                  </a:lnTo>
                  <a:lnTo>
                    <a:pt x="1806" y="145063"/>
                  </a:lnTo>
                  <a:lnTo>
                    <a:pt x="50228" y="192554"/>
                  </a:lnTo>
                  <a:lnTo>
                    <a:pt x="156859" y="255259"/>
                  </a:lnTo>
                  <a:lnTo>
                    <a:pt x="165644" y="207742"/>
                  </a:lnTo>
                  <a:lnTo>
                    <a:pt x="70004" y="173966"/>
                  </a:lnTo>
                  <a:lnTo>
                    <a:pt x="29135" y="141286"/>
                  </a:lnTo>
                  <a:lnTo>
                    <a:pt x="34944" y="90421"/>
                  </a:lnTo>
                  <a:lnTo>
                    <a:pt x="79343" y="2094"/>
                  </a:lnTo>
                  <a:lnTo>
                    <a:pt x="33218" y="0"/>
                  </a:lnTo>
                  <a:close/>
                </a:path>
              </a:pathLst>
            </a:custGeom>
            <a:solidFill>
              <a:srgbClr val="5F312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5" name="object 225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6216361" y="4464740"/>
              <a:ext cx="246476" cy="244620"/>
            </a:xfrm>
            <a:prstGeom prst="rect">
              <a:avLst/>
            </a:prstGeom>
          </p:spPr>
        </p:pic>
        <p:pic>
          <p:nvPicPr>
            <p:cNvPr id="226" name="object 226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5907981" y="4560514"/>
              <a:ext cx="151765" cy="116331"/>
            </a:xfrm>
            <a:prstGeom prst="rect">
              <a:avLst/>
            </a:prstGeom>
          </p:spPr>
        </p:pic>
        <p:sp>
          <p:nvSpPr>
            <p:cNvPr id="227" name="object 227" descr=""/>
            <p:cNvSpPr/>
            <p:nvPr/>
          </p:nvSpPr>
          <p:spPr>
            <a:xfrm>
              <a:off x="16144134" y="4414531"/>
              <a:ext cx="105410" cy="510540"/>
            </a:xfrm>
            <a:custGeom>
              <a:avLst/>
              <a:gdLst/>
              <a:ahLst/>
              <a:cxnLst/>
              <a:rect l="l" t="t" r="r" b="b"/>
              <a:pathLst>
                <a:path w="105409" h="510539">
                  <a:moveTo>
                    <a:pt x="86646" y="0"/>
                  </a:moveTo>
                  <a:lnTo>
                    <a:pt x="12879" y="0"/>
                  </a:lnTo>
                  <a:lnTo>
                    <a:pt x="0" y="510382"/>
                  </a:lnTo>
                  <a:lnTo>
                    <a:pt x="105274" y="510382"/>
                  </a:lnTo>
                  <a:lnTo>
                    <a:pt x="86646" y="0"/>
                  </a:lnTo>
                  <a:close/>
                </a:path>
              </a:pathLst>
            </a:custGeom>
            <a:solidFill>
              <a:srgbClr val="5F31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 descr=""/>
            <p:cNvSpPr/>
            <p:nvPr/>
          </p:nvSpPr>
          <p:spPr>
            <a:xfrm>
              <a:off x="15781967" y="4225520"/>
              <a:ext cx="350520" cy="333375"/>
            </a:xfrm>
            <a:custGeom>
              <a:avLst/>
              <a:gdLst/>
              <a:ahLst/>
              <a:cxnLst/>
              <a:rect l="l" t="t" r="r" b="b"/>
              <a:pathLst>
                <a:path w="350519" h="333375">
                  <a:moveTo>
                    <a:pt x="175104" y="0"/>
                  </a:moveTo>
                  <a:lnTo>
                    <a:pt x="128554" y="6578"/>
                  </a:lnTo>
                  <a:lnTo>
                    <a:pt x="86725" y="25145"/>
                  </a:lnTo>
                  <a:lnTo>
                    <a:pt x="51286" y="53943"/>
                  </a:lnTo>
                  <a:lnTo>
                    <a:pt x="23906" y="91217"/>
                  </a:lnTo>
                  <a:lnTo>
                    <a:pt x="6254" y="135212"/>
                  </a:lnTo>
                  <a:lnTo>
                    <a:pt x="0" y="184172"/>
                  </a:lnTo>
                  <a:lnTo>
                    <a:pt x="6254" y="230513"/>
                  </a:lnTo>
                  <a:lnTo>
                    <a:pt x="23906" y="267962"/>
                  </a:lnTo>
                  <a:lnTo>
                    <a:pt x="51286" y="296726"/>
                  </a:lnTo>
                  <a:lnTo>
                    <a:pt x="86725" y="317014"/>
                  </a:lnTo>
                  <a:lnTo>
                    <a:pt x="128554" y="329034"/>
                  </a:lnTo>
                  <a:lnTo>
                    <a:pt x="175104" y="332995"/>
                  </a:lnTo>
                  <a:lnTo>
                    <a:pt x="221654" y="329034"/>
                  </a:lnTo>
                  <a:lnTo>
                    <a:pt x="263481" y="317014"/>
                  </a:lnTo>
                  <a:lnTo>
                    <a:pt x="298917" y="296726"/>
                  </a:lnTo>
                  <a:lnTo>
                    <a:pt x="326294" y="267962"/>
                  </a:lnTo>
                  <a:lnTo>
                    <a:pt x="343944" y="230513"/>
                  </a:lnTo>
                  <a:lnTo>
                    <a:pt x="350198" y="184172"/>
                  </a:lnTo>
                  <a:lnTo>
                    <a:pt x="343944" y="135212"/>
                  </a:lnTo>
                  <a:lnTo>
                    <a:pt x="326294" y="91217"/>
                  </a:lnTo>
                  <a:lnTo>
                    <a:pt x="298917" y="53943"/>
                  </a:lnTo>
                  <a:lnTo>
                    <a:pt x="263481" y="25145"/>
                  </a:lnTo>
                  <a:lnTo>
                    <a:pt x="221654" y="6578"/>
                  </a:lnTo>
                  <a:lnTo>
                    <a:pt x="175104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 descr=""/>
            <p:cNvSpPr/>
            <p:nvPr/>
          </p:nvSpPr>
          <p:spPr>
            <a:xfrm>
              <a:off x="16141875" y="3978802"/>
              <a:ext cx="528955" cy="575310"/>
            </a:xfrm>
            <a:custGeom>
              <a:avLst/>
              <a:gdLst/>
              <a:ahLst/>
              <a:cxnLst/>
              <a:rect l="l" t="t" r="r" b="b"/>
              <a:pathLst>
                <a:path w="528955" h="575310">
                  <a:moveTo>
                    <a:pt x="264159" y="0"/>
                  </a:moveTo>
                  <a:lnTo>
                    <a:pt x="221314" y="4161"/>
                  </a:lnTo>
                  <a:lnTo>
                    <a:pt x="180668" y="16210"/>
                  </a:lnTo>
                  <a:lnTo>
                    <a:pt x="142767" y="35491"/>
                  </a:lnTo>
                  <a:lnTo>
                    <a:pt x="108155" y="61349"/>
                  </a:lnTo>
                  <a:lnTo>
                    <a:pt x="77374" y="93130"/>
                  </a:lnTo>
                  <a:lnTo>
                    <a:pt x="50970" y="130179"/>
                  </a:lnTo>
                  <a:lnTo>
                    <a:pt x="29487" y="171841"/>
                  </a:lnTo>
                  <a:lnTo>
                    <a:pt x="13468" y="217462"/>
                  </a:lnTo>
                  <a:lnTo>
                    <a:pt x="3457" y="266386"/>
                  </a:lnTo>
                  <a:lnTo>
                    <a:pt x="0" y="317958"/>
                  </a:lnTo>
                  <a:lnTo>
                    <a:pt x="4256" y="373017"/>
                  </a:lnTo>
                  <a:lnTo>
                    <a:pt x="16527" y="421199"/>
                  </a:lnTo>
                  <a:lnTo>
                    <a:pt x="36067" y="462611"/>
                  </a:lnTo>
                  <a:lnTo>
                    <a:pt x="62130" y="497360"/>
                  </a:lnTo>
                  <a:lnTo>
                    <a:pt x="93969" y="525552"/>
                  </a:lnTo>
                  <a:lnTo>
                    <a:pt x="130837" y="547294"/>
                  </a:lnTo>
                  <a:lnTo>
                    <a:pt x="171990" y="562692"/>
                  </a:lnTo>
                  <a:lnTo>
                    <a:pt x="216679" y="571853"/>
                  </a:lnTo>
                  <a:lnTo>
                    <a:pt x="264159" y="574883"/>
                  </a:lnTo>
                  <a:lnTo>
                    <a:pt x="311642" y="571853"/>
                  </a:lnTo>
                  <a:lnTo>
                    <a:pt x="356334" y="562692"/>
                  </a:lnTo>
                  <a:lnTo>
                    <a:pt x="397488" y="547294"/>
                  </a:lnTo>
                  <a:lnTo>
                    <a:pt x="434358" y="525552"/>
                  </a:lnTo>
                  <a:lnTo>
                    <a:pt x="466197" y="497360"/>
                  </a:lnTo>
                  <a:lnTo>
                    <a:pt x="492261" y="462611"/>
                  </a:lnTo>
                  <a:lnTo>
                    <a:pt x="511801" y="421199"/>
                  </a:lnTo>
                  <a:lnTo>
                    <a:pt x="524073" y="373017"/>
                  </a:lnTo>
                  <a:lnTo>
                    <a:pt x="528329" y="317958"/>
                  </a:lnTo>
                  <a:lnTo>
                    <a:pt x="524871" y="266386"/>
                  </a:lnTo>
                  <a:lnTo>
                    <a:pt x="514861" y="217462"/>
                  </a:lnTo>
                  <a:lnTo>
                    <a:pt x="498842" y="171841"/>
                  </a:lnTo>
                  <a:lnTo>
                    <a:pt x="477358" y="130179"/>
                  </a:lnTo>
                  <a:lnTo>
                    <a:pt x="450953" y="93130"/>
                  </a:lnTo>
                  <a:lnTo>
                    <a:pt x="420172" y="61349"/>
                  </a:lnTo>
                  <a:lnTo>
                    <a:pt x="385558" y="35491"/>
                  </a:lnTo>
                  <a:lnTo>
                    <a:pt x="347655" y="16210"/>
                  </a:lnTo>
                  <a:lnTo>
                    <a:pt x="307007" y="4161"/>
                  </a:lnTo>
                  <a:lnTo>
                    <a:pt x="264159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 descr=""/>
            <p:cNvSpPr/>
            <p:nvPr/>
          </p:nvSpPr>
          <p:spPr>
            <a:xfrm>
              <a:off x="15920836" y="4266246"/>
              <a:ext cx="256540" cy="349250"/>
            </a:xfrm>
            <a:custGeom>
              <a:avLst/>
              <a:gdLst/>
              <a:ahLst/>
              <a:cxnLst/>
              <a:rect l="l" t="t" r="r" b="b"/>
              <a:pathLst>
                <a:path w="256540" h="349250">
                  <a:moveTo>
                    <a:pt x="128079" y="0"/>
                  </a:moveTo>
                  <a:lnTo>
                    <a:pt x="63438" y="26326"/>
                  </a:lnTo>
                  <a:lnTo>
                    <a:pt x="37515" y="56478"/>
                  </a:lnTo>
                  <a:lnTo>
                    <a:pt x="17487" y="95505"/>
                  </a:lnTo>
                  <a:lnTo>
                    <a:pt x="4575" y="141569"/>
                  </a:lnTo>
                  <a:lnTo>
                    <a:pt x="0" y="192831"/>
                  </a:lnTo>
                  <a:lnTo>
                    <a:pt x="6530" y="249924"/>
                  </a:lnTo>
                  <a:lnTo>
                    <a:pt x="24713" y="293678"/>
                  </a:lnTo>
                  <a:lnTo>
                    <a:pt x="52440" y="324467"/>
                  </a:lnTo>
                  <a:lnTo>
                    <a:pt x="87598" y="342666"/>
                  </a:lnTo>
                  <a:lnTo>
                    <a:pt x="128079" y="348649"/>
                  </a:lnTo>
                  <a:lnTo>
                    <a:pt x="168564" y="342666"/>
                  </a:lnTo>
                  <a:lnTo>
                    <a:pt x="203724" y="324467"/>
                  </a:lnTo>
                  <a:lnTo>
                    <a:pt x="231449" y="293678"/>
                  </a:lnTo>
                  <a:lnTo>
                    <a:pt x="249630" y="249924"/>
                  </a:lnTo>
                  <a:lnTo>
                    <a:pt x="256159" y="192831"/>
                  </a:lnTo>
                  <a:lnTo>
                    <a:pt x="251584" y="141569"/>
                  </a:lnTo>
                  <a:lnTo>
                    <a:pt x="238674" y="95505"/>
                  </a:lnTo>
                  <a:lnTo>
                    <a:pt x="218647" y="56478"/>
                  </a:lnTo>
                  <a:lnTo>
                    <a:pt x="192726" y="26326"/>
                  </a:lnTo>
                  <a:lnTo>
                    <a:pt x="12807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 descr=""/>
            <p:cNvSpPr/>
            <p:nvPr/>
          </p:nvSpPr>
          <p:spPr>
            <a:xfrm>
              <a:off x="15760954" y="4414538"/>
              <a:ext cx="256540" cy="259079"/>
            </a:xfrm>
            <a:custGeom>
              <a:avLst/>
              <a:gdLst/>
              <a:ahLst/>
              <a:cxnLst/>
              <a:rect l="l" t="t" r="r" b="b"/>
              <a:pathLst>
                <a:path w="256540" h="259079">
                  <a:moveTo>
                    <a:pt x="256159" y="142989"/>
                  </a:moveTo>
                  <a:lnTo>
                    <a:pt x="249631" y="97802"/>
                  </a:lnTo>
                  <a:lnTo>
                    <a:pt x="231457" y="58547"/>
                  </a:lnTo>
                  <a:lnTo>
                    <a:pt x="203733" y="27597"/>
                  </a:lnTo>
                  <a:lnTo>
                    <a:pt x="168567" y="7289"/>
                  </a:lnTo>
                  <a:lnTo>
                    <a:pt x="128079" y="0"/>
                  </a:lnTo>
                  <a:lnTo>
                    <a:pt x="87604" y="7289"/>
                  </a:lnTo>
                  <a:lnTo>
                    <a:pt x="52438" y="27597"/>
                  </a:lnTo>
                  <a:lnTo>
                    <a:pt x="24714" y="58547"/>
                  </a:lnTo>
                  <a:lnTo>
                    <a:pt x="6527" y="97802"/>
                  </a:lnTo>
                  <a:lnTo>
                    <a:pt x="0" y="142989"/>
                  </a:lnTo>
                  <a:lnTo>
                    <a:pt x="10071" y="194373"/>
                  </a:lnTo>
                  <a:lnTo>
                    <a:pt x="37515" y="230390"/>
                  </a:lnTo>
                  <a:lnTo>
                    <a:pt x="78232" y="251599"/>
                  </a:lnTo>
                  <a:lnTo>
                    <a:pt x="128079" y="258546"/>
                  </a:lnTo>
                  <a:lnTo>
                    <a:pt x="177939" y="251599"/>
                  </a:lnTo>
                  <a:lnTo>
                    <a:pt x="218655" y="230390"/>
                  </a:lnTo>
                  <a:lnTo>
                    <a:pt x="246100" y="194373"/>
                  </a:lnTo>
                  <a:lnTo>
                    <a:pt x="256159" y="142989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2" name="object 232" descr=""/>
          <p:cNvGrpSpPr/>
          <p:nvPr/>
        </p:nvGrpSpPr>
        <p:grpSpPr>
          <a:xfrm>
            <a:off x="11633334" y="3994210"/>
            <a:ext cx="669925" cy="939800"/>
            <a:chOff x="11633334" y="3994210"/>
            <a:chExt cx="669925" cy="939800"/>
          </a:xfrm>
        </p:grpSpPr>
        <p:pic>
          <p:nvPicPr>
            <p:cNvPr id="233" name="object 233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1806874" y="4539789"/>
              <a:ext cx="161606" cy="192967"/>
            </a:xfrm>
            <a:prstGeom prst="rect">
              <a:avLst/>
            </a:prstGeom>
          </p:spPr>
        </p:pic>
        <p:sp>
          <p:nvSpPr>
            <p:cNvPr id="234" name="object 234" descr=""/>
            <p:cNvSpPr/>
            <p:nvPr/>
          </p:nvSpPr>
          <p:spPr>
            <a:xfrm>
              <a:off x="11966182" y="4489568"/>
              <a:ext cx="189865" cy="266700"/>
            </a:xfrm>
            <a:custGeom>
              <a:avLst/>
              <a:gdLst/>
              <a:ahLst/>
              <a:cxnLst/>
              <a:rect l="l" t="t" r="r" b="b"/>
              <a:pathLst>
                <a:path w="189865" h="266700">
                  <a:moveTo>
                    <a:pt x="170947" y="0"/>
                  </a:moveTo>
                  <a:lnTo>
                    <a:pt x="164591" y="3738"/>
                  </a:lnTo>
                  <a:lnTo>
                    <a:pt x="153955" y="52502"/>
                  </a:lnTo>
                  <a:lnTo>
                    <a:pt x="139593" y="97915"/>
                  </a:lnTo>
                  <a:lnTo>
                    <a:pt x="116666" y="141872"/>
                  </a:lnTo>
                  <a:lnTo>
                    <a:pt x="82583" y="175282"/>
                  </a:lnTo>
                  <a:lnTo>
                    <a:pt x="43678" y="203636"/>
                  </a:lnTo>
                  <a:lnTo>
                    <a:pt x="19176" y="228237"/>
                  </a:lnTo>
                  <a:lnTo>
                    <a:pt x="6302" y="245847"/>
                  </a:lnTo>
                  <a:lnTo>
                    <a:pt x="2282" y="253227"/>
                  </a:lnTo>
                  <a:lnTo>
                    <a:pt x="0" y="258442"/>
                  </a:lnTo>
                  <a:lnTo>
                    <a:pt x="3455" y="264138"/>
                  </a:lnTo>
                  <a:lnTo>
                    <a:pt x="11339" y="266347"/>
                  </a:lnTo>
                  <a:lnTo>
                    <a:pt x="14104" y="266525"/>
                  </a:lnTo>
                  <a:lnTo>
                    <a:pt x="19287" y="266525"/>
                  </a:lnTo>
                  <a:lnTo>
                    <a:pt x="24124" y="263939"/>
                  </a:lnTo>
                  <a:lnTo>
                    <a:pt x="25925" y="259814"/>
                  </a:lnTo>
                  <a:lnTo>
                    <a:pt x="29234" y="253898"/>
                  </a:lnTo>
                  <a:lnTo>
                    <a:pt x="40641" y="238555"/>
                  </a:lnTo>
                  <a:lnTo>
                    <a:pt x="62694" y="216658"/>
                  </a:lnTo>
                  <a:lnTo>
                    <a:pt x="97944" y="191083"/>
                  </a:lnTo>
                  <a:lnTo>
                    <a:pt x="136699" y="154023"/>
                  </a:lnTo>
                  <a:lnTo>
                    <a:pt x="162360" y="106553"/>
                  </a:lnTo>
                  <a:lnTo>
                    <a:pt x="178092" y="58055"/>
                  </a:lnTo>
                  <a:lnTo>
                    <a:pt x="187062" y="17915"/>
                  </a:lnTo>
                  <a:lnTo>
                    <a:pt x="189303" y="6963"/>
                  </a:lnTo>
                  <a:lnTo>
                    <a:pt x="184664" y="1811"/>
                  </a:lnTo>
                  <a:lnTo>
                    <a:pt x="170947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5" name="object 235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1723192" y="4529120"/>
              <a:ext cx="376267" cy="404468"/>
            </a:xfrm>
            <a:prstGeom prst="rect">
              <a:avLst/>
            </a:prstGeom>
          </p:spPr>
        </p:pic>
        <p:sp>
          <p:nvSpPr>
            <p:cNvPr id="236" name="object 236" descr=""/>
            <p:cNvSpPr/>
            <p:nvPr/>
          </p:nvSpPr>
          <p:spPr>
            <a:xfrm>
              <a:off x="11633334" y="4116905"/>
              <a:ext cx="669925" cy="562610"/>
            </a:xfrm>
            <a:custGeom>
              <a:avLst/>
              <a:gdLst/>
              <a:ahLst/>
              <a:cxnLst/>
              <a:rect l="l" t="t" r="r" b="b"/>
              <a:pathLst>
                <a:path w="669925" h="562610">
                  <a:moveTo>
                    <a:pt x="334926" y="0"/>
                  </a:moveTo>
                  <a:lnTo>
                    <a:pt x="280826" y="18968"/>
                  </a:lnTo>
                  <a:lnTo>
                    <a:pt x="256395" y="67149"/>
                  </a:lnTo>
                  <a:lnTo>
                    <a:pt x="256175" y="71558"/>
                  </a:lnTo>
                  <a:lnTo>
                    <a:pt x="256458" y="75861"/>
                  </a:lnTo>
                  <a:lnTo>
                    <a:pt x="257107" y="80060"/>
                  </a:lnTo>
                  <a:lnTo>
                    <a:pt x="240878" y="72747"/>
                  </a:lnTo>
                  <a:lnTo>
                    <a:pt x="223765" y="68308"/>
                  </a:lnTo>
                  <a:lnTo>
                    <a:pt x="206389" y="67027"/>
                  </a:lnTo>
                  <a:lnTo>
                    <a:pt x="189371" y="69191"/>
                  </a:lnTo>
                  <a:lnTo>
                    <a:pt x="166355" y="79535"/>
                  </a:lnTo>
                  <a:lnTo>
                    <a:pt x="151397" y="96400"/>
                  </a:lnTo>
                  <a:lnTo>
                    <a:pt x="145366" y="117780"/>
                  </a:lnTo>
                  <a:lnTo>
                    <a:pt x="149131" y="141671"/>
                  </a:lnTo>
                  <a:lnTo>
                    <a:pt x="121656" y="150077"/>
                  </a:lnTo>
                  <a:lnTo>
                    <a:pt x="101529" y="167069"/>
                  </a:lnTo>
                  <a:lnTo>
                    <a:pt x="90620" y="190252"/>
                  </a:lnTo>
                  <a:lnTo>
                    <a:pt x="90798" y="217228"/>
                  </a:lnTo>
                  <a:lnTo>
                    <a:pt x="92473" y="224621"/>
                  </a:lnTo>
                  <a:lnTo>
                    <a:pt x="95405" y="231595"/>
                  </a:lnTo>
                  <a:lnTo>
                    <a:pt x="99290" y="238013"/>
                  </a:lnTo>
                  <a:lnTo>
                    <a:pt x="92736" y="238871"/>
                  </a:lnTo>
                  <a:lnTo>
                    <a:pt x="51309" y="266642"/>
                  </a:lnTo>
                  <a:lnTo>
                    <a:pt x="48001" y="281408"/>
                  </a:lnTo>
                  <a:lnTo>
                    <a:pt x="50275" y="297467"/>
                  </a:lnTo>
                  <a:lnTo>
                    <a:pt x="39838" y="301496"/>
                  </a:lnTo>
                  <a:lnTo>
                    <a:pt x="709" y="340461"/>
                  </a:lnTo>
                  <a:lnTo>
                    <a:pt x="0" y="365217"/>
                  </a:lnTo>
                  <a:lnTo>
                    <a:pt x="11384" y="390859"/>
                  </a:lnTo>
                  <a:lnTo>
                    <a:pt x="33951" y="415736"/>
                  </a:lnTo>
                  <a:lnTo>
                    <a:pt x="23657" y="431886"/>
                  </a:lnTo>
                  <a:lnTo>
                    <a:pt x="20028" y="447876"/>
                  </a:lnTo>
                  <a:lnTo>
                    <a:pt x="23423" y="462719"/>
                  </a:lnTo>
                  <a:lnTo>
                    <a:pt x="34203" y="475430"/>
                  </a:lnTo>
                  <a:lnTo>
                    <a:pt x="48963" y="483542"/>
                  </a:lnTo>
                  <a:lnTo>
                    <a:pt x="67084" y="488156"/>
                  </a:lnTo>
                  <a:lnTo>
                    <a:pt x="87565" y="489329"/>
                  </a:lnTo>
                  <a:lnTo>
                    <a:pt x="109405" y="487116"/>
                  </a:lnTo>
                  <a:lnTo>
                    <a:pt x="122616" y="501679"/>
                  </a:lnTo>
                  <a:lnTo>
                    <a:pt x="139336" y="513254"/>
                  </a:lnTo>
                  <a:lnTo>
                    <a:pt x="159071" y="521283"/>
                  </a:lnTo>
                  <a:lnTo>
                    <a:pt x="181329" y="525209"/>
                  </a:lnTo>
                  <a:lnTo>
                    <a:pt x="196874" y="525273"/>
                  </a:lnTo>
                  <a:lnTo>
                    <a:pt x="211996" y="523289"/>
                  </a:lnTo>
                  <a:lnTo>
                    <a:pt x="226493" y="519406"/>
                  </a:lnTo>
                  <a:lnTo>
                    <a:pt x="240165" y="513774"/>
                  </a:lnTo>
                  <a:lnTo>
                    <a:pt x="255978" y="532270"/>
                  </a:lnTo>
                  <a:lnTo>
                    <a:pt x="276352" y="547016"/>
                  </a:lnTo>
                  <a:lnTo>
                    <a:pt x="300645" y="557255"/>
                  </a:lnTo>
                  <a:lnTo>
                    <a:pt x="328215" y="562234"/>
                  </a:lnTo>
                  <a:lnTo>
                    <a:pt x="370985" y="558611"/>
                  </a:lnTo>
                  <a:lnTo>
                    <a:pt x="409195" y="542842"/>
                  </a:lnTo>
                  <a:lnTo>
                    <a:pt x="439770" y="517138"/>
                  </a:lnTo>
                  <a:lnTo>
                    <a:pt x="459635" y="483713"/>
                  </a:lnTo>
                  <a:lnTo>
                    <a:pt x="492130" y="493942"/>
                  </a:lnTo>
                  <a:lnTo>
                    <a:pt x="524699" y="498192"/>
                  </a:lnTo>
                  <a:lnTo>
                    <a:pt x="555523" y="496080"/>
                  </a:lnTo>
                  <a:lnTo>
                    <a:pt x="582783" y="487220"/>
                  </a:lnTo>
                  <a:lnTo>
                    <a:pt x="607485" y="467450"/>
                  </a:lnTo>
                  <a:lnTo>
                    <a:pt x="618253" y="441359"/>
                  </a:lnTo>
                  <a:lnTo>
                    <a:pt x="615121" y="411587"/>
                  </a:lnTo>
                  <a:lnTo>
                    <a:pt x="598123" y="380773"/>
                  </a:lnTo>
                  <a:lnTo>
                    <a:pt x="605117" y="377182"/>
                  </a:lnTo>
                  <a:lnTo>
                    <a:pt x="608520" y="375234"/>
                  </a:lnTo>
                  <a:lnTo>
                    <a:pt x="647111" y="345465"/>
                  </a:lnTo>
                  <a:lnTo>
                    <a:pt x="667943" y="312808"/>
                  </a:lnTo>
                  <a:lnTo>
                    <a:pt x="669651" y="281151"/>
                  </a:lnTo>
                  <a:lnTo>
                    <a:pt x="650875" y="254379"/>
                  </a:lnTo>
                  <a:lnTo>
                    <a:pt x="641525" y="248189"/>
                  </a:lnTo>
                  <a:lnTo>
                    <a:pt x="630910" y="243141"/>
                  </a:lnTo>
                  <a:lnTo>
                    <a:pt x="619190" y="239213"/>
                  </a:lnTo>
                  <a:lnTo>
                    <a:pt x="606531" y="236380"/>
                  </a:lnTo>
                  <a:lnTo>
                    <a:pt x="621631" y="218438"/>
                  </a:lnTo>
                  <a:lnTo>
                    <a:pt x="628339" y="200182"/>
                  </a:lnTo>
                  <a:lnTo>
                    <a:pt x="626153" y="183041"/>
                  </a:lnTo>
                  <a:lnTo>
                    <a:pt x="614572" y="168445"/>
                  </a:lnTo>
                  <a:lnTo>
                    <a:pt x="595493" y="158791"/>
                  </a:lnTo>
                  <a:lnTo>
                    <a:pt x="571478" y="154674"/>
                  </a:lnTo>
                  <a:lnTo>
                    <a:pt x="544517" y="155951"/>
                  </a:lnTo>
                  <a:lnTo>
                    <a:pt x="516596" y="162476"/>
                  </a:lnTo>
                  <a:lnTo>
                    <a:pt x="518793" y="138125"/>
                  </a:lnTo>
                  <a:lnTo>
                    <a:pt x="512788" y="115877"/>
                  </a:lnTo>
                  <a:lnTo>
                    <a:pt x="498673" y="96929"/>
                  </a:lnTo>
                  <a:lnTo>
                    <a:pt x="476545" y="82479"/>
                  </a:lnTo>
                  <a:lnTo>
                    <a:pt x="480042" y="79358"/>
                  </a:lnTo>
                  <a:lnTo>
                    <a:pt x="481571" y="77610"/>
                  </a:lnTo>
                  <a:lnTo>
                    <a:pt x="490785" y="62369"/>
                  </a:lnTo>
                  <a:lnTo>
                    <a:pt x="492409" y="47595"/>
                  </a:lnTo>
                  <a:lnTo>
                    <a:pt x="486690" y="34949"/>
                  </a:lnTo>
                  <a:lnTo>
                    <a:pt x="473875" y="26093"/>
                  </a:lnTo>
                  <a:lnTo>
                    <a:pt x="456113" y="22897"/>
                  </a:lnTo>
                  <a:lnTo>
                    <a:pt x="436868" y="25685"/>
                  </a:lnTo>
                  <a:lnTo>
                    <a:pt x="418413" y="33797"/>
                  </a:lnTo>
                  <a:lnTo>
                    <a:pt x="403019" y="46574"/>
                  </a:lnTo>
                  <a:lnTo>
                    <a:pt x="393012" y="28228"/>
                  </a:lnTo>
                  <a:lnTo>
                    <a:pt x="377611" y="13631"/>
                  </a:lnTo>
                  <a:lnTo>
                    <a:pt x="357890" y="3862"/>
                  </a:lnTo>
                  <a:lnTo>
                    <a:pt x="334926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 descr=""/>
            <p:cNvSpPr/>
            <p:nvPr/>
          </p:nvSpPr>
          <p:spPr>
            <a:xfrm>
              <a:off x="11640302" y="4283297"/>
              <a:ext cx="662940" cy="396240"/>
            </a:xfrm>
            <a:custGeom>
              <a:avLst/>
              <a:gdLst/>
              <a:ahLst/>
              <a:cxnLst/>
              <a:rect l="l" t="t" r="r" b="b"/>
              <a:pathLst>
                <a:path w="662940" h="396239">
                  <a:moveTo>
                    <a:pt x="604348" y="0"/>
                  </a:moveTo>
                  <a:lnTo>
                    <a:pt x="611028" y="25377"/>
                  </a:lnTo>
                  <a:lnTo>
                    <a:pt x="603382" y="53010"/>
                  </a:lnTo>
                  <a:lnTo>
                    <a:pt x="582216" y="80518"/>
                  </a:lnTo>
                  <a:lnTo>
                    <a:pt x="548339" y="105525"/>
                  </a:lnTo>
                  <a:lnTo>
                    <a:pt x="540484" y="111527"/>
                  </a:lnTo>
                  <a:lnTo>
                    <a:pt x="535733" y="118920"/>
                  </a:lnTo>
                  <a:lnTo>
                    <a:pt x="534487" y="127056"/>
                  </a:lnTo>
                  <a:lnTo>
                    <a:pt x="537145" y="135283"/>
                  </a:lnTo>
                  <a:lnTo>
                    <a:pt x="548121" y="159783"/>
                  </a:lnTo>
                  <a:lnTo>
                    <a:pt x="550438" y="182394"/>
                  </a:lnTo>
                  <a:lnTo>
                    <a:pt x="522612" y="217522"/>
                  </a:lnTo>
                  <a:lnTo>
                    <a:pt x="465591" y="228525"/>
                  </a:lnTo>
                  <a:lnTo>
                    <a:pt x="444352" y="226569"/>
                  </a:lnTo>
                  <a:lnTo>
                    <a:pt x="425325" y="226062"/>
                  </a:lnTo>
                  <a:lnTo>
                    <a:pt x="407288" y="230047"/>
                  </a:lnTo>
                  <a:lnTo>
                    <a:pt x="391211" y="237948"/>
                  </a:lnTo>
                  <a:lnTo>
                    <a:pt x="378061" y="249186"/>
                  </a:lnTo>
                  <a:lnTo>
                    <a:pt x="356037" y="268590"/>
                  </a:lnTo>
                  <a:lnTo>
                    <a:pt x="329543" y="282868"/>
                  </a:lnTo>
                  <a:lnTo>
                    <a:pt x="299804" y="291142"/>
                  </a:lnTo>
                  <a:lnTo>
                    <a:pt x="268044" y="292535"/>
                  </a:lnTo>
                  <a:lnTo>
                    <a:pt x="245931" y="289042"/>
                  </a:lnTo>
                  <a:lnTo>
                    <a:pt x="225796" y="282144"/>
                  </a:lnTo>
                  <a:lnTo>
                    <a:pt x="207958" y="272217"/>
                  </a:lnTo>
                  <a:lnTo>
                    <a:pt x="192737" y="259636"/>
                  </a:lnTo>
                  <a:lnTo>
                    <a:pt x="185798" y="254575"/>
                  </a:lnTo>
                  <a:lnTo>
                    <a:pt x="177467" y="251526"/>
                  </a:lnTo>
                  <a:lnTo>
                    <a:pt x="168352" y="250598"/>
                  </a:lnTo>
                  <a:lnTo>
                    <a:pt x="159063" y="251898"/>
                  </a:lnTo>
                  <a:lnTo>
                    <a:pt x="149884" y="253955"/>
                  </a:lnTo>
                  <a:lnTo>
                    <a:pt x="140474" y="255267"/>
                  </a:lnTo>
                  <a:lnTo>
                    <a:pt x="130880" y="255797"/>
                  </a:lnTo>
                  <a:lnTo>
                    <a:pt x="121148" y="255510"/>
                  </a:lnTo>
                  <a:lnTo>
                    <a:pt x="101947" y="252414"/>
                  </a:lnTo>
                  <a:lnTo>
                    <a:pt x="84543" y="246249"/>
                  </a:lnTo>
                  <a:lnTo>
                    <a:pt x="69245" y="237366"/>
                  </a:lnTo>
                  <a:lnTo>
                    <a:pt x="56364" y="226118"/>
                  </a:lnTo>
                  <a:lnTo>
                    <a:pt x="51621" y="221082"/>
                  </a:lnTo>
                  <a:lnTo>
                    <a:pt x="43925" y="218464"/>
                  </a:lnTo>
                  <a:lnTo>
                    <a:pt x="36082" y="219124"/>
                  </a:lnTo>
                  <a:lnTo>
                    <a:pt x="26566" y="219609"/>
                  </a:lnTo>
                  <a:lnTo>
                    <a:pt x="17326" y="219430"/>
                  </a:lnTo>
                  <a:lnTo>
                    <a:pt x="8444" y="218588"/>
                  </a:lnTo>
                  <a:lnTo>
                    <a:pt x="0" y="217082"/>
                  </a:lnTo>
                  <a:lnTo>
                    <a:pt x="5043" y="225328"/>
                  </a:lnTo>
                  <a:lnTo>
                    <a:pt x="11237" y="233491"/>
                  </a:lnTo>
                  <a:lnTo>
                    <a:pt x="18558" y="241515"/>
                  </a:lnTo>
                  <a:lnTo>
                    <a:pt x="26983" y="249343"/>
                  </a:lnTo>
                  <a:lnTo>
                    <a:pt x="16688" y="265493"/>
                  </a:lnTo>
                  <a:lnTo>
                    <a:pt x="13059" y="281483"/>
                  </a:lnTo>
                  <a:lnTo>
                    <a:pt x="16455" y="296326"/>
                  </a:lnTo>
                  <a:lnTo>
                    <a:pt x="27234" y="309037"/>
                  </a:lnTo>
                  <a:lnTo>
                    <a:pt x="41994" y="317149"/>
                  </a:lnTo>
                  <a:lnTo>
                    <a:pt x="60115" y="321763"/>
                  </a:lnTo>
                  <a:lnTo>
                    <a:pt x="80597" y="322936"/>
                  </a:lnTo>
                  <a:lnTo>
                    <a:pt x="102436" y="320723"/>
                  </a:lnTo>
                  <a:lnTo>
                    <a:pt x="115647" y="335286"/>
                  </a:lnTo>
                  <a:lnTo>
                    <a:pt x="132367" y="346861"/>
                  </a:lnTo>
                  <a:lnTo>
                    <a:pt x="152103" y="354890"/>
                  </a:lnTo>
                  <a:lnTo>
                    <a:pt x="174361" y="358816"/>
                  </a:lnTo>
                  <a:lnTo>
                    <a:pt x="189906" y="358880"/>
                  </a:lnTo>
                  <a:lnTo>
                    <a:pt x="205027" y="356896"/>
                  </a:lnTo>
                  <a:lnTo>
                    <a:pt x="219524" y="353013"/>
                  </a:lnTo>
                  <a:lnTo>
                    <a:pt x="233197" y="347382"/>
                  </a:lnTo>
                  <a:lnTo>
                    <a:pt x="249010" y="365878"/>
                  </a:lnTo>
                  <a:lnTo>
                    <a:pt x="269384" y="380623"/>
                  </a:lnTo>
                  <a:lnTo>
                    <a:pt x="293677" y="390862"/>
                  </a:lnTo>
                  <a:lnTo>
                    <a:pt x="321246" y="395841"/>
                  </a:lnTo>
                  <a:lnTo>
                    <a:pt x="364016" y="392218"/>
                  </a:lnTo>
                  <a:lnTo>
                    <a:pt x="402227" y="376449"/>
                  </a:lnTo>
                  <a:lnTo>
                    <a:pt x="432802" y="350745"/>
                  </a:lnTo>
                  <a:lnTo>
                    <a:pt x="452666" y="317320"/>
                  </a:lnTo>
                  <a:lnTo>
                    <a:pt x="485162" y="327549"/>
                  </a:lnTo>
                  <a:lnTo>
                    <a:pt x="517731" y="331800"/>
                  </a:lnTo>
                  <a:lnTo>
                    <a:pt x="548555" y="329687"/>
                  </a:lnTo>
                  <a:lnTo>
                    <a:pt x="575814" y="320827"/>
                  </a:lnTo>
                  <a:lnTo>
                    <a:pt x="600516" y="301057"/>
                  </a:lnTo>
                  <a:lnTo>
                    <a:pt x="611285" y="274966"/>
                  </a:lnTo>
                  <a:lnTo>
                    <a:pt x="608153" y="245194"/>
                  </a:lnTo>
                  <a:lnTo>
                    <a:pt x="591154" y="214380"/>
                  </a:lnTo>
                  <a:lnTo>
                    <a:pt x="598149" y="210789"/>
                  </a:lnTo>
                  <a:lnTo>
                    <a:pt x="601552" y="208841"/>
                  </a:lnTo>
                  <a:lnTo>
                    <a:pt x="640143" y="179072"/>
                  </a:lnTo>
                  <a:lnTo>
                    <a:pt x="660974" y="146415"/>
                  </a:lnTo>
                  <a:lnTo>
                    <a:pt x="662683" y="114758"/>
                  </a:lnTo>
                  <a:lnTo>
                    <a:pt x="643907" y="87986"/>
                  </a:lnTo>
                  <a:lnTo>
                    <a:pt x="634557" y="81796"/>
                  </a:lnTo>
                  <a:lnTo>
                    <a:pt x="623941" y="76748"/>
                  </a:lnTo>
                  <a:lnTo>
                    <a:pt x="612222" y="72820"/>
                  </a:lnTo>
                  <a:lnTo>
                    <a:pt x="599562" y="69987"/>
                  </a:lnTo>
                  <a:lnTo>
                    <a:pt x="614663" y="52045"/>
                  </a:lnTo>
                  <a:lnTo>
                    <a:pt x="621371" y="33789"/>
                  </a:lnTo>
                  <a:lnTo>
                    <a:pt x="619185" y="16648"/>
                  </a:lnTo>
                  <a:lnTo>
                    <a:pt x="607604" y="2052"/>
                  </a:lnTo>
                  <a:lnTo>
                    <a:pt x="606620" y="1277"/>
                  </a:lnTo>
                  <a:lnTo>
                    <a:pt x="604348" y="0"/>
                  </a:lnTo>
                  <a:close/>
                </a:path>
              </a:pathLst>
            </a:custGeom>
            <a:solidFill>
              <a:srgbClr val="AFC6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 descr=""/>
            <p:cNvSpPr/>
            <p:nvPr/>
          </p:nvSpPr>
          <p:spPr>
            <a:xfrm>
              <a:off x="11649367" y="3994219"/>
              <a:ext cx="563880" cy="453390"/>
            </a:xfrm>
            <a:custGeom>
              <a:avLst/>
              <a:gdLst/>
              <a:ahLst/>
              <a:cxnLst/>
              <a:rect l="l" t="t" r="r" b="b"/>
              <a:pathLst>
                <a:path w="563879" h="453389">
                  <a:moveTo>
                    <a:pt x="563880" y="282181"/>
                  </a:moveTo>
                  <a:lnTo>
                    <a:pt x="554304" y="255714"/>
                  </a:lnTo>
                  <a:lnTo>
                    <a:pt x="537095" y="235140"/>
                  </a:lnTo>
                  <a:lnTo>
                    <a:pt x="514667" y="222465"/>
                  </a:lnTo>
                  <a:lnTo>
                    <a:pt x="489419" y="219697"/>
                  </a:lnTo>
                  <a:lnTo>
                    <a:pt x="488022" y="220192"/>
                  </a:lnTo>
                  <a:lnTo>
                    <a:pt x="494245" y="204889"/>
                  </a:lnTo>
                  <a:lnTo>
                    <a:pt x="484873" y="150863"/>
                  </a:lnTo>
                  <a:lnTo>
                    <a:pt x="445249" y="117614"/>
                  </a:lnTo>
                  <a:lnTo>
                    <a:pt x="425488" y="115455"/>
                  </a:lnTo>
                  <a:lnTo>
                    <a:pt x="435787" y="105168"/>
                  </a:lnTo>
                  <a:lnTo>
                    <a:pt x="448195" y="79463"/>
                  </a:lnTo>
                  <a:lnTo>
                    <a:pt x="450926" y="51993"/>
                  </a:lnTo>
                  <a:lnTo>
                    <a:pt x="443928" y="27889"/>
                  </a:lnTo>
                  <a:lnTo>
                    <a:pt x="428548" y="9715"/>
                  </a:lnTo>
                  <a:lnTo>
                    <a:pt x="406146" y="0"/>
                  </a:lnTo>
                  <a:lnTo>
                    <a:pt x="380695" y="1028"/>
                  </a:lnTo>
                  <a:lnTo>
                    <a:pt x="356997" y="12115"/>
                  </a:lnTo>
                  <a:lnTo>
                    <a:pt x="337642" y="31432"/>
                  </a:lnTo>
                  <a:lnTo>
                    <a:pt x="330466" y="46316"/>
                  </a:lnTo>
                  <a:lnTo>
                    <a:pt x="330047" y="45808"/>
                  </a:lnTo>
                  <a:lnTo>
                    <a:pt x="307619" y="33134"/>
                  </a:lnTo>
                  <a:lnTo>
                    <a:pt x="282359" y="30365"/>
                  </a:lnTo>
                  <a:lnTo>
                    <a:pt x="259003" y="38506"/>
                  </a:lnTo>
                  <a:lnTo>
                    <a:pt x="241744" y="55575"/>
                  </a:lnTo>
                  <a:lnTo>
                    <a:pt x="232181" y="79108"/>
                  </a:lnTo>
                  <a:lnTo>
                    <a:pt x="231990" y="101346"/>
                  </a:lnTo>
                  <a:lnTo>
                    <a:pt x="214236" y="104419"/>
                  </a:lnTo>
                  <a:lnTo>
                    <a:pt x="188328" y="117983"/>
                  </a:lnTo>
                  <a:lnTo>
                    <a:pt x="166547" y="139344"/>
                  </a:lnTo>
                  <a:lnTo>
                    <a:pt x="153263" y="164769"/>
                  </a:lnTo>
                  <a:lnTo>
                    <a:pt x="150736" y="187579"/>
                  </a:lnTo>
                  <a:lnTo>
                    <a:pt x="144462" y="184594"/>
                  </a:lnTo>
                  <a:lnTo>
                    <a:pt x="118325" y="184581"/>
                  </a:lnTo>
                  <a:lnTo>
                    <a:pt x="98361" y="198043"/>
                  </a:lnTo>
                  <a:lnTo>
                    <a:pt x="91376" y="214083"/>
                  </a:lnTo>
                  <a:lnTo>
                    <a:pt x="82423" y="209829"/>
                  </a:lnTo>
                  <a:lnTo>
                    <a:pt x="56286" y="209804"/>
                  </a:lnTo>
                  <a:lnTo>
                    <a:pt x="36334" y="223266"/>
                  </a:lnTo>
                  <a:lnTo>
                    <a:pt x="25920" y="247167"/>
                  </a:lnTo>
                  <a:lnTo>
                    <a:pt x="25717" y="278155"/>
                  </a:lnTo>
                  <a:lnTo>
                    <a:pt x="36347" y="312940"/>
                  </a:lnTo>
                  <a:lnTo>
                    <a:pt x="39776" y="318465"/>
                  </a:lnTo>
                  <a:lnTo>
                    <a:pt x="38506" y="318744"/>
                  </a:lnTo>
                  <a:lnTo>
                    <a:pt x="18465" y="333756"/>
                  </a:lnTo>
                  <a:lnTo>
                    <a:pt x="4953" y="356019"/>
                  </a:lnTo>
                  <a:lnTo>
                    <a:pt x="0" y="383286"/>
                  </a:lnTo>
                  <a:lnTo>
                    <a:pt x="4953" y="410552"/>
                  </a:lnTo>
                  <a:lnTo>
                    <a:pt x="18465" y="432816"/>
                  </a:lnTo>
                  <a:lnTo>
                    <a:pt x="38506" y="447827"/>
                  </a:lnTo>
                  <a:lnTo>
                    <a:pt x="63042" y="453339"/>
                  </a:lnTo>
                  <a:lnTo>
                    <a:pt x="87579" y="447827"/>
                  </a:lnTo>
                  <a:lnTo>
                    <a:pt x="107619" y="432816"/>
                  </a:lnTo>
                  <a:lnTo>
                    <a:pt x="121119" y="410552"/>
                  </a:lnTo>
                  <a:lnTo>
                    <a:pt x="126072" y="383286"/>
                  </a:lnTo>
                  <a:lnTo>
                    <a:pt x="125742" y="381533"/>
                  </a:lnTo>
                  <a:lnTo>
                    <a:pt x="134823" y="381533"/>
                  </a:lnTo>
                  <a:lnTo>
                    <a:pt x="154787" y="368058"/>
                  </a:lnTo>
                  <a:lnTo>
                    <a:pt x="161759" y="352044"/>
                  </a:lnTo>
                  <a:lnTo>
                    <a:pt x="170726" y="356285"/>
                  </a:lnTo>
                  <a:lnTo>
                    <a:pt x="196862" y="356311"/>
                  </a:lnTo>
                  <a:lnTo>
                    <a:pt x="216827" y="342836"/>
                  </a:lnTo>
                  <a:lnTo>
                    <a:pt x="227228" y="318947"/>
                  </a:lnTo>
                  <a:lnTo>
                    <a:pt x="227431" y="287947"/>
                  </a:lnTo>
                  <a:lnTo>
                    <a:pt x="216801" y="253174"/>
                  </a:lnTo>
                  <a:lnTo>
                    <a:pt x="202526" y="230238"/>
                  </a:lnTo>
                  <a:lnTo>
                    <a:pt x="227012" y="225983"/>
                  </a:lnTo>
                  <a:lnTo>
                    <a:pt x="252920" y="212432"/>
                  </a:lnTo>
                  <a:lnTo>
                    <a:pt x="274713" y="191071"/>
                  </a:lnTo>
                  <a:lnTo>
                    <a:pt x="287248" y="167055"/>
                  </a:lnTo>
                  <a:lnTo>
                    <a:pt x="306006" y="169100"/>
                  </a:lnTo>
                  <a:lnTo>
                    <a:pt x="332778" y="218363"/>
                  </a:lnTo>
                  <a:lnTo>
                    <a:pt x="380453" y="233807"/>
                  </a:lnTo>
                  <a:lnTo>
                    <a:pt x="389940" y="230505"/>
                  </a:lnTo>
                  <a:lnTo>
                    <a:pt x="396379" y="238188"/>
                  </a:lnTo>
                  <a:lnTo>
                    <a:pt x="418807" y="250850"/>
                  </a:lnTo>
                  <a:lnTo>
                    <a:pt x="444055" y="253619"/>
                  </a:lnTo>
                  <a:lnTo>
                    <a:pt x="445439" y="253136"/>
                  </a:lnTo>
                  <a:lnTo>
                    <a:pt x="439229" y="268439"/>
                  </a:lnTo>
                  <a:lnTo>
                    <a:pt x="448589" y="322453"/>
                  </a:lnTo>
                  <a:lnTo>
                    <a:pt x="488226" y="355701"/>
                  </a:lnTo>
                  <a:lnTo>
                    <a:pt x="513473" y="358470"/>
                  </a:lnTo>
                  <a:lnTo>
                    <a:pt x="536829" y="350329"/>
                  </a:lnTo>
                  <a:lnTo>
                    <a:pt x="554101" y="333260"/>
                  </a:lnTo>
                  <a:lnTo>
                    <a:pt x="563651" y="309727"/>
                  </a:lnTo>
                  <a:lnTo>
                    <a:pt x="563880" y="282181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9" name="object 239" descr=""/>
          <p:cNvGrpSpPr/>
          <p:nvPr/>
        </p:nvGrpSpPr>
        <p:grpSpPr>
          <a:xfrm>
            <a:off x="14592456" y="4045289"/>
            <a:ext cx="725170" cy="879475"/>
            <a:chOff x="14592456" y="4045289"/>
            <a:chExt cx="725170" cy="879475"/>
          </a:xfrm>
        </p:grpSpPr>
        <p:pic>
          <p:nvPicPr>
            <p:cNvPr id="240" name="object 240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4731783" y="4509004"/>
              <a:ext cx="404678" cy="415659"/>
            </a:xfrm>
            <a:prstGeom prst="rect">
              <a:avLst/>
            </a:prstGeom>
          </p:spPr>
        </p:pic>
        <p:sp>
          <p:nvSpPr>
            <p:cNvPr id="241" name="object 241" descr=""/>
            <p:cNvSpPr/>
            <p:nvPr/>
          </p:nvSpPr>
          <p:spPr>
            <a:xfrm>
              <a:off x="14592456" y="4233884"/>
              <a:ext cx="725170" cy="526415"/>
            </a:xfrm>
            <a:custGeom>
              <a:avLst/>
              <a:gdLst/>
              <a:ahLst/>
              <a:cxnLst/>
              <a:rect l="l" t="t" r="r" b="b"/>
              <a:pathLst>
                <a:path w="725169" h="526414">
                  <a:moveTo>
                    <a:pt x="362672" y="0"/>
                  </a:moveTo>
                  <a:lnTo>
                    <a:pt x="304091" y="17756"/>
                  </a:lnTo>
                  <a:lnTo>
                    <a:pt x="277638" y="62856"/>
                  </a:lnTo>
                  <a:lnTo>
                    <a:pt x="277397" y="66982"/>
                  </a:lnTo>
                  <a:lnTo>
                    <a:pt x="277700" y="71013"/>
                  </a:lnTo>
                  <a:lnTo>
                    <a:pt x="278412" y="74940"/>
                  </a:lnTo>
                  <a:lnTo>
                    <a:pt x="260831" y="68097"/>
                  </a:lnTo>
                  <a:lnTo>
                    <a:pt x="242298" y="63943"/>
                  </a:lnTo>
                  <a:lnTo>
                    <a:pt x="223484" y="62745"/>
                  </a:lnTo>
                  <a:lnTo>
                    <a:pt x="205053" y="64772"/>
                  </a:lnTo>
                  <a:lnTo>
                    <a:pt x="180133" y="74451"/>
                  </a:lnTo>
                  <a:lnTo>
                    <a:pt x="163938" y="90236"/>
                  </a:lnTo>
                  <a:lnTo>
                    <a:pt x="157409" y="110253"/>
                  </a:lnTo>
                  <a:lnTo>
                    <a:pt x="161484" y="132624"/>
                  </a:lnTo>
                  <a:lnTo>
                    <a:pt x="131734" y="140492"/>
                  </a:lnTo>
                  <a:lnTo>
                    <a:pt x="109941" y="156397"/>
                  </a:lnTo>
                  <a:lnTo>
                    <a:pt x="98130" y="178095"/>
                  </a:lnTo>
                  <a:lnTo>
                    <a:pt x="98324" y="203344"/>
                  </a:lnTo>
                  <a:lnTo>
                    <a:pt x="100135" y="210276"/>
                  </a:lnTo>
                  <a:lnTo>
                    <a:pt x="103308" y="216799"/>
                  </a:lnTo>
                  <a:lnTo>
                    <a:pt x="107517" y="222809"/>
                  </a:lnTo>
                  <a:lnTo>
                    <a:pt x="100420" y="223614"/>
                  </a:lnTo>
                  <a:lnTo>
                    <a:pt x="55558" y="249610"/>
                  </a:lnTo>
                  <a:lnTo>
                    <a:pt x="51975" y="263431"/>
                  </a:lnTo>
                  <a:lnTo>
                    <a:pt x="54440" y="278462"/>
                  </a:lnTo>
                  <a:lnTo>
                    <a:pt x="43136" y="282238"/>
                  </a:lnTo>
                  <a:lnTo>
                    <a:pt x="766" y="318713"/>
                  </a:lnTo>
                  <a:lnTo>
                    <a:pt x="0" y="341888"/>
                  </a:lnTo>
                  <a:lnTo>
                    <a:pt x="12328" y="365894"/>
                  </a:lnTo>
                  <a:lnTo>
                    <a:pt x="36765" y="389181"/>
                  </a:lnTo>
                  <a:lnTo>
                    <a:pt x="25616" y="404302"/>
                  </a:lnTo>
                  <a:lnTo>
                    <a:pt x="21686" y="419271"/>
                  </a:lnTo>
                  <a:lnTo>
                    <a:pt x="25364" y="433165"/>
                  </a:lnTo>
                  <a:lnTo>
                    <a:pt x="37038" y="445064"/>
                  </a:lnTo>
                  <a:lnTo>
                    <a:pt x="53018" y="452655"/>
                  </a:lnTo>
                  <a:lnTo>
                    <a:pt x="72640" y="456974"/>
                  </a:lnTo>
                  <a:lnTo>
                    <a:pt x="94816" y="458071"/>
                  </a:lnTo>
                  <a:lnTo>
                    <a:pt x="118459" y="455996"/>
                  </a:lnTo>
                  <a:lnTo>
                    <a:pt x="132771" y="469630"/>
                  </a:lnTo>
                  <a:lnTo>
                    <a:pt x="150880" y="480468"/>
                  </a:lnTo>
                  <a:lnTo>
                    <a:pt x="172251" y="487985"/>
                  </a:lnTo>
                  <a:lnTo>
                    <a:pt x="196352" y="491660"/>
                  </a:lnTo>
                  <a:lnTo>
                    <a:pt x="213183" y="491721"/>
                  </a:lnTo>
                  <a:lnTo>
                    <a:pt x="229557" y="489862"/>
                  </a:lnTo>
                  <a:lnTo>
                    <a:pt x="245257" y="486224"/>
                  </a:lnTo>
                  <a:lnTo>
                    <a:pt x="260067" y="480948"/>
                  </a:lnTo>
                  <a:lnTo>
                    <a:pt x="277187" y="498267"/>
                  </a:lnTo>
                  <a:lnTo>
                    <a:pt x="299247" y="512073"/>
                  </a:lnTo>
                  <a:lnTo>
                    <a:pt x="325551" y="521662"/>
                  </a:lnTo>
                  <a:lnTo>
                    <a:pt x="355405" y="526329"/>
                  </a:lnTo>
                  <a:lnTo>
                    <a:pt x="401716" y="522932"/>
                  </a:lnTo>
                  <a:lnTo>
                    <a:pt x="443091" y="508167"/>
                  </a:lnTo>
                  <a:lnTo>
                    <a:pt x="476200" y="484105"/>
                  </a:lnTo>
                  <a:lnTo>
                    <a:pt x="497715" y="452813"/>
                  </a:lnTo>
                  <a:lnTo>
                    <a:pt x="532897" y="462391"/>
                  </a:lnTo>
                  <a:lnTo>
                    <a:pt x="568163" y="466370"/>
                  </a:lnTo>
                  <a:lnTo>
                    <a:pt x="601544" y="464392"/>
                  </a:lnTo>
                  <a:lnTo>
                    <a:pt x="631072" y="456101"/>
                  </a:lnTo>
                  <a:lnTo>
                    <a:pt x="657818" y="437588"/>
                  </a:lnTo>
                  <a:lnTo>
                    <a:pt x="669475" y="413162"/>
                  </a:lnTo>
                  <a:lnTo>
                    <a:pt x="666080" y="385293"/>
                  </a:lnTo>
                  <a:lnTo>
                    <a:pt x="647668" y="356449"/>
                  </a:lnTo>
                  <a:lnTo>
                    <a:pt x="655249" y="353088"/>
                  </a:lnTo>
                  <a:lnTo>
                    <a:pt x="658935" y="351256"/>
                  </a:lnTo>
                  <a:lnTo>
                    <a:pt x="700723" y="323395"/>
                  </a:lnTo>
                  <a:lnTo>
                    <a:pt x="723280" y="292827"/>
                  </a:lnTo>
                  <a:lnTo>
                    <a:pt x="725130" y="263192"/>
                  </a:lnTo>
                  <a:lnTo>
                    <a:pt x="704797" y="238128"/>
                  </a:lnTo>
                  <a:lnTo>
                    <a:pt x="694675" y="232333"/>
                  </a:lnTo>
                  <a:lnTo>
                    <a:pt x="683179" y="227606"/>
                  </a:lnTo>
                  <a:lnTo>
                    <a:pt x="670487" y="223926"/>
                  </a:lnTo>
                  <a:lnTo>
                    <a:pt x="656778" y="221270"/>
                  </a:lnTo>
                  <a:lnTo>
                    <a:pt x="673132" y="204477"/>
                  </a:lnTo>
                  <a:lnTo>
                    <a:pt x="680398" y="187390"/>
                  </a:lnTo>
                  <a:lnTo>
                    <a:pt x="678032" y="171346"/>
                  </a:lnTo>
                  <a:lnTo>
                    <a:pt x="665490" y="157681"/>
                  </a:lnTo>
                  <a:lnTo>
                    <a:pt x="644825" y="148642"/>
                  </a:lnTo>
                  <a:lnTo>
                    <a:pt x="618820" y="144791"/>
                  </a:lnTo>
                  <a:lnTo>
                    <a:pt x="589624" y="145989"/>
                  </a:lnTo>
                  <a:lnTo>
                    <a:pt x="559388" y="152100"/>
                  </a:lnTo>
                  <a:lnTo>
                    <a:pt x="561773" y="129302"/>
                  </a:lnTo>
                  <a:lnTo>
                    <a:pt x="555272" y="108475"/>
                  </a:lnTo>
                  <a:lnTo>
                    <a:pt x="539988" y="90739"/>
                  </a:lnTo>
                  <a:lnTo>
                    <a:pt x="516028" y="77212"/>
                  </a:lnTo>
                  <a:lnTo>
                    <a:pt x="519808" y="74280"/>
                  </a:lnTo>
                  <a:lnTo>
                    <a:pt x="521463" y="72657"/>
                  </a:lnTo>
                  <a:lnTo>
                    <a:pt x="531444" y="58383"/>
                  </a:lnTo>
                  <a:lnTo>
                    <a:pt x="533202" y="44552"/>
                  </a:lnTo>
                  <a:lnTo>
                    <a:pt x="527007" y="32713"/>
                  </a:lnTo>
                  <a:lnTo>
                    <a:pt x="513128" y="24418"/>
                  </a:lnTo>
                  <a:lnTo>
                    <a:pt x="493897" y="21426"/>
                  </a:lnTo>
                  <a:lnTo>
                    <a:pt x="473060" y="24039"/>
                  </a:lnTo>
                  <a:lnTo>
                    <a:pt x="453076" y="31637"/>
                  </a:lnTo>
                  <a:lnTo>
                    <a:pt x="436408" y="43600"/>
                  </a:lnTo>
                  <a:lnTo>
                    <a:pt x="425570" y="26423"/>
                  </a:lnTo>
                  <a:lnTo>
                    <a:pt x="408893" y="12757"/>
                  </a:lnTo>
                  <a:lnTo>
                    <a:pt x="387539" y="3612"/>
                  </a:lnTo>
                  <a:lnTo>
                    <a:pt x="362672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 descr=""/>
            <p:cNvSpPr/>
            <p:nvPr/>
          </p:nvSpPr>
          <p:spPr>
            <a:xfrm>
              <a:off x="14599998" y="4389649"/>
              <a:ext cx="718185" cy="370840"/>
            </a:xfrm>
            <a:custGeom>
              <a:avLst/>
              <a:gdLst/>
              <a:ahLst/>
              <a:cxnLst/>
              <a:rect l="l" t="t" r="r" b="b"/>
              <a:pathLst>
                <a:path w="718184" h="370839">
                  <a:moveTo>
                    <a:pt x="654419" y="0"/>
                  </a:moveTo>
                  <a:lnTo>
                    <a:pt x="661648" y="23755"/>
                  </a:lnTo>
                  <a:lnTo>
                    <a:pt x="653368" y="49622"/>
                  </a:lnTo>
                  <a:lnTo>
                    <a:pt x="630452" y="75374"/>
                  </a:lnTo>
                  <a:lnTo>
                    <a:pt x="593772" y="98782"/>
                  </a:lnTo>
                  <a:lnTo>
                    <a:pt x="585265" y="104402"/>
                  </a:lnTo>
                  <a:lnTo>
                    <a:pt x="580119" y="111322"/>
                  </a:lnTo>
                  <a:lnTo>
                    <a:pt x="578769" y="118936"/>
                  </a:lnTo>
                  <a:lnTo>
                    <a:pt x="581647" y="126634"/>
                  </a:lnTo>
                  <a:lnTo>
                    <a:pt x="593534" y="149570"/>
                  </a:lnTo>
                  <a:lnTo>
                    <a:pt x="596045" y="170738"/>
                  </a:lnTo>
                  <a:lnTo>
                    <a:pt x="565909" y="203627"/>
                  </a:lnTo>
                  <a:lnTo>
                    <a:pt x="526330" y="213195"/>
                  </a:lnTo>
                  <a:lnTo>
                    <a:pt x="504170" y="213928"/>
                  </a:lnTo>
                  <a:lnTo>
                    <a:pt x="481168" y="212098"/>
                  </a:lnTo>
                  <a:lnTo>
                    <a:pt x="460561" y="211623"/>
                  </a:lnTo>
                  <a:lnTo>
                    <a:pt x="441029" y="215353"/>
                  </a:lnTo>
                  <a:lnTo>
                    <a:pt x="423620" y="222748"/>
                  </a:lnTo>
                  <a:lnTo>
                    <a:pt x="409380" y="233270"/>
                  </a:lnTo>
                  <a:lnTo>
                    <a:pt x="385534" y="251432"/>
                  </a:lnTo>
                  <a:lnTo>
                    <a:pt x="356849" y="264800"/>
                  </a:lnTo>
                  <a:lnTo>
                    <a:pt x="324647" y="272549"/>
                  </a:lnTo>
                  <a:lnTo>
                    <a:pt x="290252" y="273855"/>
                  </a:lnTo>
                  <a:lnTo>
                    <a:pt x="266307" y="270582"/>
                  </a:lnTo>
                  <a:lnTo>
                    <a:pt x="244505" y="264122"/>
                  </a:lnTo>
                  <a:lnTo>
                    <a:pt x="225193" y="254828"/>
                  </a:lnTo>
                  <a:lnTo>
                    <a:pt x="208716" y="243050"/>
                  </a:lnTo>
                  <a:lnTo>
                    <a:pt x="201199" y="238311"/>
                  </a:lnTo>
                  <a:lnTo>
                    <a:pt x="192172" y="235457"/>
                  </a:lnTo>
                  <a:lnTo>
                    <a:pt x="182297" y="234587"/>
                  </a:lnTo>
                  <a:lnTo>
                    <a:pt x="172235" y="235804"/>
                  </a:lnTo>
                  <a:lnTo>
                    <a:pt x="162300" y="237734"/>
                  </a:lnTo>
                  <a:lnTo>
                    <a:pt x="152113" y="238963"/>
                  </a:lnTo>
                  <a:lnTo>
                    <a:pt x="141726" y="239459"/>
                  </a:lnTo>
                  <a:lnTo>
                    <a:pt x="131189" y="239186"/>
                  </a:lnTo>
                  <a:lnTo>
                    <a:pt x="110397" y="236288"/>
                  </a:lnTo>
                  <a:lnTo>
                    <a:pt x="91549" y="230517"/>
                  </a:lnTo>
                  <a:lnTo>
                    <a:pt x="74982" y="222204"/>
                  </a:lnTo>
                  <a:lnTo>
                    <a:pt x="61034" y="211679"/>
                  </a:lnTo>
                  <a:lnTo>
                    <a:pt x="55904" y="206957"/>
                  </a:lnTo>
                  <a:lnTo>
                    <a:pt x="47569" y="204506"/>
                  </a:lnTo>
                  <a:lnTo>
                    <a:pt x="39066" y="205124"/>
                  </a:lnTo>
                  <a:lnTo>
                    <a:pt x="28764" y="205580"/>
                  </a:lnTo>
                  <a:lnTo>
                    <a:pt x="18759" y="205412"/>
                  </a:lnTo>
                  <a:lnTo>
                    <a:pt x="9141" y="204624"/>
                  </a:lnTo>
                  <a:lnTo>
                    <a:pt x="0" y="203218"/>
                  </a:lnTo>
                  <a:lnTo>
                    <a:pt x="5465" y="210939"/>
                  </a:lnTo>
                  <a:lnTo>
                    <a:pt x="12173" y="218581"/>
                  </a:lnTo>
                  <a:lnTo>
                    <a:pt x="20100" y="226090"/>
                  </a:lnTo>
                  <a:lnTo>
                    <a:pt x="29224" y="233416"/>
                  </a:lnTo>
                  <a:lnTo>
                    <a:pt x="18074" y="248537"/>
                  </a:lnTo>
                  <a:lnTo>
                    <a:pt x="14144" y="263506"/>
                  </a:lnTo>
                  <a:lnTo>
                    <a:pt x="17822" y="277401"/>
                  </a:lnTo>
                  <a:lnTo>
                    <a:pt x="29496" y="289300"/>
                  </a:lnTo>
                  <a:lnTo>
                    <a:pt x="45477" y="296890"/>
                  </a:lnTo>
                  <a:lnTo>
                    <a:pt x="65098" y="301209"/>
                  </a:lnTo>
                  <a:lnTo>
                    <a:pt x="87274" y="302306"/>
                  </a:lnTo>
                  <a:lnTo>
                    <a:pt x="110918" y="300231"/>
                  </a:lnTo>
                  <a:lnTo>
                    <a:pt x="125229" y="313865"/>
                  </a:lnTo>
                  <a:lnTo>
                    <a:pt x="143338" y="324703"/>
                  </a:lnTo>
                  <a:lnTo>
                    <a:pt x="164710" y="332221"/>
                  </a:lnTo>
                  <a:lnTo>
                    <a:pt x="188811" y="335895"/>
                  </a:lnTo>
                  <a:lnTo>
                    <a:pt x="205641" y="335956"/>
                  </a:lnTo>
                  <a:lnTo>
                    <a:pt x="222015" y="334097"/>
                  </a:lnTo>
                  <a:lnTo>
                    <a:pt x="237716" y="330459"/>
                  </a:lnTo>
                  <a:lnTo>
                    <a:pt x="252526" y="325183"/>
                  </a:lnTo>
                  <a:lnTo>
                    <a:pt x="269646" y="342502"/>
                  </a:lnTo>
                  <a:lnTo>
                    <a:pt x="291705" y="356308"/>
                  </a:lnTo>
                  <a:lnTo>
                    <a:pt x="318009" y="365897"/>
                  </a:lnTo>
                  <a:lnTo>
                    <a:pt x="347863" y="370564"/>
                  </a:lnTo>
                  <a:lnTo>
                    <a:pt x="394174" y="367167"/>
                  </a:lnTo>
                  <a:lnTo>
                    <a:pt x="435549" y="352402"/>
                  </a:lnTo>
                  <a:lnTo>
                    <a:pt x="468659" y="328340"/>
                  </a:lnTo>
                  <a:lnTo>
                    <a:pt x="490173" y="297048"/>
                  </a:lnTo>
                  <a:lnTo>
                    <a:pt x="525355" y="306626"/>
                  </a:lnTo>
                  <a:lnTo>
                    <a:pt x="560621" y="310605"/>
                  </a:lnTo>
                  <a:lnTo>
                    <a:pt x="594003" y="308628"/>
                  </a:lnTo>
                  <a:lnTo>
                    <a:pt x="623530" y="300336"/>
                  </a:lnTo>
                  <a:lnTo>
                    <a:pt x="650276" y="281823"/>
                  </a:lnTo>
                  <a:lnTo>
                    <a:pt x="661934" y="257397"/>
                  </a:lnTo>
                  <a:lnTo>
                    <a:pt x="658538" y="229528"/>
                  </a:lnTo>
                  <a:lnTo>
                    <a:pt x="640127" y="200684"/>
                  </a:lnTo>
                  <a:lnTo>
                    <a:pt x="647708" y="197323"/>
                  </a:lnTo>
                  <a:lnTo>
                    <a:pt x="651393" y="195491"/>
                  </a:lnTo>
                  <a:lnTo>
                    <a:pt x="693181" y="167630"/>
                  </a:lnTo>
                  <a:lnTo>
                    <a:pt x="715738" y="137062"/>
                  </a:lnTo>
                  <a:lnTo>
                    <a:pt x="717588" y="107427"/>
                  </a:lnTo>
                  <a:lnTo>
                    <a:pt x="697256" y="82363"/>
                  </a:lnTo>
                  <a:lnTo>
                    <a:pt x="687133" y="76568"/>
                  </a:lnTo>
                  <a:lnTo>
                    <a:pt x="675637" y="71842"/>
                  </a:lnTo>
                  <a:lnTo>
                    <a:pt x="662946" y="68162"/>
                  </a:lnTo>
                  <a:lnTo>
                    <a:pt x="649236" y="65505"/>
                  </a:lnTo>
                  <a:lnTo>
                    <a:pt x="665590" y="48712"/>
                  </a:lnTo>
                  <a:lnTo>
                    <a:pt x="672856" y="31626"/>
                  </a:lnTo>
                  <a:lnTo>
                    <a:pt x="670490" y="15581"/>
                  </a:lnTo>
                  <a:lnTo>
                    <a:pt x="657948" y="1916"/>
                  </a:lnTo>
                  <a:lnTo>
                    <a:pt x="656880" y="1193"/>
                  </a:lnTo>
                  <a:lnTo>
                    <a:pt x="654419" y="0"/>
                  </a:lnTo>
                  <a:close/>
                </a:path>
              </a:pathLst>
            </a:custGeom>
            <a:solidFill>
              <a:srgbClr val="AFC6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 descr=""/>
            <p:cNvSpPr/>
            <p:nvPr/>
          </p:nvSpPr>
          <p:spPr>
            <a:xfrm>
              <a:off x="14616824" y="4045299"/>
              <a:ext cx="589280" cy="441325"/>
            </a:xfrm>
            <a:custGeom>
              <a:avLst/>
              <a:gdLst/>
              <a:ahLst/>
              <a:cxnLst/>
              <a:rect l="l" t="t" r="r" b="b"/>
              <a:pathLst>
                <a:path w="589280" h="441325">
                  <a:moveTo>
                    <a:pt x="589089" y="293712"/>
                  </a:moveTo>
                  <a:lnTo>
                    <a:pt x="575043" y="257860"/>
                  </a:lnTo>
                  <a:lnTo>
                    <a:pt x="549833" y="229997"/>
                  </a:lnTo>
                  <a:lnTo>
                    <a:pt x="516978" y="212826"/>
                  </a:lnTo>
                  <a:lnTo>
                    <a:pt x="500634" y="211175"/>
                  </a:lnTo>
                  <a:lnTo>
                    <a:pt x="508520" y="191795"/>
                  </a:lnTo>
                  <a:lnTo>
                    <a:pt x="499757" y="141224"/>
                  </a:lnTo>
                  <a:lnTo>
                    <a:pt x="462661" y="110096"/>
                  </a:lnTo>
                  <a:lnTo>
                    <a:pt x="444169" y="108077"/>
                  </a:lnTo>
                  <a:lnTo>
                    <a:pt x="453809" y="98450"/>
                  </a:lnTo>
                  <a:lnTo>
                    <a:pt x="465416" y="74383"/>
                  </a:lnTo>
                  <a:lnTo>
                    <a:pt x="467969" y="48666"/>
                  </a:lnTo>
                  <a:lnTo>
                    <a:pt x="461416" y="26111"/>
                  </a:lnTo>
                  <a:lnTo>
                    <a:pt x="447027" y="9080"/>
                  </a:lnTo>
                  <a:lnTo>
                    <a:pt x="426059" y="0"/>
                  </a:lnTo>
                  <a:lnTo>
                    <a:pt x="402234" y="952"/>
                  </a:lnTo>
                  <a:lnTo>
                    <a:pt x="380047" y="11341"/>
                  </a:lnTo>
                  <a:lnTo>
                    <a:pt x="361937" y="29425"/>
                  </a:lnTo>
                  <a:lnTo>
                    <a:pt x="355206" y="43370"/>
                  </a:lnTo>
                  <a:lnTo>
                    <a:pt x="354812" y="42887"/>
                  </a:lnTo>
                  <a:lnTo>
                    <a:pt x="333819" y="31026"/>
                  </a:lnTo>
                  <a:lnTo>
                    <a:pt x="310184" y="28435"/>
                  </a:lnTo>
                  <a:lnTo>
                    <a:pt x="288315" y="36042"/>
                  </a:lnTo>
                  <a:lnTo>
                    <a:pt x="272148" y="52019"/>
                  </a:lnTo>
                  <a:lnTo>
                    <a:pt x="266509" y="65913"/>
                  </a:lnTo>
                  <a:lnTo>
                    <a:pt x="220535" y="62103"/>
                  </a:lnTo>
                  <a:lnTo>
                    <a:pt x="175882" y="73875"/>
                  </a:lnTo>
                  <a:lnTo>
                    <a:pt x="142862" y="98564"/>
                  </a:lnTo>
                  <a:lnTo>
                    <a:pt x="124599" y="132626"/>
                  </a:lnTo>
                  <a:lnTo>
                    <a:pt x="124167" y="172504"/>
                  </a:lnTo>
                  <a:lnTo>
                    <a:pt x="134302" y="193713"/>
                  </a:lnTo>
                  <a:lnTo>
                    <a:pt x="131394" y="200406"/>
                  </a:lnTo>
                  <a:lnTo>
                    <a:pt x="123012" y="196418"/>
                  </a:lnTo>
                  <a:lnTo>
                    <a:pt x="98539" y="196392"/>
                  </a:lnTo>
                  <a:lnTo>
                    <a:pt x="79857" y="209003"/>
                  </a:lnTo>
                  <a:lnTo>
                    <a:pt x="70116" y="231368"/>
                  </a:lnTo>
                  <a:lnTo>
                    <a:pt x="69926" y="260388"/>
                  </a:lnTo>
                  <a:lnTo>
                    <a:pt x="74295" y="274713"/>
                  </a:lnTo>
                  <a:lnTo>
                    <a:pt x="45656" y="281139"/>
                  </a:lnTo>
                  <a:lnTo>
                    <a:pt x="21894" y="298945"/>
                  </a:lnTo>
                  <a:lnTo>
                    <a:pt x="5867" y="325348"/>
                  </a:lnTo>
                  <a:lnTo>
                    <a:pt x="0" y="357682"/>
                  </a:lnTo>
                  <a:lnTo>
                    <a:pt x="5867" y="390017"/>
                  </a:lnTo>
                  <a:lnTo>
                    <a:pt x="21894" y="416433"/>
                  </a:lnTo>
                  <a:lnTo>
                    <a:pt x="45656" y="434238"/>
                  </a:lnTo>
                  <a:lnTo>
                    <a:pt x="74752" y="440766"/>
                  </a:lnTo>
                  <a:lnTo>
                    <a:pt x="103847" y="434238"/>
                  </a:lnTo>
                  <a:lnTo>
                    <a:pt x="127609" y="416433"/>
                  </a:lnTo>
                  <a:lnTo>
                    <a:pt x="143637" y="390017"/>
                  </a:lnTo>
                  <a:lnTo>
                    <a:pt x="149504" y="357682"/>
                  </a:lnTo>
                  <a:lnTo>
                    <a:pt x="149402" y="357149"/>
                  </a:lnTo>
                  <a:lnTo>
                    <a:pt x="172059" y="357162"/>
                  </a:lnTo>
                  <a:lnTo>
                    <a:pt x="190754" y="344551"/>
                  </a:lnTo>
                  <a:lnTo>
                    <a:pt x="197281" y="329552"/>
                  </a:lnTo>
                  <a:lnTo>
                    <a:pt x="205676" y="333527"/>
                  </a:lnTo>
                  <a:lnTo>
                    <a:pt x="230136" y="333552"/>
                  </a:lnTo>
                  <a:lnTo>
                    <a:pt x="248818" y="320941"/>
                  </a:lnTo>
                  <a:lnTo>
                    <a:pt x="258559" y="298564"/>
                  </a:lnTo>
                  <a:lnTo>
                    <a:pt x="258762" y="269557"/>
                  </a:lnTo>
                  <a:lnTo>
                    <a:pt x="256476" y="262102"/>
                  </a:lnTo>
                  <a:lnTo>
                    <a:pt x="266522" y="262928"/>
                  </a:lnTo>
                  <a:lnTo>
                    <a:pt x="274027" y="260946"/>
                  </a:lnTo>
                  <a:lnTo>
                    <a:pt x="284111" y="270078"/>
                  </a:lnTo>
                  <a:lnTo>
                    <a:pt x="326986" y="288417"/>
                  </a:lnTo>
                  <a:lnTo>
                    <a:pt x="375246" y="292430"/>
                  </a:lnTo>
                  <a:lnTo>
                    <a:pt x="406387" y="284213"/>
                  </a:lnTo>
                  <a:lnTo>
                    <a:pt x="406146" y="312407"/>
                  </a:lnTo>
                  <a:lnTo>
                    <a:pt x="420192" y="348259"/>
                  </a:lnTo>
                  <a:lnTo>
                    <a:pt x="445389" y="376123"/>
                  </a:lnTo>
                  <a:lnTo>
                    <a:pt x="478243" y="393293"/>
                  </a:lnTo>
                  <a:lnTo>
                    <a:pt x="515239" y="397040"/>
                  </a:lnTo>
                  <a:lnTo>
                    <a:pt x="549452" y="386016"/>
                  </a:lnTo>
                  <a:lnTo>
                    <a:pt x="574751" y="362902"/>
                  </a:lnTo>
                  <a:lnTo>
                    <a:pt x="588759" y="331025"/>
                  </a:lnTo>
                  <a:lnTo>
                    <a:pt x="589089" y="293712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4" name="object 244" descr=""/>
          <p:cNvSpPr/>
          <p:nvPr/>
        </p:nvSpPr>
        <p:spPr>
          <a:xfrm>
            <a:off x="12126845" y="4245724"/>
            <a:ext cx="821055" cy="37465"/>
          </a:xfrm>
          <a:custGeom>
            <a:avLst/>
            <a:gdLst/>
            <a:ahLst/>
            <a:cxnLst/>
            <a:rect l="l" t="t" r="r" b="b"/>
            <a:pathLst>
              <a:path w="821054" h="37464">
                <a:moveTo>
                  <a:pt x="0" y="37108"/>
                </a:moveTo>
                <a:lnTo>
                  <a:pt x="820435" y="37108"/>
                </a:lnTo>
                <a:lnTo>
                  <a:pt x="820435" y="0"/>
                </a:lnTo>
                <a:lnTo>
                  <a:pt x="0" y="0"/>
                </a:lnTo>
                <a:lnTo>
                  <a:pt x="0" y="37108"/>
                </a:lnTo>
                <a:close/>
              </a:path>
            </a:pathLst>
          </a:custGeom>
          <a:solidFill>
            <a:srgbClr val="FAFC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5" name="object 245" descr=""/>
          <p:cNvSpPr/>
          <p:nvPr/>
        </p:nvSpPr>
        <p:spPr>
          <a:xfrm>
            <a:off x="12126845" y="4282833"/>
            <a:ext cx="821055" cy="442595"/>
          </a:xfrm>
          <a:custGeom>
            <a:avLst/>
            <a:gdLst/>
            <a:ahLst/>
            <a:cxnLst/>
            <a:rect l="l" t="t" r="r" b="b"/>
            <a:pathLst>
              <a:path w="821054" h="442595">
                <a:moveTo>
                  <a:pt x="0" y="442101"/>
                </a:moveTo>
                <a:lnTo>
                  <a:pt x="820435" y="442101"/>
                </a:lnTo>
                <a:lnTo>
                  <a:pt x="820435" y="0"/>
                </a:lnTo>
                <a:lnTo>
                  <a:pt x="0" y="0"/>
                </a:lnTo>
                <a:lnTo>
                  <a:pt x="0" y="442101"/>
                </a:lnTo>
                <a:close/>
              </a:path>
            </a:pathLst>
          </a:custGeom>
          <a:solidFill>
            <a:srgbClr val="FAFC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6" name="object 246" descr=""/>
          <p:cNvSpPr/>
          <p:nvPr/>
        </p:nvSpPr>
        <p:spPr>
          <a:xfrm>
            <a:off x="12126836" y="4282839"/>
            <a:ext cx="2686050" cy="471805"/>
          </a:xfrm>
          <a:custGeom>
            <a:avLst/>
            <a:gdLst/>
            <a:ahLst/>
            <a:cxnLst/>
            <a:rect l="l" t="t" r="r" b="b"/>
            <a:pathLst>
              <a:path w="2686050" h="471804">
                <a:moveTo>
                  <a:pt x="2685897" y="0"/>
                </a:moveTo>
                <a:lnTo>
                  <a:pt x="974153" y="0"/>
                </a:lnTo>
                <a:lnTo>
                  <a:pt x="974153" y="442099"/>
                </a:lnTo>
                <a:lnTo>
                  <a:pt x="0" y="442099"/>
                </a:lnTo>
                <a:lnTo>
                  <a:pt x="0" y="471614"/>
                </a:lnTo>
                <a:lnTo>
                  <a:pt x="2685897" y="471614"/>
                </a:lnTo>
                <a:lnTo>
                  <a:pt x="2685897" y="442099"/>
                </a:lnTo>
                <a:lnTo>
                  <a:pt x="2685897" y="0"/>
                </a:lnTo>
                <a:close/>
              </a:path>
            </a:pathLst>
          </a:custGeom>
          <a:solidFill>
            <a:srgbClr val="FAFC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7" name="object 247" descr=""/>
          <p:cNvSpPr/>
          <p:nvPr/>
        </p:nvSpPr>
        <p:spPr>
          <a:xfrm>
            <a:off x="12126845" y="4135737"/>
            <a:ext cx="821055" cy="29209"/>
          </a:xfrm>
          <a:custGeom>
            <a:avLst/>
            <a:gdLst/>
            <a:ahLst/>
            <a:cxnLst/>
            <a:rect l="l" t="t" r="r" b="b"/>
            <a:pathLst>
              <a:path w="821054" h="29210">
                <a:moveTo>
                  <a:pt x="0" y="28732"/>
                </a:moveTo>
                <a:lnTo>
                  <a:pt x="820435" y="28732"/>
                </a:lnTo>
                <a:lnTo>
                  <a:pt x="820435" y="0"/>
                </a:lnTo>
                <a:lnTo>
                  <a:pt x="0" y="0"/>
                </a:lnTo>
                <a:lnTo>
                  <a:pt x="0" y="28732"/>
                </a:lnTo>
                <a:close/>
              </a:path>
            </a:pathLst>
          </a:custGeom>
          <a:solidFill>
            <a:srgbClr val="FAFC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8" name="object 248" descr=""/>
          <p:cNvSpPr/>
          <p:nvPr/>
        </p:nvSpPr>
        <p:spPr>
          <a:xfrm>
            <a:off x="12126845" y="3798229"/>
            <a:ext cx="821055" cy="337820"/>
          </a:xfrm>
          <a:custGeom>
            <a:avLst/>
            <a:gdLst/>
            <a:ahLst/>
            <a:cxnLst/>
            <a:rect l="l" t="t" r="r" b="b"/>
            <a:pathLst>
              <a:path w="821054" h="337820">
                <a:moveTo>
                  <a:pt x="0" y="337508"/>
                </a:moveTo>
                <a:lnTo>
                  <a:pt x="820435" y="337508"/>
                </a:lnTo>
                <a:lnTo>
                  <a:pt x="820435" y="0"/>
                </a:lnTo>
                <a:lnTo>
                  <a:pt x="0" y="0"/>
                </a:lnTo>
                <a:lnTo>
                  <a:pt x="0" y="337508"/>
                </a:lnTo>
                <a:close/>
              </a:path>
            </a:pathLst>
          </a:custGeom>
          <a:solidFill>
            <a:srgbClr val="FAFC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9" name="object 249" descr=""/>
          <p:cNvSpPr/>
          <p:nvPr/>
        </p:nvSpPr>
        <p:spPr>
          <a:xfrm>
            <a:off x="14004390" y="4245724"/>
            <a:ext cx="808355" cy="37465"/>
          </a:xfrm>
          <a:custGeom>
            <a:avLst/>
            <a:gdLst/>
            <a:ahLst/>
            <a:cxnLst/>
            <a:rect l="l" t="t" r="r" b="b"/>
            <a:pathLst>
              <a:path w="808355" h="37464">
                <a:moveTo>
                  <a:pt x="0" y="37108"/>
                </a:moveTo>
                <a:lnTo>
                  <a:pt x="808352" y="37108"/>
                </a:lnTo>
                <a:lnTo>
                  <a:pt x="808352" y="0"/>
                </a:lnTo>
                <a:lnTo>
                  <a:pt x="0" y="0"/>
                </a:lnTo>
                <a:lnTo>
                  <a:pt x="0" y="37108"/>
                </a:lnTo>
                <a:close/>
              </a:path>
            </a:pathLst>
          </a:custGeom>
          <a:solidFill>
            <a:srgbClr val="FAFC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0" name="object 250" descr=""/>
          <p:cNvSpPr/>
          <p:nvPr/>
        </p:nvSpPr>
        <p:spPr>
          <a:xfrm>
            <a:off x="14004390" y="4135737"/>
            <a:ext cx="808355" cy="29209"/>
          </a:xfrm>
          <a:custGeom>
            <a:avLst/>
            <a:gdLst/>
            <a:ahLst/>
            <a:cxnLst/>
            <a:rect l="l" t="t" r="r" b="b"/>
            <a:pathLst>
              <a:path w="808355" h="29210">
                <a:moveTo>
                  <a:pt x="0" y="28732"/>
                </a:moveTo>
                <a:lnTo>
                  <a:pt x="808352" y="28732"/>
                </a:lnTo>
                <a:lnTo>
                  <a:pt x="808352" y="0"/>
                </a:lnTo>
                <a:lnTo>
                  <a:pt x="0" y="0"/>
                </a:lnTo>
                <a:lnTo>
                  <a:pt x="0" y="28732"/>
                </a:lnTo>
                <a:close/>
              </a:path>
            </a:pathLst>
          </a:custGeom>
          <a:solidFill>
            <a:srgbClr val="FAFC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1" name="object 251" descr=""/>
          <p:cNvSpPr/>
          <p:nvPr/>
        </p:nvSpPr>
        <p:spPr>
          <a:xfrm>
            <a:off x="13100994" y="4245724"/>
            <a:ext cx="749935" cy="37465"/>
          </a:xfrm>
          <a:custGeom>
            <a:avLst/>
            <a:gdLst/>
            <a:ahLst/>
            <a:cxnLst/>
            <a:rect l="l" t="t" r="r" b="b"/>
            <a:pathLst>
              <a:path w="749934" h="37464">
                <a:moveTo>
                  <a:pt x="0" y="37108"/>
                </a:moveTo>
                <a:lnTo>
                  <a:pt x="749683" y="37108"/>
                </a:lnTo>
                <a:lnTo>
                  <a:pt x="749683" y="0"/>
                </a:lnTo>
                <a:lnTo>
                  <a:pt x="0" y="0"/>
                </a:lnTo>
                <a:lnTo>
                  <a:pt x="0" y="37108"/>
                </a:lnTo>
                <a:close/>
              </a:path>
            </a:pathLst>
          </a:custGeom>
          <a:solidFill>
            <a:srgbClr val="FAFC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2" name="object 252" descr=""/>
          <p:cNvSpPr/>
          <p:nvPr/>
        </p:nvSpPr>
        <p:spPr>
          <a:xfrm>
            <a:off x="13100994" y="4135737"/>
            <a:ext cx="749935" cy="29209"/>
          </a:xfrm>
          <a:custGeom>
            <a:avLst/>
            <a:gdLst/>
            <a:ahLst/>
            <a:cxnLst/>
            <a:rect l="l" t="t" r="r" b="b"/>
            <a:pathLst>
              <a:path w="749934" h="29210">
                <a:moveTo>
                  <a:pt x="0" y="28732"/>
                </a:moveTo>
                <a:lnTo>
                  <a:pt x="749683" y="28732"/>
                </a:lnTo>
                <a:lnTo>
                  <a:pt x="749683" y="0"/>
                </a:lnTo>
                <a:lnTo>
                  <a:pt x="0" y="0"/>
                </a:lnTo>
                <a:lnTo>
                  <a:pt x="0" y="28732"/>
                </a:lnTo>
                <a:close/>
              </a:path>
            </a:pathLst>
          </a:custGeom>
          <a:solidFill>
            <a:srgbClr val="FAFCF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53" name="object 253" descr=""/>
          <p:cNvGrpSpPr/>
          <p:nvPr/>
        </p:nvGrpSpPr>
        <p:grpSpPr>
          <a:xfrm>
            <a:off x="12126845" y="3753948"/>
            <a:ext cx="2686050" cy="382270"/>
            <a:chOff x="12126845" y="3753948"/>
            <a:chExt cx="2686050" cy="382270"/>
          </a:xfrm>
        </p:grpSpPr>
        <p:sp>
          <p:nvSpPr>
            <p:cNvPr id="254" name="object 254" descr=""/>
            <p:cNvSpPr/>
            <p:nvPr/>
          </p:nvSpPr>
          <p:spPr>
            <a:xfrm>
              <a:off x="12126836" y="3753961"/>
              <a:ext cx="2686050" cy="382270"/>
            </a:xfrm>
            <a:custGeom>
              <a:avLst/>
              <a:gdLst/>
              <a:ahLst/>
              <a:cxnLst/>
              <a:rect l="l" t="t" r="r" b="b"/>
              <a:pathLst>
                <a:path w="2686050" h="382270">
                  <a:moveTo>
                    <a:pt x="2685897" y="0"/>
                  </a:moveTo>
                  <a:lnTo>
                    <a:pt x="0" y="0"/>
                  </a:lnTo>
                  <a:lnTo>
                    <a:pt x="0" y="44272"/>
                  </a:lnTo>
                  <a:lnTo>
                    <a:pt x="974153" y="44272"/>
                  </a:lnTo>
                  <a:lnTo>
                    <a:pt x="974153" y="381787"/>
                  </a:lnTo>
                  <a:lnTo>
                    <a:pt x="2685897" y="381787"/>
                  </a:lnTo>
                  <a:lnTo>
                    <a:pt x="2685897" y="44272"/>
                  </a:lnTo>
                  <a:lnTo>
                    <a:pt x="2685897" y="0"/>
                  </a:lnTo>
                  <a:close/>
                </a:path>
              </a:pathLst>
            </a:custGeom>
            <a:solidFill>
              <a:srgbClr val="FAFC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 descr=""/>
            <p:cNvSpPr/>
            <p:nvPr/>
          </p:nvSpPr>
          <p:spPr>
            <a:xfrm>
              <a:off x="13170866" y="3853226"/>
              <a:ext cx="121920" cy="256540"/>
            </a:xfrm>
            <a:custGeom>
              <a:avLst/>
              <a:gdLst/>
              <a:ahLst/>
              <a:cxnLst/>
              <a:rect l="l" t="t" r="r" b="b"/>
              <a:pathLst>
                <a:path w="121919" h="256539">
                  <a:moveTo>
                    <a:pt x="60752" y="0"/>
                  </a:moveTo>
                  <a:lnTo>
                    <a:pt x="37106" y="4774"/>
                  </a:lnTo>
                  <a:lnTo>
                    <a:pt x="17795" y="17796"/>
                  </a:lnTo>
                  <a:lnTo>
                    <a:pt x="4774" y="37110"/>
                  </a:lnTo>
                  <a:lnTo>
                    <a:pt x="0" y="60762"/>
                  </a:lnTo>
                  <a:lnTo>
                    <a:pt x="0" y="256055"/>
                  </a:lnTo>
                  <a:lnTo>
                    <a:pt x="121514" y="256055"/>
                  </a:lnTo>
                  <a:lnTo>
                    <a:pt x="121514" y="60762"/>
                  </a:lnTo>
                  <a:lnTo>
                    <a:pt x="116739" y="37110"/>
                  </a:lnTo>
                  <a:lnTo>
                    <a:pt x="103718" y="17796"/>
                  </a:lnTo>
                  <a:lnTo>
                    <a:pt x="84404" y="4774"/>
                  </a:lnTo>
                  <a:lnTo>
                    <a:pt x="60752" y="0"/>
                  </a:lnTo>
                  <a:close/>
                </a:path>
              </a:pathLst>
            </a:custGeom>
            <a:solidFill>
              <a:srgbClr val="6BBBC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6" name="object 256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3170908" y="3853223"/>
              <a:ext cx="121462" cy="175127"/>
            </a:xfrm>
            <a:prstGeom prst="rect">
              <a:avLst/>
            </a:prstGeom>
          </p:spPr>
        </p:pic>
        <p:sp>
          <p:nvSpPr>
            <p:cNvPr id="257" name="object 257" descr=""/>
            <p:cNvSpPr/>
            <p:nvPr/>
          </p:nvSpPr>
          <p:spPr>
            <a:xfrm>
              <a:off x="13160939" y="3843307"/>
              <a:ext cx="141605" cy="276225"/>
            </a:xfrm>
            <a:custGeom>
              <a:avLst/>
              <a:gdLst/>
              <a:ahLst/>
              <a:cxnLst/>
              <a:rect l="l" t="t" r="r" b="b"/>
              <a:pathLst>
                <a:path w="141605" h="276225">
                  <a:moveTo>
                    <a:pt x="70678" y="0"/>
                  </a:moveTo>
                  <a:lnTo>
                    <a:pt x="43193" y="5562"/>
                  </a:lnTo>
                  <a:lnTo>
                    <a:pt x="20724" y="20724"/>
                  </a:lnTo>
                  <a:lnTo>
                    <a:pt x="5562" y="43193"/>
                  </a:lnTo>
                  <a:lnTo>
                    <a:pt x="0" y="70678"/>
                  </a:lnTo>
                  <a:lnTo>
                    <a:pt x="0" y="275897"/>
                  </a:lnTo>
                  <a:lnTo>
                    <a:pt x="141356" y="275897"/>
                  </a:lnTo>
                  <a:lnTo>
                    <a:pt x="141356" y="265981"/>
                  </a:lnTo>
                  <a:lnTo>
                    <a:pt x="9926" y="265981"/>
                  </a:lnTo>
                  <a:lnTo>
                    <a:pt x="9926" y="104185"/>
                  </a:lnTo>
                  <a:lnTo>
                    <a:pt x="141356" y="104185"/>
                  </a:lnTo>
                  <a:lnTo>
                    <a:pt x="141356" y="93327"/>
                  </a:lnTo>
                  <a:lnTo>
                    <a:pt x="9926" y="93327"/>
                  </a:lnTo>
                  <a:lnTo>
                    <a:pt x="9926" y="70678"/>
                  </a:lnTo>
                  <a:lnTo>
                    <a:pt x="14211" y="48229"/>
                  </a:lnTo>
                  <a:lnTo>
                    <a:pt x="25963" y="29568"/>
                  </a:lnTo>
                  <a:lnTo>
                    <a:pt x="43529" y="16339"/>
                  </a:lnTo>
                  <a:lnTo>
                    <a:pt x="65254" y="10188"/>
                  </a:lnTo>
                  <a:lnTo>
                    <a:pt x="105017" y="10188"/>
                  </a:lnTo>
                  <a:lnTo>
                    <a:pt x="98163" y="5562"/>
                  </a:lnTo>
                  <a:lnTo>
                    <a:pt x="70678" y="0"/>
                  </a:lnTo>
                  <a:close/>
                </a:path>
                <a:path w="141605" h="276225">
                  <a:moveTo>
                    <a:pt x="76112" y="104185"/>
                  </a:moveTo>
                  <a:lnTo>
                    <a:pt x="65265" y="104185"/>
                  </a:lnTo>
                  <a:lnTo>
                    <a:pt x="65265" y="265981"/>
                  </a:lnTo>
                  <a:lnTo>
                    <a:pt x="76112" y="265981"/>
                  </a:lnTo>
                  <a:lnTo>
                    <a:pt x="76112" y="104185"/>
                  </a:lnTo>
                  <a:close/>
                </a:path>
                <a:path w="141605" h="276225">
                  <a:moveTo>
                    <a:pt x="141356" y="104185"/>
                  </a:moveTo>
                  <a:lnTo>
                    <a:pt x="131451" y="104185"/>
                  </a:lnTo>
                  <a:lnTo>
                    <a:pt x="131451" y="265981"/>
                  </a:lnTo>
                  <a:lnTo>
                    <a:pt x="141356" y="265981"/>
                  </a:lnTo>
                  <a:lnTo>
                    <a:pt x="141356" y="104185"/>
                  </a:lnTo>
                  <a:close/>
                </a:path>
                <a:path w="141605" h="276225">
                  <a:moveTo>
                    <a:pt x="76112" y="10188"/>
                  </a:moveTo>
                  <a:lnTo>
                    <a:pt x="65254" y="10188"/>
                  </a:lnTo>
                  <a:lnTo>
                    <a:pt x="65254" y="93327"/>
                  </a:lnTo>
                  <a:lnTo>
                    <a:pt x="76112" y="93327"/>
                  </a:lnTo>
                  <a:lnTo>
                    <a:pt x="76112" y="10188"/>
                  </a:lnTo>
                  <a:close/>
                </a:path>
                <a:path w="141605" h="276225">
                  <a:moveTo>
                    <a:pt x="105017" y="10188"/>
                  </a:moveTo>
                  <a:lnTo>
                    <a:pt x="76112" y="10188"/>
                  </a:lnTo>
                  <a:lnTo>
                    <a:pt x="97837" y="16339"/>
                  </a:lnTo>
                  <a:lnTo>
                    <a:pt x="115403" y="29568"/>
                  </a:lnTo>
                  <a:lnTo>
                    <a:pt x="127155" y="48229"/>
                  </a:lnTo>
                  <a:lnTo>
                    <a:pt x="131441" y="70678"/>
                  </a:lnTo>
                  <a:lnTo>
                    <a:pt x="131441" y="93327"/>
                  </a:lnTo>
                  <a:lnTo>
                    <a:pt x="141356" y="93327"/>
                  </a:lnTo>
                  <a:lnTo>
                    <a:pt x="141356" y="70678"/>
                  </a:lnTo>
                  <a:lnTo>
                    <a:pt x="135793" y="43193"/>
                  </a:lnTo>
                  <a:lnTo>
                    <a:pt x="120632" y="20724"/>
                  </a:lnTo>
                  <a:lnTo>
                    <a:pt x="105017" y="101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8" name="object 258" descr=""/>
          <p:cNvGrpSpPr/>
          <p:nvPr/>
        </p:nvGrpSpPr>
        <p:grpSpPr>
          <a:xfrm>
            <a:off x="13160939" y="4358830"/>
            <a:ext cx="141605" cy="276225"/>
            <a:chOff x="13160939" y="4358830"/>
            <a:chExt cx="141605" cy="276225"/>
          </a:xfrm>
        </p:grpSpPr>
        <p:sp>
          <p:nvSpPr>
            <p:cNvPr id="259" name="object 259" descr=""/>
            <p:cNvSpPr/>
            <p:nvPr/>
          </p:nvSpPr>
          <p:spPr>
            <a:xfrm>
              <a:off x="13170866" y="4368747"/>
              <a:ext cx="121920" cy="256540"/>
            </a:xfrm>
            <a:custGeom>
              <a:avLst/>
              <a:gdLst/>
              <a:ahLst/>
              <a:cxnLst/>
              <a:rect l="l" t="t" r="r" b="b"/>
              <a:pathLst>
                <a:path w="121919" h="256539">
                  <a:moveTo>
                    <a:pt x="60752" y="0"/>
                  </a:moveTo>
                  <a:lnTo>
                    <a:pt x="37106" y="4774"/>
                  </a:lnTo>
                  <a:lnTo>
                    <a:pt x="17795" y="17795"/>
                  </a:lnTo>
                  <a:lnTo>
                    <a:pt x="4774" y="37106"/>
                  </a:lnTo>
                  <a:lnTo>
                    <a:pt x="0" y="60752"/>
                  </a:lnTo>
                  <a:lnTo>
                    <a:pt x="0" y="256055"/>
                  </a:lnTo>
                  <a:lnTo>
                    <a:pt x="121514" y="256055"/>
                  </a:lnTo>
                  <a:lnTo>
                    <a:pt x="121514" y="60752"/>
                  </a:lnTo>
                  <a:lnTo>
                    <a:pt x="116739" y="37106"/>
                  </a:lnTo>
                  <a:lnTo>
                    <a:pt x="103718" y="17795"/>
                  </a:lnTo>
                  <a:lnTo>
                    <a:pt x="84404" y="4774"/>
                  </a:lnTo>
                  <a:lnTo>
                    <a:pt x="60752" y="0"/>
                  </a:lnTo>
                  <a:close/>
                </a:path>
              </a:pathLst>
            </a:custGeom>
            <a:solidFill>
              <a:srgbClr val="6BBBC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0" name="object 260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3170908" y="4368746"/>
              <a:ext cx="121462" cy="175117"/>
            </a:xfrm>
            <a:prstGeom prst="rect">
              <a:avLst/>
            </a:prstGeom>
          </p:spPr>
        </p:pic>
        <p:sp>
          <p:nvSpPr>
            <p:cNvPr id="261" name="object 261" descr=""/>
            <p:cNvSpPr/>
            <p:nvPr/>
          </p:nvSpPr>
          <p:spPr>
            <a:xfrm>
              <a:off x="13160939" y="4358830"/>
              <a:ext cx="141605" cy="276225"/>
            </a:xfrm>
            <a:custGeom>
              <a:avLst/>
              <a:gdLst/>
              <a:ahLst/>
              <a:cxnLst/>
              <a:rect l="l" t="t" r="r" b="b"/>
              <a:pathLst>
                <a:path w="141605" h="276225">
                  <a:moveTo>
                    <a:pt x="70678" y="0"/>
                  </a:moveTo>
                  <a:lnTo>
                    <a:pt x="43193" y="5561"/>
                  </a:lnTo>
                  <a:lnTo>
                    <a:pt x="20724" y="20720"/>
                  </a:lnTo>
                  <a:lnTo>
                    <a:pt x="5562" y="43188"/>
                  </a:lnTo>
                  <a:lnTo>
                    <a:pt x="0" y="70678"/>
                  </a:lnTo>
                  <a:lnTo>
                    <a:pt x="0" y="275897"/>
                  </a:lnTo>
                  <a:lnTo>
                    <a:pt x="141356" y="275897"/>
                  </a:lnTo>
                  <a:lnTo>
                    <a:pt x="141356" y="265970"/>
                  </a:lnTo>
                  <a:lnTo>
                    <a:pt x="9926" y="265970"/>
                  </a:lnTo>
                  <a:lnTo>
                    <a:pt x="9926" y="104174"/>
                  </a:lnTo>
                  <a:lnTo>
                    <a:pt x="141356" y="104174"/>
                  </a:lnTo>
                  <a:lnTo>
                    <a:pt x="141356" y="93327"/>
                  </a:lnTo>
                  <a:lnTo>
                    <a:pt x="9926" y="93327"/>
                  </a:lnTo>
                  <a:lnTo>
                    <a:pt x="9926" y="70678"/>
                  </a:lnTo>
                  <a:lnTo>
                    <a:pt x="14211" y="48229"/>
                  </a:lnTo>
                  <a:lnTo>
                    <a:pt x="25963" y="29568"/>
                  </a:lnTo>
                  <a:lnTo>
                    <a:pt x="43529" y="16339"/>
                  </a:lnTo>
                  <a:lnTo>
                    <a:pt x="65254" y="10188"/>
                  </a:lnTo>
                  <a:lnTo>
                    <a:pt x="105021" y="10188"/>
                  </a:lnTo>
                  <a:lnTo>
                    <a:pt x="98163" y="5561"/>
                  </a:lnTo>
                  <a:lnTo>
                    <a:pt x="70678" y="0"/>
                  </a:lnTo>
                  <a:close/>
                </a:path>
                <a:path w="141605" h="276225">
                  <a:moveTo>
                    <a:pt x="76112" y="104174"/>
                  </a:moveTo>
                  <a:lnTo>
                    <a:pt x="65265" y="104174"/>
                  </a:lnTo>
                  <a:lnTo>
                    <a:pt x="65265" y="265970"/>
                  </a:lnTo>
                  <a:lnTo>
                    <a:pt x="76112" y="265970"/>
                  </a:lnTo>
                  <a:lnTo>
                    <a:pt x="76112" y="104174"/>
                  </a:lnTo>
                  <a:close/>
                </a:path>
                <a:path w="141605" h="276225">
                  <a:moveTo>
                    <a:pt x="141356" y="104174"/>
                  </a:moveTo>
                  <a:lnTo>
                    <a:pt x="131451" y="104174"/>
                  </a:lnTo>
                  <a:lnTo>
                    <a:pt x="131451" y="265970"/>
                  </a:lnTo>
                  <a:lnTo>
                    <a:pt x="141356" y="265970"/>
                  </a:lnTo>
                  <a:lnTo>
                    <a:pt x="141356" y="104174"/>
                  </a:lnTo>
                  <a:close/>
                </a:path>
                <a:path w="141605" h="276225">
                  <a:moveTo>
                    <a:pt x="76112" y="10188"/>
                  </a:moveTo>
                  <a:lnTo>
                    <a:pt x="65254" y="10188"/>
                  </a:lnTo>
                  <a:lnTo>
                    <a:pt x="65254" y="93327"/>
                  </a:lnTo>
                  <a:lnTo>
                    <a:pt x="76112" y="93327"/>
                  </a:lnTo>
                  <a:lnTo>
                    <a:pt x="76112" y="10188"/>
                  </a:lnTo>
                  <a:close/>
                </a:path>
                <a:path w="141605" h="276225">
                  <a:moveTo>
                    <a:pt x="105021" y="10188"/>
                  </a:moveTo>
                  <a:lnTo>
                    <a:pt x="76112" y="10188"/>
                  </a:lnTo>
                  <a:lnTo>
                    <a:pt x="97837" y="16339"/>
                  </a:lnTo>
                  <a:lnTo>
                    <a:pt x="115403" y="29568"/>
                  </a:lnTo>
                  <a:lnTo>
                    <a:pt x="127155" y="48229"/>
                  </a:lnTo>
                  <a:lnTo>
                    <a:pt x="131441" y="70678"/>
                  </a:lnTo>
                  <a:lnTo>
                    <a:pt x="131441" y="93327"/>
                  </a:lnTo>
                  <a:lnTo>
                    <a:pt x="141356" y="93327"/>
                  </a:lnTo>
                  <a:lnTo>
                    <a:pt x="141356" y="70678"/>
                  </a:lnTo>
                  <a:lnTo>
                    <a:pt x="135793" y="43188"/>
                  </a:lnTo>
                  <a:lnTo>
                    <a:pt x="120632" y="20720"/>
                  </a:lnTo>
                  <a:lnTo>
                    <a:pt x="105021" y="101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2" name="object 262" descr=""/>
          <p:cNvGrpSpPr/>
          <p:nvPr/>
        </p:nvGrpSpPr>
        <p:grpSpPr>
          <a:xfrm>
            <a:off x="13661102" y="3843307"/>
            <a:ext cx="141605" cy="276225"/>
            <a:chOff x="13661102" y="3843307"/>
            <a:chExt cx="141605" cy="276225"/>
          </a:xfrm>
        </p:grpSpPr>
        <p:sp>
          <p:nvSpPr>
            <p:cNvPr id="263" name="object 263" descr=""/>
            <p:cNvSpPr/>
            <p:nvPr/>
          </p:nvSpPr>
          <p:spPr>
            <a:xfrm>
              <a:off x="13671023" y="3853226"/>
              <a:ext cx="121920" cy="256540"/>
            </a:xfrm>
            <a:custGeom>
              <a:avLst/>
              <a:gdLst/>
              <a:ahLst/>
              <a:cxnLst/>
              <a:rect l="l" t="t" r="r" b="b"/>
              <a:pathLst>
                <a:path w="121919" h="256539">
                  <a:moveTo>
                    <a:pt x="60752" y="0"/>
                  </a:moveTo>
                  <a:lnTo>
                    <a:pt x="37106" y="4774"/>
                  </a:lnTo>
                  <a:lnTo>
                    <a:pt x="17795" y="17796"/>
                  </a:lnTo>
                  <a:lnTo>
                    <a:pt x="4774" y="37110"/>
                  </a:lnTo>
                  <a:lnTo>
                    <a:pt x="0" y="60762"/>
                  </a:lnTo>
                  <a:lnTo>
                    <a:pt x="0" y="256055"/>
                  </a:lnTo>
                  <a:lnTo>
                    <a:pt x="121514" y="256055"/>
                  </a:lnTo>
                  <a:lnTo>
                    <a:pt x="121514" y="60762"/>
                  </a:lnTo>
                  <a:lnTo>
                    <a:pt x="116739" y="37110"/>
                  </a:lnTo>
                  <a:lnTo>
                    <a:pt x="103718" y="17796"/>
                  </a:lnTo>
                  <a:lnTo>
                    <a:pt x="84404" y="4774"/>
                  </a:lnTo>
                  <a:lnTo>
                    <a:pt x="60752" y="0"/>
                  </a:lnTo>
                  <a:close/>
                </a:path>
              </a:pathLst>
            </a:custGeom>
            <a:solidFill>
              <a:srgbClr val="6BBBC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4" name="object 264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3671018" y="3853223"/>
              <a:ext cx="121525" cy="175167"/>
            </a:xfrm>
            <a:prstGeom prst="rect">
              <a:avLst/>
            </a:prstGeom>
          </p:spPr>
        </p:pic>
        <p:sp>
          <p:nvSpPr>
            <p:cNvPr id="265" name="object 265" descr=""/>
            <p:cNvSpPr/>
            <p:nvPr/>
          </p:nvSpPr>
          <p:spPr>
            <a:xfrm>
              <a:off x="13661102" y="3843307"/>
              <a:ext cx="141605" cy="276225"/>
            </a:xfrm>
            <a:custGeom>
              <a:avLst/>
              <a:gdLst/>
              <a:ahLst/>
              <a:cxnLst/>
              <a:rect l="l" t="t" r="r" b="b"/>
              <a:pathLst>
                <a:path w="141605" h="276225">
                  <a:moveTo>
                    <a:pt x="70678" y="0"/>
                  </a:moveTo>
                  <a:lnTo>
                    <a:pt x="43193" y="5562"/>
                  </a:lnTo>
                  <a:lnTo>
                    <a:pt x="20724" y="20724"/>
                  </a:lnTo>
                  <a:lnTo>
                    <a:pt x="5562" y="43193"/>
                  </a:lnTo>
                  <a:lnTo>
                    <a:pt x="0" y="70678"/>
                  </a:lnTo>
                  <a:lnTo>
                    <a:pt x="0" y="275897"/>
                  </a:lnTo>
                  <a:lnTo>
                    <a:pt x="141356" y="275897"/>
                  </a:lnTo>
                  <a:lnTo>
                    <a:pt x="141356" y="265981"/>
                  </a:lnTo>
                  <a:lnTo>
                    <a:pt x="9915" y="265981"/>
                  </a:lnTo>
                  <a:lnTo>
                    <a:pt x="9915" y="104185"/>
                  </a:lnTo>
                  <a:lnTo>
                    <a:pt x="141356" y="104185"/>
                  </a:lnTo>
                  <a:lnTo>
                    <a:pt x="141356" y="93327"/>
                  </a:lnTo>
                  <a:lnTo>
                    <a:pt x="9915" y="93327"/>
                  </a:lnTo>
                  <a:lnTo>
                    <a:pt x="9915" y="70678"/>
                  </a:lnTo>
                  <a:lnTo>
                    <a:pt x="14201" y="48229"/>
                  </a:lnTo>
                  <a:lnTo>
                    <a:pt x="25954" y="29568"/>
                  </a:lnTo>
                  <a:lnTo>
                    <a:pt x="43523" y="16339"/>
                  </a:lnTo>
                  <a:lnTo>
                    <a:pt x="65254" y="10188"/>
                  </a:lnTo>
                  <a:lnTo>
                    <a:pt x="105017" y="10188"/>
                  </a:lnTo>
                  <a:lnTo>
                    <a:pt x="98163" y="5562"/>
                  </a:lnTo>
                  <a:lnTo>
                    <a:pt x="70678" y="0"/>
                  </a:lnTo>
                  <a:close/>
                </a:path>
                <a:path w="141605" h="276225">
                  <a:moveTo>
                    <a:pt x="76102" y="104185"/>
                  </a:moveTo>
                  <a:lnTo>
                    <a:pt x="65254" y="104185"/>
                  </a:lnTo>
                  <a:lnTo>
                    <a:pt x="65254" y="265981"/>
                  </a:lnTo>
                  <a:lnTo>
                    <a:pt x="76102" y="265981"/>
                  </a:lnTo>
                  <a:lnTo>
                    <a:pt x="76102" y="104185"/>
                  </a:lnTo>
                  <a:close/>
                </a:path>
                <a:path w="141605" h="276225">
                  <a:moveTo>
                    <a:pt x="141356" y="104185"/>
                  </a:moveTo>
                  <a:lnTo>
                    <a:pt x="131441" y="104185"/>
                  </a:lnTo>
                  <a:lnTo>
                    <a:pt x="131441" y="265981"/>
                  </a:lnTo>
                  <a:lnTo>
                    <a:pt x="141356" y="265981"/>
                  </a:lnTo>
                  <a:lnTo>
                    <a:pt x="141356" y="104185"/>
                  </a:lnTo>
                  <a:close/>
                </a:path>
                <a:path w="141605" h="276225">
                  <a:moveTo>
                    <a:pt x="76102" y="10188"/>
                  </a:moveTo>
                  <a:lnTo>
                    <a:pt x="65254" y="10188"/>
                  </a:lnTo>
                  <a:lnTo>
                    <a:pt x="65254" y="93327"/>
                  </a:lnTo>
                  <a:lnTo>
                    <a:pt x="76102" y="93327"/>
                  </a:lnTo>
                  <a:lnTo>
                    <a:pt x="76102" y="10188"/>
                  </a:lnTo>
                  <a:close/>
                </a:path>
                <a:path w="141605" h="276225">
                  <a:moveTo>
                    <a:pt x="105017" y="10188"/>
                  </a:moveTo>
                  <a:lnTo>
                    <a:pt x="76102" y="10188"/>
                  </a:lnTo>
                  <a:lnTo>
                    <a:pt x="97833" y="16339"/>
                  </a:lnTo>
                  <a:lnTo>
                    <a:pt x="115402" y="29568"/>
                  </a:lnTo>
                  <a:lnTo>
                    <a:pt x="127155" y="48229"/>
                  </a:lnTo>
                  <a:lnTo>
                    <a:pt x="131441" y="70678"/>
                  </a:lnTo>
                  <a:lnTo>
                    <a:pt x="131441" y="93327"/>
                  </a:lnTo>
                  <a:lnTo>
                    <a:pt x="141356" y="93327"/>
                  </a:lnTo>
                  <a:lnTo>
                    <a:pt x="141356" y="70678"/>
                  </a:lnTo>
                  <a:lnTo>
                    <a:pt x="135793" y="43193"/>
                  </a:lnTo>
                  <a:lnTo>
                    <a:pt x="120632" y="20724"/>
                  </a:lnTo>
                  <a:lnTo>
                    <a:pt x="105017" y="101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6" name="object 266" descr=""/>
          <p:cNvGrpSpPr/>
          <p:nvPr/>
        </p:nvGrpSpPr>
        <p:grpSpPr>
          <a:xfrm>
            <a:off x="13411026" y="3843307"/>
            <a:ext cx="141605" cy="276225"/>
            <a:chOff x="13411026" y="3843307"/>
            <a:chExt cx="141605" cy="276225"/>
          </a:xfrm>
        </p:grpSpPr>
        <p:sp>
          <p:nvSpPr>
            <p:cNvPr id="267" name="object 267" descr=""/>
            <p:cNvSpPr/>
            <p:nvPr/>
          </p:nvSpPr>
          <p:spPr>
            <a:xfrm>
              <a:off x="13420947" y="3853226"/>
              <a:ext cx="121920" cy="256540"/>
            </a:xfrm>
            <a:custGeom>
              <a:avLst/>
              <a:gdLst/>
              <a:ahLst/>
              <a:cxnLst/>
              <a:rect l="l" t="t" r="r" b="b"/>
              <a:pathLst>
                <a:path w="121919" h="256539">
                  <a:moveTo>
                    <a:pt x="60752" y="0"/>
                  </a:moveTo>
                  <a:lnTo>
                    <a:pt x="37101" y="4774"/>
                  </a:lnTo>
                  <a:lnTo>
                    <a:pt x="17791" y="17796"/>
                  </a:lnTo>
                  <a:lnTo>
                    <a:pt x="4773" y="37110"/>
                  </a:lnTo>
                  <a:lnTo>
                    <a:pt x="0" y="60762"/>
                  </a:lnTo>
                  <a:lnTo>
                    <a:pt x="0" y="256055"/>
                  </a:lnTo>
                  <a:lnTo>
                    <a:pt x="121514" y="256055"/>
                  </a:lnTo>
                  <a:lnTo>
                    <a:pt x="121514" y="60762"/>
                  </a:lnTo>
                  <a:lnTo>
                    <a:pt x="116739" y="37110"/>
                  </a:lnTo>
                  <a:lnTo>
                    <a:pt x="103718" y="17796"/>
                  </a:lnTo>
                  <a:lnTo>
                    <a:pt x="84404" y="4774"/>
                  </a:lnTo>
                  <a:lnTo>
                    <a:pt x="60752" y="0"/>
                  </a:lnTo>
                  <a:close/>
                </a:path>
              </a:pathLst>
            </a:custGeom>
            <a:solidFill>
              <a:srgbClr val="6BBBC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8" name="object 268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3420953" y="3853223"/>
              <a:ext cx="121462" cy="175157"/>
            </a:xfrm>
            <a:prstGeom prst="rect">
              <a:avLst/>
            </a:prstGeom>
          </p:spPr>
        </p:pic>
        <p:sp>
          <p:nvSpPr>
            <p:cNvPr id="269" name="object 269" descr=""/>
            <p:cNvSpPr/>
            <p:nvPr/>
          </p:nvSpPr>
          <p:spPr>
            <a:xfrm>
              <a:off x="13411026" y="3843307"/>
              <a:ext cx="141605" cy="276225"/>
            </a:xfrm>
            <a:custGeom>
              <a:avLst/>
              <a:gdLst/>
              <a:ahLst/>
              <a:cxnLst/>
              <a:rect l="l" t="t" r="r" b="b"/>
              <a:pathLst>
                <a:path w="141605" h="276225">
                  <a:moveTo>
                    <a:pt x="70678" y="0"/>
                  </a:moveTo>
                  <a:lnTo>
                    <a:pt x="43193" y="5562"/>
                  </a:lnTo>
                  <a:lnTo>
                    <a:pt x="20724" y="20724"/>
                  </a:lnTo>
                  <a:lnTo>
                    <a:pt x="5562" y="43193"/>
                  </a:lnTo>
                  <a:lnTo>
                    <a:pt x="0" y="70678"/>
                  </a:lnTo>
                  <a:lnTo>
                    <a:pt x="0" y="275897"/>
                  </a:lnTo>
                  <a:lnTo>
                    <a:pt x="141356" y="275897"/>
                  </a:lnTo>
                  <a:lnTo>
                    <a:pt x="141356" y="265981"/>
                  </a:lnTo>
                  <a:lnTo>
                    <a:pt x="9915" y="265981"/>
                  </a:lnTo>
                  <a:lnTo>
                    <a:pt x="9915" y="104185"/>
                  </a:lnTo>
                  <a:lnTo>
                    <a:pt x="141356" y="104185"/>
                  </a:lnTo>
                  <a:lnTo>
                    <a:pt x="141356" y="93327"/>
                  </a:lnTo>
                  <a:lnTo>
                    <a:pt x="9915" y="93327"/>
                  </a:lnTo>
                  <a:lnTo>
                    <a:pt x="9915" y="70678"/>
                  </a:lnTo>
                  <a:lnTo>
                    <a:pt x="14201" y="48229"/>
                  </a:lnTo>
                  <a:lnTo>
                    <a:pt x="25954" y="29568"/>
                  </a:lnTo>
                  <a:lnTo>
                    <a:pt x="43523" y="16339"/>
                  </a:lnTo>
                  <a:lnTo>
                    <a:pt x="65254" y="10188"/>
                  </a:lnTo>
                  <a:lnTo>
                    <a:pt x="105017" y="10188"/>
                  </a:lnTo>
                  <a:lnTo>
                    <a:pt x="98163" y="5562"/>
                  </a:lnTo>
                  <a:lnTo>
                    <a:pt x="70678" y="0"/>
                  </a:lnTo>
                  <a:close/>
                </a:path>
                <a:path w="141605" h="276225">
                  <a:moveTo>
                    <a:pt x="76102" y="104185"/>
                  </a:moveTo>
                  <a:lnTo>
                    <a:pt x="65254" y="104185"/>
                  </a:lnTo>
                  <a:lnTo>
                    <a:pt x="65254" y="265981"/>
                  </a:lnTo>
                  <a:lnTo>
                    <a:pt x="76102" y="265981"/>
                  </a:lnTo>
                  <a:lnTo>
                    <a:pt x="76102" y="104185"/>
                  </a:lnTo>
                  <a:close/>
                </a:path>
                <a:path w="141605" h="276225">
                  <a:moveTo>
                    <a:pt x="141356" y="104185"/>
                  </a:moveTo>
                  <a:lnTo>
                    <a:pt x="131441" y="104185"/>
                  </a:lnTo>
                  <a:lnTo>
                    <a:pt x="131441" y="265981"/>
                  </a:lnTo>
                  <a:lnTo>
                    <a:pt x="141356" y="265981"/>
                  </a:lnTo>
                  <a:lnTo>
                    <a:pt x="141356" y="104185"/>
                  </a:lnTo>
                  <a:close/>
                </a:path>
                <a:path w="141605" h="276225">
                  <a:moveTo>
                    <a:pt x="76102" y="10188"/>
                  </a:moveTo>
                  <a:lnTo>
                    <a:pt x="65254" y="10188"/>
                  </a:lnTo>
                  <a:lnTo>
                    <a:pt x="65254" y="93327"/>
                  </a:lnTo>
                  <a:lnTo>
                    <a:pt x="76102" y="93327"/>
                  </a:lnTo>
                  <a:lnTo>
                    <a:pt x="76102" y="10188"/>
                  </a:lnTo>
                  <a:close/>
                </a:path>
                <a:path w="141605" h="276225">
                  <a:moveTo>
                    <a:pt x="105017" y="10188"/>
                  </a:moveTo>
                  <a:lnTo>
                    <a:pt x="76102" y="10188"/>
                  </a:lnTo>
                  <a:lnTo>
                    <a:pt x="97827" y="16339"/>
                  </a:lnTo>
                  <a:lnTo>
                    <a:pt x="115393" y="29568"/>
                  </a:lnTo>
                  <a:lnTo>
                    <a:pt x="127145" y="48229"/>
                  </a:lnTo>
                  <a:lnTo>
                    <a:pt x="131430" y="70678"/>
                  </a:lnTo>
                  <a:lnTo>
                    <a:pt x="131430" y="93327"/>
                  </a:lnTo>
                  <a:lnTo>
                    <a:pt x="141356" y="93327"/>
                  </a:lnTo>
                  <a:lnTo>
                    <a:pt x="141356" y="70678"/>
                  </a:lnTo>
                  <a:lnTo>
                    <a:pt x="135793" y="43193"/>
                  </a:lnTo>
                  <a:lnTo>
                    <a:pt x="120632" y="20724"/>
                  </a:lnTo>
                  <a:lnTo>
                    <a:pt x="105017" y="101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0" name="object 270" descr=""/>
          <p:cNvGrpSpPr/>
          <p:nvPr/>
        </p:nvGrpSpPr>
        <p:grpSpPr>
          <a:xfrm>
            <a:off x="13661102" y="4358830"/>
            <a:ext cx="141605" cy="276225"/>
            <a:chOff x="13661102" y="4358830"/>
            <a:chExt cx="141605" cy="276225"/>
          </a:xfrm>
        </p:grpSpPr>
        <p:sp>
          <p:nvSpPr>
            <p:cNvPr id="271" name="object 271" descr=""/>
            <p:cNvSpPr/>
            <p:nvPr/>
          </p:nvSpPr>
          <p:spPr>
            <a:xfrm>
              <a:off x="13671023" y="4368747"/>
              <a:ext cx="121920" cy="256540"/>
            </a:xfrm>
            <a:custGeom>
              <a:avLst/>
              <a:gdLst/>
              <a:ahLst/>
              <a:cxnLst/>
              <a:rect l="l" t="t" r="r" b="b"/>
              <a:pathLst>
                <a:path w="121919" h="256539">
                  <a:moveTo>
                    <a:pt x="60752" y="0"/>
                  </a:moveTo>
                  <a:lnTo>
                    <a:pt x="37106" y="4774"/>
                  </a:lnTo>
                  <a:lnTo>
                    <a:pt x="17795" y="17795"/>
                  </a:lnTo>
                  <a:lnTo>
                    <a:pt x="4774" y="37106"/>
                  </a:lnTo>
                  <a:lnTo>
                    <a:pt x="0" y="60752"/>
                  </a:lnTo>
                  <a:lnTo>
                    <a:pt x="0" y="256055"/>
                  </a:lnTo>
                  <a:lnTo>
                    <a:pt x="121514" y="256055"/>
                  </a:lnTo>
                  <a:lnTo>
                    <a:pt x="121514" y="60752"/>
                  </a:lnTo>
                  <a:lnTo>
                    <a:pt x="116739" y="37106"/>
                  </a:lnTo>
                  <a:lnTo>
                    <a:pt x="103718" y="17795"/>
                  </a:lnTo>
                  <a:lnTo>
                    <a:pt x="84404" y="4774"/>
                  </a:lnTo>
                  <a:lnTo>
                    <a:pt x="60752" y="0"/>
                  </a:lnTo>
                  <a:close/>
                </a:path>
              </a:pathLst>
            </a:custGeom>
            <a:solidFill>
              <a:srgbClr val="6BBBC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2" name="object 272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3671018" y="4368746"/>
              <a:ext cx="121525" cy="175156"/>
            </a:xfrm>
            <a:prstGeom prst="rect">
              <a:avLst/>
            </a:prstGeom>
          </p:spPr>
        </p:pic>
        <p:sp>
          <p:nvSpPr>
            <p:cNvPr id="273" name="object 273" descr=""/>
            <p:cNvSpPr/>
            <p:nvPr/>
          </p:nvSpPr>
          <p:spPr>
            <a:xfrm>
              <a:off x="13661102" y="4358830"/>
              <a:ext cx="141605" cy="276225"/>
            </a:xfrm>
            <a:custGeom>
              <a:avLst/>
              <a:gdLst/>
              <a:ahLst/>
              <a:cxnLst/>
              <a:rect l="l" t="t" r="r" b="b"/>
              <a:pathLst>
                <a:path w="141605" h="276225">
                  <a:moveTo>
                    <a:pt x="70678" y="0"/>
                  </a:moveTo>
                  <a:lnTo>
                    <a:pt x="43193" y="5561"/>
                  </a:lnTo>
                  <a:lnTo>
                    <a:pt x="20724" y="20720"/>
                  </a:lnTo>
                  <a:lnTo>
                    <a:pt x="5562" y="43188"/>
                  </a:lnTo>
                  <a:lnTo>
                    <a:pt x="0" y="70678"/>
                  </a:lnTo>
                  <a:lnTo>
                    <a:pt x="0" y="275897"/>
                  </a:lnTo>
                  <a:lnTo>
                    <a:pt x="141356" y="275897"/>
                  </a:lnTo>
                  <a:lnTo>
                    <a:pt x="141356" y="265970"/>
                  </a:lnTo>
                  <a:lnTo>
                    <a:pt x="9915" y="265970"/>
                  </a:lnTo>
                  <a:lnTo>
                    <a:pt x="9915" y="104174"/>
                  </a:lnTo>
                  <a:lnTo>
                    <a:pt x="141356" y="104174"/>
                  </a:lnTo>
                  <a:lnTo>
                    <a:pt x="141356" y="93327"/>
                  </a:lnTo>
                  <a:lnTo>
                    <a:pt x="9915" y="93327"/>
                  </a:lnTo>
                  <a:lnTo>
                    <a:pt x="9915" y="70678"/>
                  </a:lnTo>
                  <a:lnTo>
                    <a:pt x="14201" y="48229"/>
                  </a:lnTo>
                  <a:lnTo>
                    <a:pt x="25954" y="29568"/>
                  </a:lnTo>
                  <a:lnTo>
                    <a:pt x="43523" y="16339"/>
                  </a:lnTo>
                  <a:lnTo>
                    <a:pt x="65254" y="10188"/>
                  </a:lnTo>
                  <a:lnTo>
                    <a:pt x="105021" y="10188"/>
                  </a:lnTo>
                  <a:lnTo>
                    <a:pt x="98163" y="5561"/>
                  </a:lnTo>
                  <a:lnTo>
                    <a:pt x="70678" y="0"/>
                  </a:lnTo>
                  <a:close/>
                </a:path>
                <a:path w="141605" h="276225">
                  <a:moveTo>
                    <a:pt x="76102" y="104174"/>
                  </a:moveTo>
                  <a:lnTo>
                    <a:pt x="65254" y="104174"/>
                  </a:lnTo>
                  <a:lnTo>
                    <a:pt x="65254" y="265970"/>
                  </a:lnTo>
                  <a:lnTo>
                    <a:pt x="76102" y="265970"/>
                  </a:lnTo>
                  <a:lnTo>
                    <a:pt x="76102" y="104174"/>
                  </a:lnTo>
                  <a:close/>
                </a:path>
                <a:path w="141605" h="276225">
                  <a:moveTo>
                    <a:pt x="141356" y="104174"/>
                  </a:moveTo>
                  <a:lnTo>
                    <a:pt x="131441" y="104174"/>
                  </a:lnTo>
                  <a:lnTo>
                    <a:pt x="131441" y="265970"/>
                  </a:lnTo>
                  <a:lnTo>
                    <a:pt x="141356" y="265970"/>
                  </a:lnTo>
                  <a:lnTo>
                    <a:pt x="141356" y="104174"/>
                  </a:lnTo>
                  <a:close/>
                </a:path>
                <a:path w="141605" h="276225">
                  <a:moveTo>
                    <a:pt x="76102" y="10188"/>
                  </a:moveTo>
                  <a:lnTo>
                    <a:pt x="65254" y="10188"/>
                  </a:lnTo>
                  <a:lnTo>
                    <a:pt x="65254" y="93327"/>
                  </a:lnTo>
                  <a:lnTo>
                    <a:pt x="76102" y="93327"/>
                  </a:lnTo>
                  <a:lnTo>
                    <a:pt x="76102" y="10188"/>
                  </a:lnTo>
                  <a:close/>
                </a:path>
                <a:path w="141605" h="276225">
                  <a:moveTo>
                    <a:pt x="105021" y="10188"/>
                  </a:moveTo>
                  <a:lnTo>
                    <a:pt x="76102" y="10188"/>
                  </a:lnTo>
                  <a:lnTo>
                    <a:pt x="97833" y="16339"/>
                  </a:lnTo>
                  <a:lnTo>
                    <a:pt x="115402" y="29568"/>
                  </a:lnTo>
                  <a:lnTo>
                    <a:pt x="127155" y="48229"/>
                  </a:lnTo>
                  <a:lnTo>
                    <a:pt x="131441" y="70678"/>
                  </a:lnTo>
                  <a:lnTo>
                    <a:pt x="131441" y="93327"/>
                  </a:lnTo>
                  <a:lnTo>
                    <a:pt x="141356" y="93327"/>
                  </a:lnTo>
                  <a:lnTo>
                    <a:pt x="141356" y="70678"/>
                  </a:lnTo>
                  <a:lnTo>
                    <a:pt x="135793" y="43188"/>
                  </a:lnTo>
                  <a:lnTo>
                    <a:pt x="120632" y="20720"/>
                  </a:lnTo>
                  <a:lnTo>
                    <a:pt x="105021" y="101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4" name="object 274" descr=""/>
          <p:cNvGrpSpPr/>
          <p:nvPr/>
        </p:nvGrpSpPr>
        <p:grpSpPr>
          <a:xfrm>
            <a:off x="14085476" y="3843307"/>
            <a:ext cx="141605" cy="276225"/>
            <a:chOff x="14085476" y="3843307"/>
            <a:chExt cx="141605" cy="276225"/>
          </a:xfrm>
        </p:grpSpPr>
        <p:sp>
          <p:nvSpPr>
            <p:cNvPr id="275" name="object 275" descr=""/>
            <p:cNvSpPr/>
            <p:nvPr/>
          </p:nvSpPr>
          <p:spPr>
            <a:xfrm>
              <a:off x="14095399" y="3853226"/>
              <a:ext cx="121920" cy="256540"/>
            </a:xfrm>
            <a:custGeom>
              <a:avLst/>
              <a:gdLst/>
              <a:ahLst/>
              <a:cxnLst/>
              <a:rect l="l" t="t" r="r" b="b"/>
              <a:pathLst>
                <a:path w="121919" h="256539">
                  <a:moveTo>
                    <a:pt x="60752" y="0"/>
                  </a:moveTo>
                  <a:lnTo>
                    <a:pt x="37106" y="4774"/>
                  </a:lnTo>
                  <a:lnTo>
                    <a:pt x="17795" y="17796"/>
                  </a:lnTo>
                  <a:lnTo>
                    <a:pt x="4774" y="37110"/>
                  </a:lnTo>
                  <a:lnTo>
                    <a:pt x="0" y="60762"/>
                  </a:lnTo>
                  <a:lnTo>
                    <a:pt x="0" y="256055"/>
                  </a:lnTo>
                  <a:lnTo>
                    <a:pt x="121514" y="256055"/>
                  </a:lnTo>
                  <a:lnTo>
                    <a:pt x="121514" y="60762"/>
                  </a:lnTo>
                  <a:lnTo>
                    <a:pt x="116739" y="37110"/>
                  </a:lnTo>
                  <a:lnTo>
                    <a:pt x="103718" y="17796"/>
                  </a:lnTo>
                  <a:lnTo>
                    <a:pt x="84404" y="4774"/>
                  </a:lnTo>
                  <a:lnTo>
                    <a:pt x="60752" y="0"/>
                  </a:lnTo>
                  <a:close/>
                </a:path>
              </a:pathLst>
            </a:custGeom>
            <a:solidFill>
              <a:srgbClr val="6BBBC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6" name="object 276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4095404" y="3853222"/>
              <a:ext cx="121514" cy="175167"/>
            </a:xfrm>
            <a:prstGeom prst="rect">
              <a:avLst/>
            </a:prstGeom>
          </p:spPr>
        </p:pic>
        <p:sp>
          <p:nvSpPr>
            <p:cNvPr id="277" name="object 277" descr=""/>
            <p:cNvSpPr/>
            <p:nvPr/>
          </p:nvSpPr>
          <p:spPr>
            <a:xfrm>
              <a:off x="14085476" y="3843307"/>
              <a:ext cx="141605" cy="276225"/>
            </a:xfrm>
            <a:custGeom>
              <a:avLst/>
              <a:gdLst/>
              <a:ahLst/>
              <a:cxnLst/>
              <a:rect l="l" t="t" r="r" b="b"/>
              <a:pathLst>
                <a:path w="141605" h="276225">
                  <a:moveTo>
                    <a:pt x="70678" y="0"/>
                  </a:moveTo>
                  <a:lnTo>
                    <a:pt x="43193" y="5562"/>
                  </a:lnTo>
                  <a:lnTo>
                    <a:pt x="20724" y="20724"/>
                  </a:lnTo>
                  <a:lnTo>
                    <a:pt x="5562" y="43193"/>
                  </a:lnTo>
                  <a:lnTo>
                    <a:pt x="0" y="70678"/>
                  </a:lnTo>
                  <a:lnTo>
                    <a:pt x="0" y="275897"/>
                  </a:lnTo>
                  <a:lnTo>
                    <a:pt x="141356" y="275897"/>
                  </a:lnTo>
                  <a:lnTo>
                    <a:pt x="141356" y="265981"/>
                  </a:lnTo>
                  <a:lnTo>
                    <a:pt x="9926" y="265981"/>
                  </a:lnTo>
                  <a:lnTo>
                    <a:pt x="9926" y="104185"/>
                  </a:lnTo>
                  <a:lnTo>
                    <a:pt x="141356" y="104185"/>
                  </a:lnTo>
                  <a:lnTo>
                    <a:pt x="141356" y="93327"/>
                  </a:lnTo>
                  <a:lnTo>
                    <a:pt x="9926" y="93327"/>
                  </a:lnTo>
                  <a:lnTo>
                    <a:pt x="9926" y="70678"/>
                  </a:lnTo>
                  <a:lnTo>
                    <a:pt x="14209" y="48229"/>
                  </a:lnTo>
                  <a:lnTo>
                    <a:pt x="25959" y="29568"/>
                  </a:lnTo>
                  <a:lnTo>
                    <a:pt x="43525" y="16339"/>
                  </a:lnTo>
                  <a:lnTo>
                    <a:pt x="65254" y="10188"/>
                  </a:lnTo>
                  <a:lnTo>
                    <a:pt x="105017" y="10188"/>
                  </a:lnTo>
                  <a:lnTo>
                    <a:pt x="98163" y="5562"/>
                  </a:lnTo>
                  <a:lnTo>
                    <a:pt x="70678" y="0"/>
                  </a:lnTo>
                  <a:close/>
                </a:path>
                <a:path w="141605" h="276225">
                  <a:moveTo>
                    <a:pt x="76102" y="104185"/>
                  </a:moveTo>
                  <a:lnTo>
                    <a:pt x="65265" y="104185"/>
                  </a:lnTo>
                  <a:lnTo>
                    <a:pt x="65265" y="265981"/>
                  </a:lnTo>
                  <a:lnTo>
                    <a:pt x="76102" y="265981"/>
                  </a:lnTo>
                  <a:lnTo>
                    <a:pt x="76102" y="104185"/>
                  </a:lnTo>
                  <a:close/>
                </a:path>
                <a:path w="141605" h="276225">
                  <a:moveTo>
                    <a:pt x="141356" y="104185"/>
                  </a:moveTo>
                  <a:lnTo>
                    <a:pt x="131441" y="104185"/>
                  </a:lnTo>
                  <a:lnTo>
                    <a:pt x="131441" y="265981"/>
                  </a:lnTo>
                  <a:lnTo>
                    <a:pt x="141356" y="265981"/>
                  </a:lnTo>
                  <a:lnTo>
                    <a:pt x="141356" y="104185"/>
                  </a:lnTo>
                  <a:close/>
                </a:path>
                <a:path w="141605" h="276225">
                  <a:moveTo>
                    <a:pt x="76102" y="10188"/>
                  </a:moveTo>
                  <a:lnTo>
                    <a:pt x="65254" y="10188"/>
                  </a:lnTo>
                  <a:lnTo>
                    <a:pt x="65254" y="93327"/>
                  </a:lnTo>
                  <a:lnTo>
                    <a:pt x="76102" y="93327"/>
                  </a:lnTo>
                  <a:lnTo>
                    <a:pt x="76102" y="10188"/>
                  </a:lnTo>
                  <a:close/>
                </a:path>
                <a:path w="141605" h="276225">
                  <a:moveTo>
                    <a:pt x="105017" y="10188"/>
                  </a:moveTo>
                  <a:lnTo>
                    <a:pt x="76102" y="10188"/>
                  </a:lnTo>
                  <a:lnTo>
                    <a:pt x="97833" y="16339"/>
                  </a:lnTo>
                  <a:lnTo>
                    <a:pt x="115402" y="29568"/>
                  </a:lnTo>
                  <a:lnTo>
                    <a:pt x="127155" y="48229"/>
                  </a:lnTo>
                  <a:lnTo>
                    <a:pt x="131441" y="70678"/>
                  </a:lnTo>
                  <a:lnTo>
                    <a:pt x="131441" y="93327"/>
                  </a:lnTo>
                  <a:lnTo>
                    <a:pt x="141356" y="93327"/>
                  </a:lnTo>
                  <a:lnTo>
                    <a:pt x="141356" y="70678"/>
                  </a:lnTo>
                  <a:lnTo>
                    <a:pt x="135793" y="43193"/>
                  </a:lnTo>
                  <a:lnTo>
                    <a:pt x="120632" y="20724"/>
                  </a:lnTo>
                  <a:lnTo>
                    <a:pt x="105017" y="101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8" name="object 278" descr=""/>
          <p:cNvGrpSpPr/>
          <p:nvPr/>
        </p:nvGrpSpPr>
        <p:grpSpPr>
          <a:xfrm>
            <a:off x="14085476" y="4358830"/>
            <a:ext cx="141605" cy="276225"/>
            <a:chOff x="14085476" y="4358830"/>
            <a:chExt cx="141605" cy="276225"/>
          </a:xfrm>
        </p:grpSpPr>
        <p:sp>
          <p:nvSpPr>
            <p:cNvPr id="279" name="object 279" descr=""/>
            <p:cNvSpPr/>
            <p:nvPr/>
          </p:nvSpPr>
          <p:spPr>
            <a:xfrm>
              <a:off x="14095399" y="4368747"/>
              <a:ext cx="121920" cy="256540"/>
            </a:xfrm>
            <a:custGeom>
              <a:avLst/>
              <a:gdLst/>
              <a:ahLst/>
              <a:cxnLst/>
              <a:rect l="l" t="t" r="r" b="b"/>
              <a:pathLst>
                <a:path w="121919" h="256539">
                  <a:moveTo>
                    <a:pt x="60752" y="0"/>
                  </a:moveTo>
                  <a:lnTo>
                    <a:pt x="37106" y="4774"/>
                  </a:lnTo>
                  <a:lnTo>
                    <a:pt x="17795" y="17795"/>
                  </a:lnTo>
                  <a:lnTo>
                    <a:pt x="4774" y="37106"/>
                  </a:lnTo>
                  <a:lnTo>
                    <a:pt x="0" y="60752"/>
                  </a:lnTo>
                  <a:lnTo>
                    <a:pt x="0" y="256055"/>
                  </a:lnTo>
                  <a:lnTo>
                    <a:pt x="121514" y="256055"/>
                  </a:lnTo>
                  <a:lnTo>
                    <a:pt x="121514" y="60752"/>
                  </a:lnTo>
                  <a:lnTo>
                    <a:pt x="116739" y="37106"/>
                  </a:lnTo>
                  <a:lnTo>
                    <a:pt x="103718" y="17795"/>
                  </a:lnTo>
                  <a:lnTo>
                    <a:pt x="84404" y="4774"/>
                  </a:lnTo>
                  <a:lnTo>
                    <a:pt x="60752" y="0"/>
                  </a:lnTo>
                  <a:close/>
                </a:path>
              </a:pathLst>
            </a:custGeom>
            <a:solidFill>
              <a:srgbClr val="6BBBC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0" name="object 280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4095404" y="4368746"/>
              <a:ext cx="121514" cy="175156"/>
            </a:xfrm>
            <a:prstGeom prst="rect">
              <a:avLst/>
            </a:prstGeom>
          </p:spPr>
        </p:pic>
        <p:sp>
          <p:nvSpPr>
            <p:cNvPr id="281" name="object 281" descr=""/>
            <p:cNvSpPr/>
            <p:nvPr/>
          </p:nvSpPr>
          <p:spPr>
            <a:xfrm>
              <a:off x="14085476" y="4358830"/>
              <a:ext cx="141605" cy="276225"/>
            </a:xfrm>
            <a:custGeom>
              <a:avLst/>
              <a:gdLst/>
              <a:ahLst/>
              <a:cxnLst/>
              <a:rect l="l" t="t" r="r" b="b"/>
              <a:pathLst>
                <a:path w="141605" h="276225">
                  <a:moveTo>
                    <a:pt x="70678" y="0"/>
                  </a:moveTo>
                  <a:lnTo>
                    <a:pt x="43193" y="5561"/>
                  </a:lnTo>
                  <a:lnTo>
                    <a:pt x="20724" y="20720"/>
                  </a:lnTo>
                  <a:lnTo>
                    <a:pt x="5562" y="43188"/>
                  </a:lnTo>
                  <a:lnTo>
                    <a:pt x="0" y="70678"/>
                  </a:lnTo>
                  <a:lnTo>
                    <a:pt x="0" y="275897"/>
                  </a:lnTo>
                  <a:lnTo>
                    <a:pt x="141356" y="275897"/>
                  </a:lnTo>
                  <a:lnTo>
                    <a:pt x="141356" y="265970"/>
                  </a:lnTo>
                  <a:lnTo>
                    <a:pt x="9926" y="265970"/>
                  </a:lnTo>
                  <a:lnTo>
                    <a:pt x="9926" y="104174"/>
                  </a:lnTo>
                  <a:lnTo>
                    <a:pt x="141356" y="104174"/>
                  </a:lnTo>
                  <a:lnTo>
                    <a:pt x="141356" y="93327"/>
                  </a:lnTo>
                  <a:lnTo>
                    <a:pt x="9926" y="93327"/>
                  </a:lnTo>
                  <a:lnTo>
                    <a:pt x="9926" y="70678"/>
                  </a:lnTo>
                  <a:lnTo>
                    <a:pt x="14209" y="48229"/>
                  </a:lnTo>
                  <a:lnTo>
                    <a:pt x="25959" y="29568"/>
                  </a:lnTo>
                  <a:lnTo>
                    <a:pt x="43525" y="16339"/>
                  </a:lnTo>
                  <a:lnTo>
                    <a:pt x="65254" y="10188"/>
                  </a:lnTo>
                  <a:lnTo>
                    <a:pt x="105021" y="10188"/>
                  </a:lnTo>
                  <a:lnTo>
                    <a:pt x="98163" y="5561"/>
                  </a:lnTo>
                  <a:lnTo>
                    <a:pt x="70678" y="0"/>
                  </a:lnTo>
                  <a:close/>
                </a:path>
                <a:path w="141605" h="276225">
                  <a:moveTo>
                    <a:pt x="76102" y="104174"/>
                  </a:moveTo>
                  <a:lnTo>
                    <a:pt x="65265" y="104174"/>
                  </a:lnTo>
                  <a:lnTo>
                    <a:pt x="65265" y="265970"/>
                  </a:lnTo>
                  <a:lnTo>
                    <a:pt x="76102" y="265970"/>
                  </a:lnTo>
                  <a:lnTo>
                    <a:pt x="76102" y="104174"/>
                  </a:lnTo>
                  <a:close/>
                </a:path>
                <a:path w="141605" h="276225">
                  <a:moveTo>
                    <a:pt x="141356" y="104174"/>
                  </a:moveTo>
                  <a:lnTo>
                    <a:pt x="131441" y="104174"/>
                  </a:lnTo>
                  <a:lnTo>
                    <a:pt x="131441" y="265970"/>
                  </a:lnTo>
                  <a:lnTo>
                    <a:pt x="141356" y="265970"/>
                  </a:lnTo>
                  <a:lnTo>
                    <a:pt x="141356" y="104174"/>
                  </a:lnTo>
                  <a:close/>
                </a:path>
                <a:path w="141605" h="276225">
                  <a:moveTo>
                    <a:pt x="76102" y="10188"/>
                  </a:moveTo>
                  <a:lnTo>
                    <a:pt x="65254" y="10188"/>
                  </a:lnTo>
                  <a:lnTo>
                    <a:pt x="65254" y="93327"/>
                  </a:lnTo>
                  <a:lnTo>
                    <a:pt x="76102" y="93327"/>
                  </a:lnTo>
                  <a:lnTo>
                    <a:pt x="76102" y="10188"/>
                  </a:lnTo>
                  <a:close/>
                </a:path>
                <a:path w="141605" h="276225">
                  <a:moveTo>
                    <a:pt x="105021" y="10188"/>
                  </a:moveTo>
                  <a:lnTo>
                    <a:pt x="76102" y="10188"/>
                  </a:lnTo>
                  <a:lnTo>
                    <a:pt x="97833" y="16339"/>
                  </a:lnTo>
                  <a:lnTo>
                    <a:pt x="115402" y="29568"/>
                  </a:lnTo>
                  <a:lnTo>
                    <a:pt x="127155" y="48229"/>
                  </a:lnTo>
                  <a:lnTo>
                    <a:pt x="131441" y="70678"/>
                  </a:lnTo>
                  <a:lnTo>
                    <a:pt x="131441" y="93327"/>
                  </a:lnTo>
                  <a:lnTo>
                    <a:pt x="141356" y="93327"/>
                  </a:lnTo>
                  <a:lnTo>
                    <a:pt x="141356" y="70678"/>
                  </a:lnTo>
                  <a:lnTo>
                    <a:pt x="135793" y="43188"/>
                  </a:lnTo>
                  <a:lnTo>
                    <a:pt x="120632" y="20720"/>
                  </a:lnTo>
                  <a:lnTo>
                    <a:pt x="105021" y="101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2" name="object 282" descr=""/>
          <p:cNvGrpSpPr/>
          <p:nvPr/>
        </p:nvGrpSpPr>
        <p:grpSpPr>
          <a:xfrm>
            <a:off x="14348045" y="3843307"/>
            <a:ext cx="141605" cy="276225"/>
            <a:chOff x="14348045" y="3843307"/>
            <a:chExt cx="141605" cy="276225"/>
          </a:xfrm>
        </p:grpSpPr>
        <p:sp>
          <p:nvSpPr>
            <p:cNvPr id="283" name="object 283" descr=""/>
            <p:cNvSpPr/>
            <p:nvPr/>
          </p:nvSpPr>
          <p:spPr>
            <a:xfrm>
              <a:off x="14357961" y="3853226"/>
              <a:ext cx="121920" cy="256540"/>
            </a:xfrm>
            <a:custGeom>
              <a:avLst/>
              <a:gdLst/>
              <a:ahLst/>
              <a:cxnLst/>
              <a:rect l="l" t="t" r="r" b="b"/>
              <a:pathLst>
                <a:path w="121919" h="256539">
                  <a:moveTo>
                    <a:pt x="60762" y="0"/>
                  </a:moveTo>
                  <a:lnTo>
                    <a:pt x="37110" y="4774"/>
                  </a:lnTo>
                  <a:lnTo>
                    <a:pt x="17796" y="17796"/>
                  </a:lnTo>
                  <a:lnTo>
                    <a:pt x="4774" y="37110"/>
                  </a:lnTo>
                  <a:lnTo>
                    <a:pt x="0" y="60762"/>
                  </a:lnTo>
                  <a:lnTo>
                    <a:pt x="0" y="256055"/>
                  </a:lnTo>
                  <a:lnTo>
                    <a:pt x="121525" y="256055"/>
                  </a:lnTo>
                  <a:lnTo>
                    <a:pt x="121525" y="60762"/>
                  </a:lnTo>
                  <a:lnTo>
                    <a:pt x="116750" y="37110"/>
                  </a:lnTo>
                  <a:lnTo>
                    <a:pt x="103728" y="17796"/>
                  </a:lnTo>
                  <a:lnTo>
                    <a:pt x="84414" y="4774"/>
                  </a:lnTo>
                  <a:lnTo>
                    <a:pt x="60762" y="0"/>
                  </a:lnTo>
                  <a:close/>
                </a:path>
              </a:pathLst>
            </a:custGeom>
            <a:solidFill>
              <a:srgbClr val="6BBBC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4" name="object 284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4357992" y="3853223"/>
              <a:ext cx="121462" cy="175137"/>
            </a:xfrm>
            <a:prstGeom prst="rect">
              <a:avLst/>
            </a:prstGeom>
          </p:spPr>
        </p:pic>
        <p:sp>
          <p:nvSpPr>
            <p:cNvPr id="285" name="object 285" descr=""/>
            <p:cNvSpPr/>
            <p:nvPr/>
          </p:nvSpPr>
          <p:spPr>
            <a:xfrm>
              <a:off x="14348045" y="3843307"/>
              <a:ext cx="141605" cy="276225"/>
            </a:xfrm>
            <a:custGeom>
              <a:avLst/>
              <a:gdLst/>
              <a:ahLst/>
              <a:cxnLst/>
              <a:rect l="l" t="t" r="r" b="b"/>
              <a:pathLst>
                <a:path w="141605" h="276225">
                  <a:moveTo>
                    <a:pt x="70678" y="0"/>
                  </a:moveTo>
                  <a:lnTo>
                    <a:pt x="43193" y="5562"/>
                  </a:lnTo>
                  <a:lnTo>
                    <a:pt x="20724" y="20724"/>
                  </a:lnTo>
                  <a:lnTo>
                    <a:pt x="5562" y="43193"/>
                  </a:lnTo>
                  <a:lnTo>
                    <a:pt x="0" y="70678"/>
                  </a:lnTo>
                  <a:lnTo>
                    <a:pt x="0" y="275897"/>
                  </a:lnTo>
                  <a:lnTo>
                    <a:pt x="141356" y="275897"/>
                  </a:lnTo>
                  <a:lnTo>
                    <a:pt x="141356" y="265981"/>
                  </a:lnTo>
                  <a:lnTo>
                    <a:pt x="9915" y="265981"/>
                  </a:lnTo>
                  <a:lnTo>
                    <a:pt x="9915" y="104185"/>
                  </a:lnTo>
                  <a:lnTo>
                    <a:pt x="141356" y="104185"/>
                  </a:lnTo>
                  <a:lnTo>
                    <a:pt x="141356" y="93327"/>
                  </a:lnTo>
                  <a:lnTo>
                    <a:pt x="9915" y="93327"/>
                  </a:lnTo>
                  <a:lnTo>
                    <a:pt x="9915" y="70678"/>
                  </a:lnTo>
                  <a:lnTo>
                    <a:pt x="14202" y="48229"/>
                  </a:lnTo>
                  <a:lnTo>
                    <a:pt x="25958" y="29568"/>
                  </a:lnTo>
                  <a:lnTo>
                    <a:pt x="43527" y="16339"/>
                  </a:lnTo>
                  <a:lnTo>
                    <a:pt x="65254" y="10188"/>
                  </a:lnTo>
                  <a:lnTo>
                    <a:pt x="105017" y="10188"/>
                  </a:lnTo>
                  <a:lnTo>
                    <a:pt x="98163" y="5562"/>
                  </a:lnTo>
                  <a:lnTo>
                    <a:pt x="70678" y="0"/>
                  </a:lnTo>
                  <a:close/>
                </a:path>
                <a:path w="141605" h="276225">
                  <a:moveTo>
                    <a:pt x="76102" y="104185"/>
                  </a:moveTo>
                  <a:lnTo>
                    <a:pt x="65254" y="104185"/>
                  </a:lnTo>
                  <a:lnTo>
                    <a:pt x="65254" y="265981"/>
                  </a:lnTo>
                  <a:lnTo>
                    <a:pt x="76102" y="265981"/>
                  </a:lnTo>
                  <a:lnTo>
                    <a:pt x="76102" y="104185"/>
                  </a:lnTo>
                  <a:close/>
                </a:path>
                <a:path w="141605" h="276225">
                  <a:moveTo>
                    <a:pt x="141356" y="104185"/>
                  </a:moveTo>
                  <a:lnTo>
                    <a:pt x="131441" y="104185"/>
                  </a:lnTo>
                  <a:lnTo>
                    <a:pt x="131441" y="265981"/>
                  </a:lnTo>
                  <a:lnTo>
                    <a:pt x="141356" y="265981"/>
                  </a:lnTo>
                  <a:lnTo>
                    <a:pt x="141356" y="104185"/>
                  </a:lnTo>
                  <a:close/>
                </a:path>
                <a:path w="141605" h="276225">
                  <a:moveTo>
                    <a:pt x="76102" y="10188"/>
                  </a:moveTo>
                  <a:lnTo>
                    <a:pt x="65254" y="10188"/>
                  </a:lnTo>
                  <a:lnTo>
                    <a:pt x="65254" y="93327"/>
                  </a:lnTo>
                  <a:lnTo>
                    <a:pt x="76102" y="93327"/>
                  </a:lnTo>
                  <a:lnTo>
                    <a:pt x="76102" y="10188"/>
                  </a:lnTo>
                  <a:close/>
                </a:path>
                <a:path w="141605" h="276225">
                  <a:moveTo>
                    <a:pt x="105017" y="10188"/>
                  </a:moveTo>
                  <a:lnTo>
                    <a:pt x="76102" y="10188"/>
                  </a:lnTo>
                  <a:lnTo>
                    <a:pt x="97833" y="16339"/>
                  </a:lnTo>
                  <a:lnTo>
                    <a:pt x="115402" y="29568"/>
                  </a:lnTo>
                  <a:lnTo>
                    <a:pt x="127155" y="48229"/>
                  </a:lnTo>
                  <a:lnTo>
                    <a:pt x="131441" y="70678"/>
                  </a:lnTo>
                  <a:lnTo>
                    <a:pt x="131441" y="93327"/>
                  </a:lnTo>
                  <a:lnTo>
                    <a:pt x="141356" y="93327"/>
                  </a:lnTo>
                  <a:lnTo>
                    <a:pt x="141356" y="70678"/>
                  </a:lnTo>
                  <a:lnTo>
                    <a:pt x="135793" y="43193"/>
                  </a:lnTo>
                  <a:lnTo>
                    <a:pt x="120632" y="20724"/>
                  </a:lnTo>
                  <a:lnTo>
                    <a:pt x="105017" y="101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6" name="object 286" descr=""/>
          <p:cNvGrpSpPr/>
          <p:nvPr/>
        </p:nvGrpSpPr>
        <p:grpSpPr>
          <a:xfrm>
            <a:off x="14348045" y="4358830"/>
            <a:ext cx="141605" cy="276225"/>
            <a:chOff x="14348045" y="4358830"/>
            <a:chExt cx="141605" cy="276225"/>
          </a:xfrm>
        </p:grpSpPr>
        <p:sp>
          <p:nvSpPr>
            <p:cNvPr id="287" name="object 287" descr=""/>
            <p:cNvSpPr/>
            <p:nvPr/>
          </p:nvSpPr>
          <p:spPr>
            <a:xfrm>
              <a:off x="14357961" y="4368747"/>
              <a:ext cx="121920" cy="256540"/>
            </a:xfrm>
            <a:custGeom>
              <a:avLst/>
              <a:gdLst/>
              <a:ahLst/>
              <a:cxnLst/>
              <a:rect l="l" t="t" r="r" b="b"/>
              <a:pathLst>
                <a:path w="121919" h="256539">
                  <a:moveTo>
                    <a:pt x="60762" y="0"/>
                  </a:moveTo>
                  <a:lnTo>
                    <a:pt x="37110" y="4774"/>
                  </a:lnTo>
                  <a:lnTo>
                    <a:pt x="17796" y="17795"/>
                  </a:lnTo>
                  <a:lnTo>
                    <a:pt x="4774" y="37106"/>
                  </a:lnTo>
                  <a:lnTo>
                    <a:pt x="0" y="60752"/>
                  </a:lnTo>
                  <a:lnTo>
                    <a:pt x="0" y="256055"/>
                  </a:lnTo>
                  <a:lnTo>
                    <a:pt x="121525" y="256055"/>
                  </a:lnTo>
                  <a:lnTo>
                    <a:pt x="121525" y="60752"/>
                  </a:lnTo>
                  <a:lnTo>
                    <a:pt x="116750" y="37106"/>
                  </a:lnTo>
                  <a:lnTo>
                    <a:pt x="103728" y="17795"/>
                  </a:lnTo>
                  <a:lnTo>
                    <a:pt x="84414" y="4774"/>
                  </a:lnTo>
                  <a:lnTo>
                    <a:pt x="60762" y="0"/>
                  </a:lnTo>
                  <a:close/>
                </a:path>
              </a:pathLst>
            </a:custGeom>
            <a:solidFill>
              <a:srgbClr val="6BBBC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8" name="object 288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4357992" y="4368746"/>
              <a:ext cx="121462" cy="175127"/>
            </a:xfrm>
            <a:prstGeom prst="rect">
              <a:avLst/>
            </a:prstGeom>
          </p:spPr>
        </p:pic>
        <p:sp>
          <p:nvSpPr>
            <p:cNvPr id="289" name="object 289" descr=""/>
            <p:cNvSpPr/>
            <p:nvPr/>
          </p:nvSpPr>
          <p:spPr>
            <a:xfrm>
              <a:off x="14348045" y="4358830"/>
              <a:ext cx="141605" cy="276225"/>
            </a:xfrm>
            <a:custGeom>
              <a:avLst/>
              <a:gdLst/>
              <a:ahLst/>
              <a:cxnLst/>
              <a:rect l="l" t="t" r="r" b="b"/>
              <a:pathLst>
                <a:path w="141605" h="276225">
                  <a:moveTo>
                    <a:pt x="70678" y="0"/>
                  </a:moveTo>
                  <a:lnTo>
                    <a:pt x="43193" y="5561"/>
                  </a:lnTo>
                  <a:lnTo>
                    <a:pt x="20724" y="20720"/>
                  </a:lnTo>
                  <a:lnTo>
                    <a:pt x="5562" y="43188"/>
                  </a:lnTo>
                  <a:lnTo>
                    <a:pt x="0" y="70678"/>
                  </a:lnTo>
                  <a:lnTo>
                    <a:pt x="0" y="275897"/>
                  </a:lnTo>
                  <a:lnTo>
                    <a:pt x="141356" y="275897"/>
                  </a:lnTo>
                  <a:lnTo>
                    <a:pt x="141356" y="265970"/>
                  </a:lnTo>
                  <a:lnTo>
                    <a:pt x="9915" y="265970"/>
                  </a:lnTo>
                  <a:lnTo>
                    <a:pt x="9915" y="104174"/>
                  </a:lnTo>
                  <a:lnTo>
                    <a:pt x="141356" y="104174"/>
                  </a:lnTo>
                  <a:lnTo>
                    <a:pt x="141356" y="93327"/>
                  </a:lnTo>
                  <a:lnTo>
                    <a:pt x="9915" y="93327"/>
                  </a:lnTo>
                  <a:lnTo>
                    <a:pt x="9915" y="70678"/>
                  </a:lnTo>
                  <a:lnTo>
                    <a:pt x="14202" y="48229"/>
                  </a:lnTo>
                  <a:lnTo>
                    <a:pt x="25958" y="29568"/>
                  </a:lnTo>
                  <a:lnTo>
                    <a:pt x="43527" y="16339"/>
                  </a:lnTo>
                  <a:lnTo>
                    <a:pt x="65254" y="10188"/>
                  </a:lnTo>
                  <a:lnTo>
                    <a:pt x="105021" y="10188"/>
                  </a:lnTo>
                  <a:lnTo>
                    <a:pt x="98163" y="5561"/>
                  </a:lnTo>
                  <a:lnTo>
                    <a:pt x="70678" y="0"/>
                  </a:lnTo>
                  <a:close/>
                </a:path>
                <a:path w="141605" h="276225">
                  <a:moveTo>
                    <a:pt x="76102" y="104174"/>
                  </a:moveTo>
                  <a:lnTo>
                    <a:pt x="65254" y="104174"/>
                  </a:lnTo>
                  <a:lnTo>
                    <a:pt x="65254" y="265970"/>
                  </a:lnTo>
                  <a:lnTo>
                    <a:pt x="76102" y="265970"/>
                  </a:lnTo>
                  <a:lnTo>
                    <a:pt x="76102" y="104174"/>
                  </a:lnTo>
                  <a:close/>
                </a:path>
                <a:path w="141605" h="276225">
                  <a:moveTo>
                    <a:pt x="141356" y="104174"/>
                  </a:moveTo>
                  <a:lnTo>
                    <a:pt x="131441" y="104174"/>
                  </a:lnTo>
                  <a:lnTo>
                    <a:pt x="131441" y="265970"/>
                  </a:lnTo>
                  <a:lnTo>
                    <a:pt x="141356" y="265970"/>
                  </a:lnTo>
                  <a:lnTo>
                    <a:pt x="141356" y="104174"/>
                  </a:lnTo>
                  <a:close/>
                </a:path>
                <a:path w="141605" h="276225">
                  <a:moveTo>
                    <a:pt x="76102" y="10188"/>
                  </a:moveTo>
                  <a:lnTo>
                    <a:pt x="65254" y="10188"/>
                  </a:lnTo>
                  <a:lnTo>
                    <a:pt x="65254" y="93327"/>
                  </a:lnTo>
                  <a:lnTo>
                    <a:pt x="76102" y="93327"/>
                  </a:lnTo>
                  <a:lnTo>
                    <a:pt x="76102" y="10188"/>
                  </a:lnTo>
                  <a:close/>
                </a:path>
                <a:path w="141605" h="276225">
                  <a:moveTo>
                    <a:pt x="105021" y="10188"/>
                  </a:moveTo>
                  <a:lnTo>
                    <a:pt x="76102" y="10188"/>
                  </a:lnTo>
                  <a:lnTo>
                    <a:pt x="97833" y="16339"/>
                  </a:lnTo>
                  <a:lnTo>
                    <a:pt x="115402" y="29568"/>
                  </a:lnTo>
                  <a:lnTo>
                    <a:pt x="127155" y="48229"/>
                  </a:lnTo>
                  <a:lnTo>
                    <a:pt x="131441" y="70678"/>
                  </a:lnTo>
                  <a:lnTo>
                    <a:pt x="131441" y="93327"/>
                  </a:lnTo>
                  <a:lnTo>
                    <a:pt x="141356" y="93327"/>
                  </a:lnTo>
                  <a:lnTo>
                    <a:pt x="141356" y="70678"/>
                  </a:lnTo>
                  <a:lnTo>
                    <a:pt x="135793" y="43188"/>
                  </a:lnTo>
                  <a:lnTo>
                    <a:pt x="120632" y="20720"/>
                  </a:lnTo>
                  <a:lnTo>
                    <a:pt x="105021" y="101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0" name="object 290" descr=""/>
          <p:cNvGrpSpPr/>
          <p:nvPr/>
        </p:nvGrpSpPr>
        <p:grpSpPr>
          <a:xfrm>
            <a:off x="14616549" y="3843307"/>
            <a:ext cx="141605" cy="276225"/>
            <a:chOff x="14616549" y="3843307"/>
            <a:chExt cx="141605" cy="276225"/>
          </a:xfrm>
        </p:grpSpPr>
        <p:sp>
          <p:nvSpPr>
            <p:cNvPr id="291" name="object 291" descr=""/>
            <p:cNvSpPr/>
            <p:nvPr/>
          </p:nvSpPr>
          <p:spPr>
            <a:xfrm>
              <a:off x="14626460" y="3853226"/>
              <a:ext cx="121920" cy="256540"/>
            </a:xfrm>
            <a:custGeom>
              <a:avLst/>
              <a:gdLst/>
              <a:ahLst/>
              <a:cxnLst/>
              <a:rect l="l" t="t" r="r" b="b"/>
              <a:pathLst>
                <a:path w="121919" h="256539">
                  <a:moveTo>
                    <a:pt x="60762" y="0"/>
                  </a:moveTo>
                  <a:lnTo>
                    <a:pt x="37110" y="4774"/>
                  </a:lnTo>
                  <a:lnTo>
                    <a:pt x="17796" y="17796"/>
                  </a:lnTo>
                  <a:lnTo>
                    <a:pt x="4774" y="37110"/>
                  </a:lnTo>
                  <a:lnTo>
                    <a:pt x="0" y="60762"/>
                  </a:lnTo>
                  <a:lnTo>
                    <a:pt x="0" y="256055"/>
                  </a:lnTo>
                  <a:lnTo>
                    <a:pt x="121525" y="256055"/>
                  </a:lnTo>
                  <a:lnTo>
                    <a:pt x="121525" y="60762"/>
                  </a:lnTo>
                  <a:lnTo>
                    <a:pt x="116750" y="37110"/>
                  </a:lnTo>
                  <a:lnTo>
                    <a:pt x="103728" y="17796"/>
                  </a:lnTo>
                  <a:lnTo>
                    <a:pt x="84414" y="4774"/>
                  </a:lnTo>
                  <a:lnTo>
                    <a:pt x="60762" y="0"/>
                  </a:lnTo>
                  <a:close/>
                </a:path>
              </a:pathLst>
            </a:custGeom>
            <a:solidFill>
              <a:srgbClr val="6BBBC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2" name="object 292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4626466" y="3853223"/>
              <a:ext cx="121514" cy="175167"/>
            </a:xfrm>
            <a:prstGeom prst="rect">
              <a:avLst/>
            </a:prstGeom>
          </p:spPr>
        </p:pic>
        <p:sp>
          <p:nvSpPr>
            <p:cNvPr id="293" name="object 293" descr=""/>
            <p:cNvSpPr/>
            <p:nvPr/>
          </p:nvSpPr>
          <p:spPr>
            <a:xfrm>
              <a:off x="14616549" y="3843307"/>
              <a:ext cx="141605" cy="276225"/>
            </a:xfrm>
            <a:custGeom>
              <a:avLst/>
              <a:gdLst/>
              <a:ahLst/>
              <a:cxnLst/>
              <a:rect l="l" t="t" r="r" b="b"/>
              <a:pathLst>
                <a:path w="141605" h="276225">
                  <a:moveTo>
                    <a:pt x="70678" y="0"/>
                  </a:moveTo>
                  <a:lnTo>
                    <a:pt x="43193" y="5562"/>
                  </a:lnTo>
                  <a:lnTo>
                    <a:pt x="20724" y="20724"/>
                  </a:lnTo>
                  <a:lnTo>
                    <a:pt x="5562" y="43193"/>
                  </a:lnTo>
                  <a:lnTo>
                    <a:pt x="0" y="70678"/>
                  </a:lnTo>
                  <a:lnTo>
                    <a:pt x="0" y="275897"/>
                  </a:lnTo>
                  <a:lnTo>
                    <a:pt x="141356" y="275897"/>
                  </a:lnTo>
                  <a:lnTo>
                    <a:pt x="141356" y="265981"/>
                  </a:lnTo>
                  <a:lnTo>
                    <a:pt x="9915" y="265981"/>
                  </a:lnTo>
                  <a:lnTo>
                    <a:pt x="9915" y="104185"/>
                  </a:lnTo>
                  <a:lnTo>
                    <a:pt x="141356" y="104185"/>
                  </a:lnTo>
                  <a:lnTo>
                    <a:pt x="141356" y="93327"/>
                  </a:lnTo>
                  <a:lnTo>
                    <a:pt x="9915" y="93327"/>
                  </a:lnTo>
                  <a:lnTo>
                    <a:pt x="9915" y="70678"/>
                  </a:lnTo>
                  <a:lnTo>
                    <a:pt x="14200" y="48229"/>
                  </a:lnTo>
                  <a:lnTo>
                    <a:pt x="25953" y="29568"/>
                  </a:lnTo>
                  <a:lnTo>
                    <a:pt x="43519" y="16339"/>
                  </a:lnTo>
                  <a:lnTo>
                    <a:pt x="65244" y="10188"/>
                  </a:lnTo>
                  <a:lnTo>
                    <a:pt x="105017" y="10188"/>
                  </a:lnTo>
                  <a:lnTo>
                    <a:pt x="98163" y="5562"/>
                  </a:lnTo>
                  <a:lnTo>
                    <a:pt x="70678" y="0"/>
                  </a:lnTo>
                  <a:close/>
                </a:path>
                <a:path w="141605" h="276225">
                  <a:moveTo>
                    <a:pt x="76102" y="104185"/>
                  </a:moveTo>
                  <a:lnTo>
                    <a:pt x="65254" y="104185"/>
                  </a:lnTo>
                  <a:lnTo>
                    <a:pt x="65254" y="265981"/>
                  </a:lnTo>
                  <a:lnTo>
                    <a:pt x="76102" y="265981"/>
                  </a:lnTo>
                  <a:lnTo>
                    <a:pt x="76102" y="104185"/>
                  </a:lnTo>
                  <a:close/>
                </a:path>
                <a:path w="141605" h="276225">
                  <a:moveTo>
                    <a:pt x="141356" y="104185"/>
                  </a:moveTo>
                  <a:lnTo>
                    <a:pt x="131441" y="104185"/>
                  </a:lnTo>
                  <a:lnTo>
                    <a:pt x="131441" y="265981"/>
                  </a:lnTo>
                  <a:lnTo>
                    <a:pt x="141356" y="265981"/>
                  </a:lnTo>
                  <a:lnTo>
                    <a:pt x="141356" y="104185"/>
                  </a:lnTo>
                  <a:close/>
                </a:path>
                <a:path w="141605" h="276225">
                  <a:moveTo>
                    <a:pt x="76102" y="10188"/>
                  </a:moveTo>
                  <a:lnTo>
                    <a:pt x="65244" y="10188"/>
                  </a:lnTo>
                  <a:lnTo>
                    <a:pt x="65244" y="93327"/>
                  </a:lnTo>
                  <a:lnTo>
                    <a:pt x="76102" y="93327"/>
                  </a:lnTo>
                  <a:lnTo>
                    <a:pt x="76102" y="10188"/>
                  </a:lnTo>
                  <a:close/>
                </a:path>
                <a:path w="141605" h="276225">
                  <a:moveTo>
                    <a:pt x="105017" y="10188"/>
                  </a:moveTo>
                  <a:lnTo>
                    <a:pt x="76102" y="10188"/>
                  </a:lnTo>
                  <a:lnTo>
                    <a:pt x="97827" y="16339"/>
                  </a:lnTo>
                  <a:lnTo>
                    <a:pt x="115393" y="29568"/>
                  </a:lnTo>
                  <a:lnTo>
                    <a:pt x="127145" y="48229"/>
                  </a:lnTo>
                  <a:lnTo>
                    <a:pt x="131430" y="70678"/>
                  </a:lnTo>
                  <a:lnTo>
                    <a:pt x="131430" y="93327"/>
                  </a:lnTo>
                  <a:lnTo>
                    <a:pt x="141356" y="93327"/>
                  </a:lnTo>
                  <a:lnTo>
                    <a:pt x="141356" y="70678"/>
                  </a:lnTo>
                  <a:lnTo>
                    <a:pt x="135793" y="43193"/>
                  </a:lnTo>
                  <a:lnTo>
                    <a:pt x="120632" y="20724"/>
                  </a:lnTo>
                  <a:lnTo>
                    <a:pt x="105017" y="101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4" name="object 294" descr=""/>
          <p:cNvGrpSpPr/>
          <p:nvPr/>
        </p:nvGrpSpPr>
        <p:grpSpPr>
          <a:xfrm>
            <a:off x="14616549" y="4358830"/>
            <a:ext cx="141605" cy="276225"/>
            <a:chOff x="14616549" y="4358830"/>
            <a:chExt cx="141605" cy="276225"/>
          </a:xfrm>
        </p:grpSpPr>
        <p:sp>
          <p:nvSpPr>
            <p:cNvPr id="295" name="object 295" descr=""/>
            <p:cNvSpPr/>
            <p:nvPr/>
          </p:nvSpPr>
          <p:spPr>
            <a:xfrm>
              <a:off x="14626460" y="4368747"/>
              <a:ext cx="121920" cy="256540"/>
            </a:xfrm>
            <a:custGeom>
              <a:avLst/>
              <a:gdLst/>
              <a:ahLst/>
              <a:cxnLst/>
              <a:rect l="l" t="t" r="r" b="b"/>
              <a:pathLst>
                <a:path w="121919" h="256539">
                  <a:moveTo>
                    <a:pt x="60762" y="0"/>
                  </a:moveTo>
                  <a:lnTo>
                    <a:pt x="37110" y="4774"/>
                  </a:lnTo>
                  <a:lnTo>
                    <a:pt x="17796" y="17795"/>
                  </a:lnTo>
                  <a:lnTo>
                    <a:pt x="4774" y="37106"/>
                  </a:lnTo>
                  <a:lnTo>
                    <a:pt x="0" y="60752"/>
                  </a:lnTo>
                  <a:lnTo>
                    <a:pt x="0" y="256055"/>
                  </a:lnTo>
                  <a:lnTo>
                    <a:pt x="121525" y="256055"/>
                  </a:lnTo>
                  <a:lnTo>
                    <a:pt x="121525" y="60752"/>
                  </a:lnTo>
                  <a:lnTo>
                    <a:pt x="116750" y="37106"/>
                  </a:lnTo>
                  <a:lnTo>
                    <a:pt x="103728" y="17795"/>
                  </a:lnTo>
                  <a:lnTo>
                    <a:pt x="84414" y="4774"/>
                  </a:lnTo>
                  <a:lnTo>
                    <a:pt x="60762" y="0"/>
                  </a:lnTo>
                  <a:close/>
                </a:path>
              </a:pathLst>
            </a:custGeom>
            <a:solidFill>
              <a:srgbClr val="6BBBC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6" name="object 296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4626466" y="4368746"/>
              <a:ext cx="121514" cy="175156"/>
            </a:xfrm>
            <a:prstGeom prst="rect">
              <a:avLst/>
            </a:prstGeom>
          </p:spPr>
        </p:pic>
        <p:sp>
          <p:nvSpPr>
            <p:cNvPr id="297" name="object 297" descr=""/>
            <p:cNvSpPr/>
            <p:nvPr/>
          </p:nvSpPr>
          <p:spPr>
            <a:xfrm>
              <a:off x="14616549" y="4358830"/>
              <a:ext cx="141605" cy="276225"/>
            </a:xfrm>
            <a:custGeom>
              <a:avLst/>
              <a:gdLst/>
              <a:ahLst/>
              <a:cxnLst/>
              <a:rect l="l" t="t" r="r" b="b"/>
              <a:pathLst>
                <a:path w="141605" h="276225">
                  <a:moveTo>
                    <a:pt x="70678" y="0"/>
                  </a:moveTo>
                  <a:lnTo>
                    <a:pt x="43193" y="5561"/>
                  </a:lnTo>
                  <a:lnTo>
                    <a:pt x="20724" y="20720"/>
                  </a:lnTo>
                  <a:lnTo>
                    <a:pt x="5562" y="43188"/>
                  </a:lnTo>
                  <a:lnTo>
                    <a:pt x="0" y="70678"/>
                  </a:lnTo>
                  <a:lnTo>
                    <a:pt x="0" y="275897"/>
                  </a:lnTo>
                  <a:lnTo>
                    <a:pt x="141356" y="275897"/>
                  </a:lnTo>
                  <a:lnTo>
                    <a:pt x="141356" y="265970"/>
                  </a:lnTo>
                  <a:lnTo>
                    <a:pt x="9915" y="265970"/>
                  </a:lnTo>
                  <a:lnTo>
                    <a:pt x="9915" y="104174"/>
                  </a:lnTo>
                  <a:lnTo>
                    <a:pt x="141356" y="104174"/>
                  </a:lnTo>
                  <a:lnTo>
                    <a:pt x="141356" y="93327"/>
                  </a:lnTo>
                  <a:lnTo>
                    <a:pt x="9915" y="93327"/>
                  </a:lnTo>
                  <a:lnTo>
                    <a:pt x="9915" y="70678"/>
                  </a:lnTo>
                  <a:lnTo>
                    <a:pt x="14200" y="48229"/>
                  </a:lnTo>
                  <a:lnTo>
                    <a:pt x="25953" y="29568"/>
                  </a:lnTo>
                  <a:lnTo>
                    <a:pt x="43519" y="16339"/>
                  </a:lnTo>
                  <a:lnTo>
                    <a:pt x="65244" y="10188"/>
                  </a:lnTo>
                  <a:lnTo>
                    <a:pt x="105021" y="10188"/>
                  </a:lnTo>
                  <a:lnTo>
                    <a:pt x="98163" y="5561"/>
                  </a:lnTo>
                  <a:lnTo>
                    <a:pt x="70678" y="0"/>
                  </a:lnTo>
                  <a:close/>
                </a:path>
                <a:path w="141605" h="276225">
                  <a:moveTo>
                    <a:pt x="76102" y="104174"/>
                  </a:moveTo>
                  <a:lnTo>
                    <a:pt x="65254" y="104174"/>
                  </a:lnTo>
                  <a:lnTo>
                    <a:pt x="65254" y="265970"/>
                  </a:lnTo>
                  <a:lnTo>
                    <a:pt x="76102" y="265970"/>
                  </a:lnTo>
                  <a:lnTo>
                    <a:pt x="76102" y="104174"/>
                  </a:lnTo>
                  <a:close/>
                </a:path>
                <a:path w="141605" h="276225">
                  <a:moveTo>
                    <a:pt x="141356" y="104174"/>
                  </a:moveTo>
                  <a:lnTo>
                    <a:pt x="131441" y="104174"/>
                  </a:lnTo>
                  <a:lnTo>
                    <a:pt x="131441" y="265970"/>
                  </a:lnTo>
                  <a:lnTo>
                    <a:pt x="141356" y="265970"/>
                  </a:lnTo>
                  <a:lnTo>
                    <a:pt x="141356" y="104174"/>
                  </a:lnTo>
                  <a:close/>
                </a:path>
                <a:path w="141605" h="276225">
                  <a:moveTo>
                    <a:pt x="76102" y="10188"/>
                  </a:moveTo>
                  <a:lnTo>
                    <a:pt x="65244" y="10188"/>
                  </a:lnTo>
                  <a:lnTo>
                    <a:pt x="65244" y="93327"/>
                  </a:lnTo>
                  <a:lnTo>
                    <a:pt x="76102" y="93327"/>
                  </a:lnTo>
                  <a:lnTo>
                    <a:pt x="76102" y="10188"/>
                  </a:lnTo>
                  <a:close/>
                </a:path>
                <a:path w="141605" h="276225">
                  <a:moveTo>
                    <a:pt x="105021" y="10188"/>
                  </a:moveTo>
                  <a:lnTo>
                    <a:pt x="76102" y="10188"/>
                  </a:lnTo>
                  <a:lnTo>
                    <a:pt x="97827" y="16339"/>
                  </a:lnTo>
                  <a:lnTo>
                    <a:pt x="115393" y="29568"/>
                  </a:lnTo>
                  <a:lnTo>
                    <a:pt x="127145" y="48229"/>
                  </a:lnTo>
                  <a:lnTo>
                    <a:pt x="131430" y="70678"/>
                  </a:lnTo>
                  <a:lnTo>
                    <a:pt x="131430" y="93327"/>
                  </a:lnTo>
                  <a:lnTo>
                    <a:pt x="141356" y="93327"/>
                  </a:lnTo>
                  <a:lnTo>
                    <a:pt x="141356" y="70678"/>
                  </a:lnTo>
                  <a:lnTo>
                    <a:pt x="135793" y="43188"/>
                  </a:lnTo>
                  <a:lnTo>
                    <a:pt x="120632" y="20720"/>
                  </a:lnTo>
                  <a:lnTo>
                    <a:pt x="105021" y="101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8" name="object 298" descr=""/>
          <p:cNvGrpSpPr/>
          <p:nvPr/>
        </p:nvGrpSpPr>
        <p:grpSpPr>
          <a:xfrm>
            <a:off x="12204403" y="3843307"/>
            <a:ext cx="141605" cy="276225"/>
            <a:chOff x="12204403" y="3843307"/>
            <a:chExt cx="141605" cy="276225"/>
          </a:xfrm>
        </p:grpSpPr>
        <p:sp>
          <p:nvSpPr>
            <p:cNvPr id="299" name="object 299" descr=""/>
            <p:cNvSpPr/>
            <p:nvPr/>
          </p:nvSpPr>
          <p:spPr>
            <a:xfrm>
              <a:off x="12214324" y="3853226"/>
              <a:ext cx="121920" cy="256540"/>
            </a:xfrm>
            <a:custGeom>
              <a:avLst/>
              <a:gdLst/>
              <a:ahLst/>
              <a:cxnLst/>
              <a:rect l="l" t="t" r="r" b="b"/>
              <a:pathLst>
                <a:path w="121920" h="256539">
                  <a:moveTo>
                    <a:pt x="60752" y="0"/>
                  </a:moveTo>
                  <a:lnTo>
                    <a:pt x="37106" y="4774"/>
                  </a:lnTo>
                  <a:lnTo>
                    <a:pt x="17795" y="17796"/>
                  </a:lnTo>
                  <a:lnTo>
                    <a:pt x="4774" y="37110"/>
                  </a:lnTo>
                  <a:lnTo>
                    <a:pt x="0" y="60762"/>
                  </a:lnTo>
                  <a:lnTo>
                    <a:pt x="0" y="256055"/>
                  </a:lnTo>
                  <a:lnTo>
                    <a:pt x="121514" y="256055"/>
                  </a:lnTo>
                  <a:lnTo>
                    <a:pt x="121514" y="60762"/>
                  </a:lnTo>
                  <a:lnTo>
                    <a:pt x="116739" y="37110"/>
                  </a:lnTo>
                  <a:lnTo>
                    <a:pt x="103718" y="17796"/>
                  </a:lnTo>
                  <a:lnTo>
                    <a:pt x="84404" y="4774"/>
                  </a:lnTo>
                  <a:lnTo>
                    <a:pt x="60752" y="0"/>
                  </a:lnTo>
                  <a:close/>
                </a:path>
              </a:pathLst>
            </a:custGeom>
            <a:solidFill>
              <a:srgbClr val="6BBBC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0" name="object 300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2214320" y="3853222"/>
              <a:ext cx="121525" cy="175167"/>
            </a:xfrm>
            <a:prstGeom prst="rect">
              <a:avLst/>
            </a:prstGeom>
          </p:spPr>
        </p:pic>
        <p:sp>
          <p:nvSpPr>
            <p:cNvPr id="301" name="object 301" descr=""/>
            <p:cNvSpPr/>
            <p:nvPr/>
          </p:nvSpPr>
          <p:spPr>
            <a:xfrm>
              <a:off x="12204403" y="3843307"/>
              <a:ext cx="141605" cy="276225"/>
            </a:xfrm>
            <a:custGeom>
              <a:avLst/>
              <a:gdLst/>
              <a:ahLst/>
              <a:cxnLst/>
              <a:rect l="l" t="t" r="r" b="b"/>
              <a:pathLst>
                <a:path w="141604" h="276225">
                  <a:moveTo>
                    <a:pt x="70678" y="0"/>
                  </a:moveTo>
                  <a:lnTo>
                    <a:pt x="43193" y="5562"/>
                  </a:lnTo>
                  <a:lnTo>
                    <a:pt x="20724" y="20724"/>
                  </a:lnTo>
                  <a:lnTo>
                    <a:pt x="5562" y="43193"/>
                  </a:lnTo>
                  <a:lnTo>
                    <a:pt x="0" y="70678"/>
                  </a:lnTo>
                  <a:lnTo>
                    <a:pt x="0" y="275897"/>
                  </a:lnTo>
                  <a:lnTo>
                    <a:pt x="141356" y="275897"/>
                  </a:lnTo>
                  <a:lnTo>
                    <a:pt x="141356" y="265981"/>
                  </a:lnTo>
                  <a:lnTo>
                    <a:pt x="9915" y="265981"/>
                  </a:lnTo>
                  <a:lnTo>
                    <a:pt x="9915" y="104185"/>
                  </a:lnTo>
                  <a:lnTo>
                    <a:pt x="141356" y="104185"/>
                  </a:lnTo>
                  <a:lnTo>
                    <a:pt x="141356" y="93327"/>
                  </a:lnTo>
                  <a:lnTo>
                    <a:pt x="9915" y="93327"/>
                  </a:lnTo>
                  <a:lnTo>
                    <a:pt x="9915" y="70678"/>
                  </a:lnTo>
                  <a:lnTo>
                    <a:pt x="14201" y="48229"/>
                  </a:lnTo>
                  <a:lnTo>
                    <a:pt x="25954" y="29568"/>
                  </a:lnTo>
                  <a:lnTo>
                    <a:pt x="43523" y="16339"/>
                  </a:lnTo>
                  <a:lnTo>
                    <a:pt x="65254" y="10188"/>
                  </a:lnTo>
                  <a:lnTo>
                    <a:pt x="105017" y="10188"/>
                  </a:lnTo>
                  <a:lnTo>
                    <a:pt x="98163" y="5562"/>
                  </a:lnTo>
                  <a:lnTo>
                    <a:pt x="70678" y="0"/>
                  </a:lnTo>
                  <a:close/>
                </a:path>
                <a:path w="141604" h="276225">
                  <a:moveTo>
                    <a:pt x="76102" y="104185"/>
                  </a:moveTo>
                  <a:lnTo>
                    <a:pt x="65254" y="104185"/>
                  </a:lnTo>
                  <a:lnTo>
                    <a:pt x="65254" y="265981"/>
                  </a:lnTo>
                  <a:lnTo>
                    <a:pt x="76102" y="265981"/>
                  </a:lnTo>
                  <a:lnTo>
                    <a:pt x="76102" y="104185"/>
                  </a:lnTo>
                  <a:close/>
                </a:path>
                <a:path w="141604" h="276225">
                  <a:moveTo>
                    <a:pt x="141356" y="104185"/>
                  </a:moveTo>
                  <a:lnTo>
                    <a:pt x="131441" y="104185"/>
                  </a:lnTo>
                  <a:lnTo>
                    <a:pt x="131441" y="265981"/>
                  </a:lnTo>
                  <a:lnTo>
                    <a:pt x="141356" y="265981"/>
                  </a:lnTo>
                  <a:lnTo>
                    <a:pt x="141356" y="104185"/>
                  </a:lnTo>
                  <a:close/>
                </a:path>
                <a:path w="141604" h="276225">
                  <a:moveTo>
                    <a:pt x="76102" y="10188"/>
                  </a:moveTo>
                  <a:lnTo>
                    <a:pt x="65254" y="10188"/>
                  </a:lnTo>
                  <a:lnTo>
                    <a:pt x="65254" y="93327"/>
                  </a:lnTo>
                  <a:lnTo>
                    <a:pt x="76102" y="93327"/>
                  </a:lnTo>
                  <a:lnTo>
                    <a:pt x="76102" y="10188"/>
                  </a:lnTo>
                  <a:close/>
                </a:path>
                <a:path w="141604" h="276225">
                  <a:moveTo>
                    <a:pt x="105017" y="10188"/>
                  </a:moveTo>
                  <a:lnTo>
                    <a:pt x="76102" y="10188"/>
                  </a:lnTo>
                  <a:lnTo>
                    <a:pt x="97833" y="16339"/>
                  </a:lnTo>
                  <a:lnTo>
                    <a:pt x="115402" y="29568"/>
                  </a:lnTo>
                  <a:lnTo>
                    <a:pt x="127155" y="48229"/>
                  </a:lnTo>
                  <a:lnTo>
                    <a:pt x="131441" y="70678"/>
                  </a:lnTo>
                  <a:lnTo>
                    <a:pt x="131441" y="93327"/>
                  </a:lnTo>
                  <a:lnTo>
                    <a:pt x="141356" y="93327"/>
                  </a:lnTo>
                  <a:lnTo>
                    <a:pt x="141356" y="70678"/>
                  </a:lnTo>
                  <a:lnTo>
                    <a:pt x="135793" y="43193"/>
                  </a:lnTo>
                  <a:lnTo>
                    <a:pt x="120632" y="20724"/>
                  </a:lnTo>
                  <a:lnTo>
                    <a:pt x="105017" y="101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2" name="object 302" descr=""/>
          <p:cNvGrpSpPr/>
          <p:nvPr/>
        </p:nvGrpSpPr>
        <p:grpSpPr>
          <a:xfrm>
            <a:off x="12204403" y="4358830"/>
            <a:ext cx="141605" cy="276225"/>
            <a:chOff x="12204403" y="4358830"/>
            <a:chExt cx="141605" cy="276225"/>
          </a:xfrm>
        </p:grpSpPr>
        <p:sp>
          <p:nvSpPr>
            <p:cNvPr id="303" name="object 303" descr=""/>
            <p:cNvSpPr/>
            <p:nvPr/>
          </p:nvSpPr>
          <p:spPr>
            <a:xfrm>
              <a:off x="12214324" y="4368747"/>
              <a:ext cx="121920" cy="256540"/>
            </a:xfrm>
            <a:custGeom>
              <a:avLst/>
              <a:gdLst/>
              <a:ahLst/>
              <a:cxnLst/>
              <a:rect l="l" t="t" r="r" b="b"/>
              <a:pathLst>
                <a:path w="121920" h="256539">
                  <a:moveTo>
                    <a:pt x="60752" y="0"/>
                  </a:moveTo>
                  <a:lnTo>
                    <a:pt x="37106" y="4774"/>
                  </a:lnTo>
                  <a:lnTo>
                    <a:pt x="17795" y="17795"/>
                  </a:lnTo>
                  <a:lnTo>
                    <a:pt x="4774" y="37106"/>
                  </a:lnTo>
                  <a:lnTo>
                    <a:pt x="0" y="60752"/>
                  </a:lnTo>
                  <a:lnTo>
                    <a:pt x="0" y="256055"/>
                  </a:lnTo>
                  <a:lnTo>
                    <a:pt x="121514" y="256055"/>
                  </a:lnTo>
                  <a:lnTo>
                    <a:pt x="121514" y="60752"/>
                  </a:lnTo>
                  <a:lnTo>
                    <a:pt x="116739" y="37106"/>
                  </a:lnTo>
                  <a:lnTo>
                    <a:pt x="103718" y="17795"/>
                  </a:lnTo>
                  <a:lnTo>
                    <a:pt x="84404" y="4774"/>
                  </a:lnTo>
                  <a:lnTo>
                    <a:pt x="60752" y="0"/>
                  </a:lnTo>
                  <a:close/>
                </a:path>
              </a:pathLst>
            </a:custGeom>
            <a:solidFill>
              <a:srgbClr val="6BBBC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4" name="object 304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2214320" y="4368746"/>
              <a:ext cx="121525" cy="175156"/>
            </a:xfrm>
            <a:prstGeom prst="rect">
              <a:avLst/>
            </a:prstGeom>
          </p:spPr>
        </p:pic>
        <p:sp>
          <p:nvSpPr>
            <p:cNvPr id="305" name="object 305" descr=""/>
            <p:cNvSpPr/>
            <p:nvPr/>
          </p:nvSpPr>
          <p:spPr>
            <a:xfrm>
              <a:off x="12204403" y="4358830"/>
              <a:ext cx="141605" cy="276225"/>
            </a:xfrm>
            <a:custGeom>
              <a:avLst/>
              <a:gdLst/>
              <a:ahLst/>
              <a:cxnLst/>
              <a:rect l="l" t="t" r="r" b="b"/>
              <a:pathLst>
                <a:path w="141604" h="276225">
                  <a:moveTo>
                    <a:pt x="70678" y="0"/>
                  </a:moveTo>
                  <a:lnTo>
                    <a:pt x="43193" y="5561"/>
                  </a:lnTo>
                  <a:lnTo>
                    <a:pt x="20724" y="20720"/>
                  </a:lnTo>
                  <a:lnTo>
                    <a:pt x="5562" y="43188"/>
                  </a:lnTo>
                  <a:lnTo>
                    <a:pt x="0" y="70678"/>
                  </a:lnTo>
                  <a:lnTo>
                    <a:pt x="0" y="275897"/>
                  </a:lnTo>
                  <a:lnTo>
                    <a:pt x="141356" y="275897"/>
                  </a:lnTo>
                  <a:lnTo>
                    <a:pt x="141356" y="265970"/>
                  </a:lnTo>
                  <a:lnTo>
                    <a:pt x="9915" y="265970"/>
                  </a:lnTo>
                  <a:lnTo>
                    <a:pt x="9915" y="104174"/>
                  </a:lnTo>
                  <a:lnTo>
                    <a:pt x="141356" y="104174"/>
                  </a:lnTo>
                  <a:lnTo>
                    <a:pt x="141356" y="93327"/>
                  </a:lnTo>
                  <a:lnTo>
                    <a:pt x="9915" y="93327"/>
                  </a:lnTo>
                  <a:lnTo>
                    <a:pt x="9915" y="70678"/>
                  </a:lnTo>
                  <a:lnTo>
                    <a:pt x="14201" y="48229"/>
                  </a:lnTo>
                  <a:lnTo>
                    <a:pt x="25954" y="29568"/>
                  </a:lnTo>
                  <a:lnTo>
                    <a:pt x="43523" y="16339"/>
                  </a:lnTo>
                  <a:lnTo>
                    <a:pt x="65254" y="10188"/>
                  </a:lnTo>
                  <a:lnTo>
                    <a:pt x="105021" y="10188"/>
                  </a:lnTo>
                  <a:lnTo>
                    <a:pt x="98163" y="5561"/>
                  </a:lnTo>
                  <a:lnTo>
                    <a:pt x="70678" y="0"/>
                  </a:lnTo>
                  <a:close/>
                </a:path>
                <a:path w="141604" h="276225">
                  <a:moveTo>
                    <a:pt x="76102" y="104174"/>
                  </a:moveTo>
                  <a:lnTo>
                    <a:pt x="65254" y="104174"/>
                  </a:lnTo>
                  <a:lnTo>
                    <a:pt x="65254" y="265970"/>
                  </a:lnTo>
                  <a:lnTo>
                    <a:pt x="76102" y="265970"/>
                  </a:lnTo>
                  <a:lnTo>
                    <a:pt x="76102" y="104174"/>
                  </a:lnTo>
                  <a:close/>
                </a:path>
                <a:path w="141604" h="276225">
                  <a:moveTo>
                    <a:pt x="141356" y="104174"/>
                  </a:moveTo>
                  <a:lnTo>
                    <a:pt x="131441" y="104174"/>
                  </a:lnTo>
                  <a:lnTo>
                    <a:pt x="131441" y="265970"/>
                  </a:lnTo>
                  <a:lnTo>
                    <a:pt x="141356" y="265970"/>
                  </a:lnTo>
                  <a:lnTo>
                    <a:pt x="141356" y="104174"/>
                  </a:lnTo>
                  <a:close/>
                </a:path>
                <a:path w="141604" h="276225">
                  <a:moveTo>
                    <a:pt x="76102" y="10188"/>
                  </a:moveTo>
                  <a:lnTo>
                    <a:pt x="65254" y="10188"/>
                  </a:lnTo>
                  <a:lnTo>
                    <a:pt x="65254" y="93327"/>
                  </a:lnTo>
                  <a:lnTo>
                    <a:pt x="76102" y="93327"/>
                  </a:lnTo>
                  <a:lnTo>
                    <a:pt x="76102" y="10188"/>
                  </a:lnTo>
                  <a:close/>
                </a:path>
                <a:path w="141604" h="276225">
                  <a:moveTo>
                    <a:pt x="105021" y="10188"/>
                  </a:moveTo>
                  <a:lnTo>
                    <a:pt x="76102" y="10188"/>
                  </a:lnTo>
                  <a:lnTo>
                    <a:pt x="97833" y="16339"/>
                  </a:lnTo>
                  <a:lnTo>
                    <a:pt x="115402" y="29568"/>
                  </a:lnTo>
                  <a:lnTo>
                    <a:pt x="127155" y="48229"/>
                  </a:lnTo>
                  <a:lnTo>
                    <a:pt x="131441" y="70678"/>
                  </a:lnTo>
                  <a:lnTo>
                    <a:pt x="131441" y="93327"/>
                  </a:lnTo>
                  <a:lnTo>
                    <a:pt x="141356" y="93327"/>
                  </a:lnTo>
                  <a:lnTo>
                    <a:pt x="141356" y="70678"/>
                  </a:lnTo>
                  <a:lnTo>
                    <a:pt x="135793" y="43188"/>
                  </a:lnTo>
                  <a:lnTo>
                    <a:pt x="120632" y="20720"/>
                  </a:lnTo>
                  <a:lnTo>
                    <a:pt x="105021" y="101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6" name="object 306" descr=""/>
          <p:cNvGrpSpPr/>
          <p:nvPr/>
        </p:nvGrpSpPr>
        <p:grpSpPr>
          <a:xfrm>
            <a:off x="12466970" y="3843307"/>
            <a:ext cx="141605" cy="276225"/>
            <a:chOff x="12466970" y="3843307"/>
            <a:chExt cx="141605" cy="276225"/>
          </a:xfrm>
        </p:grpSpPr>
        <p:sp>
          <p:nvSpPr>
            <p:cNvPr id="307" name="object 307" descr=""/>
            <p:cNvSpPr/>
            <p:nvPr/>
          </p:nvSpPr>
          <p:spPr>
            <a:xfrm>
              <a:off x="12476893" y="3853226"/>
              <a:ext cx="121920" cy="256540"/>
            </a:xfrm>
            <a:custGeom>
              <a:avLst/>
              <a:gdLst/>
              <a:ahLst/>
              <a:cxnLst/>
              <a:rect l="l" t="t" r="r" b="b"/>
              <a:pathLst>
                <a:path w="121920" h="256539">
                  <a:moveTo>
                    <a:pt x="60752" y="0"/>
                  </a:moveTo>
                  <a:lnTo>
                    <a:pt x="37106" y="4774"/>
                  </a:lnTo>
                  <a:lnTo>
                    <a:pt x="17795" y="17796"/>
                  </a:lnTo>
                  <a:lnTo>
                    <a:pt x="4774" y="37110"/>
                  </a:lnTo>
                  <a:lnTo>
                    <a:pt x="0" y="60762"/>
                  </a:lnTo>
                  <a:lnTo>
                    <a:pt x="0" y="256055"/>
                  </a:lnTo>
                  <a:lnTo>
                    <a:pt x="121514" y="256055"/>
                  </a:lnTo>
                  <a:lnTo>
                    <a:pt x="121514" y="60762"/>
                  </a:lnTo>
                  <a:lnTo>
                    <a:pt x="116739" y="37110"/>
                  </a:lnTo>
                  <a:lnTo>
                    <a:pt x="103718" y="17796"/>
                  </a:lnTo>
                  <a:lnTo>
                    <a:pt x="84404" y="4774"/>
                  </a:lnTo>
                  <a:lnTo>
                    <a:pt x="60752" y="0"/>
                  </a:lnTo>
                  <a:close/>
                </a:path>
              </a:pathLst>
            </a:custGeom>
            <a:solidFill>
              <a:srgbClr val="6BBBC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8" name="object 308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2476896" y="3853223"/>
              <a:ext cx="121463" cy="175157"/>
            </a:xfrm>
            <a:prstGeom prst="rect">
              <a:avLst/>
            </a:prstGeom>
          </p:spPr>
        </p:pic>
        <p:sp>
          <p:nvSpPr>
            <p:cNvPr id="309" name="object 309" descr=""/>
            <p:cNvSpPr/>
            <p:nvPr/>
          </p:nvSpPr>
          <p:spPr>
            <a:xfrm>
              <a:off x="12466970" y="3843307"/>
              <a:ext cx="141605" cy="276225"/>
            </a:xfrm>
            <a:custGeom>
              <a:avLst/>
              <a:gdLst/>
              <a:ahLst/>
              <a:cxnLst/>
              <a:rect l="l" t="t" r="r" b="b"/>
              <a:pathLst>
                <a:path w="141604" h="276225">
                  <a:moveTo>
                    <a:pt x="70678" y="0"/>
                  </a:moveTo>
                  <a:lnTo>
                    <a:pt x="43193" y="5562"/>
                  </a:lnTo>
                  <a:lnTo>
                    <a:pt x="20724" y="20724"/>
                  </a:lnTo>
                  <a:lnTo>
                    <a:pt x="5562" y="43193"/>
                  </a:lnTo>
                  <a:lnTo>
                    <a:pt x="0" y="70678"/>
                  </a:lnTo>
                  <a:lnTo>
                    <a:pt x="0" y="275897"/>
                  </a:lnTo>
                  <a:lnTo>
                    <a:pt x="141356" y="275897"/>
                  </a:lnTo>
                  <a:lnTo>
                    <a:pt x="141356" y="265981"/>
                  </a:lnTo>
                  <a:lnTo>
                    <a:pt x="9915" y="265981"/>
                  </a:lnTo>
                  <a:lnTo>
                    <a:pt x="9915" y="104185"/>
                  </a:lnTo>
                  <a:lnTo>
                    <a:pt x="141356" y="104185"/>
                  </a:lnTo>
                  <a:lnTo>
                    <a:pt x="141356" y="93327"/>
                  </a:lnTo>
                  <a:lnTo>
                    <a:pt x="9915" y="93327"/>
                  </a:lnTo>
                  <a:lnTo>
                    <a:pt x="9915" y="70678"/>
                  </a:lnTo>
                  <a:lnTo>
                    <a:pt x="14201" y="48229"/>
                  </a:lnTo>
                  <a:lnTo>
                    <a:pt x="25954" y="29568"/>
                  </a:lnTo>
                  <a:lnTo>
                    <a:pt x="43523" y="16339"/>
                  </a:lnTo>
                  <a:lnTo>
                    <a:pt x="65254" y="10188"/>
                  </a:lnTo>
                  <a:lnTo>
                    <a:pt x="105017" y="10188"/>
                  </a:lnTo>
                  <a:lnTo>
                    <a:pt x="98163" y="5562"/>
                  </a:lnTo>
                  <a:lnTo>
                    <a:pt x="70678" y="0"/>
                  </a:lnTo>
                  <a:close/>
                </a:path>
                <a:path w="141604" h="276225">
                  <a:moveTo>
                    <a:pt x="76102" y="104185"/>
                  </a:moveTo>
                  <a:lnTo>
                    <a:pt x="65254" y="104185"/>
                  </a:lnTo>
                  <a:lnTo>
                    <a:pt x="65254" y="265981"/>
                  </a:lnTo>
                  <a:lnTo>
                    <a:pt x="76102" y="265981"/>
                  </a:lnTo>
                  <a:lnTo>
                    <a:pt x="76102" y="104185"/>
                  </a:lnTo>
                  <a:close/>
                </a:path>
                <a:path w="141604" h="276225">
                  <a:moveTo>
                    <a:pt x="141356" y="104185"/>
                  </a:moveTo>
                  <a:lnTo>
                    <a:pt x="131441" y="104185"/>
                  </a:lnTo>
                  <a:lnTo>
                    <a:pt x="131441" y="265981"/>
                  </a:lnTo>
                  <a:lnTo>
                    <a:pt x="141356" y="265981"/>
                  </a:lnTo>
                  <a:lnTo>
                    <a:pt x="141356" y="104185"/>
                  </a:lnTo>
                  <a:close/>
                </a:path>
                <a:path w="141604" h="276225">
                  <a:moveTo>
                    <a:pt x="76102" y="10188"/>
                  </a:moveTo>
                  <a:lnTo>
                    <a:pt x="65254" y="10188"/>
                  </a:lnTo>
                  <a:lnTo>
                    <a:pt x="65254" y="93327"/>
                  </a:lnTo>
                  <a:lnTo>
                    <a:pt x="76102" y="93327"/>
                  </a:lnTo>
                  <a:lnTo>
                    <a:pt x="76102" y="10188"/>
                  </a:lnTo>
                  <a:close/>
                </a:path>
                <a:path w="141604" h="276225">
                  <a:moveTo>
                    <a:pt x="105017" y="10188"/>
                  </a:moveTo>
                  <a:lnTo>
                    <a:pt x="76102" y="10188"/>
                  </a:lnTo>
                  <a:lnTo>
                    <a:pt x="97833" y="16339"/>
                  </a:lnTo>
                  <a:lnTo>
                    <a:pt x="115402" y="29568"/>
                  </a:lnTo>
                  <a:lnTo>
                    <a:pt x="127155" y="48229"/>
                  </a:lnTo>
                  <a:lnTo>
                    <a:pt x="131441" y="70678"/>
                  </a:lnTo>
                  <a:lnTo>
                    <a:pt x="131441" y="93327"/>
                  </a:lnTo>
                  <a:lnTo>
                    <a:pt x="141356" y="93327"/>
                  </a:lnTo>
                  <a:lnTo>
                    <a:pt x="141356" y="70678"/>
                  </a:lnTo>
                  <a:lnTo>
                    <a:pt x="135793" y="43193"/>
                  </a:lnTo>
                  <a:lnTo>
                    <a:pt x="120632" y="20724"/>
                  </a:lnTo>
                  <a:lnTo>
                    <a:pt x="105017" y="101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0" name="object 310" descr=""/>
          <p:cNvGrpSpPr/>
          <p:nvPr/>
        </p:nvGrpSpPr>
        <p:grpSpPr>
          <a:xfrm>
            <a:off x="12466970" y="4358830"/>
            <a:ext cx="141605" cy="276225"/>
            <a:chOff x="12466970" y="4358830"/>
            <a:chExt cx="141605" cy="276225"/>
          </a:xfrm>
        </p:grpSpPr>
        <p:sp>
          <p:nvSpPr>
            <p:cNvPr id="311" name="object 311" descr=""/>
            <p:cNvSpPr/>
            <p:nvPr/>
          </p:nvSpPr>
          <p:spPr>
            <a:xfrm>
              <a:off x="12476893" y="4368747"/>
              <a:ext cx="121920" cy="256540"/>
            </a:xfrm>
            <a:custGeom>
              <a:avLst/>
              <a:gdLst/>
              <a:ahLst/>
              <a:cxnLst/>
              <a:rect l="l" t="t" r="r" b="b"/>
              <a:pathLst>
                <a:path w="121920" h="256539">
                  <a:moveTo>
                    <a:pt x="60752" y="0"/>
                  </a:moveTo>
                  <a:lnTo>
                    <a:pt x="37106" y="4774"/>
                  </a:lnTo>
                  <a:lnTo>
                    <a:pt x="17795" y="17795"/>
                  </a:lnTo>
                  <a:lnTo>
                    <a:pt x="4774" y="37106"/>
                  </a:lnTo>
                  <a:lnTo>
                    <a:pt x="0" y="60752"/>
                  </a:lnTo>
                  <a:lnTo>
                    <a:pt x="0" y="256055"/>
                  </a:lnTo>
                  <a:lnTo>
                    <a:pt x="121514" y="256055"/>
                  </a:lnTo>
                  <a:lnTo>
                    <a:pt x="121514" y="60752"/>
                  </a:lnTo>
                  <a:lnTo>
                    <a:pt x="116739" y="37106"/>
                  </a:lnTo>
                  <a:lnTo>
                    <a:pt x="103718" y="17795"/>
                  </a:lnTo>
                  <a:lnTo>
                    <a:pt x="84404" y="4774"/>
                  </a:lnTo>
                  <a:lnTo>
                    <a:pt x="60752" y="0"/>
                  </a:lnTo>
                  <a:close/>
                </a:path>
              </a:pathLst>
            </a:custGeom>
            <a:solidFill>
              <a:srgbClr val="6BBBC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2" name="object 312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2476896" y="4368746"/>
              <a:ext cx="121463" cy="175147"/>
            </a:xfrm>
            <a:prstGeom prst="rect">
              <a:avLst/>
            </a:prstGeom>
          </p:spPr>
        </p:pic>
        <p:sp>
          <p:nvSpPr>
            <p:cNvPr id="313" name="object 313" descr=""/>
            <p:cNvSpPr/>
            <p:nvPr/>
          </p:nvSpPr>
          <p:spPr>
            <a:xfrm>
              <a:off x="12466970" y="4358830"/>
              <a:ext cx="141605" cy="276225"/>
            </a:xfrm>
            <a:custGeom>
              <a:avLst/>
              <a:gdLst/>
              <a:ahLst/>
              <a:cxnLst/>
              <a:rect l="l" t="t" r="r" b="b"/>
              <a:pathLst>
                <a:path w="141604" h="276225">
                  <a:moveTo>
                    <a:pt x="70678" y="0"/>
                  </a:moveTo>
                  <a:lnTo>
                    <a:pt x="43193" y="5561"/>
                  </a:lnTo>
                  <a:lnTo>
                    <a:pt x="20724" y="20720"/>
                  </a:lnTo>
                  <a:lnTo>
                    <a:pt x="5562" y="43188"/>
                  </a:lnTo>
                  <a:lnTo>
                    <a:pt x="0" y="70678"/>
                  </a:lnTo>
                  <a:lnTo>
                    <a:pt x="0" y="275897"/>
                  </a:lnTo>
                  <a:lnTo>
                    <a:pt x="141356" y="275897"/>
                  </a:lnTo>
                  <a:lnTo>
                    <a:pt x="141356" y="265970"/>
                  </a:lnTo>
                  <a:lnTo>
                    <a:pt x="9915" y="265970"/>
                  </a:lnTo>
                  <a:lnTo>
                    <a:pt x="9915" y="104174"/>
                  </a:lnTo>
                  <a:lnTo>
                    <a:pt x="141356" y="104174"/>
                  </a:lnTo>
                  <a:lnTo>
                    <a:pt x="141356" y="93327"/>
                  </a:lnTo>
                  <a:lnTo>
                    <a:pt x="9915" y="93327"/>
                  </a:lnTo>
                  <a:lnTo>
                    <a:pt x="9915" y="70678"/>
                  </a:lnTo>
                  <a:lnTo>
                    <a:pt x="14201" y="48229"/>
                  </a:lnTo>
                  <a:lnTo>
                    <a:pt x="25954" y="29568"/>
                  </a:lnTo>
                  <a:lnTo>
                    <a:pt x="43523" y="16339"/>
                  </a:lnTo>
                  <a:lnTo>
                    <a:pt x="65254" y="10188"/>
                  </a:lnTo>
                  <a:lnTo>
                    <a:pt x="105021" y="10188"/>
                  </a:lnTo>
                  <a:lnTo>
                    <a:pt x="98163" y="5561"/>
                  </a:lnTo>
                  <a:lnTo>
                    <a:pt x="70678" y="0"/>
                  </a:lnTo>
                  <a:close/>
                </a:path>
                <a:path w="141604" h="276225">
                  <a:moveTo>
                    <a:pt x="76102" y="104174"/>
                  </a:moveTo>
                  <a:lnTo>
                    <a:pt x="65254" y="104174"/>
                  </a:lnTo>
                  <a:lnTo>
                    <a:pt x="65254" y="265970"/>
                  </a:lnTo>
                  <a:lnTo>
                    <a:pt x="76102" y="265970"/>
                  </a:lnTo>
                  <a:lnTo>
                    <a:pt x="76102" y="104174"/>
                  </a:lnTo>
                  <a:close/>
                </a:path>
                <a:path w="141604" h="276225">
                  <a:moveTo>
                    <a:pt x="141356" y="104174"/>
                  </a:moveTo>
                  <a:lnTo>
                    <a:pt x="131441" y="104174"/>
                  </a:lnTo>
                  <a:lnTo>
                    <a:pt x="131441" y="265970"/>
                  </a:lnTo>
                  <a:lnTo>
                    <a:pt x="141356" y="265970"/>
                  </a:lnTo>
                  <a:lnTo>
                    <a:pt x="141356" y="104174"/>
                  </a:lnTo>
                  <a:close/>
                </a:path>
                <a:path w="141604" h="276225">
                  <a:moveTo>
                    <a:pt x="76102" y="10188"/>
                  </a:moveTo>
                  <a:lnTo>
                    <a:pt x="65254" y="10188"/>
                  </a:lnTo>
                  <a:lnTo>
                    <a:pt x="65254" y="93327"/>
                  </a:lnTo>
                  <a:lnTo>
                    <a:pt x="76102" y="93327"/>
                  </a:lnTo>
                  <a:lnTo>
                    <a:pt x="76102" y="10188"/>
                  </a:lnTo>
                  <a:close/>
                </a:path>
                <a:path w="141604" h="276225">
                  <a:moveTo>
                    <a:pt x="105021" y="10188"/>
                  </a:moveTo>
                  <a:lnTo>
                    <a:pt x="76102" y="10188"/>
                  </a:lnTo>
                  <a:lnTo>
                    <a:pt x="97833" y="16339"/>
                  </a:lnTo>
                  <a:lnTo>
                    <a:pt x="115402" y="29568"/>
                  </a:lnTo>
                  <a:lnTo>
                    <a:pt x="127155" y="48229"/>
                  </a:lnTo>
                  <a:lnTo>
                    <a:pt x="131441" y="70678"/>
                  </a:lnTo>
                  <a:lnTo>
                    <a:pt x="131441" y="93327"/>
                  </a:lnTo>
                  <a:lnTo>
                    <a:pt x="141356" y="93327"/>
                  </a:lnTo>
                  <a:lnTo>
                    <a:pt x="141356" y="70678"/>
                  </a:lnTo>
                  <a:lnTo>
                    <a:pt x="135793" y="43188"/>
                  </a:lnTo>
                  <a:lnTo>
                    <a:pt x="120632" y="20720"/>
                  </a:lnTo>
                  <a:lnTo>
                    <a:pt x="105021" y="101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4" name="object 314" descr=""/>
          <p:cNvGrpSpPr/>
          <p:nvPr/>
        </p:nvGrpSpPr>
        <p:grpSpPr>
          <a:xfrm>
            <a:off x="12735465" y="3843307"/>
            <a:ext cx="141605" cy="276225"/>
            <a:chOff x="12735465" y="3843307"/>
            <a:chExt cx="141605" cy="276225"/>
          </a:xfrm>
        </p:grpSpPr>
        <p:sp>
          <p:nvSpPr>
            <p:cNvPr id="315" name="object 315" descr=""/>
            <p:cNvSpPr/>
            <p:nvPr/>
          </p:nvSpPr>
          <p:spPr>
            <a:xfrm>
              <a:off x="12745391" y="3853226"/>
              <a:ext cx="121920" cy="256540"/>
            </a:xfrm>
            <a:custGeom>
              <a:avLst/>
              <a:gdLst/>
              <a:ahLst/>
              <a:cxnLst/>
              <a:rect l="l" t="t" r="r" b="b"/>
              <a:pathLst>
                <a:path w="121920" h="256539">
                  <a:moveTo>
                    <a:pt x="60762" y="0"/>
                  </a:moveTo>
                  <a:lnTo>
                    <a:pt x="37110" y="4774"/>
                  </a:lnTo>
                  <a:lnTo>
                    <a:pt x="17796" y="17796"/>
                  </a:lnTo>
                  <a:lnTo>
                    <a:pt x="4774" y="37110"/>
                  </a:lnTo>
                  <a:lnTo>
                    <a:pt x="0" y="60762"/>
                  </a:lnTo>
                  <a:lnTo>
                    <a:pt x="0" y="256055"/>
                  </a:lnTo>
                  <a:lnTo>
                    <a:pt x="121514" y="256055"/>
                  </a:lnTo>
                  <a:lnTo>
                    <a:pt x="121514" y="60762"/>
                  </a:lnTo>
                  <a:lnTo>
                    <a:pt x="116739" y="37110"/>
                  </a:lnTo>
                  <a:lnTo>
                    <a:pt x="103719" y="17796"/>
                  </a:lnTo>
                  <a:lnTo>
                    <a:pt x="84408" y="4774"/>
                  </a:lnTo>
                  <a:lnTo>
                    <a:pt x="60762" y="0"/>
                  </a:lnTo>
                  <a:close/>
                </a:path>
              </a:pathLst>
            </a:custGeom>
            <a:solidFill>
              <a:srgbClr val="6BBBC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6" name="object 316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2745391" y="3853223"/>
              <a:ext cx="121514" cy="175167"/>
            </a:xfrm>
            <a:prstGeom prst="rect">
              <a:avLst/>
            </a:prstGeom>
          </p:spPr>
        </p:pic>
        <p:sp>
          <p:nvSpPr>
            <p:cNvPr id="317" name="object 317" descr=""/>
            <p:cNvSpPr/>
            <p:nvPr/>
          </p:nvSpPr>
          <p:spPr>
            <a:xfrm>
              <a:off x="12735465" y="3843307"/>
              <a:ext cx="141605" cy="276225"/>
            </a:xfrm>
            <a:custGeom>
              <a:avLst/>
              <a:gdLst/>
              <a:ahLst/>
              <a:cxnLst/>
              <a:rect l="l" t="t" r="r" b="b"/>
              <a:pathLst>
                <a:path w="141604" h="276225">
                  <a:moveTo>
                    <a:pt x="70688" y="0"/>
                  </a:moveTo>
                  <a:lnTo>
                    <a:pt x="43197" y="5562"/>
                  </a:lnTo>
                  <a:lnTo>
                    <a:pt x="20725" y="20724"/>
                  </a:lnTo>
                  <a:lnTo>
                    <a:pt x="5563" y="43193"/>
                  </a:lnTo>
                  <a:lnTo>
                    <a:pt x="0" y="70678"/>
                  </a:lnTo>
                  <a:lnTo>
                    <a:pt x="0" y="275897"/>
                  </a:lnTo>
                  <a:lnTo>
                    <a:pt x="141367" y="275897"/>
                  </a:lnTo>
                  <a:lnTo>
                    <a:pt x="141367" y="265981"/>
                  </a:lnTo>
                  <a:lnTo>
                    <a:pt x="9926" y="265981"/>
                  </a:lnTo>
                  <a:lnTo>
                    <a:pt x="9926" y="104185"/>
                  </a:lnTo>
                  <a:lnTo>
                    <a:pt x="141367" y="104185"/>
                  </a:lnTo>
                  <a:lnTo>
                    <a:pt x="141367" y="93327"/>
                  </a:lnTo>
                  <a:lnTo>
                    <a:pt x="9926" y="93327"/>
                  </a:lnTo>
                  <a:lnTo>
                    <a:pt x="9926" y="70678"/>
                  </a:lnTo>
                  <a:lnTo>
                    <a:pt x="14211" y="48229"/>
                  </a:lnTo>
                  <a:lnTo>
                    <a:pt x="25963" y="29568"/>
                  </a:lnTo>
                  <a:lnTo>
                    <a:pt x="43529" y="16339"/>
                  </a:lnTo>
                  <a:lnTo>
                    <a:pt x="65254" y="10188"/>
                  </a:lnTo>
                  <a:lnTo>
                    <a:pt x="105024" y="10188"/>
                  </a:lnTo>
                  <a:lnTo>
                    <a:pt x="98169" y="5562"/>
                  </a:lnTo>
                  <a:lnTo>
                    <a:pt x="70688" y="0"/>
                  </a:lnTo>
                  <a:close/>
                </a:path>
                <a:path w="141604" h="276225">
                  <a:moveTo>
                    <a:pt x="76102" y="104185"/>
                  </a:moveTo>
                  <a:lnTo>
                    <a:pt x="65265" y="104185"/>
                  </a:lnTo>
                  <a:lnTo>
                    <a:pt x="65265" y="265981"/>
                  </a:lnTo>
                  <a:lnTo>
                    <a:pt x="76102" y="265981"/>
                  </a:lnTo>
                  <a:lnTo>
                    <a:pt x="76102" y="104185"/>
                  </a:lnTo>
                  <a:close/>
                </a:path>
                <a:path w="141604" h="276225">
                  <a:moveTo>
                    <a:pt x="141367" y="104185"/>
                  </a:moveTo>
                  <a:lnTo>
                    <a:pt x="131441" y="104185"/>
                  </a:lnTo>
                  <a:lnTo>
                    <a:pt x="131441" y="265981"/>
                  </a:lnTo>
                  <a:lnTo>
                    <a:pt x="141367" y="265981"/>
                  </a:lnTo>
                  <a:lnTo>
                    <a:pt x="141367" y="104185"/>
                  </a:lnTo>
                  <a:close/>
                </a:path>
                <a:path w="141604" h="276225">
                  <a:moveTo>
                    <a:pt x="76102" y="10188"/>
                  </a:moveTo>
                  <a:lnTo>
                    <a:pt x="65254" y="10188"/>
                  </a:lnTo>
                  <a:lnTo>
                    <a:pt x="65254" y="93327"/>
                  </a:lnTo>
                  <a:lnTo>
                    <a:pt x="76102" y="93327"/>
                  </a:lnTo>
                  <a:lnTo>
                    <a:pt x="76102" y="10188"/>
                  </a:lnTo>
                  <a:close/>
                </a:path>
                <a:path w="141604" h="276225">
                  <a:moveTo>
                    <a:pt x="105024" y="10188"/>
                  </a:moveTo>
                  <a:lnTo>
                    <a:pt x="76102" y="10188"/>
                  </a:lnTo>
                  <a:lnTo>
                    <a:pt x="97833" y="16339"/>
                  </a:lnTo>
                  <a:lnTo>
                    <a:pt x="115402" y="29568"/>
                  </a:lnTo>
                  <a:lnTo>
                    <a:pt x="127155" y="48229"/>
                  </a:lnTo>
                  <a:lnTo>
                    <a:pt x="131441" y="70678"/>
                  </a:lnTo>
                  <a:lnTo>
                    <a:pt x="131441" y="93327"/>
                  </a:lnTo>
                  <a:lnTo>
                    <a:pt x="141367" y="93327"/>
                  </a:lnTo>
                  <a:lnTo>
                    <a:pt x="141367" y="70678"/>
                  </a:lnTo>
                  <a:lnTo>
                    <a:pt x="135802" y="43193"/>
                  </a:lnTo>
                  <a:lnTo>
                    <a:pt x="120638" y="20724"/>
                  </a:lnTo>
                  <a:lnTo>
                    <a:pt x="105024" y="101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8" name="object 318" descr=""/>
          <p:cNvGrpSpPr/>
          <p:nvPr/>
        </p:nvGrpSpPr>
        <p:grpSpPr>
          <a:xfrm>
            <a:off x="12735465" y="4358830"/>
            <a:ext cx="141605" cy="276225"/>
            <a:chOff x="12735465" y="4358830"/>
            <a:chExt cx="141605" cy="276225"/>
          </a:xfrm>
        </p:grpSpPr>
        <p:sp>
          <p:nvSpPr>
            <p:cNvPr id="319" name="object 319" descr=""/>
            <p:cNvSpPr/>
            <p:nvPr/>
          </p:nvSpPr>
          <p:spPr>
            <a:xfrm>
              <a:off x="12745391" y="4368747"/>
              <a:ext cx="121920" cy="256540"/>
            </a:xfrm>
            <a:custGeom>
              <a:avLst/>
              <a:gdLst/>
              <a:ahLst/>
              <a:cxnLst/>
              <a:rect l="l" t="t" r="r" b="b"/>
              <a:pathLst>
                <a:path w="121920" h="256539">
                  <a:moveTo>
                    <a:pt x="60762" y="0"/>
                  </a:moveTo>
                  <a:lnTo>
                    <a:pt x="37110" y="4774"/>
                  </a:lnTo>
                  <a:lnTo>
                    <a:pt x="17796" y="17795"/>
                  </a:lnTo>
                  <a:lnTo>
                    <a:pt x="4774" y="37106"/>
                  </a:lnTo>
                  <a:lnTo>
                    <a:pt x="0" y="60752"/>
                  </a:lnTo>
                  <a:lnTo>
                    <a:pt x="0" y="256055"/>
                  </a:lnTo>
                  <a:lnTo>
                    <a:pt x="121514" y="256055"/>
                  </a:lnTo>
                  <a:lnTo>
                    <a:pt x="121514" y="60752"/>
                  </a:lnTo>
                  <a:lnTo>
                    <a:pt x="116739" y="37106"/>
                  </a:lnTo>
                  <a:lnTo>
                    <a:pt x="103719" y="17795"/>
                  </a:lnTo>
                  <a:lnTo>
                    <a:pt x="84408" y="4774"/>
                  </a:lnTo>
                  <a:lnTo>
                    <a:pt x="60762" y="0"/>
                  </a:lnTo>
                  <a:close/>
                </a:path>
              </a:pathLst>
            </a:custGeom>
            <a:solidFill>
              <a:srgbClr val="6BBBC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0" name="object 320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2745391" y="4368746"/>
              <a:ext cx="121514" cy="175156"/>
            </a:xfrm>
            <a:prstGeom prst="rect">
              <a:avLst/>
            </a:prstGeom>
          </p:spPr>
        </p:pic>
        <p:sp>
          <p:nvSpPr>
            <p:cNvPr id="321" name="object 321" descr=""/>
            <p:cNvSpPr/>
            <p:nvPr/>
          </p:nvSpPr>
          <p:spPr>
            <a:xfrm>
              <a:off x="12735465" y="4358830"/>
              <a:ext cx="141605" cy="276225"/>
            </a:xfrm>
            <a:custGeom>
              <a:avLst/>
              <a:gdLst/>
              <a:ahLst/>
              <a:cxnLst/>
              <a:rect l="l" t="t" r="r" b="b"/>
              <a:pathLst>
                <a:path w="141604" h="276225">
                  <a:moveTo>
                    <a:pt x="70688" y="0"/>
                  </a:moveTo>
                  <a:lnTo>
                    <a:pt x="43197" y="5561"/>
                  </a:lnTo>
                  <a:lnTo>
                    <a:pt x="20725" y="20720"/>
                  </a:lnTo>
                  <a:lnTo>
                    <a:pt x="5563" y="43188"/>
                  </a:lnTo>
                  <a:lnTo>
                    <a:pt x="0" y="70678"/>
                  </a:lnTo>
                  <a:lnTo>
                    <a:pt x="0" y="275897"/>
                  </a:lnTo>
                  <a:lnTo>
                    <a:pt x="141367" y="275897"/>
                  </a:lnTo>
                  <a:lnTo>
                    <a:pt x="141367" y="265970"/>
                  </a:lnTo>
                  <a:lnTo>
                    <a:pt x="9926" y="265970"/>
                  </a:lnTo>
                  <a:lnTo>
                    <a:pt x="9926" y="104174"/>
                  </a:lnTo>
                  <a:lnTo>
                    <a:pt x="141367" y="104174"/>
                  </a:lnTo>
                  <a:lnTo>
                    <a:pt x="141367" y="93327"/>
                  </a:lnTo>
                  <a:lnTo>
                    <a:pt x="9926" y="93327"/>
                  </a:lnTo>
                  <a:lnTo>
                    <a:pt x="9926" y="70678"/>
                  </a:lnTo>
                  <a:lnTo>
                    <a:pt x="14211" y="48229"/>
                  </a:lnTo>
                  <a:lnTo>
                    <a:pt x="25963" y="29568"/>
                  </a:lnTo>
                  <a:lnTo>
                    <a:pt x="43529" y="16339"/>
                  </a:lnTo>
                  <a:lnTo>
                    <a:pt x="65254" y="10188"/>
                  </a:lnTo>
                  <a:lnTo>
                    <a:pt x="105027" y="10188"/>
                  </a:lnTo>
                  <a:lnTo>
                    <a:pt x="98169" y="5561"/>
                  </a:lnTo>
                  <a:lnTo>
                    <a:pt x="70688" y="0"/>
                  </a:lnTo>
                  <a:close/>
                </a:path>
                <a:path w="141604" h="276225">
                  <a:moveTo>
                    <a:pt x="76102" y="104174"/>
                  </a:moveTo>
                  <a:lnTo>
                    <a:pt x="65265" y="104174"/>
                  </a:lnTo>
                  <a:lnTo>
                    <a:pt x="65265" y="265970"/>
                  </a:lnTo>
                  <a:lnTo>
                    <a:pt x="76102" y="265970"/>
                  </a:lnTo>
                  <a:lnTo>
                    <a:pt x="76102" y="104174"/>
                  </a:lnTo>
                  <a:close/>
                </a:path>
                <a:path w="141604" h="276225">
                  <a:moveTo>
                    <a:pt x="141367" y="104174"/>
                  </a:moveTo>
                  <a:lnTo>
                    <a:pt x="131441" y="104174"/>
                  </a:lnTo>
                  <a:lnTo>
                    <a:pt x="131441" y="265970"/>
                  </a:lnTo>
                  <a:lnTo>
                    <a:pt x="141367" y="265970"/>
                  </a:lnTo>
                  <a:lnTo>
                    <a:pt x="141367" y="104174"/>
                  </a:lnTo>
                  <a:close/>
                </a:path>
                <a:path w="141604" h="276225">
                  <a:moveTo>
                    <a:pt x="76102" y="10188"/>
                  </a:moveTo>
                  <a:lnTo>
                    <a:pt x="65254" y="10188"/>
                  </a:lnTo>
                  <a:lnTo>
                    <a:pt x="65254" y="93327"/>
                  </a:lnTo>
                  <a:lnTo>
                    <a:pt x="76102" y="93327"/>
                  </a:lnTo>
                  <a:lnTo>
                    <a:pt x="76102" y="10188"/>
                  </a:lnTo>
                  <a:close/>
                </a:path>
                <a:path w="141604" h="276225">
                  <a:moveTo>
                    <a:pt x="105027" y="10188"/>
                  </a:moveTo>
                  <a:lnTo>
                    <a:pt x="76102" y="10188"/>
                  </a:lnTo>
                  <a:lnTo>
                    <a:pt x="97833" y="16339"/>
                  </a:lnTo>
                  <a:lnTo>
                    <a:pt x="115402" y="29568"/>
                  </a:lnTo>
                  <a:lnTo>
                    <a:pt x="127155" y="48229"/>
                  </a:lnTo>
                  <a:lnTo>
                    <a:pt x="131441" y="70678"/>
                  </a:lnTo>
                  <a:lnTo>
                    <a:pt x="131441" y="93327"/>
                  </a:lnTo>
                  <a:lnTo>
                    <a:pt x="141367" y="93327"/>
                  </a:lnTo>
                  <a:lnTo>
                    <a:pt x="141367" y="70678"/>
                  </a:lnTo>
                  <a:lnTo>
                    <a:pt x="135802" y="43188"/>
                  </a:lnTo>
                  <a:lnTo>
                    <a:pt x="120638" y="20720"/>
                  </a:lnTo>
                  <a:lnTo>
                    <a:pt x="105027" y="101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2" name="object 322" descr=""/>
          <p:cNvSpPr/>
          <p:nvPr/>
        </p:nvSpPr>
        <p:spPr>
          <a:xfrm>
            <a:off x="12126845" y="3798229"/>
            <a:ext cx="821055" cy="1270"/>
          </a:xfrm>
          <a:custGeom>
            <a:avLst/>
            <a:gdLst/>
            <a:ahLst/>
            <a:cxnLst/>
            <a:rect l="l" t="t" r="r" b="b"/>
            <a:pathLst>
              <a:path w="821054" h="1270">
                <a:moveTo>
                  <a:pt x="0" y="722"/>
                </a:moveTo>
                <a:lnTo>
                  <a:pt x="820435" y="722"/>
                </a:lnTo>
                <a:lnTo>
                  <a:pt x="820435" y="0"/>
                </a:lnTo>
                <a:lnTo>
                  <a:pt x="0" y="0"/>
                </a:lnTo>
                <a:lnTo>
                  <a:pt x="0" y="722"/>
                </a:lnTo>
                <a:close/>
              </a:path>
            </a:pathLst>
          </a:custGeom>
          <a:solidFill>
            <a:srgbClr val="AFC6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3" name="object 323" descr=""/>
          <p:cNvSpPr/>
          <p:nvPr/>
        </p:nvSpPr>
        <p:spPr>
          <a:xfrm>
            <a:off x="12126836" y="3754786"/>
            <a:ext cx="2686050" cy="44450"/>
          </a:xfrm>
          <a:custGeom>
            <a:avLst/>
            <a:gdLst/>
            <a:ahLst/>
            <a:cxnLst/>
            <a:rect l="l" t="t" r="r" b="b"/>
            <a:pathLst>
              <a:path w="2686050" h="44450">
                <a:moveTo>
                  <a:pt x="2685897" y="0"/>
                </a:moveTo>
                <a:lnTo>
                  <a:pt x="0" y="0"/>
                </a:lnTo>
                <a:lnTo>
                  <a:pt x="0" y="43446"/>
                </a:lnTo>
                <a:lnTo>
                  <a:pt x="974153" y="43446"/>
                </a:lnTo>
                <a:lnTo>
                  <a:pt x="974153" y="44170"/>
                </a:lnTo>
                <a:lnTo>
                  <a:pt x="2685897" y="44170"/>
                </a:lnTo>
                <a:lnTo>
                  <a:pt x="2685897" y="43446"/>
                </a:lnTo>
                <a:lnTo>
                  <a:pt x="2685897" y="0"/>
                </a:lnTo>
                <a:close/>
              </a:path>
            </a:pathLst>
          </a:custGeom>
          <a:solidFill>
            <a:srgbClr val="AFC6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4" name="object 324" descr=""/>
          <p:cNvSpPr/>
          <p:nvPr/>
        </p:nvSpPr>
        <p:spPr>
          <a:xfrm>
            <a:off x="12091003" y="4754452"/>
            <a:ext cx="2764790" cy="164465"/>
          </a:xfrm>
          <a:custGeom>
            <a:avLst/>
            <a:gdLst/>
            <a:ahLst/>
            <a:cxnLst/>
            <a:rect l="l" t="t" r="r" b="b"/>
            <a:pathLst>
              <a:path w="2764790" h="164464">
                <a:moveTo>
                  <a:pt x="2764784" y="0"/>
                </a:moveTo>
                <a:lnTo>
                  <a:pt x="0" y="0"/>
                </a:lnTo>
                <a:lnTo>
                  <a:pt x="0" y="164078"/>
                </a:lnTo>
                <a:lnTo>
                  <a:pt x="2764784" y="164078"/>
                </a:lnTo>
                <a:lnTo>
                  <a:pt x="2764784" y="0"/>
                </a:lnTo>
                <a:close/>
              </a:path>
            </a:pathLst>
          </a:custGeom>
          <a:solidFill>
            <a:srgbClr val="9BC84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5" name="object 325" descr=""/>
          <p:cNvSpPr/>
          <p:nvPr/>
        </p:nvSpPr>
        <p:spPr>
          <a:xfrm>
            <a:off x="12091003" y="3617073"/>
            <a:ext cx="2757805" cy="137795"/>
          </a:xfrm>
          <a:custGeom>
            <a:avLst/>
            <a:gdLst/>
            <a:ahLst/>
            <a:cxnLst/>
            <a:rect l="l" t="t" r="r" b="b"/>
            <a:pathLst>
              <a:path w="2757805" h="137795">
                <a:moveTo>
                  <a:pt x="2757570" y="0"/>
                </a:moveTo>
                <a:lnTo>
                  <a:pt x="0" y="0"/>
                </a:lnTo>
                <a:lnTo>
                  <a:pt x="0" y="137702"/>
                </a:lnTo>
                <a:lnTo>
                  <a:pt x="2757570" y="137702"/>
                </a:lnTo>
                <a:lnTo>
                  <a:pt x="2757570" y="0"/>
                </a:lnTo>
                <a:close/>
              </a:path>
            </a:pathLst>
          </a:custGeom>
          <a:solidFill>
            <a:srgbClr val="E8F2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6" name="object 326" descr=""/>
          <p:cNvSpPr/>
          <p:nvPr/>
        </p:nvSpPr>
        <p:spPr>
          <a:xfrm>
            <a:off x="12091003" y="4164470"/>
            <a:ext cx="856615" cy="81280"/>
          </a:xfrm>
          <a:custGeom>
            <a:avLst/>
            <a:gdLst/>
            <a:ahLst/>
            <a:cxnLst/>
            <a:rect l="l" t="t" r="r" b="b"/>
            <a:pathLst>
              <a:path w="856615" h="81279">
                <a:moveTo>
                  <a:pt x="0" y="81254"/>
                </a:moveTo>
                <a:lnTo>
                  <a:pt x="856277" y="81254"/>
                </a:lnTo>
                <a:lnTo>
                  <a:pt x="856277" y="0"/>
                </a:lnTo>
                <a:lnTo>
                  <a:pt x="0" y="0"/>
                </a:lnTo>
                <a:lnTo>
                  <a:pt x="0" y="81254"/>
                </a:lnTo>
                <a:close/>
              </a:path>
            </a:pathLst>
          </a:custGeom>
          <a:solidFill>
            <a:srgbClr val="E8F2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7" name="object 327" descr=""/>
          <p:cNvSpPr/>
          <p:nvPr/>
        </p:nvSpPr>
        <p:spPr>
          <a:xfrm>
            <a:off x="14004390" y="4164470"/>
            <a:ext cx="844550" cy="81280"/>
          </a:xfrm>
          <a:custGeom>
            <a:avLst/>
            <a:gdLst/>
            <a:ahLst/>
            <a:cxnLst/>
            <a:rect l="l" t="t" r="r" b="b"/>
            <a:pathLst>
              <a:path w="844550" h="81279">
                <a:moveTo>
                  <a:pt x="0" y="81254"/>
                </a:moveTo>
                <a:lnTo>
                  <a:pt x="844183" y="81254"/>
                </a:lnTo>
                <a:lnTo>
                  <a:pt x="844183" y="0"/>
                </a:lnTo>
                <a:lnTo>
                  <a:pt x="0" y="0"/>
                </a:lnTo>
                <a:lnTo>
                  <a:pt x="0" y="81254"/>
                </a:lnTo>
                <a:close/>
              </a:path>
            </a:pathLst>
          </a:custGeom>
          <a:solidFill>
            <a:srgbClr val="E8F2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8" name="object 328" descr=""/>
          <p:cNvSpPr/>
          <p:nvPr/>
        </p:nvSpPr>
        <p:spPr>
          <a:xfrm>
            <a:off x="13100994" y="4164470"/>
            <a:ext cx="749935" cy="81280"/>
          </a:xfrm>
          <a:custGeom>
            <a:avLst/>
            <a:gdLst/>
            <a:ahLst/>
            <a:cxnLst/>
            <a:rect l="l" t="t" r="r" b="b"/>
            <a:pathLst>
              <a:path w="749934" h="81279">
                <a:moveTo>
                  <a:pt x="0" y="81254"/>
                </a:moveTo>
                <a:lnTo>
                  <a:pt x="749683" y="81254"/>
                </a:lnTo>
                <a:lnTo>
                  <a:pt x="749683" y="0"/>
                </a:lnTo>
                <a:lnTo>
                  <a:pt x="0" y="0"/>
                </a:lnTo>
                <a:lnTo>
                  <a:pt x="0" y="81254"/>
                </a:lnTo>
                <a:close/>
              </a:path>
            </a:pathLst>
          </a:custGeom>
          <a:solidFill>
            <a:srgbClr val="E8F2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9" name="object 329" descr=""/>
          <p:cNvSpPr/>
          <p:nvPr/>
        </p:nvSpPr>
        <p:spPr>
          <a:xfrm>
            <a:off x="13100994" y="4135737"/>
            <a:ext cx="749935" cy="147320"/>
          </a:xfrm>
          <a:custGeom>
            <a:avLst/>
            <a:gdLst/>
            <a:ahLst/>
            <a:cxnLst/>
            <a:rect l="l" t="t" r="r" b="b"/>
            <a:pathLst>
              <a:path w="749934" h="147320">
                <a:moveTo>
                  <a:pt x="749683" y="0"/>
                </a:moveTo>
                <a:lnTo>
                  <a:pt x="0" y="0"/>
                </a:lnTo>
                <a:lnTo>
                  <a:pt x="0" y="147094"/>
                </a:lnTo>
                <a:lnTo>
                  <a:pt x="749683" y="147094"/>
                </a:lnTo>
                <a:lnTo>
                  <a:pt x="749683" y="0"/>
                </a:lnTo>
                <a:close/>
              </a:path>
            </a:pathLst>
          </a:custGeom>
          <a:solidFill>
            <a:srgbClr val="E8F2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0" name="object 330" descr=""/>
          <p:cNvSpPr/>
          <p:nvPr/>
        </p:nvSpPr>
        <p:spPr>
          <a:xfrm>
            <a:off x="14004222" y="3798952"/>
            <a:ext cx="49530" cy="955675"/>
          </a:xfrm>
          <a:custGeom>
            <a:avLst/>
            <a:gdLst/>
            <a:ahLst/>
            <a:cxnLst/>
            <a:rect l="l" t="t" r="r" b="b"/>
            <a:pathLst>
              <a:path w="49530" h="955675">
                <a:moveTo>
                  <a:pt x="49265" y="0"/>
                </a:moveTo>
                <a:lnTo>
                  <a:pt x="0" y="0"/>
                </a:lnTo>
                <a:lnTo>
                  <a:pt x="0" y="955499"/>
                </a:lnTo>
                <a:lnTo>
                  <a:pt x="49265" y="955499"/>
                </a:lnTo>
                <a:lnTo>
                  <a:pt x="49265" y="0"/>
                </a:lnTo>
                <a:close/>
              </a:path>
            </a:pathLst>
          </a:custGeom>
          <a:solidFill>
            <a:srgbClr val="AFC6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1" name="object 331" descr=""/>
          <p:cNvSpPr/>
          <p:nvPr/>
        </p:nvSpPr>
        <p:spPr>
          <a:xfrm>
            <a:off x="13100994" y="3798952"/>
            <a:ext cx="49530" cy="955675"/>
          </a:xfrm>
          <a:custGeom>
            <a:avLst/>
            <a:gdLst/>
            <a:ahLst/>
            <a:cxnLst/>
            <a:rect l="l" t="t" r="r" b="b"/>
            <a:pathLst>
              <a:path w="49530" h="955675">
                <a:moveTo>
                  <a:pt x="49265" y="0"/>
                </a:moveTo>
                <a:lnTo>
                  <a:pt x="0" y="0"/>
                </a:lnTo>
                <a:lnTo>
                  <a:pt x="0" y="955499"/>
                </a:lnTo>
                <a:lnTo>
                  <a:pt x="49265" y="955499"/>
                </a:lnTo>
                <a:lnTo>
                  <a:pt x="49265" y="0"/>
                </a:lnTo>
                <a:close/>
              </a:path>
            </a:pathLst>
          </a:custGeom>
          <a:solidFill>
            <a:srgbClr val="AFC6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2" name="object 332" descr=""/>
          <p:cNvSpPr/>
          <p:nvPr/>
        </p:nvSpPr>
        <p:spPr>
          <a:xfrm>
            <a:off x="13813314" y="4724930"/>
            <a:ext cx="228600" cy="29845"/>
          </a:xfrm>
          <a:custGeom>
            <a:avLst/>
            <a:gdLst/>
            <a:ahLst/>
            <a:cxnLst/>
            <a:rect l="l" t="t" r="r" b="b"/>
            <a:pathLst>
              <a:path w="228600" h="29845">
                <a:moveTo>
                  <a:pt x="222056" y="0"/>
                </a:moveTo>
                <a:lnTo>
                  <a:pt x="214181" y="0"/>
                </a:lnTo>
                <a:lnTo>
                  <a:pt x="6376" y="0"/>
                </a:lnTo>
                <a:lnTo>
                  <a:pt x="0" y="6387"/>
                </a:lnTo>
                <a:lnTo>
                  <a:pt x="0" y="29527"/>
                </a:lnTo>
                <a:lnTo>
                  <a:pt x="228443" y="29527"/>
                </a:lnTo>
                <a:lnTo>
                  <a:pt x="228443" y="6387"/>
                </a:lnTo>
                <a:lnTo>
                  <a:pt x="222056" y="0"/>
                </a:lnTo>
                <a:close/>
              </a:path>
            </a:pathLst>
          </a:custGeom>
          <a:solidFill>
            <a:srgbClr val="C7E09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33" name="object 333" descr=""/>
          <p:cNvGrpSpPr/>
          <p:nvPr/>
        </p:nvGrpSpPr>
        <p:grpSpPr>
          <a:xfrm>
            <a:off x="13813307" y="3753944"/>
            <a:ext cx="228600" cy="971550"/>
            <a:chOff x="13813307" y="3753944"/>
            <a:chExt cx="228600" cy="971550"/>
          </a:xfrm>
        </p:grpSpPr>
        <p:sp>
          <p:nvSpPr>
            <p:cNvPr id="334" name="object 334" descr=""/>
            <p:cNvSpPr/>
            <p:nvPr/>
          </p:nvSpPr>
          <p:spPr>
            <a:xfrm>
              <a:off x="13813308" y="3753948"/>
              <a:ext cx="228600" cy="971550"/>
            </a:xfrm>
            <a:custGeom>
              <a:avLst/>
              <a:gdLst/>
              <a:ahLst/>
              <a:cxnLst/>
              <a:rect l="l" t="t" r="r" b="b"/>
              <a:pathLst>
                <a:path w="228600" h="971550">
                  <a:moveTo>
                    <a:pt x="207860" y="29527"/>
                  </a:moveTo>
                  <a:lnTo>
                    <a:pt x="20574" y="29527"/>
                  </a:lnTo>
                  <a:lnTo>
                    <a:pt x="20574" y="44284"/>
                  </a:lnTo>
                  <a:lnTo>
                    <a:pt x="37363" y="44284"/>
                  </a:lnTo>
                  <a:lnTo>
                    <a:pt x="37363" y="970991"/>
                  </a:lnTo>
                  <a:lnTo>
                    <a:pt x="191071" y="970991"/>
                  </a:lnTo>
                  <a:lnTo>
                    <a:pt x="191071" y="44284"/>
                  </a:lnTo>
                  <a:lnTo>
                    <a:pt x="207860" y="44284"/>
                  </a:lnTo>
                  <a:lnTo>
                    <a:pt x="207860" y="29527"/>
                  </a:lnTo>
                  <a:close/>
                </a:path>
                <a:path w="228600" h="971550">
                  <a:moveTo>
                    <a:pt x="228434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2108" y="25400"/>
                  </a:lnTo>
                  <a:lnTo>
                    <a:pt x="2108" y="29210"/>
                  </a:lnTo>
                  <a:lnTo>
                    <a:pt x="226326" y="29210"/>
                  </a:lnTo>
                  <a:lnTo>
                    <a:pt x="226326" y="25400"/>
                  </a:lnTo>
                  <a:lnTo>
                    <a:pt x="228434" y="25400"/>
                  </a:lnTo>
                  <a:lnTo>
                    <a:pt x="228434" y="0"/>
                  </a:lnTo>
                  <a:close/>
                </a:path>
              </a:pathLst>
            </a:custGeom>
            <a:solidFill>
              <a:srgbClr val="C7E0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 descr=""/>
            <p:cNvSpPr/>
            <p:nvPr/>
          </p:nvSpPr>
          <p:spPr>
            <a:xfrm>
              <a:off x="13813308" y="3753948"/>
              <a:ext cx="228600" cy="52069"/>
            </a:xfrm>
            <a:custGeom>
              <a:avLst/>
              <a:gdLst/>
              <a:ahLst/>
              <a:cxnLst/>
              <a:rect l="l" t="t" r="r" b="b"/>
              <a:pathLst>
                <a:path w="228600" h="52070">
                  <a:moveTo>
                    <a:pt x="191071" y="44284"/>
                  </a:moveTo>
                  <a:lnTo>
                    <a:pt x="37363" y="44284"/>
                  </a:lnTo>
                  <a:lnTo>
                    <a:pt x="37363" y="51663"/>
                  </a:lnTo>
                  <a:lnTo>
                    <a:pt x="191071" y="51663"/>
                  </a:lnTo>
                  <a:lnTo>
                    <a:pt x="191071" y="44284"/>
                  </a:lnTo>
                  <a:close/>
                </a:path>
                <a:path w="228600" h="52070">
                  <a:moveTo>
                    <a:pt x="207860" y="29527"/>
                  </a:moveTo>
                  <a:lnTo>
                    <a:pt x="20574" y="29527"/>
                  </a:lnTo>
                  <a:lnTo>
                    <a:pt x="20574" y="36906"/>
                  </a:lnTo>
                  <a:lnTo>
                    <a:pt x="207860" y="36906"/>
                  </a:lnTo>
                  <a:lnTo>
                    <a:pt x="207860" y="29527"/>
                  </a:lnTo>
                  <a:close/>
                </a:path>
                <a:path w="228600" h="52070">
                  <a:moveTo>
                    <a:pt x="228434" y="0"/>
                  </a:moveTo>
                  <a:lnTo>
                    <a:pt x="0" y="0"/>
                  </a:lnTo>
                  <a:lnTo>
                    <a:pt x="0" y="7391"/>
                  </a:lnTo>
                  <a:lnTo>
                    <a:pt x="228434" y="7391"/>
                  </a:lnTo>
                  <a:lnTo>
                    <a:pt x="228434" y="0"/>
                  </a:lnTo>
                  <a:close/>
                </a:path>
              </a:pathLst>
            </a:custGeom>
            <a:solidFill>
              <a:srgbClr val="CFDD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6" name="object 336" descr=""/>
          <p:cNvSpPr/>
          <p:nvPr/>
        </p:nvSpPr>
        <p:spPr>
          <a:xfrm>
            <a:off x="12909925" y="4724930"/>
            <a:ext cx="228600" cy="29845"/>
          </a:xfrm>
          <a:custGeom>
            <a:avLst/>
            <a:gdLst/>
            <a:ahLst/>
            <a:cxnLst/>
            <a:rect l="l" t="t" r="r" b="b"/>
            <a:pathLst>
              <a:path w="228600" h="29845">
                <a:moveTo>
                  <a:pt x="222056" y="0"/>
                </a:moveTo>
                <a:lnTo>
                  <a:pt x="214181" y="0"/>
                </a:lnTo>
                <a:lnTo>
                  <a:pt x="6376" y="0"/>
                </a:lnTo>
                <a:lnTo>
                  <a:pt x="0" y="6387"/>
                </a:lnTo>
                <a:lnTo>
                  <a:pt x="0" y="29527"/>
                </a:lnTo>
                <a:lnTo>
                  <a:pt x="228443" y="29527"/>
                </a:lnTo>
                <a:lnTo>
                  <a:pt x="228443" y="6387"/>
                </a:lnTo>
                <a:lnTo>
                  <a:pt x="222056" y="0"/>
                </a:lnTo>
                <a:close/>
              </a:path>
            </a:pathLst>
          </a:custGeom>
          <a:solidFill>
            <a:srgbClr val="C7E09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37" name="object 337" descr=""/>
          <p:cNvGrpSpPr/>
          <p:nvPr/>
        </p:nvGrpSpPr>
        <p:grpSpPr>
          <a:xfrm>
            <a:off x="12909921" y="3753944"/>
            <a:ext cx="228600" cy="971550"/>
            <a:chOff x="12909921" y="3753944"/>
            <a:chExt cx="228600" cy="971550"/>
          </a:xfrm>
        </p:grpSpPr>
        <p:sp>
          <p:nvSpPr>
            <p:cNvPr id="338" name="object 338" descr=""/>
            <p:cNvSpPr/>
            <p:nvPr/>
          </p:nvSpPr>
          <p:spPr>
            <a:xfrm>
              <a:off x="12909919" y="3753948"/>
              <a:ext cx="228600" cy="971550"/>
            </a:xfrm>
            <a:custGeom>
              <a:avLst/>
              <a:gdLst/>
              <a:ahLst/>
              <a:cxnLst/>
              <a:rect l="l" t="t" r="r" b="b"/>
              <a:pathLst>
                <a:path w="228600" h="971550">
                  <a:moveTo>
                    <a:pt x="207860" y="29527"/>
                  </a:moveTo>
                  <a:lnTo>
                    <a:pt x="20574" y="29527"/>
                  </a:lnTo>
                  <a:lnTo>
                    <a:pt x="20574" y="44284"/>
                  </a:lnTo>
                  <a:lnTo>
                    <a:pt x="37350" y="44284"/>
                  </a:lnTo>
                  <a:lnTo>
                    <a:pt x="37350" y="970991"/>
                  </a:lnTo>
                  <a:lnTo>
                    <a:pt x="191071" y="970991"/>
                  </a:lnTo>
                  <a:lnTo>
                    <a:pt x="191071" y="44284"/>
                  </a:lnTo>
                  <a:lnTo>
                    <a:pt x="207860" y="44284"/>
                  </a:lnTo>
                  <a:lnTo>
                    <a:pt x="207860" y="29527"/>
                  </a:lnTo>
                  <a:close/>
                </a:path>
                <a:path w="228600" h="971550">
                  <a:moveTo>
                    <a:pt x="228434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2108" y="25400"/>
                  </a:lnTo>
                  <a:lnTo>
                    <a:pt x="2108" y="29210"/>
                  </a:lnTo>
                  <a:lnTo>
                    <a:pt x="226326" y="29210"/>
                  </a:lnTo>
                  <a:lnTo>
                    <a:pt x="226326" y="25400"/>
                  </a:lnTo>
                  <a:lnTo>
                    <a:pt x="228434" y="25400"/>
                  </a:lnTo>
                  <a:lnTo>
                    <a:pt x="228434" y="0"/>
                  </a:lnTo>
                  <a:close/>
                </a:path>
              </a:pathLst>
            </a:custGeom>
            <a:solidFill>
              <a:srgbClr val="C7E0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 descr=""/>
            <p:cNvSpPr/>
            <p:nvPr/>
          </p:nvSpPr>
          <p:spPr>
            <a:xfrm>
              <a:off x="12909919" y="3753948"/>
              <a:ext cx="228600" cy="52069"/>
            </a:xfrm>
            <a:custGeom>
              <a:avLst/>
              <a:gdLst/>
              <a:ahLst/>
              <a:cxnLst/>
              <a:rect l="l" t="t" r="r" b="b"/>
              <a:pathLst>
                <a:path w="228600" h="52070">
                  <a:moveTo>
                    <a:pt x="191071" y="44284"/>
                  </a:moveTo>
                  <a:lnTo>
                    <a:pt x="37350" y="44284"/>
                  </a:lnTo>
                  <a:lnTo>
                    <a:pt x="37350" y="51663"/>
                  </a:lnTo>
                  <a:lnTo>
                    <a:pt x="191071" y="51663"/>
                  </a:lnTo>
                  <a:lnTo>
                    <a:pt x="191071" y="44284"/>
                  </a:lnTo>
                  <a:close/>
                </a:path>
                <a:path w="228600" h="52070">
                  <a:moveTo>
                    <a:pt x="207860" y="29527"/>
                  </a:moveTo>
                  <a:lnTo>
                    <a:pt x="20574" y="29527"/>
                  </a:lnTo>
                  <a:lnTo>
                    <a:pt x="20574" y="36906"/>
                  </a:lnTo>
                  <a:lnTo>
                    <a:pt x="207860" y="36906"/>
                  </a:lnTo>
                  <a:lnTo>
                    <a:pt x="207860" y="29527"/>
                  </a:lnTo>
                  <a:close/>
                </a:path>
                <a:path w="228600" h="52070">
                  <a:moveTo>
                    <a:pt x="228434" y="0"/>
                  </a:moveTo>
                  <a:lnTo>
                    <a:pt x="0" y="0"/>
                  </a:lnTo>
                  <a:lnTo>
                    <a:pt x="0" y="7391"/>
                  </a:lnTo>
                  <a:lnTo>
                    <a:pt x="228434" y="7391"/>
                  </a:lnTo>
                  <a:lnTo>
                    <a:pt x="228434" y="0"/>
                  </a:lnTo>
                  <a:close/>
                </a:path>
              </a:pathLst>
            </a:custGeom>
            <a:solidFill>
              <a:srgbClr val="CFDDD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0" name="object 340" descr=""/>
          <p:cNvGrpSpPr/>
          <p:nvPr/>
        </p:nvGrpSpPr>
        <p:grpSpPr>
          <a:xfrm>
            <a:off x="12126834" y="3029765"/>
            <a:ext cx="2686050" cy="605155"/>
            <a:chOff x="12126834" y="3029765"/>
            <a:chExt cx="2686050" cy="605155"/>
          </a:xfrm>
        </p:grpSpPr>
        <p:sp>
          <p:nvSpPr>
            <p:cNvPr id="341" name="object 341" descr=""/>
            <p:cNvSpPr/>
            <p:nvPr/>
          </p:nvSpPr>
          <p:spPr>
            <a:xfrm>
              <a:off x="12126834" y="3172583"/>
              <a:ext cx="2686050" cy="444500"/>
            </a:xfrm>
            <a:custGeom>
              <a:avLst/>
              <a:gdLst/>
              <a:ahLst/>
              <a:cxnLst/>
              <a:rect l="l" t="t" r="r" b="b"/>
              <a:pathLst>
                <a:path w="2686050" h="444500">
                  <a:moveTo>
                    <a:pt x="2685897" y="0"/>
                  </a:moveTo>
                  <a:lnTo>
                    <a:pt x="0" y="0"/>
                  </a:lnTo>
                  <a:lnTo>
                    <a:pt x="0" y="444489"/>
                  </a:lnTo>
                  <a:lnTo>
                    <a:pt x="2685897" y="444489"/>
                  </a:lnTo>
                  <a:lnTo>
                    <a:pt x="2685897" y="0"/>
                  </a:lnTo>
                  <a:close/>
                </a:path>
              </a:pathLst>
            </a:custGeom>
            <a:solidFill>
              <a:srgbClr val="9BC84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 descr=""/>
            <p:cNvSpPr/>
            <p:nvPr/>
          </p:nvSpPr>
          <p:spPr>
            <a:xfrm>
              <a:off x="12717353" y="3029765"/>
              <a:ext cx="1506220" cy="587375"/>
            </a:xfrm>
            <a:custGeom>
              <a:avLst/>
              <a:gdLst/>
              <a:ahLst/>
              <a:cxnLst/>
              <a:rect l="l" t="t" r="r" b="b"/>
              <a:pathLst>
                <a:path w="1506219" h="587375">
                  <a:moveTo>
                    <a:pt x="753087" y="0"/>
                  </a:moveTo>
                  <a:lnTo>
                    <a:pt x="0" y="587311"/>
                  </a:lnTo>
                  <a:lnTo>
                    <a:pt x="1506174" y="587311"/>
                  </a:lnTo>
                  <a:lnTo>
                    <a:pt x="753087" y="0"/>
                  </a:lnTo>
                  <a:close/>
                </a:path>
              </a:pathLst>
            </a:custGeom>
            <a:solidFill>
              <a:srgbClr val="E8F2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 descr=""/>
            <p:cNvSpPr/>
            <p:nvPr/>
          </p:nvSpPr>
          <p:spPr>
            <a:xfrm>
              <a:off x="12952278" y="3230795"/>
              <a:ext cx="1036319" cy="404495"/>
            </a:xfrm>
            <a:custGeom>
              <a:avLst/>
              <a:gdLst/>
              <a:ahLst/>
              <a:cxnLst/>
              <a:rect l="l" t="t" r="r" b="b"/>
              <a:pathLst>
                <a:path w="1036319" h="404495">
                  <a:moveTo>
                    <a:pt x="518162" y="0"/>
                  </a:moveTo>
                  <a:lnTo>
                    <a:pt x="0" y="404102"/>
                  </a:lnTo>
                  <a:lnTo>
                    <a:pt x="1036324" y="404102"/>
                  </a:lnTo>
                  <a:lnTo>
                    <a:pt x="518162" y="0"/>
                  </a:lnTo>
                  <a:close/>
                </a:path>
              </a:pathLst>
            </a:custGeom>
            <a:solidFill>
              <a:srgbClr val="AAD06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4" name="object 344" descr=""/>
          <p:cNvGrpSpPr/>
          <p:nvPr/>
        </p:nvGrpSpPr>
        <p:grpSpPr>
          <a:xfrm>
            <a:off x="13191095" y="4754452"/>
            <a:ext cx="594995" cy="164465"/>
            <a:chOff x="13191095" y="4754452"/>
            <a:chExt cx="594995" cy="164465"/>
          </a:xfrm>
        </p:grpSpPr>
        <p:sp>
          <p:nvSpPr>
            <p:cNvPr id="345" name="object 345" descr=""/>
            <p:cNvSpPr/>
            <p:nvPr/>
          </p:nvSpPr>
          <p:spPr>
            <a:xfrm>
              <a:off x="13191095" y="4754452"/>
              <a:ext cx="594995" cy="41275"/>
            </a:xfrm>
            <a:custGeom>
              <a:avLst/>
              <a:gdLst/>
              <a:ahLst/>
              <a:cxnLst/>
              <a:rect l="l" t="t" r="r" b="b"/>
              <a:pathLst>
                <a:path w="594994" h="41275">
                  <a:moveTo>
                    <a:pt x="594463" y="0"/>
                  </a:moveTo>
                  <a:lnTo>
                    <a:pt x="0" y="0"/>
                  </a:lnTo>
                  <a:lnTo>
                    <a:pt x="0" y="41024"/>
                  </a:lnTo>
                  <a:lnTo>
                    <a:pt x="594463" y="41024"/>
                  </a:lnTo>
                  <a:lnTo>
                    <a:pt x="594463" y="0"/>
                  </a:lnTo>
                  <a:close/>
                </a:path>
              </a:pathLst>
            </a:custGeom>
            <a:solidFill>
              <a:srgbClr val="E8F2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 descr=""/>
            <p:cNvSpPr/>
            <p:nvPr/>
          </p:nvSpPr>
          <p:spPr>
            <a:xfrm>
              <a:off x="13191095" y="4795476"/>
              <a:ext cx="594995" cy="41275"/>
            </a:xfrm>
            <a:custGeom>
              <a:avLst/>
              <a:gdLst/>
              <a:ahLst/>
              <a:cxnLst/>
              <a:rect l="l" t="t" r="r" b="b"/>
              <a:pathLst>
                <a:path w="594994" h="41275">
                  <a:moveTo>
                    <a:pt x="594463" y="0"/>
                  </a:moveTo>
                  <a:lnTo>
                    <a:pt x="0" y="0"/>
                  </a:lnTo>
                  <a:lnTo>
                    <a:pt x="0" y="41014"/>
                  </a:lnTo>
                  <a:lnTo>
                    <a:pt x="594463" y="41014"/>
                  </a:lnTo>
                  <a:lnTo>
                    <a:pt x="594463" y="0"/>
                  </a:lnTo>
                  <a:close/>
                </a:path>
              </a:pathLst>
            </a:custGeom>
            <a:solidFill>
              <a:srgbClr val="FAFC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 descr=""/>
            <p:cNvSpPr/>
            <p:nvPr/>
          </p:nvSpPr>
          <p:spPr>
            <a:xfrm>
              <a:off x="13191095" y="4836480"/>
              <a:ext cx="594995" cy="41275"/>
            </a:xfrm>
            <a:custGeom>
              <a:avLst/>
              <a:gdLst/>
              <a:ahLst/>
              <a:cxnLst/>
              <a:rect l="l" t="t" r="r" b="b"/>
              <a:pathLst>
                <a:path w="594994" h="41275">
                  <a:moveTo>
                    <a:pt x="594463" y="0"/>
                  </a:moveTo>
                  <a:lnTo>
                    <a:pt x="0" y="0"/>
                  </a:lnTo>
                  <a:lnTo>
                    <a:pt x="0" y="41024"/>
                  </a:lnTo>
                  <a:lnTo>
                    <a:pt x="594463" y="41024"/>
                  </a:lnTo>
                  <a:lnTo>
                    <a:pt x="594463" y="0"/>
                  </a:lnTo>
                  <a:close/>
                </a:path>
              </a:pathLst>
            </a:custGeom>
            <a:solidFill>
              <a:srgbClr val="E8F2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 descr=""/>
            <p:cNvSpPr/>
            <p:nvPr/>
          </p:nvSpPr>
          <p:spPr>
            <a:xfrm>
              <a:off x="13191095" y="4877516"/>
              <a:ext cx="594995" cy="41275"/>
            </a:xfrm>
            <a:custGeom>
              <a:avLst/>
              <a:gdLst/>
              <a:ahLst/>
              <a:cxnLst/>
              <a:rect l="l" t="t" r="r" b="b"/>
              <a:pathLst>
                <a:path w="594994" h="41275">
                  <a:moveTo>
                    <a:pt x="594463" y="0"/>
                  </a:moveTo>
                  <a:lnTo>
                    <a:pt x="0" y="0"/>
                  </a:lnTo>
                  <a:lnTo>
                    <a:pt x="0" y="41014"/>
                  </a:lnTo>
                  <a:lnTo>
                    <a:pt x="594463" y="41014"/>
                  </a:lnTo>
                  <a:lnTo>
                    <a:pt x="594463" y="0"/>
                  </a:lnTo>
                  <a:close/>
                </a:path>
              </a:pathLst>
            </a:custGeom>
            <a:solidFill>
              <a:srgbClr val="FAFCF6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49" name="object 349" descr="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3283179" y="4154997"/>
            <a:ext cx="432952" cy="106806"/>
          </a:xfrm>
          <a:prstGeom prst="rect">
            <a:avLst/>
          </a:prstGeom>
        </p:spPr>
      </p:pic>
      <p:sp>
        <p:nvSpPr>
          <p:cNvPr id="350" name="object 350" descr=""/>
          <p:cNvSpPr/>
          <p:nvPr/>
        </p:nvSpPr>
        <p:spPr>
          <a:xfrm>
            <a:off x="13191095" y="4754452"/>
            <a:ext cx="40640" cy="164465"/>
          </a:xfrm>
          <a:custGeom>
            <a:avLst/>
            <a:gdLst/>
            <a:ahLst/>
            <a:cxnLst/>
            <a:rect l="l" t="t" r="r" b="b"/>
            <a:pathLst>
              <a:path w="40640" h="164464">
                <a:moveTo>
                  <a:pt x="40522" y="0"/>
                </a:moveTo>
                <a:lnTo>
                  <a:pt x="0" y="0"/>
                </a:lnTo>
                <a:lnTo>
                  <a:pt x="0" y="164078"/>
                </a:lnTo>
                <a:lnTo>
                  <a:pt x="40522" y="164078"/>
                </a:lnTo>
                <a:lnTo>
                  <a:pt x="40522" y="0"/>
                </a:lnTo>
                <a:close/>
              </a:path>
            </a:pathLst>
          </a:custGeom>
          <a:solidFill>
            <a:srgbClr val="AFC6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1" name="object 351" descr=""/>
          <p:cNvSpPr/>
          <p:nvPr/>
        </p:nvSpPr>
        <p:spPr>
          <a:xfrm>
            <a:off x="12952273" y="3172592"/>
            <a:ext cx="1520825" cy="462915"/>
          </a:xfrm>
          <a:custGeom>
            <a:avLst/>
            <a:gdLst/>
            <a:ahLst/>
            <a:cxnLst/>
            <a:rect l="l" t="t" r="r" b="b"/>
            <a:pathLst>
              <a:path w="1520825" h="462914">
                <a:moveTo>
                  <a:pt x="1036320" y="462318"/>
                </a:moveTo>
                <a:lnTo>
                  <a:pt x="518160" y="58204"/>
                </a:lnTo>
                <a:lnTo>
                  <a:pt x="0" y="462318"/>
                </a:lnTo>
                <a:lnTo>
                  <a:pt x="17576" y="462318"/>
                </a:lnTo>
                <a:lnTo>
                  <a:pt x="534847" y="100025"/>
                </a:lnTo>
                <a:lnTo>
                  <a:pt x="1013777" y="462318"/>
                </a:lnTo>
                <a:lnTo>
                  <a:pt x="1036320" y="462318"/>
                </a:lnTo>
                <a:close/>
              </a:path>
              <a:path w="1520825" h="462914">
                <a:moveTo>
                  <a:pt x="1520444" y="444487"/>
                </a:moveTo>
                <a:lnTo>
                  <a:pt x="749655" y="0"/>
                </a:lnTo>
                <a:lnTo>
                  <a:pt x="701294" y="0"/>
                </a:lnTo>
                <a:lnTo>
                  <a:pt x="1271244" y="444487"/>
                </a:lnTo>
                <a:lnTo>
                  <a:pt x="1520444" y="444487"/>
                </a:lnTo>
                <a:close/>
              </a:path>
            </a:pathLst>
          </a:custGeom>
          <a:solidFill>
            <a:srgbClr val="AFC6C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52" name="object 352" descr=""/>
          <p:cNvGrpSpPr/>
          <p:nvPr/>
        </p:nvGrpSpPr>
        <p:grpSpPr>
          <a:xfrm>
            <a:off x="13348148" y="4343625"/>
            <a:ext cx="268605" cy="410845"/>
            <a:chOff x="13348148" y="4343625"/>
            <a:chExt cx="268605" cy="410845"/>
          </a:xfrm>
        </p:grpSpPr>
        <p:sp>
          <p:nvSpPr>
            <p:cNvPr id="353" name="object 353" descr=""/>
            <p:cNvSpPr/>
            <p:nvPr/>
          </p:nvSpPr>
          <p:spPr>
            <a:xfrm>
              <a:off x="13348148" y="4343625"/>
              <a:ext cx="268605" cy="410845"/>
            </a:xfrm>
            <a:custGeom>
              <a:avLst/>
              <a:gdLst/>
              <a:ahLst/>
              <a:cxnLst/>
              <a:rect l="l" t="t" r="r" b="b"/>
              <a:pathLst>
                <a:path w="268605" h="410845">
                  <a:moveTo>
                    <a:pt x="134215" y="0"/>
                  </a:moveTo>
                  <a:lnTo>
                    <a:pt x="81973" y="9628"/>
                  </a:lnTo>
                  <a:lnTo>
                    <a:pt x="39311" y="35887"/>
                  </a:lnTo>
                  <a:lnTo>
                    <a:pt x="10547" y="74835"/>
                  </a:lnTo>
                  <a:lnTo>
                    <a:pt x="0" y="122530"/>
                  </a:lnTo>
                  <a:lnTo>
                    <a:pt x="0" y="410825"/>
                  </a:lnTo>
                  <a:lnTo>
                    <a:pt x="268431" y="410825"/>
                  </a:lnTo>
                  <a:lnTo>
                    <a:pt x="268431" y="122530"/>
                  </a:lnTo>
                  <a:lnTo>
                    <a:pt x="257883" y="74835"/>
                  </a:lnTo>
                  <a:lnTo>
                    <a:pt x="229119" y="35887"/>
                  </a:lnTo>
                  <a:lnTo>
                    <a:pt x="186457" y="9628"/>
                  </a:lnTo>
                  <a:lnTo>
                    <a:pt x="134215" y="0"/>
                  </a:lnTo>
                  <a:close/>
                </a:path>
              </a:pathLst>
            </a:custGeom>
            <a:solidFill>
              <a:srgbClr val="E8F2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 descr=""/>
            <p:cNvSpPr/>
            <p:nvPr/>
          </p:nvSpPr>
          <p:spPr>
            <a:xfrm>
              <a:off x="13360184" y="4354518"/>
              <a:ext cx="244475" cy="400050"/>
            </a:xfrm>
            <a:custGeom>
              <a:avLst/>
              <a:gdLst/>
              <a:ahLst/>
              <a:cxnLst/>
              <a:rect l="l" t="t" r="r" b="b"/>
              <a:pathLst>
                <a:path w="244475" h="400050">
                  <a:moveTo>
                    <a:pt x="117411" y="0"/>
                  </a:moveTo>
                  <a:lnTo>
                    <a:pt x="64414" y="0"/>
                  </a:lnTo>
                  <a:lnTo>
                    <a:pt x="39344" y="5067"/>
                  </a:lnTo>
                  <a:lnTo>
                    <a:pt x="18872" y="18872"/>
                  </a:lnTo>
                  <a:lnTo>
                    <a:pt x="5067" y="39344"/>
                  </a:lnTo>
                  <a:lnTo>
                    <a:pt x="0" y="64427"/>
                  </a:lnTo>
                  <a:lnTo>
                    <a:pt x="0" y="399935"/>
                  </a:lnTo>
                  <a:lnTo>
                    <a:pt x="117411" y="399935"/>
                  </a:lnTo>
                  <a:lnTo>
                    <a:pt x="117411" y="0"/>
                  </a:lnTo>
                  <a:close/>
                </a:path>
                <a:path w="244475" h="400050">
                  <a:moveTo>
                    <a:pt x="244360" y="64427"/>
                  </a:moveTo>
                  <a:lnTo>
                    <a:pt x="239306" y="39344"/>
                  </a:lnTo>
                  <a:lnTo>
                    <a:pt x="225488" y="18872"/>
                  </a:lnTo>
                  <a:lnTo>
                    <a:pt x="205016" y="5067"/>
                  </a:lnTo>
                  <a:lnTo>
                    <a:pt x="179946" y="0"/>
                  </a:lnTo>
                  <a:lnTo>
                    <a:pt x="126936" y="0"/>
                  </a:lnTo>
                  <a:lnTo>
                    <a:pt x="126936" y="399935"/>
                  </a:lnTo>
                  <a:lnTo>
                    <a:pt x="244360" y="399935"/>
                  </a:lnTo>
                  <a:lnTo>
                    <a:pt x="244360" y="64427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55" name="object 355" descr="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13364255" y="3364660"/>
            <a:ext cx="222056" cy="222045"/>
          </a:xfrm>
          <a:prstGeom prst="rect">
            <a:avLst/>
          </a:prstGeom>
        </p:spPr>
      </p:pic>
      <p:sp>
        <p:nvSpPr>
          <p:cNvPr id="356" name="object 356" descr=""/>
          <p:cNvSpPr/>
          <p:nvPr/>
        </p:nvSpPr>
        <p:spPr>
          <a:xfrm>
            <a:off x="12126845" y="4245734"/>
            <a:ext cx="821055" cy="31115"/>
          </a:xfrm>
          <a:custGeom>
            <a:avLst/>
            <a:gdLst/>
            <a:ahLst/>
            <a:cxnLst/>
            <a:rect l="l" t="t" r="r" b="b"/>
            <a:pathLst>
              <a:path w="821054" h="31114">
                <a:moveTo>
                  <a:pt x="820446" y="0"/>
                </a:moveTo>
                <a:lnTo>
                  <a:pt x="0" y="0"/>
                </a:lnTo>
                <a:lnTo>
                  <a:pt x="0" y="30972"/>
                </a:lnTo>
                <a:lnTo>
                  <a:pt x="820446" y="30972"/>
                </a:lnTo>
                <a:lnTo>
                  <a:pt x="820446" y="0"/>
                </a:lnTo>
                <a:close/>
              </a:path>
            </a:pathLst>
          </a:custGeom>
          <a:solidFill>
            <a:srgbClr val="AFC6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7" name="object 357" descr=""/>
          <p:cNvSpPr/>
          <p:nvPr/>
        </p:nvSpPr>
        <p:spPr>
          <a:xfrm>
            <a:off x="14053498" y="4245734"/>
            <a:ext cx="759460" cy="31115"/>
          </a:xfrm>
          <a:custGeom>
            <a:avLst/>
            <a:gdLst/>
            <a:ahLst/>
            <a:cxnLst/>
            <a:rect l="l" t="t" r="r" b="b"/>
            <a:pathLst>
              <a:path w="759459" h="31114">
                <a:moveTo>
                  <a:pt x="759243" y="0"/>
                </a:moveTo>
                <a:lnTo>
                  <a:pt x="0" y="0"/>
                </a:lnTo>
                <a:lnTo>
                  <a:pt x="0" y="30972"/>
                </a:lnTo>
                <a:lnTo>
                  <a:pt x="759243" y="30972"/>
                </a:lnTo>
                <a:lnTo>
                  <a:pt x="759243" y="0"/>
                </a:lnTo>
                <a:close/>
              </a:path>
            </a:pathLst>
          </a:custGeom>
          <a:solidFill>
            <a:srgbClr val="AFC6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8" name="object 358" descr=""/>
          <p:cNvSpPr/>
          <p:nvPr/>
        </p:nvSpPr>
        <p:spPr>
          <a:xfrm>
            <a:off x="13150259" y="4282833"/>
            <a:ext cx="701040" cy="33655"/>
          </a:xfrm>
          <a:custGeom>
            <a:avLst/>
            <a:gdLst/>
            <a:ahLst/>
            <a:cxnLst/>
            <a:rect l="l" t="t" r="r" b="b"/>
            <a:pathLst>
              <a:path w="701040" h="33654">
                <a:moveTo>
                  <a:pt x="700418" y="0"/>
                </a:moveTo>
                <a:lnTo>
                  <a:pt x="0" y="0"/>
                </a:lnTo>
                <a:lnTo>
                  <a:pt x="0" y="33548"/>
                </a:lnTo>
                <a:lnTo>
                  <a:pt x="700418" y="33548"/>
                </a:lnTo>
                <a:lnTo>
                  <a:pt x="700418" y="0"/>
                </a:lnTo>
                <a:close/>
              </a:path>
            </a:pathLst>
          </a:custGeom>
          <a:solidFill>
            <a:srgbClr val="AFC6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9" name="object 359" descr=""/>
          <p:cNvSpPr/>
          <p:nvPr/>
        </p:nvSpPr>
        <p:spPr>
          <a:xfrm>
            <a:off x="17236656" y="1936832"/>
            <a:ext cx="93980" cy="196850"/>
          </a:xfrm>
          <a:custGeom>
            <a:avLst/>
            <a:gdLst/>
            <a:ahLst/>
            <a:cxnLst/>
            <a:rect l="l" t="t" r="r" b="b"/>
            <a:pathLst>
              <a:path w="93980" h="196850">
                <a:moveTo>
                  <a:pt x="93408" y="52412"/>
                </a:moveTo>
                <a:lnTo>
                  <a:pt x="51790" y="52412"/>
                </a:lnTo>
                <a:lnTo>
                  <a:pt x="51790" y="0"/>
                </a:lnTo>
                <a:lnTo>
                  <a:pt x="41617" y="0"/>
                </a:lnTo>
                <a:lnTo>
                  <a:pt x="41617" y="52412"/>
                </a:lnTo>
                <a:lnTo>
                  <a:pt x="0" y="52412"/>
                </a:lnTo>
                <a:lnTo>
                  <a:pt x="0" y="62572"/>
                </a:lnTo>
                <a:lnTo>
                  <a:pt x="41617" y="62572"/>
                </a:lnTo>
                <a:lnTo>
                  <a:pt x="41617" y="196443"/>
                </a:lnTo>
                <a:lnTo>
                  <a:pt x="51790" y="196443"/>
                </a:lnTo>
                <a:lnTo>
                  <a:pt x="51790" y="62572"/>
                </a:lnTo>
                <a:lnTo>
                  <a:pt x="93408" y="62572"/>
                </a:lnTo>
                <a:lnTo>
                  <a:pt x="93408" y="52412"/>
                </a:lnTo>
                <a:close/>
              </a:path>
            </a:pathLst>
          </a:custGeom>
          <a:solidFill>
            <a:srgbClr val="3DA7A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60" name="object 360" descr=""/>
          <p:cNvGrpSpPr/>
          <p:nvPr/>
        </p:nvGrpSpPr>
        <p:grpSpPr>
          <a:xfrm>
            <a:off x="16243619" y="3017876"/>
            <a:ext cx="1411605" cy="1905635"/>
            <a:chOff x="16243619" y="3017876"/>
            <a:chExt cx="1411605" cy="1905635"/>
          </a:xfrm>
        </p:grpSpPr>
        <p:sp>
          <p:nvSpPr>
            <p:cNvPr id="361" name="object 361" descr=""/>
            <p:cNvSpPr/>
            <p:nvPr/>
          </p:nvSpPr>
          <p:spPr>
            <a:xfrm>
              <a:off x="16343637" y="3258164"/>
              <a:ext cx="565150" cy="1664970"/>
            </a:xfrm>
            <a:custGeom>
              <a:avLst/>
              <a:gdLst/>
              <a:ahLst/>
              <a:cxnLst/>
              <a:rect l="l" t="t" r="r" b="b"/>
              <a:pathLst>
                <a:path w="565150" h="1664970">
                  <a:moveTo>
                    <a:pt x="564537" y="0"/>
                  </a:moveTo>
                  <a:lnTo>
                    <a:pt x="0" y="339057"/>
                  </a:lnTo>
                  <a:lnTo>
                    <a:pt x="0" y="1664787"/>
                  </a:lnTo>
                  <a:lnTo>
                    <a:pt x="564537" y="1664787"/>
                  </a:lnTo>
                  <a:lnTo>
                    <a:pt x="564537" y="0"/>
                  </a:lnTo>
                  <a:close/>
                </a:path>
              </a:pathLst>
            </a:custGeom>
            <a:solidFill>
              <a:srgbClr val="D5E0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2" name="object 362" descr=""/>
            <p:cNvSpPr/>
            <p:nvPr/>
          </p:nvSpPr>
          <p:spPr>
            <a:xfrm>
              <a:off x="16309733" y="4004098"/>
              <a:ext cx="598805" cy="86995"/>
            </a:xfrm>
            <a:custGeom>
              <a:avLst/>
              <a:gdLst/>
              <a:ahLst/>
              <a:cxnLst/>
              <a:rect l="l" t="t" r="r" b="b"/>
              <a:pathLst>
                <a:path w="598805" h="86995">
                  <a:moveTo>
                    <a:pt x="598442" y="0"/>
                  </a:moveTo>
                  <a:lnTo>
                    <a:pt x="0" y="0"/>
                  </a:lnTo>
                  <a:lnTo>
                    <a:pt x="0" y="86458"/>
                  </a:lnTo>
                  <a:lnTo>
                    <a:pt x="598442" y="86458"/>
                  </a:lnTo>
                  <a:lnTo>
                    <a:pt x="598442" y="0"/>
                  </a:lnTo>
                  <a:close/>
                </a:path>
              </a:pathLst>
            </a:custGeom>
            <a:solidFill>
              <a:srgbClr val="CAD9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3" name="object 363" descr=""/>
            <p:cNvSpPr/>
            <p:nvPr/>
          </p:nvSpPr>
          <p:spPr>
            <a:xfrm>
              <a:off x="16243619" y="3258160"/>
              <a:ext cx="664845" cy="461645"/>
            </a:xfrm>
            <a:custGeom>
              <a:avLst/>
              <a:gdLst/>
              <a:ahLst/>
              <a:cxnLst/>
              <a:rect l="l" t="t" r="r" b="b"/>
              <a:pathLst>
                <a:path w="664844" h="461645">
                  <a:moveTo>
                    <a:pt x="664555" y="0"/>
                  </a:moveTo>
                  <a:lnTo>
                    <a:pt x="0" y="400092"/>
                  </a:lnTo>
                  <a:lnTo>
                    <a:pt x="0" y="461127"/>
                  </a:lnTo>
                  <a:lnTo>
                    <a:pt x="664555" y="61034"/>
                  </a:lnTo>
                  <a:lnTo>
                    <a:pt x="664555" y="0"/>
                  </a:lnTo>
                  <a:close/>
                </a:path>
              </a:pathLst>
            </a:custGeom>
            <a:solidFill>
              <a:srgbClr val="3DA7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 descr=""/>
            <p:cNvSpPr/>
            <p:nvPr/>
          </p:nvSpPr>
          <p:spPr>
            <a:xfrm>
              <a:off x="16908170" y="3017881"/>
              <a:ext cx="747395" cy="1852930"/>
            </a:xfrm>
            <a:custGeom>
              <a:avLst/>
              <a:gdLst/>
              <a:ahLst/>
              <a:cxnLst/>
              <a:rect l="l" t="t" r="r" b="b"/>
              <a:pathLst>
                <a:path w="747394" h="1852929">
                  <a:moveTo>
                    <a:pt x="746823" y="903147"/>
                  </a:moveTo>
                  <a:lnTo>
                    <a:pt x="0" y="903147"/>
                  </a:lnTo>
                  <a:lnTo>
                    <a:pt x="0" y="1852510"/>
                  </a:lnTo>
                  <a:lnTo>
                    <a:pt x="746823" y="1852510"/>
                  </a:lnTo>
                  <a:lnTo>
                    <a:pt x="746823" y="903147"/>
                  </a:lnTo>
                  <a:close/>
                </a:path>
                <a:path w="747394" h="1852929">
                  <a:moveTo>
                    <a:pt x="746823" y="0"/>
                  </a:moveTo>
                  <a:lnTo>
                    <a:pt x="0" y="0"/>
                  </a:lnTo>
                  <a:lnTo>
                    <a:pt x="0" y="816686"/>
                  </a:lnTo>
                  <a:lnTo>
                    <a:pt x="746823" y="816686"/>
                  </a:lnTo>
                  <a:lnTo>
                    <a:pt x="746823" y="0"/>
                  </a:lnTo>
                  <a:close/>
                </a:path>
              </a:pathLst>
            </a:custGeom>
            <a:solidFill>
              <a:srgbClr val="DDE78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65" name="object 365" descr=""/>
          <p:cNvGrpSpPr/>
          <p:nvPr/>
        </p:nvGrpSpPr>
        <p:grpSpPr>
          <a:xfrm>
            <a:off x="16992956" y="2107703"/>
            <a:ext cx="588010" cy="808355"/>
            <a:chOff x="16992956" y="2107703"/>
            <a:chExt cx="588010" cy="808355"/>
          </a:xfrm>
        </p:grpSpPr>
        <p:sp>
          <p:nvSpPr>
            <p:cNvPr id="366" name="object 366" descr=""/>
            <p:cNvSpPr/>
            <p:nvPr/>
          </p:nvSpPr>
          <p:spPr>
            <a:xfrm>
              <a:off x="16992956" y="2107708"/>
              <a:ext cx="290830" cy="808355"/>
            </a:xfrm>
            <a:custGeom>
              <a:avLst/>
              <a:gdLst/>
              <a:ahLst/>
              <a:cxnLst/>
              <a:rect l="l" t="t" r="r" b="b"/>
              <a:pathLst>
                <a:path w="290830" h="808355">
                  <a:moveTo>
                    <a:pt x="290221" y="0"/>
                  </a:moveTo>
                  <a:lnTo>
                    <a:pt x="0" y="808006"/>
                  </a:lnTo>
                  <a:lnTo>
                    <a:pt x="244432" y="808006"/>
                  </a:lnTo>
                  <a:lnTo>
                    <a:pt x="290221" y="0"/>
                  </a:lnTo>
                  <a:close/>
                </a:path>
              </a:pathLst>
            </a:custGeom>
            <a:solidFill>
              <a:srgbClr val="6BBB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7" name="object 367" descr=""/>
            <p:cNvSpPr/>
            <p:nvPr/>
          </p:nvSpPr>
          <p:spPr>
            <a:xfrm>
              <a:off x="17283184" y="2107708"/>
              <a:ext cx="297815" cy="808355"/>
            </a:xfrm>
            <a:custGeom>
              <a:avLst/>
              <a:gdLst/>
              <a:ahLst/>
              <a:cxnLst/>
              <a:rect l="l" t="t" r="r" b="b"/>
              <a:pathLst>
                <a:path w="297815" h="808355">
                  <a:moveTo>
                    <a:pt x="0" y="0"/>
                  </a:moveTo>
                  <a:lnTo>
                    <a:pt x="53244" y="808006"/>
                  </a:lnTo>
                  <a:lnTo>
                    <a:pt x="297676" y="8080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A7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8" name="object 368" descr=""/>
            <p:cNvSpPr/>
            <p:nvPr/>
          </p:nvSpPr>
          <p:spPr>
            <a:xfrm>
              <a:off x="17140734" y="2107703"/>
              <a:ext cx="285115" cy="808355"/>
            </a:xfrm>
            <a:custGeom>
              <a:avLst/>
              <a:gdLst/>
              <a:ahLst/>
              <a:cxnLst/>
              <a:rect l="l" t="t" r="r" b="b"/>
              <a:pathLst>
                <a:path w="285115" h="808355">
                  <a:moveTo>
                    <a:pt x="142445" y="0"/>
                  </a:moveTo>
                  <a:lnTo>
                    <a:pt x="0" y="808006"/>
                  </a:lnTo>
                  <a:lnTo>
                    <a:pt x="284891" y="808006"/>
                  </a:lnTo>
                  <a:lnTo>
                    <a:pt x="142445" y="0"/>
                  </a:lnTo>
                  <a:close/>
                </a:path>
              </a:pathLst>
            </a:custGeom>
            <a:solidFill>
              <a:srgbClr val="5AB4B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69" name="object 369" descr=""/>
          <p:cNvGrpSpPr/>
          <p:nvPr/>
        </p:nvGrpSpPr>
        <p:grpSpPr>
          <a:xfrm>
            <a:off x="16867589" y="2915715"/>
            <a:ext cx="838835" cy="172085"/>
            <a:chOff x="16867589" y="2915715"/>
            <a:chExt cx="838835" cy="172085"/>
          </a:xfrm>
        </p:grpSpPr>
        <p:sp>
          <p:nvSpPr>
            <p:cNvPr id="370" name="object 370" descr=""/>
            <p:cNvSpPr/>
            <p:nvPr/>
          </p:nvSpPr>
          <p:spPr>
            <a:xfrm>
              <a:off x="17078390" y="3017876"/>
              <a:ext cx="406400" cy="26670"/>
            </a:xfrm>
            <a:custGeom>
              <a:avLst/>
              <a:gdLst/>
              <a:ahLst/>
              <a:cxnLst/>
              <a:rect l="l" t="t" r="r" b="b"/>
              <a:pathLst>
                <a:path w="406400" h="26669">
                  <a:moveTo>
                    <a:pt x="406396" y="0"/>
                  </a:moveTo>
                  <a:lnTo>
                    <a:pt x="0" y="0"/>
                  </a:lnTo>
                  <a:lnTo>
                    <a:pt x="0" y="26145"/>
                  </a:lnTo>
                  <a:lnTo>
                    <a:pt x="406396" y="26145"/>
                  </a:lnTo>
                  <a:lnTo>
                    <a:pt x="406396" y="0"/>
                  </a:lnTo>
                  <a:close/>
                </a:path>
              </a:pathLst>
            </a:custGeom>
            <a:solidFill>
              <a:srgbClr val="8BBF2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 descr=""/>
            <p:cNvSpPr/>
            <p:nvPr/>
          </p:nvSpPr>
          <p:spPr>
            <a:xfrm>
              <a:off x="17078390" y="3044033"/>
              <a:ext cx="406400" cy="15875"/>
            </a:xfrm>
            <a:custGeom>
              <a:avLst/>
              <a:gdLst/>
              <a:ahLst/>
              <a:cxnLst/>
              <a:rect l="l" t="t" r="r" b="b"/>
              <a:pathLst>
                <a:path w="406400" h="15875">
                  <a:moveTo>
                    <a:pt x="406396" y="0"/>
                  </a:moveTo>
                  <a:lnTo>
                    <a:pt x="0" y="0"/>
                  </a:lnTo>
                  <a:lnTo>
                    <a:pt x="0" y="15601"/>
                  </a:lnTo>
                  <a:lnTo>
                    <a:pt x="406396" y="15601"/>
                  </a:lnTo>
                  <a:lnTo>
                    <a:pt x="406396" y="0"/>
                  </a:lnTo>
                  <a:close/>
                </a:path>
              </a:pathLst>
            </a:custGeom>
            <a:solidFill>
              <a:srgbClr val="D5EB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2" name="object 372" descr=""/>
            <p:cNvSpPr/>
            <p:nvPr/>
          </p:nvSpPr>
          <p:spPr>
            <a:xfrm>
              <a:off x="16867591" y="3017876"/>
              <a:ext cx="210820" cy="26670"/>
            </a:xfrm>
            <a:custGeom>
              <a:avLst/>
              <a:gdLst/>
              <a:ahLst/>
              <a:cxnLst/>
              <a:rect l="l" t="t" r="r" b="b"/>
              <a:pathLst>
                <a:path w="210819" h="26669">
                  <a:moveTo>
                    <a:pt x="210799" y="0"/>
                  </a:moveTo>
                  <a:lnTo>
                    <a:pt x="0" y="0"/>
                  </a:lnTo>
                  <a:lnTo>
                    <a:pt x="0" y="26145"/>
                  </a:lnTo>
                  <a:lnTo>
                    <a:pt x="210799" y="26145"/>
                  </a:lnTo>
                  <a:lnTo>
                    <a:pt x="210799" y="0"/>
                  </a:lnTo>
                  <a:close/>
                </a:path>
              </a:pathLst>
            </a:custGeom>
            <a:solidFill>
              <a:srgbClr val="93C3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 descr=""/>
            <p:cNvSpPr/>
            <p:nvPr/>
          </p:nvSpPr>
          <p:spPr>
            <a:xfrm>
              <a:off x="16867591" y="3044033"/>
              <a:ext cx="210820" cy="15875"/>
            </a:xfrm>
            <a:custGeom>
              <a:avLst/>
              <a:gdLst/>
              <a:ahLst/>
              <a:cxnLst/>
              <a:rect l="l" t="t" r="r" b="b"/>
              <a:pathLst>
                <a:path w="210819" h="15875">
                  <a:moveTo>
                    <a:pt x="210799" y="0"/>
                  </a:moveTo>
                  <a:lnTo>
                    <a:pt x="0" y="0"/>
                  </a:lnTo>
                  <a:lnTo>
                    <a:pt x="0" y="15601"/>
                  </a:lnTo>
                  <a:lnTo>
                    <a:pt x="210799" y="15601"/>
                  </a:lnTo>
                  <a:lnTo>
                    <a:pt x="210799" y="0"/>
                  </a:lnTo>
                  <a:close/>
                </a:path>
              </a:pathLst>
            </a:custGeom>
            <a:solidFill>
              <a:srgbClr val="E2F1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4" name="object 374" descr=""/>
            <p:cNvSpPr/>
            <p:nvPr/>
          </p:nvSpPr>
          <p:spPr>
            <a:xfrm>
              <a:off x="17484786" y="3017876"/>
              <a:ext cx="221615" cy="26670"/>
            </a:xfrm>
            <a:custGeom>
              <a:avLst/>
              <a:gdLst/>
              <a:ahLst/>
              <a:cxnLst/>
              <a:rect l="l" t="t" r="r" b="b"/>
              <a:pathLst>
                <a:path w="221615" h="26669">
                  <a:moveTo>
                    <a:pt x="221438" y="0"/>
                  </a:moveTo>
                  <a:lnTo>
                    <a:pt x="0" y="0"/>
                  </a:lnTo>
                  <a:lnTo>
                    <a:pt x="0" y="26145"/>
                  </a:lnTo>
                  <a:lnTo>
                    <a:pt x="221438" y="26145"/>
                  </a:lnTo>
                  <a:lnTo>
                    <a:pt x="221438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5" name="object 375" descr=""/>
            <p:cNvSpPr/>
            <p:nvPr/>
          </p:nvSpPr>
          <p:spPr>
            <a:xfrm>
              <a:off x="17484786" y="3044033"/>
              <a:ext cx="221615" cy="15875"/>
            </a:xfrm>
            <a:custGeom>
              <a:avLst/>
              <a:gdLst/>
              <a:ahLst/>
              <a:cxnLst/>
              <a:rect l="l" t="t" r="r" b="b"/>
              <a:pathLst>
                <a:path w="221615" h="15875">
                  <a:moveTo>
                    <a:pt x="221438" y="0"/>
                  </a:moveTo>
                  <a:lnTo>
                    <a:pt x="0" y="0"/>
                  </a:lnTo>
                  <a:lnTo>
                    <a:pt x="0" y="15601"/>
                  </a:lnTo>
                  <a:lnTo>
                    <a:pt x="221438" y="15601"/>
                  </a:lnTo>
                  <a:lnTo>
                    <a:pt x="221438" y="0"/>
                  </a:lnTo>
                  <a:close/>
                </a:path>
              </a:pathLst>
            </a:custGeom>
            <a:solidFill>
              <a:srgbClr val="B9D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6" name="object 376" descr=""/>
            <p:cNvSpPr/>
            <p:nvPr/>
          </p:nvSpPr>
          <p:spPr>
            <a:xfrm>
              <a:off x="16908176" y="3059634"/>
              <a:ext cx="747395" cy="28575"/>
            </a:xfrm>
            <a:custGeom>
              <a:avLst/>
              <a:gdLst/>
              <a:ahLst/>
              <a:cxnLst/>
              <a:rect l="l" t="t" r="r" b="b"/>
              <a:pathLst>
                <a:path w="747394" h="28575">
                  <a:moveTo>
                    <a:pt x="746825" y="0"/>
                  </a:moveTo>
                  <a:lnTo>
                    <a:pt x="0" y="0"/>
                  </a:lnTo>
                  <a:lnTo>
                    <a:pt x="0" y="28166"/>
                  </a:lnTo>
                  <a:lnTo>
                    <a:pt x="746825" y="28166"/>
                  </a:lnTo>
                  <a:lnTo>
                    <a:pt x="746825" y="0"/>
                  </a:lnTo>
                  <a:close/>
                </a:path>
              </a:pathLst>
            </a:custGeom>
            <a:solidFill>
              <a:srgbClr val="B9CD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 descr=""/>
            <p:cNvSpPr/>
            <p:nvPr/>
          </p:nvSpPr>
          <p:spPr>
            <a:xfrm>
              <a:off x="17078389" y="2915715"/>
              <a:ext cx="406400" cy="102235"/>
            </a:xfrm>
            <a:custGeom>
              <a:avLst/>
              <a:gdLst/>
              <a:ahLst/>
              <a:cxnLst/>
              <a:rect l="l" t="t" r="r" b="b"/>
              <a:pathLst>
                <a:path w="406400" h="102235">
                  <a:moveTo>
                    <a:pt x="347235" y="0"/>
                  </a:moveTo>
                  <a:lnTo>
                    <a:pt x="62343" y="0"/>
                  </a:lnTo>
                  <a:lnTo>
                    <a:pt x="0" y="102164"/>
                  </a:lnTo>
                  <a:lnTo>
                    <a:pt x="406396" y="102164"/>
                  </a:lnTo>
                  <a:lnTo>
                    <a:pt x="347235" y="0"/>
                  </a:lnTo>
                  <a:close/>
                </a:path>
              </a:pathLst>
            </a:custGeom>
            <a:solidFill>
              <a:srgbClr val="6BBB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 descr=""/>
            <p:cNvSpPr/>
            <p:nvPr/>
          </p:nvSpPr>
          <p:spPr>
            <a:xfrm>
              <a:off x="16867589" y="2915715"/>
              <a:ext cx="273685" cy="102235"/>
            </a:xfrm>
            <a:custGeom>
              <a:avLst/>
              <a:gdLst/>
              <a:ahLst/>
              <a:cxnLst/>
              <a:rect l="l" t="t" r="r" b="b"/>
              <a:pathLst>
                <a:path w="273684" h="102235">
                  <a:moveTo>
                    <a:pt x="273143" y="0"/>
                  </a:moveTo>
                  <a:lnTo>
                    <a:pt x="125367" y="0"/>
                  </a:lnTo>
                  <a:lnTo>
                    <a:pt x="0" y="102164"/>
                  </a:lnTo>
                  <a:lnTo>
                    <a:pt x="210799" y="102164"/>
                  </a:lnTo>
                  <a:lnTo>
                    <a:pt x="273143" y="0"/>
                  </a:lnTo>
                  <a:close/>
                </a:path>
              </a:pathLst>
            </a:custGeom>
            <a:solidFill>
              <a:srgbClr val="7AC3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 descr=""/>
            <p:cNvSpPr/>
            <p:nvPr/>
          </p:nvSpPr>
          <p:spPr>
            <a:xfrm>
              <a:off x="17425630" y="2915715"/>
              <a:ext cx="280670" cy="102235"/>
            </a:xfrm>
            <a:custGeom>
              <a:avLst/>
              <a:gdLst/>
              <a:ahLst/>
              <a:cxnLst/>
              <a:rect l="l" t="t" r="r" b="b"/>
              <a:pathLst>
                <a:path w="280669" h="102235">
                  <a:moveTo>
                    <a:pt x="155230" y="0"/>
                  </a:moveTo>
                  <a:lnTo>
                    <a:pt x="0" y="0"/>
                  </a:lnTo>
                  <a:lnTo>
                    <a:pt x="59160" y="102164"/>
                  </a:lnTo>
                  <a:lnTo>
                    <a:pt x="280588" y="102164"/>
                  </a:lnTo>
                  <a:lnTo>
                    <a:pt x="155230" y="0"/>
                  </a:lnTo>
                  <a:close/>
                </a:path>
              </a:pathLst>
            </a:custGeom>
            <a:solidFill>
              <a:srgbClr val="33A1A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80" name="object 380" descr=""/>
          <p:cNvGrpSpPr/>
          <p:nvPr/>
        </p:nvGrpSpPr>
        <p:grpSpPr>
          <a:xfrm>
            <a:off x="17655001" y="3258160"/>
            <a:ext cx="664845" cy="1664970"/>
            <a:chOff x="17655001" y="3258160"/>
            <a:chExt cx="664845" cy="1664970"/>
          </a:xfrm>
        </p:grpSpPr>
        <p:sp>
          <p:nvSpPr>
            <p:cNvPr id="381" name="object 381" descr=""/>
            <p:cNvSpPr/>
            <p:nvPr/>
          </p:nvSpPr>
          <p:spPr>
            <a:xfrm>
              <a:off x="17655005" y="3258164"/>
              <a:ext cx="565150" cy="1664970"/>
            </a:xfrm>
            <a:custGeom>
              <a:avLst/>
              <a:gdLst/>
              <a:ahLst/>
              <a:cxnLst/>
              <a:rect l="l" t="t" r="r" b="b"/>
              <a:pathLst>
                <a:path w="565150" h="1664970">
                  <a:moveTo>
                    <a:pt x="0" y="0"/>
                  </a:moveTo>
                  <a:lnTo>
                    <a:pt x="0" y="1664787"/>
                  </a:lnTo>
                  <a:lnTo>
                    <a:pt x="564537" y="1664787"/>
                  </a:lnTo>
                  <a:lnTo>
                    <a:pt x="564537" y="3390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E0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 descr=""/>
            <p:cNvSpPr/>
            <p:nvPr/>
          </p:nvSpPr>
          <p:spPr>
            <a:xfrm>
              <a:off x="17655001" y="4004097"/>
              <a:ext cx="598805" cy="86995"/>
            </a:xfrm>
            <a:custGeom>
              <a:avLst/>
              <a:gdLst/>
              <a:ahLst/>
              <a:cxnLst/>
              <a:rect l="l" t="t" r="r" b="b"/>
              <a:pathLst>
                <a:path w="598805" h="86995">
                  <a:moveTo>
                    <a:pt x="598442" y="0"/>
                  </a:moveTo>
                  <a:lnTo>
                    <a:pt x="0" y="0"/>
                  </a:lnTo>
                  <a:lnTo>
                    <a:pt x="0" y="86458"/>
                  </a:lnTo>
                  <a:lnTo>
                    <a:pt x="598442" y="86458"/>
                  </a:lnTo>
                  <a:lnTo>
                    <a:pt x="598442" y="0"/>
                  </a:lnTo>
                  <a:close/>
                </a:path>
              </a:pathLst>
            </a:custGeom>
            <a:solidFill>
              <a:srgbClr val="CAD9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3" name="object 383" descr=""/>
            <p:cNvSpPr/>
            <p:nvPr/>
          </p:nvSpPr>
          <p:spPr>
            <a:xfrm>
              <a:off x="17655006" y="3258160"/>
              <a:ext cx="664845" cy="461645"/>
            </a:xfrm>
            <a:custGeom>
              <a:avLst/>
              <a:gdLst/>
              <a:ahLst/>
              <a:cxnLst/>
              <a:rect l="l" t="t" r="r" b="b"/>
              <a:pathLst>
                <a:path w="664844" h="461645">
                  <a:moveTo>
                    <a:pt x="0" y="0"/>
                  </a:moveTo>
                  <a:lnTo>
                    <a:pt x="0" y="61034"/>
                  </a:lnTo>
                  <a:lnTo>
                    <a:pt x="664555" y="461127"/>
                  </a:lnTo>
                  <a:lnTo>
                    <a:pt x="664555" y="4000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A7A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84" name="object 384" descr=""/>
          <p:cNvGrpSpPr/>
          <p:nvPr/>
        </p:nvGrpSpPr>
        <p:grpSpPr>
          <a:xfrm>
            <a:off x="16474919" y="4191140"/>
            <a:ext cx="302260" cy="551180"/>
            <a:chOff x="16474919" y="4191140"/>
            <a:chExt cx="302260" cy="551180"/>
          </a:xfrm>
        </p:grpSpPr>
        <p:sp>
          <p:nvSpPr>
            <p:cNvPr id="385" name="object 385" descr=""/>
            <p:cNvSpPr/>
            <p:nvPr/>
          </p:nvSpPr>
          <p:spPr>
            <a:xfrm>
              <a:off x="16474919" y="4191140"/>
              <a:ext cx="302260" cy="551180"/>
            </a:xfrm>
            <a:custGeom>
              <a:avLst/>
              <a:gdLst/>
              <a:ahLst/>
              <a:cxnLst/>
              <a:rect l="l" t="t" r="r" b="b"/>
              <a:pathLst>
                <a:path w="302259" h="551179">
                  <a:moveTo>
                    <a:pt x="150990" y="0"/>
                  </a:moveTo>
                  <a:lnTo>
                    <a:pt x="103313" y="7710"/>
                  </a:lnTo>
                  <a:lnTo>
                    <a:pt x="61871" y="29170"/>
                  </a:lnTo>
                  <a:lnTo>
                    <a:pt x="29168" y="61873"/>
                  </a:lnTo>
                  <a:lnTo>
                    <a:pt x="7709" y="103312"/>
                  </a:lnTo>
                  <a:lnTo>
                    <a:pt x="0" y="150979"/>
                  </a:lnTo>
                  <a:lnTo>
                    <a:pt x="0" y="550621"/>
                  </a:lnTo>
                  <a:lnTo>
                    <a:pt x="301969" y="550621"/>
                  </a:lnTo>
                  <a:lnTo>
                    <a:pt x="301969" y="150979"/>
                  </a:lnTo>
                  <a:lnTo>
                    <a:pt x="294261" y="103312"/>
                  </a:lnTo>
                  <a:lnTo>
                    <a:pt x="272805" y="61873"/>
                  </a:lnTo>
                  <a:lnTo>
                    <a:pt x="240105" y="29170"/>
                  </a:lnTo>
                  <a:lnTo>
                    <a:pt x="198665" y="7710"/>
                  </a:lnTo>
                  <a:lnTo>
                    <a:pt x="150990" y="0"/>
                  </a:lnTo>
                  <a:close/>
                </a:path>
              </a:pathLst>
            </a:custGeom>
            <a:solidFill>
              <a:srgbClr val="CAD9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 descr=""/>
            <p:cNvSpPr/>
            <p:nvPr/>
          </p:nvSpPr>
          <p:spPr>
            <a:xfrm>
              <a:off x="16513602" y="4229815"/>
              <a:ext cx="224790" cy="473709"/>
            </a:xfrm>
            <a:custGeom>
              <a:avLst/>
              <a:gdLst/>
              <a:ahLst/>
              <a:cxnLst/>
              <a:rect l="l" t="t" r="r" b="b"/>
              <a:pathLst>
                <a:path w="224790" h="473710">
                  <a:moveTo>
                    <a:pt x="112310" y="0"/>
                  </a:moveTo>
                  <a:lnTo>
                    <a:pt x="68593" y="8825"/>
                  </a:lnTo>
                  <a:lnTo>
                    <a:pt x="32894" y="32892"/>
                  </a:lnTo>
                  <a:lnTo>
                    <a:pt x="8825" y="68589"/>
                  </a:lnTo>
                  <a:lnTo>
                    <a:pt x="0" y="112300"/>
                  </a:lnTo>
                  <a:lnTo>
                    <a:pt x="0" y="473273"/>
                  </a:lnTo>
                  <a:lnTo>
                    <a:pt x="224610" y="473273"/>
                  </a:lnTo>
                  <a:lnTo>
                    <a:pt x="224610" y="112300"/>
                  </a:lnTo>
                  <a:lnTo>
                    <a:pt x="215785" y="68589"/>
                  </a:lnTo>
                  <a:lnTo>
                    <a:pt x="191717" y="32892"/>
                  </a:lnTo>
                  <a:lnTo>
                    <a:pt x="156021" y="8825"/>
                  </a:lnTo>
                  <a:lnTo>
                    <a:pt x="112310" y="0"/>
                  </a:lnTo>
                  <a:close/>
                </a:path>
              </a:pathLst>
            </a:custGeom>
            <a:solidFill>
              <a:srgbClr val="CDEB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 descr=""/>
            <p:cNvSpPr/>
            <p:nvPr/>
          </p:nvSpPr>
          <p:spPr>
            <a:xfrm>
              <a:off x="16495267" y="4211473"/>
              <a:ext cx="261620" cy="510540"/>
            </a:xfrm>
            <a:custGeom>
              <a:avLst/>
              <a:gdLst/>
              <a:ahLst/>
              <a:cxnLst/>
              <a:rect l="l" t="t" r="r" b="b"/>
              <a:pathLst>
                <a:path w="261619" h="510539">
                  <a:moveTo>
                    <a:pt x="130645" y="0"/>
                  </a:moveTo>
                  <a:lnTo>
                    <a:pt x="79840" y="10282"/>
                  </a:lnTo>
                  <a:lnTo>
                    <a:pt x="38307" y="38307"/>
                  </a:lnTo>
                  <a:lnTo>
                    <a:pt x="10282" y="79840"/>
                  </a:lnTo>
                  <a:lnTo>
                    <a:pt x="0" y="130645"/>
                  </a:lnTo>
                  <a:lnTo>
                    <a:pt x="0" y="509953"/>
                  </a:lnTo>
                  <a:lnTo>
                    <a:pt x="261280" y="509953"/>
                  </a:lnTo>
                  <a:lnTo>
                    <a:pt x="261280" y="491618"/>
                  </a:lnTo>
                  <a:lnTo>
                    <a:pt x="18334" y="491618"/>
                  </a:lnTo>
                  <a:lnTo>
                    <a:pt x="18334" y="192570"/>
                  </a:lnTo>
                  <a:lnTo>
                    <a:pt x="261280" y="192570"/>
                  </a:lnTo>
                  <a:lnTo>
                    <a:pt x="261280" y="172507"/>
                  </a:lnTo>
                  <a:lnTo>
                    <a:pt x="18334" y="172507"/>
                  </a:lnTo>
                  <a:lnTo>
                    <a:pt x="18334" y="130645"/>
                  </a:lnTo>
                  <a:lnTo>
                    <a:pt x="26255" y="89153"/>
                  </a:lnTo>
                  <a:lnTo>
                    <a:pt x="47980" y="54661"/>
                  </a:lnTo>
                  <a:lnTo>
                    <a:pt x="80452" y="30212"/>
                  </a:lnTo>
                  <a:lnTo>
                    <a:pt x="120614" y="18847"/>
                  </a:lnTo>
                  <a:lnTo>
                    <a:pt x="194136" y="18847"/>
                  </a:lnTo>
                  <a:lnTo>
                    <a:pt x="181444" y="10282"/>
                  </a:lnTo>
                  <a:lnTo>
                    <a:pt x="130645" y="0"/>
                  </a:lnTo>
                  <a:close/>
                </a:path>
                <a:path w="261619" h="510539">
                  <a:moveTo>
                    <a:pt x="140665" y="192570"/>
                  </a:moveTo>
                  <a:lnTo>
                    <a:pt x="120603" y="192570"/>
                  </a:lnTo>
                  <a:lnTo>
                    <a:pt x="120603" y="491618"/>
                  </a:lnTo>
                  <a:lnTo>
                    <a:pt x="140665" y="491618"/>
                  </a:lnTo>
                  <a:lnTo>
                    <a:pt x="140665" y="192570"/>
                  </a:lnTo>
                  <a:close/>
                </a:path>
                <a:path w="261619" h="510539">
                  <a:moveTo>
                    <a:pt x="261280" y="192570"/>
                  </a:moveTo>
                  <a:lnTo>
                    <a:pt x="242945" y="192570"/>
                  </a:lnTo>
                  <a:lnTo>
                    <a:pt x="242945" y="491618"/>
                  </a:lnTo>
                  <a:lnTo>
                    <a:pt x="261280" y="491618"/>
                  </a:lnTo>
                  <a:lnTo>
                    <a:pt x="261280" y="192570"/>
                  </a:lnTo>
                  <a:close/>
                </a:path>
                <a:path w="261619" h="510539">
                  <a:moveTo>
                    <a:pt x="140665" y="18847"/>
                  </a:moveTo>
                  <a:lnTo>
                    <a:pt x="120614" y="18847"/>
                  </a:lnTo>
                  <a:lnTo>
                    <a:pt x="120614" y="172507"/>
                  </a:lnTo>
                  <a:lnTo>
                    <a:pt x="140665" y="172507"/>
                  </a:lnTo>
                  <a:lnTo>
                    <a:pt x="140665" y="18847"/>
                  </a:lnTo>
                  <a:close/>
                </a:path>
                <a:path w="261619" h="510539">
                  <a:moveTo>
                    <a:pt x="194136" y="18847"/>
                  </a:moveTo>
                  <a:lnTo>
                    <a:pt x="140665" y="18847"/>
                  </a:lnTo>
                  <a:lnTo>
                    <a:pt x="180827" y="30212"/>
                  </a:lnTo>
                  <a:lnTo>
                    <a:pt x="213299" y="54661"/>
                  </a:lnTo>
                  <a:lnTo>
                    <a:pt x="235024" y="89153"/>
                  </a:lnTo>
                  <a:lnTo>
                    <a:pt x="242945" y="130645"/>
                  </a:lnTo>
                  <a:lnTo>
                    <a:pt x="242945" y="172507"/>
                  </a:lnTo>
                  <a:lnTo>
                    <a:pt x="261280" y="172507"/>
                  </a:lnTo>
                  <a:lnTo>
                    <a:pt x="261280" y="130645"/>
                  </a:lnTo>
                  <a:lnTo>
                    <a:pt x="250997" y="79840"/>
                  </a:lnTo>
                  <a:lnTo>
                    <a:pt x="222973" y="38307"/>
                  </a:lnTo>
                  <a:lnTo>
                    <a:pt x="194136" y="18847"/>
                  </a:lnTo>
                  <a:close/>
                </a:path>
              </a:pathLst>
            </a:custGeom>
            <a:solidFill>
              <a:srgbClr val="7C482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88" name="object 388" descr=""/>
          <p:cNvGrpSpPr/>
          <p:nvPr/>
        </p:nvGrpSpPr>
        <p:grpSpPr>
          <a:xfrm>
            <a:off x="17786283" y="4191140"/>
            <a:ext cx="302260" cy="551180"/>
            <a:chOff x="17786283" y="4191140"/>
            <a:chExt cx="302260" cy="551180"/>
          </a:xfrm>
        </p:grpSpPr>
        <p:sp>
          <p:nvSpPr>
            <p:cNvPr id="389" name="object 389" descr=""/>
            <p:cNvSpPr/>
            <p:nvPr/>
          </p:nvSpPr>
          <p:spPr>
            <a:xfrm>
              <a:off x="17786283" y="4191140"/>
              <a:ext cx="302260" cy="551180"/>
            </a:xfrm>
            <a:custGeom>
              <a:avLst/>
              <a:gdLst/>
              <a:ahLst/>
              <a:cxnLst/>
              <a:rect l="l" t="t" r="r" b="b"/>
              <a:pathLst>
                <a:path w="302259" h="551179">
                  <a:moveTo>
                    <a:pt x="150990" y="0"/>
                  </a:moveTo>
                  <a:lnTo>
                    <a:pt x="103313" y="7710"/>
                  </a:lnTo>
                  <a:lnTo>
                    <a:pt x="61871" y="29170"/>
                  </a:lnTo>
                  <a:lnTo>
                    <a:pt x="29168" y="61873"/>
                  </a:lnTo>
                  <a:lnTo>
                    <a:pt x="7709" y="103312"/>
                  </a:lnTo>
                  <a:lnTo>
                    <a:pt x="0" y="150979"/>
                  </a:lnTo>
                  <a:lnTo>
                    <a:pt x="0" y="550621"/>
                  </a:lnTo>
                  <a:lnTo>
                    <a:pt x="301969" y="550621"/>
                  </a:lnTo>
                  <a:lnTo>
                    <a:pt x="301969" y="150979"/>
                  </a:lnTo>
                  <a:lnTo>
                    <a:pt x="294261" y="103312"/>
                  </a:lnTo>
                  <a:lnTo>
                    <a:pt x="272805" y="61873"/>
                  </a:lnTo>
                  <a:lnTo>
                    <a:pt x="240105" y="29170"/>
                  </a:lnTo>
                  <a:lnTo>
                    <a:pt x="198665" y="7710"/>
                  </a:lnTo>
                  <a:lnTo>
                    <a:pt x="150990" y="0"/>
                  </a:lnTo>
                  <a:close/>
                </a:path>
              </a:pathLst>
            </a:custGeom>
            <a:solidFill>
              <a:srgbClr val="CAD9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0" name="object 390" descr=""/>
            <p:cNvSpPr/>
            <p:nvPr/>
          </p:nvSpPr>
          <p:spPr>
            <a:xfrm>
              <a:off x="17824966" y="4229815"/>
              <a:ext cx="224790" cy="473709"/>
            </a:xfrm>
            <a:custGeom>
              <a:avLst/>
              <a:gdLst/>
              <a:ahLst/>
              <a:cxnLst/>
              <a:rect l="l" t="t" r="r" b="b"/>
              <a:pathLst>
                <a:path w="224790" h="473710">
                  <a:moveTo>
                    <a:pt x="112300" y="0"/>
                  </a:moveTo>
                  <a:lnTo>
                    <a:pt x="68589" y="8825"/>
                  </a:lnTo>
                  <a:lnTo>
                    <a:pt x="32892" y="32892"/>
                  </a:lnTo>
                  <a:lnTo>
                    <a:pt x="8825" y="68589"/>
                  </a:lnTo>
                  <a:lnTo>
                    <a:pt x="0" y="112300"/>
                  </a:lnTo>
                  <a:lnTo>
                    <a:pt x="0" y="473273"/>
                  </a:lnTo>
                  <a:lnTo>
                    <a:pt x="224610" y="473273"/>
                  </a:lnTo>
                  <a:lnTo>
                    <a:pt x="224610" y="112300"/>
                  </a:lnTo>
                  <a:lnTo>
                    <a:pt x="215785" y="68589"/>
                  </a:lnTo>
                  <a:lnTo>
                    <a:pt x="191716" y="32892"/>
                  </a:lnTo>
                  <a:lnTo>
                    <a:pt x="156017" y="8825"/>
                  </a:lnTo>
                  <a:lnTo>
                    <a:pt x="112300" y="0"/>
                  </a:lnTo>
                  <a:close/>
                </a:path>
              </a:pathLst>
            </a:custGeom>
            <a:solidFill>
              <a:srgbClr val="CDEB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1" name="object 391" descr=""/>
            <p:cNvSpPr/>
            <p:nvPr/>
          </p:nvSpPr>
          <p:spPr>
            <a:xfrm>
              <a:off x="17806630" y="4211473"/>
              <a:ext cx="261620" cy="510540"/>
            </a:xfrm>
            <a:custGeom>
              <a:avLst/>
              <a:gdLst/>
              <a:ahLst/>
              <a:cxnLst/>
              <a:rect l="l" t="t" r="r" b="b"/>
              <a:pathLst>
                <a:path w="261619" h="510539">
                  <a:moveTo>
                    <a:pt x="130645" y="0"/>
                  </a:moveTo>
                  <a:lnTo>
                    <a:pt x="79840" y="10282"/>
                  </a:lnTo>
                  <a:lnTo>
                    <a:pt x="38307" y="38307"/>
                  </a:lnTo>
                  <a:lnTo>
                    <a:pt x="10282" y="79840"/>
                  </a:lnTo>
                  <a:lnTo>
                    <a:pt x="0" y="130645"/>
                  </a:lnTo>
                  <a:lnTo>
                    <a:pt x="0" y="509953"/>
                  </a:lnTo>
                  <a:lnTo>
                    <a:pt x="261280" y="509953"/>
                  </a:lnTo>
                  <a:lnTo>
                    <a:pt x="261280" y="491618"/>
                  </a:lnTo>
                  <a:lnTo>
                    <a:pt x="18344" y="491618"/>
                  </a:lnTo>
                  <a:lnTo>
                    <a:pt x="18344" y="192570"/>
                  </a:lnTo>
                  <a:lnTo>
                    <a:pt x="261280" y="192570"/>
                  </a:lnTo>
                  <a:lnTo>
                    <a:pt x="261280" y="172507"/>
                  </a:lnTo>
                  <a:lnTo>
                    <a:pt x="18344" y="172507"/>
                  </a:lnTo>
                  <a:lnTo>
                    <a:pt x="18344" y="130645"/>
                  </a:lnTo>
                  <a:lnTo>
                    <a:pt x="26264" y="89153"/>
                  </a:lnTo>
                  <a:lnTo>
                    <a:pt x="47985" y="54661"/>
                  </a:lnTo>
                  <a:lnTo>
                    <a:pt x="80453" y="30212"/>
                  </a:lnTo>
                  <a:lnTo>
                    <a:pt x="120614" y="18847"/>
                  </a:lnTo>
                  <a:lnTo>
                    <a:pt x="194136" y="18847"/>
                  </a:lnTo>
                  <a:lnTo>
                    <a:pt x="181444" y="10282"/>
                  </a:lnTo>
                  <a:lnTo>
                    <a:pt x="130645" y="0"/>
                  </a:lnTo>
                  <a:close/>
                </a:path>
                <a:path w="261619" h="510539">
                  <a:moveTo>
                    <a:pt x="140665" y="192570"/>
                  </a:moveTo>
                  <a:lnTo>
                    <a:pt x="120624" y="192570"/>
                  </a:lnTo>
                  <a:lnTo>
                    <a:pt x="120624" y="491618"/>
                  </a:lnTo>
                  <a:lnTo>
                    <a:pt x="140665" y="491618"/>
                  </a:lnTo>
                  <a:lnTo>
                    <a:pt x="140665" y="192570"/>
                  </a:lnTo>
                  <a:close/>
                </a:path>
                <a:path w="261619" h="510539">
                  <a:moveTo>
                    <a:pt x="261280" y="192570"/>
                  </a:moveTo>
                  <a:lnTo>
                    <a:pt x="242945" y="192570"/>
                  </a:lnTo>
                  <a:lnTo>
                    <a:pt x="242945" y="491618"/>
                  </a:lnTo>
                  <a:lnTo>
                    <a:pt x="261280" y="491618"/>
                  </a:lnTo>
                  <a:lnTo>
                    <a:pt x="261280" y="192570"/>
                  </a:lnTo>
                  <a:close/>
                </a:path>
                <a:path w="261619" h="510539">
                  <a:moveTo>
                    <a:pt x="140665" y="18847"/>
                  </a:moveTo>
                  <a:lnTo>
                    <a:pt x="120614" y="18847"/>
                  </a:lnTo>
                  <a:lnTo>
                    <a:pt x="120614" y="172507"/>
                  </a:lnTo>
                  <a:lnTo>
                    <a:pt x="140665" y="172507"/>
                  </a:lnTo>
                  <a:lnTo>
                    <a:pt x="140665" y="18847"/>
                  </a:lnTo>
                  <a:close/>
                </a:path>
                <a:path w="261619" h="510539">
                  <a:moveTo>
                    <a:pt x="194136" y="18847"/>
                  </a:moveTo>
                  <a:lnTo>
                    <a:pt x="140665" y="18847"/>
                  </a:lnTo>
                  <a:lnTo>
                    <a:pt x="180827" y="30212"/>
                  </a:lnTo>
                  <a:lnTo>
                    <a:pt x="213299" y="54661"/>
                  </a:lnTo>
                  <a:lnTo>
                    <a:pt x="235024" y="89153"/>
                  </a:lnTo>
                  <a:lnTo>
                    <a:pt x="242945" y="130645"/>
                  </a:lnTo>
                  <a:lnTo>
                    <a:pt x="242945" y="172507"/>
                  </a:lnTo>
                  <a:lnTo>
                    <a:pt x="261280" y="172507"/>
                  </a:lnTo>
                  <a:lnTo>
                    <a:pt x="261280" y="130645"/>
                  </a:lnTo>
                  <a:lnTo>
                    <a:pt x="250997" y="79840"/>
                  </a:lnTo>
                  <a:lnTo>
                    <a:pt x="222973" y="38307"/>
                  </a:lnTo>
                  <a:lnTo>
                    <a:pt x="194136" y="18847"/>
                  </a:lnTo>
                  <a:close/>
                </a:path>
              </a:pathLst>
            </a:custGeom>
            <a:solidFill>
              <a:srgbClr val="7C482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92" name="object 392" descr=""/>
          <p:cNvGrpSpPr/>
          <p:nvPr/>
        </p:nvGrpSpPr>
        <p:grpSpPr>
          <a:xfrm>
            <a:off x="17111963" y="4111144"/>
            <a:ext cx="339725" cy="654685"/>
            <a:chOff x="17111963" y="4111144"/>
            <a:chExt cx="339725" cy="654685"/>
          </a:xfrm>
        </p:grpSpPr>
        <p:sp>
          <p:nvSpPr>
            <p:cNvPr id="393" name="object 393" descr=""/>
            <p:cNvSpPr/>
            <p:nvPr/>
          </p:nvSpPr>
          <p:spPr>
            <a:xfrm>
              <a:off x="17111963" y="4111144"/>
              <a:ext cx="339725" cy="654685"/>
            </a:xfrm>
            <a:custGeom>
              <a:avLst/>
              <a:gdLst/>
              <a:ahLst/>
              <a:cxnLst/>
              <a:rect l="l" t="t" r="r" b="b"/>
              <a:pathLst>
                <a:path w="339725" h="654685">
                  <a:moveTo>
                    <a:pt x="186287" y="0"/>
                  </a:moveTo>
                  <a:lnTo>
                    <a:pt x="137360" y="2270"/>
                  </a:lnTo>
                  <a:lnTo>
                    <a:pt x="93026" y="17445"/>
                  </a:lnTo>
                  <a:lnTo>
                    <a:pt x="55205" y="43607"/>
                  </a:lnTo>
                  <a:lnTo>
                    <a:pt x="25814" y="78838"/>
                  </a:lnTo>
                  <a:lnTo>
                    <a:pt x="6773" y="121219"/>
                  </a:lnTo>
                  <a:lnTo>
                    <a:pt x="0" y="168832"/>
                  </a:lnTo>
                  <a:lnTo>
                    <a:pt x="0" y="654126"/>
                  </a:lnTo>
                  <a:lnTo>
                    <a:pt x="339256" y="654126"/>
                  </a:lnTo>
                  <a:lnTo>
                    <a:pt x="339256" y="176120"/>
                  </a:lnTo>
                  <a:lnTo>
                    <a:pt x="334050" y="132896"/>
                  </a:lnTo>
                  <a:lnTo>
                    <a:pt x="319197" y="92952"/>
                  </a:lnTo>
                  <a:lnTo>
                    <a:pt x="295845" y="57990"/>
                  </a:lnTo>
                  <a:lnTo>
                    <a:pt x="265144" y="29710"/>
                  </a:lnTo>
                  <a:lnTo>
                    <a:pt x="228242" y="9813"/>
                  </a:lnTo>
                  <a:lnTo>
                    <a:pt x="186287" y="0"/>
                  </a:lnTo>
                  <a:close/>
                </a:path>
              </a:pathLst>
            </a:custGeom>
            <a:solidFill>
              <a:srgbClr val="CAD9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 descr=""/>
            <p:cNvSpPr/>
            <p:nvPr/>
          </p:nvSpPr>
          <p:spPr>
            <a:xfrm>
              <a:off x="17132472" y="4133844"/>
              <a:ext cx="298450" cy="631825"/>
            </a:xfrm>
            <a:custGeom>
              <a:avLst/>
              <a:gdLst/>
              <a:ahLst/>
              <a:cxnLst/>
              <a:rect l="l" t="t" r="r" b="b"/>
              <a:pathLst>
                <a:path w="298450" h="631825">
                  <a:moveTo>
                    <a:pt x="149126" y="0"/>
                  </a:moveTo>
                  <a:lnTo>
                    <a:pt x="101989" y="7603"/>
                  </a:lnTo>
                  <a:lnTo>
                    <a:pt x="61052" y="28774"/>
                  </a:lnTo>
                  <a:lnTo>
                    <a:pt x="28771" y="61057"/>
                  </a:lnTo>
                  <a:lnTo>
                    <a:pt x="7602" y="101993"/>
                  </a:lnTo>
                  <a:lnTo>
                    <a:pt x="0" y="149126"/>
                  </a:lnTo>
                  <a:lnTo>
                    <a:pt x="0" y="631425"/>
                  </a:lnTo>
                  <a:lnTo>
                    <a:pt x="298242" y="631425"/>
                  </a:lnTo>
                  <a:lnTo>
                    <a:pt x="298242" y="149126"/>
                  </a:lnTo>
                  <a:lnTo>
                    <a:pt x="290640" y="101993"/>
                  </a:lnTo>
                  <a:lnTo>
                    <a:pt x="269471" y="61057"/>
                  </a:lnTo>
                  <a:lnTo>
                    <a:pt x="237191" y="28774"/>
                  </a:lnTo>
                  <a:lnTo>
                    <a:pt x="196258" y="7603"/>
                  </a:lnTo>
                  <a:lnTo>
                    <a:pt x="149126" y="0"/>
                  </a:lnTo>
                  <a:close/>
                </a:path>
              </a:pathLst>
            </a:custGeom>
            <a:solidFill>
              <a:srgbClr val="5F31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5" name="object 395" descr=""/>
            <p:cNvSpPr/>
            <p:nvPr/>
          </p:nvSpPr>
          <p:spPr>
            <a:xfrm>
              <a:off x="17388257" y="4472063"/>
              <a:ext cx="33020" cy="34290"/>
            </a:xfrm>
            <a:custGeom>
              <a:avLst/>
              <a:gdLst/>
              <a:ahLst/>
              <a:cxnLst/>
              <a:rect l="l" t="t" r="r" b="b"/>
              <a:pathLst>
                <a:path w="33019" h="34289">
                  <a:moveTo>
                    <a:pt x="25370" y="0"/>
                  </a:moveTo>
                  <a:lnTo>
                    <a:pt x="7319" y="0"/>
                  </a:lnTo>
                  <a:lnTo>
                    <a:pt x="0" y="7559"/>
                  </a:lnTo>
                  <a:lnTo>
                    <a:pt x="0" y="16889"/>
                  </a:lnTo>
                  <a:lnTo>
                    <a:pt x="0" y="26219"/>
                  </a:lnTo>
                  <a:lnTo>
                    <a:pt x="7319" y="33779"/>
                  </a:lnTo>
                  <a:lnTo>
                    <a:pt x="25370" y="33779"/>
                  </a:lnTo>
                  <a:lnTo>
                    <a:pt x="32700" y="26219"/>
                  </a:lnTo>
                  <a:lnTo>
                    <a:pt x="32700" y="7559"/>
                  </a:lnTo>
                  <a:lnTo>
                    <a:pt x="25370" y="0"/>
                  </a:lnTo>
                  <a:close/>
                </a:path>
              </a:pathLst>
            </a:custGeom>
            <a:solidFill>
              <a:srgbClr val="D3E6B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6" name="object 396" descr=""/>
          <p:cNvSpPr/>
          <p:nvPr/>
        </p:nvSpPr>
        <p:spPr>
          <a:xfrm>
            <a:off x="17726635" y="3499719"/>
            <a:ext cx="139065" cy="73025"/>
          </a:xfrm>
          <a:custGeom>
            <a:avLst/>
            <a:gdLst/>
            <a:ahLst/>
            <a:cxnLst/>
            <a:rect l="l" t="t" r="r" b="b"/>
            <a:pathLst>
              <a:path w="139065" h="73025">
                <a:moveTo>
                  <a:pt x="98336" y="0"/>
                </a:moveTo>
                <a:lnTo>
                  <a:pt x="0" y="0"/>
                </a:lnTo>
                <a:lnTo>
                  <a:pt x="0" y="32207"/>
                </a:lnTo>
                <a:lnTo>
                  <a:pt x="98336" y="32207"/>
                </a:lnTo>
                <a:lnTo>
                  <a:pt x="98336" y="0"/>
                </a:lnTo>
                <a:close/>
              </a:path>
              <a:path w="139065" h="73025">
                <a:moveTo>
                  <a:pt x="139014" y="40690"/>
                </a:moveTo>
                <a:lnTo>
                  <a:pt x="40678" y="40690"/>
                </a:lnTo>
                <a:lnTo>
                  <a:pt x="40678" y="72898"/>
                </a:lnTo>
                <a:lnTo>
                  <a:pt x="139014" y="72898"/>
                </a:lnTo>
                <a:lnTo>
                  <a:pt x="139014" y="40690"/>
                </a:lnTo>
                <a:close/>
              </a:path>
            </a:pathLst>
          </a:custGeom>
          <a:solidFill>
            <a:srgbClr val="D2DE6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97" name="object 397" descr=""/>
          <p:cNvGrpSpPr/>
          <p:nvPr/>
        </p:nvGrpSpPr>
        <p:grpSpPr>
          <a:xfrm>
            <a:off x="16908175" y="4765268"/>
            <a:ext cx="747395" cy="158115"/>
            <a:chOff x="16908175" y="4765268"/>
            <a:chExt cx="747395" cy="158115"/>
          </a:xfrm>
        </p:grpSpPr>
        <p:sp>
          <p:nvSpPr>
            <p:cNvPr id="398" name="object 398" descr=""/>
            <p:cNvSpPr/>
            <p:nvPr/>
          </p:nvSpPr>
          <p:spPr>
            <a:xfrm>
              <a:off x="16908175" y="4870385"/>
              <a:ext cx="747395" cy="52705"/>
            </a:xfrm>
            <a:custGeom>
              <a:avLst/>
              <a:gdLst/>
              <a:ahLst/>
              <a:cxnLst/>
              <a:rect l="l" t="t" r="r" b="b"/>
              <a:pathLst>
                <a:path w="747394" h="52704">
                  <a:moveTo>
                    <a:pt x="746825" y="0"/>
                  </a:moveTo>
                  <a:lnTo>
                    <a:pt x="0" y="0"/>
                  </a:lnTo>
                  <a:lnTo>
                    <a:pt x="0" y="52553"/>
                  </a:lnTo>
                  <a:lnTo>
                    <a:pt x="746825" y="52553"/>
                  </a:lnTo>
                  <a:lnTo>
                    <a:pt x="746825" y="0"/>
                  </a:lnTo>
                  <a:close/>
                </a:path>
              </a:pathLst>
            </a:custGeom>
            <a:solidFill>
              <a:srgbClr val="C8D6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 descr=""/>
            <p:cNvSpPr/>
            <p:nvPr/>
          </p:nvSpPr>
          <p:spPr>
            <a:xfrm>
              <a:off x="16981922" y="4817832"/>
              <a:ext cx="599440" cy="52705"/>
            </a:xfrm>
            <a:custGeom>
              <a:avLst/>
              <a:gdLst/>
              <a:ahLst/>
              <a:cxnLst/>
              <a:rect l="l" t="t" r="r" b="b"/>
              <a:pathLst>
                <a:path w="599440" h="52704">
                  <a:moveTo>
                    <a:pt x="599343" y="0"/>
                  </a:moveTo>
                  <a:lnTo>
                    <a:pt x="0" y="0"/>
                  </a:lnTo>
                  <a:lnTo>
                    <a:pt x="0" y="52563"/>
                  </a:lnTo>
                  <a:lnTo>
                    <a:pt x="599343" y="52563"/>
                  </a:lnTo>
                  <a:lnTo>
                    <a:pt x="599343" y="0"/>
                  </a:lnTo>
                  <a:close/>
                </a:path>
              </a:pathLst>
            </a:custGeom>
            <a:solidFill>
              <a:srgbClr val="CAD9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 descr=""/>
            <p:cNvSpPr/>
            <p:nvPr/>
          </p:nvSpPr>
          <p:spPr>
            <a:xfrm>
              <a:off x="17047407" y="4765268"/>
              <a:ext cx="468630" cy="52705"/>
            </a:xfrm>
            <a:custGeom>
              <a:avLst/>
              <a:gdLst/>
              <a:ahLst/>
              <a:cxnLst/>
              <a:rect l="l" t="t" r="r" b="b"/>
              <a:pathLst>
                <a:path w="468630" h="52704">
                  <a:moveTo>
                    <a:pt x="468373" y="0"/>
                  </a:moveTo>
                  <a:lnTo>
                    <a:pt x="0" y="0"/>
                  </a:lnTo>
                  <a:lnTo>
                    <a:pt x="0" y="52553"/>
                  </a:lnTo>
                  <a:lnTo>
                    <a:pt x="468373" y="52553"/>
                  </a:lnTo>
                  <a:lnTo>
                    <a:pt x="468373" y="0"/>
                  </a:lnTo>
                  <a:close/>
                </a:path>
              </a:pathLst>
            </a:custGeom>
            <a:solidFill>
              <a:srgbClr val="C8D63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01" name="object 401" descr=""/>
          <p:cNvGrpSpPr/>
          <p:nvPr/>
        </p:nvGrpSpPr>
        <p:grpSpPr>
          <a:xfrm>
            <a:off x="17082427" y="3235342"/>
            <a:ext cx="398780" cy="398780"/>
            <a:chOff x="17082427" y="3235342"/>
            <a:chExt cx="398780" cy="398780"/>
          </a:xfrm>
        </p:grpSpPr>
        <p:sp>
          <p:nvSpPr>
            <p:cNvPr id="402" name="object 402" descr=""/>
            <p:cNvSpPr/>
            <p:nvPr/>
          </p:nvSpPr>
          <p:spPr>
            <a:xfrm>
              <a:off x="17082427" y="3235342"/>
              <a:ext cx="398780" cy="398780"/>
            </a:xfrm>
            <a:custGeom>
              <a:avLst/>
              <a:gdLst/>
              <a:ahLst/>
              <a:cxnLst/>
              <a:rect l="l" t="t" r="r" b="b"/>
              <a:pathLst>
                <a:path w="398780" h="398779">
                  <a:moveTo>
                    <a:pt x="199166" y="0"/>
                  </a:moveTo>
                  <a:lnTo>
                    <a:pt x="153499" y="5260"/>
                  </a:lnTo>
                  <a:lnTo>
                    <a:pt x="111578" y="20243"/>
                  </a:lnTo>
                  <a:lnTo>
                    <a:pt x="74598" y="43754"/>
                  </a:lnTo>
                  <a:lnTo>
                    <a:pt x="43754" y="74598"/>
                  </a:lnTo>
                  <a:lnTo>
                    <a:pt x="20243" y="111578"/>
                  </a:lnTo>
                  <a:lnTo>
                    <a:pt x="5260" y="153499"/>
                  </a:lnTo>
                  <a:lnTo>
                    <a:pt x="0" y="199166"/>
                  </a:lnTo>
                  <a:lnTo>
                    <a:pt x="5260" y="244833"/>
                  </a:lnTo>
                  <a:lnTo>
                    <a:pt x="20243" y="286755"/>
                  </a:lnTo>
                  <a:lnTo>
                    <a:pt x="43754" y="323735"/>
                  </a:lnTo>
                  <a:lnTo>
                    <a:pt x="74598" y="354578"/>
                  </a:lnTo>
                  <a:lnTo>
                    <a:pt x="111578" y="378089"/>
                  </a:lnTo>
                  <a:lnTo>
                    <a:pt x="153499" y="393073"/>
                  </a:lnTo>
                  <a:lnTo>
                    <a:pt x="199166" y="398333"/>
                  </a:lnTo>
                  <a:lnTo>
                    <a:pt x="244833" y="393073"/>
                  </a:lnTo>
                  <a:lnTo>
                    <a:pt x="286755" y="378089"/>
                  </a:lnTo>
                  <a:lnTo>
                    <a:pt x="323735" y="354578"/>
                  </a:lnTo>
                  <a:lnTo>
                    <a:pt x="354578" y="323735"/>
                  </a:lnTo>
                  <a:lnTo>
                    <a:pt x="378089" y="286755"/>
                  </a:lnTo>
                  <a:lnTo>
                    <a:pt x="393073" y="244833"/>
                  </a:lnTo>
                  <a:lnTo>
                    <a:pt x="398333" y="199166"/>
                  </a:lnTo>
                  <a:lnTo>
                    <a:pt x="393073" y="153499"/>
                  </a:lnTo>
                  <a:lnTo>
                    <a:pt x="378089" y="111578"/>
                  </a:lnTo>
                  <a:lnTo>
                    <a:pt x="354578" y="74598"/>
                  </a:lnTo>
                  <a:lnTo>
                    <a:pt x="323735" y="43754"/>
                  </a:lnTo>
                  <a:lnTo>
                    <a:pt x="286755" y="20243"/>
                  </a:lnTo>
                  <a:lnTo>
                    <a:pt x="244833" y="5260"/>
                  </a:lnTo>
                  <a:lnTo>
                    <a:pt x="199166" y="0"/>
                  </a:lnTo>
                  <a:close/>
                </a:path>
              </a:pathLst>
            </a:custGeom>
            <a:solidFill>
              <a:srgbClr val="CAD9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3" name="object 403" descr=""/>
            <p:cNvSpPr/>
            <p:nvPr/>
          </p:nvSpPr>
          <p:spPr>
            <a:xfrm>
              <a:off x="17129866" y="3282788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30" h="303529">
                  <a:moveTo>
                    <a:pt x="151723" y="0"/>
                  </a:moveTo>
                  <a:lnTo>
                    <a:pt x="103817" y="7746"/>
                  </a:lnTo>
                  <a:lnTo>
                    <a:pt x="62174" y="29308"/>
                  </a:lnTo>
                  <a:lnTo>
                    <a:pt x="29311" y="62169"/>
                  </a:lnTo>
                  <a:lnTo>
                    <a:pt x="7747" y="103813"/>
                  </a:lnTo>
                  <a:lnTo>
                    <a:pt x="0" y="151723"/>
                  </a:lnTo>
                  <a:lnTo>
                    <a:pt x="7747" y="199628"/>
                  </a:lnTo>
                  <a:lnTo>
                    <a:pt x="29311" y="241271"/>
                  </a:lnTo>
                  <a:lnTo>
                    <a:pt x="62174" y="274134"/>
                  </a:lnTo>
                  <a:lnTo>
                    <a:pt x="103817" y="295698"/>
                  </a:lnTo>
                  <a:lnTo>
                    <a:pt x="151723" y="303446"/>
                  </a:lnTo>
                  <a:lnTo>
                    <a:pt x="199628" y="295698"/>
                  </a:lnTo>
                  <a:lnTo>
                    <a:pt x="241271" y="274134"/>
                  </a:lnTo>
                  <a:lnTo>
                    <a:pt x="274134" y="241271"/>
                  </a:lnTo>
                  <a:lnTo>
                    <a:pt x="295698" y="199628"/>
                  </a:lnTo>
                  <a:lnTo>
                    <a:pt x="303446" y="151723"/>
                  </a:lnTo>
                  <a:lnTo>
                    <a:pt x="295698" y="103813"/>
                  </a:lnTo>
                  <a:lnTo>
                    <a:pt x="274134" y="62169"/>
                  </a:lnTo>
                  <a:lnTo>
                    <a:pt x="241271" y="29308"/>
                  </a:lnTo>
                  <a:lnTo>
                    <a:pt x="199628" y="7746"/>
                  </a:lnTo>
                  <a:lnTo>
                    <a:pt x="151723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4" name="object 404" descr=""/>
            <p:cNvSpPr/>
            <p:nvPr/>
          </p:nvSpPr>
          <p:spPr>
            <a:xfrm>
              <a:off x="17110289" y="3263206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303" y="0"/>
                  </a:moveTo>
                  <a:lnTo>
                    <a:pt x="125762" y="6119"/>
                  </a:lnTo>
                  <a:lnTo>
                    <a:pt x="84840" y="23388"/>
                  </a:lnTo>
                  <a:lnTo>
                    <a:pt x="50171" y="50175"/>
                  </a:lnTo>
                  <a:lnTo>
                    <a:pt x="23386" y="84845"/>
                  </a:lnTo>
                  <a:lnTo>
                    <a:pt x="6118" y="125765"/>
                  </a:lnTo>
                  <a:lnTo>
                    <a:pt x="0" y="171303"/>
                  </a:lnTo>
                  <a:lnTo>
                    <a:pt x="6118" y="216841"/>
                  </a:lnTo>
                  <a:lnTo>
                    <a:pt x="23386" y="257762"/>
                  </a:lnTo>
                  <a:lnTo>
                    <a:pt x="50171" y="292432"/>
                  </a:lnTo>
                  <a:lnTo>
                    <a:pt x="84840" y="319218"/>
                  </a:lnTo>
                  <a:lnTo>
                    <a:pt x="125762" y="336487"/>
                  </a:lnTo>
                  <a:lnTo>
                    <a:pt x="171303" y="342607"/>
                  </a:lnTo>
                  <a:lnTo>
                    <a:pt x="216841" y="336487"/>
                  </a:lnTo>
                  <a:lnTo>
                    <a:pt x="249978" y="322503"/>
                  </a:lnTo>
                  <a:lnTo>
                    <a:pt x="160947" y="322503"/>
                  </a:lnTo>
                  <a:lnTo>
                    <a:pt x="118031" y="313198"/>
                  </a:lnTo>
                  <a:lnTo>
                    <a:pt x="80590" y="292669"/>
                  </a:lnTo>
                  <a:lnTo>
                    <a:pt x="50529" y="262815"/>
                  </a:lnTo>
                  <a:lnTo>
                    <a:pt x="29750" y="225535"/>
                  </a:lnTo>
                  <a:lnTo>
                    <a:pt x="20156" y="182727"/>
                  </a:lnTo>
                  <a:lnTo>
                    <a:pt x="341072" y="182727"/>
                  </a:lnTo>
                  <a:lnTo>
                    <a:pt x="342607" y="171303"/>
                  </a:lnTo>
                  <a:lnTo>
                    <a:pt x="341181" y="160696"/>
                  </a:lnTo>
                  <a:lnTo>
                    <a:pt x="20114" y="160696"/>
                  </a:lnTo>
                  <a:lnTo>
                    <a:pt x="29546" y="117660"/>
                  </a:lnTo>
                  <a:lnTo>
                    <a:pt x="50265" y="80163"/>
                  </a:lnTo>
                  <a:lnTo>
                    <a:pt x="80352" y="50125"/>
                  </a:lnTo>
                  <a:lnTo>
                    <a:pt x="117887" y="29465"/>
                  </a:lnTo>
                  <a:lnTo>
                    <a:pt x="160947" y="20104"/>
                  </a:lnTo>
                  <a:lnTo>
                    <a:pt x="249978" y="20104"/>
                  </a:lnTo>
                  <a:lnTo>
                    <a:pt x="216841" y="6119"/>
                  </a:lnTo>
                  <a:lnTo>
                    <a:pt x="171303" y="0"/>
                  </a:lnTo>
                  <a:close/>
                </a:path>
                <a:path w="342900" h="342900">
                  <a:moveTo>
                    <a:pt x="182978" y="182727"/>
                  </a:moveTo>
                  <a:lnTo>
                    <a:pt x="160947" y="182727"/>
                  </a:lnTo>
                  <a:lnTo>
                    <a:pt x="160947" y="322503"/>
                  </a:lnTo>
                  <a:lnTo>
                    <a:pt x="249978" y="322503"/>
                  </a:lnTo>
                  <a:lnTo>
                    <a:pt x="250127" y="322440"/>
                  </a:lnTo>
                  <a:lnTo>
                    <a:pt x="182978" y="322440"/>
                  </a:lnTo>
                  <a:lnTo>
                    <a:pt x="182978" y="182727"/>
                  </a:lnTo>
                  <a:close/>
                </a:path>
                <a:path w="342900" h="342900">
                  <a:moveTo>
                    <a:pt x="341072" y="182727"/>
                  </a:moveTo>
                  <a:lnTo>
                    <a:pt x="322450" y="182727"/>
                  </a:lnTo>
                  <a:lnTo>
                    <a:pt x="312943" y="225301"/>
                  </a:lnTo>
                  <a:lnTo>
                    <a:pt x="292376" y="262428"/>
                  </a:lnTo>
                  <a:lnTo>
                    <a:pt x="262615" y="292240"/>
                  </a:lnTo>
                  <a:lnTo>
                    <a:pt x="225527" y="312866"/>
                  </a:lnTo>
                  <a:lnTo>
                    <a:pt x="182978" y="322440"/>
                  </a:lnTo>
                  <a:lnTo>
                    <a:pt x="250127" y="322440"/>
                  </a:lnTo>
                  <a:lnTo>
                    <a:pt x="257762" y="319218"/>
                  </a:lnTo>
                  <a:lnTo>
                    <a:pt x="292432" y="292432"/>
                  </a:lnTo>
                  <a:lnTo>
                    <a:pt x="319218" y="257762"/>
                  </a:lnTo>
                  <a:lnTo>
                    <a:pt x="336487" y="216841"/>
                  </a:lnTo>
                  <a:lnTo>
                    <a:pt x="341072" y="182727"/>
                  </a:lnTo>
                  <a:close/>
                </a:path>
                <a:path w="342900" h="342900">
                  <a:moveTo>
                    <a:pt x="249978" y="20104"/>
                  </a:moveTo>
                  <a:lnTo>
                    <a:pt x="160947" y="20104"/>
                  </a:lnTo>
                  <a:lnTo>
                    <a:pt x="160947" y="160696"/>
                  </a:lnTo>
                  <a:lnTo>
                    <a:pt x="182978" y="160696"/>
                  </a:lnTo>
                  <a:lnTo>
                    <a:pt x="182978" y="20166"/>
                  </a:lnTo>
                  <a:lnTo>
                    <a:pt x="250127" y="20166"/>
                  </a:lnTo>
                  <a:lnTo>
                    <a:pt x="249978" y="20104"/>
                  </a:lnTo>
                  <a:close/>
                </a:path>
                <a:path w="342900" h="342900">
                  <a:moveTo>
                    <a:pt x="250127" y="20166"/>
                  </a:moveTo>
                  <a:lnTo>
                    <a:pt x="182978" y="20166"/>
                  </a:lnTo>
                  <a:lnTo>
                    <a:pt x="225672" y="29797"/>
                  </a:lnTo>
                  <a:lnTo>
                    <a:pt x="262855" y="50555"/>
                  </a:lnTo>
                  <a:lnTo>
                    <a:pt x="292644" y="80550"/>
                  </a:lnTo>
                  <a:lnTo>
                    <a:pt x="313152" y="117894"/>
                  </a:lnTo>
                  <a:lnTo>
                    <a:pt x="322492" y="160696"/>
                  </a:lnTo>
                  <a:lnTo>
                    <a:pt x="341181" y="160696"/>
                  </a:lnTo>
                  <a:lnTo>
                    <a:pt x="336487" y="125765"/>
                  </a:lnTo>
                  <a:lnTo>
                    <a:pt x="319218" y="84845"/>
                  </a:lnTo>
                  <a:lnTo>
                    <a:pt x="292432" y="50175"/>
                  </a:lnTo>
                  <a:lnTo>
                    <a:pt x="257762" y="23388"/>
                  </a:lnTo>
                  <a:lnTo>
                    <a:pt x="250127" y="20166"/>
                  </a:lnTo>
                  <a:close/>
                </a:path>
              </a:pathLst>
            </a:custGeom>
            <a:solidFill>
              <a:srgbClr val="7C482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5" name="object 405" descr=""/>
          <p:cNvSpPr/>
          <p:nvPr/>
        </p:nvSpPr>
        <p:spPr>
          <a:xfrm>
            <a:off x="17686362" y="4149957"/>
            <a:ext cx="98425" cy="32384"/>
          </a:xfrm>
          <a:custGeom>
            <a:avLst/>
            <a:gdLst/>
            <a:ahLst/>
            <a:cxnLst/>
            <a:rect l="l" t="t" r="r" b="b"/>
            <a:pathLst>
              <a:path w="98425" h="32385">
                <a:moveTo>
                  <a:pt x="98332" y="0"/>
                </a:moveTo>
                <a:lnTo>
                  <a:pt x="0" y="0"/>
                </a:lnTo>
                <a:lnTo>
                  <a:pt x="0" y="32208"/>
                </a:lnTo>
                <a:lnTo>
                  <a:pt x="98332" y="32208"/>
                </a:lnTo>
                <a:lnTo>
                  <a:pt x="98332" y="0"/>
                </a:lnTo>
                <a:close/>
              </a:path>
            </a:pathLst>
          </a:custGeom>
          <a:solidFill>
            <a:srgbClr val="D2DE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6" name="object 406" descr=""/>
          <p:cNvSpPr/>
          <p:nvPr/>
        </p:nvSpPr>
        <p:spPr>
          <a:xfrm>
            <a:off x="16309733" y="4791550"/>
            <a:ext cx="598805" cy="131445"/>
          </a:xfrm>
          <a:custGeom>
            <a:avLst/>
            <a:gdLst/>
            <a:ahLst/>
            <a:cxnLst/>
            <a:rect l="l" t="t" r="r" b="b"/>
            <a:pathLst>
              <a:path w="598805" h="131445">
                <a:moveTo>
                  <a:pt x="598442" y="0"/>
                </a:moveTo>
                <a:lnTo>
                  <a:pt x="0" y="0"/>
                </a:lnTo>
                <a:lnTo>
                  <a:pt x="0" y="131399"/>
                </a:lnTo>
                <a:lnTo>
                  <a:pt x="598442" y="131399"/>
                </a:lnTo>
                <a:lnTo>
                  <a:pt x="598442" y="0"/>
                </a:lnTo>
                <a:close/>
              </a:path>
            </a:pathLst>
          </a:custGeom>
          <a:solidFill>
            <a:srgbClr val="CAD9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7" name="object 407" descr=""/>
          <p:cNvSpPr/>
          <p:nvPr/>
        </p:nvSpPr>
        <p:spPr>
          <a:xfrm>
            <a:off x="17655001" y="4791550"/>
            <a:ext cx="598805" cy="131445"/>
          </a:xfrm>
          <a:custGeom>
            <a:avLst/>
            <a:gdLst/>
            <a:ahLst/>
            <a:cxnLst/>
            <a:rect l="l" t="t" r="r" b="b"/>
            <a:pathLst>
              <a:path w="598805" h="131445">
                <a:moveTo>
                  <a:pt x="598442" y="0"/>
                </a:moveTo>
                <a:lnTo>
                  <a:pt x="0" y="0"/>
                </a:lnTo>
                <a:lnTo>
                  <a:pt x="0" y="131399"/>
                </a:lnTo>
                <a:lnTo>
                  <a:pt x="598442" y="131399"/>
                </a:lnTo>
                <a:lnTo>
                  <a:pt x="598442" y="0"/>
                </a:lnTo>
                <a:close/>
              </a:path>
            </a:pathLst>
          </a:custGeom>
          <a:solidFill>
            <a:srgbClr val="CAD9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8" name="object 408" descr=""/>
          <p:cNvSpPr/>
          <p:nvPr/>
        </p:nvSpPr>
        <p:spPr>
          <a:xfrm>
            <a:off x="17670257" y="4624581"/>
            <a:ext cx="98425" cy="32384"/>
          </a:xfrm>
          <a:custGeom>
            <a:avLst/>
            <a:gdLst/>
            <a:ahLst/>
            <a:cxnLst/>
            <a:rect l="l" t="t" r="r" b="b"/>
            <a:pathLst>
              <a:path w="98425" h="32385">
                <a:moveTo>
                  <a:pt x="98332" y="0"/>
                </a:moveTo>
                <a:lnTo>
                  <a:pt x="0" y="0"/>
                </a:lnTo>
                <a:lnTo>
                  <a:pt x="0" y="32208"/>
                </a:lnTo>
                <a:lnTo>
                  <a:pt x="98332" y="32208"/>
                </a:lnTo>
                <a:lnTo>
                  <a:pt x="98332" y="0"/>
                </a:lnTo>
                <a:close/>
              </a:path>
            </a:pathLst>
          </a:custGeom>
          <a:solidFill>
            <a:srgbClr val="D2DE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9" name="object 409" descr=""/>
          <p:cNvSpPr/>
          <p:nvPr/>
        </p:nvSpPr>
        <p:spPr>
          <a:xfrm>
            <a:off x="16427614" y="3768450"/>
            <a:ext cx="98425" cy="32384"/>
          </a:xfrm>
          <a:custGeom>
            <a:avLst/>
            <a:gdLst/>
            <a:ahLst/>
            <a:cxnLst/>
            <a:rect l="l" t="t" r="r" b="b"/>
            <a:pathLst>
              <a:path w="98425" h="32385">
                <a:moveTo>
                  <a:pt x="98321" y="0"/>
                </a:moveTo>
                <a:lnTo>
                  <a:pt x="0" y="0"/>
                </a:lnTo>
                <a:lnTo>
                  <a:pt x="0" y="32208"/>
                </a:lnTo>
                <a:lnTo>
                  <a:pt x="98321" y="32208"/>
                </a:lnTo>
                <a:lnTo>
                  <a:pt x="98321" y="0"/>
                </a:lnTo>
                <a:close/>
              </a:path>
            </a:pathLst>
          </a:custGeom>
          <a:solidFill>
            <a:srgbClr val="D2DE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0" name="object 410" descr=""/>
          <p:cNvSpPr/>
          <p:nvPr/>
        </p:nvSpPr>
        <p:spPr>
          <a:xfrm>
            <a:off x="16608959" y="3553441"/>
            <a:ext cx="98425" cy="32384"/>
          </a:xfrm>
          <a:custGeom>
            <a:avLst/>
            <a:gdLst/>
            <a:ahLst/>
            <a:cxnLst/>
            <a:rect l="l" t="t" r="r" b="b"/>
            <a:pathLst>
              <a:path w="98425" h="32385">
                <a:moveTo>
                  <a:pt x="98321" y="0"/>
                </a:moveTo>
                <a:lnTo>
                  <a:pt x="0" y="0"/>
                </a:lnTo>
                <a:lnTo>
                  <a:pt x="0" y="32208"/>
                </a:lnTo>
                <a:lnTo>
                  <a:pt x="98321" y="32208"/>
                </a:lnTo>
                <a:lnTo>
                  <a:pt x="98321" y="0"/>
                </a:lnTo>
                <a:close/>
              </a:path>
            </a:pathLst>
          </a:custGeom>
          <a:solidFill>
            <a:srgbClr val="D2DE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1" name="object 411" descr=""/>
          <p:cNvSpPr/>
          <p:nvPr/>
        </p:nvSpPr>
        <p:spPr>
          <a:xfrm>
            <a:off x="17655006" y="3258164"/>
            <a:ext cx="80645" cy="1664970"/>
          </a:xfrm>
          <a:custGeom>
            <a:avLst/>
            <a:gdLst/>
            <a:ahLst/>
            <a:cxnLst/>
            <a:rect l="l" t="t" r="r" b="b"/>
            <a:pathLst>
              <a:path w="80644" h="1664970">
                <a:moveTo>
                  <a:pt x="0" y="0"/>
                </a:moveTo>
                <a:lnTo>
                  <a:pt x="0" y="1664787"/>
                </a:lnTo>
                <a:lnTo>
                  <a:pt x="80521" y="1664787"/>
                </a:lnTo>
                <a:lnTo>
                  <a:pt x="80521" y="48480"/>
                </a:lnTo>
                <a:lnTo>
                  <a:pt x="0" y="0"/>
                </a:lnTo>
                <a:close/>
              </a:path>
            </a:pathLst>
          </a:custGeom>
          <a:solidFill>
            <a:srgbClr val="B9CD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2" name="object 412" descr=""/>
          <p:cNvSpPr/>
          <p:nvPr/>
        </p:nvSpPr>
        <p:spPr>
          <a:xfrm>
            <a:off x="16658110" y="3594968"/>
            <a:ext cx="98425" cy="32384"/>
          </a:xfrm>
          <a:custGeom>
            <a:avLst/>
            <a:gdLst/>
            <a:ahLst/>
            <a:cxnLst/>
            <a:rect l="l" t="t" r="r" b="b"/>
            <a:pathLst>
              <a:path w="98425" h="32385">
                <a:moveTo>
                  <a:pt x="98332" y="0"/>
                </a:moveTo>
                <a:lnTo>
                  <a:pt x="0" y="0"/>
                </a:lnTo>
                <a:lnTo>
                  <a:pt x="0" y="32208"/>
                </a:lnTo>
                <a:lnTo>
                  <a:pt x="98332" y="32208"/>
                </a:lnTo>
                <a:lnTo>
                  <a:pt x="98332" y="0"/>
                </a:lnTo>
                <a:close/>
              </a:path>
            </a:pathLst>
          </a:custGeom>
          <a:solidFill>
            <a:srgbClr val="D2DE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3" name="object 413" descr=""/>
          <p:cNvSpPr/>
          <p:nvPr/>
        </p:nvSpPr>
        <p:spPr>
          <a:xfrm>
            <a:off x="16756547" y="4133853"/>
            <a:ext cx="98425" cy="32384"/>
          </a:xfrm>
          <a:custGeom>
            <a:avLst/>
            <a:gdLst/>
            <a:ahLst/>
            <a:cxnLst/>
            <a:rect l="l" t="t" r="r" b="b"/>
            <a:pathLst>
              <a:path w="98425" h="32385">
                <a:moveTo>
                  <a:pt x="98332" y="0"/>
                </a:moveTo>
                <a:lnTo>
                  <a:pt x="0" y="0"/>
                </a:lnTo>
                <a:lnTo>
                  <a:pt x="0" y="32208"/>
                </a:lnTo>
                <a:lnTo>
                  <a:pt x="98332" y="32208"/>
                </a:lnTo>
                <a:lnTo>
                  <a:pt x="98332" y="0"/>
                </a:lnTo>
                <a:close/>
              </a:path>
            </a:pathLst>
          </a:custGeom>
          <a:solidFill>
            <a:srgbClr val="D2DE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4" name="object 414" descr=""/>
          <p:cNvSpPr/>
          <p:nvPr/>
        </p:nvSpPr>
        <p:spPr>
          <a:xfrm>
            <a:off x="16363187" y="4421708"/>
            <a:ext cx="98425" cy="32384"/>
          </a:xfrm>
          <a:custGeom>
            <a:avLst/>
            <a:gdLst/>
            <a:ahLst/>
            <a:cxnLst/>
            <a:rect l="l" t="t" r="r" b="b"/>
            <a:pathLst>
              <a:path w="98425" h="32385">
                <a:moveTo>
                  <a:pt x="98332" y="0"/>
                </a:moveTo>
                <a:lnTo>
                  <a:pt x="0" y="0"/>
                </a:lnTo>
                <a:lnTo>
                  <a:pt x="0" y="32208"/>
                </a:lnTo>
                <a:lnTo>
                  <a:pt x="98332" y="32208"/>
                </a:lnTo>
                <a:lnTo>
                  <a:pt x="98332" y="0"/>
                </a:lnTo>
                <a:close/>
              </a:path>
            </a:pathLst>
          </a:custGeom>
          <a:solidFill>
            <a:srgbClr val="D2DE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5" name="object 415" descr=""/>
          <p:cNvSpPr/>
          <p:nvPr/>
        </p:nvSpPr>
        <p:spPr>
          <a:xfrm>
            <a:off x="16794598" y="4654245"/>
            <a:ext cx="98425" cy="32384"/>
          </a:xfrm>
          <a:custGeom>
            <a:avLst/>
            <a:gdLst/>
            <a:ahLst/>
            <a:cxnLst/>
            <a:rect l="l" t="t" r="r" b="b"/>
            <a:pathLst>
              <a:path w="98425" h="32385">
                <a:moveTo>
                  <a:pt x="98321" y="0"/>
                </a:moveTo>
                <a:lnTo>
                  <a:pt x="0" y="0"/>
                </a:lnTo>
                <a:lnTo>
                  <a:pt x="0" y="32208"/>
                </a:lnTo>
                <a:lnTo>
                  <a:pt x="98321" y="32208"/>
                </a:lnTo>
                <a:lnTo>
                  <a:pt x="98321" y="0"/>
                </a:lnTo>
                <a:close/>
              </a:path>
            </a:pathLst>
          </a:custGeom>
          <a:solidFill>
            <a:srgbClr val="D2DE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6" name="object 416" descr=""/>
          <p:cNvSpPr/>
          <p:nvPr/>
        </p:nvSpPr>
        <p:spPr>
          <a:xfrm>
            <a:off x="16378443" y="4175035"/>
            <a:ext cx="98425" cy="32384"/>
          </a:xfrm>
          <a:custGeom>
            <a:avLst/>
            <a:gdLst/>
            <a:ahLst/>
            <a:cxnLst/>
            <a:rect l="l" t="t" r="r" b="b"/>
            <a:pathLst>
              <a:path w="98425" h="32385">
                <a:moveTo>
                  <a:pt x="98332" y="0"/>
                </a:moveTo>
                <a:lnTo>
                  <a:pt x="0" y="0"/>
                </a:lnTo>
                <a:lnTo>
                  <a:pt x="0" y="32208"/>
                </a:lnTo>
                <a:lnTo>
                  <a:pt x="98332" y="32208"/>
                </a:lnTo>
                <a:lnTo>
                  <a:pt x="98332" y="0"/>
                </a:lnTo>
                <a:close/>
              </a:path>
            </a:pathLst>
          </a:custGeom>
          <a:solidFill>
            <a:srgbClr val="D2DE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7" name="object 417" descr=""/>
          <p:cNvSpPr/>
          <p:nvPr/>
        </p:nvSpPr>
        <p:spPr>
          <a:xfrm>
            <a:off x="16727730" y="3888813"/>
            <a:ext cx="98425" cy="32384"/>
          </a:xfrm>
          <a:custGeom>
            <a:avLst/>
            <a:gdLst/>
            <a:ahLst/>
            <a:cxnLst/>
            <a:rect l="l" t="t" r="r" b="b"/>
            <a:pathLst>
              <a:path w="98425" h="32385">
                <a:moveTo>
                  <a:pt x="98332" y="0"/>
                </a:moveTo>
                <a:lnTo>
                  <a:pt x="0" y="0"/>
                </a:lnTo>
                <a:lnTo>
                  <a:pt x="0" y="32208"/>
                </a:lnTo>
                <a:lnTo>
                  <a:pt x="98332" y="32208"/>
                </a:lnTo>
                <a:lnTo>
                  <a:pt x="98332" y="0"/>
                </a:lnTo>
                <a:close/>
              </a:path>
            </a:pathLst>
          </a:custGeom>
          <a:solidFill>
            <a:srgbClr val="D2DE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8" name="object 418" descr=""/>
          <p:cNvSpPr/>
          <p:nvPr/>
        </p:nvSpPr>
        <p:spPr>
          <a:xfrm>
            <a:off x="16727730" y="3719290"/>
            <a:ext cx="98425" cy="32384"/>
          </a:xfrm>
          <a:custGeom>
            <a:avLst/>
            <a:gdLst/>
            <a:ahLst/>
            <a:cxnLst/>
            <a:rect l="l" t="t" r="r" b="b"/>
            <a:pathLst>
              <a:path w="98425" h="32385">
                <a:moveTo>
                  <a:pt x="98332" y="0"/>
                </a:moveTo>
                <a:lnTo>
                  <a:pt x="0" y="0"/>
                </a:lnTo>
                <a:lnTo>
                  <a:pt x="0" y="32208"/>
                </a:lnTo>
                <a:lnTo>
                  <a:pt x="98332" y="32208"/>
                </a:lnTo>
                <a:lnTo>
                  <a:pt x="98332" y="0"/>
                </a:lnTo>
                <a:close/>
              </a:path>
            </a:pathLst>
          </a:custGeom>
          <a:solidFill>
            <a:srgbClr val="D2DE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9" name="object 419" descr=""/>
          <p:cNvSpPr/>
          <p:nvPr/>
        </p:nvSpPr>
        <p:spPr>
          <a:xfrm>
            <a:off x="18033900" y="3733698"/>
            <a:ext cx="98425" cy="32384"/>
          </a:xfrm>
          <a:custGeom>
            <a:avLst/>
            <a:gdLst/>
            <a:ahLst/>
            <a:cxnLst/>
            <a:rect l="l" t="t" r="r" b="b"/>
            <a:pathLst>
              <a:path w="98425" h="32385">
                <a:moveTo>
                  <a:pt x="98332" y="0"/>
                </a:moveTo>
                <a:lnTo>
                  <a:pt x="0" y="0"/>
                </a:lnTo>
                <a:lnTo>
                  <a:pt x="0" y="32208"/>
                </a:lnTo>
                <a:lnTo>
                  <a:pt x="98332" y="32208"/>
                </a:lnTo>
                <a:lnTo>
                  <a:pt x="98332" y="0"/>
                </a:lnTo>
                <a:close/>
              </a:path>
            </a:pathLst>
          </a:custGeom>
          <a:solidFill>
            <a:srgbClr val="D2DE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0" name="object 420" descr=""/>
          <p:cNvSpPr/>
          <p:nvPr/>
        </p:nvSpPr>
        <p:spPr>
          <a:xfrm>
            <a:off x="17784694" y="3861694"/>
            <a:ext cx="98425" cy="32384"/>
          </a:xfrm>
          <a:custGeom>
            <a:avLst/>
            <a:gdLst/>
            <a:ahLst/>
            <a:cxnLst/>
            <a:rect l="l" t="t" r="r" b="b"/>
            <a:pathLst>
              <a:path w="98425" h="32385">
                <a:moveTo>
                  <a:pt x="98332" y="0"/>
                </a:moveTo>
                <a:lnTo>
                  <a:pt x="0" y="0"/>
                </a:lnTo>
                <a:lnTo>
                  <a:pt x="0" y="32208"/>
                </a:lnTo>
                <a:lnTo>
                  <a:pt x="98332" y="32208"/>
                </a:lnTo>
                <a:lnTo>
                  <a:pt x="98332" y="0"/>
                </a:lnTo>
                <a:close/>
              </a:path>
            </a:pathLst>
          </a:custGeom>
          <a:solidFill>
            <a:srgbClr val="D2DE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1" name="object 421" descr=""/>
          <p:cNvSpPr/>
          <p:nvPr/>
        </p:nvSpPr>
        <p:spPr>
          <a:xfrm>
            <a:off x="18008466" y="3921032"/>
            <a:ext cx="98425" cy="32384"/>
          </a:xfrm>
          <a:custGeom>
            <a:avLst/>
            <a:gdLst/>
            <a:ahLst/>
            <a:cxnLst/>
            <a:rect l="l" t="t" r="r" b="b"/>
            <a:pathLst>
              <a:path w="98425" h="32385">
                <a:moveTo>
                  <a:pt x="98332" y="0"/>
                </a:moveTo>
                <a:lnTo>
                  <a:pt x="0" y="0"/>
                </a:lnTo>
                <a:lnTo>
                  <a:pt x="0" y="32208"/>
                </a:lnTo>
                <a:lnTo>
                  <a:pt x="98332" y="32208"/>
                </a:lnTo>
                <a:lnTo>
                  <a:pt x="98332" y="0"/>
                </a:lnTo>
                <a:close/>
              </a:path>
            </a:pathLst>
          </a:custGeom>
          <a:solidFill>
            <a:srgbClr val="D2DE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2" name="object 422" descr=""/>
          <p:cNvSpPr/>
          <p:nvPr/>
        </p:nvSpPr>
        <p:spPr>
          <a:xfrm>
            <a:off x="18083062" y="4149957"/>
            <a:ext cx="98425" cy="32384"/>
          </a:xfrm>
          <a:custGeom>
            <a:avLst/>
            <a:gdLst/>
            <a:ahLst/>
            <a:cxnLst/>
            <a:rect l="l" t="t" r="r" b="b"/>
            <a:pathLst>
              <a:path w="98425" h="32385">
                <a:moveTo>
                  <a:pt x="98332" y="0"/>
                </a:moveTo>
                <a:lnTo>
                  <a:pt x="0" y="0"/>
                </a:lnTo>
                <a:lnTo>
                  <a:pt x="0" y="32208"/>
                </a:lnTo>
                <a:lnTo>
                  <a:pt x="98332" y="32208"/>
                </a:lnTo>
                <a:lnTo>
                  <a:pt x="98332" y="0"/>
                </a:lnTo>
                <a:close/>
              </a:path>
            </a:pathLst>
          </a:custGeom>
          <a:solidFill>
            <a:srgbClr val="D2DE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3" name="object 423" descr=""/>
          <p:cNvSpPr/>
          <p:nvPr/>
        </p:nvSpPr>
        <p:spPr>
          <a:xfrm>
            <a:off x="18106800" y="4725657"/>
            <a:ext cx="98425" cy="32384"/>
          </a:xfrm>
          <a:custGeom>
            <a:avLst/>
            <a:gdLst/>
            <a:ahLst/>
            <a:cxnLst/>
            <a:rect l="l" t="t" r="r" b="b"/>
            <a:pathLst>
              <a:path w="98425" h="32385">
                <a:moveTo>
                  <a:pt x="98332" y="0"/>
                </a:moveTo>
                <a:lnTo>
                  <a:pt x="0" y="0"/>
                </a:lnTo>
                <a:lnTo>
                  <a:pt x="0" y="32208"/>
                </a:lnTo>
                <a:lnTo>
                  <a:pt x="98332" y="32208"/>
                </a:lnTo>
                <a:lnTo>
                  <a:pt x="98332" y="0"/>
                </a:lnTo>
                <a:close/>
              </a:path>
            </a:pathLst>
          </a:custGeom>
          <a:solidFill>
            <a:srgbClr val="D2DE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4" name="object 424" descr=""/>
          <p:cNvSpPr/>
          <p:nvPr/>
        </p:nvSpPr>
        <p:spPr>
          <a:xfrm>
            <a:off x="18106800" y="4351773"/>
            <a:ext cx="98425" cy="32384"/>
          </a:xfrm>
          <a:custGeom>
            <a:avLst/>
            <a:gdLst/>
            <a:ahLst/>
            <a:cxnLst/>
            <a:rect l="l" t="t" r="r" b="b"/>
            <a:pathLst>
              <a:path w="98425" h="32385">
                <a:moveTo>
                  <a:pt x="98332" y="0"/>
                </a:moveTo>
                <a:lnTo>
                  <a:pt x="0" y="0"/>
                </a:lnTo>
                <a:lnTo>
                  <a:pt x="0" y="32208"/>
                </a:lnTo>
                <a:lnTo>
                  <a:pt x="98332" y="32208"/>
                </a:lnTo>
                <a:lnTo>
                  <a:pt x="98332" y="0"/>
                </a:lnTo>
                <a:close/>
              </a:path>
            </a:pathLst>
          </a:custGeom>
          <a:solidFill>
            <a:srgbClr val="D2DE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5" name="object 425" descr=""/>
          <p:cNvSpPr/>
          <p:nvPr/>
        </p:nvSpPr>
        <p:spPr>
          <a:xfrm>
            <a:off x="17849958" y="3709112"/>
            <a:ext cx="98425" cy="32384"/>
          </a:xfrm>
          <a:custGeom>
            <a:avLst/>
            <a:gdLst/>
            <a:ahLst/>
            <a:cxnLst/>
            <a:rect l="l" t="t" r="r" b="b"/>
            <a:pathLst>
              <a:path w="98425" h="32385">
                <a:moveTo>
                  <a:pt x="98332" y="0"/>
                </a:moveTo>
                <a:lnTo>
                  <a:pt x="0" y="0"/>
                </a:lnTo>
                <a:lnTo>
                  <a:pt x="0" y="32208"/>
                </a:lnTo>
                <a:lnTo>
                  <a:pt x="98332" y="32208"/>
                </a:lnTo>
                <a:lnTo>
                  <a:pt x="98332" y="0"/>
                </a:lnTo>
                <a:close/>
              </a:path>
            </a:pathLst>
          </a:custGeom>
          <a:solidFill>
            <a:srgbClr val="D2DE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6" name="object 426" descr=""/>
          <p:cNvSpPr/>
          <p:nvPr/>
        </p:nvSpPr>
        <p:spPr>
          <a:xfrm>
            <a:off x="17451223" y="3693013"/>
            <a:ext cx="147955" cy="73025"/>
          </a:xfrm>
          <a:custGeom>
            <a:avLst/>
            <a:gdLst/>
            <a:ahLst/>
            <a:cxnLst/>
            <a:rect l="l" t="t" r="r" b="b"/>
            <a:pathLst>
              <a:path w="147955" h="73025">
                <a:moveTo>
                  <a:pt x="98323" y="0"/>
                </a:moveTo>
                <a:lnTo>
                  <a:pt x="0" y="0"/>
                </a:lnTo>
                <a:lnTo>
                  <a:pt x="0" y="32207"/>
                </a:lnTo>
                <a:lnTo>
                  <a:pt x="98323" y="32207"/>
                </a:lnTo>
                <a:lnTo>
                  <a:pt x="98323" y="0"/>
                </a:lnTo>
                <a:close/>
              </a:path>
              <a:path w="147955" h="73025">
                <a:moveTo>
                  <a:pt x="147485" y="40690"/>
                </a:moveTo>
                <a:lnTo>
                  <a:pt x="49149" y="40690"/>
                </a:lnTo>
                <a:lnTo>
                  <a:pt x="49149" y="72898"/>
                </a:lnTo>
                <a:lnTo>
                  <a:pt x="147485" y="72898"/>
                </a:lnTo>
                <a:lnTo>
                  <a:pt x="147485" y="40690"/>
                </a:lnTo>
                <a:close/>
              </a:path>
            </a:pathLst>
          </a:custGeom>
          <a:solidFill>
            <a:srgbClr val="DBE4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7" name="object 427" descr=""/>
          <p:cNvSpPr/>
          <p:nvPr/>
        </p:nvSpPr>
        <p:spPr>
          <a:xfrm>
            <a:off x="17500378" y="4149957"/>
            <a:ext cx="98425" cy="32384"/>
          </a:xfrm>
          <a:custGeom>
            <a:avLst/>
            <a:gdLst/>
            <a:ahLst/>
            <a:cxnLst/>
            <a:rect l="l" t="t" r="r" b="b"/>
            <a:pathLst>
              <a:path w="98425" h="32385">
                <a:moveTo>
                  <a:pt x="98332" y="0"/>
                </a:moveTo>
                <a:lnTo>
                  <a:pt x="0" y="0"/>
                </a:lnTo>
                <a:lnTo>
                  <a:pt x="0" y="32208"/>
                </a:lnTo>
                <a:lnTo>
                  <a:pt x="98332" y="32208"/>
                </a:lnTo>
                <a:lnTo>
                  <a:pt x="98332" y="0"/>
                </a:lnTo>
                <a:close/>
              </a:path>
            </a:pathLst>
          </a:custGeom>
          <a:solidFill>
            <a:srgbClr val="DBE4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8" name="object 428" descr=""/>
          <p:cNvSpPr/>
          <p:nvPr/>
        </p:nvSpPr>
        <p:spPr>
          <a:xfrm>
            <a:off x="16949064" y="4489737"/>
            <a:ext cx="98425" cy="32384"/>
          </a:xfrm>
          <a:custGeom>
            <a:avLst/>
            <a:gdLst/>
            <a:ahLst/>
            <a:cxnLst/>
            <a:rect l="l" t="t" r="r" b="b"/>
            <a:pathLst>
              <a:path w="98425" h="32385">
                <a:moveTo>
                  <a:pt x="98332" y="0"/>
                </a:moveTo>
                <a:lnTo>
                  <a:pt x="0" y="0"/>
                </a:lnTo>
                <a:lnTo>
                  <a:pt x="0" y="32208"/>
                </a:lnTo>
                <a:lnTo>
                  <a:pt x="98332" y="32208"/>
                </a:lnTo>
                <a:lnTo>
                  <a:pt x="98332" y="0"/>
                </a:lnTo>
                <a:close/>
              </a:path>
            </a:pathLst>
          </a:custGeom>
          <a:solidFill>
            <a:srgbClr val="DBE4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9" name="object 429" descr=""/>
          <p:cNvSpPr/>
          <p:nvPr/>
        </p:nvSpPr>
        <p:spPr>
          <a:xfrm>
            <a:off x="17500378" y="4608477"/>
            <a:ext cx="98425" cy="32384"/>
          </a:xfrm>
          <a:custGeom>
            <a:avLst/>
            <a:gdLst/>
            <a:ahLst/>
            <a:cxnLst/>
            <a:rect l="l" t="t" r="r" b="b"/>
            <a:pathLst>
              <a:path w="98425" h="32385">
                <a:moveTo>
                  <a:pt x="98332" y="0"/>
                </a:moveTo>
                <a:lnTo>
                  <a:pt x="0" y="0"/>
                </a:lnTo>
                <a:lnTo>
                  <a:pt x="0" y="32208"/>
                </a:lnTo>
                <a:lnTo>
                  <a:pt x="98332" y="32208"/>
                </a:lnTo>
                <a:lnTo>
                  <a:pt x="98332" y="0"/>
                </a:lnTo>
                <a:close/>
              </a:path>
            </a:pathLst>
          </a:custGeom>
          <a:solidFill>
            <a:srgbClr val="DBE4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0" name="object 430" descr=""/>
          <p:cNvSpPr/>
          <p:nvPr/>
        </p:nvSpPr>
        <p:spPr>
          <a:xfrm>
            <a:off x="17536335" y="3353604"/>
            <a:ext cx="98425" cy="32384"/>
          </a:xfrm>
          <a:custGeom>
            <a:avLst/>
            <a:gdLst/>
            <a:ahLst/>
            <a:cxnLst/>
            <a:rect l="l" t="t" r="r" b="b"/>
            <a:pathLst>
              <a:path w="98425" h="32385">
                <a:moveTo>
                  <a:pt x="98332" y="0"/>
                </a:moveTo>
                <a:lnTo>
                  <a:pt x="0" y="0"/>
                </a:lnTo>
                <a:lnTo>
                  <a:pt x="0" y="32208"/>
                </a:lnTo>
                <a:lnTo>
                  <a:pt x="98332" y="32208"/>
                </a:lnTo>
                <a:lnTo>
                  <a:pt x="98332" y="0"/>
                </a:lnTo>
                <a:close/>
              </a:path>
            </a:pathLst>
          </a:custGeom>
          <a:solidFill>
            <a:srgbClr val="DBE4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1" name="object 431" descr=""/>
          <p:cNvSpPr/>
          <p:nvPr/>
        </p:nvSpPr>
        <p:spPr>
          <a:xfrm>
            <a:off x="16972991" y="3146291"/>
            <a:ext cx="147955" cy="71120"/>
          </a:xfrm>
          <a:custGeom>
            <a:avLst/>
            <a:gdLst/>
            <a:ahLst/>
            <a:cxnLst/>
            <a:rect l="l" t="t" r="r" b="b"/>
            <a:pathLst>
              <a:path w="147955" h="71119">
                <a:moveTo>
                  <a:pt x="98323" y="0"/>
                </a:moveTo>
                <a:lnTo>
                  <a:pt x="0" y="0"/>
                </a:lnTo>
                <a:lnTo>
                  <a:pt x="0" y="32207"/>
                </a:lnTo>
                <a:lnTo>
                  <a:pt x="98323" y="32207"/>
                </a:lnTo>
                <a:lnTo>
                  <a:pt x="98323" y="0"/>
                </a:lnTo>
                <a:close/>
              </a:path>
              <a:path w="147955" h="71119">
                <a:moveTo>
                  <a:pt x="147485" y="38773"/>
                </a:moveTo>
                <a:lnTo>
                  <a:pt x="49149" y="38773"/>
                </a:lnTo>
                <a:lnTo>
                  <a:pt x="49149" y="70980"/>
                </a:lnTo>
                <a:lnTo>
                  <a:pt x="147485" y="70980"/>
                </a:lnTo>
                <a:lnTo>
                  <a:pt x="147485" y="38773"/>
                </a:lnTo>
                <a:close/>
              </a:path>
            </a:pathLst>
          </a:custGeom>
          <a:solidFill>
            <a:srgbClr val="DBE4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2" name="object 432" descr=""/>
          <p:cNvSpPr/>
          <p:nvPr/>
        </p:nvSpPr>
        <p:spPr>
          <a:xfrm>
            <a:off x="17370204" y="3146281"/>
            <a:ext cx="98425" cy="32384"/>
          </a:xfrm>
          <a:custGeom>
            <a:avLst/>
            <a:gdLst/>
            <a:ahLst/>
            <a:cxnLst/>
            <a:rect l="l" t="t" r="r" b="b"/>
            <a:pathLst>
              <a:path w="98425" h="32385">
                <a:moveTo>
                  <a:pt x="98321" y="0"/>
                </a:moveTo>
                <a:lnTo>
                  <a:pt x="0" y="0"/>
                </a:lnTo>
                <a:lnTo>
                  <a:pt x="0" y="32208"/>
                </a:lnTo>
                <a:lnTo>
                  <a:pt x="98321" y="32208"/>
                </a:lnTo>
                <a:lnTo>
                  <a:pt x="98321" y="0"/>
                </a:lnTo>
                <a:close/>
              </a:path>
            </a:pathLst>
          </a:custGeom>
          <a:solidFill>
            <a:srgbClr val="DBE4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3" name="object 433" descr=""/>
          <p:cNvSpPr/>
          <p:nvPr/>
        </p:nvSpPr>
        <p:spPr>
          <a:xfrm>
            <a:off x="16972991" y="3676910"/>
            <a:ext cx="147955" cy="73025"/>
          </a:xfrm>
          <a:custGeom>
            <a:avLst/>
            <a:gdLst/>
            <a:ahLst/>
            <a:cxnLst/>
            <a:rect l="l" t="t" r="r" b="b"/>
            <a:pathLst>
              <a:path w="147955" h="73025">
                <a:moveTo>
                  <a:pt x="98323" y="0"/>
                </a:moveTo>
                <a:lnTo>
                  <a:pt x="0" y="0"/>
                </a:lnTo>
                <a:lnTo>
                  <a:pt x="0" y="32207"/>
                </a:lnTo>
                <a:lnTo>
                  <a:pt x="98323" y="32207"/>
                </a:lnTo>
                <a:lnTo>
                  <a:pt x="98323" y="0"/>
                </a:lnTo>
                <a:close/>
              </a:path>
              <a:path w="147955" h="73025">
                <a:moveTo>
                  <a:pt x="147485" y="40690"/>
                </a:moveTo>
                <a:lnTo>
                  <a:pt x="49149" y="40690"/>
                </a:lnTo>
                <a:lnTo>
                  <a:pt x="49149" y="72898"/>
                </a:lnTo>
                <a:lnTo>
                  <a:pt x="147485" y="72898"/>
                </a:lnTo>
                <a:lnTo>
                  <a:pt x="147485" y="40690"/>
                </a:lnTo>
                <a:close/>
              </a:path>
            </a:pathLst>
          </a:custGeom>
          <a:solidFill>
            <a:srgbClr val="DBE4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4" name="object 434" descr=""/>
          <p:cNvSpPr/>
          <p:nvPr/>
        </p:nvSpPr>
        <p:spPr>
          <a:xfrm>
            <a:off x="16973639" y="3967651"/>
            <a:ext cx="147955" cy="73025"/>
          </a:xfrm>
          <a:custGeom>
            <a:avLst/>
            <a:gdLst/>
            <a:ahLst/>
            <a:cxnLst/>
            <a:rect l="l" t="t" r="r" b="b"/>
            <a:pathLst>
              <a:path w="147955" h="73025">
                <a:moveTo>
                  <a:pt x="98336" y="0"/>
                </a:moveTo>
                <a:lnTo>
                  <a:pt x="0" y="0"/>
                </a:lnTo>
                <a:lnTo>
                  <a:pt x="0" y="32207"/>
                </a:lnTo>
                <a:lnTo>
                  <a:pt x="98336" y="32207"/>
                </a:lnTo>
                <a:lnTo>
                  <a:pt x="98336" y="0"/>
                </a:lnTo>
                <a:close/>
              </a:path>
              <a:path w="147955" h="73025">
                <a:moveTo>
                  <a:pt x="147497" y="40690"/>
                </a:moveTo>
                <a:lnTo>
                  <a:pt x="49174" y="40690"/>
                </a:lnTo>
                <a:lnTo>
                  <a:pt x="49174" y="72898"/>
                </a:lnTo>
                <a:lnTo>
                  <a:pt x="147497" y="72898"/>
                </a:lnTo>
                <a:lnTo>
                  <a:pt x="147497" y="40690"/>
                </a:lnTo>
                <a:close/>
              </a:path>
            </a:pathLst>
          </a:custGeom>
          <a:solidFill>
            <a:srgbClr val="DBE4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5" name="object 435" descr=""/>
          <p:cNvSpPr/>
          <p:nvPr/>
        </p:nvSpPr>
        <p:spPr>
          <a:xfrm>
            <a:off x="16378443" y="3938204"/>
            <a:ext cx="98425" cy="32384"/>
          </a:xfrm>
          <a:custGeom>
            <a:avLst/>
            <a:gdLst/>
            <a:ahLst/>
            <a:cxnLst/>
            <a:rect l="l" t="t" r="r" b="b"/>
            <a:pathLst>
              <a:path w="98425" h="32385">
                <a:moveTo>
                  <a:pt x="98332" y="0"/>
                </a:moveTo>
                <a:lnTo>
                  <a:pt x="0" y="0"/>
                </a:lnTo>
                <a:lnTo>
                  <a:pt x="0" y="32208"/>
                </a:lnTo>
                <a:lnTo>
                  <a:pt x="98332" y="32208"/>
                </a:lnTo>
                <a:lnTo>
                  <a:pt x="98332" y="0"/>
                </a:lnTo>
                <a:close/>
              </a:path>
            </a:pathLst>
          </a:custGeom>
          <a:solidFill>
            <a:srgbClr val="D2DE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6" name="object 436" descr=""/>
          <p:cNvSpPr/>
          <p:nvPr/>
        </p:nvSpPr>
        <p:spPr>
          <a:xfrm>
            <a:off x="17270184" y="2107705"/>
            <a:ext cx="26670" cy="31750"/>
          </a:xfrm>
          <a:custGeom>
            <a:avLst/>
            <a:gdLst/>
            <a:ahLst/>
            <a:cxnLst/>
            <a:rect l="l" t="t" r="r" b="b"/>
            <a:pathLst>
              <a:path w="26669" h="31750">
                <a:moveTo>
                  <a:pt x="20732" y="0"/>
                </a:moveTo>
                <a:lnTo>
                  <a:pt x="5633" y="0"/>
                </a:lnTo>
                <a:lnTo>
                  <a:pt x="0" y="31643"/>
                </a:lnTo>
                <a:lnTo>
                  <a:pt x="26355" y="31643"/>
                </a:lnTo>
                <a:lnTo>
                  <a:pt x="20732" y="0"/>
                </a:lnTo>
                <a:close/>
              </a:path>
            </a:pathLst>
          </a:custGeom>
          <a:solidFill>
            <a:srgbClr val="3DA7A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37" name="object 437" descr=""/>
          <p:cNvGrpSpPr/>
          <p:nvPr/>
        </p:nvGrpSpPr>
        <p:grpSpPr>
          <a:xfrm>
            <a:off x="16892920" y="3834564"/>
            <a:ext cx="777875" cy="120014"/>
            <a:chOff x="16892920" y="3834564"/>
            <a:chExt cx="777875" cy="120014"/>
          </a:xfrm>
        </p:grpSpPr>
        <p:sp>
          <p:nvSpPr>
            <p:cNvPr id="438" name="object 438" descr=""/>
            <p:cNvSpPr/>
            <p:nvPr/>
          </p:nvSpPr>
          <p:spPr>
            <a:xfrm>
              <a:off x="16892920" y="3834564"/>
              <a:ext cx="777875" cy="86995"/>
            </a:xfrm>
            <a:custGeom>
              <a:avLst/>
              <a:gdLst/>
              <a:ahLst/>
              <a:cxnLst/>
              <a:rect l="l" t="t" r="r" b="b"/>
              <a:pathLst>
                <a:path w="777875" h="86995">
                  <a:moveTo>
                    <a:pt x="777348" y="0"/>
                  </a:moveTo>
                  <a:lnTo>
                    <a:pt x="0" y="0"/>
                  </a:lnTo>
                  <a:lnTo>
                    <a:pt x="0" y="86458"/>
                  </a:lnTo>
                  <a:lnTo>
                    <a:pt x="777348" y="86458"/>
                  </a:lnTo>
                  <a:lnTo>
                    <a:pt x="777348" y="0"/>
                  </a:lnTo>
                  <a:close/>
                </a:path>
              </a:pathLst>
            </a:custGeom>
            <a:solidFill>
              <a:srgbClr val="CAD9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9" name="object 439" descr=""/>
            <p:cNvSpPr/>
            <p:nvPr/>
          </p:nvSpPr>
          <p:spPr>
            <a:xfrm>
              <a:off x="16908176" y="3921032"/>
              <a:ext cx="747395" cy="33655"/>
            </a:xfrm>
            <a:custGeom>
              <a:avLst/>
              <a:gdLst/>
              <a:ahLst/>
              <a:cxnLst/>
              <a:rect l="l" t="t" r="r" b="b"/>
              <a:pathLst>
                <a:path w="747394" h="33654">
                  <a:moveTo>
                    <a:pt x="746825" y="0"/>
                  </a:moveTo>
                  <a:lnTo>
                    <a:pt x="0" y="0"/>
                  </a:lnTo>
                  <a:lnTo>
                    <a:pt x="0" y="33276"/>
                  </a:lnTo>
                  <a:lnTo>
                    <a:pt x="746825" y="33276"/>
                  </a:lnTo>
                  <a:lnTo>
                    <a:pt x="746825" y="0"/>
                  </a:lnTo>
                  <a:close/>
                </a:path>
              </a:pathLst>
            </a:custGeom>
            <a:solidFill>
              <a:srgbClr val="B9CDD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0" name="object 440" descr=""/>
          <p:cNvSpPr/>
          <p:nvPr/>
        </p:nvSpPr>
        <p:spPr>
          <a:xfrm>
            <a:off x="17735532" y="4090556"/>
            <a:ext cx="484505" cy="25400"/>
          </a:xfrm>
          <a:custGeom>
            <a:avLst/>
            <a:gdLst/>
            <a:ahLst/>
            <a:cxnLst/>
            <a:rect l="l" t="t" r="r" b="b"/>
            <a:pathLst>
              <a:path w="484505" h="25400">
                <a:moveTo>
                  <a:pt x="484006" y="0"/>
                </a:moveTo>
                <a:lnTo>
                  <a:pt x="0" y="0"/>
                </a:lnTo>
                <a:lnTo>
                  <a:pt x="0" y="25004"/>
                </a:lnTo>
                <a:lnTo>
                  <a:pt x="484006" y="25004"/>
                </a:lnTo>
                <a:lnTo>
                  <a:pt x="484006" y="0"/>
                </a:lnTo>
                <a:close/>
              </a:path>
            </a:pathLst>
          </a:custGeom>
          <a:solidFill>
            <a:srgbClr val="B9CD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1" name="object 441" descr=""/>
          <p:cNvSpPr/>
          <p:nvPr/>
        </p:nvSpPr>
        <p:spPr>
          <a:xfrm>
            <a:off x="16343638" y="4090556"/>
            <a:ext cx="565150" cy="25400"/>
          </a:xfrm>
          <a:custGeom>
            <a:avLst/>
            <a:gdLst/>
            <a:ahLst/>
            <a:cxnLst/>
            <a:rect l="l" t="t" r="r" b="b"/>
            <a:pathLst>
              <a:path w="565150" h="25400">
                <a:moveTo>
                  <a:pt x="564537" y="0"/>
                </a:moveTo>
                <a:lnTo>
                  <a:pt x="0" y="0"/>
                </a:lnTo>
                <a:lnTo>
                  <a:pt x="0" y="25004"/>
                </a:lnTo>
                <a:lnTo>
                  <a:pt x="564537" y="25004"/>
                </a:lnTo>
                <a:lnTo>
                  <a:pt x="564537" y="0"/>
                </a:lnTo>
                <a:close/>
              </a:path>
            </a:pathLst>
          </a:custGeom>
          <a:solidFill>
            <a:srgbClr val="B9CD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2" name="object 442" descr=""/>
          <p:cNvSpPr/>
          <p:nvPr/>
        </p:nvSpPr>
        <p:spPr>
          <a:xfrm>
            <a:off x="17735532" y="3367827"/>
            <a:ext cx="484505" cy="325755"/>
          </a:xfrm>
          <a:custGeom>
            <a:avLst/>
            <a:gdLst/>
            <a:ahLst/>
            <a:cxnLst/>
            <a:rect l="l" t="t" r="r" b="b"/>
            <a:pathLst>
              <a:path w="484505" h="325754">
                <a:moveTo>
                  <a:pt x="0" y="0"/>
                </a:moveTo>
                <a:lnTo>
                  <a:pt x="0" y="72584"/>
                </a:lnTo>
                <a:lnTo>
                  <a:pt x="484006" y="325717"/>
                </a:lnTo>
                <a:lnTo>
                  <a:pt x="484006" y="292441"/>
                </a:lnTo>
                <a:lnTo>
                  <a:pt x="0" y="0"/>
                </a:lnTo>
                <a:close/>
              </a:path>
            </a:pathLst>
          </a:custGeom>
          <a:solidFill>
            <a:srgbClr val="B9CD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3" name="object 443" descr=""/>
          <p:cNvSpPr/>
          <p:nvPr/>
        </p:nvSpPr>
        <p:spPr>
          <a:xfrm>
            <a:off x="16343638" y="3319199"/>
            <a:ext cx="565150" cy="374650"/>
          </a:xfrm>
          <a:custGeom>
            <a:avLst/>
            <a:gdLst/>
            <a:ahLst/>
            <a:cxnLst/>
            <a:rect l="l" t="t" r="r" b="b"/>
            <a:pathLst>
              <a:path w="565150" h="374650">
                <a:moveTo>
                  <a:pt x="564537" y="0"/>
                </a:moveTo>
                <a:lnTo>
                  <a:pt x="0" y="339874"/>
                </a:lnTo>
                <a:lnTo>
                  <a:pt x="0" y="374344"/>
                </a:lnTo>
                <a:lnTo>
                  <a:pt x="564537" y="34470"/>
                </a:lnTo>
                <a:lnTo>
                  <a:pt x="564537" y="0"/>
                </a:lnTo>
                <a:close/>
              </a:path>
            </a:pathLst>
          </a:custGeom>
          <a:solidFill>
            <a:srgbClr val="B9CD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4" name="object 444" descr=""/>
          <p:cNvSpPr/>
          <p:nvPr/>
        </p:nvSpPr>
        <p:spPr>
          <a:xfrm>
            <a:off x="17515777" y="4765287"/>
            <a:ext cx="88265" cy="105410"/>
          </a:xfrm>
          <a:custGeom>
            <a:avLst/>
            <a:gdLst/>
            <a:ahLst/>
            <a:cxnLst/>
            <a:rect l="l" t="t" r="r" b="b"/>
            <a:pathLst>
              <a:path w="88265" h="105410">
                <a:moveTo>
                  <a:pt x="22250" y="0"/>
                </a:moveTo>
                <a:lnTo>
                  <a:pt x="0" y="0"/>
                </a:lnTo>
                <a:lnTo>
                  <a:pt x="0" y="52552"/>
                </a:lnTo>
                <a:lnTo>
                  <a:pt x="22250" y="52552"/>
                </a:lnTo>
                <a:lnTo>
                  <a:pt x="22250" y="0"/>
                </a:lnTo>
                <a:close/>
              </a:path>
              <a:path w="88265" h="105410">
                <a:moveTo>
                  <a:pt x="87718" y="52539"/>
                </a:moveTo>
                <a:lnTo>
                  <a:pt x="65468" y="52539"/>
                </a:lnTo>
                <a:lnTo>
                  <a:pt x="65468" y="105105"/>
                </a:lnTo>
                <a:lnTo>
                  <a:pt x="87718" y="105105"/>
                </a:lnTo>
                <a:lnTo>
                  <a:pt x="87718" y="52539"/>
                </a:lnTo>
                <a:close/>
              </a:path>
            </a:pathLst>
          </a:custGeom>
          <a:solidFill>
            <a:srgbClr val="B9CDD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45" name="object 445" descr=""/>
          <p:cNvGrpSpPr/>
          <p:nvPr/>
        </p:nvGrpSpPr>
        <p:grpSpPr>
          <a:xfrm>
            <a:off x="3415243" y="6722977"/>
            <a:ext cx="1216025" cy="1417320"/>
            <a:chOff x="3415243" y="6722977"/>
            <a:chExt cx="1216025" cy="1417320"/>
          </a:xfrm>
        </p:grpSpPr>
        <p:sp>
          <p:nvSpPr>
            <p:cNvPr id="446" name="object 446" descr=""/>
            <p:cNvSpPr/>
            <p:nvPr/>
          </p:nvSpPr>
          <p:spPr>
            <a:xfrm>
              <a:off x="3779189" y="7471657"/>
              <a:ext cx="544195" cy="400685"/>
            </a:xfrm>
            <a:custGeom>
              <a:avLst/>
              <a:gdLst/>
              <a:ahLst/>
              <a:cxnLst/>
              <a:rect l="l" t="t" r="r" b="b"/>
              <a:pathLst>
                <a:path w="544195" h="400684">
                  <a:moveTo>
                    <a:pt x="250190" y="351180"/>
                  </a:moveTo>
                  <a:lnTo>
                    <a:pt x="249135" y="345452"/>
                  </a:lnTo>
                  <a:lnTo>
                    <a:pt x="245376" y="340448"/>
                  </a:lnTo>
                  <a:lnTo>
                    <a:pt x="239191" y="336816"/>
                  </a:lnTo>
                  <a:lnTo>
                    <a:pt x="219671" y="328726"/>
                  </a:lnTo>
                  <a:lnTo>
                    <a:pt x="173824" y="306489"/>
                  </a:lnTo>
                  <a:lnTo>
                    <a:pt x="118148" y="272224"/>
                  </a:lnTo>
                  <a:lnTo>
                    <a:pt x="69126" y="227990"/>
                  </a:lnTo>
                  <a:lnTo>
                    <a:pt x="44259" y="181470"/>
                  </a:lnTo>
                  <a:lnTo>
                    <a:pt x="39408" y="139268"/>
                  </a:lnTo>
                  <a:lnTo>
                    <a:pt x="44208" y="108508"/>
                  </a:lnTo>
                  <a:lnTo>
                    <a:pt x="48260" y="96329"/>
                  </a:lnTo>
                  <a:lnTo>
                    <a:pt x="49301" y="90398"/>
                  </a:lnTo>
                  <a:lnTo>
                    <a:pt x="47383" y="84823"/>
                  </a:lnTo>
                  <a:lnTo>
                    <a:pt x="42887" y="80200"/>
                  </a:lnTo>
                  <a:lnTo>
                    <a:pt x="36195" y="77152"/>
                  </a:lnTo>
                  <a:lnTo>
                    <a:pt x="28498" y="76327"/>
                  </a:lnTo>
                  <a:lnTo>
                    <a:pt x="21234" y="77787"/>
                  </a:lnTo>
                  <a:lnTo>
                    <a:pt x="15201" y="81267"/>
                  </a:lnTo>
                  <a:lnTo>
                    <a:pt x="11239" y="86436"/>
                  </a:lnTo>
                  <a:lnTo>
                    <a:pt x="5816" y="102044"/>
                  </a:lnTo>
                  <a:lnTo>
                    <a:pt x="0" y="138709"/>
                  </a:lnTo>
                  <a:lnTo>
                    <a:pt x="6007" y="188671"/>
                  </a:lnTo>
                  <a:lnTo>
                    <a:pt x="36080" y="244221"/>
                  </a:lnTo>
                  <a:lnTo>
                    <a:pt x="89496" y="292925"/>
                  </a:lnTo>
                  <a:lnTo>
                    <a:pt x="149440" y="330276"/>
                  </a:lnTo>
                  <a:lnTo>
                    <a:pt x="199174" y="354520"/>
                  </a:lnTo>
                  <a:lnTo>
                    <a:pt x="227711" y="365467"/>
                  </a:lnTo>
                  <a:lnTo>
                    <a:pt x="230593" y="365467"/>
                  </a:lnTo>
                  <a:lnTo>
                    <a:pt x="237871" y="365467"/>
                  </a:lnTo>
                  <a:lnTo>
                    <a:pt x="244830" y="362356"/>
                  </a:lnTo>
                  <a:lnTo>
                    <a:pt x="248234" y="356984"/>
                  </a:lnTo>
                  <a:lnTo>
                    <a:pt x="250190" y="351180"/>
                  </a:lnTo>
                  <a:close/>
                </a:path>
                <a:path w="544195" h="400684">
                  <a:moveTo>
                    <a:pt x="543915" y="17310"/>
                  </a:moveTo>
                  <a:lnTo>
                    <a:pt x="543636" y="11328"/>
                  </a:lnTo>
                  <a:lnTo>
                    <a:pt x="540499" y="6070"/>
                  </a:lnTo>
                  <a:lnTo>
                    <a:pt x="535025" y="2108"/>
                  </a:lnTo>
                  <a:lnTo>
                    <a:pt x="527748" y="0"/>
                  </a:lnTo>
                  <a:lnTo>
                    <a:pt x="519925" y="203"/>
                  </a:lnTo>
                  <a:lnTo>
                    <a:pt x="513118" y="2616"/>
                  </a:lnTo>
                  <a:lnTo>
                    <a:pt x="507987" y="6845"/>
                  </a:lnTo>
                  <a:lnTo>
                    <a:pt x="505244" y="12446"/>
                  </a:lnTo>
                  <a:lnTo>
                    <a:pt x="495579" y="56857"/>
                  </a:lnTo>
                  <a:lnTo>
                    <a:pt x="484111" y="100037"/>
                  </a:lnTo>
                  <a:lnTo>
                    <a:pt x="467880" y="146316"/>
                  </a:lnTo>
                  <a:lnTo>
                    <a:pt x="445693" y="191617"/>
                  </a:lnTo>
                  <a:lnTo>
                    <a:pt x="416356" y="231863"/>
                  </a:lnTo>
                  <a:lnTo>
                    <a:pt x="378650" y="263029"/>
                  </a:lnTo>
                  <a:lnTo>
                    <a:pt x="317741" y="305803"/>
                  </a:lnTo>
                  <a:lnTo>
                    <a:pt x="279387" y="342912"/>
                  </a:lnTo>
                  <a:lnTo>
                    <a:pt x="259232" y="369481"/>
                  </a:lnTo>
                  <a:lnTo>
                    <a:pt x="252945" y="380619"/>
                  </a:lnTo>
                  <a:lnTo>
                    <a:pt x="251891" y="386549"/>
                  </a:lnTo>
                  <a:lnTo>
                    <a:pt x="253796" y="392137"/>
                  </a:lnTo>
                  <a:lnTo>
                    <a:pt x="258305" y="396773"/>
                  </a:lnTo>
                  <a:lnTo>
                    <a:pt x="264998" y="399821"/>
                  </a:lnTo>
                  <a:lnTo>
                    <a:pt x="267119" y="400405"/>
                  </a:lnTo>
                  <a:lnTo>
                    <a:pt x="269303" y="400672"/>
                  </a:lnTo>
                  <a:lnTo>
                    <a:pt x="271449" y="400672"/>
                  </a:lnTo>
                  <a:lnTo>
                    <a:pt x="279565" y="400672"/>
                  </a:lnTo>
                  <a:lnTo>
                    <a:pt x="287134" y="396786"/>
                  </a:lnTo>
                  <a:lnTo>
                    <a:pt x="289953" y="390550"/>
                  </a:lnTo>
                  <a:lnTo>
                    <a:pt x="295135" y="381622"/>
                  </a:lnTo>
                  <a:lnTo>
                    <a:pt x="312991" y="358482"/>
                  </a:lnTo>
                  <a:lnTo>
                    <a:pt x="347510" y="325450"/>
                  </a:lnTo>
                  <a:lnTo>
                    <a:pt x="402678" y="286867"/>
                  </a:lnTo>
                  <a:lnTo>
                    <a:pt x="445643" y="252044"/>
                  </a:lnTo>
                  <a:lnTo>
                    <a:pt x="478764" y="208140"/>
                  </a:lnTo>
                  <a:lnTo>
                    <a:pt x="503504" y="159346"/>
                  </a:lnTo>
                  <a:lnTo>
                    <a:pt x="521347" y="109867"/>
                  </a:lnTo>
                  <a:lnTo>
                    <a:pt x="533755" y="63893"/>
                  </a:lnTo>
                  <a:lnTo>
                    <a:pt x="543915" y="1731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7" name="object 447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4069980" y="7566820"/>
              <a:ext cx="164857" cy="156026"/>
            </a:xfrm>
            <a:prstGeom prst="rect">
              <a:avLst/>
            </a:prstGeom>
          </p:spPr>
        </p:pic>
        <p:pic>
          <p:nvPicPr>
            <p:cNvPr id="448" name="object 448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3648216" y="7531724"/>
              <a:ext cx="217433" cy="206421"/>
            </a:xfrm>
            <a:prstGeom prst="rect">
              <a:avLst/>
            </a:prstGeom>
          </p:spPr>
        </p:pic>
        <p:pic>
          <p:nvPicPr>
            <p:cNvPr id="449" name="object 449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3885022" y="7629781"/>
              <a:ext cx="100038" cy="153911"/>
            </a:xfrm>
            <a:prstGeom prst="rect">
              <a:avLst/>
            </a:prstGeom>
          </p:spPr>
        </p:pic>
        <p:sp>
          <p:nvSpPr>
            <p:cNvPr id="450" name="object 450" descr=""/>
            <p:cNvSpPr/>
            <p:nvPr/>
          </p:nvSpPr>
          <p:spPr>
            <a:xfrm>
              <a:off x="3999242" y="7657039"/>
              <a:ext cx="78740" cy="483234"/>
            </a:xfrm>
            <a:custGeom>
              <a:avLst/>
              <a:gdLst/>
              <a:ahLst/>
              <a:cxnLst/>
              <a:rect l="l" t="t" r="r" b="b"/>
              <a:pathLst>
                <a:path w="78739" h="483234">
                  <a:moveTo>
                    <a:pt x="78384" y="169392"/>
                  </a:moveTo>
                  <a:lnTo>
                    <a:pt x="75311" y="157657"/>
                  </a:lnTo>
                  <a:lnTo>
                    <a:pt x="66916" y="148056"/>
                  </a:lnTo>
                  <a:lnTo>
                    <a:pt x="62788" y="145923"/>
                  </a:lnTo>
                  <a:lnTo>
                    <a:pt x="74142" y="116738"/>
                  </a:lnTo>
                  <a:lnTo>
                    <a:pt x="77520" y="68668"/>
                  </a:lnTo>
                  <a:lnTo>
                    <a:pt x="73952" y="29794"/>
                  </a:lnTo>
                  <a:lnTo>
                    <a:pt x="47942" y="0"/>
                  </a:lnTo>
                  <a:lnTo>
                    <a:pt x="40703" y="2197"/>
                  </a:lnTo>
                  <a:lnTo>
                    <a:pt x="35306" y="6223"/>
                  </a:lnTo>
                  <a:lnTo>
                    <a:pt x="32283" y="11518"/>
                  </a:lnTo>
                  <a:lnTo>
                    <a:pt x="32105" y="17513"/>
                  </a:lnTo>
                  <a:lnTo>
                    <a:pt x="34798" y="32080"/>
                  </a:lnTo>
                  <a:lnTo>
                    <a:pt x="38265" y="66598"/>
                  </a:lnTo>
                  <a:lnTo>
                    <a:pt x="36080" y="109181"/>
                  </a:lnTo>
                  <a:lnTo>
                    <a:pt x="24117" y="141566"/>
                  </a:lnTo>
                  <a:lnTo>
                    <a:pt x="23939" y="141592"/>
                  </a:lnTo>
                  <a:lnTo>
                    <a:pt x="11480" y="148056"/>
                  </a:lnTo>
                  <a:lnTo>
                    <a:pt x="3086" y="157657"/>
                  </a:lnTo>
                  <a:lnTo>
                    <a:pt x="0" y="169392"/>
                  </a:lnTo>
                  <a:lnTo>
                    <a:pt x="0" y="452894"/>
                  </a:lnTo>
                  <a:lnTo>
                    <a:pt x="3086" y="464629"/>
                  </a:lnTo>
                  <a:lnTo>
                    <a:pt x="11480" y="474218"/>
                  </a:lnTo>
                  <a:lnTo>
                    <a:pt x="23939" y="480682"/>
                  </a:lnTo>
                  <a:lnTo>
                    <a:pt x="39192" y="483057"/>
                  </a:lnTo>
                  <a:lnTo>
                    <a:pt x="54457" y="480682"/>
                  </a:lnTo>
                  <a:lnTo>
                    <a:pt x="66916" y="474218"/>
                  </a:lnTo>
                  <a:lnTo>
                    <a:pt x="75311" y="464629"/>
                  </a:lnTo>
                  <a:lnTo>
                    <a:pt x="78384" y="452894"/>
                  </a:lnTo>
                  <a:lnTo>
                    <a:pt x="78384" y="169392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1" name="object 451" descr=""/>
            <p:cNvSpPr/>
            <p:nvPr/>
          </p:nvSpPr>
          <p:spPr>
            <a:xfrm>
              <a:off x="3415243" y="7026895"/>
              <a:ext cx="1216025" cy="848360"/>
            </a:xfrm>
            <a:custGeom>
              <a:avLst/>
              <a:gdLst/>
              <a:ahLst/>
              <a:cxnLst/>
              <a:rect l="l" t="t" r="r" b="b"/>
              <a:pathLst>
                <a:path w="1216025" h="848359">
                  <a:moveTo>
                    <a:pt x="606425" y="0"/>
                  </a:moveTo>
                  <a:lnTo>
                    <a:pt x="553020" y="7170"/>
                  </a:lnTo>
                  <a:lnTo>
                    <a:pt x="508470" y="28614"/>
                  </a:lnTo>
                  <a:lnTo>
                    <a:pt x="477348" y="61072"/>
                  </a:lnTo>
                  <a:lnTo>
                    <a:pt x="464230" y="101284"/>
                  </a:lnTo>
                  <a:lnTo>
                    <a:pt x="463832" y="107944"/>
                  </a:lnTo>
                  <a:lnTo>
                    <a:pt x="464345" y="114446"/>
                  </a:lnTo>
                  <a:lnTo>
                    <a:pt x="465529" y="120771"/>
                  </a:lnTo>
                  <a:lnTo>
                    <a:pt x="436136" y="109742"/>
                  </a:lnTo>
                  <a:lnTo>
                    <a:pt x="405151" y="103047"/>
                  </a:lnTo>
                  <a:lnTo>
                    <a:pt x="373691" y="101118"/>
                  </a:lnTo>
                  <a:lnTo>
                    <a:pt x="342873" y="104384"/>
                  </a:lnTo>
                  <a:lnTo>
                    <a:pt x="301199" y="119980"/>
                  </a:lnTo>
                  <a:lnTo>
                    <a:pt x="274117" y="145419"/>
                  </a:lnTo>
                  <a:lnTo>
                    <a:pt x="263199" y="177674"/>
                  </a:lnTo>
                  <a:lnTo>
                    <a:pt x="270016" y="213721"/>
                  </a:lnTo>
                  <a:lnTo>
                    <a:pt x="220275" y="226398"/>
                  </a:lnTo>
                  <a:lnTo>
                    <a:pt x="183836" y="252030"/>
                  </a:lnTo>
                  <a:lnTo>
                    <a:pt x="164084" y="287001"/>
                  </a:lnTo>
                  <a:lnTo>
                    <a:pt x="164407" y="327696"/>
                  </a:lnTo>
                  <a:lnTo>
                    <a:pt x="167096" y="335943"/>
                  </a:lnTo>
                  <a:lnTo>
                    <a:pt x="170589" y="343931"/>
                  </a:lnTo>
                  <a:lnTo>
                    <a:pt x="174833" y="351645"/>
                  </a:lnTo>
                  <a:lnTo>
                    <a:pt x="179778" y="359067"/>
                  </a:lnTo>
                  <a:lnTo>
                    <a:pt x="167914" y="360356"/>
                  </a:lnTo>
                  <a:lnTo>
                    <a:pt x="108970" y="383174"/>
                  </a:lnTo>
                  <a:lnTo>
                    <a:pt x="86908" y="424524"/>
                  </a:lnTo>
                  <a:lnTo>
                    <a:pt x="91027" y="448750"/>
                  </a:lnTo>
                  <a:lnTo>
                    <a:pt x="72128" y="454829"/>
                  </a:lnTo>
                  <a:lnTo>
                    <a:pt x="26107" y="480090"/>
                  </a:lnTo>
                  <a:lnTo>
                    <a:pt x="1282" y="513605"/>
                  </a:lnTo>
                  <a:lnTo>
                    <a:pt x="0" y="550953"/>
                  </a:lnTo>
                  <a:lnTo>
                    <a:pt x="20614" y="589637"/>
                  </a:lnTo>
                  <a:lnTo>
                    <a:pt x="61478" y="627164"/>
                  </a:lnTo>
                  <a:lnTo>
                    <a:pt x="42830" y="651534"/>
                  </a:lnTo>
                  <a:lnTo>
                    <a:pt x="36259" y="675657"/>
                  </a:lnTo>
                  <a:lnTo>
                    <a:pt x="42410" y="698048"/>
                  </a:lnTo>
                  <a:lnTo>
                    <a:pt x="61928" y="717224"/>
                  </a:lnTo>
                  <a:lnTo>
                    <a:pt x="88650" y="729461"/>
                  </a:lnTo>
                  <a:lnTo>
                    <a:pt x="121460" y="736421"/>
                  </a:lnTo>
                  <a:lnTo>
                    <a:pt x="158543" y="738187"/>
                  </a:lnTo>
                  <a:lnTo>
                    <a:pt x="198081" y="734846"/>
                  </a:lnTo>
                  <a:lnTo>
                    <a:pt x="222006" y="756812"/>
                  </a:lnTo>
                  <a:lnTo>
                    <a:pt x="252284" y="774276"/>
                  </a:lnTo>
                  <a:lnTo>
                    <a:pt x="288020" y="786393"/>
                  </a:lnTo>
                  <a:lnTo>
                    <a:pt x="328318" y="792321"/>
                  </a:lnTo>
                  <a:lnTo>
                    <a:pt x="356465" y="792414"/>
                  </a:lnTo>
                  <a:lnTo>
                    <a:pt x="383843" y="789418"/>
                  </a:lnTo>
                  <a:lnTo>
                    <a:pt x="410093" y="783560"/>
                  </a:lnTo>
                  <a:lnTo>
                    <a:pt x="434859" y="775065"/>
                  </a:lnTo>
                  <a:lnTo>
                    <a:pt x="463481" y="802968"/>
                  </a:lnTo>
                  <a:lnTo>
                    <a:pt x="500366" y="825213"/>
                  </a:lnTo>
                  <a:lnTo>
                    <a:pt x="544354" y="840660"/>
                  </a:lnTo>
                  <a:lnTo>
                    <a:pt x="594279" y="848173"/>
                  </a:lnTo>
                  <a:lnTo>
                    <a:pt x="646542" y="846728"/>
                  </a:lnTo>
                  <a:lnTo>
                    <a:pt x="695964" y="836646"/>
                  </a:lnTo>
                  <a:lnTo>
                    <a:pt x="740893" y="818914"/>
                  </a:lnTo>
                  <a:lnTo>
                    <a:pt x="779681" y="794521"/>
                  </a:lnTo>
                  <a:lnTo>
                    <a:pt x="810676" y="764455"/>
                  </a:lnTo>
                  <a:lnTo>
                    <a:pt x="832229" y="729705"/>
                  </a:lnTo>
                  <a:lnTo>
                    <a:pt x="879179" y="742760"/>
                  </a:lnTo>
                  <a:lnTo>
                    <a:pt x="926638" y="750114"/>
                  </a:lnTo>
                  <a:lnTo>
                    <a:pt x="972921" y="751471"/>
                  </a:lnTo>
                  <a:lnTo>
                    <a:pt x="1016339" y="746536"/>
                  </a:lnTo>
                  <a:lnTo>
                    <a:pt x="1055207" y="735014"/>
                  </a:lnTo>
                  <a:lnTo>
                    <a:pt x="1093008" y="712038"/>
                  </a:lnTo>
                  <a:lnTo>
                    <a:pt x="1114655" y="682452"/>
                  </a:lnTo>
                  <a:lnTo>
                    <a:pt x="1120178" y="648296"/>
                  </a:lnTo>
                  <a:lnTo>
                    <a:pt x="1109609" y="611606"/>
                  </a:lnTo>
                  <a:lnTo>
                    <a:pt x="1082976" y="574422"/>
                  </a:lnTo>
                  <a:lnTo>
                    <a:pt x="1095635" y="569008"/>
                  </a:lnTo>
                  <a:lnTo>
                    <a:pt x="1151840" y="536896"/>
                  </a:lnTo>
                  <a:lnTo>
                    <a:pt x="1187949" y="504929"/>
                  </a:lnTo>
                  <a:lnTo>
                    <a:pt x="1209400" y="471894"/>
                  </a:lnTo>
                  <a:lnTo>
                    <a:pt x="1215461" y="439526"/>
                  </a:lnTo>
                  <a:lnTo>
                    <a:pt x="1205402" y="409565"/>
                  </a:lnTo>
                  <a:lnTo>
                    <a:pt x="1161564" y="374405"/>
                  </a:lnTo>
                  <a:lnTo>
                    <a:pt x="1121124" y="360862"/>
                  </a:lnTo>
                  <a:lnTo>
                    <a:pt x="1098200" y="356586"/>
                  </a:lnTo>
                  <a:lnTo>
                    <a:pt x="1125540" y="329524"/>
                  </a:lnTo>
                  <a:lnTo>
                    <a:pt x="1137689" y="301984"/>
                  </a:lnTo>
                  <a:lnTo>
                    <a:pt x="1133734" y="276122"/>
                  </a:lnTo>
                  <a:lnTo>
                    <a:pt x="1112765" y="254096"/>
                  </a:lnTo>
                  <a:lnTo>
                    <a:pt x="1078212" y="239538"/>
                  </a:lnTo>
                  <a:lnTo>
                    <a:pt x="1034730" y="233331"/>
                  </a:lnTo>
                  <a:lnTo>
                    <a:pt x="985914" y="235259"/>
                  </a:lnTo>
                  <a:lnTo>
                    <a:pt x="935357" y="245102"/>
                  </a:lnTo>
                  <a:lnTo>
                    <a:pt x="939340" y="208369"/>
                  </a:lnTo>
                  <a:lnTo>
                    <a:pt x="928469" y="174810"/>
                  </a:lnTo>
                  <a:lnTo>
                    <a:pt x="902914" y="146227"/>
                  </a:lnTo>
                  <a:lnTo>
                    <a:pt x="862846" y="124425"/>
                  </a:lnTo>
                  <a:lnTo>
                    <a:pt x="869171" y="119713"/>
                  </a:lnTo>
                  <a:lnTo>
                    <a:pt x="871935" y="117085"/>
                  </a:lnTo>
                  <a:lnTo>
                    <a:pt x="888627" y="94085"/>
                  </a:lnTo>
                  <a:lnTo>
                    <a:pt x="891571" y="71797"/>
                  </a:lnTo>
                  <a:lnTo>
                    <a:pt x="881214" y="52719"/>
                  </a:lnTo>
                  <a:lnTo>
                    <a:pt x="858009" y="39349"/>
                  </a:lnTo>
                  <a:lnTo>
                    <a:pt x="825852" y="34533"/>
                  </a:lnTo>
                  <a:lnTo>
                    <a:pt x="791009" y="38740"/>
                  </a:lnTo>
                  <a:lnTo>
                    <a:pt x="757594" y="50980"/>
                  </a:lnTo>
                  <a:lnTo>
                    <a:pt x="729719" y="70259"/>
                  </a:lnTo>
                  <a:lnTo>
                    <a:pt x="711599" y="42583"/>
                  </a:lnTo>
                  <a:lnTo>
                    <a:pt x="683712" y="20562"/>
                  </a:lnTo>
                  <a:lnTo>
                    <a:pt x="648005" y="5824"/>
                  </a:lnTo>
                  <a:lnTo>
                    <a:pt x="606425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2" name="object 452" descr=""/>
            <p:cNvSpPr/>
            <p:nvPr/>
          </p:nvSpPr>
          <p:spPr>
            <a:xfrm>
              <a:off x="3427854" y="7277914"/>
              <a:ext cx="1203325" cy="597535"/>
            </a:xfrm>
            <a:custGeom>
              <a:avLst/>
              <a:gdLst/>
              <a:ahLst/>
              <a:cxnLst/>
              <a:rect l="l" t="t" r="r" b="b"/>
              <a:pathLst>
                <a:path w="1203325" h="597534">
                  <a:moveTo>
                    <a:pt x="1094259" y="0"/>
                  </a:moveTo>
                  <a:lnTo>
                    <a:pt x="1106053" y="30239"/>
                  </a:lnTo>
                  <a:lnTo>
                    <a:pt x="1101060" y="63115"/>
                  </a:lnTo>
                  <a:lnTo>
                    <a:pt x="1080027" y="96789"/>
                  </a:lnTo>
                  <a:lnTo>
                    <a:pt x="1043704" y="129426"/>
                  </a:lnTo>
                  <a:lnTo>
                    <a:pt x="992838" y="159188"/>
                  </a:lnTo>
                  <a:lnTo>
                    <a:pt x="978617" y="168243"/>
                  </a:lnTo>
                  <a:lnTo>
                    <a:pt x="970017" y="179395"/>
                  </a:lnTo>
                  <a:lnTo>
                    <a:pt x="967762" y="191665"/>
                  </a:lnTo>
                  <a:lnTo>
                    <a:pt x="972577" y="204077"/>
                  </a:lnTo>
                  <a:lnTo>
                    <a:pt x="992446" y="241037"/>
                  </a:lnTo>
                  <a:lnTo>
                    <a:pt x="996643" y="275147"/>
                  </a:lnTo>
                  <a:lnTo>
                    <a:pt x="946253" y="328147"/>
                  </a:lnTo>
                  <a:lnTo>
                    <a:pt x="880072" y="343561"/>
                  </a:lnTo>
                  <a:lnTo>
                    <a:pt x="843019" y="344746"/>
                  </a:lnTo>
                  <a:lnTo>
                    <a:pt x="804561" y="341801"/>
                  </a:lnTo>
                  <a:lnTo>
                    <a:pt x="770104" y="341035"/>
                  </a:lnTo>
                  <a:lnTo>
                    <a:pt x="737447" y="347045"/>
                  </a:lnTo>
                  <a:lnTo>
                    <a:pt x="708337" y="358959"/>
                  </a:lnTo>
                  <a:lnTo>
                    <a:pt x="684523" y="375904"/>
                  </a:lnTo>
                  <a:lnTo>
                    <a:pt x="644649" y="405180"/>
                  </a:lnTo>
                  <a:lnTo>
                    <a:pt x="596680" y="426723"/>
                  </a:lnTo>
                  <a:lnTo>
                    <a:pt x="542833" y="439210"/>
                  </a:lnTo>
                  <a:lnTo>
                    <a:pt x="485325" y="441316"/>
                  </a:lnTo>
                  <a:lnTo>
                    <a:pt x="445292" y="436045"/>
                  </a:lnTo>
                  <a:lnTo>
                    <a:pt x="408838" y="425637"/>
                  </a:lnTo>
                  <a:lnTo>
                    <a:pt x="376542" y="410661"/>
                  </a:lnTo>
                  <a:lnTo>
                    <a:pt x="348984" y="391684"/>
                  </a:lnTo>
                  <a:lnTo>
                    <a:pt x="336420" y="384046"/>
                  </a:lnTo>
                  <a:lnTo>
                    <a:pt x="321331" y="379446"/>
                  </a:lnTo>
                  <a:lnTo>
                    <a:pt x="304823" y="378046"/>
                  </a:lnTo>
                  <a:lnTo>
                    <a:pt x="288001" y="380009"/>
                  </a:lnTo>
                  <a:lnTo>
                    <a:pt x="271387" y="383110"/>
                  </a:lnTo>
                  <a:lnTo>
                    <a:pt x="254350" y="385087"/>
                  </a:lnTo>
                  <a:lnTo>
                    <a:pt x="236980" y="385887"/>
                  </a:lnTo>
                  <a:lnTo>
                    <a:pt x="219365" y="385454"/>
                  </a:lnTo>
                  <a:lnTo>
                    <a:pt x="184598" y="380781"/>
                  </a:lnTo>
                  <a:lnTo>
                    <a:pt x="153081" y="371480"/>
                  </a:lnTo>
                  <a:lnTo>
                    <a:pt x="125377" y="358081"/>
                  </a:lnTo>
                  <a:lnTo>
                    <a:pt x="102049" y="341110"/>
                  </a:lnTo>
                  <a:lnTo>
                    <a:pt x="94691" y="336114"/>
                  </a:lnTo>
                  <a:lnTo>
                    <a:pt x="85801" y="332610"/>
                  </a:lnTo>
                  <a:lnTo>
                    <a:pt x="75854" y="330720"/>
                  </a:lnTo>
                  <a:lnTo>
                    <a:pt x="65327" y="330565"/>
                  </a:lnTo>
                  <a:lnTo>
                    <a:pt x="48101" y="331296"/>
                  </a:lnTo>
                  <a:lnTo>
                    <a:pt x="31372" y="331023"/>
                  </a:lnTo>
                  <a:lnTo>
                    <a:pt x="15288" y="329750"/>
                  </a:lnTo>
                  <a:lnTo>
                    <a:pt x="0" y="327476"/>
                  </a:lnTo>
                  <a:lnTo>
                    <a:pt x="9140" y="339919"/>
                  </a:lnTo>
                  <a:lnTo>
                    <a:pt x="20358" y="352235"/>
                  </a:lnTo>
                  <a:lnTo>
                    <a:pt x="33613" y="364338"/>
                  </a:lnTo>
                  <a:lnTo>
                    <a:pt x="48867" y="376145"/>
                  </a:lnTo>
                  <a:lnTo>
                    <a:pt x="30219" y="400515"/>
                  </a:lnTo>
                  <a:lnTo>
                    <a:pt x="23648" y="424638"/>
                  </a:lnTo>
                  <a:lnTo>
                    <a:pt x="29799" y="447030"/>
                  </a:lnTo>
                  <a:lnTo>
                    <a:pt x="49317" y="466205"/>
                  </a:lnTo>
                  <a:lnTo>
                    <a:pt x="76039" y="478443"/>
                  </a:lnTo>
                  <a:lnTo>
                    <a:pt x="108850" y="485402"/>
                  </a:lnTo>
                  <a:lnTo>
                    <a:pt x="145932" y="487169"/>
                  </a:lnTo>
                  <a:lnTo>
                    <a:pt x="185470" y="483828"/>
                  </a:lnTo>
                  <a:lnTo>
                    <a:pt x="209395" y="505794"/>
                  </a:lnTo>
                  <a:lnTo>
                    <a:pt x="239673" y="523257"/>
                  </a:lnTo>
                  <a:lnTo>
                    <a:pt x="275409" y="535374"/>
                  </a:lnTo>
                  <a:lnTo>
                    <a:pt x="315707" y="541302"/>
                  </a:lnTo>
                  <a:lnTo>
                    <a:pt x="343854" y="541395"/>
                  </a:lnTo>
                  <a:lnTo>
                    <a:pt x="371232" y="538399"/>
                  </a:lnTo>
                  <a:lnTo>
                    <a:pt x="397482" y="532541"/>
                  </a:lnTo>
                  <a:lnTo>
                    <a:pt x="422248" y="524046"/>
                  </a:lnTo>
                  <a:lnTo>
                    <a:pt x="450870" y="551949"/>
                  </a:lnTo>
                  <a:lnTo>
                    <a:pt x="487756" y="574194"/>
                  </a:lnTo>
                  <a:lnTo>
                    <a:pt x="531743" y="589642"/>
                  </a:lnTo>
                  <a:lnTo>
                    <a:pt x="581668" y="597154"/>
                  </a:lnTo>
                  <a:lnTo>
                    <a:pt x="633931" y="595710"/>
                  </a:lnTo>
                  <a:lnTo>
                    <a:pt x="683353" y="585628"/>
                  </a:lnTo>
                  <a:lnTo>
                    <a:pt x="728282" y="567896"/>
                  </a:lnTo>
                  <a:lnTo>
                    <a:pt x="767070" y="543503"/>
                  </a:lnTo>
                  <a:lnTo>
                    <a:pt x="798065" y="513437"/>
                  </a:lnTo>
                  <a:lnTo>
                    <a:pt x="819619" y="478686"/>
                  </a:lnTo>
                  <a:lnTo>
                    <a:pt x="866568" y="491741"/>
                  </a:lnTo>
                  <a:lnTo>
                    <a:pt x="914028" y="499095"/>
                  </a:lnTo>
                  <a:lnTo>
                    <a:pt x="960310" y="500452"/>
                  </a:lnTo>
                  <a:lnTo>
                    <a:pt x="1003728" y="495518"/>
                  </a:lnTo>
                  <a:lnTo>
                    <a:pt x="1042596" y="483995"/>
                  </a:lnTo>
                  <a:lnTo>
                    <a:pt x="1080397" y="461019"/>
                  </a:lnTo>
                  <a:lnTo>
                    <a:pt x="1102044" y="431434"/>
                  </a:lnTo>
                  <a:lnTo>
                    <a:pt x="1107567" y="397277"/>
                  </a:lnTo>
                  <a:lnTo>
                    <a:pt x="1096998" y="360588"/>
                  </a:lnTo>
                  <a:lnTo>
                    <a:pt x="1070365" y="323403"/>
                  </a:lnTo>
                  <a:lnTo>
                    <a:pt x="1083024" y="317990"/>
                  </a:lnTo>
                  <a:lnTo>
                    <a:pt x="1139229" y="285877"/>
                  </a:lnTo>
                  <a:lnTo>
                    <a:pt x="1175338" y="253911"/>
                  </a:lnTo>
                  <a:lnTo>
                    <a:pt x="1196789" y="220875"/>
                  </a:lnTo>
                  <a:lnTo>
                    <a:pt x="1202850" y="188508"/>
                  </a:lnTo>
                  <a:lnTo>
                    <a:pt x="1192791" y="158546"/>
                  </a:lnTo>
                  <a:lnTo>
                    <a:pt x="1148953" y="123387"/>
                  </a:lnTo>
                  <a:lnTo>
                    <a:pt x="1108513" y="109843"/>
                  </a:lnTo>
                  <a:lnTo>
                    <a:pt x="1085589" y="105567"/>
                  </a:lnTo>
                  <a:lnTo>
                    <a:pt x="1112930" y="78505"/>
                  </a:lnTo>
                  <a:lnTo>
                    <a:pt x="1125078" y="50965"/>
                  </a:lnTo>
                  <a:lnTo>
                    <a:pt x="1121123" y="25104"/>
                  </a:lnTo>
                  <a:lnTo>
                    <a:pt x="1100154" y="3078"/>
                  </a:lnTo>
                  <a:lnTo>
                    <a:pt x="1098374" y="1916"/>
                  </a:lnTo>
                  <a:lnTo>
                    <a:pt x="1096176" y="1057"/>
                  </a:lnTo>
                  <a:lnTo>
                    <a:pt x="1094259" y="0"/>
                  </a:lnTo>
                  <a:close/>
                </a:path>
              </a:pathLst>
            </a:custGeom>
            <a:solidFill>
              <a:srgbClr val="AFC6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3" name="object 453" descr=""/>
            <p:cNvSpPr/>
            <p:nvPr/>
          </p:nvSpPr>
          <p:spPr>
            <a:xfrm>
              <a:off x="3455987" y="6722979"/>
              <a:ext cx="986790" cy="710565"/>
            </a:xfrm>
            <a:custGeom>
              <a:avLst/>
              <a:gdLst/>
              <a:ahLst/>
              <a:cxnLst/>
              <a:rect l="l" t="t" r="r" b="b"/>
              <a:pathLst>
                <a:path w="986789" h="710565">
                  <a:moveTo>
                    <a:pt x="986536" y="521957"/>
                  </a:moveTo>
                  <a:lnTo>
                    <a:pt x="985024" y="473329"/>
                  </a:lnTo>
                  <a:lnTo>
                    <a:pt x="967905" y="426224"/>
                  </a:lnTo>
                  <a:lnTo>
                    <a:pt x="938110" y="386791"/>
                  </a:lnTo>
                  <a:lnTo>
                    <a:pt x="898626" y="357263"/>
                  </a:lnTo>
                  <a:lnTo>
                    <a:pt x="852449" y="339902"/>
                  </a:lnTo>
                  <a:lnTo>
                    <a:pt x="837679" y="339039"/>
                  </a:lnTo>
                  <a:lnTo>
                    <a:pt x="850303" y="309092"/>
                  </a:lnTo>
                  <a:lnTo>
                    <a:pt x="850658" y="267525"/>
                  </a:lnTo>
                  <a:lnTo>
                    <a:pt x="835647" y="227596"/>
                  </a:lnTo>
                  <a:lnTo>
                    <a:pt x="808723" y="196557"/>
                  </a:lnTo>
                  <a:lnTo>
                    <a:pt x="773620" y="177431"/>
                  </a:lnTo>
                  <a:lnTo>
                    <a:pt x="742683" y="174180"/>
                  </a:lnTo>
                  <a:lnTo>
                    <a:pt x="758812" y="158661"/>
                  </a:lnTo>
                  <a:lnTo>
                    <a:pt x="778205" y="119875"/>
                  </a:lnTo>
                  <a:lnTo>
                    <a:pt x="782497" y="78447"/>
                  </a:lnTo>
                  <a:lnTo>
                    <a:pt x="771550" y="42075"/>
                  </a:lnTo>
                  <a:lnTo>
                    <a:pt x="747483" y="14643"/>
                  </a:lnTo>
                  <a:lnTo>
                    <a:pt x="712419" y="0"/>
                  </a:lnTo>
                  <a:lnTo>
                    <a:pt x="672579" y="1549"/>
                  </a:lnTo>
                  <a:lnTo>
                    <a:pt x="635482" y="18275"/>
                  </a:lnTo>
                  <a:lnTo>
                    <a:pt x="605193" y="47421"/>
                  </a:lnTo>
                  <a:lnTo>
                    <a:pt x="593940" y="69888"/>
                  </a:lnTo>
                  <a:lnTo>
                    <a:pt x="593280" y="69113"/>
                  </a:lnTo>
                  <a:lnTo>
                    <a:pt x="558190" y="49987"/>
                  </a:lnTo>
                  <a:lnTo>
                    <a:pt x="518668" y="45821"/>
                  </a:lnTo>
                  <a:lnTo>
                    <a:pt x="482104" y="58102"/>
                  </a:lnTo>
                  <a:lnTo>
                    <a:pt x="455066" y="83845"/>
                  </a:lnTo>
                  <a:lnTo>
                    <a:pt x="445338" y="106934"/>
                  </a:lnTo>
                  <a:lnTo>
                    <a:pt x="423202" y="101574"/>
                  </a:lnTo>
                  <a:lnTo>
                    <a:pt x="368769" y="100076"/>
                  </a:lnTo>
                  <a:lnTo>
                    <a:pt x="317080" y="110134"/>
                  </a:lnTo>
                  <a:lnTo>
                    <a:pt x="273278" y="130289"/>
                  </a:lnTo>
                  <a:lnTo>
                    <a:pt x="238899" y="158851"/>
                  </a:lnTo>
                  <a:lnTo>
                    <a:pt x="215468" y="194119"/>
                  </a:lnTo>
                  <a:lnTo>
                    <a:pt x="204533" y="234403"/>
                  </a:lnTo>
                  <a:lnTo>
                    <a:pt x="207619" y="277990"/>
                  </a:lnTo>
                  <a:lnTo>
                    <a:pt x="222999" y="315658"/>
                  </a:lnTo>
                  <a:lnTo>
                    <a:pt x="219697" y="322948"/>
                  </a:lnTo>
                  <a:lnTo>
                    <a:pt x="205689" y="316534"/>
                  </a:lnTo>
                  <a:lnTo>
                    <a:pt x="164782" y="316496"/>
                  </a:lnTo>
                  <a:lnTo>
                    <a:pt x="133540" y="336816"/>
                  </a:lnTo>
                  <a:lnTo>
                    <a:pt x="117246" y="372859"/>
                  </a:lnTo>
                  <a:lnTo>
                    <a:pt x="116928" y="419620"/>
                  </a:lnTo>
                  <a:lnTo>
                    <a:pt x="124244" y="442709"/>
                  </a:lnTo>
                  <a:lnTo>
                    <a:pt x="76339" y="453072"/>
                  </a:lnTo>
                  <a:lnTo>
                    <a:pt x="36614" y="481761"/>
                  </a:lnTo>
                  <a:lnTo>
                    <a:pt x="9817" y="524306"/>
                  </a:lnTo>
                  <a:lnTo>
                    <a:pt x="0" y="576414"/>
                  </a:lnTo>
                  <a:lnTo>
                    <a:pt x="9817" y="628535"/>
                  </a:lnTo>
                  <a:lnTo>
                    <a:pt x="36614" y="671080"/>
                  </a:lnTo>
                  <a:lnTo>
                    <a:pt x="76339" y="699782"/>
                  </a:lnTo>
                  <a:lnTo>
                    <a:pt x="124993" y="710298"/>
                  </a:lnTo>
                  <a:lnTo>
                    <a:pt x="173659" y="699782"/>
                  </a:lnTo>
                  <a:lnTo>
                    <a:pt x="213385" y="671080"/>
                  </a:lnTo>
                  <a:lnTo>
                    <a:pt x="240182" y="628535"/>
                  </a:lnTo>
                  <a:lnTo>
                    <a:pt x="250012" y="576414"/>
                  </a:lnTo>
                  <a:lnTo>
                    <a:pt x="249847" y="575551"/>
                  </a:lnTo>
                  <a:lnTo>
                    <a:pt x="287705" y="575576"/>
                  </a:lnTo>
                  <a:lnTo>
                    <a:pt x="318960" y="555256"/>
                  </a:lnTo>
                  <a:lnTo>
                    <a:pt x="329869" y="531088"/>
                  </a:lnTo>
                  <a:lnTo>
                    <a:pt x="343903" y="537489"/>
                  </a:lnTo>
                  <a:lnTo>
                    <a:pt x="384810" y="537514"/>
                  </a:lnTo>
                  <a:lnTo>
                    <a:pt x="416052" y="517194"/>
                  </a:lnTo>
                  <a:lnTo>
                    <a:pt x="432346" y="481152"/>
                  </a:lnTo>
                  <a:lnTo>
                    <a:pt x="432663" y="434390"/>
                  </a:lnTo>
                  <a:lnTo>
                    <a:pt x="429133" y="423278"/>
                  </a:lnTo>
                  <a:lnTo>
                    <a:pt x="445655" y="423722"/>
                  </a:lnTo>
                  <a:lnTo>
                    <a:pt x="457288" y="421462"/>
                  </a:lnTo>
                  <a:lnTo>
                    <a:pt x="475081" y="435241"/>
                  </a:lnTo>
                  <a:lnTo>
                    <a:pt x="521487" y="457288"/>
                  </a:lnTo>
                  <a:lnTo>
                    <a:pt x="573036" y="469760"/>
                  </a:lnTo>
                  <a:lnTo>
                    <a:pt x="627468" y="471246"/>
                  </a:lnTo>
                  <a:lnTo>
                    <a:pt x="677799" y="461454"/>
                  </a:lnTo>
                  <a:lnTo>
                    <a:pt x="679119" y="503453"/>
                  </a:lnTo>
                  <a:lnTo>
                    <a:pt x="696226" y="550557"/>
                  </a:lnTo>
                  <a:lnTo>
                    <a:pt x="726020" y="589991"/>
                  </a:lnTo>
                  <a:lnTo>
                    <a:pt x="765517" y="619518"/>
                  </a:lnTo>
                  <a:lnTo>
                    <a:pt x="811682" y="636879"/>
                  </a:lnTo>
                  <a:lnTo>
                    <a:pt x="861529" y="639826"/>
                  </a:lnTo>
                  <a:lnTo>
                    <a:pt x="908367" y="627341"/>
                  </a:lnTo>
                  <a:lnTo>
                    <a:pt x="946175" y="601713"/>
                  </a:lnTo>
                  <a:lnTo>
                    <a:pt x="972908" y="565670"/>
                  </a:lnTo>
                  <a:lnTo>
                    <a:pt x="986536" y="521957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54" name="object 454" descr=""/>
          <p:cNvGrpSpPr/>
          <p:nvPr/>
        </p:nvGrpSpPr>
        <p:grpSpPr>
          <a:xfrm>
            <a:off x="1544421" y="6560592"/>
            <a:ext cx="3152140" cy="2127250"/>
            <a:chOff x="1544421" y="6560592"/>
            <a:chExt cx="3152140" cy="2127250"/>
          </a:xfrm>
        </p:grpSpPr>
        <p:sp>
          <p:nvSpPr>
            <p:cNvPr id="455" name="object 455" descr=""/>
            <p:cNvSpPr/>
            <p:nvPr/>
          </p:nvSpPr>
          <p:spPr>
            <a:xfrm>
              <a:off x="1856219" y="7668113"/>
              <a:ext cx="619125" cy="593090"/>
            </a:xfrm>
            <a:custGeom>
              <a:avLst/>
              <a:gdLst/>
              <a:ahLst/>
              <a:cxnLst/>
              <a:rect l="l" t="t" r="r" b="b"/>
              <a:pathLst>
                <a:path w="619125" h="593090">
                  <a:moveTo>
                    <a:pt x="284530" y="519455"/>
                  </a:moveTo>
                  <a:lnTo>
                    <a:pt x="283337" y="510984"/>
                  </a:lnTo>
                  <a:lnTo>
                    <a:pt x="279044" y="503580"/>
                  </a:lnTo>
                  <a:lnTo>
                    <a:pt x="272008" y="498195"/>
                  </a:lnTo>
                  <a:lnTo>
                    <a:pt x="257225" y="490397"/>
                  </a:lnTo>
                  <a:lnTo>
                    <a:pt x="220853" y="468820"/>
                  </a:lnTo>
                  <a:lnTo>
                    <a:pt x="172504" y="435038"/>
                  </a:lnTo>
                  <a:lnTo>
                    <a:pt x="121805" y="390652"/>
                  </a:lnTo>
                  <a:lnTo>
                    <a:pt x="78359" y="337235"/>
                  </a:lnTo>
                  <a:lnTo>
                    <a:pt x="50050" y="268439"/>
                  </a:lnTo>
                  <a:lnTo>
                    <a:pt x="44538" y="206006"/>
                  </a:lnTo>
                  <a:lnTo>
                    <a:pt x="49987" y="160515"/>
                  </a:lnTo>
                  <a:lnTo>
                    <a:pt x="54597" y="142481"/>
                  </a:lnTo>
                  <a:lnTo>
                    <a:pt x="55791" y="133718"/>
                  </a:lnTo>
                  <a:lnTo>
                    <a:pt x="53606" y="125463"/>
                  </a:lnTo>
                  <a:lnTo>
                    <a:pt x="48475" y="118630"/>
                  </a:lnTo>
                  <a:lnTo>
                    <a:pt x="40868" y="114122"/>
                  </a:lnTo>
                  <a:lnTo>
                    <a:pt x="32105" y="112890"/>
                  </a:lnTo>
                  <a:lnTo>
                    <a:pt x="23837" y="115074"/>
                  </a:lnTo>
                  <a:lnTo>
                    <a:pt x="1473" y="180492"/>
                  </a:lnTo>
                  <a:lnTo>
                    <a:pt x="0" y="233019"/>
                  </a:lnTo>
                  <a:lnTo>
                    <a:pt x="10706" y="295224"/>
                  </a:lnTo>
                  <a:lnTo>
                    <a:pt x="40728" y="361238"/>
                  </a:lnTo>
                  <a:lnTo>
                    <a:pt x="79527" y="411022"/>
                  </a:lnTo>
                  <a:lnTo>
                    <a:pt x="124421" y="453707"/>
                  </a:lnTo>
                  <a:lnTo>
                    <a:pt x="169811" y="488530"/>
                  </a:lnTo>
                  <a:lnTo>
                    <a:pt x="210032" y="514743"/>
                  </a:lnTo>
                  <a:lnTo>
                    <a:pt x="255612" y="539877"/>
                  </a:lnTo>
                  <a:lnTo>
                    <a:pt x="258940" y="540600"/>
                  </a:lnTo>
                  <a:lnTo>
                    <a:pt x="262216" y="540600"/>
                  </a:lnTo>
                  <a:lnTo>
                    <a:pt x="270497" y="540600"/>
                  </a:lnTo>
                  <a:lnTo>
                    <a:pt x="278434" y="535978"/>
                  </a:lnTo>
                  <a:lnTo>
                    <a:pt x="282308" y="528040"/>
                  </a:lnTo>
                  <a:lnTo>
                    <a:pt x="284530" y="519455"/>
                  </a:lnTo>
                  <a:close/>
                </a:path>
                <a:path w="619125" h="593090">
                  <a:moveTo>
                    <a:pt x="618972" y="25615"/>
                  </a:moveTo>
                  <a:lnTo>
                    <a:pt x="618655" y="16764"/>
                  </a:lnTo>
                  <a:lnTo>
                    <a:pt x="615086" y="8991"/>
                  </a:lnTo>
                  <a:lnTo>
                    <a:pt x="608863" y="3124"/>
                  </a:lnTo>
                  <a:lnTo>
                    <a:pt x="600570" y="0"/>
                  </a:lnTo>
                  <a:lnTo>
                    <a:pt x="591667" y="292"/>
                  </a:lnTo>
                  <a:lnTo>
                    <a:pt x="583907" y="3873"/>
                  </a:lnTo>
                  <a:lnTo>
                    <a:pt x="578065" y="10121"/>
                  </a:lnTo>
                  <a:lnTo>
                    <a:pt x="574941" y="18402"/>
                  </a:lnTo>
                  <a:lnTo>
                    <a:pt x="566508" y="69545"/>
                  </a:lnTo>
                  <a:lnTo>
                    <a:pt x="557999" y="115087"/>
                  </a:lnTo>
                  <a:lnTo>
                    <a:pt x="546823" y="164896"/>
                  </a:lnTo>
                  <a:lnTo>
                    <a:pt x="532396" y="216433"/>
                  </a:lnTo>
                  <a:lnTo>
                    <a:pt x="514172" y="267144"/>
                  </a:lnTo>
                  <a:lnTo>
                    <a:pt x="491540" y="314515"/>
                  </a:lnTo>
                  <a:lnTo>
                    <a:pt x="463943" y="355993"/>
                  </a:lnTo>
                  <a:lnTo>
                    <a:pt x="430796" y="389064"/>
                  </a:lnTo>
                  <a:lnTo>
                    <a:pt x="373100" y="440118"/>
                  </a:lnTo>
                  <a:lnTo>
                    <a:pt x="332473" y="486740"/>
                  </a:lnTo>
                  <a:lnTo>
                    <a:pt x="306387" y="525221"/>
                  </a:lnTo>
                  <a:lnTo>
                    <a:pt x="292290" y="551878"/>
                  </a:lnTo>
                  <a:lnTo>
                    <a:pt x="287667" y="562991"/>
                  </a:lnTo>
                  <a:lnTo>
                    <a:pt x="286461" y="571779"/>
                  </a:lnTo>
                  <a:lnTo>
                    <a:pt x="288645" y="580047"/>
                  </a:lnTo>
                  <a:lnTo>
                    <a:pt x="293763" y="586892"/>
                  </a:lnTo>
                  <a:lnTo>
                    <a:pt x="301383" y="591413"/>
                  </a:lnTo>
                  <a:lnTo>
                    <a:pt x="303809" y="592264"/>
                  </a:lnTo>
                  <a:lnTo>
                    <a:pt x="306298" y="592670"/>
                  </a:lnTo>
                  <a:lnTo>
                    <a:pt x="308737" y="592670"/>
                  </a:lnTo>
                  <a:lnTo>
                    <a:pt x="335699" y="564489"/>
                  </a:lnTo>
                  <a:lnTo>
                    <a:pt x="356031" y="530250"/>
                  </a:lnTo>
                  <a:lnTo>
                    <a:pt x="395338" y="481393"/>
                  </a:lnTo>
                  <a:lnTo>
                    <a:pt x="458152" y="424319"/>
                  </a:lnTo>
                  <a:lnTo>
                    <a:pt x="492099" y="391769"/>
                  </a:lnTo>
                  <a:lnTo>
                    <a:pt x="520814" y="352348"/>
                  </a:lnTo>
                  <a:lnTo>
                    <a:pt x="544791" y="307873"/>
                  </a:lnTo>
                  <a:lnTo>
                    <a:pt x="564527" y="260172"/>
                  </a:lnTo>
                  <a:lnTo>
                    <a:pt x="580529" y="211112"/>
                  </a:lnTo>
                  <a:lnTo>
                    <a:pt x="593280" y="162521"/>
                  </a:lnTo>
                  <a:lnTo>
                    <a:pt x="603275" y="116230"/>
                  </a:lnTo>
                  <a:lnTo>
                    <a:pt x="611022" y="74079"/>
                  </a:lnTo>
                  <a:lnTo>
                    <a:pt x="618972" y="25615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6" name="object 456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2187281" y="7808893"/>
              <a:ext cx="187406" cy="230778"/>
            </a:xfrm>
            <a:prstGeom prst="rect">
              <a:avLst/>
            </a:prstGeom>
          </p:spPr>
        </p:pic>
        <p:sp>
          <p:nvSpPr>
            <p:cNvPr id="457" name="object 457" descr=""/>
            <p:cNvSpPr/>
            <p:nvPr/>
          </p:nvSpPr>
          <p:spPr>
            <a:xfrm>
              <a:off x="1707572" y="7756974"/>
              <a:ext cx="247015" cy="305435"/>
            </a:xfrm>
            <a:custGeom>
              <a:avLst/>
              <a:gdLst/>
              <a:ahLst/>
              <a:cxnLst/>
              <a:rect l="l" t="t" r="r" b="b"/>
              <a:pathLst>
                <a:path w="247014" h="305434">
                  <a:moveTo>
                    <a:pt x="27168" y="0"/>
                  </a:moveTo>
                  <a:lnTo>
                    <a:pt x="4719" y="30943"/>
                  </a:lnTo>
                  <a:lnTo>
                    <a:pt x="0" y="65745"/>
                  </a:lnTo>
                  <a:lnTo>
                    <a:pt x="425" y="113557"/>
                  </a:lnTo>
                  <a:lnTo>
                    <a:pt x="12314" y="167629"/>
                  </a:lnTo>
                  <a:lnTo>
                    <a:pt x="41988" y="221212"/>
                  </a:lnTo>
                  <a:lnTo>
                    <a:pt x="96398" y="268921"/>
                  </a:lnTo>
                  <a:lnTo>
                    <a:pt x="153296" y="293994"/>
                  </a:lnTo>
                  <a:lnTo>
                    <a:pt x="200005" y="303704"/>
                  </a:lnTo>
                  <a:lnTo>
                    <a:pt x="223847" y="305325"/>
                  </a:lnTo>
                  <a:lnTo>
                    <a:pt x="233258" y="303450"/>
                  </a:lnTo>
                  <a:lnTo>
                    <a:pt x="240275" y="298592"/>
                  </a:lnTo>
                  <a:lnTo>
                    <a:pt x="244960" y="291457"/>
                  </a:lnTo>
                  <a:lnTo>
                    <a:pt x="246610" y="282771"/>
                  </a:lnTo>
                  <a:lnTo>
                    <a:pt x="244778" y="274153"/>
                  </a:lnTo>
                  <a:lnTo>
                    <a:pt x="239944" y="267140"/>
                  </a:lnTo>
                  <a:lnTo>
                    <a:pt x="232800" y="262424"/>
                  </a:lnTo>
                  <a:lnTo>
                    <a:pt x="224035" y="260698"/>
                  </a:lnTo>
                  <a:lnTo>
                    <a:pt x="207394" y="259550"/>
                  </a:lnTo>
                  <a:lnTo>
                    <a:pt x="169370" y="252029"/>
                  </a:lnTo>
                  <a:lnTo>
                    <a:pt x="121897" y="232025"/>
                  </a:lnTo>
                  <a:lnTo>
                    <a:pt x="76909" y="193423"/>
                  </a:lnTo>
                  <a:lnTo>
                    <a:pt x="50437" y="139750"/>
                  </a:lnTo>
                  <a:lnTo>
                    <a:pt x="43951" y="86504"/>
                  </a:lnTo>
                  <a:lnTo>
                    <a:pt x="47495" y="45454"/>
                  </a:lnTo>
                  <a:lnTo>
                    <a:pt x="51108" y="28370"/>
                  </a:lnTo>
                  <a:lnTo>
                    <a:pt x="51849" y="19560"/>
                  </a:lnTo>
                  <a:lnTo>
                    <a:pt x="49244" y="11423"/>
                  </a:lnTo>
                  <a:lnTo>
                    <a:pt x="43781" y="4849"/>
                  </a:lnTo>
                  <a:lnTo>
                    <a:pt x="35946" y="727"/>
                  </a:lnTo>
                  <a:lnTo>
                    <a:pt x="27168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8" name="object 458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976385" y="7902003"/>
              <a:ext cx="113901" cy="227668"/>
            </a:xfrm>
            <a:prstGeom prst="rect">
              <a:avLst/>
            </a:prstGeom>
          </p:spPr>
        </p:pic>
        <p:sp>
          <p:nvSpPr>
            <p:cNvPr id="459" name="object 459" descr=""/>
            <p:cNvSpPr/>
            <p:nvPr/>
          </p:nvSpPr>
          <p:spPr>
            <a:xfrm>
              <a:off x="2106445" y="8148252"/>
              <a:ext cx="89535" cy="508634"/>
            </a:xfrm>
            <a:custGeom>
              <a:avLst/>
              <a:gdLst/>
              <a:ahLst/>
              <a:cxnLst/>
              <a:rect l="l" t="t" r="r" b="b"/>
              <a:pathLst>
                <a:path w="89535" h="508634">
                  <a:moveTo>
                    <a:pt x="44626" y="0"/>
                  </a:moveTo>
                  <a:lnTo>
                    <a:pt x="27250" y="3506"/>
                  </a:lnTo>
                  <a:lnTo>
                    <a:pt x="13066" y="13071"/>
                  </a:lnTo>
                  <a:lnTo>
                    <a:pt x="3505" y="27259"/>
                  </a:lnTo>
                  <a:lnTo>
                    <a:pt x="0" y="44637"/>
                  </a:lnTo>
                  <a:lnTo>
                    <a:pt x="0" y="463964"/>
                  </a:lnTo>
                  <a:lnTo>
                    <a:pt x="3505" y="481336"/>
                  </a:lnTo>
                  <a:lnTo>
                    <a:pt x="13066" y="495521"/>
                  </a:lnTo>
                  <a:lnTo>
                    <a:pt x="27250" y="505085"/>
                  </a:lnTo>
                  <a:lnTo>
                    <a:pt x="44626" y="508591"/>
                  </a:lnTo>
                  <a:lnTo>
                    <a:pt x="61998" y="505085"/>
                  </a:lnTo>
                  <a:lnTo>
                    <a:pt x="76183" y="495521"/>
                  </a:lnTo>
                  <a:lnTo>
                    <a:pt x="85747" y="481336"/>
                  </a:lnTo>
                  <a:lnTo>
                    <a:pt x="89253" y="463964"/>
                  </a:lnTo>
                  <a:lnTo>
                    <a:pt x="89253" y="44637"/>
                  </a:lnTo>
                  <a:lnTo>
                    <a:pt x="85747" y="27259"/>
                  </a:lnTo>
                  <a:lnTo>
                    <a:pt x="76183" y="13071"/>
                  </a:lnTo>
                  <a:lnTo>
                    <a:pt x="61998" y="3506"/>
                  </a:lnTo>
                  <a:lnTo>
                    <a:pt x="44626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0" name="object 460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2128826" y="7942319"/>
              <a:ext cx="65750" cy="251500"/>
            </a:xfrm>
            <a:prstGeom prst="rect">
              <a:avLst/>
            </a:prstGeom>
          </p:spPr>
        </p:pic>
        <p:sp>
          <p:nvSpPr>
            <p:cNvPr id="461" name="object 461" descr=""/>
            <p:cNvSpPr/>
            <p:nvPr/>
          </p:nvSpPr>
          <p:spPr>
            <a:xfrm>
              <a:off x="1544421" y="6834486"/>
              <a:ext cx="1197610" cy="1254760"/>
            </a:xfrm>
            <a:custGeom>
              <a:avLst/>
              <a:gdLst/>
              <a:ahLst/>
              <a:cxnLst/>
              <a:rect l="l" t="t" r="r" b="b"/>
              <a:pathLst>
                <a:path w="1197610" h="1254759">
                  <a:moveTo>
                    <a:pt x="599103" y="0"/>
                  </a:moveTo>
                  <a:lnTo>
                    <a:pt x="556495" y="6637"/>
                  </a:lnTo>
                  <a:lnTo>
                    <a:pt x="518890" y="27406"/>
                  </a:lnTo>
                  <a:lnTo>
                    <a:pt x="488592" y="59837"/>
                  </a:lnTo>
                  <a:lnTo>
                    <a:pt x="467907" y="101463"/>
                  </a:lnTo>
                  <a:lnTo>
                    <a:pt x="459139" y="149817"/>
                  </a:lnTo>
                  <a:lnTo>
                    <a:pt x="459006" y="157155"/>
                  </a:lnTo>
                  <a:lnTo>
                    <a:pt x="459189" y="164405"/>
                  </a:lnTo>
                  <a:lnTo>
                    <a:pt x="459666" y="171565"/>
                  </a:lnTo>
                  <a:lnTo>
                    <a:pt x="460416" y="178633"/>
                  </a:lnTo>
                  <a:lnTo>
                    <a:pt x="431482" y="162316"/>
                  </a:lnTo>
                  <a:lnTo>
                    <a:pt x="400982" y="152412"/>
                  </a:lnTo>
                  <a:lnTo>
                    <a:pt x="370017" y="149559"/>
                  </a:lnTo>
                  <a:lnTo>
                    <a:pt x="339687" y="154393"/>
                  </a:lnTo>
                  <a:lnTo>
                    <a:pt x="298663" y="177464"/>
                  </a:lnTo>
                  <a:lnTo>
                    <a:pt x="272003" y="215091"/>
                  </a:lnTo>
                  <a:lnTo>
                    <a:pt x="261255" y="262800"/>
                  </a:lnTo>
                  <a:lnTo>
                    <a:pt x="267962" y="316116"/>
                  </a:lnTo>
                  <a:lnTo>
                    <a:pt x="227851" y="329418"/>
                  </a:lnTo>
                  <a:lnTo>
                    <a:pt x="195693" y="355665"/>
                  </a:lnTo>
                  <a:lnTo>
                    <a:pt x="173196" y="392120"/>
                  </a:lnTo>
                  <a:lnTo>
                    <a:pt x="162065" y="436047"/>
                  </a:lnTo>
                  <a:lnTo>
                    <a:pt x="164007" y="484707"/>
                  </a:lnTo>
                  <a:lnTo>
                    <a:pt x="166656" y="496907"/>
                  </a:lnTo>
                  <a:lnTo>
                    <a:pt x="170095" y="508722"/>
                  </a:lnTo>
                  <a:lnTo>
                    <a:pt x="174273" y="520129"/>
                  </a:lnTo>
                  <a:lnTo>
                    <a:pt x="179137" y="531104"/>
                  </a:lnTo>
                  <a:lnTo>
                    <a:pt x="167457" y="533015"/>
                  </a:lnTo>
                  <a:lnTo>
                    <a:pt x="109435" y="566767"/>
                  </a:lnTo>
                  <a:lnTo>
                    <a:pt x="87722" y="627930"/>
                  </a:lnTo>
                  <a:lnTo>
                    <a:pt x="91778" y="663770"/>
                  </a:lnTo>
                  <a:lnTo>
                    <a:pt x="73175" y="672764"/>
                  </a:lnTo>
                  <a:lnTo>
                    <a:pt x="41042" y="695930"/>
                  </a:lnTo>
                  <a:lnTo>
                    <a:pt x="6416" y="749215"/>
                  </a:lnTo>
                  <a:lnTo>
                    <a:pt x="0" y="792402"/>
                  </a:lnTo>
                  <a:lnTo>
                    <a:pt x="7794" y="837798"/>
                  </a:lnTo>
                  <a:lnTo>
                    <a:pt x="28969" y="883516"/>
                  </a:lnTo>
                  <a:lnTo>
                    <a:pt x="62690" y="927668"/>
                  </a:lnTo>
                  <a:lnTo>
                    <a:pt x="44336" y="963714"/>
                  </a:lnTo>
                  <a:lnTo>
                    <a:pt x="37868" y="999397"/>
                  </a:lnTo>
                  <a:lnTo>
                    <a:pt x="43924" y="1032518"/>
                  </a:lnTo>
                  <a:lnTo>
                    <a:pt x="63141" y="1060878"/>
                  </a:lnTo>
                  <a:lnTo>
                    <a:pt x="89438" y="1078979"/>
                  </a:lnTo>
                  <a:lnTo>
                    <a:pt x="121730" y="1089275"/>
                  </a:lnTo>
                  <a:lnTo>
                    <a:pt x="158233" y="1091891"/>
                  </a:lnTo>
                  <a:lnTo>
                    <a:pt x="197157" y="1086951"/>
                  </a:lnTo>
                  <a:lnTo>
                    <a:pt x="220706" y="1119445"/>
                  </a:lnTo>
                  <a:lnTo>
                    <a:pt x="250508" y="1145277"/>
                  </a:lnTo>
                  <a:lnTo>
                    <a:pt x="285684" y="1163200"/>
                  </a:lnTo>
                  <a:lnTo>
                    <a:pt x="325353" y="1171964"/>
                  </a:lnTo>
                  <a:lnTo>
                    <a:pt x="353058" y="1172099"/>
                  </a:lnTo>
                  <a:lnTo>
                    <a:pt x="380008" y="1167669"/>
                  </a:lnTo>
                  <a:lnTo>
                    <a:pt x="405846" y="1159005"/>
                  </a:lnTo>
                  <a:lnTo>
                    <a:pt x="430218" y="1146436"/>
                  </a:lnTo>
                  <a:lnTo>
                    <a:pt x="458398" y="1187714"/>
                  </a:lnTo>
                  <a:lnTo>
                    <a:pt x="494709" y="1220619"/>
                  </a:lnTo>
                  <a:lnTo>
                    <a:pt x="538009" y="1243469"/>
                  </a:lnTo>
                  <a:lnTo>
                    <a:pt x="587156" y="1254579"/>
                  </a:lnTo>
                  <a:lnTo>
                    <a:pt x="631385" y="1253563"/>
                  </a:lnTo>
                  <a:lnTo>
                    <a:pt x="673730" y="1243007"/>
                  </a:lnTo>
                  <a:lnTo>
                    <a:pt x="713167" y="1223831"/>
                  </a:lnTo>
                  <a:lnTo>
                    <a:pt x="748673" y="1196957"/>
                  </a:lnTo>
                  <a:lnTo>
                    <a:pt x="779226" y="1163305"/>
                  </a:lnTo>
                  <a:lnTo>
                    <a:pt x="803802" y="1123795"/>
                  </a:lnTo>
                  <a:lnTo>
                    <a:pt x="821379" y="1079349"/>
                  </a:lnTo>
                  <a:lnTo>
                    <a:pt x="867593" y="1098656"/>
                  </a:lnTo>
                  <a:lnTo>
                    <a:pt x="914309" y="1109532"/>
                  </a:lnTo>
                  <a:lnTo>
                    <a:pt x="959867" y="1111538"/>
                  </a:lnTo>
                  <a:lnTo>
                    <a:pt x="1002607" y="1104237"/>
                  </a:lnTo>
                  <a:lnTo>
                    <a:pt x="1040870" y="1087192"/>
                  </a:lnTo>
                  <a:lnTo>
                    <a:pt x="1072979" y="1059633"/>
                  </a:lnTo>
                  <a:lnTo>
                    <a:pt x="1094043" y="1024936"/>
                  </a:lnTo>
                  <a:lnTo>
                    <a:pt x="1104080" y="984845"/>
                  </a:lnTo>
                  <a:lnTo>
                    <a:pt x="1103107" y="941104"/>
                  </a:lnTo>
                  <a:lnTo>
                    <a:pt x="1091140" y="895457"/>
                  </a:lnTo>
                  <a:lnTo>
                    <a:pt x="1068199" y="849649"/>
                  </a:lnTo>
                  <a:lnTo>
                    <a:pt x="1080659" y="841649"/>
                  </a:lnTo>
                  <a:lnTo>
                    <a:pt x="1129765" y="800624"/>
                  </a:lnTo>
                  <a:lnTo>
                    <a:pt x="1162811" y="760646"/>
                  </a:lnTo>
                  <a:lnTo>
                    <a:pt x="1185406" y="718968"/>
                  </a:lnTo>
                  <a:lnTo>
                    <a:pt x="1197097" y="677207"/>
                  </a:lnTo>
                  <a:lnTo>
                    <a:pt x="1197432" y="636983"/>
                  </a:lnTo>
                  <a:lnTo>
                    <a:pt x="1185956" y="599913"/>
                  </a:lnTo>
                  <a:lnTo>
                    <a:pt x="1162217" y="567616"/>
                  </a:lnTo>
                  <a:lnTo>
                    <a:pt x="1126634" y="542533"/>
                  </a:lnTo>
                  <a:lnTo>
                    <a:pt x="1083183" y="527439"/>
                  </a:lnTo>
                  <a:lnTo>
                    <a:pt x="1110094" y="487409"/>
                  </a:lnTo>
                  <a:lnTo>
                    <a:pt x="1122051" y="446674"/>
                  </a:lnTo>
                  <a:lnTo>
                    <a:pt x="1118160" y="408425"/>
                  </a:lnTo>
                  <a:lnTo>
                    <a:pt x="1097528" y="375852"/>
                  </a:lnTo>
                  <a:lnTo>
                    <a:pt x="1063512" y="354314"/>
                  </a:lnTo>
                  <a:lnTo>
                    <a:pt x="1020711" y="345132"/>
                  </a:lnTo>
                  <a:lnTo>
                    <a:pt x="972660" y="347983"/>
                  </a:lnTo>
                  <a:lnTo>
                    <a:pt x="922895" y="362543"/>
                  </a:lnTo>
                  <a:lnTo>
                    <a:pt x="926814" y="308205"/>
                  </a:lnTo>
                  <a:lnTo>
                    <a:pt x="916112" y="258561"/>
                  </a:lnTo>
                  <a:lnTo>
                    <a:pt x="890957" y="216282"/>
                  </a:lnTo>
                  <a:lnTo>
                    <a:pt x="851515" y="184036"/>
                  </a:lnTo>
                  <a:lnTo>
                    <a:pt x="857745" y="177062"/>
                  </a:lnTo>
                  <a:lnTo>
                    <a:pt x="860467" y="173177"/>
                  </a:lnTo>
                  <a:lnTo>
                    <a:pt x="876893" y="139162"/>
                  </a:lnTo>
                  <a:lnTo>
                    <a:pt x="879787" y="106194"/>
                  </a:lnTo>
                  <a:lnTo>
                    <a:pt x="869592" y="77975"/>
                  </a:lnTo>
                  <a:lnTo>
                    <a:pt x="846750" y="58207"/>
                  </a:lnTo>
                  <a:lnTo>
                    <a:pt x="815094" y="51075"/>
                  </a:lnTo>
                  <a:lnTo>
                    <a:pt x="780795" y="57296"/>
                  </a:lnTo>
                  <a:lnTo>
                    <a:pt x="747905" y="75400"/>
                  </a:lnTo>
                  <a:lnTo>
                    <a:pt x="720471" y="103913"/>
                  </a:lnTo>
                  <a:lnTo>
                    <a:pt x="702634" y="62977"/>
                  </a:lnTo>
                  <a:lnTo>
                    <a:pt x="675183" y="30407"/>
                  </a:lnTo>
                  <a:lnTo>
                    <a:pt x="640035" y="8611"/>
                  </a:lnTo>
                  <a:lnTo>
                    <a:pt x="599103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2" name="object 462" descr=""/>
            <p:cNvSpPr/>
            <p:nvPr/>
          </p:nvSpPr>
          <p:spPr>
            <a:xfrm>
              <a:off x="1559009" y="7205773"/>
              <a:ext cx="1183005" cy="883919"/>
            </a:xfrm>
            <a:custGeom>
              <a:avLst/>
              <a:gdLst/>
              <a:ahLst/>
              <a:cxnLst/>
              <a:rect l="l" t="t" r="r" b="b"/>
              <a:pathLst>
                <a:path w="1183005" h="883920">
                  <a:moveTo>
                    <a:pt x="1077129" y="0"/>
                  </a:moveTo>
                  <a:lnTo>
                    <a:pt x="1087971" y="36929"/>
                  </a:lnTo>
                  <a:lnTo>
                    <a:pt x="1087253" y="76881"/>
                  </a:lnTo>
                  <a:lnTo>
                    <a:pt x="1075401" y="118284"/>
                  </a:lnTo>
                  <a:lnTo>
                    <a:pt x="1052841" y="159564"/>
                  </a:lnTo>
                  <a:lnTo>
                    <a:pt x="1019999" y="199150"/>
                  </a:lnTo>
                  <a:lnTo>
                    <a:pt x="977300" y="235469"/>
                  </a:lnTo>
                  <a:lnTo>
                    <a:pt x="963298" y="248859"/>
                  </a:lnTo>
                  <a:lnTo>
                    <a:pt x="954832" y="265353"/>
                  </a:lnTo>
                  <a:lnTo>
                    <a:pt x="952612" y="283504"/>
                  </a:lnTo>
                  <a:lnTo>
                    <a:pt x="957353" y="301865"/>
                  </a:lnTo>
                  <a:lnTo>
                    <a:pt x="976911" y="356534"/>
                  </a:lnTo>
                  <a:lnTo>
                    <a:pt x="981042" y="406988"/>
                  </a:lnTo>
                  <a:lnTo>
                    <a:pt x="966848" y="450762"/>
                  </a:lnTo>
                  <a:lnTo>
                    <a:pt x="931437" y="485388"/>
                  </a:lnTo>
                  <a:lnTo>
                    <a:pt x="866296" y="508184"/>
                  </a:lnTo>
                  <a:lnTo>
                    <a:pt x="829826" y="509935"/>
                  </a:lnTo>
                  <a:lnTo>
                    <a:pt x="791975" y="505576"/>
                  </a:lnTo>
                  <a:lnTo>
                    <a:pt x="758056" y="504444"/>
                  </a:lnTo>
                  <a:lnTo>
                    <a:pt x="725908" y="513336"/>
                  </a:lnTo>
                  <a:lnTo>
                    <a:pt x="697253" y="530963"/>
                  </a:lnTo>
                  <a:lnTo>
                    <a:pt x="673811" y="556035"/>
                  </a:lnTo>
                  <a:lnTo>
                    <a:pt x="643115" y="591525"/>
                  </a:lnTo>
                  <a:lnTo>
                    <a:pt x="607043" y="619948"/>
                  </a:lnTo>
                  <a:lnTo>
                    <a:pt x="566710" y="640301"/>
                  </a:lnTo>
                  <a:lnTo>
                    <a:pt x="523231" y="651578"/>
                  </a:lnTo>
                  <a:lnTo>
                    <a:pt x="477723" y="652775"/>
                  </a:lnTo>
                  <a:lnTo>
                    <a:pt x="438317" y="644982"/>
                  </a:lnTo>
                  <a:lnTo>
                    <a:pt x="402435" y="629589"/>
                  </a:lnTo>
                  <a:lnTo>
                    <a:pt x="370648" y="607437"/>
                  </a:lnTo>
                  <a:lnTo>
                    <a:pt x="343528" y="579364"/>
                  </a:lnTo>
                  <a:lnTo>
                    <a:pt x="331156" y="568064"/>
                  </a:lnTo>
                  <a:lnTo>
                    <a:pt x="316300" y="561260"/>
                  </a:lnTo>
                  <a:lnTo>
                    <a:pt x="300048" y="559191"/>
                  </a:lnTo>
                  <a:lnTo>
                    <a:pt x="283488" y="562098"/>
                  </a:lnTo>
                  <a:lnTo>
                    <a:pt x="267137" y="566682"/>
                  </a:lnTo>
                  <a:lnTo>
                    <a:pt x="250369" y="569607"/>
                  </a:lnTo>
                  <a:lnTo>
                    <a:pt x="233271" y="570790"/>
                  </a:lnTo>
                  <a:lnTo>
                    <a:pt x="215930" y="570150"/>
                  </a:lnTo>
                  <a:lnTo>
                    <a:pt x="181708" y="563238"/>
                  </a:lnTo>
                  <a:lnTo>
                    <a:pt x="150686" y="549480"/>
                  </a:lnTo>
                  <a:lnTo>
                    <a:pt x="123418" y="529660"/>
                  </a:lnTo>
                  <a:lnTo>
                    <a:pt x="100457" y="504560"/>
                  </a:lnTo>
                  <a:lnTo>
                    <a:pt x="93210" y="497169"/>
                  </a:lnTo>
                  <a:lnTo>
                    <a:pt x="84456" y="491985"/>
                  </a:lnTo>
                  <a:lnTo>
                    <a:pt x="74664" y="489187"/>
                  </a:lnTo>
                  <a:lnTo>
                    <a:pt x="64301" y="488958"/>
                  </a:lnTo>
                  <a:lnTo>
                    <a:pt x="47345" y="490039"/>
                  </a:lnTo>
                  <a:lnTo>
                    <a:pt x="30878" y="489636"/>
                  </a:lnTo>
                  <a:lnTo>
                    <a:pt x="15047" y="487754"/>
                  </a:lnTo>
                  <a:lnTo>
                    <a:pt x="0" y="484393"/>
                  </a:lnTo>
                  <a:lnTo>
                    <a:pt x="8993" y="502800"/>
                  </a:lnTo>
                  <a:lnTo>
                    <a:pt x="20034" y="521015"/>
                  </a:lnTo>
                  <a:lnTo>
                    <a:pt x="33084" y="538916"/>
                  </a:lnTo>
                  <a:lnTo>
                    <a:pt x="48103" y="556380"/>
                  </a:lnTo>
                  <a:lnTo>
                    <a:pt x="29748" y="592427"/>
                  </a:lnTo>
                  <a:lnTo>
                    <a:pt x="23280" y="628110"/>
                  </a:lnTo>
                  <a:lnTo>
                    <a:pt x="29336" y="661231"/>
                  </a:lnTo>
                  <a:lnTo>
                    <a:pt x="48553" y="689591"/>
                  </a:lnTo>
                  <a:lnTo>
                    <a:pt x="74850" y="707692"/>
                  </a:lnTo>
                  <a:lnTo>
                    <a:pt x="107143" y="717988"/>
                  </a:lnTo>
                  <a:lnTo>
                    <a:pt x="143645" y="720604"/>
                  </a:lnTo>
                  <a:lnTo>
                    <a:pt x="182570" y="715664"/>
                  </a:lnTo>
                  <a:lnTo>
                    <a:pt x="206118" y="748158"/>
                  </a:lnTo>
                  <a:lnTo>
                    <a:pt x="235920" y="773990"/>
                  </a:lnTo>
                  <a:lnTo>
                    <a:pt x="271096" y="791912"/>
                  </a:lnTo>
                  <a:lnTo>
                    <a:pt x="310765" y="800677"/>
                  </a:lnTo>
                  <a:lnTo>
                    <a:pt x="338471" y="800812"/>
                  </a:lnTo>
                  <a:lnTo>
                    <a:pt x="365420" y="796382"/>
                  </a:lnTo>
                  <a:lnTo>
                    <a:pt x="391259" y="787717"/>
                  </a:lnTo>
                  <a:lnTo>
                    <a:pt x="415631" y="775149"/>
                  </a:lnTo>
                  <a:lnTo>
                    <a:pt x="443810" y="816427"/>
                  </a:lnTo>
                  <a:lnTo>
                    <a:pt x="480121" y="849332"/>
                  </a:lnTo>
                  <a:lnTo>
                    <a:pt x="523421" y="872181"/>
                  </a:lnTo>
                  <a:lnTo>
                    <a:pt x="572568" y="883292"/>
                  </a:lnTo>
                  <a:lnTo>
                    <a:pt x="616798" y="882276"/>
                  </a:lnTo>
                  <a:lnTo>
                    <a:pt x="659142" y="871720"/>
                  </a:lnTo>
                  <a:lnTo>
                    <a:pt x="698579" y="852544"/>
                  </a:lnTo>
                  <a:lnTo>
                    <a:pt x="734085" y="825670"/>
                  </a:lnTo>
                  <a:lnTo>
                    <a:pt x="764638" y="792017"/>
                  </a:lnTo>
                  <a:lnTo>
                    <a:pt x="789215" y="752508"/>
                  </a:lnTo>
                  <a:lnTo>
                    <a:pt x="806792" y="708062"/>
                  </a:lnTo>
                  <a:lnTo>
                    <a:pt x="853006" y="727369"/>
                  </a:lnTo>
                  <a:lnTo>
                    <a:pt x="899722" y="738245"/>
                  </a:lnTo>
                  <a:lnTo>
                    <a:pt x="945279" y="740251"/>
                  </a:lnTo>
                  <a:lnTo>
                    <a:pt x="988019" y="732950"/>
                  </a:lnTo>
                  <a:lnTo>
                    <a:pt x="1026282" y="715904"/>
                  </a:lnTo>
                  <a:lnTo>
                    <a:pt x="1058392" y="688346"/>
                  </a:lnTo>
                  <a:lnTo>
                    <a:pt x="1079456" y="653649"/>
                  </a:lnTo>
                  <a:lnTo>
                    <a:pt x="1089493" y="613558"/>
                  </a:lnTo>
                  <a:lnTo>
                    <a:pt x="1088519" y="569817"/>
                  </a:lnTo>
                  <a:lnTo>
                    <a:pt x="1076553" y="524170"/>
                  </a:lnTo>
                  <a:lnTo>
                    <a:pt x="1053611" y="478362"/>
                  </a:lnTo>
                  <a:lnTo>
                    <a:pt x="1066072" y="470362"/>
                  </a:lnTo>
                  <a:lnTo>
                    <a:pt x="1115178" y="429337"/>
                  </a:lnTo>
                  <a:lnTo>
                    <a:pt x="1148223" y="389359"/>
                  </a:lnTo>
                  <a:lnTo>
                    <a:pt x="1170818" y="347681"/>
                  </a:lnTo>
                  <a:lnTo>
                    <a:pt x="1182510" y="305920"/>
                  </a:lnTo>
                  <a:lnTo>
                    <a:pt x="1182844" y="265695"/>
                  </a:lnTo>
                  <a:lnTo>
                    <a:pt x="1171368" y="228625"/>
                  </a:lnTo>
                  <a:lnTo>
                    <a:pt x="1147629" y="196329"/>
                  </a:lnTo>
                  <a:lnTo>
                    <a:pt x="1112047" y="171246"/>
                  </a:lnTo>
                  <a:lnTo>
                    <a:pt x="1068595" y="156152"/>
                  </a:lnTo>
                  <a:lnTo>
                    <a:pt x="1095506" y="116122"/>
                  </a:lnTo>
                  <a:lnTo>
                    <a:pt x="1107463" y="75387"/>
                  </a:lnTo>
                  <a:lnTo>
                    <a:pt x="1103572" y="37138"/>
                  </a:lnTo>
                  <a:lnTo>
                    <a:pt x="1082940" y="4565"/>
                  </a:lnTo>
                  <a:lnTo>
                    <a:pt x="1081181" y="2837"/>
                  </a:lnTo>
                  <a:lnTo>
                    <a:pt x="1079024" y="1570"/>
                  </a:lnTo>
                  <a:lnTo>
                    <a:pt x="1077129" y="0"/>
                  </a:lnTo>
                  <a:close/>
                </a:path>
              </a:pathLst>
            </a:custGeom>
            <a:solidFill>
              <a:srgbClr val="AFC6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3" name="object 463" descr=""/>
            <p:cNvSpPr/>
            <p:nvPr/>
          </p:nvSpPr>
          <p:spPr>
            <a:xfrm>
              <a:off x="1575181" y="6560597"/>
              <a:ext cx="1006475" cy="1012190"/>
            </a:xfrm>
            <a:custGeom>
              <a:avLst/>
              <a:gdLst/>
              <a:ahLst/>
              <a:cxnLst/>
              <a:rect l="l" t="t" r="r" b="b"/>
              <a:pathLst>
                <a:path w="1006475" h="1012190">
                  <a:moveTo>
                    <a:pt x="1006094" y="679500"/>
                  </a:moveTo>
                  <a:lnTo>
                    <a:pt x="1005001" y="629780"/>
                  </a:lnTo>
                  <a:lnTo>
                    <a:pt x="992543" y="581621"/>
                  </a:lnTo>
                  <a:lnTo>
                    <a:pt x="970864" y="541299"/>
                  </a:lnTo>
                  <a:lnTo>
                    <a:pt x="942136" y="511124"/>
                  </a:lnTo>
                  <a:lnTo>
                    <a:pt x="872375" y="490359"/>
                  </a:lnTo>
                  <a:lnTo>
                    <a:pt x="872451" y="490220"/>
                  </a:lnTo>
                  <a:lnTo>
                    <a:pt x="882370" y="445528"/>
                  </a:lnTo>
                  <a:lnTo>
                    <a:pt x="881265" y="395808"/>
                  </a:lnTo>
                  <a:lnTo>
                    <a:pt x="868819" y="347662"/>
                  </a:lnTo>
                  <a:lnTo>
                    <a:pt x="847140" y="307340"/>
                  </a:lnTo>
                  <a:lnTo>
                    <a:pt x="818413" y="277164"/>
                  </a:lnTo>
                  <a:lnTo>
                    <a:pt x="784821" y="259410"/>
                  </a:lnTo>
                  <a:lnTo>
                    <a:pt x="760603" y="257403"/>
                  </a:lnTo>
                  <a:lnTo>
                    <a:pt x="782256" y="224320"/>
                  </a:lnTo>
                  <a:lnTo>
                    <a:pt x="798791" y="177419"/>
                  </a:lnTo>
                  <a:lnTo>
                    <a:pt x="804151" y="127965"/>
                  </a:lnTo>
                  <a:lnTo>
                    <a:pt x="798106" y="82588"/>
                  </a:lnTo>
                  <a:lnTo>
                    <a:pt x="781888" y="44208"/>
                  </a:lnTo>
                  <a:lnTo>
                    <a:pt x="756742" y="15735"/>
                  </a:lnTo>
                  <a:lnTo>
                    <a:pt x="723874" y="101"/>
                  </a:lnTo>
                  <a:lnTo>
                    <a:pt x="687489" y="0"/>
                  </a:lnTo>
                  <a:lnTo>
                    <a:pt x="652500" y="14808"/>
                  </a:lnTo>
                  <a:lnTo>
                    <a:pt x="621284" y="42418"/>
                  </a:lnTo>
                  <a:lnTo>
                    <a:pt x="596214" y="80721"/>
                  </a:lnTo>
                  <a:lnTo>
                    <a:pt x="587921" y="104228"/>
                  </a:lnTo>
                  <a:lnTo>
                    <a:pt x="573112" y="88646"/>
                  </a:lnTo>
                  <a:lnTo>
                    <a:pt x="539521" y="70904"/>
                  </a:lnTo>
                  <a:lnTo>
                    <a:pt x="503250" y="67881"/>
                  </a:lnTo>
                  <a:lnTo>
                    <a:pt x="469176" y="80645"/>
                  </a:lnTo>
                  <a:lnTo>
                    <a:pt x="441667" y="106845"/>
                  </a:lnTo>
                  <a:lnTo>
                    <a:pt x="422211" y="143700"/>
                  </a:lnTo>
                  <a:lnTo>
                    <a:pt x="412305" y="188391"/>
                  </a:lnTo>
                  <a:lnTo>
                    <a:pt x="413118" y="225412"/>
                  </a:lnTo>
                  <a:lnTo>
                    <a:pt x="401091" y="226428"/>
                  </a:lnTo>
                  <a:lnTo>
                    <a:pt x="362839" y="242963"/>
                  </a:lnTo>
                  <a:lnTo>
                    <a:pt x="327113" y="271576"/>
                  </a:lnTo>
                  <a:lnTo>
                    <a:pt x="296824" y="311035"/>
                  </a:lnTo>
                  <a:lnTo>
                    <a:pt x="276364" y="356362"/>
                  </a:lnTo>
                  <a:lnTo>
                    <a:pt x="267995" y="401370"/>
                  </a:lnTo>
                  <a:lnTo>
                    <a:pt x="269455" y="418807"/>
                  </a:lnTo>
                  <a:lnTo>
                    <a:pt x="247802" y="409549"/>
                  </a:lnTo>
                  <a:lnTo>
                    <a:pt x="210870" y="411962"/>
                  </a:lnTo>
                  <a:lnTo>
                    <a:pt x="181089" y="433920"/>
                  </a:lnTo>
                  <a:lnTo>
                    <a:pt x="162052" y="471703"/>
                  </a:lnTo>
                  <a:lnTo>
                    <a:pt x="161366" y="476148"/>
                  </a:lnTo>
                  <a:lnTo>
                    <a:pt x="137236" y="465836"/>
                  </a:lnTo>
                  <a:lnTo>
                    <a:pt x="100317" y="468249"/>
                  </a:lnTo>
                  <a:lnTo>
                    <a:pt x="70535" y="490194"/>
                  </a:lnTo>
                  <a:lnTo>
                    <a:pt x="51498" y="527977"/>
                  </a:lnTo>
                  <a:lnTo>
                    <a:pt x="43802" y="577799"/>
                  </a:lnTo>
                  <a:lnTo>
                    <a:pt x="48031" y="635876"/>
                  </a:lnTo>
                  <a:lnTo>
                    <a:pt x="64770" y="698398"/>
                  </a:lnTo>
                  <a:lnTo>
                    <a:pt x="70853" y="711365"/>
                  </a:lnTo>
                  <a:lnTo>
                    <a:pt x="45999" y="729246"/>
                  </a:lnTo>
                  <a:lnTo>
                    <a:pt x="21678" y="763079"/>
                  </a:lnTo>
                  <a:lnTo>
                    <a:pt x="5727" y="805980"/>
                  </a:lnTo>
                  <a:lnTo>
                    <a:pt x="0" y="855383"/>
                  </a:lnTo>
                  <a:lnTo>
                    <a:pt x="5727" y="904786"/>
                  </a:lnTo>
                  <a:lnTo>
                    <a:pt x="21678" y="947699"/>
                  </a:lnTo>
                  <a:lnTo>
                    <a:pt x="45999" y="981532"/>
                  </a:lnTo>
                  <a:lnTo>
                    <a:pt x="76847" y="1003719"/>
                  </a:lnTo>
                  <a:lnTo>
                    <a:pt x="112356" y="1011694"/>
                  </a:lnTo>
                  <a:lnTo>
                    <a:pt x="147866" y="1003719"/>
                  </a:lnTo>
                  <a:lnTo>
                    <a:pt x="178701" y="981532"/>
                  </a:lnTo>
                  <a:lnTo>
                    <a:pt x="203022" y="947699"/>
                  </a:lnTo>
                  <a:lnTo>
                    <a:pt x="218973" y="904786"/>
                  </a:lnTo>
                  <a:lnTo>
                    <a:pt x="224701" y="855383"/>
                  </a:lnTo>
                  <a:lnTo>
                    <a:pt x="224358" y="852512"/>
                  </a:lnTo>
                  <a:lnTo>
                    <a:pt x="240284" y="851471"/>
                  </a:lnTo>
                  <a:lnTo>
                    <a:pt x="270065" y="829525"/>
                  </a:lnTo>
                  <a:lnTo>
                    <a:pt x="289102" y="791743"/>
                  </a:lnTo>
                  <a:lnTo>
                    <a:pt x="289788" y="787298"/>
                  </a:lnTo>
                  <a:lnTo>
                    <a:pt x="313931" y="797598"/>
                  </a:lnTo>
                  <a:lnTo>
                    <a:pt x="350850" y="795185"/>
                  </a:lnTo>
                  <a:lnTo>
                    <a:pt x="380644" y="773239"/>
                  </a:lnTo>
                  <a:lnTo>
                    <a:pt x="399669" y="735457"/>
                  </a:lnTo>
                  <a:lnTo>
                    <a:pt x="407365" y="685634"/>
                  </a:lnTo>
                  <a:lnTo>
                    <a:pt x="403136" y="627557"/>
                  </a:lnTo>
                  <a:lnTo>
                    <a:pt x="386384" y="565035"/>
                  </a:lnTo>
                  <a:lnTo>
                    <a:pt x="361975" y="513029"/>
                  </a:lnTo>
                  <a:lnTo>
                    <a:pt x="385330" y="511060"/>
                  </a:lnTo>
                  <a:lnTo>
                    <a:pt x="423583" y="494525"/>
                  </a:lnTo>
                  <a:lnTo>
                    <a:pt x="459308" y="465899"/>
                  </a:lnTo>
                  <a:lnTo>
                    <a:pt x="489597" y="426453"/>
                  </a:lnTo>
                  <a:lnTo>
                    <a:pt x="510070" y="381127"/>
                  </a:lnTo>
                  <a:lnTo>
                    <a:pt x="511263" y="374637"/>
                  </a:lnTo>
                  <a:lnTo>
                    <a:pt x="545236" y="377469"/>
                  </a:lnTo>
                  <a:lnTo>
                    <a:pt x="557796" y="430542"/>
                  </a:lnTo>
                  <a:lnTo>
                    <a:pt x="579488" y="470865"/>
                  </a:lnTo>
                  <a:lnTo>
                    <a:pt x="608215" y="501040"/>
                  </a:lnTo>
                  <a:lnTo>
                    <a:pt x="678065" y="521817"/>
                  </a:lnTo>
                  <a:lnTo>
                    <a:pt x="693674" y="515975"/>
                  </a:lnTo>
                  <a:lnTo>
                    <a:pt x="721563" y="545274"/>
                  </a:lnTo>
                  <a:lnTo>
                    <a:pt x="755154" y="563016"/>
                  </a:lnTo>
                  <a:lnTo>
                    <a:pt x="791311" y="566039"/>
                  </a:lnTo>
                  <a:lnTo>
                    <a:pt x="791248" y="566166"/>
                  </a:lnTo>
                  <a:lnTo>
                    <a:pt x="781329" y="610857"/>
                  </a:lnTo>
                  <a:lnTo>
                    <a:pt x="782434" y="660577"/>
                  </a:lnTo>
                  <a:lnTo>
                    <a:pt x="794880" y="708736"/>
                  </a:lnTo>
                  <a:lnTo>
                    <a:pt x="816559" y="749046"/>
                  </a:lnTo>
                  <a:lnTo>
                    <a:pt x="845286" y="779221"/>
                  </a:lnTo>
                  <a:lnTo>
                    <a:pt x="878878" y="796975"/>
                  </a:lnTo>
                  <a:lnTo>
                    <a:pt x="915149" y="799998"/>
                  </a:lnTo>
                  <a:lnTo>
                    <a:pt x="949236" y="787234"/>
                  </a:lnTo>
                  <a:lnTo>
                    <a:pt x="976731" y="761034"/>
                  </a:lnTo>
                  <a:lnTo>
                    <a:pt x="996188" y="724179"/>
                  </a:lnTo>
                  <a:lnTo>
                    <a:pt x="1006094" y="67950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4" name="object 464" descr=""/>
            <p:cNvSpPr/>
            <p:nvPr/>
          </p:nvSpPr>
          <p:spPr>
            <a:xfrm>
              <a:off x="2711561" y="7407481"/>
              <a:ext cx="1051560" cy="1280160"/>
            </a:xfrm>
            <a:custGeom>
              <a:avLst/>
              <a:gdLst/>
              <a:ahLst/>
              <a:cxnLst/>
              <a:rect l="l" t="t" r="r" b="b"/>
              <a:pathLst>
                <a:path w="1051560" h="1280159">
                  <a:moveTo>
                    <a:pt x="1051077" y="0"/>
                  </a:moveTo>
                  <a:lnTo>
                    <a:pt x="0" y="0"/>
                  </a:lnTo>
                  <a:lnTo>
                    <a:pt x="0" y="1279845"/>
                  </a:lnTo>
                  <a:lnTo>
                    <a:pt x="1051077" y="1279845"/>
                  </a:lnTo>
                  <a:lnTo>
                    <a:pt x="1051077" y="0"/>
                  </a:lnTo>
                  <a:close/>
                </a:path>
              </a:pathLst>
            </a:custGeom>
            <a:solidFill>
              <a:srgbClr val="E9F3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5" name="object 465" descr=""/>
            <p:cNvSpPr/>
            <p:nvPr/>
          </p:nvSpPr>
          <p:spPr>
            <a:xfrm>
              <a:off x="1751684" y="7445448"/>
              <a:ext cx="960119" cy="1125220"/>
            </a:xfrm>
            <a:custGeom>
              <a:avLst/>
              <a:gdLst/>
              <a:ahLst/>
              <a:cxnLst/>
              <a:rect l="l" t="t" r="r" b="b"/>
              <a:pathLst>
                <a:path w="960119" h="1125220">
                  <a:moveTo>
                    <a:pt x="0" y="1124782"/>
                  </a:moveTo>
                  <a:lnTo>
                    <a:pt x="959887" y="1124782"/>
                  </a:lnTo>
                  <a:lnTo>
                    <a:pt x="959887" y="0"/>
                  </a:lnTo>
                  <a:lnTo>
                    <a:pt x="0" y="0"/>
                  </a:lnTo>
                  <a:lnTo>
                    <a:pt x="0" y="1124782"/>
                  </a:lnTo>
                  <a:close/>
                </a:path>
              </a:pathLst>
            </a:custGeom>
            <a:solidFill>
              <a:srgbClr val="FAFC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6" name="object 466" descr=""/>
            <p:cNvSpPr/>
            <p:nvPr/>
          </p:nvSpPr>
          <p:spPr>
            <a:xfrm>
              <a:off x="1986724" y="7645735"/>
              <a:ext cx="156210" cy="306705"/>
            </a:xfrm>
            <a:custGeom>
              <a:avLst/>
              <a:gdLst/>
              <a:ahLst/>
              <a:cxnLst/>
              <a:rect l="l" t="t" r="r" b="b"/>
              <a:pathLst>
                <a:path w="156210" h="306704">
                  <a:moveTo>
                    <a:pt x="156068" y="0"/>
                  </a:moveTo>
                  <a:lnTo>
                    <a:pt x="0" y="0"/>
                  </a:lnTo>
                  <a:lnTo>
                    <a:pt x="0" y="306357"/>
                  </a:lnTo>
                  <a:lnTo>
                    <a:pt x="156068" y="306357"/>
                  </a:lnTo>
                  <a:lnTo>
                    <a:pt x="156068" y="0"/>
                  </a:lnTo>
                  <a:close/>
                </a:path>
              </a:pathLst>
            </a:custGeom>
            <a:solidFill>
              <a:srgbClr val="6BBB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7" name="object 467" descr=""/>
            <p:cNvSpPr/>
            <p:nvPr/>
          </p:nvSpPr>
          <p:spPr>
            <a:xfrm>
              <a:off x="1939010" y="7633988"/>
              <a:ext cx="252095" cy="353060"/>
            </a:xfrm>
            <a:custGeom>
              <a:avLst/>
              <a:gdLst/>
              <a:ahLst/>
              <a:cxnLst/>
              <a:rect l="l" t="t" r="r" b="b"/>
              <a:pathLst>
                <a:path w="252094" h="353059">
                  <a:moveTo>
                    <a:pt x="251498" y="333044"/>
                  </a:moveTo>
                  <a:lnTo>
                    <a:pt x="238315" y="333044"/>
                  </a:lnTo>
                  <a:lnTo>
                    <a:pt x="238315" y="318109"/>
                  </a:lnTo>
                  <a:lnTo>
                    <a:pt x="229171" y="318109"/>
                  </a:lnTo>
                  <a:lnTo>
                    <a:pt x="233654" y="318096"/>
                  </a:lnTo>
                  <a:lnTo>
                    <a:pt x="233654" y="312889"/>
                  </a:lnTo>
                  <a:lnTo>
                    <a:pt x="229171" y="312889"/>
                  </a:lnTo>
                  <a:lnTo>
                    <a:pt x="229171" y="0"/>
                  </a:lnTo>
                  <a:lnTo>
                    <a:pt x="203771" y="0"/>
                  </a:lnTo>
                  <a:lnTo>
                    <a:pt x="203771" y="312889"/>
                  </a:lnTo>
                  <a:lnTo>
                    <a:pt x="199301" y="312889"/>
                  </a:lnTo>
                  <a:lnTo>
                    <a:pt x="199301" y="318096"/>
                  </a:lnTo>
                  <a:lnTo>
                    <a:pt x="203771" y="318096"/>
                  </a:lnTo>
                  <a:lnTo>
                    <a:pt x="194640" y="318109"/>
                  </a:lnTo>
                  <a:lnTo>
                    <a:pt x="56857" y="318109"/>
                  </a:lnTo>
                  <a:lnTo>
                    <a:pt x="47713" y="318109"/>
                  </a:lnTo>
                  <a:lnTo>
                    <a:pt x="52197" y="318096"/>
                  </a:lnTo>
                  <a:lnTo>
                    <a:pt x="52197" y="312889"/>
                  </a:lnTo>
                  <a:lnTo>
                    <a:pt x="47713" y="312889"/>
                  </a:lnTo>
                  <a:lnTo>
                    <a:pt x="47713" y="0"/>
                  </a:lnTo>
                  <a:lnTo>
                    <a:pt x="22313" y="0"/>
                  </a:lnTo>
                  <a:lnTo>
                    <a:pt x="22313" y="312889"/>
                  </a:lnTo>
                  <a:lnTo>
                    <a:pt x="17830" y="312889"/>
                  </a:lnTo>
                  <a:lnTo>
                    <a:pt x="17830" y="318096"/>
                  </a:lnTo>
                  <a:lnTo>
                    <a:pt x="22313" y="318096"/>
                  </a:lnTo>
                  <a:lnTo>
                    <a:pt x="13169" y="318109"/>
                  </a:lnTo>
                  <a:lnTo>
                    <a:pt x="13169" y="333044"/>
                  </a:lnTo>
                  <a:lnTo>
                    <a:pt x="0" y="333044"/>
                  </a:lnTo>
                  <a:lnTo>
                    <a:pt x="0" y="352450"/>
                  </a:lnTo>
                  <a:lnTo>
                    <a:pt x="251498" y="352450"/>
                  </a:lnTo>
                  <a:lnTo>
                    <a:pt x="251498" y="333044"/>
                  </a:lnTo>
                  <a:close/>
                </a:path>
              </a:pathLst>
            </a:custGeom>
            <a:solidFill>
              <a:srgbClr val="E9F3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8" name="object 468" descr=""/>
            <p:cNvSpPr/>
            <p:nvPr/>
          </p:nvSpPr>
          <p:spPr>
            <a:xfrm>
              <a:off x="1939019" y="7986437"/>
              <a:ext cx="252095" cy="14604"/>
            </a:xfrm>
            <a:custGeom>
              <a:avLst/>
              <a:gdLst/>
              <a:ahLst/>
              <a:cxnLst/>
              <a:rect l="l" t="t" r="r" b="b"/>
              <a:pathLst>
                <a:path w="252094" h="14604">
                  <a:moveTo>
                    <a:pt x="251489" y="0"/>
                  </a:moveTo>
                  <a:lnTo>
                    <a:pt x="0" y="0"/>
                  </a:lnTo>
                  <a:lnTo>
                    <a:pt x="0" y="14188"/>
                  </a:lnTo>
                  <a:lnTo>
                    <a:pt x="251489" y="14188"/>
                  </a:lnTo>
                  <a:lnTo>
                    <a:pt x="251489" y="0"/>
                  </a:lnTo>
                  <a:close/>
                </a:path>
              </a:pathLst>
            </a:custGeom>
            <a:solidFill>
              <a:srgbClr val="AFC6C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9" name="object 469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954788" y="7567887"/>
              <a:ext cx="219940" cy="86256"/>
            </a:xfrm>
            <a:prstGeom prst="rect">
              <a:avLst/>
            </a:prstGeom>
          </p:spPr>
        </p:pic>
        <p:sp>
          <p:nvSpPr>
            <p:cNvPr id="470" name="object 470" descr=""/>
            <p:cNvSpPr/>
            <p:nvPr/>
          </p:nvSpPr>
          <p:spPr>
            <a:xfrm>
              <a:off x="1986724" y="7645736"/>
              <a:ext cx="156210" cy="306705"/>
            </a:xfrm>
            <a:custGeom>
              <a:avLst/>
              <a:gdLst/>
              <a:ahLst/>
              <a:cxnLst/>
              <a:rect l="l" t="t" r="r" b="b"/>
              <a:pathLst>
                <a:path w="156210" h="306704">
                  <a:moveTo>
                    <a:pt x="156057" y="66370"/>
                  </a:moveTo>
                  <a:lnTo>
                    <a:pt x="121615" y="66370"/>
                  </a:lnTo>
                  <a:lnTo>
                    <a:pt x="121615" y="0"/>
                  </a:lnTo>
                  <a:lnTo>
                    <a:pt x="114528" y="0"/>
                  </a:lnTo>
                  <a:lnTo>
                    <a:pt x="114528" y="232613"/>
                  </a:lnTo>
                  <a:lnTo>
                    <a:pt x="78028" y="232613"/>
                  </a:lnTo>
                  <a:lnTo>
                    <a:pt x="78028" y="156591"/>
                  </a:lnTo>
                  <a:lnTo>
                    <a:pt x="114528" y="156591"/>
                  </a:lnTo>
                  <a:lnTo>
                    <a:pt x="114528" y="149504"/>
                  </a:lnTo>
                  <a:lnTo>
                    <a:pt x="78028" y="149504"/>
                  </a:lnTo>
                  <a:lnTo>
                    <a:pt x="78028" y="73469"/>
                  </a:lnTo>
                  <a:lnTo>
                    <a:pt x="114528" y="73469"/>
                  </a:lnTo>
                  <a:lnTo>
                    <a:pt x="114528" y="66370"/>
                  </a:lnTo>
                  <a:lnTo>
                    <a:pt x="78028" y="66370"/>
                  </a:lnTo>
                  <a:lnTo>
                    <a:pt x="78028" y="0"/>
                  </a:lnTo>
                  <a:lnTo>
                    <a:pt x="70929" y="0"/>
                  </a:lnTo>
                  <a:lnTo>
                    <a:pt x="70929" y="232613"/>
                  </a:lnTo>
                  <a:lnTo>
                    <a:pt x="34455" y="232613"/>
                  </a:lnTo>
                  <a:lnTo>
                    <a:pt x="34455" y="156591"/>
                  </a:lnTo>
                  <a:lnTo>
                    <a:pt x="70929" y="156591"/>
                  </a:lnTo>
                  <a:lnTo>
                    <a:pt x="70929" y="149504"/>
                  </a:lnTo>
                  <a:lnTo>
                    <a:pt x="34455" y="149504"/>
                  </a:lnTo>
                  <a:lnTo>
                    <a:pt x="34455" y="73469"/>
                  </a:lnTo>
                  <a:lnTo>
                    <a:pt x="70929" y="73469"/>
                  </a:lnTo>
                  <a:lnTo>
                    <a:pt x="70929" y="66370"/>
                  </a:lnTo>
                  <a:lnTo>
                    <a:pt x="34455" y="66370"/>
                  </a:lnTo>
                  <a:lnTo>
                    <a:pt x="34455" y="0"/>
                  </a:lnTo>
                  <a:lnTo>
                    <a:pt x="27368" y="0"/>
                  </a:lnTo>
                  <a:lnTo>
                    <a:pt x="27368" y="66370"/>
                  </a:lnTo>
                  <a:lnTo>
                    <a:pt x="0" y="66370"/>
                  </a:lnTo>
                  <a:lnTo>
                    <a:pt x="0" y="73469"/>
                  </a:lnTo>
                  <a:lnTo>
                    <a:pt x="27368" y="73469"/>
                  </a:lnTo>
                  <a:lnTo>
                    <a:pt x="27368" y="149504"/>
                  </a:lnTo>
                  <a:lnTo>
                    <a:pt x="0" y="149504"/>
                  </a:lnTo>
                  <a:lnTo>
                    <a:pt x="0" y="156591"/>
                  </a:lnTo>
                  <a:lnTo>
                    <a:pt x="27368" y="156591"/>
                  </a:lnTo>
                  <a:lnTo>
                    <a:pt x="27368" y="232613"/>
                  </a:lnTo>
                  <a:lnTo>
                    <a:pt x="0" y="232613"/>
                  </a:lnTo>
                  <a:lnTo>
                    <a:pt x="0" y="239712"/>
                  </a:lnTo>
                  <a:lnTo>
                    <a:pt x="27368" y="239712"/>
                  </a:lnTo>
                  <a:lnTo>
                    <a:pt x="27368" y="306362"/>
                  </a:lnTo>
                  <a:lnTo>
                    <a:pt x="34455" y="306362"/>
                  </a:lnTo>
                  <a:lnTo>
                    <a:pt x="34455" y="239712"/>
                  </a:lnTo>
                  <a:lnTo>
                    <a:pt x="70929" y="239712"/>
                  </a:lnTo>
                  <a:lnTo>
                    <a:pt x="70929" y="306362"/>
                  </a:lnTo>
                  <a:lnTo>
                    <a:pt x="78028" y="306362"/>
                  </a:lnTo>
                  <a:lnTo>
                    <a:pt x="78028" y="239712"/>
                  </a:lnTo>
                  <a:lnTo>
                    <a:pt x="114528" y="239712"/>
                  </a:lnTo>
                  <a:lnTo>
                    <a:pt x="114528" y="306362"/>
                  </a:lnTo>
                  <a:lnTo>
                    <a:pt x="121615" y="306362"/>
                  </a:lnTo>
                  <a:lnTo>
                    <a:pt x="121615" y="239712"/>
                  </a:lnTo>
                  <a:lnTo>
                    <a:pt x="156057" y="239712"/>
                  </a:lnTo>
                  <a:lnTo>
                    <a:pt x="156057" y="232613"/>
                  </a:lnTo>
                  <a:lnTo>
                    <a:pt x="121615" y="232613"/>
                  </a:lnTo>
                  <a:lnTo>
                    <a:pt x="121615" y="156591"/>
                  </a:lnTo>
                  <a:lnTo>
                    <a:pt x="156057" y="156591"/>
                  </a:lnTo>
                  <a:lnTo>
                    <a:pt x="156057" y="149504"/>
                  </a:lnTo>
                  <a:lnTo>
                    <a:pt x="121615" y="149504"/>
                  </a:lnTo>
                  <a:lnTo>
                    <a:pt x="121615" y="73469"/>
                  </a:lnTo>
                  <a:lnTo>
                    <a:pt x="156057" y="73469"/>
                  </a:lnTo>
                  <a:lnTo>
                    <a:pt x="156057" y="66370"/>
                  </a:lnTo>
                  <a:close/>
                </a:path>
              </a:pathLst>
            </a:custGeom>
            <a:solidFill>
              <a:srgbClr val="E8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1" name="object 471" descr=""/>
            <p:cNvSpPr/>
            <p:nvPr/>
          </p:nvSpPr>
          <p:spPr>
            <a:xfrm>
              <a:off x="2375697" y="7645735"/>
              <a:ext cx="156210" cy="306705"/>
            </a:xfrm>
            <a:custGeom>
              <a:avLst/>
              <a:gdLst/>
              <a:ahLst/>
              <a:cxnLst/>
              <a:rect l="l" t="t" r="r" b="b"/>
              <a:pathLst>
                <a:path w="156210" h="306704">
                  <a:moveTo>
                    <a:pt x="156068" y="0"/>
                  </a:moveTo>
                  <a:lnTo>
                    <a:pt x="0" y="0"/>
                  </a:lnTo>
                  <a:lnTo>
                    <a:pt x="0" y="306357"/>
                  </a:lnTo>
                  <a:lnTo>
                    <a:pt x="156068" y="306357"/>
                  </a:lnTo>
                  <a:lnTo>
                    <a:pt x="156068" y="0"/>
                  </a:lnTo>
                  <a:close/>
                </a:path>
              </a:pathLst>
            </a:custGeom>
            <a:solidFill>
              <a:srgbClr val="6BBB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2" name="object 472" descr=""/>
            <p:cNvSpPr/>
            <p:nvPr/>
          </p:nvSpPr>
          <p:spPr>
            <a:xfrm>
              <a:off x="2327973" y="7633988"/>
              <a:ext cx="252095" cy="353060"/>
            </a:xfrm>
            <a:custGeom>
              <a:avLst/>
              <a:gdLst/>
              <a:ahLst/>
              <a:cxnLst/>
              <a:rect l="l" t="t" r="r" b="b"/>
              <a:pathLst>
                <a:path w="252094" h="353059">
                  <a:moveTo>
                    <a:pt x="251485" y="333044"/>
                  </a:moveTo>
                  <a:lnTo>
                    <a:pt x="238315" y="333044"/>
                  </a:lnTo>
                  <a:lnTo>
                    <a:pt x="238315" y="318109"/>
                  </a:lnTo>
                  <a:lnTo>
                    <a:pt x="229184" y="318109"/>
                  </a:lnTo>
                  <a:lnTo>
                    <a:pt x="233667" y="318096"/>
                  </a:lnTo>
                  <a:lnTo>
                    <a:pt x="233667" y="312889"/>
                  </a:lnTo>
                  <a:lnTo>
                    <a:pt x="229184" y="312889"/>
                  </a:lnTo>
                  <a:lnTo>
                    <a:pt x="229184" y="0"/>
                  </a:lnTo>
                  <a:lnTo>
                    <a:pt x="203784" y="0"/>
                  </a:lnTo>
                  <a:lnTo>
                    <a:pt x="203784" y="312889"/>
                  </a:lnTo>
                  <a:lnTo>
                    <a:pt x="199301" y="312889"/>
                  </a:lnTo>
                  <a:lnTo>
                    <a:pt x="199301" y="318096"/>
                  </a:lnTo>
                  <a:lnTo>
                    <a:pt x="203784" y="318096"/>
                  </a:lnTo>
                  <a:lnTo>
                    <a:pt x="194640" y="318109"/>
                  </a:lnTo>
                  <a:lnTo>
                    <a:pt x="56857" y="318109"/>
                  </a:lnTo>
                  <a:lnTo>
                    <a:pt x="47713" y="318109"/>
                  </a:lnTo>
                  <a:lnTo>
                    <a:pt x="52209" y="318096"/>
                  </a:lnTo>
                  <a:lnTo>
                    <a:pt x="52209" y="312889"/>
                  </a:lnTo>
                  <a:lnTo>
                    <a:pt x="47713" y="312889"/>
                  </a:lnTo>
                  <a:lnTo>
                    <a:pt x="47713" y="0"/>
                  </a:lnTo>
                  <a:lnTo>
                    <a:pt x="22326" y="0"/>
                  </a:lnTo>
                  <a:lnTo>
                    <a:pt x="22326" y="312889"/>
                  </a:lnTo>
                  <a:lnTo>
                    <a:pt x="17843" y="312889"/>
                  </a:lnTo>
                  <a:lnTo>
                    <a:pt x="17843" y="318096"/>
                  </a:lnTo>
                  <a:lnTo>
                    <a:pt x="22326" y="318096"/>
                  </a:lnTo>
                  <a:lnTo>
                    <a:pt x="13169" y="318109"/>
                  </a:lnTo>
                  <a:lnTo>
                    <a:pt x="13169" y="333044"/>
                  </a:lnTo>
                  <a:lnTo>
                    <a:pt x="0" y="333044"/>
                  </a:lnTo>
                  <a:lnTo>
                    <a:pt x="0" y="352450"/>
                  </a:lnTo>
                  <a:lnTo>
                    <a:pt x="251485" y="352450"/>
                  </a:lnTo>
                  <a:lnTo>
                    <a:pt x="251485" y="333044"/>
                  </a:lnTo>
                  <a:close/>
                </a:path>
              </a:pathLst>
            </a:custGeom>
            <a:solidFill>
              <a:srgbClr val="E9F3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3" name="object 473" descr=""/>
            <p:cNvSpPr/>
            <p:nvPr/>
          </p:nvSpPr>
          <p:spPr>
            <a:xfrm>
              <a:off x="2327981" y="7986437"/>
              <a:ext cx="252095" cy="14604"/>
            </a:xfrm>
            <a:custGeom>
              <a:avLst/>
              <a:gdLst/>
              <a:ahLst/>
              <a:cxnLst/>
              <a:rect l="l" t="t" r="r" b="b"/>
              <a:pathLst>
                <a:path w="252094" h="14604">
                  <a:moveTo>
                    <a:pt x="251489" y="0"/>
                  </a:moveTo>
                  <a:lnTo>
                    <a:pt x="0" y="0"/>
                  </a:lnTo>
                  <a:lnTo>
                    <a:pt x="0" y="14188"/>
                  </a:lnTo>
                  <a:lnTo>
                    <a:pt x="251489" y="14188"/>
                  </a:lnTo>
                  <a:lnTo>
                    <a:pt x="251489" y="0"/>
                  </a:lnTo>
                  <a:close/>
                </a:path>
              </a:pathLst>
            </a:custGeom>
            <a:solidFill>
              <a:srgbClr val="AFC6C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4" name="object 474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2343761" y="7567887"/>
              <a:ext cx="219940" cy="86256"/>
            </a:xfrm>
            <a:prstGeom prst="rect">
              <a:avLst/>
            </a:prstGeom>
          </p:spPr>
        </p:pic>
        <p:sp>
          <p:nvSpPr>
            <p:cNvPr id="475" name="object 475" descr=""/>
            <p:cNvSpPr/>
            <p:nvPr/>
          </p:nvSpPr>
          <p:spPr>
            <a:xfrm>
              <a:off x="2375687" y="7645736"/>
              <a:ext cx="156210" cy="306705"/>
            </a:xfrm>
            <a:custGeom>
              <a:avLst/>
              <a:gdLst/>
              <a:ahLst/>
              <a:cxnLst/>
              <a:rect l="l" t="t" r="r" b="b"/>
              <a:pathLst>
                <a:path w="156210" h="306704">
                  <a:moveTo>
                    <a:pt x="156070" y="66370"/>
                  </a:moveTo>
                  <a:lnTo>
                    <a:pt x="121627" y="66370"/>
                  </a:lnTo>
                  <a:lnTo>
                    <a:pt x="121627" y="0"/>
                  </a:lnTo>
                  <a:lnTo>
                    <a:pt x="114528" y="0"/>
                  </a:lnTo>
                  <a:lnTo>
                    <a:pt x="114528" y="232613"/>
                  </a:lnTo>
                  <a:lnTo>
                    <a:pt x="78028" y="232613"/>
                  </a:lnTo>
                  <a:lnTo>
                    <a:pt x="78028" y="156591"/>
                  </a:lnTo>
                  <a:lnTo>
                    <a:pt x="114528" y="156591"/>
                  </a:lnTo>
                  <a:lnTo>
                    <a:pt x="114528" y="149504"/>
                  </a:lnTo>
                  <a:lnTo>
                    <a:pt x="78028" y="149504"/>
                  </a:lnTo>
                  <a:lnTo>
                    <a:pt x="78028" y="73469"/>
                  </a:lnTo>
                  <a:lnTo>
                    <a:pt x="114528" y="73469"/>
                  </a:lnTo>
                  <a:lnTo>
                    <a:pt x="114528" y="66370"/>
                  </a:lnTo>
                  <a:lnTo>
                    <a:pt x="78028" y="66370"/>
                  </a:lnTo>
                  <a:lnTo>
                    <a:pt x="78028" y="0"/>
                  </a:lnTo>
                  <a:lnTo>
                    <a:pt x="70929" y="0"/>
                  </a:lnTo>
                  <a:lnTo>
                    <a:pt x="70929" y="232613"/>
                  </a:lnTo>
                  <a:lnTo>
                    <a:pt x="34455" y="232613"/>
                  </a:lnTo>
                  <a:lnTo>
                    <a:pt x="34455" y="156591"/>
                  </a:lnTo>
                  <a:lnTo>
                    <a:pt x="70929" y="156591"/>
                  </a:lnTo>
                  <a:lnTo>
                    <a:pt x="70929" y="149504"/>
                  </a:lnTo>
                  <a:lnTo>
                    <a:pt x="34455" y="149504"/>
                  </a:lnTo>
                  <a:lnTo>
                    <a:pt x="34455" y="73469"/>
                  </a:lnTo>
                  <a:lnTo>
                    <a:pt x="70929" y="73469"/>
                  </a:lnTo>
                  <a:lnTo>
                    <a:pt x="70929" y="66370"/>
                  </a:lnTo>
                  <a:lnTo>
                    <a:pt x="34455" y="66370"/>
                  </a:lnTo>
                  <a:lnTo>
                    <a:pt x="34455" y="0"/>
                  </a:lnTo>
                  <a:lnTo>
                    <a:pt x="27355" y="0"/>
                  </a:lnTo>
                  <a:lnTo>
                    <a:pt x="27355" y="66370"/>
                  </a:lnTo>
                  <a:lnTo>
                    <a:pt x="0" y="66370"/>
                  </a:lnTo>
                  <a:lnTo>
                    <a:pt x="0" y="73469"/>
                  </a:lnTo>
                  <a:lnTo>
                    <a:pt x="27355" y="73469"/>
                  </a:lnTo>
                  <a:lnTo>
                    <a:pt x="27355" y="149504"/>
                  </a:lnTo>
                  <a:lnTo>
                    <a:pt x="0" y="149504"/>
                  </a:lnTo>
                  <a:lnTo>
                    <a:pt x="0" y="156591"/>
                  </a:lnTo>
                  <a:lnTo>
                    <a:pt x="27355" y="156591"/>
                  </a:lnTo>
                  <a:lnTo>
                    <a:pt x="27355" y="232613"/>
                  </a:lnTo>
                  <a:lnTo>
                    <a:pt x="0" y="232613"/>
                  </a:lnTo>
                  <a:lnTo>
                    <a:pt x="0" y="239712"/>
                  </a:lnTo>
                  <a:lnTo>
                    <a:pt x="27355" y="239712"/>
                  </a:lnTo>
                  <a:lnTo>
                    <a:pt x="27355" y="306362"/>
                  </a:lnTo>
                  <a:lnTo>
                    <a:pt x="34455" y="306362"/>
                  </a:lnTo>
                  <a:lnTo>
                    <a:pt x="34455" y="239712"/>
                  </a:lnTo>
                  <a:lnTo>
                    <a:pt x="70929" y="239712"/>
                  </a:lnTo>
                  <a:lnTo>
                    <a:pt x="70929" y="306362"/>
                  </a:lnTo>
                  <a:lnTo>
                    <a:pt x="78028" y="306362"/>
                  </a:lnTo>
                  <a:lnTo>
                    <a:pt x="78028" y="239712"/>
                  </a:lnTo>
                  <a:lnTo>
                    <a:pt x="114528" y="239712"/>
                  </a:lnTo>
                  <a:lnTo>
                    <a:pt x="114528" y="306362"/>
                  </a:lnTo>
                  <a:lnTo>
                    <a:pt x="121627" y="306362"/>
                  </a:lnTo>
                  <a:lnTo>
                    <a:pt x="121627" y="239712"/>
                  </a:lnTo>
                  <a:lnTo>
                    <a:pt x="156070" y="239712"/>
                  </a:lnTo>
                  <a:lnTo>
                    <a:pt x="156070" y="232613"/>
                  </a:lnTo>
                  <a:lnTo>
                    <a:pt x="121627" y="232613"/>
                  </a:lnTo>
                  <a:lnTo>
                    <a:pt x="121627" y="156591"/>
                  </a:lnTo>
                  <a:lnTo>
                    <a:pt x="156070" y="156591"/>
                  </a:lnTo>
                  <a:lnTo>
                    <a:pt x="156070" y="149504"/>
                  </a:lnTo>
                  <a:lnTo>
                    <a:pt x="121627" y="149504"/>
                  </a:lnTo>
                  <a:lnTo>
                    <a:pt x="121627" y="73469"/>
                  </a:lnTo>
                  <a:lnTo>
                    <a:pt x="156070" y="73469"/>
                  </a:lnTo>
                  <a:lnTo>
                    <a:pt x="156070" y="66370"/>
                  </a:lnTo>
                  <a:close/>
                </a:path>
              </a:pathLst>
            </a:custGeom>
            <a:solidFill>
              <a:srgbClr val="E8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6" name="object 476" descr=""/>
            <p:cNvSpPr/>
            <p:nvPr/>
          </p:nvSpPr>
          <p:spPr>
            <a:xfrm>
              <a:off x="1986724" y="8180399"/>
              <a:ext cx="156210" cy="306705"/>
            </a:xfrm>
            <a:custGeom>
              <a:avLst/>
              <a:gdLst/>
              <a:ahLst/>
              <a:cxnLst/>
              <a:rect l="l" t="t" r="r" b="b"/>
              <a:pathLst>
                <a:path w="156210" h="306704">
                  <a:moveTo>
                    <a:pt x="156068" y="0"/>
                  </a:moveTo>
                  <a:lnTo>
                    <a:pt x="0" y="0"/>
                  </a:lnTo>
                  <a:lnTo>
                    <a:pt x="0" y="306357"/>
                  </a:lnTo>
                  <a:lnTo>
                    <a:pt x="156068" y="306357"/>
                  </a:lnTo>
                  <a:lnTo>
                    <a:pt x="156068" y="0"/>
                  </a:lnTo>
                  <a:close/>
                </a:path>
              </a:pathLst>
            </a:custGeom>
            <a:solidFill>
              <a:srgbClr val="6BBB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7" name="object 477" descr=""/>
            <p:cNvSpPr/>
            <p:nvPr/>
          </p:nvSpPr>
          <p:spPr>
            <a:xfrm>
              <a:off x="1939010" y="8168646"/>
              <a:ext cx="252095" cy="353060"/>
            </a:xfrm>
            <a:custGeom>
              <a:avLst/>
              <a:gdLst/>
              <a:ahLst/>
              <a:cxnLst/>
              <a:rect l="l" t="t" r="r" b="b"/>
              <a:pathLst>
                <a:path w="252094" h="353059">
                  <a:moveTo>
                    <a:pt x="251498" y="333044"/>
                  </a:moveTo>
                  <a:lnTo>
                    <a:pt x="238315" y="333044"/>
                  </a:lnTo>
                  <a:lnTo>
                    <a:pt x="238315" y="318122"/>
                  </a:lnTo>
                  <a:lnTo>
                    <a:pt x="229171" y="318122"/>
                  </a:lnTo>
                  <a:lnTo>
                    <a:pt x="233654" y="318109"/>
                  </a:lnTo>
                  <a:lnTo>
                    <a:pt x="233654" y="312889"/>
                  </a:lnTo>
                  <a:lnTo>
                    <a:pt x="229171" y="312889"/>
                  </a:lnTo>
                  <a:lnTo>
                    <a:pt x="229171" y="0"/>
                  </a:lnTo>
                  <a:lnTo>
                    <a:pt x="203771" y="0"/>
                  </a:lnTo>
                  <a:lnTo>
                    <a:pt x="203771" y="312889"/>
                  </a:lnTo>
                  <a:lnTo>
                    <a:pt x="199301" y="312889"/>
                  </a:lnTo>
                  <a:lnTo>
                    <a:pt x="199301" y="318109"/>
                  </a:lnTo>
                  <a:lnTo>
                    <a:pt x="203771" y="318109"/>
                  </a:lnTo>
                  <a:lnTo>
                    <a:pt x="194640" y="318122"/>
                  </a:lnTo>
                  <a:lnTo>
                    <a:pt x="56857" y="318122"/>
                  </a:lnTo>
                  <a:lnTo>
                    <a:pt x="47713" y="318122"/>
                  </a:lnTo>
                  <a:lnTo>
                    <a:pt x="52197" y="318109"/>
                  </a:lnTo>
                  <a:lnTo>
                    <a:pt x="52197" y="312889"/>
                  </a:lnTo>
                  <a:lnTo>
                    <a:pt x="47713" y="312889"/>
                  </a:lnTo>
                  <a:lnTo>
                    <a:pt x="47713" y="0"/>
                  </a:lnTo>
                  <a:lnTo>
                    <a:pt x="22313" y="0"/>
                  </a:lnTo>
                  <a:lnTo>
                    <a:pt x="22313" y="312889"/>
                  </a:lnTo>
                  <a:lnTo>
                    <a:pt x="17830" y="312889"/>
                  </a:lnTo>
                  <a:lnTo>
                    <a:pt x="17830" y="318109"/>
                  </a:lnTo>
                  <a:lnTo>
                    <a:pt x="22313" y="318109"/>
                  </a:lnTo>
                  <a:lnTo>
                    <a:pt x="13169" y="318122"/>
                  </a:lnTo>
                  <a:lnTo>
                    <a:pt x="13169" y="333044"/>
                  </a:lnTo>
                  <a:lnTo>
                    <a:pt x="0" y="333044"/>
                  </a:lnTo>
                  <a:lnTo>
                    <a:pt x="0" y="352463"/>
                  </a:lnTo>
                  <a:lnTo>
                    <a:pt x="251498" y="352463"/>
                  </a:lnTo>
                  <a:lnTo>
                    <a:pt x="251498" y="333044"/>
                  </a:lnTo>
                  <a:close/>
                </a:path>
              </a:pathLst>
            </a:custGeom>
            <a:solidFill>
              <a:srgbClr val="E9F3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8" name="object 478" descr=""/>
            <p:cNvSpPr/>
            <p:nvPr/>
          </p:nvSpPr>
          <p:spPr>
            <a:xfrm>
              <a:off x="1939019" y="8521101"/>
              <a:ext cx="252095" cy="14604"/>
            </a:xfrm>
            <a:custGeom>
              <a:avLst/>
              <a:gdLst/>
              <a:ahLst/>
              <a:cxnLst/>
              <a:rect l="l" t="t" r="r" b="b"/>
              <a:pathLst>
                <a:path w="252094" h="14604">
                  <a:moveTo>
                    <a:pt x="251489" y="0"/>
                  </a:moveTo>
                  <a:lnTo>
                    <a:pt x="0" y="0"/>
                  </a:lnTo>
                  <a:lnTo>
                    <a:pt x="0" y="14188"/>
                  </a:lnTo>
                  <a:lnTo>
                    <a:pt x="251489" y="14188"/>
                  </a:lnTo>
                  <a:lnTo>
                    <a:pt x="251489" y="0"/>
                  </a:lnTo>
                  <a:close/>
                </a:path>
              </a:pathLst>
            </a:custGeom>
            <a:solidFill>
              <a:srgbClr val="AFC6C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9" name="object 479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954788" y="8102551"/>
              <a:ext cx="219940" cy="86246"/>
            </a:xfrm>
            <a:prstGeom prst="rect">
              <a:avLst/>
            </a:prstGeom>
          </p:spPr>
        </p:pic>
        <p:sp>
          <p:nvSpPr>
            <p:cNvPr id="480" name="object 480" descr=""/>
            <p:cNvSpPr/>
            <p:nvPr/>
          </p:nvSpPr>
          <p:spPr>
            <a:xfrm>
              <a:off x="1986724" y="8180406"/>
              <a:ext cx="156210" cy="306705"/>
            </a:xfrm>
            <a:custGeom>
              <a:avLst/>
              <a:gdLst/>
              <a:ahLst/>
              <a:cxnLst/>
              <a:rect l="l" t="t" r="r" b="b"/>
              <a:pathLst>
                <a:path w="156210" h="306704">
                  <a:moveTo>
                    <a:pt x="156057" y="66370"/>
                  </a:moveTo>
                  <a:lnTo>
                    <a:pt x="121615" y="66370"/>
                  </a:lnTo>
                  <a:lnTo>
                    <a:pt x="121615" y="0"/>
                  </a:lnTo>
                  <a:lnTo>
                    <a:pt x="114528" y="0"/>
                  </a:lnTo>
                  <a:lnTo>
                    <a:pt x="114528" y="232613"/>
                  </a:lnTo>
                  <a:lnTo>
                    <a:pt x="78028" y="232613"/>
                  </a:lnTo>
                  <a:lnTo>
                    <a:pt x="78028" y="156591"/>
                  </a:lnTo>
                  <a:lnTo>
                    <a:pt x="114528" y="156591"/>
                  </a:lnTo>
                  <a:lnTo>
                    <a:pt x="114528" y="149491"/>
                  </a:lnTo>
                  <a:lnTo>
                    <a:pt x="78028" y="149491"/>
                  </a:lnTo>
                  <a:lnTo>
                    <a:pt x="78028" y="73456"/>
                  </a:lnTo>
                  <a:lnTo>
                    <a:pt x="114528" y="73456"/>
                  </a:lnTo>
                  <a:lnTo>
                    <a:pt x="114528" y="66370"/>
                  </a:lnTo>
                  <a:lnTo>
                    <a:pt x="78028" y="66370"/>
                  </a:lnTo>
                  <a:lnTo>
                    <a:pt x="78028" y="0"/>
                  </a:lnTo>
                  <a:lnTo>
                    <a:pt x="70929" y="0"/>
                  </a:lnTo>
                  <a:lnTo>
                    <a:pt x="70929" y="232613"/>
                  </a:lnTo>
                  <a:lnTo>
                    <a:pt x="34455" y="232613"/>
                  </a:lnTo>
                  <a:lnTo>
                    <a:pt x="34455" y="156591"/>
                  </a:lnTo>
                  <a:lnTo>
                    <a:pt x="70929" y="156591"/>
                  </a:lnTo>
                  <a:lnTo>
                    <a:pt x="70929" y="149491"/>
                  </a:lnTo>
                  <a:lnTo>
                    <a:pt x="34455" y="149491"/>
                  </a:lnTo>
                  <a:lnTo>
                    <a:pt x="34455" y="73456"/>
                  </a:lnTo>
                  <a:lnTo>
                    <a:pt x="70929" y="73456"/>
                  </a:lnTo>
                  <a:lnTo>
                    <a:pt x="70929" y="66370"/>
                  </a:lnTo>
                  <a:lnTo>
                    <a:pt x="34455" y="66370"/>
                  </a:lnTo>
                  <a:lnTo>
                    <a:pt x="34455" y="0"/>
                  </a:lnTo>
                  <a:lnTo>
                    <a:pt x="27368" y="0"/>
                  </a:lnTo>
                  <a:lnTo>
                    <a:pt x="27368" y="66370"/>
                  </a:lnTo>
                  <a:lnTo>
                    <a:pt x="0" y="66370"/>
                  </a:lnTo>
                  <a:lnTo>
                    <a:pt x="0" y="73456"/>
                  </a:lnTo>
                  <a:lnTo>
                    <a:pt x="27368" y="73456"/>
                  </a:lnTo>
                  <a:lnTo>
                    <a:pt x="27368" y="149491"/>
                  </a:lnTo>
                  <a:lnTo>
                    <a:pt x="0" y="149491"/>
                  </a:lnTo>
                  <a:lnTo>
                    <a:pt x="0" y="156591"/>
                  </a:lnTo>
                  <a:lnTo>
                    <a:pt x="27368" y="156591"/>
                  </a:lnTo>
                  <a:lnTo>
                    <a:pt x="27368" y="232613"/>
                  </a:lnTo>
                  <a:lnTo>
                    <a:pt x="0" y="232613"/>
                  </a:lnTo>
                  <a:lnTo>
                    <a:pt x="0" y="239712"/>
                  </a:lnTo>
                  <a:lnTo>
                    <a:pt x="27368" y="239712"/>
                  </a:lnTo>
                  <a:lnTo>
                    <a:pt x="27368" y="306362"/>
                  </a:lnTo>
                  <a:lnTo>
                    <a:pt x="34455" y="306362"/>
                  </a:lnTo>
                  <a:lnTo>
                    <a:pt x="34455" y="239712"/>
                  </a:lnTo>
                  <a:lnTo>
                    <a:pt x="70929" y="239712"/>
                  </a:lnTo>
                  <a:lnTo>
                    <a:pt x="70929" y="306362"/>
                  </a:lnTo>
                  <a:lnTo>
                    <a:pt x="78028" y="306362"/>
                  </a:lnTo>
                  <a:lnTo>
                    <a:pt x="78028" y="239712"/>
                  </a:lnTo>
                  <a:lnTo>
                    <a:pt x="114528" y="239712"/>
                  </a:lnTo>
                  <a:lnTo>
                    <a:pt x="114528" y="306362"/>
                  </a:lnTo>
                  <a:lnTo>
                    <a:pt x="121615" y="306362"/>
                  </a:lnTo>
                  <a:lnTo>
                    <a:pt x="121615" y="239712"/>
                  </a:lnTo>
                  <a:lnTo>
                    <a:pt x="156057" y="239712"/>
                  </a:lnTo>
                  <a:lnTo>
                    <a:pt x="156057" y="232613"/>
                  </a:lnTo>
                  <a:lnTo>
                    <a:pt x="121615" y="232613"/>
                  </a:lnTo>
                  <a:lnTo>
                    <a:pt x="121615" y="156591"/>
                  </a:lnTo>
                  <a:lnTo>
                    <a:pt x="156057" y="156591"/>
                  </a:lnTo>
                  <a:lnTo>
                    <a:pt x="156057" y="149491"/>
                  </a:lnTo>
                  <a:lnTo>
                    <a:pt x="121615" y="149491"/>
                  </a:lnTo>
                  <a:lnTo>
                    <a:pt x="121615" y="73456"/>
                  </a:lnTo>
                  <a:lnTo>
                    <a:pt x="156057" y="73456"/>
                  </a:lnTo>
                  <a:lnTo>
                    <a:pt x="156057" y="66370"/>
                  </a:lnTo>
                  <a:close/>
                </a:path>
              </a:pathLst>
            </a:custGeom>
            <a:solidFill>
              <a:srgbClr val="E8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1" name="object 481" descr=""/>
            <p:cNvSpPr/>
            <p:nvPr/>
          </p:nvSpPr>
          <p:spPr>
            <a:xfrm>
              <a:off x="2375697" y="8180399"/>
              <a:ext cx="156210" cy="306705"/>
            </a:xfrm>
            <a:custGeom>
              <a:avLst/>
              <a:gdLst/>
              <a:ahLst/>
              <a:cxnLst/>
              <a:rect l="l" t="t" r="r" b="b"/>
              <a:pathLst>
                <a:path w="156210" h="306704">
                  <a:moveTo>
                    <a:pt x="156068" y="0"/>
                  </a:moveTo>
                  <a:lnTo>
                    <a:pt x="0" y="0"/>
                  </a:lnTo>
                  <a:lnTo>
                    <a:pt x="0" y="306357"/>
                  </a:lnTo>
                  <a:lnTo>
                    <a:pt x="156068" y="306357"/>
                  </a:lnTo>
                  <a:lnTo>
                    <a:pt x="156068" y="0"/>
                  </a:lnTo>
                  <a:close/>
                </a:path>
              </a:pathLst>
            </a:custGeom>
            <a:solidFill>
              <a:srgbClr val="6BBB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2" name="object 482" descr=""/>
            <p:cNvSpPr/>
            <p:nvPr/>
          </p:nvSpPr>
          <p:spPr>
            <a:xfrm>
              <a:off x="2327973" y="8168646"/>
              <a:ext cx="252095" cy="353060"/>
            </a:xfrm>
            <a:custGeom>
              <a:avLst/>
              <a:gdLst/>
              <a:ahLst/>
              <a:cxnLst/>
              <a:rect l="l" t="t" r="r" b="b"/>
              <a:pathLst>
                <a:path w="252094" h="353059">
                  <a:moveTo>
                    <a:pt x="251485" y="333044"/>
                  </a:moveTo>
                  <a:lnTo>
                    <a:pt x="238315" y="333044"/>
                  </a:lnTo>
                  <a:lnTo>
                    <a:pt x="238315" y="318122"/>
                  </a:lnTo>
                  <a:lnTo>
                    <a:pt x="229184" y="318122"/>
                  </a:lnTo>
                  <a:lnTo>
                    <a:pt x="233667" y="318109"/>
                  </a:lnTo>
                  <a:lnTo>
                    <a:pt x="233667" y="312889"/>
                  </a:lnTo>
                  <a:lnTo>
                    <a:pt x="229184" y="312889"/>
                  </a:lnTo>
                  <a:lnTo>
                    <a:pt x="229184" y="0"/>
                  </a:lnTo>
                  <a:lnTo>
                    <a:pt x="203784" y="0"/>
                  </a:lnTo>
                  <a:lnTo>
                    <a:pt x="203784" y="312889"/>
                  </a:lnTo>
                  <a:lnTo>
                    <a:pt x="199301" y="312889"/>
                  </a:lnTo>
                  <a:lnTo>
                    <a:pt x="199301" y="318109"/>
                  </a:lnTo>
                  <a:lnTo>
                    <a:pt x="203784" y="318109"/>
                  </a:lnTo>
                  <a:lnTo>
                    <a:pt x="194640" y="318122"/>
                  </a:lnTo>
                  <a:lnTo>
                    <a:pt x="56857" y="318122"/>
                  </a:lnTo>
                  <a:lnTo>
                    <a:pt x="47713" y="318122"/>
                  </a:lnTo>
                  <a:lnTo>
                    <a:pt x="52209" y="318109"/>
                  </a:lnTo>
                  <a:lnTo>
                    <a:pt x="52209" y="312889"/>
                  </a:lnTo>
                  <a:lnTo>
                    <a:pt x="47713" y="312889"/>
                  </a:lnTo>
                  <a:lnTo>
                    <a:pt x="47713" y="0"/>
                  </a:lnTo>
                  <a:lnTo>
                    <a:pt x="22326" y="0"/>
                  </a:lnTo>
                  <a:lnTo>
                    <a:pt x="22326" y="312889"/>
                  </a:lnTo>
                  <a:lnTo>
                    <a:pt x="17843" y="312889"/>
                  </a:lnTo>
                  <a:lnTo>
                    <a:pt x="17843" y="318109"/>
                  </a:lnTo>
                  <a:lnTo>
                    <a:pt x="22326" y="318109"/>
                  </a:lnTo>
                  <a:lnTo>
                    <a:pt x="13169" y="318122"/>
                  </a:lnTo>
                  <a:lnTo>
                    <a:pt x="13169" y="333044"/>
                  </a:lnTo>
                  <a:lnTo>
                    <a:pt x="0" y="333044"/>
                  </a:lnTo>
                  <a:lnTo>
                    <a:pt x="0" y="352463"/>
                  </a:lnTo>
                  <a:lnTo>
                    <a:pt x="251485" y="352463"/>
                  </a:lnTo>
                  <a:lnTo>
                    <a:pt x="251485" y="333044"/>
                  </a:lnTo>
                  <a:close/>
                </a:path>
              </a:pathLst>
            </a:custGeom>
            <a:solidFill>
              <a:srgbClr val="E9F3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3" name="object 483" descr=""/>
            <p:cNvSpPr/>
            <p:nvPr/>
          </p:nvSpPr>
          <p:spPr>
            <a:xfrm>
              <a:off x="2327981" y="8521101"/>
              <a:ext cx="252095" cy="14604"/>
            </a:xfrm>
            <a:custGeom>
              <a:avLst/>
              <a:gdLst/>
              <a:ahLst/>
              <a:cxnLst/>
              <a:rect l="l" t="t" r="r" b="b"/>
              <a:pathLst>
                <a:path w="252094" h="14604">
                  <a:moveTo>
                    <a:pt x="251489" y="0"/>
                  </a:moveTo>
                  <a:lnTo>
                    <a:pt x="0" y="0"/>
                  </a:lnTo>
                  <a:lnTo>
                    <a:pt x="0" y="14188"/>
                  </a:lnTo>
                  <a:lnTo>
                    <a:pt x="251489" y="14188"/>
                  </a:lnTo>
                  <a:lnTo>
                    <a:pt x="251489" y="0"/>
                  </a:lnTo>
                  <a:close/>
                </a:path>
              </a:pathLst>
            </a:custGeom>
            <a:solidFill>
              <a:srgbClr val="AFC6C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4" name="object 484" descr="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2343761" y="8102551"/>
              <a:ext cx="219940" cy="86246"/>
            </a:xfrm>
            <a:prstGeom prst="rect">
              <a:avLst/>
            </a:prstGeom>
          </p:spPr>
        </p:pic>
        <p:sp>
          <p:nvSpPr>
            <p:cNvPr id="485" name="object 485" descr=""/>
            <p:cNvSpPr/>
            <p:nvPr/>
          </p:nvSpPr>
          <p:spPr>
            <a:xfrm>
              <a:off x="2375687" y="8180406"/>
              <a:ext cx="156210" cy="306705"/>
            </a:xfrm>
            <a:custGeom>
              <a:avLst/>
              <a:gdLst/>
              <a:ahLst/>
              <a:cxnLst/>
              <a:rect l="l" t="t" r="r" b="b"/>
              <a:pathLst>
                <a:path w="156210" h="306704">
                  <a:moveTo>
                    <a:pt x="156070" y="66370"/>
                  </a:moveTo>
                  <a:lnTo>
                    <a:pt x="121627" y="66370"/>
                  </a:lnTo>
                  <a:lnTo>
                    <a:pt x="121627" y="0"/>
                  </a:lnTo>
                  <a:lnTo>
                    <a:pt x="114528" y="0"/>
                  </a:lnTo>
                  <a:lnTo>
                    <a:pt x="114528" y="232613"/>
                  </a:lnTo>
                  <a:lnTo>
                    <a:pt x="78028" y="232613"/>
                  </a:lnTo>
                  <a:lnTo>
                    <a:pt x="78028" y="156591"/>
                  </a:lnTo>
                  <a:lnTo>
                    <a:pt x="114528" y="156591"/>
                  </a:lnTo>
                  <a:lnTo>
                    <a:pt x="114528" y="149491"/>
                  </a:lnTo>
                  <a:lnTo>
                    <a:pt x="78028" y="149491"/>
                  </a:lnTo>
                  <a:lnTo>
                    <a:pt x="78028" y="73456"/>
                  </a:lnTo>
                  <a:lnTo>
                    <a:pt x="114528" y="73456"/>
                  </a:lnTo>
                  <a:lnTo>
                    <a:pt x="114528" y="66370"/>
                  </a:lnTo>
                  <a:lnTo>
                    <a:pt x="78028" y="66370"/>
                  </a:lnTo>
                  <a:lnTo>
                    <a:pt x="78028" y="0"/>
                  </a:lnTo>
                  <a:lnTo>
                    <a:pt x="70929" y="0"/>
                  </a:lnTo>
                  <a:lnTo>
                    <a:pt x="70929" y="232613"/>
                  </a:lnTo>
                  <a:lnTo>
                    <a:pt x="34455" y="232613"/>
                  </a:lnTo>
                  <a:lnTo>
                    <a:pt x="34455" y="156591"/>
                  </a:lnTo>
                  <a:lnTo>
                    <a:pt x="70929" y="156591"/>
                  </a:lnTo>
                  <a:lnTo>
                    <a:pt x="70929" y="149491"/>
                  </a:lnTo>
                  <a:lnTo>
                    <a:pt x="34455" y="149491"/>
                  </a:lnTo>
                  <a:lnTo>
                    <a:pt x="34455" y="73456"/>
                  </a:lnTo>
                  <a:lnTo>
                    <a:pt x="70929" y="73456"/>
                  </a:lnTo>
                  <a:lnTo>
                    <a:pt x="70929" y="66370"/>
                  </a:lnTo>
                  <a:lnTo>
                    <a:pt x="34455" y="66370"/>
                  </a:lnTo>
                  <a:lnTo>
                    <a:pt x="34455" y="0"/>
                  </a:lnTo>
                  <a:lnTo>
                    <a:pt x="27355" y="0"/>
                  </a:lnTo>
                  <a:lnTo>
                    <a:pt x="27355" y="66370"/>
                  </a:lnTo>
                  <a:lnTo>
                    <a:pt x="0" y="66370"/>
                  </a:lnTo>
                  <a:lnTo>
                    <a:pt x="0" y="73456"/>
                  </a:lnTo>
                  <a:lnTo>
                    <a:pt x="27355" y="73456"/>
                  </a:lnTo>
                  <a:lnTo>
                    <a:pt x="27355" y="149491"/>
                  </a:lnTo>
                  <a:lnTo>
                    <a:pt x="0" y="149491"/>
                  </a:lnTo>
                  <a:lnTo>
                    <a:pt x="0" y="156591"/>
                  </a:lnTo>
                  <a:lnTo>
                    <a:pt x="27355" y="156591"/>
                  </a:lnTo>
                  <a:lnTo>
                    <a:pt x="27355" y="232613"/>
                  </a:lnTo>
                  <a:lnTo>
                    <a:pt x="0" y="232613"/>
                  </a:lnTo>
                  <a:lnTo>
                    <a:pt x="0" y="239712"/>
                  </a:lnTo>
                  <a:lnTo>
                    <a:pt x="27355" y="239712"/>
                  </a:lnTo>
                  <a:lnTo>
                    <a:pt x="27355" y="306362"/>
                  </a:lnTo>
                  <a:lnTo>
                    <a:pt x="34455" y="306362"/>
                  </a:lnTo>
                  <a:lnTo>
                    <a:pt x="34455" y="239712"/>
                  </a:lnTo>
                  <a:lnTo>
                    <a:pt x="70929" y="239712"/>
                  </a:lnTo>
                  <a:lnTo>
                    <a:pt x="70929" y="306362"/>
                  </a:lnTo>
                  <a:lnTo>
                    <a:pt x="78028" y="306362"/>
                  </a:lnTo>
                  <a:lnTo>
                    <a:pt x="78028" y="239712"/>
                  </a:lnTo>
                  <a:lnTo>
                    <a:pt x="114528" y="239712"/>
                  </a:lnTo>
                  <a:lnTo>
                    <a:pt x="114528" y="306362"/>
                  </a:lnTo>
                  <a:lnTo>
                    <a:pt x="121627" y="306362"/>
                  </a:lnTo>
                  <a:lnTo>
                    <a:pt x="121627" y="239712"/>
                  </a:lnTo>
                  <a:lnTo>
                    <a:pt x="156070" y="239712"/>
                  </a:lnTo>
                  <a:lnTo>
                    <a:pt x="156070" y="232613"/>
                  </a:lnTo>
                  <a:lnTo>
                    <a:pt x="121627" y="232613"/>
                  </a:lnTo>
                  <a:lnTo>
                    <a:pt x="121627" y="156591"/>
                  </a:lnTo>
                  <a:lnTo>
                    <a:pt x="156070" y="156591"/>
                  </a:lnTo>
                  <a:lnTo>
                    <a:pt x="156070" y="149491"/>
                  </a:lnTo>
                  <a:lnTo>
                    <a:pt x="121627" y="149491"/>
                  </a:lnTo>
                  <a:lnTo>
                    <a:pt x="121627" y="73456"/>
                  </a:lnTo>
                  <a:lnTo>
                    <a:pt x="156070" y="73456"/>
                  </a:lnTo>
                  <a:lnTo>
                    <a:pt x="156070" y="66370"/>
                  </a:lnTo>
                  <a:close/>
                </a:path>
              </a:pathLst>
            </a:custGeom>
            <a:solidFill>
              <a:srgbClr val="E8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6" name="object 486" descr=""/>
            <p:cNvSpPr/>
            <p:nvPr/>
          </p:nvSpPr>
          <p:spPr>
            <a:xfrm>
              <a:off x="1727860" y="7407484"/>
              <a:ext cx="2955290" cy="1273810"/>
            </a:xfrm>
            <a:custGeom>
              <a:avLst/>
              <a:gdLst/>
              <a:ahLst/>
              <a:cxnLst/>
              <a:rect l="l" t="t" r="r" b="b"/>
              <a:pathLst>
                <a:path w="2955290" h="1273809">
                  <a:moveTo>
                    <a:pt x="51028" y="957618"/>
                  </a:moveTo>
                  <a:lnTo>
                    <a:pt x="12" y="957618"/>
                  </a:lnTo>
                  <a:lnTo>
                    <a:pt x="12" y="1038009"/>
                  </a:lnTo>
                  <a:lnTo>
                    <a:pt x="51028" y="1038009"/>
                  </a:lnTo>
                  <a:lnTo>
                    <a:pt x="51028" y="957618"/>
                  </a:lnTo>
                  <a:close/>
                </a:path>
                <a:path w="2955290" h="1273809">
                  <a:moveTo>
                    <a:pt x="51028" y="769835"/>
                  </a:moveTo>
                  <a:lnTo>
                    <a:pt x="12" y="769835"/>
                  </a:lnTo>
                  <a:lnTo>
                    <a:pt x="12" y="850214"/>
                  </a:lnTo>
                  <a:lnTo>
                    <a:pt x="51028" y="850214"/>
                  </a:lnTo>
                  <a:lnTo>
                    <a:pt x="51028" y="769835"/>
                  </a:lnTo>
                  <a:close/>
                </a:path>
                <a:path w="2955290" h="1273809">
                  <a:moveTo>
                    <a:pt x="51028" y="582053"/>
                  </a:moveTo>
                  <a:lnTo>
                    <a:pt x="12" y="582053"/>
                  </a:lnTo>
                  <a:lnTo>
                    <a:pt x="12" y="662432"/>
                  </a:lnTo>
                  <a:lnTo>
                    <a:pt x="51028" y="662432"/>
                  </a:lnTo>
                  <a:lnTo>
                    <a:pt x="51028" y="582053"/>
                  </a:lnTo>
                  <a:close/>
                </a:path>
                <a:path w="2955290" h="1273809">
                  <a:moveTo>
                    <a:pt x="51028" y="394258"/>
                  </a:moveTo>
                  <a:lnTo>
                    <a:pt x="12" y="394258"/>
                  </a:lnTo>
                  <a:lnTo>
                    <a:pt x="12" y="474637"/>
                  </a:lnTo>
                  <a:lnTo>
                    <a:pt x="51028" y="474637"/>
                  </a:lnTo>
                  <a:lnTo>
                    <a:pt x="51028" y="394258"/>
                  </a:lnTo>
                  <a:close/>
                </a:path>
                <a:path w="2955290" h="1273809">
                  <a:moveTo>
                    <a:pt x="51028" y="206463"/>
                  </a:moveTo>
                  <a:lnTo>
                    <a:pt x="12" y="206463"/>
                  </a:lnTo>
                  <a:lnTo>
                    <a:pt x="12" y="286854"/>
                  </a:lnTo>
                  <a:lnTo>
                    <a:pt x="51028" y="286854"/>
                  </a:lnTo>
                  <a:lnTo>
                    <a:pt x="51028" y="206463"/>
                  </a:lnTo>
                  <a:close/>
                </a:path>
                <a:path w="2955290" h="1273809">
                  <a:moveTo>
                    <a:pt x="102044" y="1052017"/>
                  </a:moveTo>
                  <a:lnTo>
                    <a:pt x="0" y="1052017"/>
                  </a:lnTo>
                  <a:lnTo>
                    <a:pt x="0" y="1132395"/>
                  </a:lnTo>
                  <a:lnTo>
                    <a:pt x="102044" y="1132395"/>
                  </a:lnTo>
                  <a:lnTo>
                    <a:pt x="102044" y="1052017"/>
                  </a:lnTo>
                  <a:close/>
                </a:path>
                <a:path w="2955290" h="1273809">
                  <a:moveTo>
                    <a:pt x="102044" y="864222"/>
                  </a:moveTo>
                  <a:lnTo>
                    <a:pt x="0" y="864222"/>
                  </a:lnTo>
                  <a:lnTo>
                    <a:pt x="0" y="944613"/>
                  </a:lnTo>
                  <a:lnTo>
                    <a:pt x="102044" y="944613"/>
                  </a:lnTo>
                  <a:lnTo>
                    <a:pt x="102044" y="864222"/>
                  </a:lnTo>
                  <a:close/>
                </a:path>
                <a:path w="2955290" h="1273809">
                  <a:moveTo>
                    <a:pt x="102044" y="676427"/>
                  </a:moveTo>
                  <a:lnTo>
                    <a:pt x="0" y="676427"/>
                  </a:lnTo>
                  <a:lnTo>
                    <a:pt x="0" y="756818"/>
                  </a:lnTo>
                  <a:lnTo>
                    <a:pt x="102044" y="756818"/>
                  </a:lnTo>
                  <a:lnTo>
                    <a:pt x="102044" y="676427"/>
                  </a:lnTo>
                  <a:close/>
                </a:path>
                <a:path w="2955290" h="1273809">
                  <a:moveTo>
                    <a:pt x="102044" y="488645"/>
                  </a:moveTo>
                  <a:lnTo>
                    <a:pt x="0" y="488645"/>
                  </a:lnTo>
                  <a:lnTo>
                    <a:pt x="0" y="569036"/>
                  </a:lnTo>
                  <a:lnTo>
                    <a:pt x="102044" y="569036"/>
                  </a:lnTo>
                  <a:lnTo>
                    <a:pt x="102044" y="488645"/>
                  </a:lnTo>
                  <a:close/>
                </a:path>
                <a:path w="2955290" h="1273809">
                  <a:moveTo>
                    <a:pt x="102044" y="300850"/>
                  </a:moveTo>
                  <a:lnTo>
                    <a:pt x="0" y="300850"/>
                  </a:lnTo>
                  <a:lnTo>
                    <a:pt x="0" y="381241"/>
                  </a:lnTo>
                  <a:lnTo>
                    <a:pt x="102044" y="381241"/>
                  </a:lnTo>
                  <a:lnTo>
                    <a:pt x="102044" y="300850"/>
                  </a:lnTo>
                  <a:close/>
                </a:path>
                <a:path w="2955290" h="1273809">
                  <a:moveTo>
                    <a:pt x="102044" y="113068"/>
                  </a:moveTo>
                  <a:lnTo>
                    <a:pt x="0" y="113068"/>
                  </a:lnTo>
                  <a:lnTo>
                    <a:pt x="0" y="193446"/>
                  </a:lnTo>
                  <a:lnTo>
                    <a:pt x="102044" y="193446"/>
                  </a:lnTo>
                  <a:lnTo>
                    <a:pt x="102044" y="113068"/>
                  </a:lnTo>
                  <a:close/>
                </a:path>
                <a:path w="2955290" h="1273809">
                  <a:moveTo>
                    <a:pt x="983703" y="1162748"/>
                  </a:moveTo>
                  <a:lnTo>
                    <a:pt x="12" y="1162748"/>
                  </a:lnTo>
                  <a:lnTo>
                    <a:pt x="12" y="1273670"/>
                  </a:lnTo>
                  <a:lnTo>
                    <a:pt x="983703" y="1273670"/>
                  </a:lnTo>
                  <a:lnTo>
                    <a:pt x="983703" y="1162748"/>
                  </a:lnTo>
                  <a:close/>
                </a:path>
                <a:path w="2955290" h="1273809">
                  <a:moveTo>
                    <a:pt x="983703" y="0"/>
                  </a:moveTo>
                  <a:lnTo>
                    <a:pt x="11087" y="0"/>
                  </a:lnTo>
                  <a:lnTo>
                    <a:pt x="11087" y="37973"/>
                  </a:lnTo>
                  <a:lnTo>
                    <a:pt x="983703" y="37973"/>
                  </a:lnTo>
                  <a:lnTo>
                    <a:pt x="983703" y="0"/>
                  </a:lnTo>
                  <a:close/>
                </a:path>
                <a:path w="2955290" h="1273809">
                  <a:moveTo>
                    <a:pt x="2955150" y="0"/>
                  </a:moveTo>
                  <a:lnTo>
                    <a:pt x="2034768" y="0"/>
                  </a:lnTo>
                  <a:lnTo>
                    <a:pt x="2034768" y="37973"/>
                  </a:lnTo>
                  <a:lnTo>
                    <a:pt x="2955150" y="37973"/>
                  </a:lnTo>
                  <a:lnTo>
                    <a:pt x="2955150" y="0"/>
                  </a:lnTo>
                  <a:close/>
                </a:path>
              </a:pathLst>
            </a:custGeom>
            <a:solidFill>
              <a:srgbClr val="E9F3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7" name="object 487" descr=""/>
            <p:cNvSpPr/>
            <p:nvPr/>
          </p:nvSpPr>
          <p:spPr>
            <a:xfrm>
              <a:off x="3762639" y="7445459"/>
              <a:ext cx="913765" cy="1125220"/>
            </a:xfrm>
            <a:custGeom>
              <a:avLst/>
              <a:gdLst/>
              <a:ahLst/>
              <a:cxnLst/>
              <a:rect l="l" t="t" r="r" b="b"/>
              <a:pathLst>
                <a:path w="913764" h="1125220">
                  <a:moveTo>
                    <a:pt x="0" y="1124772"/>
                  </a:moveTo>
                  <a:lnTo>
                    <a:pt x="913427" y="1124772"/>
                  </a:lnTo>
                  <a:lnTo>
                    <a:pt x="913427" y="0"/>
                  </a:lnTo>
                  <a:lnTo>
                    <a:pt x="0" y="0"/>
                  </a:lnTo>
                  <a:lnTo>
                    <a:pt x="0" y="1124772"/>
                  </a:lnTo>
                  <a:close/>
                </a:path>
              </a:pathLst>
            </a:custGeom>
            <a:solidFill>
              <a:srgbClr val="FAFC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8" name="object 488" descr=""/>
            <p:cNvSpPr/>
            <p:nvPr/>
          </p:nvSpPr>
          <p:spPr>
            <a:xfrm>
              <a:off x="3920948" y="7645735"/>
              <a:ext cx="156210" cy="306705"/>
            </a:xfrm>
            <a:custGeom>
              <a:avLst/>
              <a:gdLst/>
              <a:ahLst/>
              <a:cxnLst/>
              <a:rect l="l" t="t" r="r" b="b"/>
              <a:pathLst>
                <a:path w="156210" h="306704">
                  <a:moveTo>
                    <a:pt x="156068" y="0"/>
                  </a:moveTo>
                  <a:lnTo>
                    <a:pt x="0" y="0"/>
                  </a:lnTo>
                  <a:lnTo>
                    <a:pt x="0" y="306357"/>
                  </a:lnTo>
                  <a:lnTo>
                    <a:pt x="156068" y="306357"/>
                  </a:lnTo>
                  <a:lnTo>
                    <a:pt x="156068" y="0"/>
                  </a:lnTo>
                  <a:close/>
                </a:path>
              </a:pathLst>
            </a:custGeom>
            <a:solidFill>
              <a:srgbClr val="6BBB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9" name="object 489" descr=""/>
            <p:cNvSpPr/>
            <p:nvPr/>
          </p:nvSpPr>
          <p:spPr>
            <a:xfrm>
              <a:off x="3873220" y="7633988"/>
              <a:ext cx="252095" cy="353060"/>
            </a:xfrm>
            <a:custGeom>
              <a:avLst/>
              <a:gdLst/>
              <a:ahLst/>
              <a:cxnLst/>
              <a:rect l="l" t="t" r="r" b="b"/>
              <a:pathLst>
                <a:path w="252095" h="353059">
                  <a:moveTo>
                    <a:pt x="251498" y="333044"/>
                  </a:moveTo>
                  <a:lnTo>
                    <a:pt x="238328" y="333044"/>
                  </a:lnTo>
                  <a:lnTo>
                    <a:pt x="238328" y="318109"/>
                  </a:lnTo>
                  <a:lnTo>
                    <a:pt x="229171" y="318109"/>
                  </a:lnTo>
                  <a:lnTo>
                    <a:pt x="233667" y="318096"/>
                  </a:lnTo>
                  <a:lnTo>
                    <a:pt x="233667" y="312889"/>
                  </a:lnTo>
                  <a:lnTo>
                    <a:pt x="229171" y="312889"/>
                  </a:lnTo>
                  <a:lnTo>
                    <a:pt x="229171" y="0"/>
                  </a:lnTo>
                  <a:lnTo>
                    <a:pt x="203784" y="0"/>
                  </a:lnTo>
                  <a:lnTo>
                    <a:pt x="203784" y="312889"/>
                  </a:lnTo>
                  <a:lnTo>
                    <a:pt x="199301" y="312889"/>
                  </a:lnTo>
                  <a:lnTo>
                    <a:pt x="199301" y="318096"/>
                  </a:lnTo>
                  <a:lnTo>
                    <a:pt x="203784" y="318096"/>
                  </a:lnTo>
                  <a:lnTo>
                    <a:pt x="194640" y="318109"/>
                  </a:lnTo>
                  <a:lnTo>
                    <a:pt x="56857" y="318109"/>
                  </a:lnTo>
                  <a:lnTo>
                    <a:pt x="47713" y="318109"/>
                  </a:lnTo>
                  <a:lnTo>
                    <a:pt x="52209" y="318096"/>
                  </a:lnTo>
                  <a:lnTo>
                    <a:pt x="52209" y="312889"/>
                  </a:lnTo>
                  <a:lnTo>
                    <a:pt x="47713" y="312889"/>
                  </a:lnTo>
                  <a:lnTo>
                    <a:pt x="47713" y="0"/>
                  </a:lnTo>
                  <a:lnTo>
                    <a:pt x="22313" y="0"/>
                  </a:lnTo>
                  <a:lnTo>
                    <a:pt x="22313" y="312889"/>
                  </a:lnTo>
                  <a:lnTo>
                    <a:pt x="17843" y="312889"/>
                  </a:lnTo>
                  <a:lnTo>
                    <a:pt x="17843" y="318096"/>
                  </a:lnTo>
                  <a:lnTo>
                    <a:pt x="22313" y="318096"/>
                  </a:lnTo>
                  <a:lnTo>
                    <a:pt x="13182" y="318109"/>
                  </a:lnTo>
                  <a:lnTo>
                    <a:pt x="13182" y="333044"/>
                  </a:lnTo>
                  <a:lnTo>
                    <a:pt x="0" y="333044"/>
                  </a:lnTo>
                  <a:lnTo>
                    <a:pt x="0" y="352450"/>
                  </a:lnTo>
                  <a:lnTo>
                    <a:pt x="251498" y="352450"/>
                  </a:lnTo>
                  <a:lnTo>
                    <a:pt x="251498" y="333044"/>
                  </a:lnTo>
                  <a:close/>
                </a:path>
              </a:pathLst>
            </a:custGeom>
            <a:solidFill>
              <a:srgbClr val="E9F3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0" name="object 490" descr=""/>
            <p:cNvSpPr/>
            <p:nvPr/>
          </p:nvSpPr>
          <p:spPr>
            <a:xfrm>
              <a:off x="3873232" y="7986437"/>
              <a:ext cx="252095" cy="14604"/>
            </a:xfrm>
            <a:custGeom>
              <a:avLst/>
              <a:gdLst/>
              <a:ahLst/>
              <a:cxnLst/>
              <a:rect l="l" t="t" r="r" b="b"/>
              <a:pathLst>
                <a:path w="252095" h="14604">
                  <a:moveTo>
                    <a:pt x="251489" y="0"/>
                  </a:moveTo>
                  <a:lnTo>
                    <a:pt x="0" y="0"/>
                  </a:lnTo>
                  <a:lnTo>
                    <a:pt x="0" y="14188"/>
                  </a:lnTo>
                  <a:lnTo>
                    <a:pt x="251489" y="14188"/>
                  </a:lnTo>
                  <a:lnTo>
                    <a:pt x="251489" y="0"/>
                  </a:lnTo>
                  <a:close/>
                </a:path>
              </a:pathLst>
            </a:custGeom>
            <a:solidFill>
              <a:srgbClr val="AFC6C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1" name="object 491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3889001" y="7567887"/>
              <a:ext cx="219940" cy="86256"/>
            </a:xfrm>
            <a:prstGeom prst="rect">
              <a:avLst/>
            </a:prstGeom>
          </p:spPr>
        </p:pic>
        <p:sp>
          <p:nvSpPr>
            <p:cNvPr id="492" name="object 492" descr=""/>
            <p:cNvSpPr/>
            <p:nvPr/>
          </p:nvSpPr>
          <p:spPr>
            <a:xfrm>
              <a:off x="3920934" y="7645736"/>
              <a:ext cx="156210" cy="306705"/>
            </a:xfrm>
            <a:custGeom>
              <a:avLst/>
              <a:gdLst/>
              <a:ahLst/>
              <a:cxnLst/>
              <a:rect l="l" t="t" r="r" b="b"/>
              <a:pathLst>
                <a:path w="156210" h="306704">
                  <a:moveTo>
                    <a:pt x="156070" y="66370"/>
                  </a:moveTo>
                  <a:lnTo>
                    <a:pt x="121615" y="66370"/>
                  </a:lnTo>
                  <a:lnTo>
                    <a:pt x="121615" y="0"/>
                  </a:lnTo>
                  <a:lnTo>
                    <a:pt x="114515" y="0"/>
                  </a:lnTo>
                  <a:lnTo>
                    <a:pt x="114515" y="232613"/>
                  </a:lnTo>
                  <a:lnTo>
                    <a:pt x="78041" y="232613"/>
                  </a:lnTo>
                  <a:lnTo>
                    <a:pt x="78041" y="156591"/>
                  </a:lnTo>
                  <a:lnTo>
                    <a:pt x="114515" y="156591"/>
                  </a:lnTo>
                  <a:lnTo>
                    <a:pt x="114515" y="149504"/>
                  </a:lnTo>
                  <a:lnTo>
                    <a:pt x="78041" y="149504"/>
                  </a:lnTo>
                  <a:lnTo>
                    <a:pt x="78041" y="73469"/>
                  </a:lnTo>
                  <a:lnTo>
                    <a:pt x="114515" y="73469"/>
                  </a:lnTo>
                  <a:lnTo>
                    <a:pt x="114515" y="66370"/>
                  </a:lnTo>
                  <a:lnTo>
                    <a:pt x="78041" y="66370"/>
                  </a:lnTo>
                  <a:lnTo>
                    <a:pt x="78041" y="0"/>
                  </a:lnTo>
                  <a:lnTo>
                    <a:pt x="70942" y="0"/>
                  </a:lnTo>
                  <a:lnTo>
                    <a:pt x="70942" y="232613"/>
                  </a:lnTo>
                  <a:lnTo>
                    <a:pt x="34455" y="232613"/>
                  </a:lnTo>
                  <a:lnTo>
                    <a:pt x="34455" y="156591"/>
                  </a:lnTo>
                  <a:lnTo>
                    <a:pt x="70942" y="156591"/>
                  </a:lnTo>
                  <a:lnTo>
                    <a:pt x="70942" y="149504"/>
                  </a:lnTo>
                  <a:lnTo>
                    <a:pt x="34455" y="149504"/>
                  </a:lnTo>
                  <a:lnTo>
                    <a:pt x="34455" y="73469"/>
                  </a:lnTo>
                  <a:lnTo>
                    <a:pt x="70942" y="73469"/>
                  </a:lnTo>
                  <a:lnTo>
                    <a:pt x="70942" y="66370"/>
                  </a:lnTo>
                  <a:lnTo>
                    <a:pt x="34455" y="66370"/>
                  </a:lnTo>
                  <a:lnTo>
                    <a:pt x="34455" y="0"/>
                  </a:lnTo>
                  <a:lnTo>
                    <a:pt x="27355" y="0"/>
                  </a:lnTo>
                  <a:lnTo>
                    <a:pt x="27355" y="66370"/>
                  </a:lnTo>
                  <a:lnTo>
                    <a:pt x="0" y="66370"/>
                  </a:lnTo>
                  <a:lnTo>
                    <a:pt x="0" y="73469"/>
                  </a:lnTo>
                  <a:lnTo>
                    <a:pt x="27355" y="73469"/>
                  </a:lnTo>
                  <a:lnTo>
                    <a:pt x="27355" y="149504"/>
                  </a:lnTo>
                  <a:lnTo>
                    <a:pt x="0" y="149504"/>
                  </a:lnTo>
                  <a:lnTo>
                    <a:pt x="0" y="156591"/>
                  </a:lnTo>
                  <a:lnTo>
                    <a:pt x="27355" y="156591"/>
                  </a:lnTo>
                  <a:lnTo>
                    <a:pt x="27355" y="232613"/>
                  </a:lnTo>
                  <a:lnTo>
                    <a:pt x="0" y="232613"/>
                  </a:lnTo>
                  <a:lnTo>
                    <a:pt x="0" y="239712"/>
                  </a:lnTo>
                  <a:lnTo>
                    <a:pt x="27355" y="239712"/>
                  </a:lnTo>
                  <a:lnTo>
                    <a:pt x="27355" y="306362"/>
                  </a:lnTo>
                  <a:lnTo>
                    <a:pt x="34455" y="306362"/>
                  </a:lnTo>
                  <a:lnTo>
                    <a:pt x="34455" y="239712"/>
                  </a:lnTo>
                  <a:lnTo>
                    <a:pt x="70942" y="239712"/>
                  </a:lnTo>
                  <a:lnTo>
                    <a:pt x="70942" y="306362"/>
                  </a:lnTo>
                  <a:lnTo>
                    <a:pt x="78041" y="306362"/>
                  </a:lnTo>
                  <a:lnTo>
                    <a:pt x="78041" y="239712"/>
                  </a:lnTo>
                  <a:lnTo>
                    <a:pt x="114515" y="239712"/>
                  </a:lnTo>
                  <a:lnTo>
                    <a:pt x="114515" y="306362"/>
                  </a:lnTo>
                  <a:lnTo>
                    <a:pt x="121615" y="306362"/>
                  </a:lnTo>
                  <a:lnTo>
                    <a:pt x="121615" y="239712"/>
                  </a:lnTo>
                  <a:lnTo>
                    <a:pt x="156070" y="239712"/>
                  </a:lnTo>
                  <a:lnTo>
                    <a:pt x="156070" y="232613"/>
                  </a:lnTo>
                  <a:lnTo>
                    <a:pt x="121615" y="232613"/>
                  </a:lnTo>
                  <a:lnTo>
                    <a:pt x="121615" y="156591"/>
                  </a:lnTo>
                  <a:lnTo>
                    <a:pt x="156070" y="156591"/>
                  </a:lnTo>
                  <a:lnTo>
                    <a:pt x="156070" y="149504"/>
                  </a:lnTo>
                  <a:lnTo>
                    <a:pt x="121615" y="149504"/>
                  </a:lnTo>
                  <a:lnTo>
                    <a:pt x="121615" y="73469"/>
                  </a:lnTo>
                  <a:lnTo>
                    <a:pt x="156070" y="73469"/>
                  </a:lnTo>
                  <a:lnTo>
                    <a:pt x="156070" y="66370"/>
                  </a:lnTo>
                  <a:close/>
                </a:path>
              </a:pathLst>
            </a:custGeom>
            <a:solidFill>
              <a:srgbClr val="E8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3" name="object 493" descr=""/>
            <p:cNvSpPr/>
            <p:nvPr/>
          </p:nvSpPr>
          <p:spPr>
            <a:xfrm>
              <a:off x="4309910" y="7645735"/>
              <a:ext cx="156210" cy="306705"/>
            </a:xfrm>
            <a:custGeom>
              <a:avLst/>
              <a:gdLst/>
              <a:ahLst/>
              <a:cxnLst/>
              <a:rect l="l" t="t" r="r" b="b"/>
              <a:pathLst>
                <a:path w="156210" h="306704">
                  <a:moveTo>
                    <a:pt x="156068" y="0"/>
                  </a:moveTo>
                  <a:lnTo>
                    <a:pt x="0" y="0"/>
                  </a:lnTo>
                  <a:lnTo>
                    <a:pt x="0" y="306357"/>
                  </a:lnTo>
                  <a:lnTo>
                    <a:pt x="156068" y="306357"/>
                  </a:lnTo>
                  <a:lnTo>
                    <a:pt x="156068" y="0"/>
                  </a:lnTo>
                  <a:close/>
                </a:path>
              </a:pathLst>
            </a:custGeom>
            <a:solidFill>
              <a:srgbClr val="6BBB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4" name="object 494" descr=""/>
            <p:cNvSpPr/>
            <p:nvPr/>
          </p:nvSpPr>
          <p:spPr>
            <a:xfrm>
              <a:off x="4262196" y="7633988"/>
              <a:ext cx="252095" cy="353060"/>
            </a:xfrm>
            <a:custGeom>
              <a:avLst/>
              <a:gdLst/>
              <a:ahLst/>
              <a:cxnLst/>
              <a:rect l="l" t="t" r="r" b="b"/>
              <a:pathLst>
                <a:path w="252095" h="353059">
                  <a:moveTo>
                    <a:pt x="251498" y="333044"/>
                  </a:moveTo>
                  <a:lnTo>
                    <a:pt x="238315" y="333044"/>
                  </a:lnTo>
                  <a:lnTo>
                    <a:pt x="238315" y="318109"/>
                  </a:lnTo>
                  <a:lnTo>
                    <a:pt x="229171" y="318109"/>
                  </a:lnTo>
                  <a:lnTo>
                    <a:pt x="233654" y="318096"/>
                  </a:lnTo>
                  <a:lnTo>
                    <a:pt x="233654" y="312889"/>
                  </a:lnTo>
                  <a:lnTo>
                    <a:pt x="229171" y="312889"/>
                  </a:lnTo>
                  <a:lnTo>
                    <a:pt x="229171" y="0"/>
                  </a:lnTo>
                  <a:lnTo>
                    <a:pt x="203771" y="0"/>
                  </a:lnTo>
                  <a:lnTo>
                    <a:pt x="203771" y="312889"/>
                  </a:lnTo>
                  <a:lnTo>
                    <a:pt x="199301" y="312889"/>
                  </a:lnTo>
                  <a:lnTo>
                    <a:pt x="199301" y="318096"/>
                  </a:lnTo>
                  <a:lnTo>
                    <a:pt x="203771" y="318096"/>
                  </a:lnTo>
                  <a:lnTo>
                    <a:pt x="194640" y="318109"/>
                  </a:lnTo>
                  <a:lnTo>
                    <a:pt x="56857" y="318109"/>
                  </a:lnTo>
                  <a:lnTo>
                    <a:pt x="47713" y="318109"/>
                  </a:lnTo>
                  <a:lnTo>
                    <a:pt x="52197" y="318096"/>
                  </a:lnTo>
                  <a:lnTo>
                    <a:pt x="52197" y="312889"/>
                  </a:lnTo>
                  <a:lnTo>
                    <a:pt x="47713" y="312889"/>
                  </a:lnTo>
                  <a:lnTo>
                    <a:pt x="47713" y="0"/>
                  </a:lnTo>
                  <a:lnTo>
                    <a:pt x="22313" y="0"/>
                  </a:lnTo>
                  <a:lnTo>
                    <a:pt x="22313" y="312889"/>
                  </a:lnTo>
                  <a:lnTo>
                    <a:pt x="17830" y="312889"/>
                  </a:lnTo>
                  <a:lnTo>
                    <a:pt x="17830" y="318096"/>
                  </a:lnTo>
                  <a:lnTo>
                    <a:pt x="22313" y="318096"/>
                  </a:lnTo>
                  <a:lnTo>
                    <a:pt x="13169" y="318109"/>
                  </a:lnTo>
                  <a:lnTo>
                    <a:pt x="13169" y="333044"/>
                  </a:lnTo>
                  <a:lnTo>
                    <a:pt x="0" y="333044"/>
                  </a:lnTo>
                  <a:lnTo>
                    <a:pt x="0" y="352450"/>
                  </a:lnTo>
                  <a:lnTo>
                    <a:pt x="251498" y="352450"/>
                  </a:lnTo>
                  <a:lnTo>
                    <a:pt x="251498" y="333044"/>
                  </a:lnTo>
                  <a:close/>
                </a:path>
              </a:pathLst>
            </a:custGeom>
            <a:solidFill>
              <a:srgbClr val="E9F3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5" name="object 495" descr=""/>
            <p:cNvSpPr/>
            <p:nvPr/>
          </p:nvSpPr>
          <p:spPr>
            <a:xfrm>
              <a:off x="4262205" y="7986437"/>
              <a:ext cx="252095" cy="14604"/>
            </a:xfrm>
            <a:custGeom>
              <a:avLst/>
              <a:gdLst/>
              <a:ahLst/>
              <a:cxnLst/>
              <a:rect l="l" t="t" r="r" b="b"/>
              <a:pathLst>
                <a:path w="252095" h="14604">
                  <a:moveTo>
                    <a:pt x="251489" y="0"/>
                  </a:moveTo>
                  <a:lnTo>
                    <a:pt x="0" y="0"/>
                  </a:lnTo>
                  <a:lnTo>
                    <a:pt x="0" y="14188"/>
                  </a:lnTo>
                  <a:lnTo>
                    <a:pt x="251489" y="14188"/>
                  </a:lnTo>
                  <a:lnTo>
                    <a:pt x="251489" y="0"/>
                  </a:lnTo>
                  <a:close/>
                </a:path>
              </a:pathLst>
            </a:custGeom>
            <a:solidFill>
              <a:srgbClr val="AFC6C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6" name="object 496" descr="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4277974" y="7567887"/>
              <a:ext cx="219940" cy="86256"/>
            </a:xfrm>
            <a:prstGeom prst="rect">
              <a:avLst/>
            </a:prstGeom>
          </p:spPr>
        </p:pic>
        <p:sp>
          <p:nvSpPr>
            <p:cNvPr id="497" name="object 497" descr=""/>
            <p:cNvSpPr/>
            <p:nvPr/>
          </p:nvSpPr>
          <p:spPr>
            <a:xfrm>
              <a:off x="4309910" y="7645736"/>
              <a:ext cx="156210" cy="306705"/>
            </a:xfrm>
            <a:custGeom>
              <a:avLst/>
              <a:gdLst/>
              <a:ahLst/>
              <a:cxnLst/>
              <a:rect l="l" t="t" r="r" b="b"/>
              <a:pathLst>
                <a:path w="156210" h="306704">
                  <a:moveTo>
                    <a:pt x="156057" y="66370"/>
                  </a:moveTo>
                  <a:lnTo>
                    <a:pt x="121615" y="66370"/>
                  </a:lnTo>
                  <a:lnTo>
                    <a:pt x="121615" y="0"/>
                  </a:lnTo>
                  <a:lnTo>
                    <a:pt x="114515" y="0"/>
                  </a:lnTo>
                  <a:lnTo>
                    <a:pt x="114515" y="232613"/>
                  </a:lnTo>
                  <a:lnTo>
                    <a:pt x="78028" y="232613"/>
                  </a:lnTo>
                  <a:lnTo>
                    <a:pt x="78028" y="156591"/>
                  </a:lnTo>
                  <a:lnTo>
                    <a:pt x="114515" y="156591"/>
                  </a:lnTo>
                  <a:lnTo>
                    <a:pt x="114515" y="149504"/>
                  </a:lnTo>
                  <a:lnTo>
                    <a:pt x="78028" y="149504"/>
                  </a:lnTo>
                  <a:lnTo>
                    <a:pt x="78028" y="73469"/>
                  </a:lnTo>
                  <a:lnTo>
                    <a:pt x="114515" y="73469"/>
                  </a:lnTo>
                  <a:lnTo>
                    <a:pt x="114515" y="66370"/>
                  </a:lnTo>
                  <a:lnTo>
                    <a:pt x="78028" y="66370"/>
                  </a:lnTo>
                  <a:lnTo>
                    <a:pt x="78028" y="0"/>
                  </a:lnTo>
                  <a:lnTo>
                    <a:pt x="70929" y="0"/>
                  </a:lnTo>
                  <a:lnTo>
                    <a:pt x="70929" y="232613"/>
                  </a:lnTo>
                  <a:lnTo>
                    <a:pt x="34442" y="232613"/>
                  </a:lnTo>
                  <a:lnTo>
                    <a:pt x="34442" y="156591"/>
                  </a:lnTo>
                  <a:lnTo>
                    <a:pt x="70929" y="156591"/>
                  </a:lnTo>
                  <a:lnTo>
                    <a:pt x="70929" y="149504"/>
                  </a:lnTo>
                  <a:lnTo>
                    <a:pt x="34442" y="149504"/>
                  </a:lnTo>
                  <a:lnTo>
                    <a:pt x="34442" y="73469"/>
                  </a:lnTo>
                  <a:lnTo>
                    <a:pt x="70929" y="73469"/>
                  </a:lnTo>
                  <a:lnTo>
                    <a:pt x="70929" y="66370"/>
                  </a:lnTo>
                  <a:lnTo>
                    <a:pt x="34442" y="66370"/>
                  </a:lnTo>
                  <a:lnTo>
                    <a:pt x="34442" y="0"/>
                  </a:lnTo>
                  <a:lnTo>
                    <a:pt x="27343" y="0"/>
                  </a:lnTo>
                  <a:lnTo>
                    <a:pt x="27343" y="66370"/>
                  </a:lnTo>
                  <a:lnTo>
                    <a:pt x="0" y="66370"/>
                  </a:lnTo>
                  <a:lnTo>
                    <a:pt x="0" y="73469"/>
                  </a:lnTo>
                  <a:lnTo>
                    <a:pt x="27343" y="73469"/>
                  </a:lnTo>
                  <a:lnTo>
                    <a:pt x="27343" y="149504"/>
                  </a:lnTo>
                  <a:lnTo>
                    <a:pt x="0" y="149504"/>
                  </a:lnTo>
                  <a:lnTo>
                    <a:pt x="0" y="156591"/>
                  </a:lnTo>
                  <a:lnTo>
                    <a:pt x="27343" y="156591"/>
                  </a:lnTo>
                  <a:lnTo>
                    <a:pt x="27343" y="232613"/>
                  </a:lnTo>
                  <a:lnTo>
                    <a:pt x="0" y="232613"/>
                  </a:lnTo>
                  <a:lnTo>
                    <a:pt x="0" y="239712"/>
                  </a:lnTo>
                  <a:lnTo>
                    <a:pt x="27343" y="239712"/>
                  </a:lnTo>
                  <a:lnTo>
                    <a:pt x="27343" y="306362"/>
                  </a:lnTo>
                  <a:lnTo>
                    <a:pt x="34442" y="306362"/>
                  </a:lnTo>
                  <a:lnTo>
                    <a:pt x="34442" y="239712"/>
                  </a:lnTo>
                  <a:lnTo>
                    <a:pt x="70929" y="239712"/>
                  </a:lnTo>
                  <a:lnTo>
                    <a:pt x="70929" y="306362"/>
                  </a:lnTo>
                  <a:lnTo>
                    <a:pt x="78028" y="306362"/>
                  </a:lnTo>
                  <a:lnTo>
                    <a:pt x="78028" y="239712"/>
                  </a:lnTo>
                  <a:lnTo>
                    <a:pt x="114515" y="239712"/>
                  </a:lnTo>
                  <a:lnTo>
                    <a:pt x="114515" y="306362"/>
                  </a:lnTo>
                  <a:lnTo>
                    <a:pt x="121615" y="306362"/>
                  </a:lnTo>
                  <a:lnTo>
                    <a:pt x="121615" y="239712"/>
                  </a:lnTo>
                  <a:lnTo>
                    <a:pt x="156057" y="239712"/>
                  </a:lnTo>
                  <a:lnTo>
                    <a:pt x="156057" y="232613"/>
                  </a:lnTo>
                  <a:lnTo>
                    <a:pt x="121615" y="232613"/>
                  </a:lnTo>
                  <a:lnTo>
                    <a:pt x="121615" y="156591"/>
                  </a:lnTo>
                  <a:lnTo>
                    <a:pt x="156057" y="156591"/>
                  </a:lnTo>
                  <a:lnTo>
                    <a:pt x="156057" y="149504"/>
                  </a:lnTo>
                  <a:lnTo>
                    <a:pt x="121615" y="149504"/>
                  </a:lnTo>
                  <a:lnTo>
                    <a:pt x="121615" y="73469"/>
                  </a:lnTo>
                  <a:lnTo>
                    <a:pt x="156057" y="73469"/>
                  </a:lnTo>
                  <a:lnTo>
                    <a:pt x="156057" y="66370"/>
                  </a:lnTo>
                  <a:close/>
                </a:path>
              </a:pathLst>
            </a:custGeom>
            <a:solidFill>
              <a:srgbClr val="E8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8" name="object 498" descr=""/>
            <p:cNvSpPr/>
            <p:nvPr/>
          </p:nvSpPr>
          <p:spPr>
            <a:xfrm>
              <a:off x="3920948" y="8180399"/>
              <a:ext cx="156210" cy="306705"/>
            </a:xfrm>
            <a:custGeom>
              <a:avLst/>
              <a:gdLst/>
              <a:ahLst/>
              <a:cxnLst/>
              <a:rect l="l" t="t" r="r" b="b"/>
              <a:pathLst>
                <a:path w="156210" h="306704">
                  <a:moveTo>
                    <a:pt x="156068" y="0"/>
                  </a:moveTo>
                  <a:lnTo>
                    <a:pt x="0" y="0"/>
                  </a:lnTo>
                  <a:lnTo>
                    <a:pt x="0" y="306357"/>
                  </a:lnTo>
                  <a:lnTo>
                    <a:pt x="156068" y="306357"/>
                  </a:lnTo>
                  <a:lnTo>
                    <a:pt x="156068" y="0"/>
                  </a:lnTo>
                  <a:close/>
                </a:path>
              </a:pathLst>
            </a:custGeom>
            <a:solidFill>
              <a:srgbClr val="6BBB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9" name="object 499" descr=""/>
            <p:cNvSpPr/>
            <p:nvPr/>
          </p:nvSpPr>
          <p:spPr>
            <a:xfrm>
              <a:off x="3873220" y="8168646"/>
              <a:ext cx="252095" cy="353060"/>
            </a:xfrm>
            <a:custGeom>
              <a:avLst/>
              <a:gdLst/>
              <a:ahLst/>
              <a:cxnLst/>
              <a:rect l="l" t="t" r="r" b="b"/>
              <a:pathLst>
                <a:path w="252095" h="353059">
                  <a:moveTo>
                    <a:pt x="251498" y="333044"/>
                  </a:moveTo>
                  <a:lnTo>
                    <a:pt x="238328" y="333044"/>
                  </a:lnTo>
                  <a:lnTo>
                    <a:pt x="238328" y="318122"/>
                  </a:lnTo>
                  <a:lnTo>
                    <a:pt x="229171" y="318122"/>
                  </a:lnTo>
                  <a:lnTo>
                    <a:pt x="233667" y="318109"/>
                  </a:lnTo>
                  <a:lnTo>
                    <a:pt x="233667" y="312889"/>
                  </a:lnTo>
                  <a:lnTo>
                    <a:pt x="229171" y="312889"/>
                  </a:lnTo>
                  <a:lnTo>
                    <a:pt x="229171" y="0"/>
                  </a:lnTo>
                  <a:lnTo>
                    <a:pt x="203784" y="0"/>
                  </a:lnTo>
                  <a:lnTo>
                    <a:pt x="203784" y="312889"/>
                  </a:lnTo>
                  <a:lnTo>
                    <a:pt x="199301" y="312889"/>
                  </a:lnTo>
                  <a:lnTo>
                    <a:pt x="199301" y="318109"/>
                  </a:lnTo>
                  <a:lnTo>
                    <a:pt x="203784" y="318109"/>
                  </a:lnTo>
                  <a:lnTo>
                    <a:pt x="194640" y="318122"/>
                  </a:lnTo>
                  <a:lnTo>
                    <a:pt x="56857" y="318122"/>
                  </a:lnTo>
                  <a:lnTo>
                    <a:pt x="47713" y="318122"/>
                  </a:lnTo>
                  <a:lnTo>
                    <a:pt x="52209" y="318109"/>
                  </a:lnTo>
                  <a:lnTo>
                    <a:pt x="52209" y="312889"/>
                  </a:lnTo>
                  <a:lnTo>
                    <a:pt x="47713" y="312889"/>
                  </a:lnTo>
                  <a:lnTo>
                    <a:pt x="47713" y="0"/>
                  </a:lnTo>
                  <a:lnTo>
                    <a:pt x="22313" y="0"/>
                  </a:lnTo>
                  <a:lnTo>
                    <a:pt x="22313" y="312889"/>
                  </a:lnTo>
                  <a:lnTo>
                    <a:pt x="17843" y="312889"/>
                  </a:lnTo>
                  <a:lnTo>
                    <a:pt x="17843" y="318109"/>
                  </a:lnTo>
                  <a:lnTo>
                    <a:pt x="22313" y="318109"/>
                  </a:lnTo>
                  <a:lnTo>
                    <a:pt x="13182" y="318122"/>
                  </a:lnTo>
                  <a:lnTo>
                    <a:pt x="13182" y="333044"/>
                  </a:lnTo>
                  <a:lnTo>
                    <a:pt x="0" y="333044"/>
                  </a:lnTo>
                  <a:lnTo>
                    <a:pt x="0" y="352463"/>
                  </a:lnTo>
                  <a:lnTo>
                    <a:pt x="251498" y="352463"/>
                  </a:lnTo>
                  <a:lnTo>
                    <a:pt x="251498" y="333044"/>
                  </a:lnTo>
                  <a:close/>
                </a:path>
              </a:pathLst>
            </a:custGeom>
            <a:solidFill>
              <a:srgbClr val="E9F3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0" name="object 500" descr=""/>
            <p:cNvSpPr/>
            <p:nvPr/>
          </p:nvSpPr>
          <p:spPr>
            <a:xfrm>
              <a:off x="3873232" y="8521101"/>
              <a:ext cx="252095" cy="14604"/>
            </a:xfrm>
            <a:custGeom>
              <a:avLst/>
              <a:gdLst/>
              <a:ahLst/>
              <a:cxnLst/>
              <a:rect l="l" t="t" r="r" b="b"/>
              <a:pathLst>
                <a:path w="252095" h="14604">
                  <a:moveTo>
                    <a:pt x="251489" y="0"/>
                  </a:moveTo>
                  <a:lnTo>
                    <a:pt x="0" y="0"/>
                  </a:lnTo>
                  <a:lnTo>
                    <a:pt x="0" y="14188"/>
                  </a:lnTo>
                  <a:lnTo>
                    <a:pt x="251489" y="14188"/>
                  </a:lnTo>
                  <a:lnTo>
                    <a:pt x="251489" y="0"/>
                  </a:lnTo>
                  <a:close/>
                </a:path>
              </a:pathLst>
            </a:custGeom>
            <a:solidFill>
              <a:srgbClr val="AFC6C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1" name="object 501" descr="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3889001" y="8102551"/>
              <a:ext cx="219940" cy="86246"/>
            </a:xfrm>
            <a:prstGeom prst="rect">
              <a:avLst/>
            </a:prstGeom>
          </p:spPr>
        </p:pic>
        <p:sp>
          <p:nvSpPr>
            <p:cNvPr id="502" name="object 502" descr=""/>
            <p:cNvSpPr/>
            <p:nvPr/>
          </p:nvSpPr>
          <p:spPr>
            <a:xfrm>
              <a:off x="3920934" y="8180406"/>
              <a:ext cx="156210" cy="306705"/>
            </a:xfrm>
            <a:custGeom>
              <a:avLst/>
              <a:gdLst/>
              <a:ahLst/>
              <a:cxnLst/>
              <a:rect l="l" t="t" r="r" b="b"/>
              <a:pathLst>
                <a:path w="156210" h="306704">
                  <a:moveTo>
                    <a:pt x="156070" y="66370"/>
                  </a:moveTo>
                  <a:lnTo>
                    <a:pt x="121615" y="66370"/>
                  </a:lnTo>
                  <a:lnTo>
                    <a:pt x="121615" y="0"/>
                  </a:lnTo>
                  <a:lnTo>
                    <a:pt x="114515" y="0"/>
                  </a:lnTo>
                  <a:lnTo>
                    <a:pt x="114515" y="232613"/>
                  </a:lnTo>
                  <a:lnTo>
                    <a:pt x="78041" y="232613"/>
                  </a:lnTo>
                  <a:lnTo>
                    <a:pt x="78041" y="156591"/>
                  </a:lnTo>
                  <a:lnTo>
                    <a:pt x="114515" y="156591"/>
                  </a:lnTo>
                  <a:lnTo>
                    <a:pt x="114515" y="149491"/>
                  </a:lnTo>
                  <a:lnTo>
                    <a:pt x="78041" y="149491"/>
                  </a:lnTo>
                  <a:lnTo>
                    <a:pt x="78041" y="73456"/>
                  </a:lnTo>
                  <a:lnTo>
                    <a:pt x="114515" y="73456"/>
                  </a:lnTo>
                  <a:lnTo>
                    <a:pt x="114515" y="66370"/>
                  </a:lnTo>
                  <a:lnTo>
                    <a:pt x="78041" y="66370"/>
                  </a:lnTo>
                  <a:lnTo>
                    <a:pt x="78041" y="0"/>
                  </a:lnTo>
                  <a:lnTo>
                    <a:pt x="70942" y="0"/>
                  </a:lnTo>
                  <a:lnTo>
                    <a:pt x="70942" y="232613"/>
                  </a:lnTo>
                  <a:lnTo>
                    <a:pt x="34455" y="232613"/>
                  </a:lnTo>
                  <a:lnTo>
                    <a:pt x="34455" y="156591"/>
                  </a:lnTo>
                  <a:lnTo>
                    <a:pt x="70942" y="156591"/>
                  </a:lnTo>
                  <a:lnTo>
                    <a:pt x="70942" y="149491"/>
                  </a:lnTo>
                  <a:lnTo>
                    <a:pt x="34455" y="149491"/>
                  </a:lnTo>
                  <a:lnTo>
                    <a:pt x="34455" y="73456"/>
                  </a:lnTo>
                  <a:lnTo>
                    <a:pt x="70942" y="73456"/>
                  </a:lnTo>
                  <a:lnTo>
                    <a:pt x="70942" y="66370"/>
                  </a:lnTo>
                  <a:lnTo>
                    <a:pt x="34455" y="66370"/>
                  </a:lnTo>
                  <a:lnTo>
                    <a:pt x="34455" y="0"/>
                  </a:lnTo>
                  <a:lnTo>
                    <a:pt x="27355" y="0"/>
                  </a:lnTo>
                  <a:lnTo>
                    <a:pt x="27355" y="66370"/>
                  </a:lnTo>
                  <a:lnTo>
                    <a:pt x="0" y="66370"/>
                  </a:lnTo>
                  <a:lnTo>
                    <a:pt x="0" y="73456"/>
                  </a:lnTo>
                  <a:lnTo>
                    <a:pt x="27355" y="73456"/>
                  </a:lnTo>
                  <a:lnTo>
                    <a:pt x="27355" y="149491"/>
                  </a:lnTo>
                  <a:lnTo>
                    <a:pt x="0" y="149491"/>
                  </a:lnTo>
                  <a:lnTo>
                    <a:pt x="0" y="156591"/>
                  </a:lnTo>
                  <a:lnTo>
                    <a:pt x="27355" y="156591"/>
                  </a:lnTo>
                  <a:lnTo>
                    <a:pt x="27355" y="232613"/>
                  </a:lnTo>
                  <a:lnTo>
                    <a:pt x="0" y="232613"/>
                  </a:lnTo>
                  <a:lnTo>
                    <a:pt x="0" y="239712"/>
                  </a:lnTo>
                  <a:lnTo>
                    <a:pt x="27355" y="239712"/>
                  </a:lnTo>
                  <a:lnTo>
                    <a:pt x="27355" y="306362"/>
                  </a:lnTo>
                  <a:lnTo>
                    <a:pt x="34455" y="306362"/>
                  </a:lnTo>
                  <a:lnTo>
                    <a:pt x="34455" y="239712"/>
                  </a:lnTo>
                  <a:lnTo>
                    <a:pt x="70942" y="239712"/>
                  </a:lnTo>
                  <a:lnTo>
                    <a:pt x="70942" y="306362"/>
                  </a:lnTo>
                  <a:lnTo>
                    <a:pt x="78041" y="306362"/>
                  </a:lnTo>
                  <a:lnTo>
                    <a:pt x="78041" y="239712"/>
                  </a:lnTo>
                  <a:lnTo>
                    <a:pt x="114515" y="239712"/>
                  </a:lnTo>
                  <a:lnTo>
                    <a:pt x="114515" y="306362"/>
                  </a:lnTo>
                  <a:lnTo>
                    <a:pt x="121615" y="306362"/>
                  </a:lnTo>
                  <a:lnTo>
                    <a:pt x="121615" y="239712"/>
                  </a:lnTo>
                  <a:lnTo>
                    <a:pt x="156070" y="239712"/>
                  </a:lnTo>
                  <a:lnTo>
                    <a:pt x="156070" y="232613"/>
                  </a:lnTo>
                  <a:lnTo>
                    <a:pt x="121615" y="232613"/>
                  </a:lnTo>
                  <a:lnTo>
                    <a:pt x="121615" y="156591"/>
                  </a:lnTo>
                  <a:lnTo>
                    <a:pt x="156070" y="156591"/>
                  </a:lnTo>
                  <a:lnTo>
                    <a:pt x="156070" y="149491"/>
                  </a:lnTo>
                  <a:lnTo>
                    <a:pt x="121615" y="149491"/>
                  </a:lnTo>
                  <a:lnTo>
                    <a:pt x="121615" y="73456"/>
                  </a:lnTo>
                  <a:lnTo>
                    <a:pt x="156070" y="73456"/>
                  </a:lnTo>
                  <a:lnTo>
                    <a:pt x="156070" y="66370"/>
                  </a:lnTo>
                  <a:close/>
                </a:path>
              </a:pathLst>
            </a:custGeom>
            <a:solidFill>
              <a:srgbClr val="E8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3" name="object 503" descr=""/>
            <p:cNvSpPr/>
            <p:nvPr/>
          </p:nvSpPr>
          <p:spPr>
            <a:xfrm>
              <a:off x="4309910" y="8180399"/>
              <a:ext cx="156210" cy="306705"/>
            </a:xfrm>
            <a:custGeom>
              <a:avLst/>
              <a:gdLst/>
              <a:ahLst/>
              <a:cxnLst/>
              <a:rect l="l" t="t" r="r" b="b"/>
              <a:pathLst>
                <a:path w="156210" h="306704">
                  <a:moveTo>
                    <a:pt x="156068" y="0"/>
                  </a:moveTo>
                  <a:lnTo>
                    <a:pt x="0" y="0"/>
                  </a:lnTo>
                  <a:lnTo>
                    <a:pt x="0" y="306357"/>
                  </a:lnTo>
                  <a:lnTo>
                    <a:pt x="156068" y="306357"/>
                  </a:lnTo>
                  <a:lnTo>
                    <a:pt x="156068" y="0"/>
                  </a:lnTo>
                  <a:close/>
                </a:path>
              </a:pathLst>
            </a:custGeom>
            <a:solidFill>
              <a:srgbClr val="6BBB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4" name="object 504" descr=""/>
            <p:cNvSpPr/>
            <p:nvPr/>
          </p:nvSpPr>
          <p:spPr>
            <a:xfrm>
              <a:off x="4262196" y="8168646"/>
              <a:ext cx="252095" cy="353060"/>
            </a:xfrm>
            <a:custGeom>
              <a:avLst/>
              <a:gdLst/>
              <a:ahLst/>
              <a:cxnLst/>
              <a:rect l="l" t="t" r="r" b="b"/>
              <a:pathLst>
                <a:path w="252095" h="353059">
                  <a:moveTo>
                    <a:pt x="251498" y="333044"/>
                  </a:moveTo>
                  <a:lnTo>
                    <a:pt x="238315" y="333044"/>
                  </a:lnTo>
                  <a:lnTo>
                    <a:pt x="238315" y="318122"/>
                  </a:lnTo>
                  <a:lnTo>
                    <a:pt x="229171" y="318122"/>
                  </a:lnTo>
                  <a:lnTo>
                    <a:pt x="233654" y="318109"/>
                  </a:lnTo>
                  <a:lnTo>
                    <a:pt x="233654" y="312889"/>
                  </a:lnTo>
                  <a:lnTo>
                    <a:pt x="229171" y="312889"/>
                  </a:lnTo>
                  <a:lnTo>
                    <a:pt x="229171" y="0"/>
                  </a:lnTo>
                  <a:lnTo>
                    <a:pt x="203771" y="0"/>
                  </a:lnTo>
                  <a:lnTo>
                    <a:pt x="203771" y="312889"/>
                  </a:lnTo>
                  <a:lnTo>
                    <a:pt x="199301" y="312889"/>
                  </a:lnTo>
                  <a:lnTo>
                    <a:pt x="199301" y="318109"/>
                  </a:lnTo>
                  <a:lnTo>
                    <a:pt x="203771" y="318109"/>
                  </a:lnTo>
                  <a:lnTo>
                    <a:pt x="194640" y="318122"/>
                  </a:lnTo>
                  <a:lnTo>
                    <a:pt x="56857" y="318122"/>
                  </a:lnTo>
                  <a:lnTo>
                    <a:pt x="47713" y="318122"/>
                  </a:lnTo>
                  <a:lnTo>
                    <a:pt x="52197" y="318109"/>
                  </a:lnTo>
                  <a:lnTo>
                    <a:pt x="52197" y="312889"/>
                  </a:lnTo>
                  <a:lnTo>
                    <a:pt x="47713" y="312889"/>
                  </a:lnTo>
                  <a:lnTo>
                    <a:pt x="47713" y="0"/>
                  </a:lnTo>
                  <a:lnTo>
                    <a:pt x="22313" y="0"/>
                  </a:lnTo>
                  <a:lnTo>
                    <a:pt x="22313" y="312889"/>
                  </a:lnTo>
                  <a:lnTo>
                    <a:pt x="17830" y="312889"/>
                  </a:lnTo>
                  <a:lnTo>
                    <a:pt x="17830" y="318109"/>
                  </a:lnTo>
                  <a:lnTo>
                    <a:pt x="22313" y="318109"/>
                  </a:lnTo>
                  <a:lnTo>
                    <a:pt x="13169" y="318122"/>
                  </a:lnTo>
                  <a:lnTo>
                    <a:pt x="13169" y="333044"/>
                  </a:lnTo>
                  <a:lnTo>
                    <a:pt x="0" y="333044"/>
                  </a:lnTo>
                  <a:lnTo>
                    <a:pt x="0" y="352463"/>
                  </a:lnTo>
                  <a:lnTo>
                    <a:pt x="251498" y="352463"/>
                  </a:lnTo>
                  <a:lnTo>
                    <a:pt x="251498" y="333044"/>
                  </a:lnTo>
                  <a:close/>
                </a:path>
              </a:pathLst>
            </a:custGeom>
            <a:solidFill>
              <a:srgbClr val="E9F3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5" name="object 505" descr=""/>
            <p:cNvSpPr/>
            <p:nvPr/>
          </p:nvSpPr>
          <p:spPr>
            <a:xfrm>
              <a:off x="4262205" y="8521101"/>
              <a:ext cx="252095" cy="14604"/>
            </a:xfrm>
            <a:custGeom>
              <a:avLst/>
              <a:gdLst/>
              <a:ahLst/>
              <a:cxnLst/>
              <a:rect l="l" t="t" r="r" b="b"/>
              <a:pathLst>
                <a:path w="252095" h="14604">
                  <a:moveTo>
                    <a:pt x="251489" y="0"/>
                  </a:moveTo>
                  <a:lnTo>
                    <a:pt x="0" y="0"/>
                  </a:lnTo>
                  <a:lnTo>
                    <a:pt x="0" y="14188"/>
                  </a:lnTo>
                  <a:lnTo>
                    <a:pt x="251489" y="14188"/>
                  </a:lnTo>
                  <a:lnTo>
                    <a:pt x="251489" y="0"/>
                  </a:lnTo>
                  <a:close/>
                </a:path>
              </a:pathLst>
            </a:custGeom>
            <a:solidFill>
              <a:srgbClr val="AFC6C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6" name="object 506" descr="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4277974" y="8102551"/>
              <a:ext cx="219940" cy="86246"/>
            </a:xfrm>
            <a:prstGeom prst="rect">
              <a:avLst/>
            </a:prstGeom>
          </p:spPr>
        </p:pic>
        <p:sp>
          <p:nvSpPr>
            <p:cNvPr id="507" name="object 507" descr=""/>
            <p:cNvSpPr/>
            <p:nvPr/>
          </p:nvSpPr>
          <p:spPr>
            <a:xfrm>
              <a:off x="4309910" y="8180406"/>
              <a:ext cx="156210" cy="306705"/>
            </a:xfrm>
            <a:custGeom>
              <a:avLst/>
              <a:gdLst/>
              <a:ahLst/>
              <a:cxnLst/>
              <a:rect l="l" t="t" r="r" b="b"/>
              <a:pathLst>
                <a:path w="156210" h="306704">
                  <a:moveTo>
                    <a:pt x="156057" y="66370"/>
                  </a:moveTo>
                  <a:lnTo>
                    <a:pt x="121615" y="66370"/>
                  </a:lnTo>
                  <a:lnTo>
                    <a:pt x="121615" y="0"/>
                  </a:lnTo>
                  <a:lnTo>
                    <a:pt x="114515" y="0"/>
                  </a:lnTo>
                  <a:lnTo>
                    <a:pt x="114515" y="232613"/>
                  </a:lnTo>
                  <a:lnTo>
                    <a:pt x="78028" y="232613"/>
                  </a:lnTo>
                  <a:lnTo>
                    <a:pt x="78028" y="156591"/>
                  </a:lnTo>
                  <a:lnTo>
                    <a:pt x="114515" y="156591"/>
                  </a:lnTo>
                  <a:lnTo>
                    <a:pt x="114515" y="149491"/>
                  </a:lnTo>
                  <a:lnTo>
                    <a:pt x="78028" y="149491"/>
                  </a:lnTo>
                  <a:lnTo>
                    <a:pt x="78028" y="73456"/>
                  </a:lnTo>
                  <a:lnTo>
                    <a:pt x="114515" y="73456"/>
                  </a:lnTo>
                  <a:lnTo>
                    <a:pt x="114515" y="66370"/>
                  </a:lnTo>
                  <a:lnTo>
                    <a:pt x="78028" y="66370"/>
                  </a:lnTo>
                  <a:lnTo>
                    <a:pt x="78028" y="0"/>
                  </a:lnTo>
                  <a:lnTo>
                    <a:pt x="70929" y="0"/>
                  </a:lnTo>
                  <a:lnTo>
                    <a:pt x="70929" y="232613"/>
                  </a:lnTo>
                  <a:lnTo>
                    <a:pt x="34442" y="232613"/>
                  </a:lnTo>
                  <a:lnTo>
                    <a:pt x="34442" y="156591"/>
                  </a:lnTo>
                  <a:lnTo>
                    <a:pt x="70929" y="156591"/>
                  </a:lnTo>
                  <a:lnTo>
                    <a:pt x="70929" y="149491"/>
                  </a:lnTo>
                  <a:lnTo>
                    <a:pt x="34442" y="149491"/>
                  </a:lnTo>
                  <a:lnTo>
                    <a:pt x="34442" y="73456"/>
                  </a:lnTo>
                  <a:lnTo>
                    <a:pt x="70929" y="73456"/>
                  </a:lnTo>
                  <a:lnTo>
                    <a:pt x="70929" y="66370"/>
                  </a:lnTo>
                  <a:lnTo>
                    <a:pt x="34442" y="66370"/>
                  </a:lnTo>
                  <a:lnTo>
                    <a:pt x="34442" y="0"/>
                  </a:lnTo>
                  <a:lnTo>
                    <a:pt x="27343" y="0"/>
                  </a:lnTo>
                  <a:lnTo>
                    <a:pt x="27343" y="66370"/>
                  </a:lnTo>
                  <a:lnTo>
                    <a:pt x="0" y="66370"/>
                  </a:lnTo>
                  <a:lnTo>
                    <a:pt x="0" y="73456"/>
                  </a:lnTo>
                  <a:lnTo>
                    <a:pt x="27343" y="73456"/>
                  </a:lnTo>
                  <a:lnTo>
                    <a:pt x="27343" y="149491"/>
                  </a:lnTo>
                  <a:lnTo>
                    <a:pt x="0" y="149491"/>
                  </a:lnTo>
                  <a:lnTo>
                    <a:pt x="0" y="156591"/>
                  </a:lnTo>
                  <a:lnTo>
                    <a:pt x="27343" y="156591"/>
                  </a:lnTo>
                  <a:lnTo>
                    <a:pt x="27343" y="232613"/>
                  </a:lnTo>
                  <a:lnTo>
                    <a:pt x="0" y="232613"/>
                  </a:lnTo>
                  <a:lnTo>
                    <a:pt x="0" y="239712"/>
                  </a:lnTo>
                  <a:lnTo>
                    <a:pt x="27343" y="239712"/>
                  </a:lnTo>
                  <a:lnTo>
                    <a:pt x="27343" y="306362"/>
                  </a:lnTo>
                  <a:lnTo>
                    <a:pt x="34442" y="306362"/>
                  </a:lnTo>
                  <a:lnTo>
                    <a:pt x="34442" y="239712"/>
                  </a:lnTo>
                  <a:lnTo>
                    <a:pt x="70929" y="239712"/>
                  </a:lnTo>
                  <a:lnTo>
                    <a:pt x="70929" y="306362"/>
                  </a:lnTo>
                  <a:lnTo>
                    <a:pt x="78028" y="306362"/>
                  </a:lnTo>
                  <a:lnTo>
                    <a:pt x="78028" y="239712"/>
                  </a:lnTo>
                  <a:lnTo>
                    <a:pt x="114515" y="239712"/>
                  </a:lnTo>
                  <a:lnTo>
                    <a:pt x="114515" y="306362"/>
                  </a:lnTo>
                  <a:lnTo>
                    <a:pt x="121615" y="306362"/>
                  </a:lnTo>
                  <a:lnTo>
                    <a:pt x="121615" y="239712"/>
                  </a:lnTo>
                  <a:lnTo>
                    <a:pt x="156057" y="239712"/>
                  </a:lnTo>
                  <a:lnTo>
                    <a:pt x="156057" y="232613"/>
                  </a:lnTo>
                  <a:lnTo>
                    <a:pt x="121615" y="232613"/>
                  </a:lnTo>
                  <a:lnTo>
                    <a:pt x="121615" y="156591"/>
                  </a:lnTo>
                  <a:lnTo>
                    <a:pt x="156057" y="156591"/>
                  </a:lnTo>
                  <a:lnTo>
                    <a:pt x="156057" y="149491"/>
                  </a:lnTo>
                  <a:lnTo>
                    <a:pt x="121615" y="149491"/>
                  </a:lnTo>
                  <a:lnTo>
                    <a:pt x="121615" y="73456"/>
                  </a:lnTo>
                  <a:lnTo>
                    <a:pt x="156057" y="73456"/>
                  </a:lnTo>
                  <a:lnTo>
                    <a:pt x="156057" y="66370"/>
                  </a:lnTo>
                  <a:close/>
                </a:path>
              </a:pathLst>
            </a:custGeom>
            <a:solidFill>
              <a:srgbClr val="E8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8" name="object 508" descr=""/>
            <p:cNvSpPr/>
            <p:nvPr/>
          </p:nvSpPr>
          <p:spPr>
            <a:xfrm>
              <a:off x="3762629" y="7520552"/>
              <a:ext cx="934085" cy="1160780"/>
            </a:xfrm>
            <a:custGeom>
              <a:avLst/>
              <a:gdLst/>
              <a:ahLst/>
              <a:cxnLst/>
              <a:rect l="l" t="t" r="r" b="b"/>
              <a:pathLst>
                <a:path w="934085" h="1160779">
                  <a:moveTo>
                    <a:pt x="930973" y="1049680"/>
                  </a:moveTo>
                  <a:lnTo>
                    <a:pt x="0" y="1049680"/>
                  </a:lnTo>
                  <a:lnTo>
                    <a:pt x="0" y="1160602"/>
                  </a:lnTo>
                  <a:lnTo>
                    <a:pt x="930973" y="1160602"/>
                  </a:lnTo>
                  <a:lnTo>
                    <a:pt x="930973" y="1049680"/>
                  </a:lnTo>
                  <a:close/>
                </a:path>
                <a:path w="934085" h="1160779">
                  <a:moveTo>
                    <a:pt x="933462" y="938949"/>
                  </a:moveTo>
                  <a:lnTo>
                    <a:pt x="831418" y="938949"/>
                  </a:lnTo>
                  <a:lnTo>
                    <a:pt x="831418" y="1019327"/>
                  </a:lnTo>
                  <a:lnTo>
                    <a:pt x="933462" y="1019327"/>
                  </a:lnTo>
                  <a:lnTo>
                    <a:pt x="933462" y="938949"/>
                  </a:lnTo>
                  <a:close/>
                </a:path>
                <a:path w="934085" h="1160779">
                  <a:moveTo>
                    <a:pt x="933462" y="844550"/>
                  </a:moveTo>
                  <a:lnTo>
                    <a:pt x="882434" y="844550"/>
                  </a:lnTo>
                  <a:lnTo>
                    <a:pt x="882434" y="924941"/>
                  </a:lnTo>
                  <a:lnTo>
                    <a:pt x="933462" y="924941"/>
                  </a:lnTo>
                  <a:lnTo>
                    <a:pt x="933462" y="844550"/>
                  </a:lnTo>
                  <a:close/>
                </a:path>
                <a:path w="934085" h="1160779">
                  <a:moveTo>
                    <a:pt x="933462" y="751154"/>
                  </a:moveTo>
                  <a:lnTo>
                    <a:pt x="831418" y="751154"/>
                  </a:lnTo>
                  <a:lnTo>
                    <a:pt x="831418" y="831545"/>
                  </a:lnTo>
                  <a:lnTo>
                    <a:pt x="933462" y="831545"/>
                  </a:lnTo>
                  <a:lnTo>
                    <a:pt x="933462" y="751154"/>
                  </a:lnTo>
                  <a:close/>
                </a:path>
                <a:path w="934085" h="1160779">
                  <a:moveTo>
                    <a:pt x="933462" y="656767"/>
                  </a:moveTo>
                  <a:lnTo>
                    <a:pt x="882434" y="656767"/>
                  </a:lnTo>
                  <a:lnTo>
                    <a:pt x="882434" y="737146"/>
                  </a:lnTo>
                  <a:lnTo>
                    <a:pt x="933462" y="737146"/>
                  </a:lnTo>
                  <a:lnTo>
                    <a:pt x="933462" y="656767"/>
                  </a:lnTo>
                  <a:close/>
                </a:path>
                <a:path w="934085" h="1160779">
                  <a:moveTo>
                    <a:pt x="933462" y="563359"/>
                  </a:moveTo>
                  <a:lnTo>
                    <a:pt x="831418" y="563359"/>
                  </a:lnTo>
                  <a:lnTo>
                    <a:pt x="831418" y="643750"/>
                  </a:lnTo>
                  <a:lnTo>
                    <a:pt x="933462" y="643750"/>
                  </a:lnTo>
                  <a:lnTo>
                    <a:pt x="933462" y="563359"/>
                  </a:lnTo>
                  <a:close/>
                </a:path>
                <a:path w="934085" h="1160779">
                  <a:moveTo>
                    <a:pt x="933462" y="468985"/>
                  </a:moveTo>
                  <a:lnTo>
                    <a:pt x="882434" y="468985"/>
                  </a:lnTo>
                  <a:lnTo>
                    <a:pt x="882434" y="549363"/>
                  </a:lnTo>
                  <a:lnTo>
                    <a:pt x="933462" y="549363"/>
                  </a:lnTo>
                  <a:lnTo>
                    <a:pt x="933462" y="468985"/>
                  </a:lnTo>
                  <a:close/>
                </a:path>
                <a:path w="934085" h="1160779">
                  <a:moveTo>
                    <a:pt x="933462" y="375577"/>
                  </a:moveTo>
                  <a:lnTo>
                    <a:pt x="831418" y="375577"/>
                  </a:lnTo>
                  <a:lnTo>
                    <a:pt x="831418" y="455968"/>
                  </a:lnTo>
                  <a:lnTo>
                    <a:pt x="933462" y="455968"/>
                  </a:lnTo>
                  <a:lnTo>
                    <a:pt x="933462" y="375577"/>
                  </a:lnTo>
                  <a:close/>
                </a:path>
                <a:path w="934085" h="1160779">
                  <a:moveTo>
                    <a:pt x="933462" y="281190"/>
                  </a:moveTo>
                  <a:lnTo>
                    <a:pt x="882434" y="281190"/>
                  </a:lnTo>
                  <a:lnTo>
                    <a:pt x="882434" y="361569"/>
                  </a:lnTo>
                  <a:lnTo>
                    <a:pt x="933462" y="361569"/>
                  </a:lnTo>
                  <a:lnTo>
                    <a:pt x="933462" y="281190"/>
                  </a:lnTo>
                  <a:close/>
                </a:path>
                <a:path w="934085" h="1160779">
                  <a:moveTo>
                    <a:pt x="933462" y="187782"/>
                  </a:moveTo>
                  <a:lnTo>
                    <a:pt x="831418" y="187782"/>
                  </a:lnTo>
                  <a:lnTo>
                    <a:pt x="831418" y="268173"/>
                  </a:lnTo>
                  <a:lnTo>
                    <a:pt x="933462" y="268173"/>
                  </a:lnTo>
                  <a:lnTo>
                    <a:pt x="933462" y="187782"/>
                  </a:lnTo>
                  <a:close/>
                </a:path>
                <a:path w="934085" h="1160779">
                  <a:moveTo>
                    <a:pt x="933462" y="93395"/>
                  </a:moveTo>
                  <a:lnTo>
                    <a:pt x="882434" y="93395"/>
                  </a:lnTo>
                  <a:lnTo>
                    <a:pt x="882434" y="173786"/>
                  </a:lnTo>
                  <a:lnTo>
                    <a:pt x="933462" y="173786"/>
                  </a:lnTo>
                  <a:lnTo>
                    <a:pt x="933462" y="93395"/>
                  </a:lnTo>
                  <a:close/>
                </a:path>
                <a:path w="934085" h="1160779">
                  <a:moveTo>
                    <a:pt x="933462" y="0"/>
                  </a:moveTo>
                  <a:lnTo>
                    <a:pt x="831418" y="0"/>
                  </a:lnTo>
                  <a:lnTo>
                    <a:pt x="831418" y="80378"/>
                  </a:lnTo>
                  <a:lnTo>
                    <a:pt x="933462" y="80378"/>
                  </a:lnTo>
                  <a:lnTo>
                    <a:pt x="933462" y="0"/>
                  </a:lnTo>
                  <a:close/>
                </a:path>
              </a:pathLst>
            </a:custGeom>
            <a:solidFill>
              <a:srgbClr val="E9F3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9" name="object 509" descr=""/>
            <p:cNvSpPr/>
            <p:nvPr/>
          </p:nvSpPr>
          <p:spPr>
            <a:xfrm>
              <a:off x="3762629" y="7445457"/>
              <a:ext cx="913765" cy="1125220"/>
            </a:xfrm>
            <a:custGeom>
              <a:avLst/>
              <a:gdLst/>
              <a:ahLst/>
              <a:cxnLst/>
              <a:rect l="l" t="t" r="r" b="b"/>
              <a:pathLst>
                <a:path w="913764" h="1125220">
                  <a:moveTo>
                    <a:pt x="913422" y="0"/>
                  </a:moveTo>
                  <a:lnTo>
                    <a:pt x="45593" y="0"/>
                  </a:lnTo>
                  <a:lnTo>
                    <a:pt x="0" y="0"/>
                  </a:lnTo>
                  <a:lnTo>
                    <a:pt x="0" y="1124775"/>
                  </a:lnTo>
                  <a:lnTo>
                    <a:pt x="45593" y="1124775"/>
                  </a:lnTo>
                  <a:lnTo>
                    <a:pt x="45593" y="37960"/>
                  </a:lnTo>
                  <a:lnTo>
                    <a:pt x="913422" y="37960"/>
                  </a:lnTo>
                  <a:lnTo>
                    <a:pt x="913422" y="0"/>
                  </a:lnTo>
                  <a:close/>
                </a:path>
              </a:pathLst>
            </a:custGeom>
            <a:solidFill>
              <a:srgbClr val="D9EA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0" name="object 510" descr=""/>
            <p:cNvSpPr/>
            <p:nvPr/>
          </p:nvSpPr>
          <p:spPr>
            <a:xfrm>
              <a:off x="3307151" y="7694333"/>
              <a:ext cx="329565" cy="885825"/>
            </a:xfrm>
            <a:custGeom>
              <a:avLst/>
              <a:gdLst/>
              <a:ahLst/>
              <a:cxnLst/>
              <a:rect l="l" t="t" r="r" b="b"/>
              <a:pathLst>
                <a:path w="329564" h="885825">
                  <a:moveTo>
                    <a:pt x="164644" y="0"/>
                  </a:moveTo>
                  <a:lnTo>
                    <a:pt x="120875" y="5881"/>
                  </a:lnTo>
                  <a:lnTo>
                    <a:pt x="81545" y="22479"/>
                  </a:lnTo>
                  <a:lnTo>
                    <a:pt x="48223" y="48223"/>
                  </a:lnTo>
                  <a:lnTo>
                    <a:pt x="22479" y="81545"/>
                  </a:lnTo>
                  <a:lnTo>
                    <a:pt x="5881" y="120875"/>
                  </a:lnTo>
                  <a:lnTo>
                    <a:pt x="0" y="164644"/>
                  </a:lnTo>
                  <a:lnTo>
                    <a:pt x="0" y="885229"/>
                  </a:lnTo>
                  <a:lnTo>
                    <a:pt x="329288" y="885229"/>
                  </a:lnTo>
                  <a:lnTo>
                    <a:pt x="329288" y="164644"/>
                  </a:lnTo>
                  <a:lnTo>
                    <a:pt x="323407" y="120875"/>
                  </a:lnTo>
                  <a:lnTo>
                    <a:pt x="306809" y="81545"/>
                  </a:lnTo>
                  <a:lnTo>
                    <a:pt x="281064" y="48223"/>
                  </a:lnTo>
                  <a:lnTo>
                    <a:pt x="247742" y="22479"/>
                  </a:lnTo>
                  <a:lnTo>
                    <a:pt x="208412" y="5881"/>
                  </a:lnTo>
                  <a:lnTo>
                    <a:pt x="164644" y="0"/>
                  </a:lnTo>
                  <a:close/>
                </a:path>
              </a:pathLst>
            </a:custGeom>
            <a:solidFill>
              <a:srgbClr val="C1DC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1" name="object 511" descr=""/>
            <p:cNvSpPr/>
            <p:nvPr/>
          </p:nvSpPr>
          <p:spPr>
            <a:xfrm>
              <a:off x="3307951" y="7694331"/>
              <a:ext cx="328295" cy="885825"/>
            </a:xfrm>
            <a:custGeom>
              <a:avLst/>
              <a:gdLst/>
              <a:ahLst/>
              <a:cxnLst/>
              <a:rect l="l" t="t" r="r" b="b"/>
              <a:pathLst>
                <a:path w="328295" h="885825">
                  <a:moveTo>
                    <a:pt x="164633" y="0"/>
                  </a:moveTo>
                  <a:lnTo>
                    <a:pt x="120866" y="5881"/>
                  </a:lnTo>
                  <a:lnTo>
                    <a:pt x="81537" y="22479"/>
                  </a:lnTo>
                  <a:lnTo>
                    <a:pt x="48218" y="48223"/>
                  </a:lnTo>
                  <a:lnTo>
                    <a:pt x="22476" y="81545"/>
                  </a:lnTo>
                  <a:lnTo>
                    <a:pt x="5880" y="120875"/>
                  </a:lnTo>
                  <a:lnTo>
                    <a:pt x="0" y="164644"/>
                  </a:lnTo>
                  <a:lnTo>
                    <a:pt x="0" y="885229"/>
                  </a:lnTo>
                  <a:lnTo>
                    <a:pt x="32313" y="885229"/>
                  </a:lnTo>
                  <a:lnTo>
                    <a:pt x="32313" y="242798"/>
                  </a:lnTo>
                  <a:lnTo>
                    <a:pt x="38194" y="199030"/>
                  </a:lnTo>
                  <a:lnTo>
                    <a:pt x="54792" y="159700"/>
                  </a:lnTo>
                  <a:lnTo>
                    <a:pt x="80536" y="126378"/>
                  </a:lnTo>
                  <a:lnTo>
                    <a:pt x="113858" y="100633"/>
                  </a:lnTo>
                  <a:lnTo>
                    <a:pt x="153188" y="84036"/>
                  </a:lnTo>
                  <a:lnTo>
                    <a:pt x="196957" y="78154"/>
                  </a:lnTo>
                  <a:lnTo>
                    <a:pt x="235666" y="82753"/>
                  </a:lnTo>
                  <a:lnTo>
                    <a:pt x="271055" y="95822"/>
                  </a:lnTo>
                  <a:lnTo>
                    <a:pt x="302081" y="116272"/>
                  </a:lnTo>
                  <a:lnTo>
                    <a:pt x="327696" y="143011"/>
                  </a:lnTo>
                  <a:lnTo>
                    <a:pt x="314684" y="97157"/>
                  </a:lnTo>
                  <a:lnTo>
                    <a:pt x="289782" y="57818"/>
                  </a:lnTo>
                  <a:lnTo>
                    <a:pt x="255080" y="27104"/>
                  </a:lnTo>
                  <a:lnTo>
                    <a:pt x="212667" y="7128"/>
                  </a:lnTo>
                  <a:lnTo>
                    <a:pt x="164633" y="0"/>
                  </a:lnTo>
                  <a:close/>
                </a:path>
              </a:pathLst>
            </a:custGeom>
            <a:solidFill>
              <a:srgbClr val="AFC6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2" name="object 512" descr=""/>
            <p:cNvSpPr/>
            <p:nvPr/>
          </p:nvSpPr>
          <p:spPr>
            <a:xfrm>
              <a:off x="3357820" y="8186608"/>
              <a:ext cx="210820" cy="393065"/>
            </a:xfrm>
            <a:custGeom>
              <a:avLst/>
              <a:gdLst/>
              <a:ahLst/>
              <a:cxnLst/>
              <a:rect l="l" t="t" r="r" b="b"/>
              <a:pathLst>
                <a:path w="210820" h="393065">
                  <a:moveTo>
                    <a:pt x="143126" y="0"/>
                  </a:moveTo>
                  <a:lnTo>
                    <a:pt x="67223" y="0"/>
                  </a:lnTo>
                  <a:lnTo>
                    <a:pt x="41059" y="5282"/>
                  </a:lnTo>
                  <a:lnTo>
                    <a:pt x="19691" y="19687"/>
                  </a:lnTo>
                  <a:lnTo>
                    <a:pt x="5283" y="41055"/>
                  </a:lnTo>
                  <a:lnTo>
                    <a:pt x="0" y="67223"/>
                  </a:lnTo>
                  <a:lnTo>
                    <a:pt x="0" y="392951"/>
                  </a:lnTo>
                  <a:lnTo>
                    <a:pt x="210349" y="392951"/>
                  </a:lnTo>
                  <a:lnTo>
                    <a:pt x="210349" y="67223"/>
                  </a:lnTo>
                  <a:lnTo>
                    <a:pt x="205067" y="41055"/>
                  </a:lnTo>
                  <a:lnTo>
                    <a:pt x="190661" y="19687"/>
                  </a:lnTo>
                  <a:lnTo>
                    <a:pt x="169294" y="5282"/>
                  </a:lnTo>
                  <a:lnTo>
                    <a:pt x="143126" y="0"/>
                  </a:lnTo>
                  <a:close/>
                </a:path>
              </a:pathLst>
            </a:custGeom>
            <a:solidFill>
              <a:srgbClr val="E8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3" name="object 513" descr=""/>
            <p:cNvSpPr/>
            <p:nvPr/>
          </p:nvSpPr>
          <p:spPr>
            <a:xfrm>
              <a:off x="3370533" y="8200705"/>
              <a:ext cx="185420" cy="379095"/>
            </a:xfrm>
            <a:custGeom>
              <a:avLst/>
              <a:gdLst/>
              <a:ahLst/>
              <a:cxnLst/>
              <a:rect l="l" t="t" r="r" b="b"/>
              <a:pathLst>
                <a:path w="185420" h="379095">
                  <a:moveTo>
                    <a:pt x="92457" y="0"/>
                  </a:moveTo>
                  <a:lnTo>
                    <a:pt x="56467" y="7266"/>
                  </a:lnTo>
                  <a:lnTo>
                    <a:pt x="27079" y="27082"/>
                  </a:lnTo>
                  <a:lnTo>
                    <a:pt x="7265" y="56472"/>
                  </a:lnTo>
                  <a:lnTo>
                    <a:pt x="0" y="92457"/>
                  </a:lnTo>
                  <a:lnTo>
                    <a:pt x="0" y="378857"/>
                  </a:lnTo>
                  <a:lnTo>
                    <a:pt x="184915" y="378857"/>
                  </a:lnTo>
                  <a:lnTo>
                    <a:pt x="184915" y="92457"/>
                  </a:lnTo>
                  <a:lnTo>
                    <a:pt x="177650" y="56472"/>
                  </a:lnTo>
                  <a:lnTo>
                    <a:pt x="157836" y="27082"/>
                  </a:lnTo>
                  <a:lnTo>
                    <a:pt x="128448" y="7266"/>
                  </a:lnTo>
                  <a:lnTo>
                    <a:pt x="92457" y="0"/>
                  </a:lnTo>
                  <a:close/>
                </a:path>
              </a:pathLst>
            </a:custGeom>
            <a:solidFill>
              <a:srgbClr val="5AB4B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4" name="object 514" descr=""/>
            <p:cNvSpPr/>
            <p:nvPr/>
          </p:nvSpPr>
          <p:spPr>
            <a:xfrm>
              <a:off x="3382378" y="8393499"/>
              <a:ext cx="20320" cy="82550"/>
            </a:xfrm>
            <a:custGeom>
              <a:avLst/>
              <a:gdLst/>
              <a:ahLst/>
              <a:cxnLst/>
              <a:rect l="l" t="t" r="r" b="b"/>
              <a:pathLst>
                <a:path w="20320" h="82550">
                  <a:moveTo>
                    <a:pt x="20269" y="4546"/>
                  </a:moveTo>
                  <a:lnTo>
                    <a:pt x="15735" y="0"/>
                  </a:lnTo>
                  <a:lnTo>
                    <a:pt x="4533" y="0"/>
                  </a:lnTo>
                  <a:lnTo>
                    <a:pt x="0" y="4546"/>
                  </a:lnTo>
                  <a:lnTo>
                    <a:pt x="0" y="15748"/>
                  </a:lnTo>
                  <a:lnTo>
                    <a:pt x="4533" y="20281"/>
                  </a:lnTo>
                  <a:lnTo>
                    <a:pt x="5778" y="20281"/>
                  </a:lnTo>
                  <a:lnTo>
                    <a:pt x="5778" y="62255"/>
                  </a:lnTo>
                  <a:lnTo>
                    <a:pt x="4533" y="62255"/>
                  </a:lnTo>
                  <a:lnTo>
                    <a:pt x="0" y="66802"/>
                  </a:lnTo>
                  <a:lnTo>
                    <a:pt x="0" y="77990"/>
                  </a:lnTo>
                  <a:lnTo>
                    <a:pt x="4533" y="82524"/>
                  </a:lnTo>
                  <a:lnTo>
                    <a:pt x="15735" y="82524"/>
                  </a:lnTo>
                  <a:lnTo>
                    <a:pt x="20269" y="77990"/>
                  </a:lnTo>
                  <a:lnTo>
                    <a:pt x="20269" y="72390"/>
                  </a:lnTo>
                  <a:lnTo>
                    <a:pt x="20269" y="66802"/>
                  </a:lnTo>
                  <a:lnTo>
                    <a:pt x="15735" y="62255"/>
                  </a:lnTo>
                  <a:lnTo>
                    <a:pt x="14478" y="62255"/>
                  </a:lnTo>
                  <a:lnTo>
                    <a:pt x="14478" y="20281"/>
                  </a:lnTo>
                  <a:lnTo>
                    <a:pt x="15735" y="20281"/>
                  </a:lnTo>
                  <a:lnTo>
                    <a:pt x="20269" y="15748"/>
                  </a:lnTo>
                  <a:lnTo>
                    <a:pt x="20269" y="10147"/>
                  </a:lnTo>
                  <a:lnTo>
                    <a:pt x="20269" y="4546"/>
                  </a:lnTo>
                  <a:close/>
                </a:path>
              </a:pathLst>
            </a:custGeom>
            <a:solidFill>
              <a:srgbClr val="D3E6B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5" name="object 515" descr=""/>
            <p:cNvSpPr/>
            <p:nvPr/>
          </p:nvSpPr>
          <p:spPr>
            <a:xfrm>
              <a:off x="2844812" y="7694333"/>
              <a:ext cx="329565" cy="885825"/>
            </a:xfrm>
            <a:custGeom>
              <a:avLst/>
              <a:gdLst/>
              <a:ahLst/>
              <a:cxnLst/>
              <a:rect l="l" t="t" r="r" b="b"/>
              <a:pathLst>
                <a:path w="329564" h="885825">
                  <a:moveTo>
                    <a:pt x="164644" y="0"/>
                  </a:moveTo>
                  <a:lnTo>
                    <a:pt x="120875" y="5881"/>
                  </a:lnTo>
                  <a:lnTo>
                    <a:pt x="81545" y="22479"/>
                  </a:lnTo>
                  <a:lnTo>
                    <a:pt x="48223" y="48223"/>
                  </a:lnTo>
                  <a:lnTo>
                    <a:pt x="22479" y="81545"/>
                  </a:lnTo>
                  <a:lnTo>
                    <a:pt x="5881" y="120875"/>
                  </a:lnTo>
                  <a:lnTo>
                    <a:pt x="0" y="164644"/>
                  </a:lnTo>
                  <a:lnTo>
                    <a:pt x="0" y="885229"/>
                  </a:lnTo>
                  <a:lnTo>
                    <a:pt x="329288" y="885229"/>
                  </a:lnTo>
                  <a:lnTo>
                    <a:pt x="329288" y="164644"/>
                  </a:lnTo>
                  <a:lnTo>
                    <a:pt x="323407" y="120875"/>
                  </a:lnTo>
                  <a:lnTo>
                    <a:pt x="306809" y="81545"/>
                  </a:lnTo>
                  <a:lnTo>
                    <a:pt x="281064" y="48223"/>
                  </a:lnTo>
                  <a:lnTo>
                    <a:pt x="247742" y="22479"/>
                  </a:lnTo>
                  <a:lnTo>
                    <a:pt x="208412" y="5881"/>
                  </a:lnTo>
                  <a:lnTo>
                    <a:pt x="164644" y="0"/>
                  </a:lnTo>
                  <a:close/>
                </a:path>
              </a:pathLst>
            </a:custGeom>
            <a:solidFill>
              <a:srgbClr val="C1DC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6" name="object 516" descr=""/>
            <p:cNvSpPr/>
            <p:nvPr/>
          </p:nvSpPr>
          <p:spPr>
            <a:xfrm>
              <a:off x="2845601" y="7694331"/>
              <a:ext cx="328295" cy="885825"/>
            </a:xfrm>
            <a:custGeom>
              <a:avLst/>
              <a:gdLst/>
              <a:ahLst/>
              <a:cxnLst/>
              <a:rect l="l" t="t" r="r" b="b"/>
              <a:pathLst>
                <a:path w="328294" h="885825">
                  <a:moveTo>
                    <a:pt x="164644" y="0"/>
                  </a:moveTo>
                  <a:lnTo>
                    <a:pt x="120875" y="5881"/>
                  </a:lnTo>
                  <a:lnTo>
                    <a:pt x="81545" y="22479"/>
                  </a:lnTo>
                  <a:lnTo>
                    <a:pt x="48223" y="48223"/>
                  </a:lnTo>
                  <a:lnTo>
                    <a:pt x="22479" y="81545"/>
                  </a:lnTo>
                  <a:lnTo>
                    <a:pt x="5881" y="120875"/>
                  </a:lnTo>
                  <a:lnTo>
                    <a:pt x="0" y="164644"/>
                  </a:lnTo>
                  <a:lnTo>
                    <a:pt x="0" y="885229"/>
                  </a:lnTo>
                  <a:lnTo>
                    <a:pt x="32323" y="885229"/>
                  </a:lnTo>
                  <a:lnTo>
                    <a:pt x="32323" y="242798"/>
                  </a:lnTo>
                  <a:lnTo>
                    <a:pt x="38204" y="199030"/>
                  </a:lnTo>
                  <a:lnTo>
                    <a:pt x="54802" y="159700"/>
                  </a:lnTo>
                  <a:lnTo>
                    <a:pt x="80547" y="126378"/>
                  </a:lnTo>
                  <a:lnTo>
                    <a:pt x="113869" y="100633"/>
                  </a:lnTo>
                  <a:lnTo>
                    <a:pt x="153199" y="84036"/>
                  </a:lnTo>
                  <a:lnTo>
                    <a:pt x="196967" y="78154"/>
                  </a:lnTo>
                  <a:lnTo>
                    <a:pt x="235676" y="82753"/>
                  </a:lnTo>
                  <a:lnTo>
                    <a:pt x="271066" y="95822"/>
                  </a:lnTo>
                  <a:lnTo>
                    <a:pt x="302091" y="116272"/>
                  </a:lnTo>
                  <a:lnTo>
                    <a:pt x="327707" y="143011"/>
                  </a:lnTo>
                  <a:lnTo>
                    <a:pt x="314695" y="97157"/>
                  </a:lnTo>
                  <a:lnTo>
                    <a:pt x="289792" y="57818"/>
                  </a:lnTo>
                  <a:lnTo>
                    <a:pt x="255090" y="27104"/>
                  </a:lnTo>
                  <a:lnTo>
                    <a:pt x="212677" y="7128"/>
                  </a:lnTo>
                  <a:lnTo>
                    <a:pt x="164644" y="0"/>
                  </a:lnTo>
                  <a:close/>
                </a:path>
              </a:pathLst>
            </a:custGeom>
            <a:solidFill>
              <a:srgbClr val="AFC6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7" name="object 517" descr=""/>
            <p:cNvSpPr/>
            <p:nvPr/>
          </p:nvSpPr>
          <p:spPr>
            <a:xfrm>
              <a:off x="2907743" y="8186608"/>
              <a:ext cx="210820" cy="393065"/>
            </a:xfrm>
            <a:custGeom>
              <a:avLst/>
              <a:gdLst/>
              <a:ahLst/>
              <a:cxnLst/>
              <a:rect l="l" t="t" r="r" b="b"/>
              <a:pathLst>
                <a:path w="210819" h="393065">
                  <a:moveTo>
                    <a:pt x="143126" y="0"/>
                  </a:moveTo>
                  <a:lnTo>
                    <a:pt x="67223" y="0"/>
                  </a:lnTo>
                  <a:lnTo>
                    <a:pt x="41055" y="5282"/>
                  </a:lnTo>
                  <a:lnTo>
                    <a:pt x="19687" y="19687"/>
                  </a:lnTo>
                  <a:lnTo>
                    <a:pt x="5282" y="41055"/>
                  </a:lnTo>
                  <a:lnTo>
                    <a:pt x="0" y="67223"/>
                  </a:lnTo>
                  <a:lnTo>
                    <a:pt x="0" y="392951"/>
                  </a:lnTo>
                  <a:lnTo>
                    <a:pt x="210349" y="392951"/>
                  </a:lnTo>
                  <a:lnTo>
                    <a:pt x="210349" y="67223"/>
                  </a:lnTo>
                  <a:lnTo>
                    <a:pt x="205065" y="41055"/>
                  </a:lnTo>
                  <a:lnTo>
                    <a:pt x="190657" y="19687"/>
                  </a:lnTo>
                  <a:lnTo>
                    <a:pt x="169289" y="5282"/>
                  </a:lnTo>
                  <a:lnTo>
                    <a:pt x="143126" y="0"/>
                  </a:lnTo>
                  <a:close/>
                </a:path>
              </a:pathLst>
            </a:custGeom>
            <a:solidFill>
              <a:srgbClr val="E8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8" name="object 518" descr=""/>
            <p:cNvSpPr/>
            <p:nvPr/>
          </p:nvSpPr>
          <p:spPr>
            <a:xfrm>
              <a:off x="2920462" y="8200705"/>
              <a:ext cx="185420" cy="379095"/>
            </a:xfrm>
            <a:custGeom>
              <a:avLst/>
              <a:gdLst/>
              <a:ahLst/>
              <a:cxnLst/>
              <a:rect l="l" t="t" r="r" b="b"/>
              <a:pathLst>
                <a:path w="185419" h="379095">
                  <a:moveTo>
                    <a:pt x="92457" y="0"/>
                  </a:moveTo>
                  <a:lnTo>
                    <a:pt x="56467" y="7266"/>
                  </a:lnTo>
                  <a:lnTo>
                    <a:pt x="27079" y="27082"/>
                  </a:lnTo>
                  <a:lnTo>
                    <a:pt x="7265" y="56472"/>
                  </a:lnTo>
                  <a:lnTo>
                    <a:pt x="0" y="92457"/>
                  </a:lnTo>
                  <a:lnTo>
                    <a:pt x="0" y="378857"/>
                  </a:lnTo>
                  <a:lnTo>
                    <a:pt x="184915" y="378857"/>
                  </a:lnTo>
                  <a:lnTo>
                    <a:pt x="184915" y="92457"/>
                  </a:lnTo>
                  <a:lnTo>
                    <a:pt x="177650" y="56472"/>
                  </a:lnTo>
                  <a:lnTo>
                    <a:pt x="157836" y="27082"/>
                  </a:lnTo>
                  <a:lnTo>
                    <a:pt x="128448" y="7266"/>
                  </a:lnTo>
                  <a:lnTo>
                    <a:pt x="92457" y="0"/>
                  </a:lnTo>
                  <a:close/>
                </a:path>
              </a:pathLst>
            </a:custGeom>
            <a:solidFill>
              <a:srgbClr val="5AB4B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9" name="object 519" descr=""/>
            <p:cNvSpPr/>
            <p:nvPr/>
          </p:nvSpPr>
          <p:spPr>
            <a:xfrm>
              <a:off x="3073260" y="8393499"/>
              <a:ext cx="20320" cy="82550"/>
            </a:xfrm>
            <a:custGeom>
              <a:avLst/>
              <a:gdLst/>
              <a:ahLst/>
              <a:cxnLst/>
              <a:rect l="l" t="t" r="r" b="b"/>
              <a:pathLst>
                <a:path w="20319" h="82550">
                  <a:moveTo>
                    <a:pt x="20269" y="4546"/>
                  </a:moveTo>
                  <a:lnTo>
                    <a:pt x="15735" y="0"/>
                  </a:lnTo>
                  <a:lnTo>
                    <a:pt x="4533" y="0"/>
                  </a:lnTo>
                  <a:lnTo>
                    <a:pt x="0" y="4546"/>
                  </a:lnTo>
                  <a:lnTo>
                    <a:pt x="0" y="10147"/>
                  </a:lnTo>
                  <a:lnTo>
                    <a:pt x="0" y="15748"/>
                  </a:lnTo>
                  <a:lnTo>
                    <a:pt x="4533" y="20281"/>
                  </a:lnTo>
                  <a:lnTo>
                    <a:pt x="5778" y="20281"/>
                  </a:lnTo>
                  <a:lnTo>
                    <a:pt x="5778" y="62255"/>
                  </a:lnTo>
                  <a:lnTo>
                    <a:pt x="4533" y="62255"/>
                  </a:lnTo>
                  <a:lnTo>
                    <a:pt x="0" y="66802"/>
                  </a:lnTo>
                  <a:lnTo>
                    <a:pt x="0" y="72390"/>
                  </a:lnTo>
                  <a:lnTo>
                    <a:pt x="0" y="77990"/>
                  </a:lnTo>
                  <a:lnTo>
                    <a:pt x="4533" y="82524"/>
                  </a:lnTo>
                  <a:lnTo>
                    <a:pt x="15735" y="82524"/>
                  </a:lnTo>
                  <a:lnTo>
                    <a:pt x="20269" y="77990"/>
                  </a:lnTo>
                  <a:lnTo>
                    <a:pt x="20269" y="66802"/>
                  </a:lnTo>
                  <a:lnTo>
                    <a:pt x="15735" y="62255"/>
                  </a:lnTo>
                  <a:lnTo>
                    <a:pt x="14478" y="62255"/>
                  </a:lnTo>
                  <a:lnTo>
                    <a:pt x="14478" y="20281"/>
                  </a:lnTo>
                  <a:lnTo>
                    <a:pt x="15735" y="20281"/>
                  </a:lnTo>
                  <a:lnTo>
                    <a:pt x="20269" y="15748"/>
                  </a:lnTo>
                  <a:lnTo>
                    <a:pt x="20269" y="4546"/>
                  </a:lnTo>
                  <a:close/>
                </a:path>
              </a:pathLst>
            </a:custGeom>
            <a:solidFill>
              <a:srgbClr val="D3E6B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0" name="object 520" descr=""/>
            <p:cNvSpPr/>
            <p:nvPr/>
          </p:nvSpPr>
          <p:spPr>
            <a:xfrm>
              <a:off x="3154057" y="7862601"/>
              <a:ext cx="172085" cy="717550"/>
            </a:xfrm>
            <a:custGeom>
              <a:avLst/>
              <a:gdLst/>
              <a:ahLst/>
              <a:cxnLst/>
              <a:rect l="l" t="t" r="r" b="b"/>
              <a:pathLst>
                <a:path w="172085" h="717550">
                  <a:moveTo>
                    <a:pt x="171996" y="689546"/>
                  </a:moveTo>
                  <a:lnTo>
                    <a:pt x="0" y="689546"/>
                  </a:lnTo>
                  <a:lnTo>
                    <a:pt x="0" y="716978"/>
                  </a:lnTo>
                  <a:lnTo>
                    <a:pt x="171996" y="716978"/>
                  </a:lnTo>
                  <a:lnTo>
                    <a:pt x="171996" y="689546"/>
                  </a:lnTo>
                  <a:close/>
                </a:path>
                <a:path w="172085" h="717550">
                  <a:moveTo>
                    <a:pt x="171996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10096" y="27432"/>
                  </a:lnTo>
                  <a:lnTo>
                    <a:pt x="10096" y="46609"/>
                  </a:lnTo>
                  <a:lnTo>
                    <a:pt x="161886" y="46609"/>
                  </a:lnTo>
                  <a:lnTo>
                    <a:pt x="161886" y="27432"/>
                  </a:lnTo>
                  <a:lnTo>
                    <a:pt x="171996" y="27432"/>
                  </a:lnTo>
                  <a:lnTo>
                    <a:pt x="171996" y="0"/>
                  </a:lnTo>
                  <a:close/>
                </a:path>
              </a:pathLst>
            </a:custGeom>
            <a:solidFill>
              <a:srgbClr val="E9F3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1" name="object 521" descr=""/>
            <p:cNvSpPr/>
            <p:nvPr/>
          </p:nvSpPr>
          <p:spPr>
            <a:xfrm>
              <a:off x="3164154" y="7890033"/>
              <a:ext cx="152400" cy="29209"/>
            </a:xfrm>
            <a:custGeom>
              <a:avLst/>
              <a:gdLst/>
              <a:ahLst/>
              <a:cxnLst/>
              <a:rect l="l" t="t" r="r" b="b"/>
              <a:pathLst>
                <a:path w="152400" h="29209">
                  <a:moveTo>
                    <a:pt x="142989" y="19177"/>
                  </a:moveTo>
                  <a:lnTo>
                    <a:pt x="9944" y="19177"/>
                  </a:lnTo>
                  <a:lnTo>
                    <a:pt x="9944" y="28765"/>
                  </a:lnTo>
                  <a:lnTo>
                    <a:pt x="142989" y="28765"/>
                  </a:lnTo>
                  <a:lnTo>
                    <a:pt x="142989" y="19177"/>
                  </a:lnTo>
                  <a:close/>
                </a:path>
                <a:path w="152400" h="29209">
                  <a:moveTo>
                    <a:pt x="151790" y="0"/>
                  </a:moveTo>
                  <a:lnTo>
                    <a:pt x="0" y="0"/>
                  </a:lnTo>
                  <a:lnTo>
                    <a:pt x="0" y="9588"/>
                  </a:lnTo>
                  <a:lnTo>
                    <a:pt x="151790" y="9588"/>
                  </a:lnTo>
                  <a:lnTo>
                    <a:pt x="151790" y="0"/>
                  </a:lnTo>
                  <a:close/>
                </a:path>
              </a:pathLst>
            </a:custGeom>
            <a:solidFill>
              <a:srgbClr val="AFC6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2" name="object 522" descr=""/>
            <p:cNvSpPr/>
            <p:nvPr/>
          </p:nvSpPr>
          <p:spPr>
            <a:xfrm>
              <a:off x="3616401" y="7862601"/>
              <a:ext cx="172085" cy="717550"/>
            </a:xfrm>
            <a:custGeom>
              <a:avLst/>
              <a:gdLst/>
              <a:ahLst/>
              <a:cxnLst/>
              <a:rect l="l" t="t" r="r" b="b"/>
              <a:pathLst>
                <a:path w="172085" h="717550">
                  <a:moveTo>
                    <a:pt x="171996" y="689546"/>
                  </a:moveTo>
                  <a:lnTo>
                    <a:pt x="0" y="689546"/>
                  </a:lnTo>
                  <a:lnTo>
                    <a:pt x="0" y="716978"/>
                  </a:lnTo>
                  <a:lnTo>
                    <a:pt x="171996" y="716978"/>
                  </a:lnTo>
                  <a:lnTo>
                    <a:pt x="171996" y="689546"/>
                  </a:lnTo>
                  <a:close/>
                </a:path>
                <a:path w="172085" h="717550">
                  <a:moveTo>
                    <a:pt x="171996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10096" y="27432"/>
                  </a:lnTo>
                  <a:lnTo>
                    <a:pt x="10096" y="46609"/>
                  </a:lnTo>
                  <a:lnTo>
                    <a:pt x="161886" y="46609"/>
                  </a:lnTo>
                  <a:lnTo>
                    <a:pt x="161886" y="27432"/>
                  </a:lnTo>
                  <a:lnTo>
                    <a:pt x="171996" y="27432"/>
                  </a:lnTo>
                  <a:lnTo>
                    <a:pt x="171996" y="0"/>
                  </a:lnTo>
                  <a:close/>
                </a:path>
              </a:pathLst>
            </a:custGeom>
            <a:solidFill>
              <a:srgbClr val="E9F3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3" name="object 523" descr=""/>
            <p:cNvSpPr/>
            <p:nvPr/>
          </p:nvSpPr>
          <p:spPr>
            <a:xfrm>
              <a:off x="3626497" y="7890033"/>
              <a:ext cx="152400" cy="29209"/>
            </a:xfrm>
            <a:custGeom>
              <a:avLst/>
              <a:gdLst/>
              <a:ahLst/>
              <a:cxnLst/>
              <a:rect l="l" t="t" r="r" b="b"/>
              <a:pathLst>
                <a:path w="152400" h="29209">
                  <a:moveTo>
                    <a:pt x="136131" y="19177"/>
                  </a:moveTo>
                  <a:lnTo>
                    <a:pt x="9931" y="19177"/>
                  </a:lnTo>
                  <a:lnTo>
                    <a:pt x="9931" y="28765"/>
                  </a:lnTo>
                  <a:lnTo>
                    <a:pt x="136131" y="28765"/>
                  </a:lnTo>
                  <a:lnTo>
                    <a:pt x="136131" y="19177"/>
                  </a:lnTo>
                  <a:close/>
                </a:path>
                <a:path w="152400" h="29209">
                  <a:moveTo>
                    <a:pt x="151790" y="0"/>
                  </a:moveTo>
                  <a:lnTo>
                    <a:pt x="0" y="0"/>
                  </a:lnTo>
                  <a:lnTo>
                    <a:pt x="0" y="9588"/>
                  </a:lnTo>
                  <a:lnTo>
                    <a:pt x="151790" y="9588"/>
                  </a:lnTo>
                  <a:lnTo>
                    <a:pt x="151790" y="0"/>
                  </a:lnTo>
                  <a:close/>
                </a:path>
              </a:pathLst>
            </a:custGeom>
            <a:solidFill>
              <a:srgbClr val="AFC6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4" name="object 524" descr=""/>
            <p:cNvSpPr/>
            <p:nvPr/>
          </p:nvSpPr>
          <p:spPr>
            <a:xfrm>
              <a:off x="2691765" y="7862601"/>
              <a:ext cx="172085" cy="717550"/>
            </a:xfrm>
            <a:custGeom>
              <a:avLst/>
              <a:gdLst/>
              <a:ahLst/>
              <a:cxnLst/>
              <a:rect l="l" t="t" r="r" b="b"/>
              <a:pathLst>
                <a:path w="172085" h="717550">
                  <a:moveTo>
                    <a:pt x="171996" y="689546"/>
                  </a:moveTo>
                  <a:lnTo>
                    <a:pt x="0" y="689546"/>
                  </a:lnTo>
                  <a:lnTo>
                    <a:pt x="0" y="716978"/>
                  </a:lnTo>
                  <a:lnTo>
                    <a:pt x="171996" y="716978"/>
                  </a:lnTo>
                  <a:lnTo>
                    <a:pt x="171996" y="689546"/>
                  </a:lnTo>
                  <a:close/>
                </a:path>
                <a:path w="172085" h="717550">
                  <a:moveTo>
                    <a:pt x="171996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10109" y="27432"/>
                  </a:lnTo>
                  <a:lnTo>
                    <a:pt x="10109" y="46609"/>
                  </a:lnTo>
                  <a:lnTo>
                    <a:pt x="161886" y="46609"/>
                  </a:lnTo>
                  <a:lnTo>
                    <a:pt x="161886" y="27432"/>
                  </a:lnTo>
                  <a:lnTo>
                    <a:pt x="171996" y="27432"/>
                  </a:lnTo>
                  <a:lnTo>
                    <a:pt x="171996" y="0"/>
                  </a:lnTo>
                  <a:close/>
                </a:path>
              </a:pathLst>
            </a:custGeom>
            <a:solidFill>
              <a:srgbClr val="E9F3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5" name="object 525" descr=""/>
            <p:cNvSpPr/>
            <p:nvPr/>
          </p:nvSpPr>
          <p:spPr>
            <a:xfrm>
              <a:off x="2701874" y="7890033"/>
              <a:ext cx="152400" cy="29209"/>
            </a:xfrm>
            <a:custGeom>
              <a:avLst/>
              <a:gdLst/>
              <a:ahLst/>
              <a:cxnLst/>
              <a:rect l="l" t="t" r="r" b="b"/>
              <a:pathLst>
                <a:path w="152400" h="29209">
                  <a:moveTo>
                    <a:pt x="142989" y="19177"/>
                  </a:moveTo>
                  <a:lnTo>
                    <a:pt x="9931" y="19177"/>
                  </a:lnTo>
                  <a:lnTo>
                    <a:pt x="9931" y="28765"/>
                  </a:lnTo>
                  <a:lnTo>
                    <a:pt x="142989" y="28765"/>
                  </a:lnTo>
                  <a:lnTo>
                    <a:pt x="142989" y="19177"/>
                  </a:lnTo>
                  <a:close/>
                </a:path>
                <a:path w="152400" h="29209">
                  <a:moveTo>
                    <a:pt x="151777" y="0"/>
                  </a:moveTo>
                  <a:lnTo>
                    <a:pt x="0" y="0"/>
                  </a:lnTo>
                  <a:lnTo>
                    <a:pt x="0" y="9588"/>
                  </a:lnTo>
                  <a:lnTo>
                    <a:pt x="151777" y="9588"/>
                  </a:lnTo>
                  <a:lnTo>
                    <a:pt x="151777" y="0"/>
                  </a:lnTo>
                  <a:close/>
                </a:path>
              </a:pathLst>
            </a:custGeom>
            <a:solidFill>
              <a:srgbClr val="AFC6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6" name="object 526" descr=""/>
            <p:cNvSpPr/>
            <p:nvPr/>
          </p:nvSpPr>
          <p:spPr>
            <a:xfrm>
              <a:off x="2711551" y="8579567"/>
              <a:ext cx="1051560" cy="101600"/>
            </a:xfrm>
            <a:custGeom>
              <a:avLst/>
              <a:gdLst/>
              <a:ahLst/>
              <a:cxnLst/>
              <a:rect l="l" t="t" r="r" b="b"/>
              <a:pathLst>
                <a:path w="1051560" h="101600">
                  <a:moveTo>
                    <a:pt x="1051077" y="69888"/>
                  </a:moveTo>
                  <a:lnTo>
                    <a:pt x="0" y="69888"/>
                  </a:lnTo>
                  <a:lnTo>
                    <a:pt x="0" y="101587"/>
                  </a:lnTo>
                  <a:lnTo>
                    <a:pt x="1051077" y="101587"/>
                  </a:lnTo>
                  <a:lnTo>
                    <a:pt x="1051077" y="69888"/>
                  </a:lnTo>
                  <a:close/>
                </a:path>
                <a:path w="1051560" h="101600">
                  <a:moveTo>
                    <a:pt x="1051077" y="0"/>
                  </a:moveTo>
                  <a:lnTo>
                    <a:pt x="0" y="0"/>
                  </a:lnTo>
                  <a:lnTo>
                    <a:pt x="0" y="37896"/>
                  </a:lnTo>
                  <a:lnTo>
                    <a:pt x="1051077" y="37896"/>
                  </a:lnTo>
                  <a:lnTo>
                    <a:pt x="1051077" y="0"/>
                  </a:lnTo>
                  <a:close/>
                </a:path>
              </a:pathLst>
            </a:custGeom>
            <a:solidFill>
              <a:srgbClr val="DEEC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7" name="object 527" descr=""/>
            <p:cNvSpPr/>
            <p:nvPr/>
          </p:nvSpPr>
          <p:spPr>
            <a:xfrm>
              <a:off x="1742160" y="7085170"/>
              <a:ext cx="2941320" cy="130810"/>
            </a:xfrm>
            <a:custGeom>
              <a:avLst/>
              <a:gdLst/>
              <a:ahLst/>
              <a:cxnLst/>
              <a:rect l="l" t="t" r="r" b="b"/>
              <a:pathLst>
                <a:path w="2941320" h="130809">
                  <a:moveTo>
                    <a:pt x="1026274" y="0"/>
                  </a:moveTo>
                  <a:lnTo>
                    <a:pt x="196850" y="0"/>
                  </a:lnTo>
                  <a:lnTo>
                    <a:pt x="0" y="130340"/>
                  </a:lnTo>
                  <a:lnTo>
                    <a:pt x="1026274" y="130340"/>
                  </a:lnTo>
                  <a:lnTo>
                    <a:pt x="1026274" y="0"/>
                  </a:lnTo>
                  <a:close/>
                </a:path>
                <a:path w="2941320" h="130809">
                  <a:moveTo>
                    <a:pt x="2940850" y="130340"/>
                  </a:moveTo>
                  <a:lnTo>
                    <a:pt x="2723807" y="0"/>
                  </a:lnTo>
                  <a:lnTo>
                    <a:pt x="1929739" y="0"/>
                  </a:lnTo>
                  <a:lnTo>
                    <a:pt x="1929739" y="130340"/>
                  </a:lnTo>
                  <a:lnTo>
                    <a:pt x="2940850" y="130340"/>
                  </a:lnTo>
                  <a:close/>
                </a:path>
              </a:pathLst>
            </a:custGeom>
            <a:solidFill>
              <a:srgbClr val="9BC84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8" name="object 528" descr=""/>
            <p:cNvSpPr/>
            <p:nvPr/>
          </p:nvSpPr>
          <p:spPr>
            <a:xfrm>
              <a:off x="2315915" y="6694170"/>
              <a:ext cx="1810385" cy="521334"/>
            </a:xfrm>
            <a:custGeom>
              <a:avLst/>
              <a:gdLst/>
              <a:ahLst/>
              <a:cxnLst/>
              <a:rect l="l" t="t" r="r" b="b"/>
              <a:pathLst>
                <a:path w="1810385" h="521334">
                  <a:moveTo>
                    <a:pt x="905040" y="0"/>
                  </a:moveTo>
                  <a:lnTo>
                    <a:pt x="0" y="521334"/>
                  </a:lnTo>
                  <a:lnTo>
                    <a:pt x="1810081" y="521334"/>
                  </a:lnTo>
                  <a:lnTo>
                    <a:pt x="905040" y="0"/>
                  </a:lnTo>
                  <a:close/>
                </a:path>
              </a:pathLst>
            </a:custGeom>
            <a:solidFill>
              <a:srgbClr val="E9F3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9" name="object 529" descr=""/>
            <p:cNvSpPr/>
            <p:nvPr/>
          </p:nvSpPr>
          <p:spPr>
            <a:xfrm>
              <a:off x="2598244" y="6820948"/>
              <a:ext cx="1245870" cy="358775"/>
            </a:xfrm>
            <a:custGeom>
              <a:avLst/>
              <a:gdLst/>
              <a:ahLst/>
              <a:cxnLst/>
              <a:rect l="l" t="t" r="r" b="b"/>
              <a:pathLst>
                <a:path w="1245870" h="358775">
                  <a:moveTo>
                    <a:pt x="622714" y="0"/>
                  </a:moveTo>
                  <a:lnTo>
                    <a:pt x="0" y="358701"/>
                  </a:lnTo>
                  <a:lnTo>
                    <a:pt x="1245428" y="358701"/>
                  </a:lnTo>
                  <a:lnTo>
                    <a:pt x="622714" y="0"/>
                  </a:lnTo>
                  <a:close/>
                </a:path>
              </a:pathLst>
            </a:custGeom>
            <a:solidFill>
              <a:srgbClr val="9BC84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0" name="object 530" descr=""/>
            <p:cNvSpPr/>
            <p:nvPr/>
          </p:nvSpPr>
          <p:spPr>
            <a:xfrm>
              <a:off x="2598242" y="6820960"/>
              <a:ext cx="2085339" cy="394970"/>
            </a:xfrm>
            <a:custGeom>
              <a:avLst/>
              <a:gdLst/>
              <a:ahLst/>
              <a:cxnLst/>
              <a:rect l="l" t="t" r="r" b="b"/>
              <a:pathLst>
                <a:path w="2085339" h="394970">
                  <a:moveTo>
                    <a:pt x="1245425" y="358698"/>
                  </a:moveTo>
                  <a:lnTo>
                    <a:pt x="622706" y="0"/>
                  </a:lnTo>
                  <a:lnTo>
                    <a:pt x="0" y="358698"/>
                  </a:lnTo>
                  <a:lnTo>
                    <a:pt x="21120" y="358698"/>
                  </a:lnTo>
                  <a:lnTo>
                    <a:pt x="642759" y="37109"/>
                  </a:lnTo>
                  <a:lnTo>
                    <a:pt x="1218336" y="358698"/>
                  </a:lnTo>
                  <a:lnTo>
                    <a:pt x="1245425" y="358698"/>
                  </a:lnTo>
                  <a:close/>
                </a:path>
                <a:path w="2085339" h="394970">
                  <a:moveTo>
                    <a:pt x="2084768" y="394550"/>
                  </a:moveTo>
                  <a:lnTo>
                    <a:pt x="1387957" y="264210"/>
                  </a:lnTo>
                  <a:lnTo>
                    <a:pt x="1301483" y="264210"/>
                  </a:lnTo>
                  <a:lnTo>
                    <a:pt x="1527759" y="394550"/>
                  </a:lnTo>
                  <a:lnTo>
                    <a:pt x="2084768" y="394550"/>
                  </a:lnTo>
                  <a:close/>
                </a:path>
              </a:pathLst>
            </a:custGeom>
            <a:solidFill>
              <a:srgbClr val="AFC6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1" name="object 531" descr=""/>
            <p:cNvSpPr/>
            <p:nvPr/>
          </p:nvSpPr>
          <p:spPr>
            <a:xfrm>
              <a:off x="1742166" y="7215497"/>
              <a:ext cx="2941320" cy="192405"/>
            </a:xfrm>
            <a:custGeom>
              <a:avLst/>
              <a:gdLst/>
              <a:ahLst/>
              <a:cxnLst/>
              <a:rect l="l" t="t" r="r" b="b"/>
              <a:pathLst>
                <a:path w="2941320" h="192404">
                  <a:moveTo>
                    <a:pt x="2940852" y="0"/>
                  </a:moveTo>
                  <a:lnTo>
                    <a:pt x="0" y="0"/>
                  </a:lnTo>
                  <a:lnTo>
                    <a:pt x="0" y="191983"/>
                  </a:lnTo>
                  <a:lnTo>
                    <a:pt x="2940852" y="191983"/>
                  </a:lnTo>
                  <a:lnTo>
                    <a:pt x="2940852" y="0"/>
                  </a:lnTo>
                  <a:close/>
                </a:path>
              </a:pathLst>
            </a:custGeom>
            <a:solidFill>
              <a:srgbClr val="E9F3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2" name="object 532" descr=""/>
            <p:cNvSpPr/>
            <p:nvPr/>
          </p:nvSpPr>
          <p:spPr>
            <a:xfrm>
              <a:off x="1783935" y="7251705"/>
              <a:ext cx="2857500" cy="120014"/>
            </a:xfrm>
            <a:custGeom>
              <a:avLst/>
              <a:gdLst/>
              <a:ahLst/>
              <a:cxnLst/>
              <a:rect l="l" t="t" r="r" b="b"/>
              <a:pathLst>
                <a:path w="2857500" h="120015">
                  <a:moveTo>
                    <a:pt x="2857316" y="0"/>
                  </a:moveTo>
                  <a:lnTo>
                    <a:pt x="0" y="0"/>
                  </a:lnTo>
                  <a:lnTo>
                    <a:pt x="0" y="119577"/>
                  </a:lnTo>
                  <a:lnTo>
                    <a:pt x="2857316" y="119577"/>
                  </a:lnTo>
                  <a:lnTo>
                    <a:pt x="2857316" y="0"/>
                  </a:lnTo>
                  <a:close/>
                </a:path>
              </a:pathLst>
            </a:custGeom>
            <a:solidFill>
              <a:srgbClr val="FAFC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3" name="object 533" descr=""/>
            <p:cNvSpPr/>
            <p:nvPr/>
          </p:nvSpPr>
          <p:spPr>
            <a:xfrm>
              <a:off x="1783930" y="7252036"/>
              <a:ext cx="2857500" cy="119380"/>
            </a:xfrm>
            <a:custGeom>
              <a:avLst/>
              <a:gdLst/>
              <a:ahLst/>
              <a:cxnLst/>
              <a:rect l="l" t="t" r="r" b="b"/>
              <a:pathLst>
                <a:path w="2857500" h="119379">
                  <a:moveTo>
                    <a:pt x="2857322" y="0"/>
                  </a:moveTo>
                  <a:lnTo>
                    <a:pt x="0" y="0"/>
                  </a:lnTo>
                  <a:lnTo>
                    <a:pt x="0" y="17780"/>
                  </a:lnTo>
                  <a:lnTo>
                    <a:pt x="0" y="119380"/>
                  </a:lnTo>
                  <a:lnTo>
                    <a:pt x="15836" y="119380"/>
                  </a:lnTo>
                  <a:lnTo>
                    <a:pt x="15836" y="17780"/>
                  </a:lnTo>
                  <a:lnTo>
                    <a:pt x="2857322" y="17780"/>
                  </a:lnTo>
                  <a:lnTo>
                    <a:pt x="2857322" y="0"/>
                  </a:lnTo>
                  <a:close/>
                </a:path>
              </a:pathLst>
            </a:custGeom>
            <a:solidFill>
              <a:srgbClr val="AFC6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4" name="object 534" descr=""/>
            <p:cNvSpPr/>
            <p:nvPr/>
          </p:nvSpPr>
          <p:spPr>
            <a:xfrm>
              <a:off x="1752346" y="7154309"/>
              <a:ext cx="2931160" cy="63500"/>
            </a:xfrm>
            <a:custGeom>
              <a:avLst/>
              <a:gdLst/>
              <a:ahLst/>
              <a:cxnLst/>
              <a:rect l="l" t="t" r="r" b="b"/>
              <a:pathLst>
                <a:path w="2931160" h="63500">
                  <a:moveTo>
                    <a:pt x="406069" y="53657"/>
                  </a:moveTo>
                  <a:lnTo>
                    <a:pt x="377583" y="53657"/>
                  </a:lnTo>
                  <a:lnTo>
                    <a:pt x="384302" y="43700"/>
                  </a:lnTo>
                  <a:lnTo>
                    <a:pt x="386778" y="31457"/>
                  </a:lnTo>
                  <a:lnTo>
                    <a:pt x="384302" y="19215"/>
                  </a:lnTo>
                  <a:lnTo>
                    <a:pt x="377558" y="9220"/>
                  </a:lnTo>
                  <a:lnTo>
                    <a:pt x="367563" y="2476"/>
                  </a:lnTo>
                  <a:lnTo>
                    <a:pt x="355320" y="0"/>
                  </a:lnTo>
                  <a:lnTo>
                    <a:pt x="343065" y="2476"/>
                  </a:lnTo>
                  <a:lnTo>
                    <a:pt x="333070" y="9220"/>
                  </a:lnTo>
                  <a:lnTo>
                    <a:pt x="326326" y="19215"/>
                  </a:lnTo>
                  <a:lnTo>
                    <a:pt x="323862" y="31457"/>
                  </a:lnTo>
                  <a:lnTo>
                    <a:pt x="326326" y="43700"/>
                  </a:lnTo>
                  <a:lnTo>
                    <a:pt x="333032" y="53657"/>
                  </a:lnTo>
                  <a:lnTo>
                    <a:pt x="304558" y="53657"/>
                  </a:lnTo>
                  <a:lnTo>
                    <a:pt x="276072" y="53657"/>
                  </a:lnTo>
                  <a:lnTo>
                    <a:pt x="282790" y="43700"/>
                  </a:lnTo>
                  <a:lnTo>
                    <a:pt x="285254" y="31457"/>
                  </a:lnTo>
                  <a:lnTo>
                    <a:pt x="282790" y="19215"/>
                  </a:lnTo>
                  <a:lnTo>
                    <a:pt x="276047" y="9220"/>
                  </a:lnTo>
                  <a:lnTo>
                    <a:pt x="266039" y="2476"/>
                  </a:lnTo>
                  <a:lnTo>
                    <a:pt x="253796" y="0"/>
                  </a:lnTo>
                  <a:lnTo>
                    <a:pt x="241554" y="2476"/>
                  </a:lnTo>
                  <a:lnTo>
                    <a:pt x="231559" y="9220"/>
                  </a:lnTo>
                  <a:lnTo>
                    <a:pt x="224815" y="19215"/>
                  </a:lnTo>
                  <a:lnTo>
                    <a:pt x="222338" y="31457"/>
                  </a:lnTo>
                  <a:lnTo>
                    <a:pt x="224815" y="43700"/>
                  </a:lnTo>
                  <a:lnTo>
                    <a:pt x="231521" y="53657"/>
                  </a:lnTo>
                  <a:lnTo>
                    <a:pt x="203047" y="53657"/>
                  </a:lnTo>
                  <a:lnTo>
                    <a:pt x="174548" y="53657"/>
                  </a:lnTo>
                  <a:lnTo>
                    <a:pt x="181267" y="43700"/>
                  </a:lnTo>
                  <a:lnTo>
                    <a:pt x="183743" y="31457"/>
                  </a:lnTo>
                  <a:lnTo>
                    <a:pt x="181267" y="19215"/>
                  </a:lnTo>
                  <a:lnTo>
                    <a:pt x="174523" y="9220"/>
                  </a:lnTo>
                  <a:lnTo>
                    <a:pt x="164515" y="2476"/>
                  </a:lnTo>
                  <a:lnTo>
                    <a:pt x="152273" y="0"/>
                  </a:lnTo>
                  <a:lnTo>
                    <a:pt x="140030" y="2476"/>
                  </a:lnTo>
                  <a:lnTo>
                    <a:pt x="130035" y="9220"/>
                  </a:lnTo>
                  <a:lnTo>
                    <a:pt x="123291" y="19215"/>
                  </a:lnTo>
                  <a:lnTo>
                    <a:pt x="120815" y="31457"/>
                  </a:lnTo>
                  <a:lnTo>
                    <a:pt x="123291" y="43700"/>
                  </a:lnTo>
                  <a:lnTo>
                    <a:pt x="129997" y="53657"/>
                  </a:lnTo>
                  <a:lnTo>
                    <a:pt x="101523" y="53657"/>
                  </a:lnTo>
                  <a:lnTo>
                    <a:pt x="73025" y="53657"/>
                  </a:lnTo>
                  <a:lnTo>
                    <a:pt x="79743" y="43700"/>
                  </a:lnTo>
                  <a:lnTo>
                    <a:pt x="82219" y="31457"/>
                  </a:lnTo>
                  <a:lnTo>
                    <a:pt x="79743" y="19215"/>
                  </a:lnTo>
                  <a:lnTo>
                    <a:pt x="72999" y="9220"/>
                  </a:lnTo>
                  <a:lnTo>
                    <a:pt x="63004" y="2476"/>
                  </a:lnTo>
                  <a:lnTo>
                    <a:pt x="50761" y="0"/>
                  </a:lnTo>
                  <a:lnTo>
                    <a:pt x="38519" y="2476"/>
                  </a:lnTo>
                  <a:lnTo>
                    <a:pt x="28511" y="9220"/>
                  </a:lnTo>
                  <a:lnTo>
                    <a:pt x="21780" y="19215"/>
                  </a:lnTo>
                  <a:lnTo>
                    <a:pt x="19304" y="31457"/>
                  </a:lnTo>
                  <a:lnTo>
                    <a:pt x="21780" y="43700"/>
                  </a:lnTo>
                  <a:lnTo>
                    <a:pt x="28473" y="53657"/>
                  </a:lnTo>
                  <a:lnTo>
                    <a:pt x="0" y="53657"/>
                  </a:lnTo>
                  <a:lnTo>
                    <a:pt x="0" y="61341"/>
                  </a:lnTo>
                  <a:lnTo>
                    <a:pt x="42964" y="61341"/>
                  </a:lnTo>
                  <a:lnTo>
                    <a:pt x="50761" y="62915"/>
                  </a:lnTo>
                  <a:lnTo>
                    <a:pt x="58547" y="61341"/>
                  </a:lnTo>
                  <a:lnTo>
                    <a:pt x="101523" y="61341"/>
                  </a:lnTo>
                  <a:lnTo>
                    <a:pt x="144475" y="61341"/>
                  </a:lnTo>
                  <a:lnTo>
                    <a:pt x="152273" y="62915"/>
                  </a:lnTo>
                  <a:lnTo>
                    <a:pt x="160058" y="61341"/>
                  </a:lnTo>
                  <a:lnTo>
                    <a:pt x="203047" y="61341"/>
                  </a:lnTo>
                  <a:lnTo>
                    <a:pt x="245999" y="61341"/>
                  </a:lnTo>
                  <a:lnTo>
                    <a:pt x="253796" y="62915"/>
                  </a:lnTo>
                  <a:lnTo>
                    <a:pt x="261581" y="61341"/>
                  </a:lnTo>
                  <a:lnTo>
                    <a:pt x="304558" y="61341"/>
                  </a:lnTo>
                  <a:lnTo>
                    <a:pt x="347522" y="61341"/>
                  </a:lnTo>
                  <a:lnTo>
                    <a:pt x="355320" y="62915"/>
                  </a:lnTo>
                  <a:lnTo>
                    <a:pt x="363105" y="61341"/>
                  </a:lnTo>
                  <a:lnTo>
                    <a:pt x="406069" y="61341"/>
                  </a:lnTo>
                  <a:lnTo>
                    <a:pt x="406069" y="53657"/>
                  </a:lnTo>
                  <a:close/>
                </a:path>
                <a:path w="2931160" h="63500">
                  <a:moveTo>
                    <a:pt x="609117" y="53657"/>
                  </a:moveTo>
                  <a:lnTo>
                    <a:pt x="580631" y="53657"/>
                  </a:lnTo>
                  <a:lnTo>
                    <a:pt x="587349" y="43700"/>
                  </a:lnTo>
                  <a:lnTo>
                    <a:pt x="589813" y="31457"/>
                  </a:lnTo>
                  <a:lnTo>
                    <a:pt x="587349" y="19215"/>
                  </a:lnTo>
                  <a:lnTo>
                    <a:pt x="580605" y="9220"/>
                  </a:lnTo>
                  <a:lnTo>
                    <a:pt x="570598" y="2476"/>
                  </a:lnTo>
                  <a:lnTo>
                    <a:pt x="558355" y="0"/>
                  </a:lnTo>
                  <a:lnTo>
                    <a:pt x="546112" y="2476"/>
                  </a:lnTo>
                  <a:lnTo>
                    <a:pt x="536117" y="9220"/>
                  </a:lnTo>
                  <a:lnTo>
                    <a:pt x="529374" y="19215"/>
                  </a:lnTo>
                  <a:lnTo>
                    <a:pt x="526897" y="31457"/>
                  </a:lnTo>
                  <a:lnTo>
                    <a:pt x="529374" y="43700"/>
                  </a:lnTo>
                  <a:lnTo>
                    <a:pt x="536079" y="53657"/>
                  </a:lnTo>
                  <a:lnTo>
                    <a:pt x="507593" y="53657"/>
                  </a:lnTo>
                  <a:lnTo>
                    <a:pt x="479107" y="53657"/>
                  </a:lnTo>
                  <a:lnTo>
                    <a:pt x="485825" y="43700"/>
                  </a:lnTo>
                  <a:lnTo>
                    <a:pt x="488302" y="31457"/>
                  </a:lnTo>
                  <a:lnTo>
                    <a:pt x="485825" y="19215"/>
                  </a:lnTo>
                  <a:lnTo>
                    <a:pt x="479082" y="9220"/>
                  </a:lnTo>
                  <a:lnTo>
                    <a:pt x="469074" y="2476"/>
                  </a:lnTo>
                  <a:lnTo>
                    <a:pt x="456831" y="0"/>
                  </a:lnTo>
                  <a:lnTo>
                    <a:pt x="444588" y="2476"/>
                  </a:lnTo>
                  <a:lnTo>
                    <a:pt x="434594" y="9220"/>
                  </a:lnTo>
                  <a:lnTo>
                    <a:pt x="427850" y="19215"/>
                  </a:lnTo>
                  <a:lnTo>
                    <a:pt x="425386" y="31457"/>
                  </a:lnTo>
                  <a:lnTo>
                    <a:pt x="427850" y="43700"/>
                  </a:lnTo>
                  <a:lnTo>
                    <a:pt x="434555" y="53657"/>
                  </a:lnTo>
                  <a:lnTo>
                    <a:pt x="406082" y="53657"/>
                  </a:lnTo>
                  <a:lnTo>
                    <a:pt x="406082" y="61341"/>
                  </a:lnTo>
                  <a:lnTo>
                    <a:pt x="449033" y="61341"/>
                  </a:lnTo>
                  <a:lnTo>
                    <a:pt x="456831" y="62915"/>
                  </a:lnTo>
                  <a:lnTo>
                    <a:pt x="464616" y="61341"/>
                  </a:lnTo>
                  <a:lnTo>
                    <a:pt x="507593" y="61341"/>
                  </a:lnTo>
                  <a:lnTo>
                    <a:pt x="550557" y="61341"/>
                  </a:lnTo>
                  <a:lnTo>
                    <a:pt x="558355" y="62915"/>
                  </a:lnTo>
                  <a:lnTo>
                    <a:pt x="566140" y="61341"/>
                  </a:lnTo>
                  <a:lnTo>
                    <a:pt x="609117" y="61341"/>
                  </a:lnTo>
                  <a:lnTo>
                    <a:pt x="609117" y="53657"/>
                  </a:lnTo>
                  <a:close/>
                </a:path>
                <a:path w="2931160" h="63500">
                  <a:moveTo>
                    <a:pt x="2524582" y="53657"/>
                  </a:moveTo>
                  <a:lnTo>
                    <a:pt x="2496096" y="53657"/>
                  </a:lnTo>
                  <a:lnTo>
                    <a:pt x="2502814" y="43700"/>
                  </a:lnTo>
                  <a:lnTo>
                    <a:pt x="2505291" y="31457"/>
                  </a:lnTo>
                  <a:lnTo>
                    <a:pt x="2502814" y="19215"/>
                  </a:lnTo>
                  <a:lnTo>
                    <a:pt x="2496070" y="9220"/>
                  </a:lnTo>
                  <a:lnTo>
                    <a:pt x="2486075" y="2476"/>
                  </a:lnTo>
                  <a:lnTo>
                    <a:pt x="2473833" y="0"/>
                  </a:lnTo>
                  <a:lnTo>
                    <a:pt x="2461590" y="2476"/>
                  </a:lnTo>
                  <a:lnTo>
                    <a:pt x="2451582" y="9220"/>
                  </a:lnTo>
                  <a:lnTo>
                    <a:pt x="2444851" y="19215"/>
                  </a:lnTo>
                  <a:lnTo>
                    <a:pt x="2442375" y="31457"/>
                  </a:lnTo>
                  <a:lnTo>
                    <a:pt x="2444851" y="43700"/>
                  </a:lnTo>
                  <a:lnTo>
                    <a:pt x="2451544" y="53657"/>
                  </a:lnTo>
                  <a:lnTo>
                    <a:pt x="2423071" y="53657"/>
                  </a:lnTo>
                  <a:lnTo>
                    <a:pt x="2394585" y="53657"/>
                  </a:lnTo>
                  <a:lnTo>
                    <a:pt x="2401303" y="43700"/>
                  </a:lnTo>
                  <a:lnTo>
                    <a:pt x="2403767" y="31457"/>
                  </a:lnTo>
                  <a:lnTo>
                    <a:pt x="2401303" y="19215"/>
                  </a:lnTo>
                  <a:lnTo>
                    <a:pt x="2394559" y="9220"/>
                  </a:lnTo>
                  <a:lnTo>
                    <a:pt x="2384552" y="2476"/>
                  </a:lnTo>
                  <a:lnTo>
                    <a:pt x="2372309" y="0"/>
                  </a:lnTo>
                  <a:lnTo>
                    <a:pt x="2360066" y="2476"/>
                  </a:lnTo>
                  <a:lnTo>
                    <a:pt x="2350071" y="9220"/>
                  </a:lnTo>
                  <a:lnTo>
                    <a:pt x="2343327" y="19215"/>
                  </a:lnTo>
                  <a:lnTo>
                    <a:pt x="2340851" y="31457"/>
                  </a:lnTo>
                  <a:lnTo>
                    <a:pt x="2343327" y="43700"/>
                  </a:lnTo>
                  <a:lnTo>
                    <a:pt x="2350033" y="53657"/>
                  </a:lnTo>
                  <a:lnTo>
                    <a:pt x="2321560" y="53657"/>
                  </a:lnTo>
                  <a:lnTo>
                    <a:pt x="2321560" y="61341"/>
                  </a:lnTo>
                  <a:lnTo>
                    <a:pt x="2364511" y="61341"/>
                  </a:lnTo>
                  <a:lnTo>
                    <a:pt x="2372309" y="62915"/>
                  </a:lnTo>
                  <a:lnTo>
                    <a:pt x="2380094" y="61341"/>
                  </a:lnTo>
                  <a:lnTo>
                    <a:pt x="2423071" y="61341"/>
                  </a:lnTo>
                  <a:lnTo>
                    <a:pt x="2466035" y="61341"/>
                  </a:lnTo>
                  <a:lnTo>
                    <a:pt x="2473833" y="62915"/>
                  </a:lnTo>
                  <a:lnTo>
                    <a:pt x="2481618" y="61341"/>
                  </a:lnTo>
                  <a:lnTo>
                    <a:pt x="2524582" y="61341"/>
                  </a:lnTo>
                  <a:lnTo>
                    <a:pt x="2524582" y="53657"/>
                  </a:lnTo>
                  <a:close/>
                </a:path>
                <a:path w="2931160" h="63500">
                  <a:moveTo>
                    <a:pt x="2829141" y="53657"/>
                  </a:moveTo>
                  <a:lnTo>
                    <a:pt x="2800654" y="53657"/>
                  </a:lnTo>
                  <a:lnTo>
                    <a:pt x="2807373" y="43700"/>
                  </a:lnTo>
                  <a:lnTo>
                    <a:pt x="2809849" y="31457"/>
                  </a:lnTo>
                  <a:lnTo>
                    <a:pt x="2807373" y="19215"/>
                  </a:lnTo>
                  <a:lnTo>
                    <a:pt x="2800629" y="9220"/>
                  </a:lnTo>
                  <a:lnTo>
                    <a:pt x="2790634" y="2476"/>
                  </a:lnTo>
                  <a:lnTo>
                    <a:pt x="2778379" y="0"/>
                  </a:lnTo>
                  <a:lnTo>
                    <a:pt x="2766136" y="2476"/>
                  </a:lnTo>
                  <a:lnTo>
                    <a:pt x="2756141" y="9220"/>
                  </a:lnTo>
                  <a:lnTo>
                    <a:pt x="2749397" y="19215"/>
                  </a:lnTo>
                  <a:lnTo>
                    <a:pt x="2746933" y="31457"/>
                  </a:lnTo>
                  <a:lnTo>
                    <a:pt x="2749397" y="43700"/>
                  </a:lnTo>
                  <a:lnTo>
                    <a:pt x="2756103" y="53657"/>
                  </a:lnTo>
                  <a:lnTo>
                    <a:pt x="2727629" y="53657"/>
                  </a:lnTo>
                  <a:lnTo>
                    <a:pt x="2699143" y="53657"/>
                  </a:lnTo>
                  <a:lnTo>
                    <a:pt x="2705862" y="43700"/>
                  </a:lnTo>
                  <a:lnTo>
                    <a:pt x="2708325" y="31457"/>
                  </a:lnTo>
                  <a:lnTo>
                    <a:pt x="2705862" y="19215"/>
                  </a:lnTo>
                  <a:lnTo>
                    <a:pt x="2699118" y="9220"/>
                  </a:lnTo>
                  <a:lnTo>
                    <a:pt x="2689110" y="2476"/>
                  </a:lnTo>
                  <a:lnTo>
                    <a:pt x="2676868" y="0"/>
                  </a:lnTo>
                  <a:lnTo>
                    <a:pt x="2664625" y="2476"/>
                  </a:lnTo>
                  <a:lnTo>
                    <a:pt x="2654630" y="9220"/>
                  </a:lnTo>
                  <a:lnTo>
                    <a:pt x="2647886" y="19215"/>
                  </a:lnTo>
                  <a:lnTo>
                    <a:pt x="2645410" y="31457"/>
                  </a:lnTo>
                  <a:lnTo>
                    <a:pt x="2647886" y="43700"/>
                  </a:lnTo>
                  <a:lnTo>
                    <a:pt x="2654592" y="53657"/>
                  </a:lnTo>
                  <a:lnTo>
                    <a:pt x="2626106" y="53657"/>
                  </a:lnTo>
                  <a:lnTo>
                    <a:pt x="2597620" y="53657"/>
                  </a:lnTo>
                  <a:lnTo>
                    <a:pt x="2604338" y="43700"/>
                  </a:lnTo>
                  <a:lnTo>
                    <a:pt x="2606814" y="31457"/>
                  </a:lnTo>
                  <a:lnTo>
                    <a:pt x="2604338" y="19215"/>
                  </a:lnTo>
                  <a:lnTo>
                    <a:pt x="2597594" y="9220"/>
                  </a:lnTo>
                  <a:lnTo>
                    <a:pt x="2587587" y="2476"/>
                  </a:lnTo>
                  <a:lnTo>
                    <a:pt x="2575344" y="0"/>
                  </a:lnTo>
                  <a:lnTo>
                    <a:pt x="2563101" y="2476"/>
                  </a:lnTo>
                  <a:lnTo>
                    <a:pt x="2553106" y="9220"/>
                  </a:lnTo>
                  <a:lnTo>
                    <a:pt x="2546362" y="19215"/>
                  </a:lnTo>
                  <a:lnTo>
                    <a:pt x="2543886" y="31457"/>
                  </a:lnTo>
                  <a:lnTo>
                    <a:pt x="2546362" y="43700"/>
                  </a:lnTo>
                  <a:lnTo>
                    <a:pt x="2553068" y="53657"/>
                  </a:lnTo>
                  <a:lnTo>
                    <a:pt x="2524595" y="53657"/>
                  </a:lnTo>
                  <a:lnTo>
                    <a:pt x="2524595" y="61341"/>
                  </a:lnTo>
                  <a:lnTo>
                    <a:pt x="2567546" y="61341"/>
                  </a:lnTo>
                  <a:lnTo>
                    <a:pt x="2575344" y="62915"/>
                  </a:lnTo>
                  <a:lnTo>
                    <a:pt x="2583129" y="61341"/>
                  </a:lnTo>
                  <a:lnTo>
                    <a:pt x="2626106" y="61341"/>
                  </a:lnTo>
                  <a:lnTo>
                    <a:pt x="2669070" y="61341"/>
                  </a:lnTo>
                  <a:lnTo>
                    <a:pt x="2676868" y="62915"/>
                  </a:lnTo>
                  <a:lnTo>
                    <a:pt x="2684653" y="61341"/>
                  </a:lnTo>
                  <a:lnTo>
                    <a:pt x="2727629" y="61341"/>
                  </a:lnTo>
                  <a:lnTo>
                    <a:pt x="2770581" y="61341"/>
                  </a:lnTo>
                  <a:lnTo>
                    <a:pt x="2778379" y="62915"/>
                  </a:lnTo>
                  <a:lnTo>
                    <a:pt x="2786164" y="61341"/>
                  </a:lnTo>
                  <a:lnTo>
                    <a:pt x="2829141" y="61341"/>
                  </a:lnTo>
                  <a:lnTo>
                    <a:pt x="2829141" y="53657"/>
                  </a:lnTo>
                  <a:close/>
                </a:path>
                <a:path w="2931160" h="63500">
                  <a:moveTo>
                    <a:pt x="2930664" y="53657"/>
                  </a:moveTo>
                  <a:lnTo>
                    <a:pt x="2902178" y="53657"/>
                  </a:lnTo>
                  <a:lnTo>
                    <a:pt x="2908897" y="43700"/>
                  </a:lnTo>
                  <a:lnTo>
                    <a:pt x="2911373" y="31457"/>
                  </a:lnTo>
                  <a:lnTo>
                    <a:pt x="2908897" y="19215"/>
                  </a:lnTo>
                  <a:lnTo>
                    <a:pt x="2902153" y="9220"/>
                  </a:lnTo>
                  <a:lnTo>
                    <a:pt x="2892145" y="2476"/>
                  </a:lnTo>
                  <a:lnTo>
                    <a:pt x="2879902" y="0"/>
                  </a:lnTo>
                  <a:lnTo>
                    <a:pt x="2867660" y="2476"/>
                  </a:lnTo>
                  <a:lnTo>
                    <a:pt x="2857665" y="9220"/>
                  </a:lnTo>
                  <a:lnTo>
                    <a:pt x="2850921" y="19215"/>
                  </a:lnTo>
                  <a:lnTo>
                    <a:pt x="2848445" y="31457"/>
                  </a:lnTo>
                  <a:lnTo>
                    <a:pt x="2850921" y="43700"/>
                  </a:lnTo>
                  <a:lnTo>
                    <a:pt x="2857627" y="53657"/>
                  </a:lnTo>
                  <a:lnTo>
                    <a:pt x="2829153" y="53657"/>
                  </a:lnTo>
                  <a:lnTo>
                    <a:pt x="2829153" y="61341"/>
                  </a:lnTo>
                  <a:lnTo>
                    <a:pt x="2872105" y="61341"/>
                  </a:lnTo>
                  <a:lnTo>
                    <a:pt x="2879902" y="62915"/>
                  </a:lnTo>
                  <a:lnTo>
                    <a:pt x="2887688" y="61341"/>
                  </a:lnTo>
                  <a:lnTo>
                    <a:pt x="2930664" y="61341"/>
                  </a:lnTo>
                  <a:lnTo>
                    <a:pt x="2930664" y="53657"/>
                  </a:lnTo>
                  <a:close/>
                </a:path>
              </a:pathLst>
            </a:custGeom>
            <a:solidFill>
              <a:srgbClr val="E9F3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5" name="object 535" descr=""/>
            <p:cNvSpPr/>
            <p:nvPr/>
          </p:nvSpPr>
          <p:spPr>
            <a:xfrm>
              <a:off x="2759252" y="7499356"/>
              <a:ext cx="953135" cy="88900"/>
            </a:xfrm>
            <a:custGeom>
              <a:avLst/>
              <a:gdLst/>
              <a:ahLst/>
              <a:cxnLst/>
              <a:rect l="l" t="t" r="r" b="b"/>
              <a:pathLst>
                <a:path w="953135" h="88900">
                  <a:moveTo>
                    <a:pt x="50622" y="18173"/>
                  </a:moveTo>
                  <a:lnTo>
                    <a:pt x="49428" y="10337"/>
                  </a:lnTo>
                  <a:lnTo>
                    <a:pt x="45935" y="4648"/>
                  </a:lnTo>
                  <a:lnTo>
                    <a:pt x="40233" y="1181"/>
                  </a:lnTo>
                  <a:lnTo>
                    <a:pt x="32435" y="12"/>
                  </a:lnTo>
                  <a:lnTo>
                    <a:pt x="18300" y="12"/>
                  </a:lnTo>
                  <a:lnTo>
                    <a:pt x="10439" y="1181"/>
                  </a:lnTo>
                  <a:lnTo>
                    <a:pt x="4699" y="4648"/>
                  </a:lnTo>
                  <a:lnTo>
                    <a:pt x="1193" y="10337"/>
                  </a:lnTo>
                  <a:lnTo>
                    <a:pt x="0" y="18173"/>
                  </a:lnTo>
                  <a:lnTo>
                    <a:pt x="0" y="70192"/>
                  </a:lnTo>
                  <a:lnTo>
                    <a:pt x="1193" y="78028"/>
                  </a:lnTo>
                  <a:lnTo>
                    <a:pt x="4699" y="83718"/>
                  </a:lnTo>
                  <a:lnTo>
                    <a:pt x="10439" y="87185"/>
                  </a:lnTo>
                  <a:lnTo>
                    <a:pt x="18300" y="88353"/>
                  </a:lnTo>
                  <a:lnTo>
                    <a:pt x="32435" y="88353"/>
                  </a:lnTo>
                  <a:lnTo>
                    <a:pt x="40233" y="87185"/>
                  </a:lnTo>
                  <a:lnTo>
                    <a:pt x="45935" y="83718"/>
                  </a:lnTo>
                  <a:lnTo>
                    <a:pt x="49428" y="78028"/>
                  </a:lnTo>
                  <a:lnTo>
                    <a:pt x="50622" y="70192"/>
                  </a:lnTo>
                  <a:lnTo>
                    <a:pt x="50622" y="55283"/>
                  </a:lnTo>
                  <a:lnTo>
                    <a:pt x="49860" y="54521"/>
                  </a:lnTo>
                  <a:lnTo>
                    <a:pt x="35356" y="54521"/>
                  </a:lnTo>
                  <a:lnTo>
                    <a:pt x="34709" y="55283"/>
                  </a:lnTo>
                  <a:lnTo>
                    <a:pt x="34709" y="70675"/>
                  </a:lnTo>
                  <a:lnTo>
                    <a:pt x="32943" y="72326"/>
                  </a:lnTo>
                  <a:lnTo>
                    <a:pt x="18300" y="72326"/>
                  </a:lnTo>
                  <a:lnTo>
                    <a:pt x="16535" y="70675"/>
                  </a:lnTo>
                  <a:lnTo>
                    <a:pt x="16535" y="18173"/>
                  </a:lnTo>
                  <a:lnTo>
                    <a:pt x="18173" y="16421"/>
                  </a:lnTo>
                  <a:lnTo>
                    <a:pt x="32943" y="16421"/>
                  </a:lnTo>
                  <a:lnTo>
                    <a:pt x="34709" y="18173"/>
                  </a:lnTo>
                  <a:lnTo>
                    <a:pt x="34709" y="33083"/>
                  </a:lnTo>
                  <a:lnTo>
                    <a:pt x="35356" y="33820"/>
                  </a:lnTo>
                  <a:lnTo>
                    <a:pt x="49860" y="33820"/>
                  </a:lnTo>
                  <a:lnTo>
                    <a:pt x="50622" y="33083"/>
                  </a:lnTo>
                  <a:lnTo>
                    <a:pt x="50622" y="31813"/>
                  </a:lnTo>
                  <a:lnTo>
                    <a:pt x="50622" y="18173"/>
                  </a:lnTo>
                  <a:close/>
                </a:path>
                <a:path w="953135" h="88900">
                  <a:moveTo>
                    <a:pt x="138963" y="18046"/>
                  </a:moveTo>
                  <a:lnTo>
                    <a:pt x="138696" y="16294"/>
                  </a:lnTo>
                  <a:lnTo>
                    <a:pt x="137807" y="10337"/>
                  </a:lnTo>
                  <a:lnTo>
                    <a:pt x="134340" y="4648"/>
                  </a:lnTo>
                  <a:lnTo>
                    <a:pt x="128651" y="1181"/>
                  </a:lnTo>
                  <a:lnTo>
                    <a:pt x="123075" y="355"/>
                  </a:lnTo>
                  <a:lnTo>
                    <a:pt x="123075" y="18046"/>
                  </a:lnTo>
                  <a:lnTo>
                    <a:pt x="123075" y="70434"/>
                  </a:lnTo>
                  <a:lnTo>
                    <a:pt x="121310" y="72072"/>
                  </a:lnTo>
                  <a:lnTo>
                    <a:pt x="106667" y="72072"/>
                  </a:lnTo>
                  <a:lnTo>
                    <a:pt x="104902" y="70434"/>
                  </a:lnTo>
                  <a:lnTo>
                    <a:pt x="104902" y="18046"/>
                  </a:lnTo>
                  <a:lnTo>
                    <a:pt x="106667" y="16294"/>
                  </a:lnTo>
                  <a:lnTo>
                    <a:pt x="121310" y="16294"/>
                  </a:lnTo>
                  <a:lnTo>
                    <a:pt x="123075" y="18046"/>
                  </a:lnTo>
                  <a:lnTo>
                    <a:pt x="123075" y="355"/>
                  </a:lnTo>
                  <a:lnTo>
                    <a:pt x="120802" y="12"/>
                  </a:lnTo>
                  <a:lnTo>
                    <a:pt x="106667" y="12"/>
                  </a:lnTo>
                  <a:lnTo>
                    <a:pt x="98818" y="1181"/>
                  </a:lnTo>
                  <a:lnTo>
                    <a:pt x="93129" y="4648"/>
                  </a:lnTo>
                  <a:lnTo>
                    <a:pt x="89662" y="10337"/>
                  </a:lnTo>
                  <a:lnTo>
                    <a:pt x="88506" y="18046"/>
                  </a:lnTo>
                  <a:lnTo>
                    <a:pt x="88531" y="70434"/>
                  </a:lnTo>
                  <a:lnTo>
                    <a:pt x="89662" y="78028"/>
                  </a:lnTo>
                  <a:lnTo>
                    <a:pt x="93129" y="83718"/>
                  </a:lnTo>
                  <a:lnTo>
                    <a:pt x="98818" y="87185"/>
                  </a:lnTo>
                  <a:lnTo>
                    <a:pt x="106667" y="88353"/>
                  </a:lnTo>
                  <a:lnTo>
                    <a:pt x="120802" y="88353"/>
                  </a:lnTo>
                  <a:lnTo>
                    <a:pt x="128651" y="87185"/>
                  </a:lnTo>
                  <a:lnTo>
                    <a:pt x="134340" y="83718"/>
                  </a:lnTo>
                  <a:lnTo>
                    <a:pt x="137807" y="78028"/>
                  </a:lnTo>
                  <a:lnTo>
                    <a:pt x="138696" y="72072"/>
                  </a:lnTo>
                  <a:lnTo>
                    <a:pt x="138950" y="70434"/>
                  </a:lnTo>
                  <a:lnTo>
                    <a:pt x="138963" y="18046"/>
                  </a:lnTo>
                  <a:close/>
                </a:path>
                <a:path w="953135" h="88900">
                  <a:moveTo>
                    <a:pt x="227342" y="1143"/>
                  </a:moveTo>
                  <a:lnTo>
                    <a:pt x="226212" y="12"/>
                  </a:lnTo>
                  <a:lnTo>
                    <a:pt x="224828" y="12"/>
                  </a:lnTo>
                  <a:lnTo>
                    <a:pt x="211823" y="12"/>
                  </a:lnTo>
                  <a:lnTo>
                    <a:pt x="210680" y="1143"/>
                  </a:lnTo>
                  <a:lnTo>
                    <a:pt x="210680" y="70053"/>
                  </a:lnTo>
                  <a:lnTo>
                    <a:pt x="208915" y="71691"/>
                  </a:lnTo>
                  <a:lnTo>
                    <a:pt x="195783" y="71691"/>
                  </a:lnTo>
                  <a:lnTo>
                    <a:pt x="194017" y="70053"/>
                  </a:lnTo>
                  <a:lnTo>
                    <a:pt x="194017" y="1143"/>
                  </a:lnTo>
                  <a:lnTo>
                    <a:pt x="192874" y="12"/>
                  </a:lnTo>
                  <a:lnTo>
                    <a:pt x="177990" y="12"/>
                  </a:lnTo>
                  <a:lnTo>
                    <a:pt x="176847" y="1143"/>
                  </a:lnTo>
                  <a:lnTo>
                    <a:pt x="176847" y="70180"/>
                  </a:lnTo>
                  <a:lnTo>
                    <a:pt x="178015" y="78028"/>
                  </a:lnTo>
                  <a:lnTo>
                    <a:pt x="181495" y="83718"/>
                  </a:lnTo>
                  <a:lnTo>
                    <a:pt x="187185" y="87185"/>
                  </a:lnTo>
                  <a:lnTo>
                    <a:pt x="195033" y="88353"/>
                  </a:lnTo>
                  <a:lnTo>
                    <a:pt x="209156" y="88353"/>
                  </a:lnTo>
                  <a:lnTo>
                    <a:pt x="217017" y="87185"/>
                  </a:lnTo>
                  <a:lnTo>
                    <a:pt x="222707" y="83718"/>
                  </a:lnTo>
                  <a:lnTo>
                    <a:pt x="226174" y="78028"/>
                  </a:lnTo>
                  <a:lnTo>
                    <a:pt x="227342" y="70180"/>
                  </a:lnTo>
                  <a:lnTo>
                    <a:pt x="227342" y="1143"/>
                  </a:lnTo>
                  <a:close/>
                </a:path>
                <a:path w="953135" h="88900">
                  <a:moveTo>
                    <a:pt x="315709" y="45453"/>
                  </a:moveTo>
                  <a:lnTo>
                    <a:pt x="315696" y="18046"/>
                  </a:lnTo>
                  <a:lnTo>
                    <a:pt x="315429" y="16281"/>
                  </a:lnTo>
                  <a:lnTo>
                    <a:pt x="314540" y="10325"/>
                  </a:lnTo>
                  <a:lnTo>
                    <a:pt x="311061" y="4635"/>
                  </a:lnTo>
                  <a:lnTo>
                    <a:pt x="305371" y="1168"/>
                  </a:lnTo>
                  <a:lnTo>
                    <a:pt x="299288" y="266"/>
                  </a:lnTo>
                  <a:lnTo>
                    <a:pt x="299288" y="18046"/>
                  </a:lnTo>
                  <a:lnTo>
                    <a:pt x="299288" y="43675"/>
                  </a:lnTo>
                  <a:lnTo>
                    <a:pt x="297522" y="45453"/>
                  </a:lnTo>
                  <a:lnTo>
                    <a:pt x="281622" y="45453"/>
                  </a:lnTo>
                  <a:lnTo>
                    <a:pt x="281622" y="16281"/>
                  </a:lnTo>
                  <a:lnTo>
                    <a:pt x="297522" y="16281"/>
                  </a:lnTo>
                  <a:lnTo>
                    <a:pt x="299288" y="18046"/>
                  </a:lnTo>
                  <a:lnTo>
                    <a:pt x="299288" y="266"/>
                  </a:lnTo>
                  <a:lnTo>
                    <a:pt x="297522" y="0"/>
                  </a:lnTo>
                  <a:lnTo>
                    <a:pt x="265976" y="0"/>
                  </a:lnTo>
                  <a:lnTo>
                    <a:pt x="265214" y="762"/>
                  </a:lnTo>
                  <a:lnTo>
                    <a:pt x="265341" y="87718"/>
                  </a:lnTo>
                  <a:lnTo>
                    <a:pt x="265976" y="88353"/>
                  </a:lnTo>
                  <a:lnTo>
                    <a:pt x="280873" y="88353"/>
                  </a:lnTo>
                  <a:lnTo>
                    <a:pt x="281495" y="87718"/>
                  </a:lnTo>
                  <a:lnTo>
                    <a:pt x="281622" y="61734"/>
                  </a:lnTo>
                  <a:lnTo>
                    <a:pt x="292862" y="61734"/>
                  </a:lnTo>
                  <a:lnTo>
                    <a:pt x="298919" y="86575"/>
                  </a:lnTo>
                  <a:lnTo>
                    <a:pt x="299173" y="87718"/>
                  </a:lnTo>
                  <a:lnTo>
                    <a:pt x="299808" y="88353"/>
                  </a:lnTo>
                  <a:lnTo>
                    <a:pt x="314820" y="88353"/>
                  </a:lnTo>
                  <a:lnTo>
                    <a:pt x="315582" y="87591"/>
                  </a:lnTo>
                  <a:lnTo>
                    <a:pt x="309321" y="61734"/>
                  </a:lnTo>
                  <a:lnTo>
                    <a:pt x="308648" y="58940"/>
                  </a:lnTo>
                  <a:lnTo>
                    <a:pt x="313309" y="56045"/>
                  </a:lnTo>
                  <a:lnTo>
                    <a:pt x="315709" y="50863"/>
                  </a:lnTo>
                  <a:lnTo>
                    <a:pt x="315709" y="45453"/>
                  </a:lnTo>
                  <a:close/>
                </a:path>
                <a:path w="953135" h="88900">
                  <a:moveTo>
                    <a:pt x="401535" y="774"/>
                  </a:moveTo>
                  <a:lnTo>
                    <a:pt x="400900" y="12"/>
                  </a:lnTo>
                  <a:lnTo>
                    <a:pt x="399503" y="12"/>
                  </a:lnTo>
                  <a:lnTo>
                    <a:pt x="351802" y="12"/>
                  </a:lnTo>
                  <a:lnTo>
                    <a:pt x="351053" y="774"/>
                  </a:lnTo>
                  <a:lnTo>
                    <a:pt x="351053" y="15913"/>
                  </a:lnTo>
                  <a:lnTo>
                    <a:pt x="351802" y="16662"/>
                  </a:lnTo>
                  <a:lnTo>
                    <a:pt x="367703" y="16662"/>
                  </a:lnTo>
                  <a:lnTo>
                    <a:pt x="367703" y="87718"/>
                  </a:lnTo>
                  <a:lnTo>
                    <a:pt x="368465" y="88353"/>
                  </a:lnTo>
                  <a:lnTo>
                    <a:pt x="384238" y="88353"/>
                  </a:lnTo>
                  <a:lnTo>
                    <a:pt x="384873" y="87718"/>
                  </a:lnTo>
                  <a:lnTo>
                    <a:pt x="384873" y="16662"/>
                  </a:lnTo>
                  <a:lnTo>
                    <a:pt x="400900" y="16662"/>
                  </a:lnTo>
                  <a:lnTo>
                    <a:pt x="401535" y="15913"/>
                  </a:lnTo>
                  <a:lnTo>
                    <a:pt x="401535" y="774"/>
                  </a:lnTo>
                  <a:close/>
                </a:path>
                <a:path w="953135" h="88900">
                  <a:moveTo>
                    <a:pt x="488454" y="39547"/>
                  </a:moveTo>
                  <a:lnTo>
                    <a:pt x="481266" y="32359"/>
                  </a:lnTo>
                  <a:lnTo>
                    <a:pt x="463511" y="32359"/>
                  </a:lnTo>
                  <a:lnTo>
                    <a:pt x="456323" y="39547"/>
                  </a:lnTo>
                  <a:lnTo>
                    <a:pt x="456323" y="48437"/>
                  </a:lnTo>
                  <a:lnTo>
                    <a:pt x="456323" y="57302"/>
                  </a:lnTo>
                  <a:lnTo>
                    <a:pt x="463511" y="64490"/>
                  </a:lnTo>
                  <a:lnTo>
                    <a:pt x="481266" y="64490"/>
                  </a:lnTo>
                  <a:lnTo>
                    <a:pt x="488454" y="57302"/>
                  </a:lnTo>
                  <a:lnTo>
                    <a:pt x="488454" y="39547"/>
                  </a:lnTo>
                  <a:close/>
                </a:path>
                <a:path w="953135" h="88900">
                  <a:moveTo>
                    <a:pt x="600964" y="762"/>
                  </a:moveTo>
                  <a:lnTo>
                    <a:pt x="600316" y="12"/>
                  </a:lnTo>
                  <a:lnTo>
                    <a:pt x="584555" y="12"/>
                  </a:lnTo>
                  <a:lnTo>
                    <a:pt x="583793" y="762"/>
                  </a:lnTo>
                  <a:lnTo>
                    <a:pt x="583793" y="2019"/>
                  </a:lnTo>
                  <a:lnTo>
                    <a:pt x="583793" y="36106"/>
                  </a:lnTo>
                  <a:lnTo>
                    <a:pt x="567626" y="36106"/>
                  </a:lnTo>
                  <a:lnTo>
                    <a:pt x="567626" y="762"/>
                  </a:lnTo>
                  <a:lnTo>
                    <a:pt x="566877" y="12"/>
                  </a:lnTo>
                  <a:lnTo>
                    <a:pt x="551103" y="12"/>
                  </a:lnTo>
                  <a:lnTo>
                    <a:pt x="550456" y="762"/>
                  </a:lnTo>
                  <a:lnTo>
                    <a:pt x="550456" y="87591"/>
                  </a:lnTo>
                  <a:lnTo>
                    <a:pt x="551103" y="88353"/>
                  </a:lnTo>
                  <a:lnTo>
                    <a:pt x="566877" y="88353"/>
                  </a:lnTo>
                  <a:lnTo>
                    <a:pt x="567626" y="87591"/>
                  </a:lnTo>
                  <a:lnTo>
                    <a:pt x="567626" y="52755"/>
                  </a:lnTo>
                  <a:lnTo>
                    <a:pt x="583793" y="52755"/>
                  </a:lnTo>
                  <a:lnTo>
                    <a:pt x="583793" y="87591"/>
                  </a:lnTo>
                  <a:lnTo>
                    <a:pt x="584555" y="88353"/>
                  </a:lnTo>
                  <a:lnTo>
                    <a:pt x="600316" y="88353"/>
                  </a:lnTo>
                  <a:lnTo>
                    <a:pt x="600964" y="87591"/>
                  </a:lnTo>
                  <a:lnTo>
                    <a:pt x="600964" y="762"/>
                  </a:lnTo>
                  <a:close/>
                </a:path>
                <a:path w="953135" h="88900">
                  <a:moveTo>
                    <a:pt x="689292" y="18046"/>
                  </a:moveTo>
                  <a:lnTo>
                    <a:pt x="673417" y="355"/>
                  </a:lnTo>
                  <a:lnTo>
                    <a:pt x="673417" y="18046"/>
                  </a:lnTo>
                  <a:lnTo>
                    <a:pt x="673417" y="70434"/>
                  </a:lnTo>
                  <a:lnTo>
                    <a:pt x="671639" y="72072"/>
                  </a:lnTo>
                  <a:lnTo>
                    <a:pt x="657009" y="72072"/>
                  </a:lnTo>
                  <a:lnTo>
                    <a:pt x="655231" y="70434"/>
                  </a:lnTo>
                  <a:lnTo>
                    <a:pt x="655231" y="18046"/>
                  </a:lnTo>
                  <a:lnTo>
                    <a:pt x="657009" y="16294"/>
                  </a:lnTo>
                  <a:lnTo>
                    <a:pt x="671639" y="16294"/>
                  </a:lnTo>
                  <a:lnTo>
                    <a:pt x="673417" y="18046"/>
                  </a:lnTo>
                  <a:lnTo>
                    <a:pt x="673417" y="355"/>
                  </a:lnTo>
                  <a:lnTo>
                    <a:pt x="671144" y="12"/>
                  </a:lnTo>
                  <a:lnTo>
                    <a:pt x="657009" y="12"/>
                  </a:lnTo>
                  <a:lnTo>
                    <a:pt x="649160" y="1181"/>
                  </a:lnTo>
                  <a:lnTo>
                    <a:pt x="643470" y="4648"/>
                  </a:lnTo>
                  <a:lnTo>
                    <a:pt x="640003" y="10337"/>
                  </a:lnTo>
                  <a:lnTo>
                    <a:pt x="638848" y="18046"/>
                  </a:lnTo>
                  <a:lnTo>
                    <a:pt x="638860" y="70434"/>
                  </a:lnTo>
                  <a:lnTo>
                    <a:pt x="640003" y="78028"/>
                  </a:lnTo>
                  <a:lnTo>
                    <a:pt x="643470" y="83718"/>
                  </a:lnTo>
                  <a:lnTo>
                    <a:pt x="649160" y="87185"/>
                  </a:lnTo>
                  <a:lnTo>
                    <a:pt x="657009" y="88353"/>
                  </a:lnTo>
                  <a:lnTo>
                    <a:pt x="671144" y="88353"/>
                  </a:lnTo>
                  <a:lnTo>
                    <a:pt x="689279" y="70434"/>
                  </a:lnTo>
                  <a:lnTo>
                    <a:pt x="689292" y="18046"/>
                  </a:lnTo>
                  <a:close/>
                </a:path>
                <a:path w="953135" h="88900">
                  <a:moveTo>
                    <a:pt x="777684" y="1143"/>
                  </a:moveTo>
                  <a:lnTo>
                    <a:pt x="776541" y="12"/>
                  </a:lnTo>
                  <a:lnTo>
                    <a:pt x="775157" y="12"/>
                  </a:lnTo>
                  <a:lnTo>
                    <a:pt x="762152" y="12"/>
                  </a:lnTo>
                  <a:lnTo>
                    <a:pt x="761022" y="1143"/>
                  </a:lnTo>
                  <a:lnTo>
                    <a:pt x="761022" y="70053"/>
                  </a:lnTo>
                  <a:lnTo>
                    <a:pt x="759256" y="71691"/>
                  </a:lnTo>
                  <a:lnTo>
                    <a:pt x="746125" y="71691"/>
                  </a:lnTo>
                  <a:lnTo>
                    <a:pt x="744359" y="70053"/>
                  </a:lnTo>
                  <a:lnTo>
                    <a:pt x="744359" y="1143"/>
                  </a:lnTo>
                  <a:lnTo>
                    <a:pt x="743216" y="12"/>
                  </a:lnTo>
                  <a:lnTo>
                    <a:pt x="728332" y="12"/>
                  </a:lnTo>
                  <a:lnTo>
                    <a:pt x="727189" y="1143"/>
                  </a:lnTo>
                  <a:lnTo>
                    <a:pt x="727189" y="70180"/>
                  </a:lnTo>
                  <a:lnTo>
                    <a:pt x="728357" y="78028"/>
                  </a:lnTo>
                  <a:lnTo>
                    <a:pt x="731824" y="83718"/>
                  </a:lnTo>
                  <a:lnTo>
                    <a:pt x="737527" y="87185"/>
                  </a:lnTo>
                  <a:lnTo>
                    <a:pt x="745375" y="88353"/>
                  </a:lnTo>
                  <a:lnTo>
                    <a:pt x="759498" y="88353"/>
                  </a:lnTo>
                  <a:lnTo>
                    <a:pt x="767346" y="87185"/>
                  </a:lnTo>
                  <a:lnTo>
                    <a:pt x="773036" y="83718"/>
                  </a:lnTo>
                  <a:lnTo>
                    <a:pt x="776516" y="78028"/>
                  </a:lnTo>
                  <a:lnTo>
                    <a:pt x="777684" y="70180"/>
                  </a:lnTo>
                  <a:lnTo>
                    <a:pt x="777684" y="1143"/>
                  </a:lnTo>
                  <a:close/>
                </a:path>
                <a:path w="953135" h="88900">
                  <a:moveTo>
                    <a:pt x="864768" y="18173"/>
                  </a:moveTo>
                  <a:lnTo>
                    <a:pt x="863600" y="10325"/>
                  </a:lnTo>
                  <a:lnTo>
                    <a:pt x="860145" y="4635"/>
                  </a:lnTo>
                  <a:lnTo>
                    <a:pt x="854443" y="1181"/>
                  </a:lnTo>
                  <a:lnTo>
                    <a:pt x="846594" y="12"/>
                  </a:lnTo>
                  <a:lnTo>
                    <a:pt x="832472" y="12"/>
                  </a:lnTo>
                  <a:lnTo>
                    <a:pt x="824674" y="1181"/>
                  </a:lnTo>
                  <a:lnTo>
                    <a:pt x="818972" y="4635"/>
                  </a:lnTo>
                  <a:lnTo>
                    <a:pt x="815467" y="10325"/>
                  </a:lnTo>
                  <a:lnTo>
                    <a:pt x="814285" y="18173"/>
                  </a:lnTo>
                  <a:lnTo>
                    <a:pt x="814285" y="42405"/>
                  </a:lnTo>
                  <a:lnTo>
                    <a:pt x="815428" y="43916"/>
                  </a:lnTo>
                  <a:lnTo>
                    <a:pt x="847991" y="54533"/>
                  </a:lnTo>
                  <a:lnTo>
                    <a:pt x="847991" y="70675"/>
                  </a:lnTo>
                  <a:lnTo>
                    <a:pt x="846226" y="72326"/>
                  </a:lnTo>
                  <a:lnTo>
                    <a:pt x="832967" y="72326"/>
                  </a:lnTo>
                  <a:lnTo>
                    <a:pt x="831075" y="70675"/>
                  </a:lnTo>
                  <a:lnTo>
                    <a:pt x="831075" y="60591"/>
                  </a:lnTo>
                  <a:lnTo>
                    <a:pt x="830440" y="59956"/>
                  </a:lnTo>
                  <a:lnTo>
                    <a:pt x="815047" y="59956"/>
                  </a:lnTo>
                  <a:lnTo>
                    <a:pt x="814285" y="60591"/>
                  </a:lnTo>
                  <a:lnTo>
                    <a:pt x="814285" y="70180"/>
                  </a:lnTo>
                  <a:lnTo>
                    <a:pt x="815467" y="78028"/>
                  </a:lnTo>
                  <a:lnTo>
                    <a:pt x="818972" y="83718"/>
                  </a:lnTo>
                  <a:lnTo>
                    <a:pt x="824674" y="87185"/>
                  </a:lnTo>
                  <a:lnTo>
                    <a:pt x="832472" y="88353"/>
                  </a:lnTo>
                  <a:lnTo>
                    <a:pt x="846594" y="88353"/>
                  </a:lnTo>
                  <a:lnTo>
                    <a:pt x="854443" y="87185"/>
                  </a:lnTo>
                  <a:lnTo>
                    <a:pt x="860145" y="83718"/>
                  </a:lnTo>
                  <a:lnTo>
                    <a:pt x="863600" y="78028"/>
                  </a:lnTo>
                  <a:lnTo>
                    <a:pt x="864768" y="70180"/>
                  </a:lnTo>
                  <a:lnTo>
                    <a:pt x="864768" y="44056"/>
                  </a:lnTo>
                  <a:lnTo>
                    <a:pt x="863638" y="42532"/>
                  </a:lnTo>
                  <a:lnTo>
                    <a:pt x="830948" y="31940"/>
                  </a:lnTo>
                  <a:lnTo>
                    <a:pt x="830948" y="17919"/>
                  </a:lnTo>
                  <a:lnTo>
                    <a:pt x="832840" y="16167"/>
                  </a:lnTo>
                  <a:lnTo>
                    <a:pt x="846340" y="16167"/>
                  </a:lnTo>
                  <a:lnTo>
                    <a:pt x="847991" y="17919"/>
                  </a:lnTo>
                  <a:lnTo>
                    <a:pt x="847991" y="27774"/>
                  </a:lnTo>
                  <a:lnTo>
                    <a:pt x="848753" y="28524"/>
                  </a:lnTo>
                  <a:lnTo>
                    <a:pt x="864146" y="28524"/>
                  </a:lnTo>
                  <a:lnTo>
                    <a:pt x="864768" y="27774"/>
                  </a:lnTo>
                  <a:lnTo>
                    <a:pt x="864768" y="18173"/>
                  </a:lnTo>
                  <a:close/>
                </a:path>
                <a:path w="953135" h="88900">
                  <a:moveTo>
                    <a:pt x="952995" y="774"/>
                  </a:moveTo>
                  <a:lnTo>
                    <a:pt x="952487" y="0"/>
                  </a:lnTo>
                  <a:lnTo>
                    <a:pt x="903389" y="0"/>
                  </a:lnTo>
                  <a:lnTo>
                    <a:pt x="902639" y="774"/>
                  </a:lnTo>
                  <a:lnTo>
                    <a:pt x="902639" y="87591"/>
                  </a:lnTo>
                  <a:lnTo>
                    <a:pt x="903389" y="88353"/>
                  </a:lnTo>
                  <a:lnTo>
                    <a:pt x="952487" y="88353"/>
                  </a:lnTo>
                  <a:lnTo>
                    <a:pt x="952995" y="87591"/>
                  </a:lnTo>
                  <a:lnTo>
                    <a:pt x="952995" y="72326"/>
                  </a:lnTo>
                  <a:lnTo>
                    <a:pt x="952487" y="71691"/>
                  </a:lnTo>
                  <a:lnTo>
                    <a:pt x="919797" y="71691"/>
                  </a:lnTo>
                  <a:lnTo>
                    <a:pt x="919797" y="53022"/>
                  </a:lnTo>
                  <a:lnTo>
                    <a:pt x="944791" y="53022"/>
                  </a:lnTo>
                  <a:lnTo>
                    <a:pt x="945553" y="52260"/>
                  </a:lnTo>
                  <a:lnTo>
                    <a:pt x="945553" y="36982"/>
                  </a:lnTo>
                  <a:lnTo>
                    <a:pt x="944791" y="36233"/>
                  </a:lnTo>
                  <a:lnTo>
                    <a:pt x="919797" y="36233"/>
                  </a:lnTo>
                  <a:lnTo>
                    <a:pt x="919797" y="16802"/>
                  </a:lnTo>
                  <a:lnTo>
                    <a:pt x="952487" y="16802"/>
                  </a:lnTo>
                  <a:lnTo>
                    <a:pt x="952995" y="15913"/>
                  </a:lnTo>
                  <a:lnTo>
                    <a:pt x="952995" y="14643"/>
                  </a:lnTo>
                  <a:lnTo>
                    <a:pt x="952995" y="774"/>
                  </a:lnTo>
                  <a:close/>
                </a:path>
              </a:pathLst>
            </a:custGeom>
            <a:solidFill>
              <a:srgbClr val="9BC84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6" name="object 536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3117421" y="6916620"/>
              <a:ext cx="213750" cy="246133"/>
            </a:xfrm>
            <a:prstGeom prst="rect">
              <a:avLst/>
            </a:prstGeom>
          </p:spPr>
        </p:pic>
        <p:sp>
          <p:nvSpPr>
            <p:cNvPr id="537" name="object 537" descr=""/>
            <p:cNvSpPr/>
            <p:nvPr/>
          </p:nvSpPr>
          <p:spPr>
            <a:xfrm>
              <a:off x="3788387" y="8570231"/>
              <a:ext cx="45085" cy="111125"/>
            </a:xfrm>
            <a:custGeom>
              <a:avLst/>
              <a:gdLst/>
              <a:ahLst/>
              <a:cxnLst/>
              <a:rect l="l" t="t" r="r" b="b"/>
              <a:pathLst>
                <a:path w="45085" h="111125">
                  <a:moveTo>
                    <a:pt x="0" y="110917"/>
                  </a:moveTo>
                  <a:lnTo>
                    <a:pt x="44773" y="110917"/>
                  </a:lnTo>
                  <a:lnTo>
                    <a:pt x="44773" y="0"/>
                  </a:lnTo>
                  <a:lnTo>
                    <a:pt x="0" y="0"/>
                  </a:lnTo>
                  <a:lnTo>
                    <a:pt x="0" y="110917"/>
                  </a:lnTo>
                  <a:close/>
                </a:path>
              </a:pathLst>
            </a:custGeom>
            <a:solidFill>
              <a:srgbClr val="D9EAB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38" name="object 538" descr=""/>
          <p:cNvGrpSpPr/>
          <p:nvPr/>
        </p:nvGrpSpPr>
        <p:grpSpPr>
          <a:xfrm>
            <a:off x="11157336" y="6837457"/>
            <a:ext cx="2184400" cy="1378585"/>
            <a:chOff x="11157336" y="6837457"/>
            <a:chExt cx="2184400" cy="1378585"/>
          </a:xfrm>
        </p:grpSpPr>
        <p:sp>
          <p:nvSpPr>
            <p:cNvPr id="539" name="object 539" descr=""/>
            <p:cNvSpPr/>
            <p:nvPr/>
          </p:nvSpPr>
          <p:spPr>
            <a:xfrm>
              <a:off x="12064397" y="6837457"/>
              <a:ext cx="1277620" cy="1378585"/>
            </a:xfrm>
            <a:custGeom>
              <a:avLst/>
              <a:gdLst/>
              <a:ahLst/>
              <a:cxnLst/>
              <a:rect l="l" t="t" r="r" b="b"/>
              <a:pathLst>
                <a:path w="1277619" h="1378584">
                  <a:moveTo>
                    <a:pt x="0" y="1378272"/>
                  </a:moveTo>
                  <a:lnTo>
                    <a:pt x="1277186" y="1378272"/>
                  </a:lnTo>
                  <a:lnTo>
                    <a:pt x="1277186" y="0"/>
                  </a:lnTo>
                  <a:lnTo>
                    <a:pt x="0" y="0"/>
                  </a:lnTo>
                  <a:lnTo>
                    <a:pt x="0" y="1378272"/>
                  </a:lnTo>
                  <a:close/>
                </a:path>
              </a:pathLst>
            </a:custGeom>
            <a:solidFill>
              <a:srgbClr val="3B54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0" name="object 540" descr=""/>
            <p:cNvSpPr/>
            <p:nvPr/>
          </p:nvSpPr>
          <p:spPr>
            <a:xfrm>
              <a:off x="11157336" y="7023765"/>
              <a:ext cx="907415" cy="1192530"/>
            </a:xfrm>
            <a:custGeom>
              <a:avLst/>
              <a:gdLst/>
              <a:ahLst/>
              <a:cxnLst/>
              <a:rect l="l" t="t" r="r" b="b"/>
              <a:pathLst>
                <a:path w="907415" h="1192529">
                  <a:moveTo>
                    <a:pt x="0" y="1191963"/>
                  </a:moveTo>
                  <a:lnTo>
                    <a:pt x="907061" y="1191963"/>
                  </a:lnTo>
                  <a:lnTo>
                    <a:pt x="907061" y="0"/>
                  </a:lnTo>
                  <a:lnTo>
                    <a:pt x="0" y="0"/>
                  </a:lnTo>
                  <a:lnTo>
                    <a:pt x="0" y="1191963"/>
                  </a:lnTo>
                  <a:close/>
                </a:path>
              </a:pathLst>
            </a:custGeom>
            <a:solidFill>
              <a:srgbClr val="5268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1" name="object 541" descr=""/>
          <p:cNvSpPr/>
          <p:nvPr/>
        </p:nvSpPr>
        <p:spPr>
          <a:xfrm>
            <a:off x="11157336" y="8391535"/>
            <a:ext cx="3091815" cy="288290"/>
          </a:xfrm>
          <a:custGeom>
            <a:avLst/>
            <a:gdLst/>
            <a:ahLst/>
            <a:cxnLst/>
            <a:rect l="l" t="t" r="r" b="b"/>
            <a:pathLst>
              <a:path w="3091815" h="288290">
                <a:moveTo>
                  <a:pt x="0" y="287823"/>
                </a:moveTo>
                <a:lnTo>
                  <a:pt x="3091309" y="287823"/>
                </a:lnTo>
                <a:lnTo>
                  <a:pt x="3091309" y="0"/>
                </a:lnTo>
                <a:lnTo>
                  <a:pt x="0" y="0"/>
                </a:lnTo>
                <a:lnTo>
                  <a:pt x="0" y="287823"/>
                </a:lnTo>
                <a:close/>
              </a:path>
            </a:pathLst>
          </a:custGeom>
          <a:solidFill>
            <a:srgbClr val="5268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2" name="object 542" descr=""/>
          <p:cNvSpPr/>
          <p:nvPr/>
        </p:nvSpPr>
        <p:spPr>
          <a:xfrm>
            <a:off x="11127294" y="6917747"/>
            <a:ext cx="937260" cy="106045"/>
          </a:xfrm>
          <a:custGeom>
            <a:avLst/>
            <a:gdLst/>
            <a:ahLst/>
            <a:cxnLst/>
            <a:rect l="l" t="t" r="r" b="b"/>
            <a:pathLst>
              <a:path w="937259" h="106045">
                <a:moveTo>
                  <a:pt x="937102" y="0"/>
                </a:moveTo>
                <a:lnTo>
                  <a:pt x="0" y="0"/>
                </a:lnTo>
                <a:lnTo>
                  <a:pt x="0" y="106017"/>
                </a:lnTo>
                <a:lnTo>
                  <a:pt x="937102" y="106017"/>
                </a:lnTo>
                <a:lnTo>
                  <a:pt x="937102" y="0"/>
                </a:lnTo>
                <a:close/>
              </a:path>
            </a:pathLst>
          </a:custGeom>
          <a:solidFill>
            <a:srgbClr val="102E7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43" name="object 543" descr=""/>
          <p:cNvGrpSpPr/>
          <p:nvPr/>
        </p:nvGrpSpPr>
        <p:grpSpPr>
          <a:xfrm>
            <a:off x="13341582" y="6917747"/>
            <a:ext cx="937260" cy="1298575"/>
            <a:chOff x="13341582" y="6917747"/>
            <a:chExt cx="937260" cy="1298575"/>
          </a:xfrm>
        </p:grpSpPr>
        <p:sp>
          <p:nvSpPr>
            <p:cNvPr id="544" name="object 544" descr=""/>
            <p:cNvSpPr/>
            <p:nvPr/>
          </p:nvSpPr>
          <p:spPr>
            <a:xfrm>
              <a:off x="13341582" y="7023765"/>
              <a:ext cx="907415" cy="1192530"/>
            </a:xfrm>
            <a:custGeom>
              <a:avLst/>
              <a:gdLst/>
              <a:ahLst/>
              <a:cxnLst/>
              <a:rect l="l" t="t" r="r" b="b"/>
              <a:pathLst>
                <a:path w="907415" h="1192529">
                  <a:moveTo>
                    <a:pt x="0" y="1191963"/>
                  </a:moveTo>
                  <a:lnTo>
                    <a:pt x="907050" y="1191963"/>
                  </a:lnTo>
                  <a:lnTo>
                    <a:pt x="907050" y="0"/>
                  </a:lnTo>
                  <a:lnTo>
                    <a:pt x="0" y="0"/>
                  </a:lnTo>
                  <a:lnTo>
                    <a:pt x="0" y="1191963"/>
                  </a:lnTo>
                  <a:close/>
                </a:path>
              </a:pathLst>
            </a:custGeom>
            <a:solidFill>
              <a:srgbClr val="5268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5" name="object 545" descr=""/>
            <p:cNvSpPr/>
            <p:nvPr/>
          </p:nvSpPr>
          <p:spPr>
            <a:xfrm>
              <a:off x="13341582" y="6917747"/>
              <a:ext cx="937260" cy="106045"/>
            </a:xfrm>
            <a:custGeom>
              <a:avLst/>
              <a:gdLst/>
              <a:ahLst/>
              <a:cxnLst/>
              <a:rect l="l" t="t" r="r" b="b"/>
              <a:pathLst>
                <a:path w="937259" h="106045">
                  <a:moveTo>
                    <a:pt x="937102" y="0"/>
                  </a:moveTo>
                  <a:lnTo>
                    <a:pt x="0" y="0"/>
                  </a:lnTo>
                  <a:lnTo>
                    <a:pt x="0" y="106017"/>
                  </a:lnTo>
                  <a:lnTo>
                    <a:pt x="937102" y="106017"/>
                  </a:lnTo>
                  <a:lnTo>
                    <a:pt x="937102" y="0"/>
                  </a:lnTo>
                  <a:close/>
                </a:path>
              </a:pathLst>
            </a:custGeom>
            <a:solidFill>
              <a:srgbClr val="102E7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6" name="object 546" descr=""/>
          <p:cNvSpPr/>
          <p:nvPr/>
        </p:nvSpPr>
        <p:spPr>
          <a:xfrm>
            <a:off x="12033109" y="6731438"/>
            <a:ext cx="1347470" cy="106045"/>
          </a:xfrm>
          <a:custGeom>
            <a:avLst/>
            <a:gdLst/>
            <a:ahLst/>
            <a:cxnLst/>
            <a:rect l="l" t="t" r="r" b="b"/>
            <a:pathLst>
              <a:path w="1347469" h="106045">
                <a:moveTo>
                  <a:pt x="1346932" y="0"/>
                </a:moveTo>
                <a:lnTo>
                  <a:pt x="0" y="0"/>
                </a:lnTo>
                <a:lnTo>
                  <a:pt x="0" y="106017"/>
                </a:lnTo>
                <a:lnTo>
                  <a:pt x="1346932" y="106017"/>
                </a:lnTo>
                <a:lnTo>
                  <a:pt x="1346932" y="0"/>
                </a:lnTo>
                <a:close/>
              </a:path>
            </a:pathLst>
          </a:custGeom>
          <a:solidFill>
            <a:srgbClr val="102E7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7" name="object 547" descr=""/>
          <p:cNvSpPr/>
          <p:nvPr/>
        </p:nvSpPr>
        <p:spPr>
          <a:xfrm>
            <a:off x="11025936" y="8331495"/>
            <a:ext cx="3338195" cy="60325"/>
          </a:xfrm>
          <a:custGeom>
            <a:avLst/>
            <a:gdLst/>
            <a:ahLst/>
            <a:cxnLst/>
            <a:rect l="l" t="t" r="r" b="b"/>
            <a:pathLst>
              <a:path w="3338194" h="60325">
                <a:moveTo>
                  <a:pt x="0" y="60040"/>
                </a:moveTo>
                <a:lnTo>
                  <a:pt x="3337950" y="60040"/>
                </a:lnTo>
                <a:lnTo>
                  <a:pt x="3337950" y="0"/>
                </a:lnTo>
                <a:lnTo>
                  <a:pt x="0" y="0"/>
                </a:lnTo>
                <a:lnTo>
                  <a:pt x="0" y="60040"/>
                </a:lnTo>
                <a:close/>
              </a:path>
            </a:pathLst>
          </a:custGeom>
          <a:solidFill>
            <a:srgbClr val="102E7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48" name="object 548" descr=""/>
          <p:cNvGrpSpPr/>
          <p:nvPr/>
        </p:nvGrpSpPr>
        <p:grpSpPr>
          <a:xfrm>
            <a:off x="11025936" y="7023754"/>
            <a:ext cx="3338195" cy="1249680"/>
            <a:chOff x="11025936" y="7023754"/>
            <a:chExt cx="3338195" cy="1249680"/>
          </a:xfrm>
        </p:grpSpPr>
        <p:sp>
          <p:nvSpPr>
            <p:cNvPr id="549" name="object 549" descr=""/>
            <p:cNvSpPr/>
            <p:nvPr/>
          </p:nvSpPr>
          <p:spPr>
            <a:xfrm>
              <a:off x="11025936" y="8215739"/>
              <a:ext cx="3338195" cy="57785"/>
            </a:xfrm>
            <a:custGeom>
              <a:avLst/>
              <a:gdLst/>
              <a:ahLst/>
              <a:cxnLst/>
              <a:rect l="l" t="t" r="r" b="b"/>
              <a:pathLst>
                <a:path w="3338194" h="57784">
                  <a:moveTo>
                    <a:pt x="0" y="57464"/>
                  </a:moveTo>
                  <a:lnTo>
                    <a:pt x="3337950" y="57464"/>
                  </a:lnTo>
                  <a:lnTo>
                    <a:pt x="3337950" y="0"/>
                  </a:lnTo>
                  <a:lnTo>
                    <a:pt x="0" y="0"/>
                  </a:lnTo>
                  <a:lnTo>
                    <a:pt x="0" y="57464"/>
                  </a:lnTo>
                  <a:close/>
                </a:path>
              </a:pathLst>
            </a:custGeom>
            <a:solidFill>
              <a:srgbClr val="102E7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0" name="object 550" descr=""/>
            <p:cNvSpPr/>
            <p:nvPr/>
          </p:nvSpPr>
          <p:spPr>
            <a:xfrm>
              <a:off x="11157331" y="7023766"/>
              <a:ext cx="3091815" cy="1192530"/>
            </a:xfrm>
            <a:custGeom>
              <a:avLst/>
              <a:gdLst/>
              <a:ahLst/>
              <a:cxnLst/>
              <a:rect l="l" t="t" r="r" b="b"/>
              <a:pathLst>
                <a:path w="3091815" h="1192529">
                  <a:moveTo>
                    <a:pt x="907046" y="144119"/>
                  </a:moveTo>
                  <a:lnTo>
                    <a:pt x="789838" y="144119"/>
                  </a:lnTo>
                  <a:lnTo>
                    <a:pt x="789838" y="0"/>
                  </a:lnTo>
                  <a:lnTo>
                    <a:pt x="772718" y="0"/>
                  </a:lnTo>
                  <a:lnTo>
                    <a:pt x="772718" y="957148"/>
                  </a:lnTo>
                  <a:lnTo>
                    <a:pt x="625957" y="957148"/>
                  </a:lnTo>
                  <a:lnTo>
                    <a:pt x="625957" y="816749"/>
                  </a:lnTo>
                  <a:lnTo>
                    <a:pt x="772718" y="816749"/>
                  </a:lnTo>
                  <a:lnTo>
                    <a:pt x="772718" y="799630"/>
                  </a:lnTo>
                  <a:lnTo>
                    <a:pt x="625957" y="799630"/>
                  </a:lnTo>
                  <a:lnTo>
                    <a:pt x="625957" y="652868"/>
                  </a:lnTo>
                  <a:lnTo>
                    <a:pt x="772718" y="652868"/>
                  </a:lnTo>
                  <a:lnTo>
                    <a:pt x="772718" y="635749"/>
                  </a:lnTo>
                  <a:lnTo>
                    <a:pt x="625957" y="635749"/>
                  </a:lnTo>
                  <a:lnTo>
                    <a:pt x="625957" y="489000"/>
                  </a:lnTo>
                  <a:lnTo>
                    <a:pt x="772718" y="489000"/>
                  </a:lnTo>
                  <a:lnTo>
                    <a:pt x="772718" y="471881"/>
                  </a:lnTo>
                  <a:lnTo>
                    <a:pt x="625957" y="471881"/>
                  </a:lnTo>
                  <a:lnTo>
                    <a:pt x="625957" y="325120"/>
                  </a:lnTo>
                  <a:lnTo>
                    <a:pt x="772718" y="325120"/>
                  </a:lnTo>
                  <a:lnTo>
                    <a:pt x="772718" y="308000"/>
                  </a:lnTo>
                  <a:lnTo>
                    <a:pt x="625957" y="308000"/>
                  </a:lnTo>
                  <a:lnTo>
                    <a:pt x="625957" y="161239"/>
                  </a:lnTo>
                  <a:lnTo>
                    <a:pt x="772718" y="161239"/>
                  </a:lnTo>
                  <a:lnTo>
                    <a:pt x="772718" y="144119"/>
                  </a:lnTo>
                  <a:lnTo>
                    <a:pt x="625957" y="144119"/>
                  </a:lnTo>
                  <a:lnTo>
                    <a:pt x="625957" y="0"/>
                  </a:lnTo>
                  <a:lnTo>
                    <a:pt x="608838" y="0"/>
                  </a:lnTo>
                  <a:lnTo>
                    <a:pt x="608838" y="957148"/>
                  </a:lnTo>
                  <a:lnTo>
                    <a:pt x="462102" y="957148"/>
                  </a:lnTo>
                  <a:lnTo>
                    <a:pt x="462102" y="816749"/>
                  </a:lnTo>
                  <a:lnTo>
                    <a:pt x="608838" y="816749"/>
                  </a:lnTo>
                  <a:lnTo>
                    <a:pt x="608838" y="799630"/>
                  </a:lnTo>
                  <a:lnTo>
                    <a:pt x="462102" y="799630"/>
                  </a:lnTo>
                  <a:lnTo>
                    <a:pt x="462102" y="652868"/>
                  </a:lnTo>
                  <a:lnTo>
                    <a:pt x="608838" y="652868"/>
                  </a:lnTo>
                  <a:lnTo>
                    <a:pt x="608838" y="635749"/>
                  </a:lnTo>
                  <a:lnTo>
                    <a:pt x="462102" y="635749"/>
                  </a:lnTo>
                  <a:lnTo>
                    <a:pt x="462102" y="489000"/>
                  </a:lnTo>
                  <a:lnTo>
                    <a:pt x="608838" y="489000"/>
                  </a:lnTo>
                  <a:lnTo>
                    <a:pt x="608838" y="471881"/>
                  </a:lnTo>
                  <a:lnTo>
                    <a:pt x="462102" y="471881"/>
                  </a:lnTo>
                  <a:lnTo>
                    <a:pt x="462102" y="325120"/>
                  </a:lnTo>
                  <a:lnTo>
                    <a:pt x="608838" y="325120"/>
                  </a:lnTo>
                  <a:lnTo>
                    <a:pt x="608838" y="308000"/>
                  </a:lnTo>
                  <a:lnTo>
                    <a:pt x="462102" y="308000"/>
                  </a:lnTo>
                  <a:lnTo>
                    <a:pt x="462102" y="161239"/>
                  </a:lnTo>
                  <a:lnTo>
                    <a:pt x="608838" y="161239"/>
                  </a:lnTo>
                  <a:lnTo>
                    <a:pt x="608838" y="144119"/>
                  </a:lnTo>
                  <a:lnTo>
                    <a:pt x="462102" y="144119"/>
                  </a:lnTo>
                  <a:lnTo>
                    <a:pt x="462102" y="0"/>
                  </a:lnTo>
                  <a:lnTo>
                    <a:pt x="444982" y="0"/>
                  </a:lnTo>
                  <a:lnTo>
                    <a:pt x="444982" y="957148"/>
                  </a:lnTo>
                  <a:lnTo>
                    <a:pt x="298221" y="957148"/>
                  </a:lnTo>
                  <a:lnTo>
                    <a:pt x="298221" y="816749"/>
                  </a:lnTo>
                  <a:lnTo>
                    <a:pt x="444982" y="816749"/>
                  </a:lnTo>
                  <a:lnTo>
                    <a:pt x="444982" y="799630"/>
                  </a:lnTo>
                  <a:lnTo>
                    <a:pt x="298221" y="799630"/>
                  </a:lnTo>
                  <a:lnTo>
                    <a:pt x="298221" y="652868"/>
                  </a:lnTo>
                  <a:lnTo>
                    <a:pt x="444982" y="652868"/>
                  </a:lnTo>
                  <a:lnTo>
                    <a:pt x="444982" y="635749"/>
                  </a:lnTo>
                  <a:lnTo>
                    <a:pt x="298221" y="635749"/>
                  </a:lnTo>
                  <a:lnTo>
                    <a:pt x="298221" y="489000"/>
                  </a:lnTo>
                  <a:lnTo>
                    <a:pt x="444982" y="489000"/>
                  </a:lnTo>
                  <a:lnTo>
                    <a:pt x="444982" y="471881"/>
                  </a:lnTo>
                  <a:lnTo>
                    <a:pt x="298221" y="471881"/>
                  </a:lnTo>
                  <a:lnTo>
                    <a:pt x="298221" y="325120"/>
                  </a:lnTo>
                  <a:lnTo>
                    <a:pt x="444982" y="325120"/>
                  </a:lnTo>
                  <a:lnTo>
                    <a:pt x="444982" y="308000"/>
                  </a:lnTo>
                  <a:lnTo>
                    <a:pt x="298221" y="308000"/>
                  </a:lnTo>
                  <a:lnTo>
                    <a:pt x="298221" y="161239"/>
                  </a:lnTo>
                  <a:lnTo>
                    <a:pt x="444982" y="161239"/>
                  </a:lnTo>
                  <a:lnTo>
                    <a:pt x="444982" y="144119"/>
                  </a:lnTo>
                  <a:lnTo>
                    <a:pt x="298221" y="144119"/>
                  </a:lnTo>
                  <a:lnTo>
                    <a:pt x="298221" y="0"/>
                  </a:lnTo>
                  <a:lnTo>
                    <a:pt x="281101" y="0"/>
                  </a:lnTo>
                  <a:lnTo>
                    <a:pt x="281101" y="957148"/>
                  </a:lnTo>
                  <a:lnTo>
                    <a:pt x="134340" y="957148"/>
                  </a:lnTo>
                  <a:lnTo>
                    <a:pt x="134340" y="816749"/>
                  </a:lnTo>
                  <a:lnTo>
                    <a:pt x="281101" y="816749"/>
                  </a:lnTo>
                  <a:lnTo>
                    <a:pt x="281101" y="799630"/>
                  </a:lnTo>
                  <a:lnTo>
                    <a:pt x="134340" y="799630"/>
                  </a:lnTo>
                  <a:lnTo>
                    <a:pt x="134340" y="652868"/>
                  </a:lnTo>
                  <a:lnTo>
                    <a:pt x="281101" y="652868"/>
                  </a:lnTo>
                  <a:lnTo>
                    <a:pt x="281101" y="635749"/>
                  </a:lnTo>
                  <a:lnTo>
                    <a:pt x="134340" y="635749"/>
                  </a:lnTo>
                  <a:lnTo>
                    <a:pt x="134340" y="489000"/>
                  </a:lnTo>
                  <a:lnTo>
                    <a:pt x="281101" y="489000"/>
                  </a:lnTo>
                  <a:lnTo>
                    <a:pt x="281101" y="471881"/>
                  </a:lnTo>
                  <a:lnTo>
                    <a:pt x="134340" y="471881"/>
                  </a:lnTo>
                  <a:lnTo>
                    <a:pt x="134340" y="325120"/>
                  </a:lnTo>
                  <a:lnTo>
                    <a:pt x="281101" y="325120"/>
                  </a:lnTo>
                  <a:lnTo>
                    <a:pt x="281101" y="308000"/>
                  </a:lnTo>
                  <a:lnTo>
                    <a:pt x="134340" y="308000"/>
                  </a:lnTo>
                  <a:lnTo>
                    <a:pt x="134340" y="161239"/>
                  </a:lnTo>
                  <a:lnTo>
                    <a:pt x="281101" y="161239"/>
                  </a:lnTo>
                  <a:lnTo>
                    <a:pt x="281101" y="144119"/>
                  </a:lnTo>
                  <a:lnTo>
                    <a:pt x="134340" y="144119"/>
                  </a:lnTo>
                  <a:lnTo>
                    <a:pt x="134340" y="0"/>
                  </a:lnTo>
                  <a:lnTo>
                    <a:pt x="117221" y="0"/>
                  </a:lnTo>
                  <a:lnTo>
                    <a:pt x="117221" y="144119"/>
                  </a:lnTo>
                  <a:lnTo>
                    <a:pt x="0" y="144119"/>
                  </a:lnTo>
                  <a:lnTo>
                    <a:pt x="0" y="161239"/>
                  </a:lnTo>
                  <a:lnTo>
                    <a:pt x="117221" y="161239"/>
                  </a:lnTo>
                  <a:lnTo>
                    <a:pt x="117221" y="308000"/>
                  </a:lnTo>
                  <a:lnTo>
                    <a:pt x="0" y="308000"/>
                  </a:lnTo>
                  <a:lnTo>
                    <a:pt x="0" y="325120"/>
                  </a:lnTo>
                  <a:lnTo>
                    <a:pt x="117221" y="325120"/>
                  </a:lnTo>
                  <a:lnTo>
                    <a:pt x="117221" y="471881"/>
                  </a:lnTo>
                  <a:lnTo>
                    <a:pt x="0" y="471881"/>
                  </a:lnTo>
                  <a:lnTo>
                    <a:pt x="0" y="489000"/>
                  </a:lnTo>
                  <a:lnTo>
                    <a:pt x="117221" y="489000"/>
                  </a:lnTo>
                  <a:lnTo>
                    <a:pt x="117221" y="635749"/>
                  </a:lnTo>
                  <a:lnTo>
                    <a:pt x="0" y="635749"/>
                  </a:lnTo>
                  <a:lnTo>
                    <a:pt x="0" y="652868"/>
                  </a:lnTo>
                  <a:lnTo>
                    <a:pt x="117221" y="652868"/>
                  </a:lnTo>
                  <a:lnTo>
                    <a:pt x="117221" y="799630"/>
                  </a:lnTo>
                  <a:lnTo>
                    <a:pt x="0" y="799630"/>
                  </a:lnTo>
                  <a:lnTo>
                    <a:pt x="0" y="816749"/>
                  </a:lnTo>
                  <a:lnTo>
                    <a:pt x="117221" y="816749"/>
                  </a:lnTo>
                  <a:lnTo>
                    <a:pt x="117221" y="957148"/>
                  </a:lnTo>
                  <a:lnTo>
                    <a:pt x="0" y="957148"/>
                  </a:lnTo>
                  <a:lnTo>
                    <a:pt x="0" y="974267"/>
                  </a:lnTo>
                  <a:lnTo>
                    <a:pt x="117221" y="974267"/>
                  </a:lnTo>
                  <a:lnTo>
                    <a:pt x="117221" y="1191971"/>
                  </a:lnTo>
                  <a:lnTo>
                    <a:pt x="134340" y="1191971"/>
                  </a:lnTo>
                  <a:lnTo>
                    <a:pt x="134340" y="974267"/>
                  </a:lnTo>
                  <a:lnTo>
                    <a:pt x="281101" y="974267"/>
                  </a:lnTo>
                  <a:lnTo>
                    <a:pt x="281101" y="1191971"/>
                  </a:lnTo>
                  <a:lnTo>
                    <a:pt x="298221" y="1191971"/>
                  </a:lnTo>
                  <a:lnTo>
                    <a:pt x="298221" y="974267"/>
                  </a:lnTo>
                  <a:lnTo>
                    <a:pt x="444982" y="974267"/>
                  </a:lnTo>
                  <a:lnTo>
                    <a:pt x="444982" y="1191971"/>
                  </a:lnTo>
                  <a:lnTo>
                    <a:pt x="462102" y="1191971"/>
                  </a:lnTo>
                  <a:lnTo>
                    <a:pt x="462102" y="974267"/>
                  </a:lnTo>
                  <a:lnTo>
                    <a:pt x="608838" y="974267"/>
                  </a:lnTo>
                  <a:lnTo>
                    <a:pt x="608838" y="1191971"/>
                  </a:lnTo>
                  <a:lnTo>
                    <a:pt x="625957" y="1191971"/>
                  </a:lnTo>
                  <a:lnTo>
                    <a:pt x="625957" y="974267"/>
                  </a:lnTo>
                  <a:lnTo>
                    <a:pt x="772718" y="974267"/>
                  </a:lnTo>
                  <a:lnTo>
                    <a:pt x="772718" y="1191971"/>
                  </a:lnTo>
                  <a:lnTo>
                    <a:pt x="789838" y="1191971"/>
                  </a:lnTo>
                  <a:lnTo>
                    <a:pt x="789838" y="974267"/>
                  </a:lnTo>
                  <a:lnTo>
                    <a:pt x="907046" y="974267"/>
                  </a:lnTo>
                  <a:lnTo>
                    <a:pt x="907046" y="957148"/>
                  </a:lnTo>
                  <a:lnTo>
                    <a:pt x="789838" y="957148"/>
                  </a:lnTo>
                  <a:lnTo>
                    <a:pt x="789838" y="816749"/>
                  </a:lnTo>
                  <a:lnTo>
                    <a:pt x="907046" y="816749"/>
                  </a:lnTo>
                  <a:lnTo>
                    <a:pt x="907046" y="799630"/>
                  </a:lnTo>
                  <a:lnTo>
                    <a:pt x="789838" y="799630"/>
                  </a:lnTo>
                  <a:lnTo>
                    <a:pt x="789838" y="652868"/>
                  </a:lnTo>
                  <a:lnTo>
                    <a:pt x="907046" y="652868"/>
                  </a:lnTo>
                  <a:lnTo>
                    <a:pt x="907046" y="635749"/>
                  </a:lnTo>
                  <a:lnTo>
                    <a:pt x="789838" y="635749"/>
                  </a:lnTo>
                  <a:lnTo>
                    <a:pt x="789838" y="489000"/>
                  </a:lnTo>
                  <a:lnTo>
                    <a:pt x="907046" y="489000"/>
                  </a:lnTo>
                  <a:lnTo>
                    <a:pt x="907046" y="471881"/>
                  </a:lnTo>
                  <a:lnTo>
                    <a:pt x="789838" y="471881"/>
                  </a:lnTo>
                  <a:lnTo>
                    <a:pt x="789838" y="325120"/>
                  </a:lnTo>
                  <a:lnTo>
                    <a:pt x="907046" y="325120"/>
                  </a:lnTo>
                  <a:lnTo>
                    <a:pt x="907046" y="308000"/>
                  </a:lnTo>
                  <a:lnTo>
                    <a:pt x="789838" y="308000"/>
                  </a:lnTo>
                  <a:lnTo>
                    <a:pt x="789838" y="161239"/>
                  </a:lnTo>
                  <a:lnTo>
                    <a:pt x="907046" y="161239"/>
                  </a:lnTo>
                  <a:lnTo>
                    <a:pt x="907046" y="144119"/>
                  </a:lnTo>
                  <a:close/>
                </a:path>
                <a:path w="3091815" h="1192529">
                  <a:moveTo>
                    <a:pt x="3091307" y="144119"/>
                  </a:moveTo>
                  <a:lnTo>
                    <a:pt x="2981134" y="144119"/>
                  </a:lnTo>
                  <a:lnTo>
                    <a:pt x="2981134" y="0"/>
                  </a:lnTo>
                  <a:lnTo>
                    <a:pt x="2964015" y="0"/>
                  </a:lnTo>
                  <a:lnTo>
                    <a:pt x="2964015" y="1114666"/>
                  </a:lnTo>
                  <a:lnTo>
                    <a:pt x="2817266" y="1114666"/>
                  </a:lnTo>
                  <a:lnTo>
                    <a:pt x="2817266" y="974267"/>
                  </a:lnTo>
                  <a:lnTo>
                    <a:pt x="2964015" y="974267"/>
                  </a:lnTo>
                  <a:lnTo>
                    <a:pt x="2964015" y="957148"/>
                  </a:lnTo>
                  <a:lnTo>
                    <a:pt x="2817266" y="957148"/>
                  </a:lnTo>
                  <a:lnTo>
                    <a:pt x="2817266" y="816749"/>
                  </a:lnTo>
                  <a:lnTo>
                    <a:pt x="2964015" y="816749"/>
                  </a:lnTo>
                  <a:lnTo>
                    <a:pt x="2964015" y="799630"/>
                  </a:lnTo>
                  <a:lnTo>
                    <a:pt x="2817266" y="799630"/>
                  </a:lnTo>
                  <a:lnTo>
                    <a:pt x="2817266" y="652868"/>
                  </a:lnTo>
                  <a:lnTo>
                    <a:pt x="2964015" y="652868"/>
                  </a:lnTo>
                  <a:lnTo>
                    <a:pt x="2964015" y="635749"/>
                  </a:lnTo>
                  <a:lnTo>
                    <a:pt x="2817266" y="635749"/>
                  </a:lnTo>
                  <a:lnTo>
                    <a:pt x="2817266" y="489000"/>
                  </a:lnTo>
                  <a:lnTo>
                    <a:pt x="2964015" y="489000"/>
                  </a:lnTo>
                  <a:lnTo>
                    <a:pt x="2964015" y="471881"/>
                  </a:lnTo>
                  <a:lnTo>
                    <a:pt x="2817266" y="471881"/>
                  </a:lnTo>
                  <a:lnTo>
                    <a:pt x="2817266" y="325120"/>
                  </a:lnTo>
                  <a:lnTo>
                    <a:pt x="2964015" y="325120"/>
                  </a:lnTo>
                  <a:lnTo>
                    <a:pt x="2964015" y="308000"/>
                  </a:lnTo>
                  <a:lnTo>
                    <a:pt x="2817266" y="308000"/>
                  </a:lnTo>
                  <a:lnTo>
                    <a:pt x="2817266" y="161239"/>
                  </a:lnTo>
                  <a:lnTo>
                    <a:pt x="2964015" y="161239"/>
                  </a:lnTo>
                  <a:lnTo>
                    <a:pt x="2964015" y="144119"/>
                  </a:lnTo>
                  <a:lnTo>
                    <a:pt x="2817266" y="144119"/>
                  </a:lnTo>
                  <a:lnTo>
                    <a:pt x="2817266" y="0"/>
                  </a:lnTo>
                  <a:lnTo>
                    <a:pt x="2800146" y="0"/>
                  </a:lnTo>
                  <a:lnTo>
                    <a:pt x="2800146" y="1114666"/>
                  </a:lnTo>
                  <a:lnTo>
                    <a:pt x="2653385" y="1114666"/>
                  </a:lnTo>
                  <a:lnTo>
                    <a:pt x="2653385" y="974267"/>
                  </a:lnTo>
                  <a:lnTo>
                    <a:pt x="2800146" y="974267"/>
                  </a:lnTo>
                  <a:lnTo>
                    <a:pt x="2800146" y="957148"/>
                  </a:lnTo>
                  <a:lnTo>
                    <a:pt x="2653385" y="957148"/>
                  </a:lnTo>
                  <a:lnTo>
                    <a:pt x="2653385" y="816749"/>
                  </a:lnTo>
                  <a:lnTo>
                    <a:pt x="2800146" y="816749"/>
                  </a:lnTo>
                  <a:lnTo>
                    <a:pt x="2800146" y="799630"/>
                  </a:lnTo>
                  <a:lnTo>
                    <a:pt x="2653385" y="799630"/>
                  </a:lnTo>
                  <a:lnTo>
                    <a:pt x="2653385" y="652868"/>
                  </a:lnTo>
                  <a:lnTo>
                    <a:pt x="2800146" y="652868"/>
                  </a:lnTo>
                  <a:lnTo>
                    <a:pt x="2800146" y="635749"/>
                  </a:lnTo>
                  <a:lnTo>
                    <a:pt x="2653385" y="635749"/>
                  </a:lnTo>
                  <a:lnTo>
                    <a:pt x="2653385" y="489000"/>
                  </a:lnTo>
                  <a:lnTo>
                    <a:pt x="2800146" y="489000"/>
                  </a:lnTo>
                  <a:lnTo>
                    <a:pt x="2800146" y="471881"/>
                  </a:lnTo>
                  <a:lnTo>
                    <a:pt x="2653385" y="471881"/>
                  </a:lnTo>
                  <a:lnTo>
                    <a:pt x="2653385" y="325120"/>
                  </a:lnTo>
                  <a:lnTo>
                    <a:pt x="2800146" y="325120"/>
                  </a:lnTo>
                  <a:lnTo>
                    <a:pt x="2800146" y="308000"/>
                  </a:lnTo>
                  <a:lnTo>
                    <a:pt x="2653385" y="308000"/>
                  </a:lnTo>
                  <a:lnTo>
                    <a:pt x="2653385" y="161239"/>
                  </a:lnTo>
                  <a:lnTo>
                    <a:pt x="2800146" y="161239"/>
                  </a:lnTo>
                  <a:lnTo>
                    <a:pt x="2800146" y="144119"/>
                  </a:lnTo>
                  <a:lnTo>
                    <a:pt x="2653385" y="144119"/>
                  </a:lnTo>
                  <a:lnTo>
                    <a:pt x="2653385" y="0"/>
                  </a:lnTo>
                  <a:lnTo>
                    <a:pt x="2636266" y="0"/>
                  </a:lnTo>
                  <a:lnTo>
                    <a:pt x="2636266" y="1114666"/>
                  </a:lnTo>
                  <a:lnTo>
                    <a:pt x="2489504" y="1114666"/>
                  </a:lnTo>
                  <a:lnTo>
                    <a:pt x="2489504" y="974267"/>
                  </a:lnTo>
                  <a:lnTo>
                    <a:pt x="2636266" y="974267"/>
                  </a:lnTo>
                  <a:lnTo>
                    <a:pt x="2636266" y="957148"/>
                  </a:lnTo>
                  <a:lnTo>
                    <a:pt x="2489504" y="957148"/>
                  </a:lnTo>
                  <a:lnTo>
                    <a:pt x="2489504" y="816749"/>
                  </a:lnTo>
                  <a:lnTo>
                    <a:pt x="2636266" y="816749"/>
                  </a:lnTo>
                  <a:lnTo>
                    <a:pt x="2636266" y="799630"/>
                  </a:lnTo>
                  <a:lnTo>
                    <a:pt x="2489504" y="799630"/>
                  </a:lnTo>
                  <a:lnTo>
                    <a:pt x="2489504" y="652868"/>
                  </a:lnTo>
                  <a:lnTo>
                    <a:pt x="2636266" y="652868"/>
                  </a:lnTo>
                  <a:lnTo>
                    <a:pt x="2636266" y="635749"/>
                  </a:lnTo>
                  <a:lnTo>
                    <a:pt x="2489504" y="635749"/>
                  </a:lnTo>
                  <a:lnTo>
                    <a:pt x="2489504" y="489000"/>
                  </a:lnTo>
                  <a:lnTo>
                    <a:pt x="2636266" y="489000"/>
                  </a:lnTo>
                  <a:lnTo>
                    <a:pt x="2636266" y="471881"/>
                  </a:lnTo>
                  <a:lnTo>
                    <a:pt x="2489504" y="471881"/>
                  </a:lnTo>
                  <a:lnTo>
                    <a:pt x="2489504" y="325120"/>
                  </a:lnTo>
                  <a:lnTo>
                    <a:pt x="2636266" y="325120"/>
                  </a:lnTo>
                  <a:lnTo>
                    <a:pt x="2636266" y="308000"/>
                  </a:lnTo>
                  <a:lnTo>
                    <a:pt x="2489504" y="308000"/>
                  </a:lnTo>
                  <a:lnTo>
                    <a:pt x="2489504" y="161239"/>
                  </a:lnTo>
                  <a:lnTo>
                    <a:pt x="2636266" y="161239"/>
                  </a:lnTo>
                  <a:lnTo>
                    <a:pt x="2636266" y="144119"/>
                  </a:lnTo>
                  <a:lnTo>
                    <a:pt x="2489504" y="144119"/>
                  </a:lnTo>
                  <a:lnTo>
                    <a:pt x="2489504" y="0"/>
                  </a:lnTo>
                  <a:lnTo>
                    <a:pt x="2472385" y="0"/>
                  </a:lnTo>
                  <a:lnTo>
                    <a:pt x="2472385" y="1114666"/>
                  </a:lnTo>
                  <a:lnTo>
                    <a:pt x="2325649" y="1114666"/>
                  </a:lnTo>
                  <a:lnTo>
                    <a:pt x="2325649" y="974267"/>
                  </a:lnTo>
                  <a:lnTo>
                    <a:pt x="2472385" y="974267"/>
                  </a:lnTo>
                  <a:lnTo>
                    <a:pt x="2472385" y="957148"/>
                  </a:lnTo>
                  <a:lnTo>
                    <a:pt x="2325649" y="957148"/>
                  </a:lnTo>
                  <a:lnTo>
                    <a:pt x="2325649" y="816749"/>
                  </a:lnTo>
                  <a:lnTo>
                    <a:pt x="2472385" y="816749"/>
                  </a:lnTo>
                  <a:lnTo>
                    <a:pt x="2472385" y="799630"/>
                  </a:lnTo>
                  <a:lnTo>
                    <a:pt x="2325649" y="799630"/>
                  </a:lnTo>
                  <a:lnTo>
                    <a:pt x="2325649" y="652868"/>
                  </a:lnTo>
                  <a:lnTo>
                    <a:pt x="2472385" y="652868"/>
                  </a:lnTo>
                  <a:lnTo>
                    <a:pt x="2472385" y="635749"/>
                  </a:lnTo>
                  <a:lnTo>
                    <a:pt x="2325649" y="635749"/>
                  </a:lnTo>
                  <a:lnTo>
                    <a:pt x="2325649" y="489000"/>
                  </a:lnTo>
                  <a:lnTo>
                    <a:pt x="2472385" y="489000"/>
                  </a:lnTo>
                  <a:lnTo>
                    <a:pt x="2472385" y="471881"/>
                  </a:lnTo>
                  <a:lnTo>
                    <a:pt x="2325649" y="471881"/>
                  </a:lnTo>
                  <a:lnTo>
                    <a:pt x="2325649" y="325120"/>
                  </a:lnTo>
                  <a:lnTo>
                    <a:pt x="2472385" y="325120"/>
                  </a:lnTo>
                  <a:lnTo>
                    <a:pt x="2472385" y="308000"/>
                  </a:lnTo>
                  <a:lnTo>
                    <a:pt x="2325649" y="308000"/>
                  </a:lnTo>
                  <a:lnTo>
                    <a:pt x="2325649" y="161239"/>
                  </a:lnTo>
                  <a:lnTo>
                    <a:pt x="2472385" y="161239"/>
                  </a:lnTo>
                  <a:lnTo>
                    <a:pt x="2472385" y="144119"/>
                  </a:lnTo>
                  <a:lnTo>
                    <a:pt x="2325649" y="144119"/>
                  </a:lnTo>
                  <a:lnTo>
                    <a:pt x="2325649" y="0"/>
                  </a:lnTo>
                  <a:lnTo>
                    <a:pt x="2308529" y="0"/>
                  </a:lnTo>
                  <a:lnTo>
                    <a:pt x="2308529" y="144119"/>
                  </a:lnTo>
                  <a:lnTo>
                    <a:pt x="2184235" y="144119"/>
                  </a:lnTo>
                  <a:lnTo>
                    <a:pt x="2184235" y="161239"/>
                  </a:lnTo>
                  <a:lnTo>
                    <a:pt x="2308529" y="161239"/>
                  </a:lnTo>
                  <a:lnTo>
                    <a:pt x="2308529" y="308000"/>
                  </a:lnTo>
                  <a:lnTo>
                    <a:pt x="2184235" y="308000"/>
                  </a:lnTo>
                  <a:lnTo>
                    <a:pt x="2184235" y="325120"/>
                  </a:lnTo>
                  <a:lnTo>
                    <a:pt x="2308529" y="325120"/>
                  </a:lnTo>
                  <a:lnTo>
                    <a:pt x="2308529" y="471881"/>
                  </a:lnTo>
                  <a:lnTo>
                    <a:pt x="2184235" y="471881"/>
                  </a:lnTo>
                  <a:lnTo>
                    <a:pt x="2184235" y="489000"/>
                  </a:lnTo>
                  <a:lnTo>
                    <a:pt x="2308529" y="489000"/>
                  </a:lnTo>
                  <a:lnTo>
                    <a:pt x="2308529" y="635749"/>
                  </a:lnTo>
                  <a:lnTo>
                    <a:pt x="2184235" y="635749"/>
                  </a:lnTo>
                  <a:lnTo>
                    <a:pt x="2184235" y="652868"/>
                  </a:lnTo>
                  <a:lnTo>
                    <a:pt x="2308529" y="652868"/>
                  </a:lnTo>
                  <a:lnTo>
                    <a:pt x="2308529" y="799630"/>
                  </a:lnTo>
                  <a:lnTo>
                    <a:pt x="2184235" y="799630"/>
                  </a:lnTo>
                  <a:lnTo>
                    <a:pt x="2184235" y="816749"/>
                  </a:lnTo>
                  <a:lnTo>
                    <a:pt x="2308529" y="816749"/>
                  </a:lnTo>
                  <a:lnTo>
                    <a:pt x="2308529" y="957148"/>
                  </a:lnTo>
                  <a:lnTo>
                    <a:pt x="2184235" y="957148"/>
                  </a:lnTo>
                  <a:lnTo>
                    <a:pt x="2184235" y="974267"/>
                  </a:lnTo>
                  <a:lnTo>
                    <a:pt x="2308529" y="974267"/>
                  </a:lnTo>
                  <a:lnTo>
                    <a:pt x="2308529" y="1114666"/>
                  </a:lnTo>
                  <a:lnTo>
                    <a:pt x="2184235" y="1114666"/>
                  </a:lnTo>
                  <a:lnTo>
                    <a:pt x="2184235" y="1131785"/>
                  </a:lnTo>
                  <a:lnTo>
                    <a:pt x="2308529" y="1131785"/>
                  </a:lnTo>
                  <a:lnTo>
                    <a:pt x="2308529" y="1191971"/>
                  </a:lnTo>
                  <a:lnTo>
                    <a:pt x="2325649" y="1191971"/>
                  </a:lnTo>
                  <a:lnTo>
                    <a:pt x="2325649" y="1131785"/>
                  </a:lnTo>
                  <a:lnTo>
                    <a:pt x="2472385" y="1131785"/>
                  </a:lnTo>
                  <a:lnTo>
                    <a:pt x="2472385" y="1191971"/>
                  </a:lnTo>
                  <a:lnTo>
                    <a:pt x="2489504" y="1191971"/>
                  </a:lnTo>
                  <a:lnTo>
                    <a:pt x="2489504" y="1131785"/>
                  </a:lnTo>
                  <a:lnTo>
                    <a:pt x="2636266" y="1131785"/>
                  </a:lnTo>
                  <a:lnTo>
                    <a:pt x="2636266" y="1191971"/>
                  </a:lnTo>
                  <a:lnTo>
                    <a:pt x="2653385" y="1191971"/>
                  </a:lnTo>
                  <a:lnTo>
                    <a:pt x="2653385" y="1131785"/>
                  </a:lnTo>
                  <a:lnTo>
                    <a:pt x="2800146" y="1131785"/>
                  </a:lnTo>
                  <a:lnTo>
                    <a:pt x="2800146" y="1191971"/>
                  </a:lnTo>
                  <a:lnTo>
                    <a:pt x="2817266" y="1191971"/>
                  </a:lnTo>
                  <a:lnTo>
                    <a:pt x="2817266" y="1131785"/>
                  </a:lnTo>
                  <a:lnTo>
                    <a:pt x="2964015" y="1131785"/>
                  </a:lnTo>
                  <a:lnTo>
                    <a:pt x="2964015" y="1191971"/>
                  </a:lnTo>
                  <a:lnTo>
                    <a:pt x="2981134" y="1191971"/>
                  </a:lnTo>
                  <a:lnTo>
                    <a:pt x="2981134" y="1131785"/>
                  </a:lnTo>
                  <a:lnTo>
                    <a:pt x="3091307" y="1131785"/>
                  </a:lnTo>
                  <a:lnTo>
                    <a:pt x="3091307" y="1114666"/>
                  </a:lnTo>
                  <a:lnTo>
                    <a:pt x="2981134" y="1114666"/>
                  </a:lnTo>
                  <a:lnTo>
                    <a:pt x="2981134" y="974267"/>
                  </a:lnTo>
                  <a:lnTo>
                    <a:pt x="3091307" y="974267"/>
                  </a:lnTo>
                  <a:lnTo>
                    <a:pt x="3091307" y="957148"/>
                  </a:lnTo>
                  <a:lnTo>
                    <a:pt x="2981134" y="957148"/>
                  </a:lnTo>
                  <a:lnTo>
                    <a:pt x="2981134" y="816749"/>
                  </a:lnTo>
                  <a:lnTo>
                    <a:pt x="3091307" y="816749"/>
                  </a:lnTo>
                  <a:lnTo>
                    <a:pt x="3091307" y="799630"/>
                  </a:lnTo>
                  <a:lnTo>
                    <a:pt x="2981134" y="799630"/>
                  </a:lnTo>
                  <a:lnTo>
                    <a:pt x="2981134" y="652868"/>
                  </a:lnTo>
                  <a:lnTo>
                    <a:pt x="3091307" y="652868"/>
                  </a:lnTo>
                  <a:lnTo>
                    <a:pt x="3091307" y="635749"/>
                  </a:lnTo>
                  <a:lnTo>
                    <a:pt x="2981134" y="635749"/>
                  </a:lnTo>
                  <a:lnTo>
                    <a:pt x="2981134" y="489000"/>
                  </a:lnTo>
                  <a:lnTo>
                    <a:pt x="3091307" y="489000"/>
                  </a:lnTo>
                  <a:lnTo>
                    <a:pt x="3091307" y="471881"/>
                  </a:lnTo>
                  <a:lnTo>
                    <a:pt x="2981134" y="471881"/>
                  </a:lnTo>
                  <a:lnTo>
                    <a:pt x="2981134" y="325120"/>
                  </a:lnTo>
                  <a:lnTo>
                    <a:pt x="3091307" y="325120"/>
                  </a:lnTo>
                  <a:lnTo>
                    <a:pt x="3091307" y="308000"/>
                  </a:lnTo>
                  <a:lnTo>
                    <a:pt x="2981134" y="308000"/>
                  </a:lnTo>
                  <a:lnTo>
                    <a:pt x="2981134" y="161239"/>
                  </a:lnTo>
                  <a:lnTo>
                    <a:pt x="3091307" y="161239"/>
                  </a:lnTo>
                  <a:lnTo>
                    <a:pt x="3091307" y="144119"/>
                  </a:lnTo>
                  <a:close/>
                </a:path>
              </a:pathLst>
            </a:custGeom>
            <a:solidFill>
              <a:srgbClr val="435A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1" name="object 551" descr=""/>
          <p:cNvSpPr/>
          <p:nvPr/>
        </p:nvSpPr>
        <p:spPr>
          <a:xfrm>
            <a:off x="13991626" y="8512337"/>
            <a:ext cx="257175" cy="8890"/>
          </a:xfrm>
          <a:custGeom>
            <a:avLst/>
            <a:gdLst/>
            <a:ahLst/>
            <a:cxnLst/>
            <a:rect l="l" t="t" r="r" b="b"/>
            <a:pathLst>
              <a:path w="257175" h="8890">
                <a:moveTo>
                  <a:pt x="0" y="8565"/>
                </a:moveTo>
                <a:lnTo>
                  <a:pt x="257018" y="8565"/>
                </a:lnTo>
                <a:lnTo>
                  <a:pt x="257018" y="0"/>
                </a:lnTo>
                <a:lnTo>
                  <a:pt x="0" y="0"/>
                </a:lnTo>
                <a:lnTo>
                  <a:pt x="0" y="8565"/>
                </a:lnTo>
                <a:close/>
              </a:path>
            </a:pathLst>
          </a:custGeom>
          <a:solidFill>
            <a:srgbClr val="435A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2" name="object 552" descr=""/>
          <p:cNvSpPr/>
          <p:nvPr/>
        </p:nvSpPr>
        <p:spPr>
          <a:xfrm>
            <a:off x="11157325" y="8512337"/>
            <a:ext cx="235585" cy="8890"/>
          </a:xfrm>
          <a:custGeom>
            <a:avLst/>
            <a:gdLst/>
            <a:ahLst/>
            <a:cxnLst/>
            <a:rect l="l" t="t" r="r" b="b"/>
            <a:pathLst>
              <a:path w="235584" h="8890">
                <a:moveTo>
                  <a:pt x="0" y="8565"/>
                </a:moveTo>
                <a:lnTo>
                  <a:pt x="235081" y="8565"/>
                </a:lnTo>
                <a:lnTo>
                  <a:pt x="235081" y="0"/>
                </a:lnTo>
                <a:lnTo>
                  <a:pt x="0" y="0"/>
                </a:lnTo>
                <a:lnTo>
                  <a:pt x="0" y="8565"/>
                </a:lnTo>
                <a:close/>
              </a:path>
            </a:pathLst>
          </a:custGeom>
          <a:solidFill>
            <a:srgbClr val="435A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3" name="object 553" descr=""/>
          <p:cNvSpPr/>
          <p:nvPr/>
        </p:nvSpPr>
        <p:spPr>
          <a:xfrm>
            <a:off x="11550015" y="8512337"/>
            <a:ext cx="26670" cy="8890"/>
          </a:xfrm>
          <a:custGeom>
            <a:avLst/>
            <a:gdLst/>
            <a:ahLst/>
            <a:cxnLst/>
            <a:rect l="l" t="t" r="r" b="b"/>
            <a:pathLst>
              <a:path w="26670" h="8890">
                <a:moveTo>
                  <a:pt x="0" y="8565"/>
                </a:moveTo>
                <a:lnTo>
                  <a:pt x="26449" y="8565"/>
                </a:lnTo>
                <a:lnTo>
                  <a:pt x="26449" y="0"/>
                </a:lnTo>
                <a:lnTo>
                  <a:pt x="0" y="0"/>
                </a:lnTo>
                <a:lnTo>
                  <a:pt x="0" y="8565"/>
                </a:lnTo>
                <a:close/>
              </a:path>
            </a:pathLst>
          </a:custGeom>
          <a:solidFill>
            <a:srgbClr val="435A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4" name="object 554" descr=""/>
          <p:cNvSpPr/>
          <p:nvPr/>
        </p:nvSpPr>
        <p:spPr>
          <a:xfrm>
            <a:off x="11734072" y="8512337"/>
            <a:ext cx="755015" cy="8890"/>
          </a:xfrm>
          <a:custGeom>
            <a:avLst/>
            <a:gdLst/>
            <a:ahLst/>
            <a:cxnLst/>
            <a:rect l="l" t="t" r="r" b="b"/>
            <a:pathLst>
              <a:path w="755015" h="8890">
                <a:moveTo>
                  <a:pt x="0" y="8565"/>
                </a:moveTo>
                <a:lnTo>
                  <a:pt x="754762" y="8565"/>
                </a:lnTo>
                <a:lnTo>
                  <a:pt x="754762" y="0"/>
                </a:lnTo>
                <a:lnTo>
                  <a:pt x="0" y="0"/>
                </a:lnTo>
                <a:lnTo>
                  <a:pt x="0" y="8565"/>
                </a:lnTo>
                <a:close/>
              </a:path>
            </a:pathLst>
          </a:custGeom>
          <a:solidFill>
            <a:srgbClr val="435A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5" name="object 555" descr=""/>
          <p:cNvSpPr/>
          <p:nvPr/>
        </p:nvSpPr>
        <p:spPr>
          <a:xfrm>
            <a:off x="12646442" y="8512337"/>
            <a:ext cx="26670" cy="8890"/>
          </a:xfrm>
          <a:custGeom>
            <a:avLst/>
            <a:gdLst/>
            <a:ahLst/>
            <a:cxnLst/>
            <a:rect l="l" t="t" r="r" b="b"/>
            <a:pathLst>
              <a:path w="26670" h="8890">
                <a:moveTo>
                  <a:pt x="0" y="8565"/>
                </a:moveTo>
                <a:lnTo>
                  <a:pt x="26438" y="8565"/>
                </a:lnTo>
                <a:lnTo>
                  <a:pt x="26438" y="0"/>
                </a:lnTo>
                <a:lnTo>
                  <a:pt x="0" y="0"/>
                </a:lnTo>
                <a:lnTo>
                  <a:pt x="0" y="8565"/>
                </a:lnTo>
                <a:close/>
              </a:path>
            </a:pathLst>
          </a:custGeom>
          <a:solidFill>
            <a:srgbClr val="435A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6" name="object 556" descr=""/>
          <p:cNvSpPr/>
          <p:nvPr/>
        </p:nvSpPr>
        <p:spPr>
          <a:xfrm>
            <a:off x="12830488" y="8512337"/>
            <a:ext cx="819785" cy="8890"/>
          </a:xfrm>
          <a:custGeom>
            <a:avLst/>
            <a:gdLst/>
            <a:ahLst/>
            <a:cxnLst/>
            <a:rect l="l" t="t" r="r" b="b"/>
            <a:pathLst>
              <a:path w="819784" h="8890">
                <a:moveTo>
                  <a:pt x="0" y="8565"/>
                </a:moveTo>
                <a:lnTo>
                  <a:pt x="819482" y="8565"/>
                </a:lnTo>
                <a:lnTo>
                  <a:pt x="819482" y="0"/>
                </a:lnTo>
                <a:lnTo>
                  <a:pt x="0" y="0"/>
                </a:lnTo>
                <a:lnTo>
                  <a:pt x="0" y="8565"/>
                </a:lnTo>
                <a:close/>
              </a:path>
            </a:pathLst>
          </a:custGeom>
          <a:solidFill>
            <a:srgbClr val="435A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7" name="object 557" descr=""/>
          <p:cNvSpPr/>
          <p:nvPr/>
        </p:nvSpPr>
        <p:spPr>
          <a:xfrm>
            <a:off x="13807578" y="8512337"/>
            <a:ext cx="26670" cy="8890"/>
          </a:xfrm>
          <a:custGeom>
            <a:avLst/>
            <a:gdLst/>
            <a:ahLst/>
            <a:cxnLst/>
            <a:rect l="l" t="t" r="r" b="b"/>
            <a:pathLst>
              <a:path w="26669" h="8890">
                <a:moveTo>
                  <a:pt x="0" y="8565"/>
                </a:moveTo>
                <a:lnTo>
                  <a:pt x="26438" y="8565"/>
                </a:lnTo>
                <a:lnTo>
                  <a:pt x="26438" y="0"/>
                </a:lnTo>
                <a:lnTo>
                  <a:pt x="0" y="0"/>
                </a:lnTo>
                <a:lnTo>
                  <a:pt x="0" y="8565"/>
                </a:lnTo>
                <a:close/>
              </a:path>
            </a:pathLst>
          </a:custGeom>
          <a:solidFill>
            <a:srgbClr val="435A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8" name="object 558" descr=""/>
          <p:cNvSpPr/>
          <p:nvPr/>
        </p:nvSpPr>
        <p:spPr>
          <a:xfrm>
            <a:off x="11157336" y="8138422"/>
            <a:ext cx="907415" cy="17145"/>
          </a:xfrm>
          <a:custGeom>
            <a:avLst/>
            <a:gdLst/>
            <a:ahLst/>
            <a:cxnLst/>
            <a:rect l="l" t="t" r="r" b="b"/>
            <a:pathLst>
              <a:path w="907415" h="17145">
                <a:moveTo>
                  <a:pt x="907050" y="0"/>
                </a:moveTo>
                <a:lnTo>
                  <a:pt x="0" y="0"/>
                </a:lnTo>
                <a:lnTo>
                  <a:pt x="0" y="17119"/>
                </a:lnTo>
                <a:lnTo>
                  <a:pt x="907050" y="17119"/>
                </a:lnTo>
                <a:lnTo>
                  <a:pt x="907050" y="0"/>
                </a:lnTo>
                <a:close/>
              </a:path>
            </a:pathLst>
          </a:custGeom>
          <a:solidFill>
            <a:srgbClr val="435A9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59" name="object 559" descr=""/>
          <p:cNvGrpSpPr/>
          <p:nvPr/>
        </p:nvGrpSpPr>
        <p:grpSpPr>
          <a:xfrm>
            <a:off x="11392406" y="8456936"/>
            <a:ext cx="342265" cy="224154"/>
            <a:chOff x="11392406" y="8456936"/>
            <a:chExt cx="342265" cy="224154"/>
          </a:xfrm>
        </p:grpSpPr>
        <p:sp>
          <p:nvSpPr>
            <p:cNvPr id="560" name="object 560" descr=""/>
            <p:cNvSpPr/>
            <p:nvPr/>
          </p:nvSpPr>
          <p:spPr>
            <a:xfrm>
              <a:off x="11392406" y="8456936"/>
              <a:ext cx="158115" cy="224154"/>
            </a:xfrm>
            <a:custGeom>
              <a:avLst/>
              <a:gdLst/>
              <a:ahLst/>
              <a:cxnLst/>
              <a:rect l="l" t="t" r="r" b="b"/>
              <a:pathLst>
                <a:path w="158115" h="224154">
                  <a:moveTo>
                    <a:pt x="157607" y="0"/>
                  </a:moveTo>
                  <a:lnTo>
                    <a:pt x="0" y="0"/>
                  </a:lnTo>
                  <a:lnTo>
                    <a:pt x="0" y="224024"/>
                  </a:lnTo>
                  <a:lnTo>
                    <a:pt x="157607" y="224024"/>
                  </a:lnTo>
                  <a:lnTo>
                    <a:pt x="157607" y="0"/>
                  </a:lnTo>
                  <a:close/>
                </a:path>
              </a:pathLst>
            </a:custGeom>
            <a:solidFill>
              <a:srgbClr val="DECC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1" name="object 561" descr=""/>
            <p:cNvSpPr/>
            <p:nvPr/>
          </p:nvSpPr>
          <p:spPr>
            <a:xfrm>
              <a:off x="11398584" y="8464496"/>
              <a:ext cx="146050" cy="208915"/>
            </a:xfrm>
            <a:custGeom>
              <a:avLst/>
              <a:gdLst/>
              <a:ahLst/>
              <a:cxnLst/>
              <a:rect l="l" t="t" r="r" b="b"/>
              <a:pathLst>
                <a:path w="146050" h="208915">
                  <a:moveTo>
                    <a:pt x="146016" y="0"/>
                  </a:moveTo>
                  <a:lnTo>
                    <a:pt x="0" y="0"/>
                  </a:lnTo>
                  <a:lnTo>
                    <a:pt x="0" y="208904"/>
                  </a:lnTo>
                  <a:lnTo>
                    <a:pt x="146016" y="208904"/>
                  </a:lnTo>
                  <a:lnTo>
                    <a:pt x="146016" y="0"/>
                  </a:lnTo>
                  <a:close/>
                </a:path>
              </a:pathLst>
            </a:custGeom>
            <a:solidFill>
              <a:srgbClr val="E8DC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2" name="object 562" descr=""/>
            <p:cNvSpPr/>
            <p:nvPr/>
          </p:nvSpPr>
          <p:spPr>
            <a:xfrm>
              <a:off x="11469611" y="8456936"/>
              <a:ext cx="264795" cy="224154"/>
            </a:xfrm>
            <a:custGeom>
              <a:avLst/>
              <a:gdLst/>
              <a:ahLst/>
              <a:cxnLst/>
              <a:rect l="l" t="t" r="r" b="b"/>
              <a:pathLst>
                <a:path w="264795" h="224154">
                  <a:moveTo>
                    <a:pt x="6832" y="4940"/>
                  </a:moveTo>
                  <a:lnTo>
                    <a:pt x="0" y="4991"/>
                  </a:lnTo>
                  <a:lnTo>
                    <a:pt x="0" y="220167"/>
                  </a:lnTo>
                  <a:lnTo>
                    <a:pt x="6832" y="220167"/>
                  </a:lnTo>
                  <a:lnTo>
                    <a:pt x="6832" y="4940"/>
                  </a:lnTo>
                  <a:close/>
                </a:path>
                <a:path w="264795" h="224154">
                  <a:moveTo>
                    <a:pt x="264452" y="0"/>
                  </a:moveTo>
                  <a:lnTo>
                    <a:pt x="106845" y="0"/>
                  </a:lnTo>
                  <a:lnTo>
                    <a:pt x="106845" y="224028"/>
                  </a:lnTo>
                  <a:lnTo>
                    <a:pt x="264452" y="224028"/>
                  </a:lnTo>
                  <a:lnTo>
                    <a:pt x="264452" y="0"/>
                  </a:lnTo>
                  <a:close/>
                </a:path>
              </a:pathLst>
            </a:custGeom>
            <a:solidFill>
              <a:srgbClr val="DECC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3" name="object 563" descr=""/>
            <p:cNvSpPr/>
            <p:nvPr/>
          </p:nvSpPr>
          <p:spPr>
            <a:xfrm>
              <a:off x="11582631" y="8464496"/>
              <a:ext cx="146050" cy="208915"/>
            </a:xfrm>
            <a:custGeom>
              <a:avLst/>
              <a:gdLst/>
              <a:ahLst/>
              <a:cxnLst/>
              <a:rect l="l" t="t" r="r" b="b"/>
              <a:pathLst>
                <a:path w="146050" h="208915">
                  <a:moveTo>
                    <a:pt x="146016" y="0"/>
                  </a:moveTo>
                  <a:lnTo>
                    <a:pt x="0" y="0"/>
                  </a:lnTo>
                  <a:lnTo>
                    <a:pt x="0" y="208904"/>
                  </a:lnTo>
                  <a:lnTo>
                    <a:pt x="146016" y="208904"/>
                  </a:lnTo>
                  <a:lnTo>
                    <a:pt x="146016" y="0"/>
                  </a:lnTo>
                  <a:close/>
                </a:path>
              </a:pathLst>
            </a:custGeom>
            <a:solidFill>
              <a:srgbClr val="E8DC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4" name="object 564" descr=""/>
            <p:cNvSpPr/>
            <p:nvPr/>
          </p:nvSpPr>
          <p:spPr>
            <a:xfrm>
              <a:off x="11653666" y="8461873"/>
              <a:ext cx="6985" cy="215265"/>
            </a:xfrm>
            <a:custGeom>
              <a:avLst/>
              <a:gdLst/>
              <a:ahLst/>
              <a:cxnLst/>
              <a:rect l="l" t="t" r="r" b="b"/>
              <a:pathLst>
                <a:path w="6984" h="215265">
                  <a:moveTo>
                    <a:pt x="6827" y="0"/>
                  </a:moveTo>
                  <a:lnTo>
                    <a:pt x="0" y="41"/>
                  </a:lnTo>
                  <a:lnTo>
                    <a:pt x="0" y="215229"/>
                  </a:lnTo>
                  <a:lnTo>
                    <a:pt x="6827" y="215229"/>
                  </a:lnTo>
                  <a:lnTo>
                    <a:pt x="6827" y="0"/>
                  </a:lnTo>
                  <a:close/>
                </a:path>
              </a:pathLst>
            </a:custGeom>
            <a:solidFill>
              <a:srgbClr val="DECCD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65" name="object 565" descr=""/>
          <p:cNvGrpSpPr/>
          <p:nvPr/>
        </p:nvGrpSpPr>
        <p:grpSpPr>
          <a:xfrm>
            <a:off x="12488834" y="8456936"/>
            <a:ext cx="342265" cy="224154"/>
            <a:chOff x="12488834" y="8456936"/>
            <a:chExt cx="342265" cy="224154"/>
          </a:xfrm>
        </p:grpSpPr>
        <p:sp>
          <p:nvSpPr>
            <p:cNvPr id="566" name="object 566" descr=""/>
            <p:cNvSpPr/>
            <p:nvPr/>
          </p:nvSpPr>
          <p:spPr>
            <a:xfrm>
              <a:off x="12488834" y="8456936"/>
              <a:ext cx="158115" cy="224154"/>
            </a:xfrm>
            <a:custGeom>
              <a:avLst/>
              <a:gdLst/>
              <a:ahLst/>
              <a:cxnLst/>
              <a:rect l="l" t="t" r="r" b="b"/>
              <a:pathLst>
                <a:path w="158115" h="224154">
                  <a:moveTo>
                    <a:pt x="157607" y="0"/>
                  </a:moveTo>
                  <a:lnTo>
                    <a:pt x="0" y="0"/>
                  </a:lnTo>
                  <a:lnTo>
                    <a:pt x="0" y="224024"/>
                  </a:lnTo>
                  <a:lnTo>
                    <a:pt x="157607" y="224024"/>
                  </a:lnTo>
                  <a:lnTo>
                    <a:pt x="157607" y="0"/>
                  </a:lnTo>
                  <a:close/>
                </a:path>
              </a:pathLst>
            </a:custGeom>
            <a:solidFill>
              <a:srgbClr val="DECC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7" name="object 567" descr=""/>
            <p:cNvSpPr/>
            <p:nvPr/>
          </p:nvSpPr>
          <p:spPr>
            <a:xfrm>
              <a:off x="12495001" y="8464496"/>
              <a:ext cx="146050" cy="208915"/>
            </a:xfrm>
            <a:custGeom>
              <a:avLst/>
              <a:gdLst/>
              <a:ahLst/>
              <a:cxnLst/>
              <a:rect l="l" t="t" r="r" b="b"/>
              <a:pathLst>
                <a:path w="146050" h="208915">
                  <a:moveTo>
                    <a:pt x="146016" y="0"/>
                  </a:moveTo>
                  <a:lnTo>
                    <a:pt x="0" y="0"/>
                  </a:lnTo>
                  <a:lnTo>
                    <a:pt x="0" y="208904"/>
                  </a:lnTo>
                  <a:lnTo>
                    <a:pt x="146016" y="208904"/>
                  </a:lnTo>
                  <a:lnTo>
                    <a:pt x="146016" y="0"/>
                  </a:lnTo>
                  <a:close/>
                </a:path>
              </a:pathLst>
            </a:custGeom>
            <a:solidFill>
              <a:srgbClr val="E8DC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8" name="object 568" descr=""/>
            <p:cNvSpPr/>
            <p:nvPr/>
          </p:nvSpPr>
          <p:spPr>
            <a:xfrm>
              <a:off x="12566028" y="8456936"/>
              <a:ext cx="264795" cy="224154"/>
            </a:xfrm>
            <a:custGeom>
              <a:avLst/>
              <a:gdLst/>
              <a:ahLst/>
              <a:cxnLst/>
              <a:rect l="l" t="t" r="r" b="b"/>
              <a:pathLst>
                <a:path w="264795" h="224154">
                  <a:moveTo>
                    <a:pt x="6845" y="4940"/>
                  </a:moveTo>
                  <a:lnTo>
                    <a:pt x="0" y="4991"/>
                  </a:lnTo>
                  <a:lnTo>
                    <a:pt x="0" y="220167"/>
                  </a:lnTo>
                  <a:lnTo>
                    <a:pt x="6845" y="220167"/>
                  </a:lnTo>
                  <a:lnTo>
                    <a:pt x="6845" y="4940"/>
                  </a:lnTo>
                  <a:close/>
                </a:path>
                <a:path w="264795" h="224154">
                  <a:moveTo>
                    <a:pt x="264452" y="0"/>
                  </a:moveTo>
                  <a:lnTo>
                    <a:pt x="106845" y="0"/>
                  </a:lnTo>
                  <a:lnTo>
                    <a:pt x="106845" y="224028"/>
                  </a:lnTo>
                  <a:lnTo>
                    <a:pt x="264452" y="224028"/>
                  </a:lnTo>
                  <a:lnTo>
                    <a:pt x="264452" y="0"/>
                  </a:lnTo>
                  <a:close/>
                </a:path>
              </a:pathLst>
            </a:custGeom>
            <a:solidFill>
              <a:srgbClr val="DECC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9" name="object 569" descr=""/>
            <p:cNvSpPr/>
            <p:nvPr/>
          </p:nvSpPr>
          <p:spPr>
            <a:xfrm>
              <a:off x="12679059" y="8464496"/>
              <a:ext cx="146050" cy="208915"/>
            </a:xfrm>
            <a:custGeom>
              <a:avLst/>
              <a:gdLst/>
              <a:ahLst/>
              <a:cxnLst/>
              <a:rect l="l" t="t" r="r" b="b"/>
              <a:pathLst>
                <a:path w="146050" h="208915">
                  <a:moveTo>
                    <a:pt x="146016" y="0"/>
                  </a:moveTo>
                  <a:lnTo>
                    <a:pt x="0" y="0"/>
                  </a:lnTo>
                  <a:lnTo>
                    <a:pt x="0" y="208904"/>
                  </a:lnTo>
                  <a:lnTo>
                    <a:pt x="146016" y="208904"/>
                  </a:lnTo>
                  <a:lnTo>
                    <a:pt x="146016" y="0"/>
                  </a:lnTo>
                  <a:close/>
                </a:path>
              </a:pathLst>
            </a:custGeom>
            <a:solidFill>
              <a:srgbClr val="E8DC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0" name="object 570" descr=""/>
            <p:cNvSpPr/>
            <p:nvPr/>
          </p:nvSpPr>
          <p:spPr>
            <a:xfrm>
              <a:off x="12750086" y="8461873"/>
              <a:ext cx="6985" cy="215265"/>
            </a:xfrm>
            <a:custGeom>
              <a:avLst/>
              <a:gdLst/>
              <a:ahLst/>
              <a:cxnLst/>
              <a:rect l="l" t="t" r="r" b="b"/>
              <a:pathLst>
                <a:path w="6984" h="215265">
                  <a:moveTo>
                    <a:pt x="6837" y="0"/>
                  </a:moveTo>
                  <a:lnTo>
                    <a:pt x="0" y="41"/>
                  </a:lnTo>
                  <a:lnTo>
                    <a:pt x="0" y="215229"/>
                  </a:lnTo>
                  <a:lnTo>
                    <a:pt x="6837" y="215229"/>
                  </a:lnTo>
                  <a:lnTo>
                    <a:pt x="6837" y="0"/>
                  </a:lnTo>
                  <a:close/>
                </a:path>
              </a:pathLst>
            </a:custGeom>
            <a:solidFill>
              <a:srgbClr val="DECCD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71" name="object 571" descr=""/>
          <p:cNvGrpSpPr/>
          <p:nvPr/>
        </p:nvGrpSpPr>
        <p:grpSpPr>
          <a:xfrm>
            <a:off x="13649971" y="8456936"/>
            <a:ext cx="342265" cy="224154"/>
            <a:chOff x="13649971" y="8456936"/>
            <a:chExt cx="342265" cy="224154"/>
          </a:xfrm>
        </p:grpSpPr>
        <p:sp>
          <p:nvSpPr>
            <p:cNvPr id="572" name="object 572" descr=""/>
            <p:cNvSpPr/>
            <p:nvPr/>
          </p:nvSpPr>
          <p:spPr>
            <a:xfrm>
              <a:off x="13649971" y="8456936"/>
              <a:ext cx="158115" cy="224154"/>
            </a:xfrm>
            <a:custGeom>
              <a:avLst/>
              <a:gdLst/>
              <a:ahLst/>
              <a:cxnLst/>
              <a:rect l="l" t="t" r="r" b="b"/>
              <a:pathLst>
                <a:path w="158115" h="224154">
                  <a:moveTo>
                    <a:pt x="157607" y="0"/>
                  </a:moveTo>
                  <a:lnTo>
                    <a:pt x="0" y="0"/>
                  </a:lnTo>
                  <a:lnTo>
                    <a:pt x="0" y="224024"/>
                  </a:lnTo>
                  <a:lnTo>
                    <a:pt x="157607" y="224024"/>
                  </a:lnTo>
                  <a:lnTo>
                    <a:pt x="157607" y="0"/>
                  </a:lnTo>
                  <a:close/>
                </a:path>
              </a:pathLst>
            </a:custGeom>
            <a:solidFill>
              <a:srgbClr val="DECC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3" name="object 573" descr=""/>
            <p:cNvSpPr/>
            <p:nvPr/>
          </p:nvSpPr>
          <p:spPr>
            <a:xfrm>
              <a:off x="13656138" y="8464496"/>
              <a:ext cx="146050" cy="208915"/>
            </a:xfrm>
            <a:custGeom>
              <a:avLst/>
              <a:gdLst/>
              <a:ahLst/>
              <a:cxnLst/>
              <a:rect l="l" t="t" r="r" b="b"/>
              <a:pathLst>
                <a:path w="146050" h="208915">
                  <a:moveTo>
                    <a:pt x="146016" y="0"/>
                  </a:moveTo>
                  <a:lnTo>
                    <a:pt x="0" y="0"/>
                  </a:lnTo>
                  <a:lnTo>
                    <a:pt x="0" y="208904"/>
                  </a:lnTo>
                  <a:lnTo>
                    <a:pt x="146016" y="208904"/>
                  </a:lnTo>
                  <a:lnTo>
                    <a:pt x="146016" y="0"/>
                  </a:lnTo>
                  <a:close/>
                </a:path>
              </a:pathLst>
            </a:custGeom>
            <a:solidFill>
              <a:srgbClr val="E8DC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4" name="object 574" descr=""/>
            <p:cNvSpPr/>
            <p:nvPr/>
          </p:nvSpPr>
          <p:spPr>
            <a:xfrm>
              <a:off x="13727163" y="8456936"/>
              <a:ext cx="264795" cy="224154"/>
            </a:xfrm>
            <a:custGeom>
              <a:avLst/>
              <a:gdLst/>
              <a:ahLst/>
              <a:cxnLst/>
              <a:rect l="l" t="t" r="r" b="b"/>
              <a:pathLst>
                <a:path w="264794" h="224154">
                  <a:moveTo>
                    <a:pt x="6845" y="4940"/>
                  </a:moveTo>
                  <a:lnTo>
                    <a:pt x="0" y="4991"/>
                  </a:lnTo>
                  <a:lnTo>
                    <a:pt x="0" y="220167"/>
                  </a:lnTo>
                  <a:lnTo>
                    <a:pt x="6845" y="220167"/>
                  </a:lnTo>
                  <a:lnTo>
                    <a:pt x="6845" y="4940"/>
                  </a:lnTo>
                  <a:close/>
                </a:path>
                <a:path w="264794" h="224154">
                  <a:moveTo>
                    <a:pt x="264452" y="0"/>
                  </a:moveTo>
                  <a:lnTo>
                    <a:pt x="106845" y="0"/>
                  </a:lnTo>
                  <a:lnTo>
                    <a:pt x="106845" y="224028"/>
                  </a:lnTo>
                  <a:lnTo>
                    <a:pt x="264452" y="224028"/>
                  </a:lnTo>
                  <a:lnTo>
                    <a:pt x="264452" y="0"/>
                  </a:lnTo>
                  <a:close/>
                </a:path>
              </a:pathLst>
            </a:custGeom>
            <a:solidFill>
              <a:srgbClr val="DECC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5" name="object 575" descr=""/>
            <p:cNvSpPr/>
            <p:nvPr/>
          </p:nvSpPr>
          <p:spPr>
            <a:xfrm>
              <a:off x="13840196" y="8464496"/>
              <a:ext cx="146050" cy="208915"/>
            </a:xfrm>
            <a:custGeom>
              <a:avLst/>
              <a:gdLst/>
              <a:ahLst/>
              <a:cxnLst/>
              <a:rect l="l" t="t" r="r" b="b"/>
              <a:pathLst>
                <a:path w="146050" h="208915">
                  <a:moveTo>
                    <a:pt x="146016" y="0"/>
                  </a:moveTo>
                  <a:lnTo>
                    <a:pt x="0" y="0"/>
                  </a:lnTo>
                  <a:lnTo>
                    <a:pt x="0" y="208904"/>
                  </a:lnTo>
                  <a:lnTo>
                    <a:pt x="146016" y="208904"/>
                  </a:lnTo>
                  <a:lnTo>
                    <a:pt x="146016" y="0"/>
                  </a:lnTo>
                  <a:close/>
                </a:path>
              </a:pathLst>
            </a:custGeom>
            <a:solidFill>
              <a:srgbClr val="E8DC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6" name="object 576" descr=""/>
            <p:cNvSpPr/>
            <p:nvPr/>
          </p:nvSpPr>
          <p:spPr>
            <a:xfrm>
              <a:off x="13911224" y="8461873"/>
              <a:ext cx="6985" cy="215265"/>
            </a:xfrm>
            <a:custGeom>
              <a:avLst/>
              <a:gdLst/>
              <a:ahLst/>
              <a:cxnLst/>
              <a:rect l="l" t="t" r="r" b="b"/>
              <a:pathLst>
                <a:path w="6984" h="215265">
                  <a:moveTo>
                    <a:pt x="6837" y="0"/>
                  </a:moveTo>
                  <a:lnTo>
                    <a:pt x="0" y="41"/>
                  </a:lnTo>
                  <a:lnTo>
                    <a:pt x="0" y="215229"/>
                  </a:lnTo>
                  <a:lnTo>
                    <a:pt x="6837" y="215229"/>
                  </a:lnTo>
                  <a:lnTo>
                    <a:pt x="6837" y="0"/>
                  </a:lnTo>
                  <a:close/>
                </a:path>
              </a:pathLst>
            </a:custGeom>
            <a:solidFill>
              <a:srgbClr val="DECCD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7" name="object 577" descr=""/>
          <p:cNvSpPr/>
          <p:nvPr/>
        </p:nvSpPr>
        <p:spPr>
          <a:xfrm>
            <a:off x="11293247" y="8391535"/>
            <a:ext cx="8890" cy="252095"/>
          </a:xfrm>
          <a:custGeom>
            <a:avLst/>
            <a:gdLst/>
            <a:ahLst/>
            <a:cxnLst/>
            <a:rect l="l" t="t" r="r" b="b"/>
            <a:pathLst>
              <a:path w="8890" h="252095">
                <a:moveTo>
                  <a:pt x="8565" y="0"/>
                </a:moveTo>
                <a:lnTo>
                  <a:pt x="0" y="0"/>
                </a:lnTo>
                <a:lnTo>
                  <a:pt x="0" y="251688"/>
                </a:lnTo>
                <a:lnTo>
                  <a:pt x="8565" y="251688"/>
                </a:lnTo>
                <a:lnTo>
                  <a:pt x="8565" y="0"/>
                </a:lnTo>
                <a:close/>
              </a:path>
            </a:pathLst>
          </a:custGeom>
          <a:solidFill>
            <a:srgbClr val="435A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8" name="object 578" descr=""/>
          <p:cNvSpPr/>
          <p:nvPr/>
        </p:nvSpPr>
        <p:spPr>
          <a:xfrm>
            <a:off x="11831807" y="8391535"/>
            <a:ext cx="8890" cy="252095"/>
          </a:xfrm>
          <a:custGeom>
            <a:avLst/>
            <a:gdLst/>
            <a:ahLst/>
            <a:cxnLst/>
            <a:rect l="l" t="t" r="r" b="b"/>
            <a:pathLst>
              <a:path w="8890" h="252095">
                <a:moveTo>
                  <a:pt x="8565" y="0"/>
                </a:moveTo>
                <a:lnTo>
                  <a:pt x="0" y="0"/>
                </a:lnTo>
                <a:lnTo>
                  <a:pt x="0" y="251688"/>
                </a:lnTo>
                <a:lnTo>
                  <a:pt x="8565" y="251688"/>
                </a:lnTo>
                <a:lnTo>
                  <a:pt x="8565" y="0"/>
                </a:lnTo>
                <a:close/>
              </a:path>
            </a:pathLst>
          </a:custGeom>
          <a:solidFill>
            <a:srgbClr val="435A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9" name="object 579" descr=""/>
          <p:cNvSpPr/>
          <p:nvPr/>
        </p:nvSpPr>
        <p:spPr>
          <a:xfrm>
            <a:off x="12013822" y="8391535"/>
            <a:ext cx="8890" cy="252095"/>
          </a:xfrm>
          <a:custGeom>
            <a:avLst/>
            <a:gdLst/>
            <a:ahLst/>
            <a:cxnLst/>
            <a:rect l="l" t="t" r="r" b="b"/>
            <a:pathLst>
              <a:path w="8890" h="252095">
                <a:moveTo>
                  <a:pt x="8565" y="0"/>
                </a:moveTo>
                <a:lnTo>
                  <a:pt x="0" y="0"/>
                </a:lnTo>
                <a:lnTo>
                  <a:pt x="0" y="251688"/>
                </a:lnTo>
                <a:lnTo>
                  <a:pt x="8565" y="251688"/>
                </a:lnTo>
                <a:lnTo>
                  <a:pt x="8565" y="0"/>
                </a:lnTo>
                <a:close/>
              </a:path>
            </a:pathLst>
          </a:custGeom>
          <a:solidFill>
            <a:srgbClr val="435A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0" name="object 580" descr=""/>
          <p:cNvSpPr/>
          <p:nvPr/>
        </p:nvSpPr>
        <p:spPr>
          <a:xfrm>
            <a:off x="12203334" y="8391535"/>
            <a:ext cx="8890" cy="252095"/>
          </a:xfrm>
          <a:custGeom>
            <a:avLst/>
            <a:gdLst/>
            <a:ahLst/>
            <a:cxnLst/>
            <a:rect l="l" t="t" r="r" b="b"/>
            <a:pathLst>
              <a:path w="8890" h="252095">
                <a:moveTo>
                  <a:pt x="8565" y="0"/>
                </a:moveTo>
                <a:lnTo>
                  <a:pt x="0" y="0"/>
                </a:lnTo>
                <a:lnTo>
                  <a:pt x="0" y="251688"/>
                </a:lnTo>
                <a:lnTo>
                  <a:pt x="8565" y="251688"/>
                </a:lnTo>
                <a:lnTo>
                  <a:pt x="8565" y="0"/>
                </a:lnTo>
                <a:close/>
              </a:path>
            </a:pathLst>
          </a:custGeom>
          <a:solidFill>
            <a:srgbClr val="435A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1" name="object 581" descr=""/>
          <p:cNvSpPr/>
          <p:nvPr/>
        </p:nvSpPr>
        <p:spPr>
          <a:xfrm>
            <a:off x="12384292" y="8391535"/>
            <a:ext cx="8890" cy="252095"/>
          </a:xfrm>
          <a:custGeom>
            <a:avLst/>
            <a:gdLst/>
            <a:ahLst/>
            <a:cxnLst/>
            <a:rect l="l" t="t" r="r" b="b"/>
            <a:pathLst>
              <a:path w="8890" h="252095">
                <a:moveTo>
                  <a:pt x="8565" y="0"/>
                </a:moveTo>
                <a:lnTo>
                  <a:pt x="0" y="0"/>
                </a:lnTo>
                <a:lnTo>
                  <a:pt x="0" y="251688"/>
                </a:lnTo>
                <a:lnTo>
                  <a:pt x="8565" y="251688"/>
                </a:lnTo>
                <a:lnTo>
                  <a:pt x="8565" y="0"/>
                </a:lnTo>
                <a:close/>
              </a:path>
            </a:pathLst>
          </a:custGeom>
          <a:solidFill>
            <a:srgbClr val="435A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2" name="object 582" descr=""/>
          <p:cNvSpPr/>
          <p:nvPr/>
        </p:nvSpPr>
        <p:spPr>
          <a:xfrm>
            <a:off x="12656253" y="8391535"/>
            <a:ext cx="8890" cy="252095"/>
          </a:xfrm>
          <a:custGeom>
            <a:avLst/>
            <a:gdLst/>
            <a:ahLst/>
            <a:cxnLst/>
            <a:rect l="l" t="t" r="r" b="b"/>
            <a:pathLst>
              <a:path w="8890" h="252095">
                <a:moveTo>
                  <a:pt x="8565" y="0"/>
                </a:moveTo>
                <a:lnTo>
                  <a:pt x="0" y="0"/>
                </a:lnTo>
                <a:lnTo>
                  <a:pt x="0" y="251688"/>
                </a:lnTo>
                <a:lnTo>
                  <a:pt x="8565" y="251688"/>
                </a:lnTo>
                <a:lnTo>
                  <a:pt x="8565" y="0"/>
                </a:lnTo>
                <a:close/>
              </a:path>
            </a:pathLst>
          </a:custGeom>
          <a:solidFill>
            <a:srgbClr val="435A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3" name="object 583" descr=""/>
          <p:cNvSpPr/>
          <p:nvPr/>
        </p:nvSpPr>
        <p:spPr>
          <a:xfrm>
            <a:off x="12930349" y="8391535"/>
            <a:ext cx="8890" cy="252095"/>
          </a:xfrm>
          <a:custGeom>
            <a:avLst/>
            <a:gdLst/>
            <a:ahLst/>
            <a:cxnLst/>
            <a:rect l="l" t="t" r="r" b="b"/>
            <a:pathLst>
              <a:path w="8890" h="252095">
                <a:moveTo>
                  <a:pt x="8565" y="0"/>
                </a:moveTo>
                <a:lnTo>
                  <a:pt x="0" y="0"/>
                </a:lnTo>
                <a:lnTo>
                  <a:pt x="0" y="251688"/>
                </a:lnTo>
                <a:lnTo>
                  <a:pt x="8565" y="251688"/>
                </a:lnTo>
                <a:lnTo>
                  <a:pt x="8565" y="0"/>
                </a:lnTo>
                <a:close/>
              </a:path>
            </a:pathLst>
          </a:custGeom>
          <a:solidFill>
            <a:srgbClr val="435A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4" name="object 584" descr=""/>
          <p:cNvSpPr/>
          <p:nvPr/>
        </p:nvSpPr>
        <p:spPr>
          <a:xfrm>
            <a:off x="13138050" y="8391535"/>
            <a:ext cx="8890" cy="252095"/>
          </a:xfrm>
          <a:custGeom>
            <a:avLst/>
            <a:gdLst/>
            <a:ahLst/>
            <a:cxnLst/>
            <a:rect l="l" t="t" r="r" b="b"/>
            <a:pathLst>
              <a:path w="8890" h="252095">
                <a:moveTo>
                  <a:pt x="8565" y="0"/>
                </a:moveTo>
                <a:lnTo>
                  <a:pt x="0" y="0"/>
                </a:lnTo>
                <a:lnTo>
                  <a:pt x="0" y="251688"/>
                </a:lnTo>
                <a:lnTo>
                  <a:pt x="8565" y="251688"/>
                </a:lnTo>
                <a:lnTo>
                  <a:pt x="8565" y="0"/>
                </a:lnTo>
                <a:close/>
              </a:path>
            </a:pathLst>
          </a:custGeom>
          <a:solidFill>
            <a:srgbClr val="435A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5" name="object 585" descr=""/>
          <p:cNvSpPr/>
          <p:nvPr/>
        </p:nvSpPr>
        <p:spPr>
          <a:xfrm>
            <a:off x="13337300" y="8391535"/>
            <a:ext cx="8890" cy="252095"/>
          </a:xfrm>
          <a:custGeom>
            <a:avLst/>
            <a:gdLst/>
            <a:ahLst/>
            <a:cxnLst/>
            <a:rect l="l" t="t" r="r" b="b"/>
            <a:pathLst>
              <a:path w="8890" h="252095">
                <a:moveTo>
                  <a:pt x="8565" y="0"/>
                </a:moveTo>
                <a:lnTo>
                  <a:pt x="0" y="0"/>
                </a:lnTo>
                <a:lnTo>
                  <a:pt x="0" y="251688"/>
                </a:lnTo>
                <a:lnTo>
                  <a:pt x="8565" y="251688"/>
                </a:lnTo>
                <a:lnTo>
                  <a:pt x="8565" y="0"/>
                </a:lnTo>
                <a:close/>
              </a:path>
            </a:pathLst>
          </a:custGeom>
          <a:solidFill>
            <a:srgbClr val="435A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6" name="object 586" descr=""/>
          <p:cNvSpPr/>
          <p:nvPr/>
        </p:nvSpPr>
        <p:spPr>
          <a:xfrm>
            <a:off x="13520300" y="8391535"/>
            <a:ext cx="8890" cy="252095"/>
          </a:xfrm>
          <a:custGeom>
            <a:avLst/>
            <a:gdLst/>
            <a:ahLst/>
            <a:cxnLst/>
            <a:rect l="l" t="t" r="r" b="b"/>
            <a:pathLst>
              <a:path w="8890" h="252095">
                <a:moveTo>
                  <a:pt x="8565" y="0"/>
                </a:moveTo>
                <a:lnTo>
                  <a:pt x="0" y="0"/>
                </a:lnTo>
                <a:lnTo>
                  <a:pt x="0" y="251688"/>
                </a:lnTo>
                <a:lnTo>
                  <a:pt x="8565" y="251688"/>
                </a:lnTo>
                <a:lnTo>
                  <a:pt x="8565" y="0"/>
                </a:lnTo>
                <a:close/>
              </a:path>
            </a:pathLst>
          </a:custGeom>
          <a:solidFill>
            <a:srgbClr val="435A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7" name="object 587" descr=""/>
          <p:cNvSpPr/>
          <p:nvPr/>
        </p:nvSpPr>
        <p:spPr>
          <a:xfrm>
            <a:off x="14107036" y="8391535"/>
            <a:ext cx="8890" cy="252095"/>
          </a:xfrm>
          <a:custGeom>
            <a:avLst/>
            <a:gdLst/>
            <a:ahLst/>
            <a:cxnLst/>
            <a:rect l="l" t="t" r="r" b="b"/>
            <a:pathLst>
              <a:path w="8890" h="252095">
                <a:moveTo>
                  <a:pt x="8565" y="0"/>
                </a:moveTo>
                <a:lnTo>
                  <a:pt x="0" y="0"/>
                </a:lnTo>
                <a:lnTo>
                  <a:pt x="0" y="251688"/>
                </a:lnTo>
                <a:lnTo>
                  <a:pt x="8565" y="251688"/>
                </a:lnTo>
                <a:lnTo>
                  <a:pt x="8565" y="0"/>
                </a:lnTo>
                <a:close/>
              </a:path>
            </a:pathLst>
          </a:custGeom>
          <a:solidFill>
            <a:srgbClr val="435A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8" name="object 588" descr=""/>
          <p:cNvSpPr/>
          <p:nvPr/>
        </p:nvSpPr>
        <p:spPr>
          <a:xfrm>
            <a:off x="11559847" y="8391535"/>
            <a:ext cx="8890" cy="252095"/>
          </a:xfrm>
          <a:custGeom>
            <a:avLst/>
            <a:gdLst/>
            <a:ahLst/>
            <a:cxnLst/>
            <a:rect l="l" t="t" r="r" b="b"/>
            <a:pathLst>
              <a:path w="8890" h="252095">
                <a:moveTo>
                  <a:pt x="8565" y="0"/>
                </a:moveTo>
                <a:lnTo>
                  <a:pt x="0" y="0"/>
                </a:lnTo>
                <a:lnTo>
                  <a:pt x="0" y="251688"/>
                </a:lnTo>
                <a:lnTo>
                  <a:pt x="8565" y="251688"/>
                </a:lnTo>
                <a:lnTo>
                  <a:pt x="8565" y="0"/>
                </a:lnTo>
                <a:close/>
              </a:path>
            </a:pathLst>
          </a:custGeom>
          <a:solidFill>
            <a:srgbClr val="435A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9" name="object 589" descr=""/>
          <p:cNvSpPr/>
          <p:nvPr/>
        </p:nvSpPr>
        <p:spPr>
          <a:xfrm>
            <a:off x="11025936" y="8273203"/>
            <a:ext cx="3338195" cy="58419"/>
          </a:xfrm>
          <a:custGeom>
            <a:avLst/>
            <a:gdLst/>
            <a:ahLst/>
            <a:cxnLst/>
            <a:rect l="l" t="t" r="r" b="b"/>
            <a:pathLst>
              <a:path w="3338194" h="58420">
                <a:moveTo>
                  <a:pt x="3337950" y="0"/>
                </a:moveTo>
                <a:lnTo>
                  <a:pt x="0" y="0"/>
                </a:lnTo>
                <a:lnTo>
                  <a:pt x="0" y="58291"/>
                </a:lnTo>
                <a:lnTo>
                  <a:pt x="3337950" y="58291"/>
                </a:lnTo>
                <a:lnTo>
                  <a:pt x="3337950" y="0"/>
                </a:lnTo>
                <a:close/>
              </a:path>
            </a:pathLst>
          </a:custGeom>
          <a:solidFill>
            <a:srgbClr val="8796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0" name="object 590" descr=""/>
          <p:cNvSpPr/>
          <p:nvPr/>
        </p:nvSpPr>
        <p:spPr>
          <a:xfrm>
            <a:off x="11157336" y="8391535"/>
            <a:ext cx="3091815" cy="41275"/>
          </a:xfrm>
          <a:custGeom>
            <a:avLst/>
            <a:gdLst/>
            <a:ahLst/>
            <a:cxnLst/>
            <a:rect l="l" t="t" r="r" b="b"/>
            <a:pathLst>
              <a:path w="3091815" h="41275">
                <a:moveTo>
                  <a:pt x="3091309" y="0"/>
                </a:moveTo>
                <a:lnTo>
                  <a:pt x="0" y="0"/>
                </a:lnTo>
                <a:lnTo>
                  <a:pt x="0" y="40836"/>
                </a:lnTo>
                <a:lnTo>
                  <a:pt x="3091309" y="40836"/>
                </a:lnTo>
                <a:lnTo>
                  <a:pt x="3091309" y="0"/>
                </a:lnTo>
                <a:close/>
              </a:path>
            </a:pathLst>
          </a:custGeom>
          <a:solidFill>
            <a:srgbClr val="8796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1" name="object 591" descr=""/>
          <p:cNvSpPr/>
          <p:nvPr/>
        </p:nvSpPr>
        <p:spPr>
          <a:xfrm>
            <a:off x="13341579" y="7023766"/>
            <a:ext cx="907415" cy="1192530"/>
          </a:xfrm>
          <a:custGeom>
            <a:avLst/>
            <a:gdLst/>
            <a:ahLst/>
            <a:cxnLst/>
            <a:rect l="l" t="t" r="r" b="b"/>
            <a:pathLst>
              <a:path w="907415" h="1192529">
                <a:moveTo>
                  <a:pt x="907059" y="0"/>
                </a:moveTo>
                <a:lnTo>
                  <a:pt x="12" y="0"/>
                </a:lnTo>
                <a:lnTo>
                  <a:pt x="12" y="40843"/>
                </a:lnTo>
                <a:lnTo>
                  <a:pt x="0" y="1191971"/>
                </a:lnTo>
                <a:lnTo>
                  <a:pt x="56997" y="1191971"/>
                </a:lnTo>
                <a:lnTo>
                  <a:pt x="56997" y="40843"/>
                </a:lnTo>
                <a:lnTo>
                  <a:pt x="907059" y="40843"/>
                </a:lnTo>
                <a:lnTo>
                  <a:pt x="907059" y="0"/>
                </a:lnTo>
                <a:close/>
              </a:path>
            </a:pathLst>
          </a:custGeom>
          <a:solidFill>
            <a:srgbClr val="8796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2" name="object 592" descr=""/>
          <p:cNvSpPr/>
          <p:nvPr/>
        </p:nvSpPr>
        <p:spPr>
          <a:xfrm>
            <a:off x="11157336" y="7023765"/>
            <a:ext cx="907415" cy="41275"/>
          </a:xfrm>
          <a:custGeom>
            <a:avLst/>
            <a:gdLst/>
            <a:ahLst/>
            <a:cxnLst/>
            <a:rect l="l" t="t" r="r" b="b"/>
            <a:pathLst>
              <a:path w="907415" h="41275">
                <a:moveTo>
                  <a:pt x="907061" y="0"/>
                </a:moveTo>
                <a:lnTo>
                  <a:pt x="0" y="0"/>
                </a:lnTo>
                <a:lnTo>
                  <a:pt x="0" y="40836"/>
                </a:lnTo>
                <a:lnTo>
                  <a:pt x="907061" y="40836"/>
                </a:lnTo>
                <a:lnTo>
                  <a:pt x="907061" y="0"/>
                </a:lnTo>
                <a:close/>
              </a:path>
            </a:pathLst>
          </a:custGeom>
          <a:solidFill>
            <a:srgbClr val="8796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3" name="object 593" descr=""/>
          <p:cNvSpPr/>
          <p:nvPr/>
        </p:nvSpPr>
        <p:spPr>
          <a:xfrm>
            <a:off x="12256527" y="6837457"/>
            <a:ext cx="17145" cy="1378585"/>
          </a:xfrm>
          <a:custGeom>
            <a:avLst/>
            <a:gdLst/>
            <a:ahLst/>
            <a:cxnLst/>
            <a:rect l="l" t="t" r="r" b="b"/>
            <a:pathLst>
              <a:path w="17145" h="1378584">
                <a:moveTo>
                  <a:pt x="17119" y="0"/>
                </a:moveTo>
                <a:lnTo>
                  <a:pt x="0" y="0"/>
                </a:lnTo>
                <a:lnTo>
                  <a:pt x="0" y="1378272"/>
                </a:lnTo>
                <a:lnTo>
                  <a:pt x="17119" y="1378272"/>
                </a:lnTo>
                <a:lnTo>
                  <a:pt x="17119" y="0"/>
                </a:lnTo>
                <a:close/>
              </a:path>
            </a:pathLst>
          </a:custGeom>
          <a:solidFill>
            <a:srgbClr val="29448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4" name="object 594" descr=""/>
          <p:cNvSpPr/>
          <p:nvPr/>
        </p:nvSpPr>
        <p:spPr>
          <a:xfrm>
            <a:off x="12480269" y="6837457"/>
            <a:ext cx="17145" cy="1378585"/>
          </a:xfrm>
          <a:custGeom>
            <a:avLst/>
            <a:gdLst/>
            <a:ahLst/>
            <a:cxnLst/>
            <a:rect l="l" t="t" r="r" b="b"/>
            <a:pathLst>
              <a:path w="17145" h="1378584">
                <a:moveTo>
                  <a:pt x="17119" y="0"/>
                </a:moveTo>
                <a:lnTo>
                  <a:pt x="0" y="0"/>
                </a:lnTo>
                <a:lnTo>
                  <a:pt x="0" y="1378272"/>
                </a:lnTo>
                <a:lnTo>
                  <a:pt x="17119" y="1378272"/>
                </a:lnTo>
                <a:lnTo>
                  <a:pt x="17119" y="0"/>
                </a:lnTo>
                <a:close/>
              </a:path>
            </a:pathLst>
          </a:custGeom>
          <a:solidFill>
            <a:srgbClr val="29448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5" name="object 595" descr=""/>
          <p:cNvSpPr/>
          <p:nvPr/>
        </p:nvSpPr>
        <p:spPr>
          <a:xfrm>
            <a:off x="12704021" y="6837457"/>
            <a:ext cx="17145" cy="1378585"/>
          </a:xfrm>
          <a:custGeom>
            <a:avLst/>
            <a:gdLst/>
            <a:ahLst/>
            <a:cxnLst/>
            <a:rect l="l" t="t" r="r" b="b"/>
            <a:pathLst>
              <a:path w="17145" h="1378584">
                <a:moveTo>
                  <a:pt x="17119" y="0"/>
                </a:moveTo>
                <a:lnTo>
                  <a:pt x="0" y="0"/>
                </a:lnTo>
                <a:lnTo>
                  <a:pt x="0" y="1378272"/>
                </a:lnTo>
                <a:lnTo>
                  <a:pt x="17119" y="1378272"/>
                </a:lnTo>
                <a:lnTo>
                  <a:pt x="17119" y="0"/>
                </a:lnTo>
                <a:close/>
              </a:path>
            </a:pathLst>
          </a:custGeom>
          <a:solidFill>
            <a:srgbClr val="29448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6" name="object 596" descr=""/>
          <p:cNvSpPr/>
          <p:nvPr/>
        </p:nvSpPr>
        <p:spPr>
          <a:xfrm>
            <a:off x="12927763" y="6837457"/>
            <a:ext cx="17145" cy="1378585"/>
          </a:xfrm>
          <a:custGeom>
            <a:avLst/>
            <a:gdLst/>
            <a:ahLst/>
            <a:cxnLst/>
            <a:rect l="l" t="t" r="r" b="b"/>
            <a:pathLst>
              <a:path w="17145" h="1378584">
                <a:moveTo>
                  <a:pt x="17119" y="0"/>
                </a:moveTo>
                <a:lnTo>
                  <a:pt x="0" y="0"/>
                </a:lnTo>
                <a:lnTo>
                  <a:pt x="0" y="1378272"/>
                </a:lnTo>
                <a:lnTo>
                  <a:pt x="17119" y="1378272"/>
                </a:lnTo>
                <a:lnTo>
                  <a:pt x="17119" y="0"/>
                </a:lnTo>
                <a:close/>
              </a:path>
            </a:pathLst>
          </a:custGeom>
          <a:solidFill>
            <a:srgbClr val="29448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97" name="object 597" descr=""/>
          <p:cNvGrpSpPr/>
          <p:nvPr/>
        </p:nvGrpSpPr>
        <p:grpSpPr>
          <a:xfrm>
            <a:off x="12064396" y="6837457"/>
            <a:ext cx="1277620" cy="1378585"/>
            <a:chOff x="12064396" y="6837457"/>
            <a:chExt cx="1277620" cy="1378585"/>
          </a:xfrm>
        </p:grpSpPr>
        <p:sp>
          <p:nvSpPr>
            <p:cNvPr id="598" name="object 598" descr=""/>
            <p:cNvSpPr/>
            <p:nvPr/>
          </p:nvSpPr>
          <p:spPr>
            <a:xfrm>
              <a:off x="12064390" y="6837457"/>
              <a:ext cx="1277620" cy="1378585"/>
            </a:xfrm>
            <a:custGeom>
              <a:avLst/>
              <a:gdLst/>
              <a:ahLst/>
              <a:cxnLst/>
              <a:rect l="l" t="t" r="r" b="b"/>
              <a:pathLst>
                <a:path w="1277619" h="1378584">
                  <a:moveTo>
                    <a:pt x="1277188" y="146773"/>
                  </a:moveTo>
                  <a:lnTo>
                    <a:pt x="1104252" y="146773"/>
                  </a:lnTo>
                  <a:lnTo>
                    <a:pt x="1104252" y="0"/>
                  </a:lnTo>
                  <a:lnTo>
                    <a:pt x="1087132" y="0"/>
                  </a:lnTo>
                  <a:lnTo>
                    <a:pt x="1087132" y="146773"/>
                  </a:lnTo>
                  <a:lnTo>
                    <a:pt x="0" y="146773"/>
                  </a:lnTo>
                  <a:lnTo>
                    <a:pt x="0" y="163893"/>
                  </a:lnTo>
                  <a:lnTo>
                    <a:pt x="1087132" y="163893"/>
                  </a:lnTo>
                  <a:lnTo>
                    <a:pt x="1087132" y="371119"/>
                  </a:lnTo>
                  <a:lnTo>
                    <a:pt x="0" y="371119"/>
                  </a:lnTo>
                  <a:lnTo>
                    <a:pt x="0" y="388239"/>
                  </a:lnTo>
                  <a:lnTo>
                    <a:pt x="1087132" y="388239"/>
                  </a:lnTo>
                  <a:lnTo>
                    <a:pt x="1087132" y="595477"/>
                  </a:lnTo>
                  <a:lnTo>
                    <a:pt x="0" y="595477"/>
                  </a:lnTo>
                  <a:lnTo>
                    <a:pt x="0" y="612597"/>
                  </a:lnTo>
                  <a:lnTo>
                    <a:pt x="1087132" y="612597"/>
                  </a:lnTo>
                  <a:lnTo>
                    <a:pt x="1087132" y="819797"/>
                  </a:lnTo>
                  <a:lnTo>
                    <a:pt x="0" y="819797"/>
                  </a:lnTo>
                  <a:lnTo>
                    <a:pt x="0" y="836917"/>
                  </a:lnTo>
                  <a:lnTo>
                    <a:pt x="1087132" y="836917"/>
                  </a:lnTo>
                  <a:lnTo>
                    <a:pt x="1087132" y="1044155"/>
                  </a:lnTo>
                  <a:lnTo>
                    <a:pt x="0" y="1044155"/>
                  </a:lnTo>
                  <a:lnTo>
                    <a:pt x="0" y="1061275"/>
                  </a:lnTo>
                  <a:lnTo>
                    <a:pt x="1087132" y="1061275"/>
                  </a:lnTo>
                  <a:lnTo>
                    <a:pt x="1087132" y="1268488"/>
                  </a:lnTo>
                  <a:lnTo>
                    <a:pt x="0" y="1268488"/>
                  </a:lnTo>
                  <a:lnTo>
                    <a:pt x="0" y="1285608"/>
                  </a:lnTo>
                  <a:lnTo>
                    <a:pt x="1087132" y="1285608"/>
                  </a:lnTo>
                  <a:lnTo>
                    <a:pt x="1087132" y="1378280"/>
                  </a:lnTo>
                  <a:lnTo>
                    <a:pt x="1104252" y="1378280"/>
                  </a:lnTo>
                  <a:lnTo>
                    <a:pt x="1104252" y="1285608"/>
                  </a:lnTo>
                  <a:lnTo>
                    <a:pt x="1277188" y="1285608"/>
                  </a:lnTo>
                  <a:lnTo>
                    <a:pt x="1277188" y="1268488"/>
                  </a:lnTo>
                  <a:lnTo>
                    <a:pt x="1104252" y="1268488"/>
                  </a:lnTo>
                  <a:lnTo>
                    <a:pt x="1104252" y="1061275"/>
                  </a:lnTo>
                  <a:lnTo>
                    <a:pt x="1277188" y="1061275"/>
                  </a:lnTo>
                  <a:lnTo>
                    <a:pt x="1277188" y="1044155"/>
                  </a:lnTo>
                  <a:lnTo>
                    <a:pt x="1104252" y="1044155"/>
                  </a:lnTo>
                  <a:lnTo>
                    <a:pt x="1104252" y="836917"/>
                  </a:lnTo>
                  <a:lnTo>
                    <a:pt x="1277188" y="836917"/>
                  </a:lnTo>
                  <a:lnTo>
                    <a:pt x="1277188" y="819797"/>
                  </a:lnTo>
                  <a:lnTo>
                    <a:pt x="1104252" y="819797"/>
                  </a:lnTo>
                  <a:lnTo>
                    <a:pt x="1104252" y="612597"/>
                  </a:lnTo>
                  <a:lnTo>
                    <a:pt x="1277188" y="612597"/>
                  </a:lnTo>
                  <a:lnTo>
                    <a:pt x="1277188" y="595477"/>
                  </a:lnTo>
                  <a:lnTo>
                    <a:pt x="1104252" y="595477"/>
                  </a:lnTo>
                  <a:lnTo>
                    <a:pt x="1104252" y="388239"/>
                  </a:lnTo>
                  <a:lnTo>
                    <a:pt x="1277188" y="388239"/>
                  </a:lnTo>
                  <a:lnTo>
                    <a:pt x="1277188" y="371119"/>
                  </a:lnTo>
                  <a:lnTo>
                    <a:pt x="1104252" y="371119"/>
                  </a:lnTo>
                  <a:lnTo>
                    <a:pt x="1104252" y="163893"/>
                  </a:lnTo>
                  <a:lnTo>
                    <a:pt x="1277188" y="163893"/>
                  </a:lnTo>
                  <a:lnTo>
                    <a:pt x="1277188" y="146773"/>
                  </a:lnTo>
                  <a:close/>
                </a:path>
              </a:pathLst>
            </a:custGeom>
            <a:solidFill>
              <a:srgbClr val="2944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9" name="object 599" descr=""/>
            <p:cNvSpPr/>
            <p:nvPr/>
          </p:nvSpPr>
          <p:spPr>
            <a:xfrm>
              <a:off x="12068480" y="6837457"/>
              <a:ext cx="1273175" cy="41275"/>
            </a:xfrm>
            <a:custGeom>
              <a:avLst/>
              <a:gdLst/>
              <a:ahLst/>
              <a:cxnLst/>
              <a:rect l="l" t="t" r="r" b="b"/>
              <a:pathLst>
                <a:path w="1273175" h="41275">
                  <a:moveTo>
                    <a:pt x="1273102" y="0"/>
                  </a:moveTo>
                  <a:lnTo>
                    <a:pt x="0" y="0"/>
                  </a:lnTo>
                  <a:lnTo>
                    <a:pt x="0" y="40846"/>
                  </a:lnTo>
                  <a:lnTo>
                    <a:pt x="1273102" y="40846"/>
                  </a:lnTo>
                  <a:lnTo>
                    <a:pt x="1273102" y="0"/>
                  </a:lnTo>
                  <a:close/>
                </a:path>
              </a:pathLst>
            </a:custGeom>
            <a:solidFill>
              <a:srgbClr val="8796B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0" name="object 600" descr=""/>
          <p:cNvSpPr/>
          <p:nvPr/>
        </p:nvSpPr>
        <p:spPr>
          <a:xfrm>
            <a:off x="2419308" y="4728421"/>
            <a:ext cx="203835" cy="46355"/>
          </a:xfrm>
          <a:custGeom>
            <a:avLst/>
            <a:gdLst/>
            <a:ahLst/>
            <a:cxnLst/>
            <a:rect l="l" t="t" r="r" b="b"/>
            <a:pathLst>
              <a:path w="203835" h="46354">
                <a:moveTo>
                  <a:pt x="0" y="46019"/>
                </a:moveTo>
                <a:lnTo>
                  <a:pt x="203700" y="46019"/>
                </a:lnTo>
                <a:lnTo>
                  <a:pt x="203700" y="0"/>
                </a:lnTo>
                <a:lnTo>
                  <a:pt x="0" y="0"/>
                </a:lnTo>
                <a:lnTo>
                  <a:pt x="0" y="46019"/>
                </a:lnTo>
                <a:close/>
              </a:path>
            </a:pathLst>
          </a:custGeom>
          <a:solidFill>
            <a:srgbClr val="AFC6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1" name="object 601" descr=""/>
          <p:cNvSpPr/>
          <p:nvPr/>
        </p:nvSpPr>
        <p:spPr>
          <a:xfrm>
            <a:off x="2720639" y="4728421"/>
            <a:ext cx="62865" cy="46355"/>
          </a:xfrm>
          <a:custGeom>
            <a:avLst/>
            <a:gdLst/>
            <a:ahLst/>
            <a:cxnLst/>
            <a:rect l="l" t="t" r="r" b="b"/>
            <a:pathLst>
              <a:path w="62864" h="46354">
                <a:moveTo>
                  <a:pt x="0" y="46019"/>
                </a:moveTo>
                <a:lnTo>
                  <a:pt x="62762" y="46019"/>
                </a:lnTo>
                <a:lnTo>
                  <a:pt x="62762" y="0"/>
                </a:lnTo>
                <a:lnTo>
                  <a:pt x="0" y="0"/>
                </a:lnTo>
                <a:lnTo>
                  <a:pt x="0" y="46019"/>
                </a:lnTo>
                <a:close/>
              </a:path>
            </a:pathLst>
          </a:custGeom>
          <a:solidFill>
            <a:srgbClr val="AFC6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2" name="object 602" descr=""/>
          <p:cNvSpPr/>
          <p:nvPr/>
        </p:nvSpPr>
        <p:spPr>
          <a:xfrm>
            <a:off x="3051174" y="4728421"/>
            <a:ext cx="65405" cy="46355"/>
          </a:xfrm>
          <a:custGeom>
            <a:avLst/>
            <a:gdLst/>
            <a:ahLst/>
            <a:cxnLst/>
            <a:rect l="l" t="t" r="r" b="b"/>
            <a:pathLst>
              <a:path w="65405" h="46354">
                <a:moveTo>
                  <a:pt x="0" y="46019"/>
                </a:moveTo>
                <a:lnTo>
                  <a:pt x="64846" y="46019"/>
                </a:lnTo>
                <a:lnTo>
                  <a:pt x="64846" y="0"/>
                </a:lnTo>
                <a:lnTo>
                  <a:pt x="0" y="0"/>
                </a:lnTo>
                <a:lnTo>
                  <a:pt x="0" y="46019"/>
                </a:lnTo>
                <a:close/>
              </a:path>
            </a:pathLst>
          </a:custGeom>
          <a:solidFill>
            <a:srgbClr val="AFC6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3" name="object 603" descr=""/>
          <p:cNvSpPr/>
          <p:nvPr/>
        </p:nvSpPr>
        <p:spPr>
          <a:xfrm>
            <a:off x="3213650" y="4728421"/>
            <a:ext cx="955675" cy="46355"/>
          </a:xfrm>
          <a:custGeom>
            <a:avLst/>
            <a:gdLst/>
            <a:ahLst/>
            <a:cxnLst/>
            <a:rect l="l" t="t" r="r" b="b"/>
            <a:pathLst>
              <a:path w="955675" h="46354">
                <a:moveTo>
                  <a:pt x="0" y="46019"/>
                </a:moveTo>
                <a:lnTo>
                  <a:pt x="955541" y="46019"/>
                </a:lnTo>
                <a:lnTo>
                  <a:pt x="955541" y="0"/>
                </a:lnTo>
                <a:lnTo>
                  <a:pt x="0" y="0"/>
                </a:lnTo>
                <a:lnTo>
                  <a:pt x="0" y="46019"/>
                </a:lnTo>
                <a:close/>
              </a:path>
            </a:pathLst>
          </a:custGeom>
          <a:solidFill>
            <a:srgbClr val="AFC6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4" name="object 604" descr=""/>
          <p:cNvSpPr/>
          <p:nvPr/>
        </p:nvSpPr>
        <p:spPr>
          <a:xfrm>
            <a:off x="4848752" y="4728421"/>
            <a:ext cx="558800" cy="46355"/>
          </a:xfrm>
          <a:custGeom>
            <a:avLst/>
            <a:gdLst/>
            <a:ahLst/>
            <a:cxnLst/>
            <a:rect l="l" t="t" r="r" b="b"/>
            <a:pathLst>
              <a:path w="558800" h="46354">
                <a:moveTo>
                  <a:pt x="0" y="46019"/>
                </a:moveTo>
                <a:lnTo>
                  <a:pt x="558715" y="46019"/>
                </a:lnTo>
                <a:lnTo>
                  <a:pt x="558715" y="0"/>
                </a:lnTo>
                <a:lnTo>
                  <a:pt x="0" y="0"/>
                </a:lnTo>
                <a:lnTo>
                  <a:pt x="0" y="46019"/>
                </a:lnTo>
                <a:close/>
              </a:path>
            </a:pathLst>
          </a:custGeom>
          <a:solidFill>
            <a:srgbClr val="AFC6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5" name="object 605" descr=""/>
          <p:cNvSpPr/>
          <p:nvPr/>
        </p:nvSpPr>
        <p:spPr>
          <a:xfrm>
            <a:off x="2419308" y="4207505"/>
            <a:ext cx="220979" cy="45720"/>
          </a:xfrm>
          <a:custGeom>
            <a:avLst/>
            <a:gdLst/>
            <a:ahLst/>
            <a:cxnLst/>
            <a:rect l="l" t="t" r="r" b="b"/>
            <a:pathLst>
              <a:path w="220980" h="45720">
                <a:moveTo>
                  <a:pt x="0" y="45338"/>
                </a:moveTo>
                <a:lnTo>
                  <a:pt x="220443" y="45338"/>
                </a:lnTo>
                <a:lnTo>
                  <a:pt x="220443" y="0"/>
                </a:lnTo>
                <a:lnTo>
                  <a:pt x="0" y="0"/>
                </a:lnTo>
                <a:lnTo>
                  <a:pt x="0" y="45338"/>
                </a:lnTo>
                <a:close/>
              </a:path>
            </a:pathLst>
          </a:custGeom>
          <a:solidFill>
            <a:srgbClr val="AFC6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6" name="object 606" descr=""/>
          <p:cNvSpPr/>
          <p:nvPr/>
        </p:nvSpPr>
        <p:spPr>
          <a:xfrm>
            <a:off x="2703907" y="4207505"/>
            <a:ext cx="429259" cy="45720"/>
          </a:xfrm>
          <a:custGeom>
            <a:avLst/>
            <a:gdLst/>
            <a:ahLst/>
            <a:cxnLst/>
            <a:rect l="l" t="t" r="r" b="b"/>
            <a:pathLst>
              <a:path w="429260" h="45720">
                <a:moveTo>
                  <a:pt x="0" y="45338"/>
                </a:moveTo>
                <a:lnTo>
                  <a:pt x="428856" y="45338"/>
                </a:lnTo>
                <a:lnTo>
                  <a:pt x="428856" y="0"/>
                </a:lnTo>
                <a:lnTo>
                  <a:pt x="0" y="0"/>
                </a:lnTo>
                <a:lnTo>
                  <a:pt x="0" y="45338"/>
                </a:lnTo>
                <a:close/>
              </a:path>
            </a:pathLst>
          </a:custGeom>
          <a:solidFill>
            <a:srgbClr val="AFC6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7" name="object 607" descr=""/>
          <p:cNvSpPr/>
          <p:nvPr/>
        </p:nvSpPr>
        <p:spPr>
          <a:xfrm>
            <a:off x="3196918" y="4207505"/>
            <a:ext cx="2211070" cy="45720"/>
          </a:xfrm>
          <a:custGeom>
            <a:avLst/>
            <a:gdLst/>
            <a:ahLst/>
            <a:cxnLst/>
            <a:rect l="l" t="t" r="r" b="b"/>
            <a:pathLst>
              <a:path w="2211070" h="45720">
                <a:moveTo>
                  <a:pt x="0" y="45338"/>
                </a:moveTo>
                <a:lnTo>
                  <a:pt x="2210550" y="45338"/>
                </a:lnTo>
                <a:lnTo>
                  <a:pt x="2210550" y="0"/>
                </a:lnTo>
                <a:lnTo>
                  <a:pt x="0" y="0"/>
                </a:lnTo>
                <a:lnTo>
                  <a:pt x="0" y="45338"/>
                </a:lnTo>
                <a:close/>
              </a:path>
            </a:pathLst>
          </a:custGeom>
          <a:solidFill>
            <a:srgbClr val="AFC6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8" name="object 608" descr=""/>
          <p:cNvSpPr/>
          <p:nvPr/>
        </p:nvSpPr>
        <p:spPr>
          <a:xfrm>
            <a:off x="2419308" y="4207505"/>
            <a:ext cx="220979" cy="25400"/>
          </a:xfrm>
          <a:custGeom>
            <a:avLst/>
            <a:gdLst/>
            <a:ahLst/>
            <a:cxnLst/>
            <a:rect l="l" t="t" r="r" b="b"/>
            <a:pathLst>
              <a:path w="220980" h="25400">
                <a:moveTo>
                  <a:pt x="0" y="25109"/>
                </a:moveTo>
                <a:lnTo>
                  <a:pt x="220443" y="25109"/>
                </a:lnTo>
                <a:lnTo>
                  <a:pt x="220443" y="0"/>
                </a:lnTo>
                <a:lnTo>
                  <a:pt x="0" y="0"/>
                </a:lnTo>
                <a:lnTo>
                  <a:pt x="0" y="25109"/>
                </a:lnTo>
                <a:close/>
              </a:path>
            </a:pathLst>
          </a:custGeom>
          <a:solidFill>
            <a:srgbClr val="AFC6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9" name="object 609" descr=""/>
          <p:cNvSpPr/>
          <p:nvPr/>
        </p:nvSpPr>
        <p:spPr>
          <a:xfrm>
            <a:off x="2703907" y="4207505"/>
            <a:ext cx="429259" cy="25400"/>
          </a:xfrm>
          <a:custGeom>
            <a:avLst/>
            <a:gdLst/>
            <a:ahLst/>
            <a:cxnLst/>
            <a:rect l="l" t="t" r="r" b="b"/>
            <a:pathLst>
              <a:path w="429260" h="25400">
                <a:moveTo>
                  <a:pt x="0" y="25109"/>
                </a:moveTo>
                <a:lnTo>
                  <a:pt x="428856" y="25109"/>
                </a:lnTo>
                <a:lnTo>
                  <a:pt x="428856" y="0"/>
                </a:lnTo>
                <a:lnTo>
                  <a:pt x="0" y="0"/>
                </a:lnTo>
                <a:lnTo>
                  <a:pt x="0" y="25109"/>
                </a:lnTo>
                <a:close/>
              </a:path>
            </a:pathLst>
          </a:custGeom>
          <a:solidFill>
            <a:srgbClr val="AFC6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0" name="object 610" descr=""/>
          <p:cNvSpPr/>
          <p:nvPr/>
        </p:nvSpPr>
        <p:spPr>
          <a:xfrm>
            <a:off x="3196918" y="4207505"/>
            <a:ext cx="2211070" cy="25400"/>
          </a:xfrm>
          <a:custGeom>
            <a:avLst/>
            <a:gdLst/>
            <a:ahLst/>
            <a:cxnLst/>
            <a:rect l="l" t="t" r="r" b="b"/>
            <a:pathLst>
              <a:path w="2211070" h="25400">
                <a:moveTo>
                  <a:pt x="0" y="25109"/>
                </a:moveTo>
                <a:lnTo>
                  <a:pt x="2210550" y="25109"/>
                </a:lnTo>
                <a:lnTo>
                  <a:pt x="2210550" y="0"/>
                </a:lnTo>
                <a:lnTo>
                  <a:pt x="0" y="0"/>
                </a:lnTo>
                <a:lnTo>
                  <a:pt x="0" y="25109"/>
                </a:lnTo>
                <a:close/>
              </a:path>
            </a:pathLst>
          </a:custGeom>
          <a:solidFill>
            <a:srgbClr val="AFC6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1" name="object 611" descr=""/>
          <p:cNvSpPr/>
          <p:nvPr/>
        </p:nvSpPr>
        <p:spPr>
          <a:xfrm>
            <a:off x="2361551" y="4028997"/>
            <a:ext cx="278765" cy="179070"/>
          </a:xfrm>
          <a:custGeom>
            <a:avLst/>
            <a:gdLst/>
            <a:ahLst/>
            <a:cxnLst/>
            <a:rect l="l" t="t" r="r" b="b"/>
            <a:pathLst>
              <a:path w="278764" h="179070">
                <a:moveTo>
                  <a:pt x="0" y="178518"/>
                </a:moveTo>
                <a:lnTo>
                  <a:pt x="278200" y="178518"/>
                </a:lnTo>
                <a:lnTo>
                  <a:pt x="278200" y="0"/>
                </a:lnTo>
                <a:lnTo>
                  <a:pt x="0" y="0"/>
                </a:lnTo>
                <a:lnTo>
                  <a:pt x="0" y="178518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2" name="object 612" descr=""/>
          <p:cNvSpPr/>
          <p:nvPr/>
        </p:nvSpPr>
        <p:spPr>
          <a:xfrm>
            <a:off x="2703907" y="4028997"/>
            <a:ext cx="429259" cy="179070"/>
          </a:xfrm>
          <a:custGeom>
            <a:avLst/>
            <a:gdLst/>
            <a:ahLst/>
            <a:cxnLst/>
            <a:rect l="l" t="t" r="r" b="b"/>
            <a:pathLst>
              <a:path w="429260" h="179070">
                <a:moveTo>
                  <a:pt x="0" y="178518"/>
                </a:moveTo>
                <a:lnTo>
                  <a:pt x="428856" y="178518"/>
                </a:lnTo>
                <a:lnTo>
                  <a:pt x="428856" y="0"/>
                </a:lnTo>
                <a:lnTo>
                  <a:pt x="0" y="0"/>
                </a:lnTo>
                <a:lnTo>
                  <a:pt x="0" y="178518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3" name="object 613" descr=""/>
          <p:cNvSpPr/>
          <p:nvPr/>
        </p:nvSpPr>
        <p:spPr>
          <a:xfrm>
            <a:off x="3196918" y="4028997"/>
            <a:ext cx="2263775" cy="179070"/>
          </a:xfrm>
          <a:custGeom>
            <a:avLst/>
            <a:gdLst/>
            <a:ahLst/>
            <a:cxnLst/>
            <a:rect l="l" t="t" r="r" b="b"/>
            <a:pathLst>
              <a:path w="2263775" h="179070">
                <a:moveTo>
                  <a:pt x="0" y="178518"/>
                </a:moveTo>
                <a:lnTo>
                  <a:pt x="2263344" y="178518"/>
                </a:lnTo>
                <a:lnTo>
                  <a:pt x="2263344" y="0"/>
                </a:lnTo>
                <a:lnTo>
                  <a:pt x="0" y="0"/>
                </a:lnTo>
                <a:lnTo>
                  <a:pt x="0" y="178518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4" name="object 614" descr=""/>
          <p:cNvSpPr/>
          <p:nvPr/>
        </p:nvSpPr>
        <p:spPr>
          <a:xfrm>
            <a:off x="2720639" y="4715856"/>
            <a:ext cx="395605" cy="12700"/>
          </a:xfrm>
          <a:custGeom>
            <a:avLst/>
            <a:gdLst/>
            <a:ahLst/>
            <a:cxnLst/>
            <a:rect l="l" t="t" r="r" b="b"/>
            <a:pathLst>
              <a:path w="395605" h="12700">
                <a:moveTo>
                  <a:pt x="0" y="12565"/>
                </a:moveTo>
                <a:lnTo>
                  <a:pt x="395380" y="12565"/>
                </a:lnTo>
                <a:lnTo>
                  <a:pt x="395380" y="0"/>
                </a:lnTo>
                <a:lnTo>
                  <a:pt x="0" y="0"/>
                </a:lnTo>
                <a:lnTo>
                  <a:pt x="0" y="12565"/>
                </a:lnTo>
                <a:close/>
              </a:path>
            </a:pathLst>
          </a:custGeom>
          <a:solidFill>
            <a:srgbClr val="C8EE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5" name="object 615" descr=""/>
          <p:cNvSpPr/>
          <p:nvPr/>
        </p:nvSpPr>
        <p:spPr>
          <a:xfrm>
            <a:off x="2703907" y="4573609"/>
            <a:ext cx="412115" cy="142875"/>
          </a:xfrm>
          <a:custGeom>
            <a:avLst/>
            <a:gdLst/>
            <a:ahLst/>
            <a:cxnLst/>
            <a:rect l="l" t="t" r="r" b="b"/>
            <a:pathLst>
              <a:path w="412114" h="142875">
                <a:moveTo>
                  <a:pt x="0" y="142246"/>
                </a:moveTo>
                <a:lnTo>
                  <a:pt x="412113" y="142246"/>
                </a:lnTo>
                <a:lnTo>
                  <a:pt x="412113" y="0"/>
                </a:lnTo>
                <a:lnTo>
                  <a:pt x="0" y="0"/>
                </a:lnTo>
                <a:lnTo>
                  <a:pt x="0" y="142246"/>
                </a:lnTo>
                <a:close/>
              </a:path>
            </a:pathLst>
          </a:custGeom>
          <a:solidFill>
            <a:srgbClr val="C8EE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6" name="object 616" descr=""/>
          <p:cNvSpPr/>
          <p:nvPr/>
        </p:nvSpPr>
        <p:spPr>
          <a:xfrm>
            <a:off x="2703907" y="4252844"/>
            <a:ext cx="429259" cy="321310"/>
          </a:xfrm>
          <a:custGeom>
            <a:avLst/>
            <a:gdLst/>
            <a:ahLst/>
            <a:cxnLst/>
            <a:rect l="l" t="t" r="r" b="b"/>
            <a:pathLst>
              <a:path w="429260" h="321310">
                <a:moveTo>
                  <a:pt x="0" y="320765"/>
                </a:moveTo>
                <a:lnTo>
                  <a:pt x="428856" y="320765"/>
                </a:lnTo>
                <a:lnTo>
                  <a:pt x="428856" y="0"/>
                </a:lnTo>
                <a:lnTo>
                  <a:pt x="0" y="0"/>
                </a:lnTo>
                <a:lnTo>
                  <a:pt x="0" y="320765"/>
                </a:lnTo>
                <a:close/>
              </a:path>
            </a:pathLst>
          </a:custGeom>
          <a:solidFill>
            <a:srgbClr val="C8EE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7" name="object 617" descr=""/>
          <p:cNvSpPr/>
          <p:nvPr/>
        </p:nvSpPr>
        <p:spPr>
          <a:xfrm>
            <a:off x="2419308" y="4715856"/>
            <a:ext cx="203835" cy="12700"/>
          </a:xfrm>
          <a:custGeom>
            <a:avLst/>
            <a:gdLst/>
            <a:ahLst/>
            <a:cxnLst/>
            <a:rect l="l" t="t" r="r" b="b"/>
            <a:pathLst>
              <a:path w="203835" h="12700">
                <a:moveTo>
                  <a:pt x="0" y="12565"/>
                </a:moveTo>
                <a:lnTo>
                  <a:pt x="203700" y="12565"/>
                </a:lnTo>
                <a:lnTo>
                  <a:pt x="203700" y="0"/>
                </a:lnTo>
                <a:lnTo>
                  <a:pt x="0" y="0"/>
                </a:lnTo>
                <a:lnTo>
                  <a:pt x="0" y="12565"/>
                </a:lnTo>
                <a:close/>
              </a:path>
            </a:pathLst>
          </a:custGeom>
          <a:solidFill>
            <a:srgbClr val="C8EE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8" name="object 618" descr=""/>
          <p:cNvSpPr/>
          <p:nvPr/>
        </p:nvSpPr>
        <p:spPr>
          <a:xfrm>
            <a:off x="3213650" y="4715856"/>
            <a:ext cx="955675" cy="12700"/>
          </a:xfrm>
          <a:custGeom>
            <a:avLst/>
            <a:gdLst/>
            <a:ahLst/>
            <a:cxnLst/>
            <a:rect l="l" t="t" r="r" b="b"/>
            <a:pathLst>
              <a:path w="955675" h="12700">
                <a:moveTo>
                  <a:pt x="0" y="12565"/>
                </a:moveTo>
                <a:lnTo>
                  <a:pt x="955541" y="12565"/>
                </a:lnTo>
                <a:lnTo>
                  <a:pt x="955541" y="0"/>
                </a:lnTo>
                <a:lnTo>
                  <a:pt x="0" y="0"/>
                </a:lnTo>
                <a:lnTo>
                  <a:pt x="0" y="12565"/>
                </a:lnTo>
                <a:close/>
              </a:path>
            </a:pathLst>
          </a:custGeom>
          <a:solidFill>
            <a:srgbClr val="C8EE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9" name="object 619" descr=""/>
          <p:cNvSpPr/>
          <p:nvPr/>
        </p:nvSpPr>
        <p:spPr>
          <a:xfrm>
            <a:off x="2419299" y="4252855"/>
            <a:ext cx="220979" cy="463550"/>
          </a:xfrm>
          <a:custGeom>
            <a:avLst/>
            <a:gdLst/>
            <a:ahLst/>
            <a:cxnLst/>
            <a:rect l="l" t="t" r="r" b="b"/>
            <a:pathLst>
              <a:path w="220980" h="463550">
                <a:moveTo>
                  <a:pt x="220446" y="0"/>
                </a:moveTo>
                <a:lnTo>
                  <a:pt x="0" y="0"/>
                </a:lnTo>
                <a:lnTo>
                  <a:pt x="0" y="320763"/>
                </a:lnTo>
                <a:lnTo>
                  <a:pt x="0" y="463003"/>
                </a:lnTo>
                <a:lnTo>
                  <a:pt x="220446" y="463003"/>
                </a:lnTo>
                <a:lnTo>
                  <a:pt x="220446" y="320763"/>
                </a:lnTo>
                <a:lnTo>
                  <a:pt x="220446" y="0"/>
                </a:lnTo>
                <a:close/>
              </a:path>
            </a:pathLst>
          </a:custGeom>
          <a:solidFill>
            <a:srgbClr val="C8EE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0" name="object 620" descr=""/>
          <p:cNvSpPr/>
          <p:nvPr/>
        </p:nvSpPr>
        <p:spPr>
          <a:xfrm>
            <a:off x="3213650" y="4573609"/>
            <a:ext cx="955675" cy="142875"/>
          </a:xfrm>
          <a:custGeom>
            <a:avLst/>
            <a:gdLst/>
            <a:ahLst/>
            <a:cxnLst/>
            <a:rect l="l" t="t" r="r" b="b"/>
            <a:pathLst>
              <a:path w="955675" h="142875">
                <a:moveTo>
                  <a:pt x="0" y="142246"/>
                </a:moveTo>
                <a:lnTo>
                  <a:pt x="955541" y="142246"/>
                </a:lnTo>
                <a:lnTo>
                  <a:pt x="955541" y="0"/>
                </a:lnTo>
                <a:lnTo>
                  <a:pt x="0" y="0"/>
                </a:lnTo>
                <a:lnTo>
                  <a:pt x="0" y="142246"/>
                </a:lnTo>
                <a:close/>
              </a:path>
            </a:pathLst>
          </a:custGeom>
          <a:solidFill>
            <a:srgbClr val="C8EE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1" name="object 621" descr=""/>
          <p:cNvSpPr/>
          <p:nvPr/>
        </p:nvSpPr>
        <p:spPr>
          <a:xfrm>
            <a:off x="4848752" y="4715856"/>
            <a:ext cx="558800" cy="12700"/>
          </a:xfrm>
          <a:custGeom>
            <a:avLst/>
            <a:gdLst/>
            <a:ahLst/>
            <a:cxnLst/>
            <a:rect l="l" t="t" r="r" b="b"/>
            <a:pathLst>
              <a:path w="558800" h="12700">
                <a:moveTo>
                  <a:pt x="0" y="12565"/>
                </a:moveTo>
                <a:lnTo>
                  <a:pt x="558715" y="12565"/>
                </a:lnTo>
                <a:lnTo>
                  <a:pt x="558715" y="0"/>
                </a:lnTo>
                <a:lnTo>
                  <a:pt x="0" y="0"/>
                </a:lnTo>
                <a:lnTo>
                  <a:pt x="0" y="12565"/>
                </a:lnTo>
                <a:close/>
              </a:path>
            </a:pathLst>
          </a:custGeom>
          <a:solidFill>
            <a:srgbClr val="C8EE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2" name="object 622" descr=""/>
          <p:cNvSpPr/>
          <p:nvPr/>
        </p:nvSpPr>
        <p:spPr>
          <a:xfrm>
            <a:off x="4848752" y="4573609"/>
            <a:ext cx="558800" cy="142875"/>
          </a:xfrm>
          <a:custGeom>
            <a:avLst/>
            <a:gdLst/>
            <a:ahLst/>
            <a:cxnLst/>
            <a:rect l="l" t="t" r="r" b="b"/>
            <a:pathLst>
              <a:path w="558800" h="142875">
                <a:moveTo>
                  <a:pt x="0" y="142246"/>
                </a:moveTo>
                <a:lnTo>
                  <a:pt x="558715" y="142246"/>
                </a:lnTo>
                <a:lnTo>
                  <a:pt x="558715" y="0"/>
                </a:lnTo>
                <a:lnTo>
                  <a:pt x="0" y="0"/>
                </a:lnTo>
                <a:lnTo>
                  <a:pt x="0" y="142246"/>
                </a:lnTo>
                <a:close/>
              </a:path>
            </a:pathLst>
          </a:custGeom>
          <a:solidFill>
            <a:srgbClr val="C8EEF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23" name="object 623" descr=""/>
          <p:cNvGrpSpPr/>
          <p:nvPr/>
        </p:nvGrpSpPr>
        <p:grpSpPr>
          <a:xfrm>
            <a:off x="3196918" y="4252844"/>
            <a:ext cx="2211070" cy="475615"/>
            <a:chOff x="3196918" y="4252844"/>
            <a:chExt cx="2211070" cy="475615"/>
          </a:xfrm>
        </p:grpSpPr>
        <p:sp>
          <p:nvSpPr>
            <p:cNvPr id="624" name="object 624" descr=""/>
            <p:cNvSpPr/>
            <p:nvPr/>
          </p:nvSpPr>
          <p:spPr>
            <a:xfrm>
              <a:off x="3196907" y="4252854"/>
              <a:ext cx="2211070" cy="321310"/>
            </a:xfrm>
            <a:custGeom>
              <a:avLst/>
              <a:gdLst/>
              <a:ahLst/>
              <a:cxnLst/>
              <a:rect l="l" t="t" r="r" b="b"/>
              <a:pathLst>
                <a:path w="2211070" h="321310">
                  <a:moveTo>
                    <a:pt x="2210549" y="0"/>
                  </a:moveTo>
                  <a:lnTo>
                    <a:pt x="0" y="0"/>
                  </a:lnTo>
                  <a:lnTo>
                    <a:pt x="0" y="82981"/>
                  </a:lnTo>
                  <a:lnTo>
                    <a:pt x="0" y="320763"/>
                  </a:lnTo>
                  <a:lnTo>
                    <a:pt x="2210549" y="320763"/>
                  </a:lnTo>
                  <a:lnTo>
                    <a:pt x="2210549" y="82981"/>
                  </a:lnTo>
                  <a:lnTo>
                    <a:pt x="2210549" y="0"/>
                  </a:lnTo>
                  <a:close/>
                </a:path>
              </a:pathLst>
            </a:custGeom>
            <a:solidFill>
              <a:srgbClr val="C8EE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5" name="object 625" descr=""/>
            <p:cNvSpPr/>
            <p:nvPr/>
          </p:nvSpPr>
          <p:spPr>
            <a:xfrm>
              <a:off x="3259061" y="4252854"/>
              <a:ext cx="1985645" cy="475615"/>
            </a:xfrm>
            <a:custGeom>
              <a:avLst/>
              <a:gdLst/>
              <a:ahLst/>
              <a:cxnLst/>
              <a:rect l="l" t="t" r="r" b="b"/>
              <a:pathLst>
                <a:path w="1985645" h="475614">
                  <a:moveTo>
                    <a:pt x="25107" y="0"/>
                  </a:moveTo>
                  <a:lnTo>
                    <a:pt x="0" y="0"/>
                  </a:lnTo>
                  <a:lnTo>
                    <a:pt x="0" y="475576"/>
                  </a:lnTo>
                  <a:lnTo>
                    <a:pt x="25107" y="475576"/>
                  </a:lnTo>
                  <a:lnTo>
                    <a:pt x="25107" y="0"/>
                  </a:lnTo>
                  <a:close/>
                </a:path>
                <a:path w="1985645" h="475614">
                  <a:moveTo>
                    <a:pt x="265684" y="0"/>
                  </a:moveTo>
                  <a:lnTo>
                    <a:pt x="240588" y="0"/>
                  </a:lnTo>
                  <a:lnTo>
                    <a:pt x="240588" y="475576"/>
                  </a:lnTo>
                  <a:lnTo>
                    <a:pt x="265684" y="475576"/>
                  </a:lnTo>
                  <a:lnTo>
                    <a:pt x="265684" y="0"/>
                  </a:lnTo>
                  <a:close/>
                </a:path>
                <a:path w="1985645" h="475614">
                  <a:moveTo>
                    <a:pt x="506247" y="0"/>
                  </a:moveTo>
                  <a:lnTo>
                    <a:pt x="481152" y="0"/>
                  </a:lnTo>
                  <a:lnTo>
                    <a:pt x="481152" y="475576"/>
                  </a:lnTo>
                  <a:lnTo>
                    <a:pt x="506247" y="475576"/>
                  </a:lnTo>
                  <a:lnTo>
                    <a:pt x="506247" y="0"/>
                  </a:lnTo>
                  <a:close/>
                </a:path>
                <a:path w="1985645" h="475614">
                  <a:moveTo>
                    <a:pt x="746836" y="0"/>
                  </a:moveTo>
                  <a:lnTo>
                    <a:pt x="721728" y="0"/>
                  </a:lnTo>
                  <a:lnTo>
                    <a:pt x="721728" y="475576"/>
                  </a:lnTo>
                  <a:lnTo>
                    <a:pt x="746836" y="475576"/>
                  </a:lnTo>
                  <a:lnTo>
                    <a:pt x="746836" y="0"/>
                  </a:lnTo>
                  <a:close/>
                </a:path>
                <a:path w="1985645" h="475614">
                  <a:moveTo>
                    <a:pt x="1771904" y="0"/>
                  </a:moveTo>
                  <a:lnTo>
                    <a:pt x="1746796" y="0"/>
                  </a:lnTo>
                  <a:lnTo>
                    <a:pt x="1746796" y="475576"/>
                  </a:lnTo>
                  <a:lnTo>
                    <a:pt x="1771904" y="475576"/>
                  </a:lnTo>
                  <a:lnTo>
                    <a:pt x="1771904" y="0"/>
                  </a:lnTo>
                  <a:close/>
                </a:path>
                <a:path w="1985645" h="475614">
                  <a:moveTo>
                    <a:pt x="1985289" y="0"/>
                  </a:moveTo>
                  <a:lnTo>
                    <a:pt x="1960181" y="0"/>
                  </a:lnTo>
                  <a:lnTo>
                    <a:pt x="1960181" y="475576"/>
                  </a:lnTo>
                  <a:lnTo>
                    <a:pt x="1985289" y="475576"/>
                  </a:lnTo>
                  <a:lnTo>
                    <a:pt x="1985289" y="0"/>
                  </a:lnTo>
                  <a:close/>
                </a:path>
              </a:pathLst>
            </a:custGeom>
            <a:solidFill>
              <a:srgbClr val="5EB6B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6" name="object 626" descr=""/>
          <p:cNvSpPr/>
          <p:nvPr/>
        </p:nvSpPr>
        <p:spPr>
          <a:xfrm>
            <a:off x="3018494" y="4349773"/>
            <a:ext cx="25400" cy="207645"/>
          </a:xfrm>
          <a:custGeom>
            <a:avLst/>
            <a:gdLst/>
            <a:ahLst/>
            <a:cxnLst/>
            <a:rect l="l" t="t" r="r" b="b"/>
            <a:pathLst>
              <a:path w="25400" h="207645">
                <a:moveTo>
                  <a:pt x="0" y="207103"/>
                </a:moveTo>
                <a:lnTo>
                  <a:pt x="25098" y="207103"/>
                </a:lnTo>
                <a:lnTo>
                  <a:pt x="25098" y="0"/>
                </a:lnTo>
                <a:lnTo>
                  <a:pt x="0" y="0"/>
                </a:lnTo>
                <a:lnTo>
                  <a:pt x="0" y="207103"/>
                </a:lnTo>
                <a:close/>
              </a:path>
            </a:pathLst>
          </a:custGeom>
          <a:solidFill>
            <a:srgbClr val="5EB6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7" name="object 627" descr=""/>
          <p:cNvSpPr/>
          <p:nvPr/>
        </p:nvSpPr>
        <p:spPr>
          <a:xfrm>
            <a:off x="3018494" y="4252844"/>
            <a:ext cx="25400" cy="10795"/>
          </a:xfrm>
          <a:custGeom>
            <a:avLst/>
            <a:gdLst/>
            <a:ahLst/>
            <a:cxnLst/>
            <a:rect l="l" t="t" r="r" b="b"/>
            <a:pathLst>
              <a:path w="25400" h="10795">
                <a:moveTo>
                  <a:pt x="0" y="10460"/>
                </a:moveTo>
                <a:lnTo>
                  <a:pt x="25098" y="10460"/>
                </a:lnTo>
                <a:lnTo>
                  <a:pt x="25098" y="0"/>
                </a:lnTo>
                <a:lnTo>
                  <a:pt x="0" y="0"/>
                </a:lnTo>
                <a:lnTo>
                  <a:pt x="0" y="10460"/>
                </a:lnTo>
                <a:close/>
              </a:path>
            </a:pathLst>
          </a:custGeom>
          <a:solidFill>
            <a:srgbClr val="5EB6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8" name="object 628" descr=""/>
          <p:cNvSpPr/>
          <p:nvPr/>
        </p:nvSpPr>
        <p:spPr>
          <a:xfrm>
            <a:off x="2777896" y="4252855"/>
            <a:ext cx="25400" cy="475615"/>
          </a:xfrm>
          <a:custGeom>
            <a:avLst/>
            <a:gdLst/>
            <a:ahLst/>
            <a:cxnLst/>
            <a:rect l="l" t="t" r="r" b="b"/>
            <a:pathLst>
              <a:path w="25400" h="475614">
                <a:moveTo>
                  <a:pt x="25107" y="0"/>
                </a:moveTo>
                <a:lnTo>
                  <a:pt x="0" y="0"/>
                </a:lnTo>
                <a:lnTo>
                  <a:pt x="0" y="463003"/>
                </a:lnTo>
                <a:lnTo>
                  <a:pt x="0" y="475576"/>
                </a:lnTo>
                <a:lnTo>
                  <a:pt x="25107" y="475576"/>
                </a:lnTo>
                <a:lnTo>
                  <a:pt x="25107" y="463003"/>
                </a:lnTo>
                <a:lnTo>
                  <a:pt x="25107" y="0"/>
                </a:lnTo>
                <a:close/>
              </a:path>
            </a:pathLst>
          </a:custGeom>
          <a:solidFill>
            <a:srgbClr val="5EB6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9" name="object 629" descr=""/>
          <p:cNvSpPr/>
          <p:nvPr/>
        </p:nvSpPr>
        <p:spPr>
          <a:xfrm>
            <a:off x="2537325" y="4252844"/>
            <a:ext cx="25400" cy="475615"/>
          </a:xfrm>
          <a:custGeom>
            <a:avLst/>
            <a:gdLst/>
            <a:ahLst/>
            <a:cxnLst/>
            <a:rect l="l" t="t" r="r" b="b"/>
            <a:pathLst>
              <a:path w="25400" h="475614">
                <a:moveTo>
                  <a:pt x="25109" y="0"/>
                </a:moveTo>
                <a:lnTo>
                  <a:pt x="0" y="0"/>
                </a:lnTo>
                <a:lnTo>
                  <a:pt x="0" y="475577"/>
                </a:lnTo>
                <a:lnTo>
                  <a:pt x="25109" y="475577"/>
                </a:lnTo>
                <a:lnTo>
                  <a:pt x="25109" y="0"/>
                </a:lnTo>
                <a:close/>
              </a:path>
            </a:pathLst>
          </a:custGeom>
          <a:solidFill>
            <a:srgbClr val="5EB6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0" name="object 630" descr=""/>
          <p:cNvSpPr/>
          <p:nvPr/>
        </p:nvSpPr>
        <p:spPr>
          <a:xfrm>
            <a:off x="2361551" y="4774441"/>
            <a:ext cx="261620" cy="173990"/>
          </a:xfrm>
          <a:custGeom>
            <a:avLst/>
            <a:gdLst/>
            <a:ahLst/>
            <a:cxnLst/>
            <a:rect l="l" t="t" r="r" b="b"/>
            <a:pathLst>
              <a:path w="261619" h="173989">
                <a:moveTo>
                  <a:pt x="0" y="173638"/>
                </a:moveTo>
                <a:lnTo>
                  <a:pt x="261458" y="173638"/>
                </a:lnTo>
                <a:lnTo>
                  <a:pt x="261458" y="0"/>
                </a:lnTo>
                <a:lnTo>
                  <a:pt x="0" y="0"/>
                </a:lnTo>
                <a:lnTo>
                  <a:pt x="0" y="173638"/>
                </a:lnTo>
                <a:close/>
              </a:path>
            </a:pathLst>
          </a:custGeom>
          <a:solidFill>
            <a:srgbClr val="8FAA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1" name="object 631" descr=""/>
          <p:cNvSpPr/>
          <p:nvPr/>
        </p:nvSpPr>
        <p:spPr>
          <a:xfrm>
            <a:off x="2720639" y="4774441"/>
            <a:ext cx="62865" cy="173990"/>
          </a:xfrm>
          <a:custGeom>
            <a:avLst/>
            <a:gdLst/>
            <a:ahLst/>
            <a:cxnLst/>
            <a:rect l="l" t="t" r="r" b="b"/>
            <a:pathLst>
              <a:path w="62864" h="173989">
                <a:moveTo>
                  <a:pt x="0" y="173638"/>
                </a:moveTo>
                <a:lnTo>
                  <a:pt x="62762" y="173638"/>
                </a:lnTo>
                <a:lnTo>
                  <a:pt x="62762" y="0"/>
                </a:lnTo>
                <a:lnTo>
                  <a:pt x="0" y="0"/>
                </a:lnTo>
                <a:lnTo>
                  <a:pt x="0" y="173638"/>
                </a:lnTo>
                <a:close/>
              </a:path>
            </a:pathLst>
          </a:custGeom>
          <a:solidFill>
            <a:srgbClr val="8FAA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2" name="object 632" descr=""/>
          <p:cNvSpPr/>
          <p:nvPr/>
        </p:nvSpPr>
        <p:spPr>
          <a:xfrm>
            <a:off x="3051174" y="4774441"/>
            <a:ext cx="65405" cy="173990"/>
          </a:xfrm>
          <a:custGeom>
            <a:avLst/>
            <a:gdLst/>
            <a:ahLst/>
            <a:cxnLst/>
            <a:rect l="l" t="t" r="r" b="b"/>
            <a:pathLst>
              <a:path w="65405" h="173989">
                <a:moveTo>
                  <a:pt x="0" y="173638"/>
                </a:moveTo>
                <a:lnTo>
                  <a:pt x="64846" y="173638"/>
                </a:lnTo>
                <a:lnTo>
                  <a:pt x="64846" y="0"/>
                </a:lnTo>
                <a:lnTo>
                  <a:pt x="0" y="0"/>
                </a:lnTo>
                <a:lnTo>
                  <a:pt x="0" y="173638"/>
                </a:lnTo>
                <a:close/>
              </a:path>
            </a:pathLst>
          </a:custGeom>
          <a:solidFill>
            <a:srgbClr val="8FAA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3" name="object 633" descr=""/>
          <p:cNvSpPr/>
          <p:nvPr/>
        </p:nvSpPr>
        <p:spPr>
          <a:xfrm>
            <a:off x="3213646" y="4774444"/>
            <a:ext cx="2246630" cy="173990"/>
          </a:xfrm>
          <a:custGeom>
            <a:avLst/>
            <a:gdLst/>
            <a:ahLst/>
            <a:cxnLst/>
            <a:rect l="l" t="t" r="r" b="b"/>
            <a:pathLst>
              <a:path w="2246629" h="173989">
                <a:moveTo>
                  <a:pt x="2246604" y="0"/>
                </a:moveTo>
                <a:lnTo>
                  <a:pt x="0" y="0"/>
                </a:lnTo>
                <a:lnTo>
                  <a:pt x="0" y="143446"/>
                </a:lnTo>
                <a:lnTo>
                  <a:pt x="0" y="173647"/>
                </a:lnTo>
                <a:lnTo>
                  <a:pt x="2246604" y="173647"/>
                </a:lnTo>
                <a:lnTo>
                  <a:pt x="2246604" y="143446"/>
                </a:lnTo>
                <a:lnTo>
                  <a:pt x="2246604" y="0"/>
                </a:lnTo>
                <a:close/>
              </a:path>
            </a:pathLst>
          </a:custGeom>
          <a:solidFill>
            <a:srgbClr val="8FAA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4" name="object 634" descr=""/>
          <p:cNvSpPr/>
          <p:nvPr/>
        </p:nvSpPr>
        <p:spPr>
          <a:xfrm>
            <a:off x="2361551" y="4076410"/>
            <a:ext cx="278765" cy="41910"/>
          </a:xfrm>
          <a:custGeom>
            <a:avLst/>
            <a:gdLst/>
            <a:ahLst/>
            <a:cxnLst/>
            <a:rect l="l" t="t" r="r" b="b"/>
            <a:pathLst>
              <a:path w="278764" h="41910">
                <a:moveTo>
                  <a:pt x="0" y="41841"/>
                </a:moveTo>
                <a:lnTo>
                  <a:pt x="278200" y="41841"/>
                </a:lnTo>
                <a:lnTo>
                  <a:pt x="278200" y="0"/>
                </a:lnTo>
                <a:lnTo>
                  <a:pt x="0" y="0"/>
                </a:lnTo>
                <a:lnTo>
                  <a:pt x="0" y="41841"/>
                </a:lnTo>
                <a:close/>
              </a:path>
            </a:pathLst>
          </a:custGeom>
          <a:solidFill>
            <a:srgbClr val="5EB6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5" name="object 635" descr=""/>
          <p:cNvSpPr/>
          <p:nvPr/>
        </p:nvSpPr>
        <p:spPr>
          <a:xfrm>
            <a:off x="2703907" y="4076410"/>
            <a:ext cx="429259" cy="41910"/>
          </a:xfrm>
          <a:custGeom>
            <a:avLst/>
            <a:gdLst/>
            <a:ahLst/>
            <a:cxnLst/>
            <a:rect l="l" t="t" r="r" b="b"/>
            <a:pathLst>
              <a:path w="429260" h="41910">
                <a:moveTo>
                  <a:pt x="0" y="41841"/>
                </a:moveTo>
                <a:lnTo>
                  <a:pt x="428856" y="41841"/>
                </a:lnTo>
                <a:lnTo>
                  <a:pt x="428856" y="0"/>
                </a:lnTo>
                <a:lnTo>
                  <a:pt x="0" y="0"/>
                </a:lnTo>
                <a:lnTo>
                  <a:pt x="0" y="41841"/>
                </a:lnTo>
                <a:close/>
              </a:path>
            </a:pathLst>
          </a:custGeom>
          <a:solidFill>
            <a:srgbClr val="5EB6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6" name="object 636" descr=""/>
          <p:cNvSpPr/>
          <p:nvPr/>
        </p:nvSpPr>
        <p:spPr>
          <a:xfrm>
            <a:off x="3196918" y="4076410"/>
            <a:ext cx="2263775" cy="41910"/>
          </a:xfrm>
          <a:custGeom>
            <a:avLst/>
            <a:gdLst/>
            <a:ahLst/>
            <a:cxnLst/>
            <a:rect l="l" t="t" r="r" b="b"/>
            <a:pathLst>
              <a:path w="2263775" h="41910">
                <a:moveTo>
                  <a:pt x="0" y="41841"/>
                </a:moveTo>
                <a:lnTo>
                  <a:pt x="2263344" y="41841"/>
                </a:lnTo>
                <a:lnTo>
                  <a:pt x="2263344" y="0"/>
                </a:lnTo>
                <a:lnTo>
                  <a:pt x="0" y="0"/>
                </a:lnTo>
                <a:lnTo>
                  <a:pt x="0" y="41841"/>
                </a:lnTo>
                <a:close/>
              </a:path>
            </a:pathLst>
          </a:custGeom>
          <a:solidFill>
            <a:srgbClr val="5EB6B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37" name="object 637" descr=""/>
          <p:cNvGrpSpPr/>
          <p:nvPr/>
        </p:nvGrpSpPr>
        <p:grpSpPr>
          <a:xfrm>
            <a:off x="1217994" y="3705447"/>
            <a:ext cx="2390775" cy="224154"/>
            <a:chOff x="1217994" y="3705447"/>
            <a:chExt cx="2390775" cy="224154"/>
          </a:xfrm>
        </p:grpSpPr>
        <p:sp>
          <p:nvSpPr>
            <p:cNvPr id="638" name="object 638" descr=""/>
            <p:cNvSpPr/>
            <p:nvPr/>
          </p:nvSpPr>
          <p:spPr>
            <a:xfrm>
              <a:off x="1217994" y="3705447"/>
              <a:ext cx="2390775" cy="187960"/>
            </a:xfrm>
            <a:custGeom>
              <a:avLst/>
              <a:gdLst/>
              <a:ahLst/>
              <a:cxnLst/>
              <a:rect l="l" t="t" r="r" b="b"/>
              <a:pathLst>
                <a:path w="2390775" h="187960">
                  <a:moveTo>
                    <a:pt x="2390429" y="0"/>
                  </a:moveTo>
                  <a:lnTo>
                    <a:pt x="0" y="0"/>
                  </a:lnTo>
                  <a:lnTo>
                    <a:pt x="0" y="187889"/>
                  </a:lnTo>
                  <a:lnTo>
                    <a:pt x="2390429" y="187889"/>
                  </a:lnTo>
                  <a:lnTo>
                    <a:pt x="2390429" y="0"/>
                  </a:lnTo>
                  <a:close/>
                </a:path>
              </a:pathLst>
            </a:custGeom>
            <a:solidFill>
              <a:srgbClr val="42A9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9" name="object 639" descr=""/>
            <p:cNvSpPr/>
            <p:nvPr/>
          </p:nvSpPr>
          <p:spPr>
            <a:xfrm>
              <a:off x="1217994" y="3772387"/>
              <a:ext cx="2390775" cy="27305"/>
            </a:xfrm>
            <a:custGeom>
              <a:avLst/>
              <a:gdLst/>
              <a:ahLst/>
              <a:cxnLst/>
              <a:rect l="l" t="t" r="r" b="b"/>
              <a:pathLst>
                <a:path w="2390775" h="27304">
                  <a:moveTo>
                    <a:pt x="2390429" y="0"/>
                  </a:moveTo>
                  <a:lnTo>
                    <a:pt x="0" y="0"/>
                  </a:lnTo>
                  <a:lnTo>
                    <a:pt x="0" y="27004"/>
                  </a:lnTo>
                  <a:lnTo>
                    <a:pt x="2390429" y="27004"/>
                  </a:lnTo>
                  <a:lnTo>
                    <a:pt x="2390429" y="0"/>
                  </a:lnTo>
                  <a:close/>
                </a:path>
              </a:pathLst>
            </a:custGeom>
            <a:solidFill>
              <a:srgbClr val="E8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0" name="object 640" descr=""/>
            <p:cNvSpPr/>
            <p:nvPr/>
          </p:nvSpPr>
          <p:spPr>
            <a:xfrm>
              <a:off x="1413946" y="3893337"/>
              <a:ext cx="665480" cy="36195"/>
            </a:xfrm>
            <a:custGeom>
              <a:avLst/>
              <a:gdLst/>
              <a:ahLst/>
              <a:cxnLst/>
              <a:rect l="l" t="t" r="r" b="b"/>
              <a:pathLst>
                <a:path w="665480" h="36195">
                  <a:moveTo>
                    <a:pt x="665246" y="0"/>
                  </a:moveTo>
                  <a:lnTo>
                    <a:pt x="0" y="0"/>
                  </a:lnTo>
                  <a:lnTo>
                    <a:pt x="0" y="35946"/>
                  </a:lnTo>
                  <a:lnTo>
                    <a:pt x="665246" y="35946"/>
                  </a:lnTo>
                  <a:lnTo>
                    <a:pt x="665246" y="0"/>
                  </a:lnTo>
                  <a:close/>
                </a:path>
              </a:pathLst>
            </a:custGeom>
            <a:solidFill>
              <a:srgbClr val="4DADB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41" name="object 641" descr=""/>
          <p:cNvGrpSpPr/>
          <p:nvPr/>
        </p:nvGrpSpPr>
        <p:grpSpPr>
          <a:xfrm>
            <a:off x="1604317" y="4263304"/>
            <a:ext cx="267970" cy="685165"/>
            <a:chOff x="1604317" y="4263304"/>
            <a:chExt cx="267970" cy="685165"/>
          </a:xfrm>
        </p:grpSpPr>
        <p:sp>
          <p:nvSpPr>
            <p:cNvPr id="642" name="object 642" descr=""/>
            <p:cNvSpPr/>
            <p:nvPr/>
          </p:nvSpPr>
          <p:spPr>
            <a:xfrm>
              <a:off x="1604317" y="4715856"/>
              <a:ext cx="267970" cy="232410"/>
            </a:xfrm>
            <a:custGeom>
              <a:avLst/>
              <a:gdLst/>
              <a:ahLst/>
              <a:cxnLst/>
              <a:rect l="l" t="t" r="r" b="b"/>
              <a:pathLst>
                <a:path w="267969" h="232410">
                  <a:moveTo>
                    <a:pt x="267771" y="0"/>
                  </a:moveTo>
                  <a:lnTo>
                    <a:pt x="0" y="0"/>
                  </a:lnTo>
                  <a:lnTo>
                    <a:pt x="0" y="232212"/>
                  </a:lnTo>
                  <a:lnTo>
                    <a:pt x="267771" y="232212"/>
                  </a:lnTo>
                  <a:lnTo>
                    <a:pt x="267771" y="0"/>
                  </a:lnTo>
                  <a:close/>
                </a:path>
              </a:pathLst>
            </a:custGeom>
            <a:solidFill>
              <a:srgbClr val="42A9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3" name="object 643" descr=""/>
            <p:cNvSpPr/>
            <p:nvPr/>
          </p:nvSpPr>
          <p:spPr>
            <a:xfrm>
              <a:off x="1604317" y="4556877"/>
              <a:ext cx="267970" cy="159385"/>
            </a:xfrm>
            <a:custGeom>
              <a:avLst/>
              <a:gdLst/>
              <a:ahLst/>
              <a:cxnLst/>
              <a:rect l="l" t="t" r="r" b="b"/>
              <a:pathLst>
                <a:path w="267969" h="159385">
                  <a:moveTo>
                    <a:pt x="267771" y="0"/>
                  </a:moveTo>
                  <a:lnTo>
                    <a:pt x="0" y="0"/>
                  </a:lnTo>
                  <a:lnTo>
                    <a:pt x="0" y="158989"/>
                  </a:lnTo>
                  <a:lnTo>
                    <a:pt x="267771" y="158989"/>
                  </a:lnTo>
                  <a:lnTo>
                    <a:pt x="267771" y="0"/>
                  </a:lnTo>
                  <a:close/>
                </a:path>
              </a:pathLst>
            </a:custGeom>
            <a:solidFill>
              <a:srgbClr val="89ACB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4" name="object 644" descr=""/>
            <p:cNvSpPr/>
            <p:nvPr/>
          </p:nvSpPr>
          <p:spPr>
            <a:xfrm>
              <a:off x="1604317" y="4715867"/>
              <a:ext cx="267970" cy="33655"/>
            </a:xfrm>
            <a:custGeom>
              <a:avLst/>
              <a:gdLst/>
              <a:ahLst/>
              <a:cxnLst/>
              <a:rect l="l" t="t" r="r" b="b"/>
              <a:pathLst>
                <a:path w="267969" h="33654">
                  <a:moveTo>
                    <a:pt x="267771" y="0"/>
                  </a:moveTo>
                  <a:lnTo>
                    <a:pt x="0" y="0"/>
                  </a:lnTo>
                  <a:lnTo>
                    <a:pt x="0" y="33119"/>
                  </a:lnTo>
                  <a:lnTo>
                    <a:pt x="267771" y="33119"/>
                  </a:lnTo>
                  <a:lnTo>
                    <a:pt x="267771" y="0"/>
                  </a:lnTo>
                  <a:close/>
                </a:path>
              </a:pathLst>
            </a:custGeom>
            <a:solidFill>
              <a:srgbClr val="AFC6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5" name="object 645" descr=""/>
            <p:cNvSpPr/>
            <p:nvPr/>
          </p:nvSpPr>
          <p:spPr>
            <a:xfrm>
              <a:off x="1624976" y="4602373"/>
              <a:ext cx="33655" cy="91440"/>
            </a:xfrm>
            <a:custGeom>
              <a:avLst/>
              <a:gdLst/>
              <a:ahLst/>
              <a:cxnLst/>
              <a:rect l="l" t="t" r="r" b="b"/>
              <a:pathLst>
                <a:path w="33655" h="91439">
                  <a:moveTo>
                    <a:pt x="33307" y="0"/>
                  </a:moveTo>
                  <a:lnTo>
                    <a:pt x="0" y="0"/>
                  </a:lnTo>
                  <a:lnTo>
                    <a:pt x="0" y="91002"/>
                  </a:lnTo>
                  <a:lnTo>
                    <a:pt x="33307" y="91002"/>
                  </a:lnTo>
                  <a:lnTo>
                    <a:pt x="33307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6" name="object 646" descr=""/>
            <p:cNvSpPr/>
            <p:nvPr/>
          </p:nvSpPr>
          <p:spPr>
            <a:xfrm>
              <a:off x="1635280" y="4636372"/>
              <a:ext cx="14604" cy="93980"/>
            </a:xfrm>
            <a:custGeom>
              <a:avLst/>
              <a:gdLst/>
              <a:ahLst/>
              <a:cxnLst/>
              <a:rect l="l" t="t" r="r" b="b"/>
              <a:pathLst>
                <a:path w="14605" h="93979">
                  <a:moveTo>
                    <a:pt x="14156" y="0"/>
                  </a:moveTo>
                  <a:lnTo>
                    <a:pt x="0" y="0"/>
                  </a:lnTo>
                  <a:lnTo>
                    <a:pt x="0" y="93787"/>
                  </a:lnTo>
                  <a:lnTo>
                    <a:pt x="14156" y="93787"/>
                  </a:lnTo>
                  <a:lnTo>
                    <a:pt x="14156" y="0"/>
                  </a:lnTo>
                  <a:close/>
                </a:path>
              </a:pathLst>
            </a:custGeom>
            <a:solidFill>
              <a:srgbClr val="94C4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7" name="object 647" descr=""/>
            <p:cNvSpPr/>
            <p:nvPr/>
          </p:nvSpPr>
          <p:spPr>
            <a:xfrm>
              <a:off x="1624976" y="4589650"/>
              <a:ext cx="33655" cy="13335"/>
            </a:xfrm>
            <a:custGeom>
              <a:avLst/>
              <a:gdLst/>
              <a:ahLst/>
              <a:cxnLst/>
              <a:rect l="l" t="t" r="r" b="b"/>
              <a:pathLst>
                <a:path w="33655" h="13335">
                  <a:moveTo>
                    <a:pt x="33307" y="0"/>
                  </a:moveTo>
                  <a:lnTo>
                    <a:pt x="0" y="0"/>
                  </a:lnTo>
                  <a:lnTo>
                    <a:pt x="0" y="12722"/>
                  </a:lnTo>
                  <a:lnTo>
                    <a:pt x="33307" y="12722"/>
                  </a:lnTo>
                  <a:lnTo>
                    <a:pt x="33307" y="0"/>
                  </a:lnTo>
                  <a:close/>
                </a:path>
              </a:pathLst>
            </a:custGeom>
            <a:solidFill>
              <a:srgbClr val="D5E0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8" name="object 648" descr=""/>
            <p:cNvSpPr/>
            <p:nvPr/>
          </p:nvSpPr>
          <p:spPr>
            <a:xfrm>
              <a:off x="1690461" y="4602373"/>
              <a:ext cx="33655" cy="91440"/>
            </a:xfrm>
            <a:custGeom>
              <a:avLst/>
              <a:gdLst/>
              <a:ahLst/>
              <a:cxnLst/>
              <a:rect l="l" t="t" r="r" b="b"/>
              <a:pathLst>
                <a:path w="33655" h="91439">
                  <a:moveTo>
                    <a:pt x="33307" y="0"/>
                  </a:moveTo>
                  <a:lnTo>
                    <a:pt x="0" y="0"/>
                  </a:lnTo>
                  <a:lnTo>
                    <a:pt x="0" y="91002"/>
                  </a:lnTo>
                  <a:lnTo>
                    <a:pt x="33307" y="91002"/>
                  </a:lnTo>
                  <a:lnTo>
                    <a:pt x="33307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9" name="object 649" descr=""/>
            <p:cNvSpPr/>
            <p:nvPr/>
          </p:nvSpPr>
          <p:spPr>
            <a:xfrm>
              <a:off x="1700764" y="4636372"/>
              <a:ext cx="14604" cy="93980"/>
            </a:xfrm>
            <a:custGeom>
              <a:avLst/>
              <a:gdLst/>
              <a:ahLst/>
              <a:cxnLst/>
              <a:rect l="l" t="t" r="r" b="b"/>
              <a:pathLst>
                <a:path w="14605" h="93979">
                  <a:moveTo>
                    <a:pt x="14156" y="0"/>
                  </a:moveTo>
                  <a:lnTo>
                    <a:pt x="0" y="0"/>
                  </a:lnTo>
                  <a:lnTo>
                    <a:pt x="0" y="93787"/>
                  </a:lnTo>
                  <a:lnTo>
                    <a:pt x="14156" y="93787"/>
                  </a:lnTo>
                  <a:lnTo>
                    <a:pt x="14156" y="0"/>
                  </a:lnTo>
                  <a:close/>
                </a:path>
              </a:pathLst>
            </a:custGeom>
            <a:solidFill>
              <a:srgbClr val="94C4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0" name="object 650" descr=""/>
            <p:cNvSpPr/>
            <p:nvPr/>
          </p:nvSpPr>
          <p:spPr>
            <a:xfrm>
              <a:off x="1690461" y="4589650"/>
              <a:ext cx="33655" cy="13335"/>
            </a:xfrm>
            <a:custGeom>
              <a:avLst/>
              <a:gdLst/>
              <a:ahLst/>
              <a:cxnLst/>
              <a:rect l="l" t="t" r="r" b="b"/>
              <a:pathLst>
                <a:path w="33655" h="13335">
                  <a:moveTo>
                    <a:pt x="33307" y="0"/>
                  </a:moveTo>
                  <a:lnTo>
                    <a:pt x="0" y="0"/>
                  </a:lnTo>
                  <a:lnTo>
                    <a:pt x="0" y="12722"/>
                  </a:lnTo>
                  <a:lnTo>
                    <a:pt x="33307" y="12722"/>
                  </a:lnTo>
                  <a:lnTo>
                    <a:pt x="33307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1" name="object 651" descr=""/>
            <p:cNvSpPr/>
            <p:nvPr/>
          </p:nvSpPr>
          <p:spPr>
            <a:xfrm>
              <a:off x="1755946" y="4602373"/>
              <a:ext cx="33655" cy="91440"/>
            </a:xfrm>
            <a:custGeom>
              <a:avLst/>
              <a:gdLst/>
              <a:ahLst/>
              <a:cxnLst/>
              <a:rect l="l" t="t" r="r" b="b"/>
              <a:pathLst>
                <a:path w="33655" h="91439">
                  <a:moveTo>
                    <a:pt x="33307" y="0"/>
                  </a:moveTo>
                  <a:lnTo>
                    <a:pt x="0" y="0"/>
                  </a:lnTo>
                  <a:lnTo>
                    <a:pt x="0" y="91002"/>
                  </a:lnTo>
                  <a:lnTo>
                    <a:pt x="33307" y="91002"/>
                  </a:lnTo>
                  <a:lnTo>
                    <a:pt x="33307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2" name="object 652" descr=""/>
            <p:cNvSpPr/>
            <p:nvPr/>
          </p:nvSpPr>
          <p:spPr>
            <a:xfrm>
              <a:off x="1766249" y="4636372"/>
              <a:ext cx="14604" cy="93980"/>
            </a:xfrm>
            <a:custGeom>
              <a:avLst/>
              <a:gdLst/>
              <a:ahLst/>
              <a:cxnLst/>
              <a:rect l="l" t="t" r="r" b="b"/>
              <a:pathLst>
                <a:path w="14605" h="93979">
                  <a:moveTo>
                    <a:pt x="14156" y="0"/>
                  </a:moveTo>
                  <a:lnTo>
                    <a:pt x="0" y="0"/>
                  </a:lnTo>
                  <a:lnTo>
                    <a:pt x="0" y="93787"/>
                  </a:lnTo>
                  <a:lnTo>
                    <a:pt x="14156" y="93787"/>
                  </a:lnTo>
                  <a:lnTo>
                    <a:pt x="14156" y="0"/>
                  </a:lnTo>
                  <a:close/>
                </a:path>
              </a:pathLst>
            </a:custGeom>
            <a:solidFill>
              <a:srgbClr val="94C4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3" name="object 653" descr=""/>
            <p:cNvSpPr/>
            <p:nvPr/>
          </p:nvSpPr>
          <p:spPr>
            <a:xfrm>
              <a:off x="1755946" y="4589650"/>
              <a:ext cx="33655" cy="13335"/>
            </a:xfrm>
            <a:custGeom>
              <a:avLst/>
              <a:gdLst/>
              <a:ahLst/>
              <a:cxnLst/>
              <a:rect l="l" t="t" r="r" b="b"/>
              <a:pathLst>
                <a:path w="33655" h="13335">
                  <a:moveTo>
                    <a:pt x="33307" y="0"/>
                  </a:moveTo>
                  <a:lnTo>
                    <a:pt x="0" y="0"/>
                  </a:lnTo>
                  <a:lnTo>
                    <a:pt x="0" y="12722"/>
                  </a:lnTo>
                  <a:lnTo>
                    <a:pt x="33307" y="12722"/>
                  </a:lnTo>
                  <a:lnTo>
                    <a:pt x="33307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4" name="object 654" descr=""/>
            <p:cNvSpPr/>
            <p:nvPr/>
          </p:nvSpPr>
          <p:spPr>
            <a:xfrm>
              <a:off x="1821431" y="4602373"/>
              <a:ext cx="33655" cy="91440"/>
            </a:xfrm>
            <a:custGeom>
              <a:avLst/>
              <a:gdLst/>
              <a:ahLst/>
              <a:cxnLst/>
              <a:rect l="l" t="t" r="r" b="b"/>
              <a:pathLst>
                <a:path w="33655" h="91439">
                  <a:moveTo>
                    <a:pt x="33307" y="0"/>
                  </a:moveTo>
                  <a:lnTo>
                    <a:pt x="0" y="0"/>
                  </a:lnTo>
                  <a:lnTo>
                    <a:pt x="0" y="91002"/>
                  </a:lnTo>
                  <a:lnTo>
                    <a:pt x="33307" y="91002"/>
                  </a:lnTo>
                  <a:lnTo>
                    <a:pt x="33307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5" name="object 655" descr=""/>
            <p:cNvSpPr/>
            <p:nvPr/>
          </p:nvSpPr>
          <p:spPr>
            <a:xfrm>
              <a:off x="1831734" y="4636372"/>
              <a:ext cx="14604" cy="93980"/>
            </a:xfrm>
            <a:custGeom>
              <a:avLst/>
              <a:gdLst/>
              <a:ahLst/>
              <a:cxnLst/>
              <a:rect l="l" t="t" r="r" b="b"/>
              <a:pathLst>
                <a:path w="14605" h="93979">
                  <a:moveTo>
                    <a:pt x="14156" y="0"/>
                  </a:moveTo>
                  <a:lnTo>
                    <a:pt x="0" y="0"/>
                  </a:lnTo>
                  <a:lnTo>
                    <a:pt x="0" y="93787"/>
                  </a:lnTo>
                  <a:lnTo>
                    <a:pt x="14156" y="93787"/>
                  </a:lnTo>
                  <a:lnTo>
                    <a:pt x="14156" y="0"/>
                  </a:lnTo>
                  <a:close/>
                </a:path>
              </a:pathLst>
            </a:custGeom>
            <a:solidFill>
              <a:srgbClr val="94C4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6" name="object 656" descr=""/>
            <p:cNvSpPr/>
            <p:nvPr/>
          </p:nvSpPr>
          <p:spPr>
            <a:xfrm>
              <a:off x="1821431" y="4589650"/>
              <a:ext cx="33655" cy="13335"/>
            </a:xfrm>
            <a:custGeom>
              <a:avLst/>
              <a:gdLst/>
              <a:ahLst/>
              <a:cxnLst/>
              <a:rect l="l" t="t" r="r" b="b"/>
              <a:pathLst>
                <a:path w="33655" h="13335">
                  <a:moveTo>
                    <a:pt x="33307" y="0"/>
                  </a:moveTo>
                  <a:lnTo>
                    <a:pt x="0" y="0"/>
                  </a:lnTo>
                  <a:lnTo>
                    <a:pt x="0" y="12722"/>
                  </a:lnTo>
                  <a:lnTo>
                    <a:pt x="33307" y="12722"/>
                  </a:lnTo>
                  <a:lnTo>
                    <a:pt x="33307" y="0"/>
                  </a:lnTo>
                  <a:close/>
                </a:path>
              </a:pathLst>
            </a:custGeom>
            <a:solidFill>
              <a:srgbClr val="D3E6B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7" name="object 657" descr=""/>
            <p:cNvSpPr/>
            <p:nvPr/>
          </p:nvSpPr>
          <p:spPr>
            <a:xfrm>
              <a:off x="1604314" y="4263307"/>
              <a:ext cx="267970" cy="294005"/>
            </a:xfrm>
            <a:custGeom>
              <a:avLst/>
              <a:gdLst/>
              <a:ahLst/>
              <a:cxnLst/>
              <a:rect l="l" t="t" r="r" b="b"/>
              <a:pathLst>
                <a:path w="267969" h="294004">
                  <a:moveTo>
                    <a:pt x="267766" y="0"/>
                  </a:moveTo>
                  <a:lnTo>
                    <a:pt x="236816" y="0"/>
                  </a:lnTo>
                  <a:lnTo>
                    <a:pt x="30949" y="0"/>
                  </a:lnTo>
                  <a:lnTo>
                    <a:pt x="0" y="0"/>
                  </a:lnTo>
                  <a:lnTo>
                    <a:pt x="0" y="86474"/>
                  </a:lnTo>
                  <a:lnTo>
                    <a:pt x="0" y="293573"/>
                  </a:lnTo>
                  <a:lnTo>
                    <a:pt x="30949" y="293573"/>
                  </a:lnTo>
                  <a:lnTo>
                    <a:pt x="30949" y="86474"/>
                  </a:lnTo>
                  <a:lnTo>
                    <a:pt x="236816" y="86474"/>
                  </a:lnTo>
                  <a:lnTo>
                    <a:pt x="236816" y="293573"/>
                  </a:lnTo>
                  <a:lnTo>
                    <a:pt x="267766" y="293573"/>
                  </a:lnTo>
                  <a:lnTo>
                    <a:pt x="267766" y="86474"/>
                  </a:lnTo>
                  <a:lnTo>
                    <a:pt x="267766" y="0"/>
                  </a:lnTo>
                  <a:close/>
                </a:path>
              </a:pathLst>
            </a:custGeom>
            <a:solidFill>
              <a:srgbClr val="42A9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8" name="object 658" descr=""/>
            <p:cNvSpPr/>
            <p:nvPr/>
          </p:nvSpPr>
          <p:spPr>
            <a:xfrm>
              <a:off x="1604314" y="4349781"/>
              <a:ext cx="267970" cy="17145"/>
            </a:xfrm>
            <a:custGeom>
              <a:avLst/>
              <a:gdLst/>
              <a:ahLst/>
              <a:cxnLst/>
              <a:rect l="l" t="t" r="r" b="b"/>
              <a:pathLst>
                <a:path w="267969" h="17145">
                  <a:moveTo>
                    <a:pt x="30949" y="0"/>
                  </a:moveTo>
                  <a:lnTo>
                    <a:pt x="0" y="0"/>
                  </a:lnTo>
                  <a:lnTo>
                    <a:pt x="0" y="16725"/>
                  </a:lnTo>
                  <a:lnTo>
                    <a:pt x="30949" y="16725"/>
                  </a:lnTo>
                  <a:lnTo>
                    <a:pt x="30949" y="0"/>
                  </a:lnTo>
                  <a:close/>
                </a:path>
                <a:path w="267969" h="17145">
                  <a:moveTo>
                    <a:pt x="267754" y="0"/>
                  </a:moveTo>
                  <a:lnTo>
                    <a:pt x="236804" y="0"/>
                  </a:lnTo>
                  <a:lnTo>
                    <a:pt x="236804" y="16725"/>
                  </a:lnTo>
                  <a:lnTo>
                    <a:pt x="267754" y="16725"/>
                  </a:lnTo>
                  <a:lnTo>
                    <a:pt x="267754" y="0"/>
                  </a:lnTo>
                  <a:close/>
                </a:path>
              </a:pathLst>
            </a:custGeom>
            <a:solidFill>
              <a:srgbClr val="AFC6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9" name="object 659" descr=""/>
            <p:cNvSpPr/>
            <p:nvPr/>
          </p:nvSpPr>
          <p:spPr>
            <a:xfrm>
              <a:off x="1604317" y="4284225"/>
              <a:ext cx="267970" cy="29845"/>
            </a:xfrm>
            <a:custGeom>
              <a:avLst/>
              <a:gdLst/>
              <a:ahLst/>
              <a:cxnLst/>
              <a:rect l="l" t="t" r="r" b="b"/>
              <a:pathLst>
                <a:path w="267969" h="29845">
                  <a:moveTo>
                    <a:pt x="267771" y="0"/>
                  </a:moveTo>
                  <a:lnTo>
                    <a:pt x="0" y="0"/>
                  </a:lnTo>
                  <a:lnTo>
                    <a:pt x="0" y="29287"/>
                  </a:lnTo>
                  <a:lnTo>
                    <a:pt x="267771" y="29287"/>
                  </a:lnTo>
                  <a:lnTo>
                    <a:pt x="267771" y="0"/>
                  </a:lnTo>
                  <a:close/>
                </a:path>
              </a:pathLst>
            </a:custGeom>
            <a:solidFill>
              <a:srgbClr val="E8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0" name="object 660" descr=""/>
            <p:cNvSpPr/>
            <p:nvPr/>
          </p:nvSpPr>
          <p:spPr>
            <a:xfrm>
              <a:off x="1639532" y="4349781"/>
              <a:ext cx="230504" cy="551815"/>
            </a:xfrm>
            <a:custGeom>
              <a:avLst/>
              <a:gdLst/>
              <a:ahLst/>
              <a:cxnLst/>
              <a:rect l="l" t="t" r="r" b="b"/>
              <a:pathLst>
                <a:path w="230505" h="551814">
                  <a:moveTo>
                    <a:pt x="33820" y="0"/>
                  </a:moveTo>
                  <a:lnTo>
                    <a:pt x="29629" y="0"/>
                  </a:lnTo>
                  <a:lnTo>
                    <a:pt x="29629" y="541693"/>
                  </a:lnTo>
                  <a:lnTo>
                    <a:pt x="23914" y="547395"/>
                  </a:lnTo>
                  <a:lnTo>
                    <a:pt x="9893" y="547395"/>
                  </a:lnTo>
                  <a:lnTo>
                    <a:pt x="4178" y="541693"/>
                  </a:lnTo>
                  <a:lnTo>
                    <a:pt x="4178" y="380390"/>
                  </a:lnTo>
                  <a:lnTo>
                    <a:pt x="0" y="380390"/>
                  </a:lnTo>
                  <a:lnTo>
                    <a:pt x="0" y="543991"/>
                  </a:lnTo>
                  <a:lnTo>
                    <a:pt x="7581" y="551573"/>
                  </a:lnTo>
                  <a:lnTo>
                    <a:pt x="16903" y="551573"/>
                  </a:lnTo>
                  <a:lnTo>
                    <a:pt x="26225" y="551573"/>
                  </a:lnTo>
                  <a:lnTo>
                    <a:pt x="33820" y="543991"/>
                  </a:lnTo>
                  <a:lnTo>
                    <a:pt x="33820" y="0"/>
                  </a:lnTo>
                  <a:close/>
                </a:path>
                <a:path w="230505" h="551814">
                  <a:moveTo>
                    <a:pt x="99301" y="0"/>
                  </a:moveTo>
                  <a:lnTo>
                    <a:pt x="95110" y="0"/>
                  </a:lnTo>
                  <a:lnTo>
                    <a:pt x="95110" y="541693"/>
                  </a:lnTo>
                  <a:lnTo>
                    <a:pt x="89408" y="547395"/>
                  </a:lnTo>
                  <a:lnTo>
                    <a:pt x="75374" y="547395"/>
                  </a:lnTo>
                  <a:lnTo>
                    <a:pt x="69672" y="541693"/>
                  </a:lnTo>
                  <a:lnTo>
                    <a:pt x="69672" y="380390"/>
                  </a:lnTo>
                  <a:lnTo>
                    <a:pt x="65481" y="380390"/>
                  </a:lnTo>
                  <a:lnTo>
                    <a:pt x="65481" y="543991"/>
                  </a:lnTo>
                  <a:lnTo>
                    <a:pt x="73075" y="551573"/>
                  </a:lnTo>
                  <a:lnTo>
                    <a:pt x="82397" y="551573"/>
                  </a:lnTo>
                  <a:lnTo>
                    <a:pt x="91706" y="551573"/>
                  </a:lnTo>
                  <a:lnTo>
                    <a:pt x="99301" y="543991"/>
                  </a:lnTo>
                  <a:lnTo>
                    <a:pt x="99301" y="0"/>
                  </a:lnTo>
                  <a:close/>
                </a:path>
                <a:path w="230505" h="551814">
                  <a:moveTo>
                    <a:pt x="164795" y="0"/>
                  </a:moveTo>
                  <a:lnTo>
                    <a:pt x="160604" y="0"/>
                  </a:lnTo>
                  <a:lnTo>
                    <a:pt x="160604" y="541693"/>
                  </a:lnTo>
                  <a:lnTo>
                    <a:pt x="154901" y="547395"/>
                  </a:lnTo>
                  <a:lnTo>
                    <a:pt x="140855" y="547395"/>
                  </a:lnTo>
                  <a:lnTo>
                    <a:pt x="135166" y="541693"/>
                  </a:lnTo>
                  <a:lnTo>
                    <a:pt x="135166" y="380390"/>
                  </a:lnTo>
                  <a:lnTo>
                    <a:pt x="130975" y="380390"/>
                  </a:lnTo>
                  <a:lnTo>
                    <a:pt x="130975" y="543991"/>
                  </a:lnTo>
                  <a:lnTo>
                    <a:pt x="138557" y="551573"/>
                  </a:lnTo>
                  <a:lnTo>
                    <a:pt x="147878" y="551573"/>
                  </a:lnTo>
                  <a:lnTo>
                    <a:pt x="157200" y="551573"/>
                  </a:lnTo>
                  <a:lnTo>
                    <a:pt x="164795" y="543991"/>
                  </a:lnTo>
                  <a:lnTo>
                    <a:pt x="164795" y="0"/>
                  </a:lnTo>
                  <a:close/>
                </a:path>
                <a:path w="230505" h="551814">
                  <a:moveTo>
                    <a:pt x="230276" y="0"/>
                  </a:moveTo>
                  <a:lnTo>
                    <a:pt x="226085" y="0"/>
                  </a:lnTo>
                  <a:lnTo>
                    <a:pt x="226085" y="541693"/>
                  </a:lnTo>
                  <a:lnTo>
                    <a:pt x="220383" y="547395"/>
                  </a:lnTo>
                  <a:lnTo>
                    <a:pt x="206336" y="547395"/>
                  </a:lnTo>
                  <a:lnTo>
                    <a:pt x="200647" y="541693"/>
                  </a:lnTo>
                  <a:lnTo>
                    <a:pt x="200647" y="380390"/>
                  </a:lnTo>
                  <a:lnTo>
                    <a:pt x="196456" y="380390"/>
                  </a:lnTo>
                  <a:lnTo>
                    <a:pt x="196456" y="543991"/>
                  </a:lnTo>
                  <a:lnTo>
                    <a:pt x="204038" y="551573"/>
                  </a:lnTo>
                  <a:lnTo>
                    <a:pt x="213360" y="551573"/>
                  </a:lnTo>
                  <a:lnTo>
                    <a:pt x="222681" y="551573"/>
                  </a:lnTo>
                  <a:lnTo>
                    <a:pt x="230276" y="543991"/>
                  </a:lnTo>
                  <a:lnTo>
                    <a:pt x="230276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61" name="object 661" descr=""/>
          <p:cNvGrpSpPr/>
          <p:nvPr/>
        </p:nvGrpSpPr>
        <p:grpSpPr>
          <a:xfrm>
            <a:off x="1413946" y="3893326"/>
            <a:ext cx="665480" cy="1055370"/>
            <a:chOff x="1413946" y="3893326"/>
            <a:chExt cx="665480" cy="1055370"/>
          </a:xfrm>
        </p:grpSpPr>
        <p:sp>
          <p:nvSpPr>
            <p:cNvPr id="662" name="object 662" descr=""/>
            <p:cNvSpPr/>
            <p:nvPr/>
          </p:nvSpPr>
          <p:spPr>
            <a:xfrm>
              <a:off x="1413946" y="3893326"/>
              <a:ext cx="665480" cy="18415"/>
            </a:xfrm>
            <a:custGeom>
              <a:avLst/>
              <a:gdLst/>
              <a:ahLst/>
              <a:cxnLst/>
              <a:rect l="l" t="t" r="r" b="b"/>
              <a:pathLst>
                <a:path w="665480" h="18414">
                  <a:moveTo>
                    <a:pt x="665246" y="0"/>
                  </a:moveTo>
                  <a:lnTo>
                    <a:pt x="0" y="0"/>
                  </a:lnTo>
                  <a:lnTo>
                    <a:pt x="0" y="17978"/>
                  </a:lnTo>
                  <a:lnTo>
                    <a:pt x="665246" y="17978"/>
                  </a:lnTo>
                  <a:lnTo>
                    <a:pt x="665246" y="0"/>
                  </a:lnTo>
                  <a:close/>
                </a:path>
              </a:pathLst>
            </a:custGeom>
            <a:solidFill>
              <a:srgbClr val="AFC6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3" name="object 663" descr=""/>
            <p:cNvSpPr/>
            <p:nvPr/>
          </p:nvSpPr>
          <p:spPr>
            <a:xfrm>
              <a:off x="1460667" y="3929283"/>
              <a:ext cx="64769" cy="644525"/>
            </a:xfrm>
            <a:custGeom>
              <a:avLst/>
              <a:gdLst/>
              <a:ahLst/>
              <a:cxnLst/>
              <a:rect l="l" t="t" r="r" b="b"/>
              <a:pathLst>
                <a:path w="64769" h="644525">
                  <a:moveTo>
                    <a:pt x="0" y="644325"/>
                  </a:moveTo>
                  <a:lnTo>
                    <a:pt x="64155" y="644325"/>
                  </a:lnTo>
                  <a:lnTo>
                    <a:pt x="64155" y="0"/>
                  </a:lnTo>
                  <a:lnTo>
                    <a:pt x="0" y="0"/>
                  </a:lnTo>
                  <a:lnTo>
                    <a:pt x="0" y="644325"/>
                  </a:lnTo>
                  <a:close/>
                </a:path>
              </a:pathLst>
            </a:custGeom>
            <a:solidFill>
              <a:srgbClr val="89ACB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4" name="object 664" descr=""/>
            <p:cNvSpPr/>
            <p:nvPr/>
          </p:nvSpPr>
          <p:spPr>
            <a:xfrm>
              <a:off x="1443935" y="4573609"/>
              <a:ext cx="97790" cy="374650"/>
            </a:xfrm>
            <a:custGeom>
              <a:avLst/>
              <a:gdLst/>
              <a:ahLst/>
              <a:cxnLst/>
              <a:rect l="l" t="t" r="r" b="b"/>
              <a:pathLst>
                <a:path w="97790" h="374650">
                  <a:moveTo>
                    <a:pt x="97620" y="0"/>
                  </a:moveTo>
                  <a:lnTo>
                    <a:pt x="0" y="0"/>
                  </a:lnTo>
                  <a:lnTo>
                    <a:pt x="0" y="374459"/>
                  </a:lnTo>
                  <a:lnTo>
                    <a:pt x="97620" y="374459"/>
                  </a:lnTo>
                  <a:lnTo>
                    <a:pt x="97620" y="0"/>
                  </a:lnTo>
                  <a:close/>
                </a:path>
              </a:pathLst>
            </a:custGeom>
            <a:solidFill>
              <a:srgbClr val="42A9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5" name="object 665" descr=""/>
            <p:cNvSpPr/>
            <p:nvPr/>
          </p:nvSpPr>
          <p:spPr>
            <a:xfrm>
              <a:off x="1443935" y="4645439"/>
              <a:ext cx="97790" cy="29845"/>
            </a:xfrm>
            <a:custGeom>
              <a:avLst/>
              <a:gdLst/>
              <a:ahLst/>
              <a:cxnLst/>
              <a:rect l="l" t="t" r="r" b="b"/>
              <a:pathLst>
                <a:path w="97790" h="29845">
                  <a:moveTo>
                    <a:pt x="97620" y="0"/>
                  </a:moveTo>
                  <a:lnTo>
                    <a:pt x="0" y="0"/>
                  </a:lnTo>
                  <a:lnTo>
                    <a:pt x="0" y="29287"/>
                  </a:lnTo>
                  <a:lnTo>
                    <a:pt x="97620" y="29287"/>
                  </a:lnTo>
                  <a:lnTo>
                    <a:pt x="97620" y="0"/>
                  </a:lnTo>
                  <a:close/>
                </a:path>
              </a:pathLst>
            </a:custGeom>
            <a:solidFill>
              <a:srgbClr val="E8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6" name="object 666" descr=""/>
            <p:cNvSpPr/>
            <p:nvPr/>
          </p:nvSpPr>
          <p:spPr>
            <a:xfrm>
              <a:off x="1443926" y="3929284"/>
              <a:ext cx="97790" cy="727075"/>
            </a:xfrm>
            <a:custGeom>
              <a:avLst/>
              <a:gdLst/>
              <a:ahLst/>
              <a:cxnLst/>
              <a:rect l="l" t="t" r="r" b="b"/>
              <a:pathLst>
                <a:path w="97790" h="727075">
                  <a:moveTo>
                    <a:pt x="80886" y="0"/>
                  </a:moveTo>
                  <a:lnTo>
                    <a:pt x="16738" y="0"/>
                  </a:lnTo>
                  <a:lnTo>
                    <a:pt x="16738" y="20929"/>
                  </a:lnTo>
                  <a:lnTo>
                    <a:pt x="80886" y="20929"/>
                  </a:lnTo>
                  <a:lnTo>
                    <a:pt x="80886" y="0"/>
                  </a:lnTo>
                  <a:close/>
                </a:path>
                <a:path w="97790" h="727075">
                  <a:moveTo>
                    <a:pt x="97624" y="716153"/>
                  </a:moveTo>
                  <a:lnTo>
                    <a:pt x="0" y="716153"/>
                  </a:lnTo>
                  <a:lnTo>
                    <a:pt x="0" y="726605"/>
                  </a:lnTo>
                  <a:lnTo>
                    <a:pt x="97624" y="726605"/>
                  </a:lnTo>
                  <a:lnTo>
                    <a:pt x="97624" y="716153"/>
                  </a:lnTo>
                  <a:close/>
                </a:path>
              </a:pathLst>
            </a:custGeom>
            <a:solidFill>
              <a:srgbClr val="AFC6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7" name="object 667" descr=""/>
            <p:cNvSpPr/>
            <p:nvPr/>
          </p:nvSpPr>
          <p:spPr>
            <a:xfrm>
              <a:off x="1953678" y="3929283"/>
              <a:ext cx="64769" cy="644525"/>
            </a:xfrm>
            <a:custGeom>
              <a:avLst/>
              <a:gdLst/>
              <a:ahLst/>
              <a:cxnLst/>
              <a:rect l="l" t="t" r="r" b="b"/>
              <a:pathLst>
                <a:path w="64769" h="644525">
                  <a:moveTo>
                    <a:pt x="0" y="644325"/>
                  </a:moveTo>
                  <a:lnTo>
                    <a:pt x="64155" y="644325"/>
                  </a:lnTo>
                  <a:lnTo>
                    <a:pt x="64155" y="0"/>
                  </a:lnTo>
                  <a:lnTo>
                    <a:pt x="0" y="0"/>
                  </a:lnTo>
                  <a:lnTo>
                    <a:pt x="0" y="644325"/>
                  </a:lnTo>
                  <a:close/>
                </a:path>
              </a:pathLst>
            </a:custGeom>
            <a:solidFill>
              <a:srgbClr val="89ACB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8" name="object 668" descr=""/>
            <p:cNvSpPr/>
            <p:nvPr/>
          </p:nvSpPr>
          <p:spPr>
            <a:xfrm>
              <a:off x="1936935" y="4573609"/>
              <a:ext cx="97790" cy="374650"/>
            </a:xfrm>
            <a:custGeom>
              <a:avLst/>
              <a:gdLst/>
              <a:ahLst/>
              <a:cxnLst/>
              <a:rect l="l" t="t" r="r" b="b"/>
              <a:pathLst>
                <a:path w="97789" h="374650">
                  <a:moveTo>
                    <a:pt x="97630" y="0"/>
                  </a:moveTo>
                  <a:lnTo>
                    <a:pt x="0" y="0"/>
                  </a:lnTo>
                  <a:lnTo>
                    <a:pt x="0" y="374459"/>
                  </a:lnTo>
                  <a:lnTo>
                    <a:pt x="97630" y="374459"/>
                  </a:lnTo>
                  <a:lnTo>
                    <a:pt x="97630" y="0"/>
                  </a:lnTo>
                  <a:close/>
                </a:path>
              </a:pathLst>
            </a:custGeom>
            <a:solidFill>
              <a:srgbClr val="42A9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9" name="object 669" descr=""/>
            <p:cNvSpPr/>
            <p:nvPr/>
          </p:nvSpPr>
          <p:spPr>
            <a:xfrm>
              <a:off x="1936935" y="4645439"/>
              <a:ext cx="97790" cy="29845"/>
            </a:xfrm>
            <a:custGeom>
              <a:avLst/>
              <a:gdLst/>
              <a:ahLst/>
              <a:cxnLst/>
              <a:rect l="l" t="t" r="r" b="b"/>
              <a:pathLst>
                <a:path w="97789" h="29845">
                  <a:moveTo>
                    <a:pt x="97630" y="0"/>
                  </a:moveTo>
                  <a:lnTo>
                    <a:pt x="0" y="0"/>
                  </a:lnTo>
                  <a:lnTo>
                    <a:pt x="0" y="29287"/>
                  </a:lnTo>
                  <a:lnTo>
                    <a:pt x="97630" y="29287"/>
                  </a:lnTo>
                  <a:lnTo>
                    <a:pt x="97630" y="0"/>
                  </a:lnTo>
                  <a:close/>
                </a:path>
              </a:pathLst>
            </a:custGeom>
            <a:solidFill>
              <a:srgbClr val="E8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0" name="object 670" descr=""/>
            <p:cNvSpPr/>
            <p:nvPr/>
          </p:nvSpPr>
          <p:spPr>
            <a:xfrm>
              <a:off x="1936927" y="3929284"/>
              <a:ext cx="97790" cy="727075"/>
            </a:xfrm>
            <a:custGeom>
              <a:avLst/>
              <a:gdLst/>
              <a:ahLst/>
              <a:cxnLst/>
              <a:rect l="l" t="t" r="r" b="b"/>
              <a:pathLst>
                <a:path w="97789" h="727075">
                  <a:moveTo>
                    <a:pt x="80899" y="0"/>
                  </a:moveTo>
                  <a:lnTo>
                    <a:pt x="16738" y="0"/>
                  </a:lnTo>
                  <a:lnTo>
                    <a:pt x="16738" y="20929"/>
                  </a:lnTo>
                  <a:lnTo>
                    <a:pt x="80899" y="20929"/>
                  </a:lnTo>
                  <a:lnTo>
                    <a:pt x="80899" y="0"/>
                  </a:lnTo>
                  <a:close/>
                </a:path>
                <a:path w="97789" h="727075">
                  <a:moveTo>
                    <a:pt x="97637" y="716153"/>
                  </a:moveTo>
                  <a:lnTo>
                    <a:pt x="0" y="716153"/>
                  </a:lnTo>
                  <a:lnTo>
                    <a:pt x="0" y="726605"/>
                  </a:lnTo>
                  <a:lnTo>
                    <a:pt x="97637" y="726605"/>
                  </a:lnTo>
                  <a:lnTo>
                    <a:pt x="97637" y="716153"/>
                  </a:lnTo>
                  <a:close/>
                </a:path>
              </a:pathLst>
            </a:custGeom>
            <a:solidFill>
              <a:srgbClr val="AFC6C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71" name="object 671" descr=""/>
          <p:cNvSpPr/>
          <p:nvPr/>
        </p:nvSpPr>
        <p:spPr>
          <a:xfrm>
            <a:off x="2593031" y="3893337"/>
            <a:ext cx="665480" cy="36195"/>
          </a:xfrm>
          <a:custGeom>
            <a:avLst/>
            <a:gdLst/>
            <a:ahLst/>
            <a:cxnLst/>
            <a:rect l="l" t="t" r="r" b="b"/>
            <a:pathLst>
              <a:path w="665479" h="36195">
                <a:moveTo>
                  <a:pt x="665246" y="0"/>
                </a:moveTo>
                <a:lnTo>
                  <a:pt x="0" y="0"/>
                </a:lnTo>
                <a:lnTo>
                  <a:pt x="0" y="35946"/>
                </a:lnTo>
                <a:lnTo>
                  <a:pt x="665246" y="35946"/>
                </a:lnTo>
                <a:lnTo>
                  <a:pt x="665246" y="0"/>
                </a:lnTo>
                <a:close/>
              </a:path>
            </a:pathLst>
          </a:custGeom>
          <a:solidFill>
            <a:srgbClr val="4DADB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72" name="object 672" descr=""/>
          <p:cNvGrpSpPr/>
          <p:nvPr/>
        </p:nvGrpSpPr>
        <p:grpSpPr>
          <a:xfrm>
            <a:off x="2783402" y="4263304"/>
            <a:ext cx="267970" cy="685165"/>
            <a:chOff x="2783402" y="4263304"/>
            <a:chExt cx="267970" cy="685165"/>
          </a:xfrm>
        </p:grpSpPr>
        <p:sp>
          <p:nvSpPr>
            <p:cNvPr id="673" name="object 673" descr=""/>
            <p:cNvSpPr/>
            <p:nvPr/>
          </p:nvSpPr>
          <p:spPr>
            <a:xfrm>
              <a:off x="2783402" y="4715856"/>
              <a:ext cx="267970" cy="232410"/>
            </a:xfrm>
            <a:custGeom>
              <a:avLst/>
              <a:gdLst/>
              <a:ahLst/>
              <a:cxnLst/>
              <a:rect l="l" t="t" r="r" b="b"/>
              <a:pathLst>
                <a:path w="267969" h="232410">
                  <a:moveTo>
                    <a:pt x="267771" y="0"/>
                  </a:moveTo>
                  <a:lnTo>
                    <a:pt x="0" y="0"/>
                  </a:lnTo>
                  <a:lnTo>
                    <a:pt x="0" y="232212"/>
                  </a:lnTo>
                  <a:lnTo>
                    <a:pt x="267771" y="232212"/>
                  </a:lnTo>
                  <a:lnTo>
                    <a:pt x="267771" y="0"/>
                  </a:lnTo>
                  <a:close/>
                </a:path>
              </a:pathLst>
            </a:custGeom>
            <a:solidFill>
              <a:srgbClr val="42A9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4" name="object 674" descr=""/>
            <p:cNvSpPr/>
            <p:nvPr/>
          </p:nvSpPr>
          <p:spPr>
            <a:xfrm>
              <a:off x="2783402" y="4556877"/>
              <a:ext cx="267970" cy="159385"/>
            </a:xfrm>
            <a:custGeom>
              <a:avLst/>
              <a:gdLst/>
              <a:ahLst/>
              <a:cxnLst/>
              <a:rect l="l" t="t" r="r" b="b"/>
              <a:pathLst>
                <a:path w="267969" h="159385">
                  <a:moveTo>
                    <a:pt x="267771" y="0"/>
                  </a:moveTo>
                  <a:lnTo>
                    <a:pt x="0" y="0"/>
                  </a:lnTo>
                  <a:lnTo>
                    <a:pt x="0" y="158989"/>
                  </a:lnTo>
                  <a:lnTo>
                    <a:pt x="267771" y="158989"/>
                  </a:lnTo>
                  <a:lnTo>
                    <a:pt x="267771" y="0"/>
                  </a:lnTo>
                  <a:close/>
                </a:path>
              </a:pathLst>
            </a:custGeom>
            <a:solidFill>
              <a:srgbClr val="89ACB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5" name="object 675" descr=""/>
            <p:cNvSpPr/>
            <p:nvPr/>
          </p:nvSpPr>
          <p:spPr>
            <a:xfrm>
              <a:off x="2783402" y="4715867"/>
              <a:ext cx="267970" cy="33655"/>
            </a:xfrm>
            <a:custGeom>
              <a:avLst/>
              <a:gdLst/>
              <a:ahLst/>
              <a:cxnLst/>
              <a:rect l="l" t="t" r="r" b="b"/>
              <a:pathLst>
                <a:path w="267969" h="33654">
                  <a:moveTo>
                    <a:pt x="267771" y="0"/>
                  </a:moveTo>
                  <a:lnTo>
                    <a:pt x="0" y="0"/>
                  </a:lnTo>
                  <a:lnTo>
                    <a:pt x="0" y="33119"/>
                  </a:lnTo>
                  <a:lnTo>
                    <a:pt x="267771" y="33119"/>
                  </a:lnTo>
                  <a:lnTo>
                    <a:pt x="267771" y="0"/>
                  </a:lnTo>
                  <a:close/>
                </a:path>
              </a:pathLst>
            </a:custGeom>
            <a:solidFill>
              <a:srgbClr val="AFC6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6" name="object 676" descr=""/>
            <p:cNvSpPr/>
            <p:nvPr/>
          </p:nvSpPr>
          <p:spPr>
            <a:xfrm>
              <a:off x="2804061" y="4602373"/>
              <a:ext cx="33655" cy="91440"/>
            </a:xfrm>
            <a:custGeom>
              <a:avLst/>
              <a:gdLst/>
              <a:ahLst/>
              <a:cxnLst/>
              <a:rect l="l" t="t" r="r" b="b"/>
              <a:pathLst>
                <a:path w="33655" h="91439">
                  <a:moveTo>
                    <a:pt x="33307" y="0"/>
                  </a:moveTo>
                  <a:lnTo>
                    <a:pt x="0" y="0"/>
                  </a:lnTo>
                  <a:lnTo>
                    <a:pt x="0" y="91002"/>
                  </a:lnTo>
                  <a:lnTo>
                    <a:pt x="33307" y="91002"/>
                  </a:lnTo>
                  <a:lnTo>
                    <a:pt x="33307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7" name="object 677" descr=""/>
            <p:cNvSpPr/>
            <p:nvPr/>
          </p:nvSpPr>
          <p:spPr>
            <a:xfrm>
              <a:off x="2814354" y="4636372"/>
              <a:ext cx="14604" cy="93980"/>
            </a:xfrm>
            <a:custGeom>
              <a:avLst/>
              <a:gdLst/>
              <a:ahLst/>
              <a:cxnLst/>
              <a:rect l="l" t="t" r="r" b="b"/>
              <a:pathLst>
                <a:path w="14605" h="93979">
                  <a:moveTo>
                    <a:pt x="14156" y="0"/>
                  </a:moveTo>
                  <a:lnTo>
                    <a:pt x="0" y="0"/>
                  </a:lnTo>
                  <a:lnTo>
                    <a:pt x="0" y="93787"/>
                  </a:lnTo>
                  <a:lnTo>
                    <a:pt x="14156" y="93787"/>
                  </a:lnTo>
                  <a:lnTo>
                    <a:pt x="14156" y="0"/>
                  </a:lnTo>
                  <a:close/>
                </a:path>
              </a:pathLst>
            </a:custGeom>
            <a:solidFill>
              <a:srgbClr val="94C4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8" name="object 678" descr=""/>
            <p:cNvSpPr/>
            <p:nvPr/>
          </p:nvSpPr>
          <p:spPr>
            <a:xfrm>
              <a:off x="2804061" y="4589650"/>
              <a:ext cx="33655" cy="13335"/>
            </a:xfrm>
            <a:custGeom>
              <a:avLst/>
              <a:gdLst/>
              <a:ahLst/>
              <a:cxnLst/>
              <a:rect l="l" t="t" r="r" b="b"/>
              <a:pathLst>
                <a:path w="33655" h="13335">
                  <a:moveTo>
                    <a:pt x="33307" y="0"/>
                  </a:moveTo>
                  <a:lnTo>
                    <a:pt x="0" y="0"/>
                  </a:lnTo>
                  <a:lnTo>
                    <a:pt x="0" y="12722"/>
                  </a:lnTo>
                  <a:lnTo>
                    <a:pt x="33307" y="12722"/>
                  </a:lnTo>
                  <a:lnTo>
                    <a:pt x="33307" y="0"/>
                  </a:lnTo>
                  <a:close/>
                </a:path>
              </a:pathLst>
            </a:custGeom>
            <a:solidFill>
              <a:srgbClr val="D5E0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9" name="object 679" descr=""/>
            <p:cNvSpPr/>
            <p:nvPr/>
          </p:nvSpPr>
          <p:spPr>
            <a:xfrm>
              <a:off x="2869546" y="4602373"/>
              <a:ext cx="33655" cy="91440"/>
            </a:xfrm>
            <a:custGeom>
              <a:avLst/>
              <a:gdLst/>
              <a:ahLst/>
              <a:cxnLst/>
              <a:rect l="l" t="t" r="r" b="b"/>
              <a:pathLst>
                <a:path w="33655" h="91439">
                  <a:moveTo>
                    <a:pt x="33307" y="0"/>
                  </a:moveTo>
                  <a:lnTo>
                    <a:pt x="0" y="0"/>
                  </a:lnTo>
                  <a:lnTo>
                    <a:pt x="0" y="91002"/>
                  </a:lnTo>
                  <a:lnTo>
                    <a:pt x="33307" y="91002"/>
                  </a:lnTo>
                  <a:lnTo>
                    <a:pt x="33307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0" name="object 680" descr=""/>
            <p:cNvSpPr/>
            <p:nvPr/>
          </p:nvSpPr>
          <p:spPr>
            <a:xfrm>
              <a:off x="2879849" y="4636372"/>
              <a:ext cx="14604" cy="93980"/>
            </a:xfrm>
            <a:custGeom>
              <a:avLst/>
              <a:gdLst/>
              <a:ahLst/>
              <a:cxnLst/>
              <a:rect l="l" t="t" r="r" b="b"/>
              <a:pathLst>
                <a:path w="14605" h="93979">
                  <a:moveTo>
                    <a:pt x="14156" y="0"/>
                  </a:moveTo>
                  <a:lnTo>
                    <a:pt x="0" y="0"/>
                  </a:lnTo>
                  <a:lnTo>
                    <a:pt x="0" y="93787"/>
                  </a:lnTo>
                  <a:lnTo>
                    <a:pt x="14156" y="93787"/>
                  </a:lnTo>
                  <a:lnTo>
                    <a:pt x="14156" y="0"/>
                  </a:lnTo>
                  <a:close/>
                </a:path>
              </a:pathLst>
            </a:custGeom>
            <a:solidFill>
              <a:srgbClr val="94C4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1" name="object 681" descr=""/>
            <p:cNvSpPr/>
            <p:nvPr/>
          </p:nvSpPr>
          <p:spPr>
            <a:xfrm>
              <a:off x="2869546" y="4589650"/>
              <a:ext cx="33655" cy="13335"/>
            </a:xfrm>
            <a:custGeom>
              <a:avLst/>
              <a:gdLst/>
              <a:ahLst/>
              <a:cxnLst/>
              <a:rect l="l" t="t" r="r" b="b"/>
              <a:pathLst>
                <a:path w="33655" h="13335">
                  <a:moveTo>
                    <a:pt x="33307" y="0"/>
                  </a:moveTo>
                  <a:lnTo>
                    <a:pt x="0" y="0"/>
                  </a:lnTo>
                  <a:lnTo>
                    <a:pt x="0" y="12722"/>
                  </a:lnTo>
                  <a:lnTo>
                    <a:pt x="33307" y="12722"/>
                  </a:lnTo>
                  <a:lnTo>
                    <a:pt x="33307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2" name="object 682" descr=""/>
            <p:cNvSpPr/>
            <p:nvPr/>
          </p:nvSpPr>
          <p:spPr>
            <a:xfrm>
              <a:off x="2935031" y="4602373"/>
              <a:ext cx="33655" cy="91440"/>
            </a:xfrm>
            <a:custGeom>
              <a:avLst/>
              <a:gdLst/>
              <a:ahLst/>
              <a:cxnLst/>
              <a:rect l="l" t="t" r="r" b="b"/>
              <a:pathLst>
                <a:path w="33655" h="91439">
                  <a:moveTo>
                    <a:pt x="33307" y="0"/>
                  </a:moveTo>
                  <a:lnTo>
                    <a:pt x="0" y="0"/>
                  </a:lnTo>
                  <a:lnTo>
                    <a:pt x="0" y="91002"/>
                  </a:lnTo>
                  <a:lnTo>
                    <a:pt x="33307" y="91002"/>
                  </a:lnTo>
                  <a:lnTo>
                    <a:pt x="33307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3" name="object 683" descr=""/>
            <p:cNvSpPr/>
            <p:nvPr/>
          </p:nvSpPr>
          <p:spPr>
            <a:xfrm>
              <a:off x="2945334" y="4636372"/>
              <a:ext cx="14604" cy="93980"/>
            </a:xfrm>
            <a:custGeom>
              <a:avLst/>
              <a:gdLst/>
              <a:ahLst/>
              <a:cxnLst/>
              <a:rect l="l" t="t" r="r" b="b"/>
              <a:pathLst>
                <a:path w="14605" h="93979">
                  <a:moveTo>
                    <a:pt x="14156" y="0"/>
                  </a:moveTo>
                  <a:lnTo>
                    <a:pt x="0" y="0"/>
                  </a:lnTo>
                  <a:lnTo>
                    <a:pt x="0" y="93787"/>
                  </a:lnTo>
                  <a:lnTo>
                    <a:pt x="14156" y="93787"/>
                  </a:lnTo>
                  <a:lnTo>
                    <a:pt x="14156" y="0"/>
                  </a:lnTo>
                  <a:close/>
                </a:path>
              </a:pathLst>
            </a:custGeom>
            <a:solidFill>
              <a:srgbClr val="94C4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4" name="object 684" descr=""/>
            <p:cNvSpPr/>
            <p:nvPr/>
          </p:nvSpPr>
          <p:spPr>
            <a:xfrm>
              <a:off x="2935031" y="4589650"/>
              <a:ext cx="33655" cy="13335"/>
            </a:xfrm>
            <a:custGeom>
              <a:avLst/>
              <a:gdLst/>
              <a:ahLst/>
              <a:cxnLst/>
              <a:rect l="l" t="t" r="r" b="b"/>
              <a:pathLst>
                <a:path w="33655" h="13335">
                  <a:moveTo>
                    <a:pt x="33307" y="0"/>
                  </a:moveTo>
                  <a:lnTo>
                    <a:pt x="0" y="0"/>
                  </a:lnTo>
                  <a:lnTo>
                    <a:pt x="0" y="12722"/>
                  </a:lnTo>
                  <a:lnTo>
                    <a:pt x="33307" y="12722"/>
                  </a:lnTo>
                  <a:lnTo>
                    <a:pt x="33307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5" name="object 685" descr=""/>
            <p:cNvSpPr/>
            <p:nvPr/>
          </p:nvSpPr>
          <p:spPr>
            <a:xfrm>
              <a:off x="3000516" y="4602373"/>
              <a:ext cx="33655" cy="91440"/>
            </a:xfrm>
            <a:custGeom>
              <a:avLst/>
              <a:gdLst/>
              <a:ahLst/>
              <a:cxnLst/>
              <a:rect l="l" t="t" r="r" b="b"/>
              <a:pathLst>
                <a:path w="33655" h="91439">
                  <a:moveTo>
                    <a:pt x="33307" y="0"/>
                  </a:moveTo>
                  <a:lnTo>
                    <a:pt x="0" y="0"/>
                  </a:lnTo>
                  <a:lnTo>
                    <a:pt x="0" y="91002"/>
                  </a:lnTo>
                  <a:lnTo>
                    <a:pt x="33307" y="91002"/>
                  </a:lnTo>
                  <a:lnTo>
                    <a:pt x="33307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6" name="object 686" descr=""/>
            <p:cNvSpPr/>
            <p:nvPr/>
          </p:nvSpPr>
          <p:spPr>
            <a:xfrm>
              <a:off x="3010819" y="4636372"/>
              <a:ext cx="14604" cy="93980"/>
            </a:xfrm>
            <a:custGeom>
              <a:avLst/>
              <a:gdLst/>
              <a:ahLst/>
              <a:cxnLst/>
              <a:rect l="l" t="t" r="r" b="b"/>
              <a:pathLst>
                <a:path w="14605" h="93979">
                  <a:moveTo>
                    <a:pt x="14156" y="0"/>
                  </a:moveTo>
                  <a:lnTo>
                    <a:pt x="0" y="0"/>
                  </a:lnTo>
                  <a:lnTo>
                    <a:pt x="0" y="93787"/>
                  </a:lnTo>
                  <a:lnTo>
                    <a:pt x="14156" y="93787"/>
                  </a:lnTo>
                  <a:lnTo>
                    <a:pt x="14156" y="0"/>
                  </a:lnTo>
                  <a:close/>
                </a:path>
              </a:pathLst>
            </a:custGeom>
            <a:solidFill>
              <a:srgbClr val="94C4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7" name="object 687" descr=""/>
            <p:cNvSpPr/>
            <p:nvPr/>
          </p:nvSpPr>
          <p:spPr>
            <a:xfrm>
              <a:off x="3000516" y="4589650"/>
              <a:ext cx="33655" cy="13335"/>
            </a:xfrm>
            <a:custGeom>
              <a:avLst/>
              <a:gdLst/>
              <a:ahLst/>
              <a:cxnLst/>
              <a:rect l="l" t="t" r="r" b="b"/>
              <a:pathLst>
                <a:path w="33655" h="13335">
                  <a:moveTo>
                    <a:pt x="33307" y="0"/>
                  </a:moveTo>
                  <a:lnTo>
                    <a:pt x="0" y="0"/>
                  </a:lnTo>
                  <a:lnTo>
                    <a:pt x="0" y="12722"/>
                  </a:lnTo>
                  <a:lnTo>
                    <a:pt x="33307" y="12722"/>
                  </a:lnTo>
                  <a:lnTo>
                    <a:pt x="33307" y="0"/>
                  </a:lnTo>
                  <a:close/>
                </a:path>
              </a:pathLst>
            </a:custGeom>
            <a:solidFill>
              <a:srgbClr val="D3E6B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8" name="object 688" descr=""/>
            <p:cNvSpPr/>
            <p:nvPr/>
          </p:nvSpPr>
          <p:spPr>
            <a:xfrm>
              <a:off x="2783395" y="4263307"/>
              <a:ext cx="267970" cy="294005"/>
            </a:xfrm>
            <a:custGeom>
              <a:avLst/>
              <a:gdLst/>
              <a:ahLst/>
              <a:cxnLst/>
              <a:rect l="l" t="t" r="r" b="b"/>
              <a:pathLst>
                <a:path w="267969" h="294004">
                  <a:moveTo>
                    <a:pt x="267766" y="0"/>
                  </a:moveTo>
                  <a:lnTo>
                    <a:pt x="236816" y="0"/>
                  </a:lnTo>
                  <a:lnTo>
                    <a:pt x="30949" y="0"/>
                  </a:lnTo>
                  <a:lnTo>
                    <a:pt x="0" y="0"/>
                  </a:lnTo>
                  <a:lnTo>
                    <a:pt x="0" y="86474"/>
                  </a:lnTo>
                  <a:lnTo>
                    <a:pt x="0" y="293573"/>
                  </a:lnTo>
                  <a:lnTo>
                    <a:pt x="30949" y="293573"/>
                  </a:lnTo>
                  <a:lnTo>
                    <a:pt x="30949" y="86474"/>
                  </a:lnTo>
                  <a:lnTo>
                    <a:pt x="236816" y="86474"/>
                  </a:lnTo>
                  <a:lnTo>
                    <a:pt x="236816" y="293573"/>
                  </a:lnTo>
                  <a:lnTo>
                    <a:pt x="267766" y="293573"/>
                  </a:lnTo>
                  <a:lnTo>
                    <a:pt x="267766" y="86474"/>
                  </a:lnTo>
                  <a:lnTo>
                    <a:pt x="267766" y="0"/>
                  </a:lnTo>
                  <a:close/>
                </a:path>
              </a:pathLst>
            </a:custGeom>
            <a:solidFill>
              <a:srgbClr val="42A9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9" name="object 689" descr=""/>
            <p:cNvSpPr/>
            <p:nvPr/>
          </p:nvSpPr>
          <p:spPr>
            <a:xfrm>
              <a:off x="2783395" y="4349781"/>
              <a:ext cx="267970" cy="17145"/>
            </a:xfrm>
            <a:custGeom>
              <a:avLst/>
              <a:gdLst/>
              <a:ahLst/>
              <a:cxnLst/>
              <a:rect l="l" t="t" r="r" b="b"/>
              <a:pathLst>
                <a:path w="267969" h="17145">
                  <a:moveTo>
                    <a:pt x="30949" y="0"/>
                  </a:moveTo>
                  <a:lnTo>
                    <a:pt x="0" y="0"/>
                  </a:lnTo>
                  <a:lnTo>
                    <a:pt x="0" y="16725"/>
                  </a:lnTo>
                  <a:lnTo>
                    <a:pt x="30949" y="16725"/>
                  </a:lnTo>
                  <a:lnTo>
                    <a:pt x="30949" y="0"/>
                  </a:lnTo>
                  <a:close/>
                </a:path>
                <a:path w="267969" h="17145">
                  <a:moveTo>
                    <a:pt x="267766" y="0"/>
                  </a:moveTo>
                  <a:lnTo>
                    <a:pt x="236804" y="0"/>
                  </a:lnTo>
                  <a:lnTo>
                    <a:pt x="236804" y="16725"/>
                  </a:lnTo>
                  <a:lnTo>
                    <a:pt x="267766" y="16725"/>
                  </a:lnTo>
                  <a:lnTo>
                    <a:pt x="267766" y="0"/>
                  </a:lnTo>
                  <a:close/>
                </a:path>
              </a:pathLst>
            </a:custGeom>
            <a:solidFill>
              <a:srgbClr val="AFC6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0" name="object 690" descr=""/>
            <p:cNvSpPr/>
            <p:nvPr/>
          </p:nvSpPr>
          <p:spPr>
            <a:xfrm>
              <a:off x="2783402" y="4284225"/>
              <a:ext cx="267970" cy="29845"/>
            </a:xfrm>
            <a:custGeom>
              <a:avLst/>
              <a:gdLst/>
              <a:ahLst/>
              <a:cxnLst/>
              <a:rect l="l" t="t" r="r" b="b"/>
              <a:pathLst>
                <a:path w="267969" h="29845">
                  <a:moveTo>
                    <a:pt x="267771" y="0"/>
                  </a:moveTo>
                  <a:lnTo>
                    <a:pt x="0" y="0"/>
                  </a:lnTo>
                  <a:lnTo>
                    <a:pt x="0" y="29287"/>
                  </a:lnTo>
                  <a:lnTo>
                    <a:pt x="267771" y="29287"/>
                  </a:lnTo>
                  <a:lnTo>
                    <a:pt x="267771" y="0"/>
                  </a:lnTo>
                  <a:close/>
                </a:path>
              </a:pathLst>
            </a:custGeom>
            <a:solidFill>
              <a:srgbClr val="E8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1" name="object 691" descr=""/>
            <p:cNvSpPr/>
            <p:nvPr/>
          </p:nvSpPr>
          <p:spPr>
            <a:xfrm>
              <a:off x="2818612" y="4349781"/>
              <a:ext cx="230504" cy="551815"/>
            </a:xfrm>
            <a:custGeom>
              <a:avLst/>
              <a:gdLst/>
              <a:ahLst/>
              <a:cxnLst/>
              <a:rect l="l" t="t" r="r" b="b"/>
              <a:pathLst>
                <a:path w="230505" h="551814">
                  <a:moveTo>
                    <a:pt x="33820" y="0"/>
                  </a:moveTo>
                  <a:lnTo>
                    <a:pt x="29629" y="0"/>
                  </a:lnTo>
                  <a:lnTo>
                    <a:pt x="29629" y="541693"/>
                  </a:lnTo>
                  <a:lnTo>
                    <a:pt x="23926" y="547395"/>
                  </a:lnTo>
                  <a:lnTo>
                    <a:pt x="9893" y="547395"/>
                  </a:lnTo>
                  <a:lnTo>
                    <a:pt x="4178" y="541693"/>
                  </a:lnTo>
                  <a:lnTo>
                    <a:pt x="4178" y="380390"/>
                  </a:lnTo>
                  <a:lnTo>
                    <a:pt x="0" y="380390"/>
                  </a:lnTo>
                  <a:lnTo>
                    <a:pt x="0" y="543991"/>
                  </a:lnTo>
                  <a:lnTo>
                    <a:pt x="7581" y="551573"/>
                  </a:lnTo>
                  <a:lnTo>
                    <a:pt x="16903" y="551573"/>
                  </a:lnTo>
                  <a:lnTo>
                    <a:pt x="26238" y="551573"/>
                  </a:lnTo>
                  <a:lnTo>
                    <a:pt x="33820" y="543991"/>
                  </a:lnTo>
                  <a:lnTo>
                    <a:pt x="33820" y="0"/>
                  </a:lnTo>
                  <a:close/>
                </a:path>
                <a:path w="230505" h="551814">
                  <a:moveTo>
                    <a:pt x="99301" y="0"/>
                  </a:moveTo>
                  <a:lnTo>
                    <a:pt x="95110" y="0"/>
                  </a:lnTo>
                  <a:lnTo>
                    <a:pt x="95110" y="541693"/>
                  </a:lnTo>
                  <a:lnTo>
                    <a:pt x="89420" y="547395"/>
                  </a:lnTo>
                  <a:lnTo>
                    <a:pt x="75374" y="547395"/>
                  </a:lnTo>
                  <a:lnTo>
                    <a:pt x="69672" y="541693"/>
                  </a:lnTo>
                  <a:lnTo>
                    <a:pt x="69672" y="380390"/>
                  </a:lnTo>
                  <a:lnTo>
                    <a:pt x="65481" y="380390"/>
                  </a:lnTo>
                  <a:lnTo>
                    <a:pt x="65481" y="543991"/>
                  </a:lnTo>
                  <a:lnTo>
                    <a:pt x="73075" y="551573"/>
                  </a:lnTo>
                  <a:lnTo>
                    <a:pt x="82397" y="551573"/>
                  </a:lnTo>
                  <a:lnTo>
                    <a:pt x="91719" y="551573"/>
                  </a:lnTo>
                  <a:lnTo>
                    <a:pt x="99301" y="543991"/>
                  </a:lnTo>
                  <a:lnTo>
                    <a:pt x="99301" y="0"/>
                  </a:lnTo>
                  <a:close/>
                </a:path>
                <a:path w="230505" h="551814">
                  <a:moveTo>
                    <a:pt x="164795" y="0"/>
                  </a:moveTo>
                  <a:lnTo>
                    <a:pt x="160604" y="0"/>
                  </a:lnTo>
                  <a:lnTo>
                    <a:pt x="160604" y="541693"/>
                  </a:lnTo>
                  <a:lnTo>
                    <a:pt x="154901" y="547395"/>
                  </a:lnTo>
                  <a:lnTo>
                    <a:pt x="140868" y="547395"/>
                  </a:lnTo>
                  <a:lnTo>
                    <a:pt x="135166" y="541693"/>
                  </a:lnTo>
                  <a:lnTo>
                    <a:pt x="135166" y="380390"/>
                  </a:lnTo>
                  <a:lnTo>
                    <a:pt x="130975" y="380390"/>
                  </a:lnTo>
                  <a:lnTo>
                    <a:pt x="130975" y="543991"/>
                  </a:lnTo>
                  <a:lnTo>
                    <a:pt x="138557" y="551573"/>
                  </a:lnTo>
                  <a:lnTo>
                    <a:pt x="147878" y="551573"/>
                  </a:lnTo>
                  <a:lnTo>
                    <a:pt x="157200" y="551573"/>
                  </a:lnTo>
                  <a:lnTo>
                    <a:pt x="164795" y="543991"/>
                  </a:lnTo>
                  <a:lnTo>
                    <a:pt x="164795" y="0"/>
                  </a:lnTo>
                  <a:close/>
                </a:path>
                <a:path w="230505" h="551814">
                  <a:moveTo>
                    <a:pt x="230276" y="0"/>
                  </a:moveTo>
                  <a:lnTo>
                    <a:pt x="226098" y="0"/>
                  </a:lnTo>
                  <a:lnTo>
                    <a:pt x="226098" y="541693"/>
                  </a:lnTo>
                  <a:lnTo>
                    <a:pt x="220383" y="547395"/>
                  </a:lnTo>
                  <a:lnTo>
                    <a:pt x="206349" y="547395"/>
                  </a:lnTo>
                  <a:lnTo>
                    <a:pt x="200647" y="541693"/>
                  </a:lnTo>
                  <a:lnTo>
                    <a:pt x="200647" y="380390"/>
                  </a:lnTo>
                  <a:lnTo>
                    <a:pt x="196456" y="380390"/>
                  </a:lnTo>
                  <a:lnTo>
                    <a:pt x="196456" y="543991"/>
                  </a:lnTo>
                  <a:lnTo>
                    <a:pt x="204050" y="551573"/>
                  </a:lnTo>
                  <a:lnTo>
                    <a:pt x="213372" y="551573"/>
                  </a:lnTo>
                  <a:lnTo>
                    <a:pt x="222694" y="551573"/>
                  </a:lnTo>
                  <a:lnTo>
                    <a:pt x="230276" y="543991"/>
                  </a:lnTo>
                  <a:lnTo>
                    <a:pt x="230276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92" name="object 692" descr=""/>
          <p:cNvGrpSpPr/>
          <p:nvPr/>
        </p:nvGrpSpPr>
        <p:grpSpPr>
          <a:xfrm>
            <a:off x="2593031" y="3893326"/>
            <a:ext cx="665480" cy="1055370"/>
            <a:chOff x="2593031" y="3893326"/>
            <a:chExt cx="665480" cy="1055370"/>
          </a:xfrm>
        </p:grpSpPr>
        <p:sp>
          <p:nvSpPr>
            <p:cNvPr id="693" name="object 693" descr=""/>
            <p:cNvSpPr/>
            <p:nvPr/>
          </p:nvSpPr>
          <p:spPr>
            <a:xfrm>
              <a:off x="2593031" y="3893326"/>
              <a:ext cx="665480" cy="18415"/>
            </a:xfrm>
            <a:custGeom>
              <a:avLst/>
              <a:gdLst/>
              <a:ahLst/>
              <a:cxnLst/>
              <a:rect l="l" t="t" r="r" b="b"/>
              <a:pathLst>
                <a:path w="665479" h="18414">
                  <a:moveTo>
                    <a:pt x="665246" y="0"/>
                  </a:moveTo>
                  <a:lnTo>
                    <a:pt x="0" y="0"/>
                  </a:lnTo>
                  <a:lnTo>
                    <a:pt x="0" y="17978"/>
                  </a:lnTo>
                  <a:lnTo>
                    <a:pt x="665246" y="17978"/>
                  </a:lnTo>
                  <a:lnTo>
                    <a:pt x="665246" y="0"/>
                  </a:lnTo>
                  <a:close/>
                </a:path>
              </a:pathLst>
            </a:custGeom>
            <a:solidFill>
              <a:srgbClr val="AFC6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4" name="object 694" descr=""/>
            <p:cNvSpPr/>
            <p:nvPr/>
          </p:nvSpPr>
          <p:spPr>
            <a:xfrm>
              <a:off x="2639752" y="3929283"/>
              <a:ext cx="64769" cy="644525"/>
            </a:xfrm>
            <a:custGeom>
              <a:avLst/>
              <a:gdLst/>
              <a:ahLst/>
              <a:cxnLst/>
              <a:rect l="l" t="t" r="r" b="b"/>
              <a:pathLst>
                <a:path w="64769" h="644525">
                  <a:moveTo>
                    <a:pt x="0" y="644325"/>
                  </a:moveTo>
                  <a:lnTo>
                    <a:pt x="64155" y="644325"/>
                  </a:lnTo>
                  <a:lnTo>
                    <a:pt x="64155" y="0"/>
                  </a:lnTo>
                  <a:lnTo>
                    <a:pt x="0" y="0"/>
                  </a:lnTo>
                  <a:lnTo>
                    <a:pt x="0" y="644325"/>
                  </a:lnTo>
                  <a:close/>
                </a:path>
              </a:pathLst>
            </a:custGeom>
            <a:solidFill>
              <a:srgbClr val="89ACB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5" name="object 695" descr=""/>
            <p:cNvSpPr/>
            <p:nvPr/>
          </p:nvSpPr>
          <p:spPr>
            <a:xfrm>
              <a:off x="2623009" y="4573609"/>
              <a:ext cx="97790" cy="374650"/>
            </a:xfrm>
            <a:custGeom>
              <a:avLst/>
              <a:gdLst/>
              <a:ahLst/>
              <a:cxnLst/>
              <a:rect l="l" t="t" r="r" b="b"/>
              <a:pathLst>
                <a:path w="97789" h="374650">
                  <a:moveTo>
                    <a:pt x="97630" y="0"/>
                  </a:moveTo>
                  <a:lnTo>
                    <a:pt x="0" y="0"/>
                  </a:lnTo>
                  <a:lnTo>
                    <a:pt x="0" y="374459"/>
                  </a:lnTo>
                  <a:lnTo>
                    <a:pt x="97630" y="374459"/>
                  </a:lnTo>
                  <a:lnTo>
                    <a:pt x="97630" y="0"/>
                  </a:lnTo>
                  <a:close/>
                </a:path>
              </a:pathLst>
            </a:custGeom>
            <a:solidFill>
              <a:srgbClr val="42A9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6" name="object 696" descr=""/>
            <p:cNvSpPr/>
            <p:nvPr/>
          </p:nvSpPr>
          <p:spPr>
            <a:xfrm>
              <a:off x="2623009" y="4645439"/>
              <a:ext cx="97790" cy="29845"/>
            </a:xfrm>
            <a:custGeom>
              <a:avLst/>
              <a:gdLst/>
              <a:ahLst/>
              <a:cxnLst/>
              <a:rect l="l" t="t" r="r" b="b"/>
              <a:pathLst>
                <a:path w="97789" h="29845">
                  <a:moveTo>
                    <a:pt x="97630" y="0"/>
                  </a:moveTo>
                  <a:lnTo>
                    <a:pt x="0" y="0"/>
                  </a:lnTo>
                  <a:lnTo>
                    <a:pt x="0" y="29287"/>
                  </a:lnTo>
                  <a:lnTo>
                    <a:pt x="97630" y="29287"/>
                  </a:lnTo>
                  <a:lnTo>
                    <a:pt x="97630" y="0"/>
                  </a:lnTo>
                  <a:close/>
                </a:path>
              </a:pathLst>
            </a:custGeom>
            <a:solidFill>
              <a:srgbClr val="E8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7" name="object 697" descr=""/>
            <p:cNvSpPr/>
            <p:nvPr/>
          </p:nvSpPr>
          <p:spPr>
            <a:xfrm>
              <a:off x="2623007" y="3929284"/>
              <a:ext cx="97790" cy="727075"/>
            </a:xfrm>
            <a:custGeom>
              <a:avLst/>
              <a:gdLst/>
              <a:ahLst/>
              <a:cxnLst/>
              <a:rect l="l" t="t" r="r" b="b"/>
              <a:pathLst>
                <a:path w="97789" h="727075">
                  <a:moveTo>
                    <a:pt x="80899" y="0"/>
                  </a:moveTo>
                  <a:lnTo>
                    <a:pt x="16738" y="0"/>
                  </a:lnTo>
                  <a:lnTo>
                    <a:pt x="16738" y="20929"/>
                  </a:lnTo>
                  <a:lnTo>
                    <a:pt x="80899" y="20929"/>
                  </a:lnTo>
                  <a:lnTo>
                    <a:pt x="80899" y="0"/>
                  </a:lnTo>
                  <a:close/>
                </a:path>
                <a:path w="97789" h="727075">
                  <a:moveTo>
                    <a:pt x="97624" y="716153"/>
                  </a:moveTo>
                  <a:lnTo>
                    <a:pt x="0" y="716153"/>
                  </a:lnTo>
                  <a:lnTo>
                    <a:pt x="0" y="726605"/>
                  </a:lnTo>
                  <a:lnTo>
                    <a:pt x="97624" y="726605"/>
                  </a:lnTo>
                  <a:lnTo>
                    <a:pt x="97624" y="716153"/>
                  </a:lnTo>
                  <a:close/>
                </a:path>
              </a:pathLst>
            </a:custGeom>
            <a:solidFill>
              <a:srgbClr val="AFC6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8" name="object 698" descr=""/>
            <p:cNvSpPr/>
            <p:nvPr/>
          </p:nvSpPr>
          <p:spPr>
            <a:xfrm>
              <a:off x="3132763" y="3929283"/>
              <a:ext cx="64769" cy="644525"/>
            </a:xfrm>
            <a:custGeom>
              <a:avLst/>
              <a:gdLst/>
              <a:ahLst/>
              <a:cxnLst/>
              <a:rect l="l" t="t" r="r" b="b"/>
              <a:pathLst>
                <a:path w="64769" h="644525">
                  <a:moveTo>
                    <a:pt x="0" y="644325"/>
                  </a:moveTo>
                  <a:lnTo>
                    <a:pt x="64155" y="644325"/>
                  </a:lnTo>
                  <a:lnTo>
                    <a:pt x="64155" y="0"/>
                  </a:lnTo>
                  <a:lnTo>
                    <a:pt x="0" y="0"/>
                  </a:lnTo>
                  <a:lnTo>
                    <a:pt x="0" y="644325"/>
                  </a:lnTo>
                  <a:close/>
                </a:path>
              </a:pathLst>
            </a:custGeom>
            <a:solidFill>
              <a:srgbClr val="89ACB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9" name="object 699" descr=""/>
            <p:cNvSpPr/>
            <p:nvPr/>
          </p:nvSpPr>
          <p:spPr>
            <a:xfrm>
              <a:off x="3116020" y="4573609"/>
              <a:ext cx="97790" cy="374650"/>
            </a:xfrm>
            <a:custGeom>
              <a:avLst/>
              <a:gdLst/>
              <a:ahLst/>
              <a:cxnLst/>
              <a:rect l="l" t="t" r="r" b="b"/>
              <a:pathLst>
                <a:path w="97789" h="374650">
                  <a:moveTo>
                    <a:pt x="97630" y="0"/>
                  </a:moveTo>
                  <a:lnTo>
                    <a:pt x="0" y="0"/>
                  </a:lnTo>
                  <a:lnTo>
                    <a:pt x="0" y="374459"/>
                  </a:lnTo>
                  <a:lnTo>
                    <a:pt x="97630" y="374459"/>
                  </a:lnTo>
                  <a:lnTo>
                    <a:pt x="97630" y="0"/>
                  </a:lnTo>
                  <a:close/>
                </a:path>
              </a:pathLst>
            </a:custGeom>
            <a:solidFill>
              <a:srgbClr val="42A9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0" name="object 700" descr=""/>
            <p:cNvSpPr/>
            <p:nvPr/>
          </p:nvSpPr>
          <p:spPr>
            <a:xfrm>
              <a:off x="3116020" y="4645439"/>
              <a:ext cx="97790" cy="29845"/>
            </a:xfrm>
            <a:custGeom>
              <a:avLst/>
              <a:gdLst/>
              <a:ahLst/>
              <a:cxnLst/>
              <a:rect l="l" t="t" r="r" b="b"/>
              <a:pathLst>
                <a:path w="97789" h="29845">
                  <a:moveTo>
                    <a:pt x="97630" y="0"/>
                  </a:moveTo>
                  <a:lnTo>
                    <a:pt x="0" y="0"/>
                  </a:lnTo>
                  <a:lnTo>
                    <a:pt x="0" y="29287"/>
                  </a:lnTo>
                  <a:lnTo>
                    <a:pt x="97630" y="29287"/>
                  </a:lnTo>
                  <a:lnTo>
                    <a:pt x="97630" y="0"/>
                  </a:lnTo>
                  <a:close/>
                </a:path>
              </a:pathLst>
            </a:custGeom>
            <a:solidFill>
              <a:srgbClr val="E8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1" name="object 701" descr=""/>
            <p:cNvSpPr/>
            <p:nvPr/>
          </p:nvSpPr>
          <p:spPr>
            <a:xfrm>
              <a:off x="3116008" y="3929284"/>
              <a:ext cx="97790" cy="727075"/>
            </a:xfrm>
            <a:custGeom>
              <a:avLst/>
              <a:gdLst/>
              <a:ahLst/>
              <a:cxnLst/>
              <a:rect l="l" t="t" r="r" b="b"/>
              <a:pathLst>
                <a:path w="97789" h="727075">
                  <a:moveTo>
                    <a:pt x="80899" y="0"/>
                  </a:moveTo>
                  <a:lnTo>
                    <a:pt x="16751" y="0"/>
                  </a:lnTo>
                  <a:lnTo>
                    <a:pt x="16751" y="20929"/>
                  </a:lnTo>
                  <a:lnTo>
                    <a:pt x="80899" y="20929"/>
                  </a:lnTo>
                  <a:lnTo>
                    <a:pt x="80899" y="0"/>
                  </a:lnTo>
                  <a:close/>
                </a:path>
                <a:path w="97789" h="727075">
                  <a:moveTo>
                    <a:pt x="97637" y="716153"/>
                  </a:moveTo>
                  <a:lnTo>
                    <a:pt x="0" y="716153"/>
                  </a:lnTo>
                  <a:lnTo>
                    <a:pt x="0" y="726605"/>
                  </a:lnTo>
                  <a:lnTo>
                    <a:pt x="97637" y="726605"/>
                  </a:lnTo>
                  <a:lnTo>
                    <a:pt x="97637" y="716153"/>
                  </a:lnTo>
                  <a:close/>
                </a:path>
              </a:pathLst>
            </a:custGeom>
            <a:solidFill>
              <a:srgbClr val="AFC6C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02" name="object 702" descr=""/>
          <p:cNvGrpSpPr/>
          <p:nvPr/>
        </p:nvGrpSpPr>
        <p:grpSpPr>
          <a:xfrm>
            <a:off x="4156805" y="4335826"/>
            <a:ext cx="742315" cy="610870"/>
            <a:chOff x="4156805" y="4335826"/>
            <a:chExt cx="742315" cy="610870"/>
          </a:xfrm>
        </p:grpSpPr>
        <p:sp>
          <p:nvSpPr>
            <p:cNvPr id="703" name="object 703" descr=""/>
            <p:cNvSpPr/>
            <p:nvPr/>
          </p:nvSpPr>
          <p:spPr>
            <a:xfrm>
              <a:off x="4169192" y="4335826"/>
              <a:ext cx="680085" cy="582295"/>
            </a:xfrm>
            <a:custGeom>
              <a:avLst/>
              <a:gdLst/>
              <a:ahLst/>
              <a:cxnLst/>
              <a:rect l="l" t="t" r="r" b="b"/>
              <a:pathLst>
                <a:path w="680085" h="582295">
                  <a:moveTo>
                    <a:pt x="679560" y="0"/>
                  </a:moveTo>
                  <a:lnTo>
                    <a:pt x="0" y="0"/>
                  </a:lnTo>
                  <a:lnTo>
                    <a:pt x="0" y="582055"/>
                  </a:lnTo>
                  <a:lnTo>
                    <a:pt x="679560" y="582055"/>
                  </a:lnTo>
                  <a:lnTo>
                    <a:pt x="679560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4" name="object 704" descr=""/>
            <p:cNvSpPr/>
            <p:nvPr/>
          </p:nvSpPr>
          <p:spPr>
            <a:xfrm>
              <a:off x="4346673" y="4480837"/>
              <a:ext cx="330200" cy="437515"/>
            </a:xfrm>
            <a:custGeom>
              <a:avLst/>
              <a:gdLst/>
              <a:ahLst/>
              <a:cxnLst/>
              <a:rect l="l" t="t" r="r" b="b"/>
              <a:pathLst>
                <a:path w="330200" h="437514">
                  <a:moveTo>
                    <a:pt x="330126" y="0"/>
                  </a:moveTo>
                  <a:lnTo>
                    <a:pt x="0" y="0"/>
                  </a:lnTo>
                  <a:lnTo>
                    <a:pt x="0" y="437044"/>
                  </a:lnTo>
                  <a:lnTo>
                    <a:pt x="330126" y="437044"/>
                  </a:lnTo>
                  <a:lnTo>
                    <a:pt x="330126" y="0"/>
                  </a:lnTo>
                  <a:close/>
                </a:path>
              </a:pathLst>
            </a:custGeom>
            <a:solidFill>
              <a:srgbClr val="C8EE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5" name="object 705" descr=""/>
            <p:cNvSpPr/>
            <p:nvPr/>
          </p:nvSpPr>
          <p:spPr>
            <a:xfrm>
              <a:off x="4505705" y="4480837"/>
              <a:ext cx="12700" cy="437515"/>
            </a:xfrm>
            <a:custGeom>
              <a:avLst/>
              <a:gdLst/>
              <a:ahLst/>
              <a:cxnLst/>
              <a:rect l="l" t="t" r="r" b="b"/>
              <a:pathLst>
                <a:path w="12700" h="437514">
                  <a:moveTo>
                    <a:pt x="12072" y="0"/>
                  </a:moveTo>
                  <a:lnTo>
                    <a:pt x="0" y="0"/>
                  </a:lnTo>
                  <a:lnTo>
                    <a:pt x="0" y="437044"/>
                  </a:lnTo>
                  <a:lnTo>
                    <a:pt x="12072" y="437044"/>
                  </a:lnTo>
                  <a:lnTo>
                    <a:pt x="12072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6" name="object 706" descr=""/>
            <p:cNvSpPr/>
            <p:nvPr/>
          </p:nvSpPr>
          <p:spPr>
            <a:xfrm>
              <a:off x="4187952" y="4347584"/>
              <a:ext cx="645795" cy="570865"/>
            </a:xfrm>
            <a:custGeom>
              <a:avLst/>
              <a:gdLst/>
              <a:ahLst/>
              <a:cxnLst/>
              <a:rect l="l" t="t" r="r" b="b"/>
              <a:pathLst>
                <a:path w="645795" h="570864">
                  <a:moveTo>
                    <a:pt x="140690" y="1371"/>
                  </a:moveTo>
                  <a:lnTo>
                    <a:pt x="0" y="1371"/>
                  </a:lnTo>
                  <a:lnTo>
                    <a:pt x="0" y="570293"/>
                  </a:lnTo>
                  <a:lnTo>
                    <a:pt x="140690" y="570293"/>
                  </a:lnTo>
                  <a:lnTo>
                    <a:pt x="140690" y="1371"/>
                  </a:lnTo>
                  <a:close/>
                </a:path>
                <a:path w="645795" h="570864">
                  <a:moveTo>
                    <a:pt x="488835" y="0"/>
                  </a:moveTo>
                  <a:lnTo>
                    <a:pt x="158711" y="0"/>
                  </a:lnTo>
                  <a:lnTo>
                    <a:pt x="158711" y="113538"/>
                  </a:lnTo>
                  <a:lnTo>
                    <a:pt x="488835" y="113538"/>
                  </a:lnTo>
                  <a:lnTo>
                    <a:pt x="488835" y="0"/>
                  </a:lnTo>
                  <a:close/>
                </a:path>
                <a:path w="645795" h="570864">
                  <a:moveTo>
                    <a:pt x="645452" y="1371"/>
                  </a:moveTo>
                  <a:lnTo>
                    <a:pt x="504761" y="1371"/>
                  </a:lnTo>
                  <a:lnTo>
                    <a:pt x="504761" y="570293"/>
                  </a:lnTo>
                  <a:lnTo>
                    <a:pt x="645452" y="570293"/>
                  </a:lnTo>
                  <a:lnTo>
                    <a:pt x="645452" y="1371"/>
                  </a:lnTo>
                  <a:close/>
                </a:path>
              </a:pathLst>
            </a:custGeom>
            <a:solidFill>
              <a:srgbClr val="C8EE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7" name="object 707" descr=""/>
            <p:cNvSpPr/>
            <p:nvPr/>
          </p:nvSpPr>
          <p:spPr>
            <a:xfrm>
              <a:off x="4156805" y="4917881"/>
              <a:ext cx="709930" cy="28575"/>
            </a:xfrm>
            <a:custGeom>
              <a:avLst/>
              <a:gdLst/>
              <a:ahLst/>
              <a:cxnLst/>
              <a:rect l="l" t="t" r="r" b="b"/>
              <a:pathLst>
                <a:path w="709929" h="28575">
                  <a:moveTo>
                    <a:pt x="709863" y="0"/>
                  </a:moveTo>
                  <a:lnTo>
                    <a:pt x="0" y="0"/>
                  </a:lnTo>
                  <a:lnTo>
                    <a:pt x="0" y="28030"/>
                  </a:lnTo>
                  <a:lnTo>
                    <a:pt x="709863" y="28030"/>
                  </a:lnTo>
                  <a:lnTo>
                    <a:pt x="709863" y="0"/>
                  </a:lnTo>
                  <a:close/>
                </a:path>
              </a:pathLst>
            </a:custGeom>
            <a:solidFill>
              <a:srgbClr val="D7EC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8" name="object 708" descr=""/>
            <p:cNvSpPr/>
            <p:nvPr/>
          </p:nvSpPr>
          <p:spPr>
            <a:xfrm>
              <a:off x="4866678" y="4917881"/>
              <a:ext cx="32384" cy="28575"/>
            </a:xfrm>
            <a:custGeom>
              <a:avLst/>
              <a:gdLst/>
              <a:ahLst/>
              <a:cxnLst/>
              <a:rect l="l" t="t" r="r" b="b"/>
              <a:pathLst>
                <a:path w="32385" h="28575">
                  <a:moveTo>
                    <a:pt x="32197" y="0"/>
                  </a:moveTo>
                  <a:lnTo>
                    <a:pt x="0" y="0"/>
                  </a:lnTo>
                  <a:lnTo>
                    <a:pt x="0" y="28239"/>
                  </a:lnTo>
                  <a:lnTo>
                    <a:pt x="32197" y="28239"/>
                  </a:lnTo>
                  <a:lnTo>
                    <a:pt x="32197" y="0"/>
                  </a:lnTo>
                  <a:close/>
                </a:path>
              </a:pathLst>
            </a:custGeom>
            <a:solidFill>
              <a:srgbClr val="AFC6C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09" name="object 709" descr=""/>
          <p:cNvGrpSpPr/>
          <p:nvPr/>
        </p:nvGrpSpPr>
        <p:grpSpPr>
          <a:xfrm>
            <a:off x="15937219" y="6821752"/>
            <a:ext cx="2512695" cy="1868805"/>
            <a:chOff x="15937219" y="6821752"/>
            <a:chExt cx="2512695" cy="1868805"/>
          </a:xfrm>
        </p:grpSpPr>
        <p:sp>
          <p:nvSpPr>
            <p:cNvPr id="710" name="object 710" descr=""/>
            <p:cNvSpPr/>
            <p:nvPr/>
          </p:nvSpPr>
          <p:spPr>
            <a:xfrm>
              <a:off x="15937219" y="6821752"/>
              <a:ext cx="645795" cy="1482725"/>
            </a:xfrm>
            <a:custGeom>
              <a:avLst/>
              <a:gdLst/>
              <a:ahLst/>
              <a:cxnLst/>
              <a:rect l="l" t="t" r="r" b="b"/>
              <a:pathLst>
                <a:path w="645794" h="1482725">
                  <a:moveTo>
                    <a:pt x="333487" y="0"/>
                  </a:moveTo>
                  <a:lnTo>
                    <a:pt x="292807" y="14816"/>
                  </a:lnTo>
                  <a:lnTo>
                    <a:pt x="253310" y="56578"/>
                  </a:lnTo>
                  <a:lnTo>
                    <a:pt x="215356" y="121251"/>
                  </a:lnTo>
                  <a:lnTo>
                    <a:pt x="197070" y="160920"/>
                  </a:lnTo>
                  <a:lnTo>
                    <a:pt x="179306" y="204804"/>
                  </a:lnTo>
                  <a:lnTo>
                    <a:pt x="162107" y="252400"/>
                  </a:lnTo>
                  <a:lnTo>
                    <a:pt x="145519" y="303204"/>
                  </a:lnTo>
                  <a:lnTo>
                    <a:pt x="129588" y="356710"/>
                  </a:lnTo>
                  <a:lnTo>
                    <a:pt x="114357" y="412416"/>
                  </a:lnTo>
                  <a:lnTo>
                    <a:pt x="99873" y="469818"/>
                  </a:lnTo>
                  <a:lnTo>
                    <a:pt x="86181" y="528410"/>
                  </a:lnTo>
                  <a:lnTo>
                    <a:pt x="73325" y="587689"/>
                  </a:lnTo>
                  <a:lnTo>
                    <a:pt x="61350" y="647151"/>
                  </a:lnTo>
                  <a:lnTo>
                    <a:pt x="50302" y="706292"/>
                  </a:lnTo>
                  <a:lnTo>
                    <a:pt x="40225" y="764608"/>
                  </a:lnTo>
                  <a:lnTo>
                    <a:pt x="31165" y="821594"/>
                  </a:lnTo>
                  <a:lnTo>
                    <a:pt x="23167" y="876747"/>
                  </a:lnTo>
                  <a:lnTo>
                    <a:pt x="16276" y="929562"/>
                  </a:lnTo>
                  <a:lnTo>
                    <a:pt x="10537" y="979535"/>
                  </a:lnTo>
                  <a:lnTo>
                    <a:pt x="5994" y="1026162"/>
                  </a:lnTo>
                  <a:lnTo>
                    <a:pt x="2694" y="1068940"/>
                  </a:lnTo>
                  <a:lnTo>
                    <a:pt x="681" y="1107363"/>
                  </a:lnTo>
                  <a:lnTo>
                    <a:pt x="0" y="1140928"/>
                  </a:lnTo>
                  <a:lnTo>
                    <a:pt x="2947" y="1204027"/>
                  </a:lnTo>
                  <a:lnTo>
                    <a:pt x="11533" y="1259410"/>
                  </a:lnTo>
                  <a:lnTo>
                    <a:pt x="25373" y="1307504"/>
                  </a:lnTo>
                  <a:lnTo>
                    <a:pt x="44083" y="1348733"/>
                  </a:lnTo>
                  <a:lnTo>
                    <a:pt x="67276" y="1383520"/>
                  </a:lnTo>
                  <a:lnTo>
                    <a:pt x="94570" y="1412292"/>
                  </a:lnTo>
                  <a:lnTo>
                    <a:pt x="125578" y="1435472"/>
                  </a:lnTo>
                  <a:lnTo>
                    <a:pt x="159917" y="1453485"/>
                  </a:lnTo>
                  <a:lnTo>
                    <a:pt x="197201" y="1466756"/>
                  </a:lnTo>
                  <a:lnTo>
                    <a:pt x="237046" y="1475709"/>
                  </a:lnTo>
                  <a:lnTo>
                    <a:pt x="279067" y="1480770"/>
                  </a:lnTo>
                  <a:lnTo>
                    <a:pt x="322880" y="1482363"/>
                  </a:lnTo>
                  <a:lnTo>
                    <a:pt x="366695" y="1480770"/>
                  </a:lnTo>
                  <a:lnTo>
                    <a:pt x="408718" y="1475709"/>
                  </a:lnTo>
                  <a:lnTo>
                    <a:pt x="448564" y="1466756"/>
                  </a:lnTo>
                  <a:lnTo>
                    <a:pt x="485850" y="1453485"/>
                  </a:lnTo>
                  <a:lnTo>
                    <a:pt x="520189" y="1435472"/>
                  </a:lnTo>
                  <a:lnTo>
                    <a:pt x="551199" y="1412292"/>
                  </a:lnTo>
                  <a:lnTo>
                    <a:pt x="578493" y="1383520"/>
                  </a:lnTo>
                  <a:lnTo>
                    <a:pt x="601687" y="1348733"/>
                  </a:lnTo>
                  <a:lnTo>
                    <a:pt x="620396" y="1307504"/>
                  </a:lnTo>
                  <a:lnTo>
                    <a:pt x="634237" y="1259410"/>
                  </a:lnTo>
                  <a:lnTo>
                    <a:pt x="642823" y="1204027"/>
                  </a:lnTo>
                  <a:lnTo>
                    <a:pt x="645770" y="1140928"/>
                  </a:lnTo>
                  <a:lnTo>
                    <a:pt x="645181" y="1107363"/>
                  </a:lnTo>
                  <a:lnTo>
                    <a:pt x="643433" y="1068940"/>
                  </a:lnTo>
                  <a:lnTo>
                    <a:pt x="640558" y="1026162"/>
                  </a:lnTo>
                  <a:lnTo>
                    <a:pt x="636585" y="979535"/>
                  </a:lnTo>
                  <a:lnTo>
                    <a:pt x="631546" y="929562"/>
                  </a:lnTo>
                  <a:lnTo>
                    <a:pt x="625470" y="876747"/>
                  </a:lnTo>
                  <a:lnTo>
                    <a:pt x="618390" y="821594"/>
                  </a:lnTo>
                  <a:lnTo>
                    <a:pt x="610334" y="764608"/>
                  </a:lnTo>
                  <a:lnTo>
                    <a:pt x="601334" y="706292"/>
                  </a:lnTo>
                  <a:lnTo>
                    <a:pt x="591420" y="647151"/>
                  </a:lnTo>
                  <a:lnTo>
                    <a:pt x="580623" y="587689"/>
                  </a:lnTo>
                  <a:lnTo>
                    <a:pt x="568974" y="528410"/>
                  </a:lnTo>
                  <a:lnTo>
                    <a:pt x="556502" y="469818"/>
                  </a:lnTo>
                  <a:lnTo>
                    <a:pt x="543239" y="412416"/>
                  </a:lnTo>
                  <a:lnTo>
                    <a:pt x="529216" y="356710"/>
                  </a:lnTo>
                  <a:lnTo>
                    <a:pt x="514462" y="303204"/>
                  </a:lnTo>
                  <a:lnTo>
                    <a:pt x="499008" y="252400"/>
                  </a:lnTo>
                  <a:lnTo>
                    <a:pt x="482886" y="204804"/>
                  </a:lnTo>
                  <a:lnTo>
                    <a:pt x="466124" y="160920"/>
                  </a:lnTo>
                  <a:lnTo>
                    <a:pt x="448755" y="121251"/>
                  </a:lnTo>
                  <a:lnTo>
                    <a:pt x="430809" y="86303"/>
                  </a:lnTo>
                  <a:lnTo>
                    <a:pt x="393306" y="32581"/>
                  </a:lnTo>
                  <a:lnTo>
                    <a:pt x="353861" y="3788"/>
                  </a:lnTo>
                  <a:lnTo>
                    <a:pt x="333487" y="0"/>
                  </a:lnTo>
                  <a:close/>
                </a:path>
              </a:pathLst>
            </a:custGeom>
            <a:solidFill>
              <a:srgbClr val="9FD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1" name="object 711" descr=""/>
            <p:cNvSpPr/>
            <p:nvPr/>
          </p:nvSpPr>
          <p:spPr>
            <a:xfrm>
              <a:off x="15947423" y="6894852"/>
              <a:ext cx="635635" cy="1409700"/>
            </a:xfrm>
            <a:custGeom>
              <a:avLst/>
              <a:gdLst/>
              <a:ahLst/>
              <a:cxnLst/>
              <a:rect l="l" t="t" r="r" b="b"/>
              <a:pathLst>
                <a:path w="635634" h="1409700">
                  <a:moveTo>
                    <a:pt x="412867" y="0"/>
                  </a:moveTo>
                  <a:lnTo>
                    <a:pt x="428042" y="45059"/>
                  </a:lnTo>
                  <a:lnTo>
                    <a:pt x="442622" y="92961"/>
                  </a:lnTo>
                  <a:lnTo>
                    <a:pt x="456580" y="143284"/>
                  </a:lnTo>
                  <a:lnTo>
                    <a:pt x="469892" y="195604"/>
                  </a:lnTo>
                  <a:lnTo>
                    <a:pt x="482530" y="249498"/>
                  </a:lnTo>
                  <a:lnTo>
                    <a:pt x="494470" y="304544"/>
                  </a:lnTo>
                  <a:lnTo>
                    <a:pt x="505686" y="360318"/>
                  </a:lnTo>
                  <a:lnTo>
                    <a:pt x="516152" y="416398"/>
                  </a:lnTo>
                  <a:lnTo>
                    <a:pt x="525843" y="472360"/>
                  </a:lnTo>
                  <a:lnTo>
                    <a:pt x="534732" y="527782"/>
                  </a:lnTo>
                  <a:lnTo>
                    <a:pt x="542795" y="582240"/>
                  </a:lnTo>
                  <a:lnTo>
                    <a:pt x="550005" y="635311"/>
                  </a:lnTo>
                  <a:lnTo>
                    <a:pt x="556337" y="686574"/>
                  </a:lnTo>
                  <a:lnTo>
                    <a:pt x="561766" y="735604"/>
                  </a:lnTo>
                  <a:lnTo>
                    <a:pt x="566265" y="781978"/>
                  </a:lnTo>
                  <a:lnTo>
                    <a:pt x="569809" y="825274"/>
                  </a:lnTo>
                  <a:lnTo>
                    <a:pt x="572372" y="865069"/>
                  </a:lnTo>
                  <a:lnTo>
                    <a:pt x="574453" y="932463"/>
                  </a:lnTo>
                  <a:lnTo>
                    <a:pt x="571505" y="995564"/>
                  </a:lnTo>
                  <a:lnTo>
                    <a:pt x="562919" y="1050950"/>
                  </a:lnTo>
                  <a:lnTo>
                    <a:pt x="549078" y="1099045"/>
                  </a:lnTo>
                  <a:lnTo>
                    <a:pt x="530367" y="1140275"/>
                  </a:lnTo>
                  <a:lnTo>
                    <a:pt x="507172" y="1175064"/>
                  </a:lnTo>
                  <a:lnTo>
                    <a:pt x="479878" y="1203836"/>
                  </a:lnTo>
                  <a:lnTo>
                    <a:pt x="448868" y="1227016"/>
                  </a:lnTo>
                  <a:lnTo>
                    <a:pt x="414528" y="1245030"/>
                  </a:lnTo>
                  <a:lnTo>
                    <a:pt x="377243" y="1258301"/>
                  </a:lnTo>
                  <a:lnTo>
                    <a:pt x="337397" y="1267255"/>
                  </a:lnTo>
                  <a:lnTo>
                    <a:pt x="295375" y="1272316"/>
                  </a:lnTo>
                  <a:lnTo>
                    <a:pt x="251563" y="1273908"/>
                  </a:lnTo>
                  <a:lnTo>
                    <a:pt x="201732" y="1271824"/>
                  </a:lnTo>
                  <a:lnTo>
                    <a:pt x="154302" y="1265153"/>
                  </a:lnTo>
                  <a:lnTo>
                    <a:pt x="109843" y="1253264"/>
                  </a:lnTo>
                  <a:lnTo>
                    <a:pt x="68926" y="1235528"/>
                  </a:lnTo>
                  <a:lnTo>
                    <a:pt x="32122" y="1211315"/>
                  </a:lnTo>
                  <a:lnTo>
                    <a:pt x="0" y="1179995"/>
                  </a:lnTo>
                  <a:lnTo>
                    <a:pt x="15221" y="1234555"/>
                  </a:lnTo>
                  <a:lnTo>
                    <a:pt x="36600" y="1280434"/>
                  </a:lnTo>
                  <a:lnTo>
                    <a:pt x="63588" y="1318237"/>
                  </a:lnTo>
                  <a:lnTo>
                    <a:pt x="95639" y="1348567"/>
                  </a:lnTo>
                  <a:lnTo>
                    <a:pt x="132205" y="1372029"/>
                  </a:lnTo>
                  <a:lnTo>
                    <a:pt x="172739" y="1389226"/>
                  </a:lnTo>
                  <a:lnTo>
                    <a:pt x="216694" y="1400762"/>
                  </a:lnTo>
                  <a:lnTo>
                    <a:pt x="263524" y="1407240"/>
                  </a:lnTo>
                  <a:lnTo>
                    <a:pt x="312681" y="1409265"/>
                  </a:lnTo>
                  <a:lnTo>
                    <a:pt x="356493" y="1407673"/>
                  </a:lnTo>
                  <a:lnTo>
                    <a:pt x="398515" y="1402612"/>
                  </a:lnTo>
                  <a:lnTo>
                    <a:pt x="438360" y="1393659"/>
                  </a:lnTo>
                  <a:lnTo>
                    <a:pt x="475644" y="1380388"/>
                  </a:lnTo>
                  <a:lnTo>
                    <a:pt x="509982" y="1362374"/>
                  </a:lnTo>
                  <a:lnTo>
                    <a:pt x="540991" y="1339194"/>
                  </a:lnTo>
                  <a:lnTo>
                    <a:pt x="568284" y="1310423"/>
                  </a:lnTo>
                  <a:lnTo>
                    <a:pt x="591478" y="1275635"/>
                  </a:lnTo>
                  <a:lnTo>
                    <a:pt x="610187" y="1234407"/>
                  </a:lnTo>
                  <a:lnTo>
                    <a:pt x="624028" y="1186313"/>
                  </a:lnTo>
                  <a:lnTo>
                    <a:pt x="632614" y="1130929"/>
                  </a:lnTo>
                  <a:lnTo>
                    <a:pt x="635561" y="1067831"/>
                  </a:lnTo>
                  <a:lnTo>
                    <a:pt x="635002" y="1035212"/>
                  </a:lnTo>
                  <a:lnTo>
                    <a:pt x="630616" y="956583"/>
                  </a:lnTo>
                  <a:lnTo>
                    <a:pt x="626845" y="911504"/>
                  </a:lnTo>
                  <a:lnTo>
                    <a:pt x="622059" y="863202"/>
                  </a:lnTo>
                  <a:lnTo>
                    <a:pt x="616287" y="812144"/>
                  </a:lnTo>
                  <a:lnTo>
                    <a:pt x="609558" y="758793"/>
                  </a:lnTo>
                  <a:lnTo>
                    <a:pt x="601899" y="703617"/>
                  </a:lnTo>
                  <a:lnTo>
                    <a:pt x="593338" y="647079"/>
                  </a:lnTo>
                  <a:lnTo>
                    <a:pt x="583905" y="589646"/>
                  </a:lnTo>
                  <a:lnTo>
                    <a:pt x="573626" y="531783"/>
                  </a:lnTo>
                  <a:lnTo>
                    <a:pt x="562531" y="473955"/>
                  </a:lnTo>
                  <a:lnTo>
                    <a:pt x="550647" y="416628"/>
                  </a:lnTo>
                  <a:lnTo>
                    <a:pt x="538003" y="360266"/>
                  </a:lnTo>
                  <a:lnTo>
                    <a:pt x="524626" y="305337"/>
                  </a:lnTo>
                  <a:lnTo>
                    <a:pt x="510546" y="252303"/>
                  </a:lnTo>
                  <a:lnTo>
                    <a:pt x="495791" y="201633"/>
                  </a:lnTo>
                  <a:lnTo>
                    <a:pt x="480388" y="153789"/>
                  </a:lnTo>
                  <a:lnTo>
                    <a:pt x="464366" y="109239"/>
                  </a:lnTo>
                  <a:lnTo>
                    <a:pt x="447752" y="68447"/>
                  </a:lnTo>
                  <a:lnTo>
                    <a:pt x="430577" y="31879"/>
                  </a:lnTo>
                  <a:lnTo>
                    <a:pt x="412867" y="0"/>
                  </a:lnTo>
                  <a:close/>
                </a:path>
              </a:pathLst>
            </a:custGeom>
            <a:solidFill>
              <a:srgbClr val="86C5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2" name="object 712" descr=""/>
            <p:cNvSpPr/>
            <p:nvPr/>
          </p:nvSpPr>
          <p:spPr>
            <a:xfrm>
              <a:off x="16294379" y="7961616"/>
              <a:ext cx="0" cy="720090"/>
            </a:xfrm>
            <a:custGeom>
              <a:avLst/>
              <a:gdLst/>
              <a:ahLst/>
              <a:cxnLst/>
              <a:rect l="l" t="t" r="r" b="b"/>
              <a:pathLst>
                <a:path w="0" h="720090">
                  <a:moveTo>
                    <a:pt x="0" y="0"/>
                  </a:moveTo>
                  <a:lnTo>
                    <a:pt x="0" y="719532"/>
                  </a:lnTo>
                </a:path>
              </a:pathLst>
            </a:custGeom>
            <a:ln w="12565">
              <a:solidFill>
                <a:srgbClr val="703B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3" name="object 713" descr=""/>
            <p:cNvSpPr/>
            <p:nvPr/>
          </p:nvSpPr>
          <p:spPr>
            <a:xfrm>
              <a:off x="16294383" y="7989386"/>
              <a:ext cx="120650" cy="258445"/>
            </a:xfrm>
            <a:custGeom>
              <a:avLst/>
              <a:gdLst/>
              <a:ahLst/>
              <a:cxnLst/>
              <a:rect l="l" t="t" r="r" b="b"/>
              <a:pathLst>
                <a:path w="120650" h="258445">
                  <a:moveTo>
                    <a:pt x="120645" y="0"/>
                  </a:moveTo>
                  <a:lnTo>
                    <a:pt x="120645" y="47244"/>
                  </a:lnTo>
                  <a:lnTo>
                    <a:pt x="118791" y="64453"/>
                  </a:lnTo>
                  <a:lnTo>
                    <a:pt x="113325" y="81087"/>
                  </a:lnTo>
                  <a:lnTo>
                    <a:pt x="104393" y="96821"/>
                  </a:lnTo>
                  <a:lnTo>
                    <a:pt x="92143" y="111326"/>
                  </a:lnTo>
                  <a:lnTo>
                    <a:pt x="43873" y="159356"/>
                  </a:lnTo>
                  <a:lnTo>
                    <a:pt x="25015" y="181687"/>
                  </a:lnTo>
                  <a:lnTo>
                    <a:pt x="11267" y="205906"/>
                  </a:lnTo>
                  <a:lnTo>
                    <a:pt x="2854" y="231508"/>
                  </a:lnTo>
                  <a:lnTo>
                    <a:pt x="0" y="257992"/>
                  </a:lnTo>
                </a:path>
              </a:pathLst>
            </a:custGeom>
            <a:ln w="12565">
              <a:solidFill>
                <a:srgbClr val="703B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4" name="object 714" descr=""/>
            <p:cNvSpPr/>
            <p:nvPr/>
          </p:nvSpPr>
          <p:spPr>
            <a:xfrm>
              <a:off x="16130650" y="8067048"/>
              <a:ext cx="163830" cy="254635"/>
            </a:xfrm>
            <a:custGeom>
              <a:avLst/>
              <a:gdLst/>
              <a:ahLst/>
              <a:cxnLst/>
              <a:rect l="l" t="t" r="r" b="b"/>
              <a:pathLst>
                <a:path w="163830" h="254634">
                  <a:moveTo>
                    <a:pt x="0" y="0"/>
                  </a:moveTo>
                  <a:lnTo>
                    <a:pt x="0" y="49548"/>
                  </a:lnTo>
                  <a:lnTo>
                    <a:pt x="4585" y="79616"/>
                  </a:lnTo>
                  <a:lnTo>
                    <a:pt x="17888" y="107720"/>
                  </a:lnTo>
                  <a:lnTo>
                    <a:pt x="39207" y="132779"/>
                  </a:lnTo>
                  <a:lnTo>
                    <a:pt x="67840" y="153712"/>
                  </a:lnTo>
                  <a:lnTo>
                    <a:pt x="116792" y="181994"/>
                  </a:lnTo>
                  <a:lnTo>
                    <a:pt x="136597" y="196477"/>
                  </a:lnTo>
                  <a:lnTo>
                    <a:pt x="151347" y="213811"/>
                  </a:lnTo>
                  <a:lnTo>
                    <a:pt x="160555" y="233252"/>
                  </a:lnTo>
                  <a:lnTo>
                    <a:pt x="163733" y="254055"/>
                  </a:lnTo>
                </a:path>
              </a:pathLst>
            </a:custGeom>
            <a:ln w="12565">
              <a:solidFill>
                <a:srgbClr val="703B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5" name="object 715" descr=""/>
            <p:cNvSpPr/>
            <p:nvPr/>
          </p:nvSpPr>
          <p:spPr>
            <a:xfrm>
              <a:off x="16376171" y="7167603"/>
              <a:ext cx="1905635" cy="410845"/>
            </a:xfrm>
            <a:custGeom>
              <a:avLst/>
              <a:gdLst/>
              <a:ahLst/>
              <a:cxnLst/>
              <a:rect l="l" t="t" r="r" b="b"/>
              <a:pathLst>
                <a:path w="1905634" h="410845">
                  <a:moveTo>
                    <a:pt x="0" y="410835"/>
                  </a:moveTo>
                  <a:lnTo>
                    <a:pt x="1905104" y="410835"/>
                  </a:lnTo>
                  <a:lnTo>
                    <a:pt x="1905104" y="0"/>
                  </a:lnTo>
                  <a:lnTo>
                    <a:pt x="0" y="0"/>
                  </a:lnTo>
                  <a:lnTo>
                    <a:pt x="0" y="410835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6" name="object 716" descr=""/>
            <p:cNvSpPr/>
            <p:nvPr/>
          </p:nvSpPr>
          <p:spPr>
            <a:xfrm>
              <a:off x="16343541" y="7046156"/>
              <a:ext cx="1970405" cy="618490"/>
            </a:xfrm>
            <a:custGeom>
              <a:avLst/>
              <a:gdLst/>
              <a:ahLst/>
              <a:cxnLst/>
              <a:rect l="l" t="t" r="r" b="b"/>
              <a:pathLst>
                <a:path w="1970405" h="618490">
                  <a:moveTo>
                    <a:pt x="1970354" y="35509"/>
                  </a:moveTo>
                  <a:lnTo>
                    <a:pt x="1806854" y="35509"/>
                  </a:lnTo>
                  <a:lnTo>
                    <a:pt x="1806854" y="0"/>
                  </a:lnTo>
                  <a:lnTo>
                    <a:pt x="1434465" y="25425"/>
                  </a:lnTo>
                  <a:lnTo>
                    <a:pt x="1062062" y="0"/>
                  </a:lnTo>
                  <a:lnTo>
                    <a:pt x="1062062" y="35509"/>
                  </a:lnTo>
                  <a:lnTo>
                    <a:pt x="0" y="35509"/>
                  </a:lnTo>
                  <a:lnTo>
                    <a:pt x="0" y="121450"/>
                  </a:lnTo>
                  <a:lnTo>
                    <a:pt x="1062062" y="121450"/>
                  </a:lnTo>
                  <a:lnTo>
                    <a:pt x="1062062" y="532295"/>
                  </a:lnTo>
                  <a:lnTo>
                    <a:pt x="0" y="532295"/>
                  </a:lnTo>
                  <a:lnTo>
                    <a:pt x="0" y="618236"/>
                  </a:lnTo>
                  <a:lnTo>
                    <a:pt x="1062062" y="618236"/>
                  </a:lnTo>
                  <a:lnTo>
                    <a:pt x="1806854" y="618236"/>
                  </a:lnTo>
                  <a:lnTo>
                    <a:pt x="1970354" y="618236"/>
                  </a:lnTo>
                  <a:lnTo>
                    <a:pt x="1970354" y="532295"/>
                  </a:lnTo>
                  <a:lnTo>
                    <a:pt x="1806854" y="532295"/>
                  </a:lnTo>
                  <a:lnTo>
                    <a:pt x="1806854" y="121450"/>
                  </a:lnTo>
                  <a:lnTo>
                    <a:pt x="1970354" y="121450"/>
                  </a:lnTo>
                  <a:lnTo>
                    <a:pt x="1970354" y="35509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7" name="object 717" descr=""/>
            <p:cNvSpPr/>
            <p:nvPr/>
          </p:nvSpPr>
          <p:spPr>
            <a:xfrm>
              <a:off x="17475640" y="7110150"/>
              <a:ext cx="605155" cy="493395"/>
            </a:xfrm>
            <a:custGeom>
              <a:avLst/>
              <a:gdLst/>
              <a:ahLst/>
              <a:cxnLst/>
              <a:rect l="l" t="t" r="r" b="b"/>
              <a:pathLst>
                <a:path w="605155" h="493395">
                  <a:moveTo>
                    <a:pt x="604756" y="0"/>
                  </a:moveTo>
                  <a:lnTo>
                    <a:pt x="302378" y="20638"/>
                  </a:lnTo>
                  <a:lnTo>
                    <a:pt x="0" y="0"/>
                  </a:lnTo>
                  <a:lnTo>
                    <a:pt x="0" y="492937"/>
                  </a:lnTo>
                  <a:lnTo>
                    <a:pt x="604756" y="492937"/>
                  </a:lnTo>
                  <a:lnTo>
                    <a:pt x="604756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8" name="object 718" descr=""/>
            <p:cNvSpPr/>
            <p:nvPr/>
          </p:nvSpPr>
          <p:spPr>
            <a:xfrm>
              <a:off x="17475642" y="7110152"/>
              <a:ext cx="605155" cy="493395"/>
            </a:xfrm>
            <a:custGeom>
              <a:avLst/>
              <a:gdLst/>
              <a:ahLst/>
              <a:cxnLst/>
              <a:rect l="l" t="t" r="r" b="b"/>
              <a:pathLst>
                <a:path w="605155" h="493395">
                  <a:moveTo>
                    <a:pt x="604745" y="0"/>
                  </a:moveTo>
                  <a:lnTo>
                    <a:pt x="302378" y="20638"/>
                  </a:lnTo>
                  <a:lnTo>
                    <a:pt x="0" y="0"/>
                  </a:lnTo>
                  <a:lnTo>
                    <a:pt x="0" y="492937"/>
                  </a:lnTo>
                  <a:lnTo>
                    <a:pt x="41674" y="492937"/>
                  </a:lnTo>
                  <a:lnTo>
                    <a:pt x="41674" y="40480"/>
                  </a:lnTo>
                  <a:lnTo>
                    <a:pt x="344052" y="61129"/>
                  </a:lnTo>
                  <a:lnTo>
                    <a:pt x="604745" y="43328"/>
                  </a:lnTo>
                  <a:lnTo>
                    <a:pt x="604745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9" name="object 719" descr=""/>
            <p:cNvSpPr/>
            <p:nvPr/>
          </p:nvSpPr>
          <p:spPr>
            <a:xfrm>
              <a:off x="16480511" y="7308081"/>
              <a:ext cx="139065" cy="128905"/>
            </a:xfrm>
            <a:custGeom>
              <a:avLst/>
              <a:gdLst/>
              <a:ahLst/>
              <a:cxnLst/>
              <a:rect l="l" t="t" r="r" b="b"/>
              <a:pathLst>
                <a:path w="139065" h="128904">
                  <a:moveTo>
                    <a:pt x="64173" y="105410"/>
                  </a:moveTo>
                  <a:lnTo>
                    <a:pt x="63792" y="105410"/>
                  </a:lnTo>
                  <a:lnTo>
                    <a:pt x="63792" y="104140"/>
                  </a:lnTo>
                  <a:lnTo>
                    <a:pt x="24930" y="104140"/>
                  </a:lnTo>
                  <a:lnTo>
                    <a:pt x="24930" y="1270"/>
                  </a:lnTo>
                  <a:lnTo>
                    <a:pt x="24549" y="1270"/>
                  </a:lnTo>
                  <a:lnTo>
                    <a:pt x="24549" y="0"/>
                  </a:lnTo>
                  <a:lnTo>
                    <a:pt x="469" y="0"/>
                  </a:lnTo>
                  <a:lnTo>
                    <a:pt x="469" y="1270"/>
                  </a:lnTo>
                  <a:lnTo>
                    <a:pt x="0" y="1270"/>
                  </a:lnTo>
                  <a:lnTo>
                    <a:pt x="0" y="104140"/>
                  </a:lnTo>
                  <a:lnTo>
                    <a:pt x="0" y="105410"/>
                  </a:lnTo>
                  <a:lnTo>
                    <a:pt x="0" y="127000"/>
                  </a:lnTo>
                  <a:lnTo>
                    <a:pt x="254" y="127000"/>
                  </a:lnTo>
                  <a:lnTo>
                    <a:pt x="254" y="128270"/>
                  </a:lnTo>
                  <a:lnTo>
                    <a:pt x="63969" y="128270"/>
                  </a:lnTo>
                  <a:lnTo>
                    <a:pt x="63969" y="127000"/>
                  </a:lnTo>
                  <a:lnTo>
                    <a:pt x="64173" y="127000"/>
                  </a:lnTo>
                  <a:lnTo>
                    <a:pt x="64173" y="105410"/>
                  </a:lnTo>
                  <a:close/>
                </a:path>
                <a:path w="139065" h="128904">
                  <a:moveTo>
                    <a:pt x="138557" y="1346"/>
                  </a:moveTo>
                  <a:lnTo>
                    <a:pt x="138176" y="1346"/>
                  </a:lnTo>
                  <a:lnTo>
                    <a:pt x="138176" y="76"/>
                  </a:lnTo>
                  <a:lnTo>
                    <a:pt x="113957" y="76"/>
                  </a:lnTo>
                  <a:lnTo>
                    <a:pt x="113957" y="1346"/>
                  </a:lnTo>
                  <a:lnTo>
                    <a:pt x="113626" y="1346"/>
                  </a:lnTo>
                  <a:lnTo>
                    <a:pt x="113626" y="127076"/>
                  </a:lnTo>
                  <a:lnTo>
                    <a:pt x="114020" y="127076"/>
                  </a:lnTo>
                  <a:lnTo>
                    <a:pt x="114020" y="128346"/>
                  </a:lnTo>
                  <a:lnTo>
                    <a:pt x="138112" y="128346"/>
                  </a:lnTo>
                  <a:lnTo>
                    <a:pt x="138112" y="127076"/>
                  </a:lnTo>
                  <a:lnTo>
                    <a:pt x="138557" y="127076"/>
                  </a:lnTo>
                  <a:lnTo>
                    <a:pt x="138557" y="1346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20" name="object 720" descr="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6674073" y="7308072"/>
              <a:ext cx="73516" cy="128341"/>
            </a:xfrm>
            <a:prstGeom prst="rect">
              <a:avLst/>
            </a:prstGeom>
          </p:spPr>
        </p:pic>
        <p:pic>
          <p:nvPicPr>
            <p:cNvPr id="721" name="object 721" descr="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6802550" y="7308069"/>
              <a:ext cx="73338" cy="128352"/>
            </a:xfrm>
            <a:prstGeom prst="rect">
              <a:avLst/>
            </a:prstGeom>
          </p:spPr>
        </p:pic>
        <p:pic>
          <p:nvPicPr>
            <p:cNvPr id="722" name="object 722" descr="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6923124" y="7308069"/>
              <a:ext cx="93703" cy="128352"/>
            </a:xfrm>
            <a:prstGeom prst="rect">
              <a:avLst/>
            </a:prstGeom>
          </p:spPr>
        </p:pic>
        <p:pic>
          <p:nvPicPr>
            <p:cNvPr id="723" name="object 723" descr="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17065915" y="7308069"/>
              <a:ext cx="73338" cy="128352"/>
            </a:xfrm>
            <a:prstGeom prst="rect">
              <a:avLst/>
            </a:prstGeom>
          </p:spPr>
        </p:pic>
        <p:pic>
          <p:nvPicPr>
            <p:cNvPr id="724" name="object 724" descr="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17180624" y="7308071"/>
              <a:ext cx="94237" cy="128341"/>
            </a:xfrm>
            <a:prstGeom prst="rect">
              <a:avLst/>
            </a:prstGeom>
          </p:spPr>
        </p:pic>
        <p:sp>
          <p:nvSpPr>
            <p:cNvPr id="725" name="object 725" descr=""/>
            <p:cNvSpPr/>
            <p:nvPr/>
          </p:nvSpPr>
          <p:spPr>
            <a:xfrm>
              <a:off x="16376155" y="7081665"/>
              <a:ext cx="1905635" cy="582930"/>
            </a:xfrm>
            <a:custGeom>
              <a:avLst/>
              <a:gdLst/>
              <a:ahLst/>
              <a:cxnLst/>
              <a:rect l="l" t="t" r="r" b="b"/>
              <a:pathLst>
                <a:path w="1905634" h="582929">
                  <a:moveTo>
                    <a:pt x="1029462" y="85953"/>
                  </a:moveTo>
                  <a:lnTo>
                    <a:pt x="0" y="85953"/>
                  </a:lnTo>
                  <a:lnTo>
                    <a:pt x="0" y="113728"/>
                  </a:lnTo>
                  <a:lnTo>
                    <a:pt x="1029462" y="113728"/>
                  </a:lnTo>
                  <a:lnTo>
                    <a:pt x="1029462" y="85953"/>
                  </a:lnTo>
                  <a:close/>
                </a:path>
                <a:path w="1905634" h="582929">
                  <a:moveTo>
                    <a:pt x="1905114" y="85953"/>
                  </a:moveTo>
                  <a:lnTo>
                    <a:pt x="1819338" y="85953"/>
                  </a:lnTo>
                  <a:lnTo>
                    <a:pt x="1819338" y="0"/>
                  </a:lnTo>
                  <a:lnTo>
                    <a:pt x="1774253" y="0"/>
                  </a:lnTo>
                  <a:lnTo>
                    <a:pt x="1774253" y="582726"/>
                  </a:lnTo>
                  <a:lnTo>
                    <a:pt x="1819338" y="582726"/>
                  </a:lnTo>
                  <a:lnTo>
                    <a:pt x="1819338" y="113728"/>
                  </a:lnTo>
                  <a:lnTo>
                    <a:pt x="1905114" y="113728"/>
                  </a:lnTo>
                  <a:lnTo>
                    <a:pt x="1905114" y="85953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6" name="object 726" descr=""/>
            <p:cNvSpPr/>
            <p:nvPr/>
          </p:nvSpPr>
          <p:spPr>
            <a:xfrm>
              <a:off x="16953996" y="7662876"/>
              <a:ext cx="1327785" cy="1027430"/>
            </a:xfrm>
            <a:custGeom>
              <a:avLst/>
              <a:gdLst/>
              <a:ahLst/>
              <a:cxnLst/>
              <a:rect l="l" t="t" r="r" b="b"/>
              <a:pathLst>
                <a:path w="1327784" h="1027429">
                  <a:moveTo>
                    <a:pt x="1327278" y="0"/>
                  </a:moveTo>
                  <a:lnTo>
                    <a:pt x="0" y="0"/>
                  </a:lnTo>
                  <a:lnTo>
                    <a:pt x="0" y="1027371"/>
                  </a:lnTo>
                  <a:lnTo>
                    <a:pt x="1327278" y="1027371"/>
                  </a:lnTo>
                  <a:lnTo>
                    <a:pt x="1327278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7" name="object 727" descr=""/>
            <p:cNvSpPr/>
            <p:nvPr/>
          </p:nvSpPr>
          <p:spPr>
            <a:xfrm>
              <a:off x="16953996" y="7662887"/>
              <a:ext cx="1327785" cy="40640"/>
            </a:xfrm>
            <a:custGeom>
              <a:avLst/>
              <a:gdLst/>
              <a:ahLst/>
              <a:cxnLst/>
              <a:rect l="l" t="t" r="r" b="b"/>
              <a:pathLst>
                <a:path w="1327784" h="40640">
                  <a:moveTo>
                    <a:pt x="1327278" y="0"/>
                  </a:moveTo>
                  <a:lnTo>
                    <a:pt x="0" y="0"/>
                  </a:lnTo>
                  <a:lnTo>
                    <a:pt x="0" y="40532"/>
                  </a:lnTo>
                  <a:lnTo>
                    <a:pt x="1327278" y="40532"/>
                  </a:lnTo>
                  <a:lnTo>
                    <a:pt x="1327278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8" name="object 728" descr=""/>
            <p:cNvSpPr/>
            <p:nvPr/>
          </p:nvSpPr>
          <p:spPr>
            <a:xfrm>
              <a:off x="17731910" y="8636930"/>
              <a:ext cx="718185" cy="44450"/>
            </a:xfrm>
            <a:custGeom>
              <a:avLst/>
              <a:gdLst/>
              <a:ahLst/>
              <a:cxnLst/>
              <a:rect l="l" t="t" r="r" b="b"/>
              <a:pathLst>
                <a:path w="718184" h="44450">
                  <a:moveTo>
                    <a:pt x="0" y="44217"/>
                  </a:moveTo>
                  <a:lnTo>
                    <a:pt x="717590" y="44217"/>
                  </a:lnTo>
                  <a:lnTo>
                    <a:pt x="717590" y="0"/>
                  </a:lnTo>
                  <a:lnTo>
                    <a:pt x="0" y="0"/>
                  </a:lnTo>
                  <a:lnTo>
                    <a:pt x="0" y="44217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9" name="object 729" descr=""/>
            <p:cNvSpPr/>
            <p:nvPr/>
          </p:nvSpPr>
          <p:spPr>
            <a:xfrm>
              <a:off x="17731910" y="8583613"/>
              <a:ext cx="641985" cy="53340"/>
            </a:xfrm>
            <a:custGeom>
              <a:avLst/>
              <a:gdLst/>
              <a:ahLst/>
              <a:cxnLst/>
              <a:rect l="l" t="t" r="r" b="b"/>
              <a:pathLst>
                <a:path w="641984" h="53340">
                  <a:moveTo>
                    <a:pt x="641404" y="0"/>
                  </a:moveTo>
                  <a:lnTo>
                    <a:pt x="0" y="0"/>
                  </a:lnTo>
                  <a:lnTo>
                    <a:pt x="0" y="53317"/>
                  </a:lnTo>
                  <a:lnTo>
                    <a:pt x="641404" y="53317"/>
                  </a:lnTo>
                  <a:lnTo>
                    <a:pt x="641404" y="0"/>
                  </a:lnTo>
                  <a:close/>
                </a:path>
              </a:pathLst>
            </a:custGeom>
            <a:solidFill>
              <a:srgbClr val="D7DD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0" name="object 730" descr=""/>
            <p:cNvSpPr/>
            <p:nvPr/>
          </p:nvSpPr>
          <p:spPr>
            <a:xfrm>
              <a:off x="17731910" y="8530295"/>
              <a:ext cx="582295" cy="53340"/>
            </a:xfrm>
            <a:custGeom>
              <a:avLst/>
              <a:gdLst/>
              <a:ahLst/>
              <a:cxnLst/>
              <a:rect l="l" t="t" r="r" b="b"/>
              <a:pathLst>
                <a:path w="582294" h="53340">
                  <a:moveTo>
                    <a:pt x="582285" y="0"/>
                  </a:moveTo>
                  <a:lnTo>
                    <a:pt x="0" y="0"/>
                  </a:lnTo>
                  <a:lnTo>
                    <a:pt x="0" y="53317"/>
                  </a:lnTo>
                  <a:lnTo>
                    <a:pt x="582285" y="53317"/>
                  </a:lnTo>
                  <a:lnTo>
                    <a:pt x="582285" y="0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1" name="object 731" descr=""/>
            <p:cNvSpPr/>
            <p:nvPr/>
          </p:nvSpPr>
          <p:spPr>
            <a:xfrm>
              <a:off x="16953996" y="8530284"/>
              <a:ext cx="778510" cy="151130"/>
            </a:xfrm>
            <a:custGeom>
              <a:avLst/>
              <a:gdLst/>
              <a:ahLst/>
              <a:cxnLst/>
              <a:rect l="l" t="t" r="r" b="b"/>
              <a:pathLst>
                <a:path w="778509" h="151129">
                  <a:moveTo>
                    <a:pt x="0" y="150863"/>
                  </a:moveTo>
                  <a:lnTo>
                    <a:pt x="777923" y="150863"/>
                  </a:lnTo>
                  <a:lnTo>
                    <a:pt x="777923" y="0"/>
                  </a:lnTo>
                  <a:lnTo>
                    <a:pt x="0" y="0"/>
                  </a:lnTo>
                  <a:lnTo>
                    <a:pt x="0" y="150863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2" name="object 732" descr=""/>
            <p:cNvSpPr/>
            <p:nvPr/>
          </p:nvSpPr>
          <p:spPr>
            <a:xfrm>
              <a:off x="17836975" y="8119302"/>
              <a:ext cx="310515" cy="411480"/>
            </a:xfrm>
            <a:custGeom>
              <a:avLst/>
              <a:gdLst/>
              <a:ahLst/>
              <a:cxnLst/>
              <a:rect l="l" t="t" r="r" b="b"/>
              <a:pathLst>
                <a:path w="310515" h="411479">
                  <a:moveTo>
                    <a:pt x="310440" y="0"/>
                  </a:moveTo>
                  <a:lnTo>
                    <a:pt x="0" y="0"/>
                  </a:lnTo>
                  <a:lnTo>
                    <a:pt x="0" y="410982"/>
                  </a:lnTo>
                  <a:lnTo>
                    <a:pt x="310440" y="410982"/>
                  </a:lnTo>
                  <a:lnTo>
                    <a:pt x="310440" y="0"/>
                  </a:lnTo>
                  <a:close/>
                </a:path>
              </a:pathLst>
            </a:custGeom>
            <a:solidFill>
              <a:srgbClr val="EBE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3" name="object 733" descr=""/>
            <p:cNvSpPr/>
            <p:nvPr/>
          </p:nvSpPr>
          <p:spPr>
            <a:xfrm>
              <a:off x="17986509" y="8119313"/>
              <a:ext cx="11430" cy="411480"/>
            </a:xfrm>
            <a:custGeom>
              <a:avLst/>
              <a:gdLst/>
              <a:ahLst/>
              <a:cxnLst/>
              <a:rect l="l" t="t" r="r" b="b"/>
              <a:pathLst>
                <a:path w="11430" h="411479">
                  <a:moveTo>
                    <a:pt x="11360" y="0"/>
                  </a:moveTo>
                  <a:lnTo>
                    <a:pt x="0" y="0"/>
                  </a:lnTo>
                  <a:lnTo>
                    <a:pt x="0" y="410982"/>
                  </a:lnTo>
                  <a:lnTo>
                    <a:pt x="11360" y="410982"/>
                  </a:lnTo>
                  <a:lnTo>
                    <a:pt x="11360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4" name="object 734" descr=""/>
            <p:cNvSpPr/>
            <p:nvPr/>
          </p:nvSpPr>
          <p:spPr>
            <a:xfrm>
              <a:off x="17020680" y="7763427"/>
              <a:ext cx="1128395" cy="656590"/>
            </a:xfrm>
            <a:custGeom>
              <a:avLst/>
              <a:gdLst/>
              <a:ahLst/>
              <a:cxnLst/>
              <a:rect l="l" t="t" r="r" b="b"/>
              <a:pathLst>
                <a:path w="1128394" h="656590">
                  <a:moveTo>
                    <a:pt x="157289" y="21717"/>
                  </a:moveTo>
                  <a:lnTo>
                    <a:pt x="0" y="21717"/>
                  </a:lnTo>
                  <a:lnTo>
                    <a:pt x="0" y="656234"/>
                  </a:lnTo>
                  <a:lnTo>
                    <a:pt x="157289" y="656234"/>
                  </a:lnTo>
                  <a:lnTo>
                    <a:pt x="157289" y="21717"/>
                  </a:lnTo>
                  <a:close/>
                </a:path>
                <a:path w="1128394" h="656590">
                  <a:moveTo>
                    <a:pt x="416445" y="21717"/>
                  </a:moveTo>
                  <a:lnTo>
                    <a:pt x="259156" y="21717"/>
                  </a:lnTo>
                  <a:lnTo>
                    <a:pt x="259156" y="656234"/>
                  </a:lnTo>
                  <a:lnTo>
                    <a:pt x="416445" y="656234"/>
                  </a:lnTo>
                  <a:lnTo>
                    <a:pt x="416445" y="21717"/>
                  </a:lnTo>
                  <a:close/>
                </a:path>
                <a:path w="1128394" h="656590">
                  <a:moveTo>
                    <a:pt x="675601" y="21717"/>
                  </a:moveTo>
                  <a:lnTo>
                    <a:pt x="518312" y="21717"/>
                  </a:lnTo>
                  <a:lnTo>
                    <a:pt x="518312" y="656234"/>
                  </a:lnTo>
                  <a:lnTo>
                    <a:pt x="675601" y="656234"/>
                  </a:lnTo>
                  <a:lnTo>
                    <a:pt x="675601" y="21717"/>
                  </a:lnTo>
                  <a:close/>
                </a:path>
                <a:path w="1128394" h="656590">
                  <a:moveTo>
                    <a:pt x="1127798" y="0"/>
                  </a:moveTo>
                  <a:lnTo>
                    <a:pt x="812330" y="0"/>
                  </a:lnTo>
                  <a:lnTo>
                    <a:pt x="812330" y="228193"/>
                  </a:lnTo>
                  <a:lnTo>
                    <a:pt x="1127798" y="228193"/>
                  </a:lnTo>
                  <a:lnTo>
                    <a:pt x="1127798" y="0"/>
                  </a:lnTo>
                  <a:close/>
                </a:path>
              </a:pathLst>
            </a:custGeom>
            <a:solidFill>
              <a:srgbClr val="EBE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5" name="object 735" descr=""/>
            <p:cNvSpPr/>
            <p:nvPr/>
          </p:nvSpPr>
          <p:spPr>
            <a:xfrm>
              <a:off x="16415646" y="7662887"/>
              <a:ext cx="538480" cy="1027430"/>
            </a:xfrm>
            <a:custGeom>
              <a:avLst/>
              <a:gdLst/>
              <a:ahLst/>
              <a:cxnLst/>
              <a:rect l="l" t="t" r="r" b="b"/>
              <a:pathLst>
                <a:path w="538480" h="1027429">
                  <a:moveTo>
                    <a:pt x="538339" y="0"/>
                  </a:moveTo>
                  <a:lnTo>
                    <a:pt x="0" y="0"/>
                  </a:lnTo>
                  <a:lnTo>
                    <a:pt x="0" y="1027371"/>
                  </a:lnTo>
                  <a:lnTo>
                    <a:pt x="538339" y="1027371"/>
                  </a:lnTo>
                  <a:lnTo>
                    <a:pt x="538339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6" name="object 736" descr=""/>
            <p:cNvSpPr/>
            <p:nvPr/>
          </p:nvSpPr>
          <p:spPr>
            <a:xfrm>
              <a:off x="16415646" y="7683556"/>
              <a:ext cx="518159" cy="986155"/>
            </a:xfrm>
            <a:custGeom>
              <a:avLst/>
              <a:gdLst/>
              <a:ahLst/>
              <a:cxnLst/>
              <a:rect l="l" t="t" r="r" b="b"/>
              <a:pathLst>
                <a:path w="518159" h="986154">
                  <a:moveTo>
                    <a:pt x="517670" y="0"/>
                  </a:moveTo>
                  <a:lnTo>
                    <a:pt x="0" y="0"/>
                  </a:lnTo>
                  <a:lnTo>
                    <a:pt x="0" y="986022"/>
                  </a:lnTo>
                  <a:lnTo>
                    <a:pt x="517670" y="986022"/>
                  </a:lnTo>
                  <a:lnTo>
                    <a:pt x="517670" y="0"/>
                  </a:lnTo>
                  <a:close/>
                </a:path>
              </a:pathLst>
            </a:custGeom>
            <a:solidFill>
              <a:srgbClr val="EBE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7" name="object 737" descr=""/>
            <p:cNvSpPr/>
            <p:nvPr/>
          </p:nvSpPr>
          <p:spPr>
            <a:xfrm>
              <a:off x="16417049" y="7683557"/>
              <a:ext cx="516890" cy="986155"/>
            </a:xfrm>
            <a:custGeom>
              <a:avLst/>
              <a:gdLst/>
              <a:ahLst/>
              <a:cxnLst/>
              <a:rect l="l" t="t" r="r" b="b"/>
              <a:pathLst>
                <a:path w="516890" h="986154">
                  <a:moveTo>
                    <a:pt x="516267" y="225615"/>
                  </a:moveTo>
                  <a:lnTo>
                    <a:pt x="255460" y="225615"/>
                  </a:lnTo>
                  <a:lnTo>
                    <a:pt x="255460" y="0"/>
                  </a:lnTo>
                  <a:lnTo>
                    <a:pt x="234416" y="0"/>
                  </a:lnTo>
                  <a:lnTo>
                    <a:pt x="234416" y="225615"/>
                  </a:lnTo>
                  <a:lnTo>
                    <a:pt x="0" y="225615"/>
                  </a:lnTo>
                  <a:lnTo>
                    <a:pt x="0" y="245491"/>
                  </a:lnTo>
                  <a:lnTo>
                    <a:pt x="234416" y="245491"/>
                  </a:lnTo>
                  <a:lnTo>
                    <a:pt x="234416" y="476262"/>
                  </a:lnTo>
                  <a:lnTo>
                    <a:pt x="0" y="476262"/>
                  </a:lnTo>
                  <a:lnTo>
                    <a:pt x="0" y="496138"/>
                  </a:lnTo>
                  <a:lnTo>
                    <a:pt x="234416" y="496138"/>
                  </a:lnTo>
                  <a:lnTo>
                    <a:pt x="234416" y="726909"/>
                  </a:lnTo>
                  <a:lnTo>
                    <a:pt x="0" y="726909"/>
                  </a:lnTo>
                  <a:lnTo>
                    <a:pt x="0" y="746785"/>
                  </a:lnTo>
                  <a:lnTo>
                    <a:pt x="234416" y="746785"/>
                  </a:lnTo>
                  <a:lnTo>
                    <a:pt x="234416" y="986028"/>
                  </a:lnTo>
                  <a:lnTo>
                    <a:pt x="255460" y="986028"/>
                  </a:lnTo>
                  <a:lnTo>
                    <a:pt x="255460" y="746785"/>
                  </a:lnTo>
                  <a:lnTo>
                    <a:pt x="516267" y="746785"/>
                  </a:lnTo>
                  <a:lnTo>
                    <a:pt x="516267" y="726909"/>
                  </a:lnTo>
                  <a:lnTo>
                    <a:pt x="255460" y="726909"/>
                  </a:lnTo>
                  <a:lnTo>
                    <a:pt x="255460" y="496138"/>
                  </a:lnTo>
                  <a:lnTo>
                    <a:pt x="516267" y="496138"/>
                  </a:lnTo>
                  <a:lnTo>
                    <a:pt x="516267" y="476262"/>
                  </a:lnTo>
                  <a:lnTo>
                    <a:pt x="255460" y="476262"/>
                  </a:lnTo>
                  <a:lnTo>
                    <a:pt x="255460" y="245491"/>
                  </a:lnTo>
                  <a:lnTo>
                    <a:pt x="516267" y="245491"/>
                  </a:lnTo>
                  <a:lnTo>
                    <a:pt x="516267" y="225615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8" name="object 738" descr=""/>
            <p:cNvSpPr/>
            <p:nvPr/>
          </p:nvSpPr>
          <p:spPr>
            <a:xfrm>
              <a:off x="17731920" y="8530284"/>
              <a:ext cx="47625" cy="151130"/>
            </a:xfrm>
            <a:custGeom>
              <a:avLst/>
              <a:gdLst/>
              <a:ahLst/>
              <a:cxnLst/>
              <a:rect l="l" t="t" r="r" b="b"/>
              <a:pathLst>
                <a:path w="47625" h="151129">
                  <a:moveTo>
                    <a:pt x="0" y="150863"/>
                  </a:moveTo>
                  <a:lnTo>
                    <a:pt x="47621" y="150863"/>
                  </a:lnTo>
                  <a:lnTo>
                    <a:pt x="47621" y="0"/>
                  </a:lnTo>
                  <a:lnTo>
                    <a:pt x="0" y="0"/>
                  </a:lnTo>
                  <a:lnTo>
                    <a:pt x="0" y="150863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39" name="object 739" descr=""/>
          <p:cNvGrpSpPr/>
          <p:nvPr/>
        </p:nvGrpSpPr>
        <p:grpSpPr>
          <a:xfrm>
            <a:off x="19220166" y="7656610"/>
            <a:ext cx="312420" cy="1024890"/>
            <a:chOff x="19220166" y="7656610"/>
            <a:chExt cx="312420" cy="1024890"/>
          </a:xfrm>
        </p:grpSpPr>
        <p:sp>
          <p:nvSpPr>
            <p:cNvPr id="740" name="object 740" descr=""/>
            <p:cNvSpPr/>
            <p:nvPr/>
          </p:nvSpPr>
          <p:spPr>
            <a:xfrm>
              <a:off x="19220166" y="7656610"/>
              <a:ext cx="312420" cy="820419"/>
            </a:xfrm>
            <a:custGeom>
              <a:avLst/>
              <a:gdLst/>
              <a:ahLst/>
              <a:cxnLst/>
              <a:rect l="l" t="t" r="r" b="b"/>
              <a:pathLst>
                <a:path w="312419" h="820420">
                  <a:moveTo>
                    <a:pt x="161031" y="0"/>
                  </a:moveTo>
                  <a:lnTo>
                    <a:pt x="125000" y="27170"/>
                  </a:lnTo>
                  <a:lnTo>
                    <a:pt x="91453" y="99153"/>
                  </a:lnTo>
                  <a:lnTo>
                    <a:pt x="75959" y="147485"/>
                  </a:lnTo>
                  <a:lnTo>
                    <a:pt x="61504" y="201662"/>
                  </a:lnTo>
                  <a:lnTo>
                    <a:pt x="48227" y="259897"/>
                  </a:lnTo>
                  <a:lnTo>
                    <a:pt x="36268" y="320405"/>
                  </a:lnTo>
                  <a:lnTo>
                    <a:pt x="25767" y="381400"/>
                  </a:lnTo>
                  <a:lnTo>
                    <a:pt x="16863" y="441095"/>
                  </a:lnTo>
                  <a:lnTo>
                    <a:pt x="9694" y="497704"/>
                  </a:lnTo>
                  <a:lnTo>
                    <a:pt x="4401" y="549440"/>
                  </a:lnTo>
                  <a:lnTo>
                    <a:pt x="1123" y="594519"/>
                  </a:lnTo>
                  <a:lnTo>
                    <a:pt x="0" y="631153"/>
                  </a:lnTo>
                  <a:lnTo>
                    <a:pt x="5568" y="696699"/>
                  </a:lnTo>
                  <a:lnTo>
                    <a:pt x="21285" y="746113"/>
                  </a:lnTo>
                  <a:lnTo>
                    <a:pt x="45663" y="781274"/>
                  </a:lnTo>
                  <a:lnTo>
                    <a:pt x="77217" y="804062"/>
                  </a:lnTo>
                  <a:lnTo>
                    <a:pt x="114462" y="816357"/>
                  </a:lnTo>
                  <a:lnTo>
                    <a:pt x="155911" y="820037"/>
                  </a:lnTo>
                  <a:lnTo>
                    <a:pt x="197356" y="816357"/>
                  </a:lnTo>
                  <a:lnTo>
                    <a:pt x="234597" y="804062"/>
                  </a:lnTo>
                  <a:lnTo>
                    <a:pt x="266150" y="781274"/>
                  </a:lnTo>
                  <a:lnTo>
                    <a:pt x="290527" y="746113"/>
                  </a:lnTo>
                  <a:lnTo>
                    <a:pt x="306243" y="696699"/>
                  </a:lnTo>
                  <a:lnTo>
                    <a:pt x="311812" y="631153"/>
                  </a:lnTo>
                  <a:lnTo>
                    <a:pt x="310838" y="594519"/>
                  </a:lnTo>
                  <a:lnTo>
                    <a:pt x="307978" y="549440"/>
                  </a:lnTo>
                  <a:lnTo>
                    <a:pt x="303328" y="497704"/>
                  </a:lnTo>
                  <a:lnTo>
                    <a:pt x="296981" y="441095"/>
                  </a:lnTo>
                  <a:lnTo>
                    <a:pt x="289033" y="381400"/>
                  </a:lnTo>
                  <a:lnTo>
                    <a:pt x="279578" y="320405"/>
                  </a:lnTo>
                  <a:lnTo>
                    <a:pt x="268710" y="259897"/>
                  </a:lnTo>
                  <a:lnTo>
                    <a:pt x="256524" y="201662"/>
                  </a:lnTo>
                  <a:lnTo>
                    <a:pt x="243115" y="147485"/>
                  </a:lnTo>
                  <a:lnTo>
                    <a:pt x="228578" y="99153"/>
                  </a:lnTo>
                  <a:lnTo>
                    <a:pt x="213006" y="58453"/>
                  </a:lnTo>
                  <a:lnTo>
                    <a:pt x="179138" y="7090"/>
                  </a:lnTo>
                  <a:lnTo>
                    <a:pt x="161031" y="0"/>
                  </a:lnTo>
                  <a:close/>
                </a:path>
              </a:pathLst>
            </a:custGeom>
            <a:solidFill>
              <a:srgbClr val="9FD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1" name="object 741" descr=""/>
            <p:cNvSpPr/>
            <p:nvPr/>
          </p:nvSpPr>
          <p:spPr>
            <a:xfrm>
              <a:off x="19225096" y="7697047"/>
              <a:ext cx="307340" cy="779780"/>
            </a:xfrm>
            <a:custGeom>
              <a:avLst/>
              <a:gdLst/>
              <a:ahLst/>
              <a:cxnLst/>
              <a:rect l="l" t="t" r="r" b="b"/>
              <a:pathLst>
                <a:path w="307340" h="779779">
                  <a:moveTo>
                    <a:pt x="199355" y="0"/>
                  </a:moveTo>
                  <a:lnTo>
                    <a:pt x="213030" y="48711"/>
                  </a:lnTo>
                  <a:lnTo>
                    <a:pt x="225627" y="102341"/>
                  </a:lnTo>
                  <a:lnTo>
                    <a:pt x="237060" y="159283"/>
                  </a:lnTo>
                  <a:lnTo>
                    <a:pt x="247245" y="217934"/>
                  </a:lnTo>
                  <a:lnTo>
                    <a:pt x="256096" y="276687"/>
                  </a:lnTo>
                  <a:lnTo>
                    <a:pt x="263529" y="333940"/>
                  </a:lnTo>
                  <a:lnTo>
                    <a:pt x="269458" y="388086"/>
                  </a:lnTo>
                  <a:lnTo>
                    <a:pt x="273799" y="437520"/>
                  </a:lnTo>
                  <a:lnTo>
                    <a:pt x="276465" y="480639"/>
                  </a:lnTo>
                  <a:lnTo>
                    <a:pt x="277373" y="515837"/>
                  </a:lnTo>
                  <a:lnTo>
                    <a:pt x="271804" y="581380"/>
                  </a:lnTo>
                  <a:lnTo>
                    <a:pt x="256088" y="630792"/>
                  </a:lnTo>
                  <a:lnTo>
                    <a:pt x="231711" y="665954"/>
                  </a:lnTo>
                  <a:lnTo>
                    <a:pt x="200159" y="688744"/>
                  </a:lnTo>
                  <a:lnTo>
                    <a:pt x="162917" y="701040"/>
                  </a:lnTo>
                  <a:lnTo>
                    <a:pt x="121472" y="704721"/>
                  </a:lnTo>
                  <a:lnTo>
                    <a:pt x="85797" y="702062"/>
                  </a:lnTo>
                  <a:lnTo>
                    <a:pt x="53040" y="693299"/>
                  </a:lnTo>
                  <a:lnTo>
                    <a:pt x="24130" y="677258"/>
                  </a:lnTo>
                  <a:lnTo>
                    <a:pt x="0" y="652765"/>
                  </a:lnTo>
                  <a:lnTo>
                    <a:pt x="15384" y="703623"/>
                  </a:lnTo>
                  <a:lnTo>
                    <a:pt x="39714" y="739786"/>
                  </a:lnTo>
                  <a:lnTo>
                    <a:pt x="71451" y="763204"/>
                  </a:lnTo>
                  <a:lnTo>
                    <a:pt x="109053" y="775825"/>
                  </a:lnTo>
                  <a:lnTo>
                    <a:pt x="150979" y="779599"/>
                  </a:lnTo>
                  <a:lnTo>
                    <a:pt x="192424" y="775918"/>
                  </a:lnTo>
                  <a:lnTo>
                    <a:pt x="229666" y="763624"/>
                  </a:lnTo>
                  <a:lnTo>
                    <a:pt x="261218" y="740836"/>
                  </a:lnTo>
                  <a:lnTo>
                    <a:pt x="285595" y="705674"/>
                  </a:lnTo>
                  <a:lnTo>
                    <a:pt x="301311" y="656260"/>
                  </a:lnTo>
                  <a:lnTo>
                    <a:pt x="306880" y="590714"/>
                  </a:lnTo>
                  <a:lnTo>
                    <a:pt x="305980" y="555670"/>
                  </a:lnTo>
                  <a:lnTo>
                    <a:pt x="303333" y="512758"/>
                  </a:lnTo>
                  <a:lnTo>
                    <a:pt x="299026" y="463566"/>
                  </a:lnTo>
                  <a:lnTo>
                    <a:pt x="293141" y="409681"/>
                  </a:lnTo>
                  <a:lnTo>
                    <a:pt x="285763" y="352688"/>
                  </a:lnTo>
                  <a:lnTo>
                    <a:pt x="276975" y="294175"/>
                  </a:lnTo>
                  <a:lnTo>
                    <a:pt x="266862" y="235727"/>
                  </a:lnTo>
                  <a:lnTo>
                    <a:pt x="255508" y="178932"/>
                  </a:lnTo>
                  <a:lnTo>
                    <a:pt x="242996" y="125375"/>
                  </a:lnTo>
                  <a:lnTo>
                    <a:pt x="229410" y="76643"/>
                  </a:lnTo>
                  <a:lnTo>
                    <a:pt x="214835" y="34322"/>
                  </a:lnTo>
                  <a:lnTo>
                    <a:pt x="199355" y="0"/>
                  </a:lnTo>
                  <a:close/>
                </a:path>
              </a:pathLst>
            </a:custGeom>
            <a:solidFill>
              <a:srgbClr val="86C5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2" name="object 742" descr=""/>
            <p:cNvSpPr/>
            <p:nvPr/>
          </p:nvSpPr>
          <p:spPr>
            <a:xfrm>
              <a:off x="19392624" y="8287175"/>
              <a:ext cx="0" cy="394335"/>
            </a:xfrm>
            <a:custGeom>
              <a:avLst/>
              <a:gdLst/>
              <a:ahLst/>
              <a:cxnLst/>
              <a:rect l="l" t="t" r="r" b="b"/>
              <a:pathLst>
                <a:path w="0" h="394334">
                  <a:moveTo>
                    <a:pt x="0" y="0"/>
                  </a:moveTo>
                  <a:lnTo>
                    <a:pt x="0" y="393973"/>
                  </a:lnTo>
                </a:path>
              </a:pathLst>
            </a:custGeom>
            <a:ln w="12565">
              <a:solidFill>
                <a:srgbClr val="703B1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43" name="object 743" descr="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19307287" y="8296254"/>
              <a:ext cx="149876" cy="196067"/>
            </a:xfrm>
            <a:prstGeom prst="rect">
              <a:avLst/>
            </a:prstGeom>
          </p:spPr>
        </p:pic>
      </p:grpSp>
      <p:grpSp>
        <p:nvGrpSpPr>
          <p:cNvPr id="744" name="object 744" descr=""/>
          <p:cNvGrpSpPr/>
          <p:nvPr/>
        </p:nvGrpSpPr>
        <p:grpSpPr>
          <a:xfrm>
            <a:off x="18548436" y="7308584"/>
            <a:ext cx="421005" cy="1372870"/>
            <a:chOff x="18548436" y="7308584"/>
            <a:chExt cx="421005" cy="1372870"/>
          </a:xfrm>
        </p:grpSpPr>
        <p:sp>
          <p:nvSpPr>
            <p:cNvPr id="745" name="object 745" descr=""/>
            <p:cNvSpPr/>
            <p:nvPr/>
          </p:nvSpPr>
          <p:spPr>
            <a:xfrm>
              <a:off x="18548436" y="7308584"/>
              <a:ext cx="421005" cy="1107440"/>
            </a:xfrm>
            <a:custGeom>
              <a:avLst/>
              <a:gdLst/>
              <a:ahLst/>
              <a:cxnLst/>
              <a:rect l="l" t="t" r="r" b="b"/>
              <a:pathLst>
                <a:path w="421005" h="1107440">
                  <a:moveTo>
                    <a:pt x="217375" y="0"/>
                  </a:moveTo>
                  <a:lnTo>
                    <a:pt x="181271" y="20372"/>
                  </a:lnTo>
                  <a:lnTo>
                    <a:pt x="146772" y="76343"/>
                  </a:lnTo>
                  <a:lnTo>
                    <a:pt x="130314" y="115268"/>
                  </a:lnTo>
                  <a:lnTo>
                    <a:pt x="114482" y="160198"/>
                  </a:lnTo>
                  <a:lnTo>
                    <a:pt x="99353" y="210170"/>
                  </a:lnTo>
                  <a:lnTo>
                    <a:pt x="85002" y="264220"/>
                  </a:lnTo>
                  <a:lnTo>
                    <a:pt x="71504" y="321381"/>
                  </a:lnTo>
                  <a:lnTo>
                    <a:pt x="58934" y="380691"/>
                  </a:lnTo>
                  <a:lnTo>
                    <a:pt x="47368" y="441184"/>
                  </a:lnTo>
                  <a:lnTo>
                    <a:pt x="36881" y="501895"/>
                  </a:lnTo>
                  <a:lnTo>
                    <a:pt x="27547" y="561861"/>
                  </a:lnTo>
                  <a:lnTo>
                    <a:pt x="19444" y="620116"/>
                  </a:lnTo>
                  <a:lnTo>
                    <a:pt x="12644" y="675696"/>
                  </a:lnTo>
                  <a:lnTo>
                    <a:pt x="7225" y="727636"/>
                  </a:lnTo>
                  <a:lnTo>
                    <a:pt x="3261" y="774972"/>
                  </a:lnTo>
                  <a:lnTo>
                    <a:pt x="827" y="816740"/>
                  </a:lnTo>
                  <a:lnTo>
                    <a:pt x="0" y="851974"/>
                  </a:lnTo>
                  <a:lnTo>
                    <a:pt x="4275" y="920473"/>
                  </a:lnTo>
                  <a:lnTo>
                    <a:pt x="16539" y="976366"/>
                  </a:lnTo>
                  <a:lnTo>
                    <a:pt x="35943" y="1020723"/>
                  </a:lnTo>
                  <a:lnTo>
                    <a:pt x="61642" y="1054615"/>
                  </a:lnTo>
                  <a:lnTo>
                    <a:pt x="92789" y="1079113"/>
                  </a:lnTo>
                  <a:lnTo>
                    <a:pt x="128537" y="1095286"/>
                  </a:lnTo>
                  <a:lnTo>
                    <a:pt x="168041" y="1104205"/>
                  </a:lnTo>
                  <a:lnTo>
                    <a:pt x="210454" y="1106940"/>
                  </a:lnTo>
                  <a:lnTo>
                    <a:pt x="252867" y="1104205"/>
                  </a:lnTo>
                  <a:lnTo>
                    <a:pt x="292371" y="1095286"/>
                  </a:lnTo>
                  <a:lnTo>
                    <a:pt x="328119" y="1079113"/>
                  </a:lnTo>
                  <a:lnTo>
                    <a:pt x="359266" y="1054615"/>
                  </a:lnTo>
                  <a:lnTo>
                    <a:pt x="384965" y="1020723"/>
                  </a:lnTo>
                  <a:lnTo>
                    <a:pt x="404369" y="976366"/>
                  </a:lnTo>
                  <a:lnTo>
                    <a:pt x="416632" y="920473"/>
                  </a:lnTo>
                  <a:lnTo>
                    <a:pt x="420908" y="851974"/>
                  </a:lnTo>
                  <a:lnTo>
                    <a:pt x="420191" y="816740"/>
                  </a:lnTo>
                  <a:lnTo>
                    <a:pt x="418074" y="774972"/>
                  </a:lnTo>
                  <a:lnTo>
                    <a:pt x="414608" y="727636"/>
                  </a:lnTo>
                  <a:lnTo>
                    <a:pt x="409844" y="675696"/>
                  </a:lnTo>
                  <a:lnTo>
                    <a:pt x="403834" y="620116"/>
                  </a:lnTo>
                  <a:lnTo>
                    <a:pt x="396627" y="561861"/>
                  </a:lnTo>
                  <a:lnTo>
                    <a:pt x="388277" y="501895"/>
                  </a:lnTo>
                  <a:lnTo>
                    <a:pt x="378832" y="441184"/>
                  </a:lnTo>
                  <a:lnTo>
                    <a:pt x="368345" y="380691"/>
                  </a:lnTo>
                  <a:lnTo>
                    <a:pt x="356867" y="321381"/>
                  </a:lnTo>
                  <a:lnTo>
                    <a:pt x="344448" y="264220"/>
                  </a:lnTo>
                  <a:lnTo>
                    <a:pt x="331140" y="210170"/>
                  </a:lnTo>
                  <a:lnTo>
                    <a:pt x="316994" y="160198"/>
                  </a:lnTo>
                  <a:lnTo>
                    <a:pt x="302061" y="115268"/>
                  </a:lnTo>
                  <a:lnTo>
                    <a:pt x="286391" y="76343"/>
                  </a:lnTo>
                  <a:lnTo>
                    <a:pt x="253049" y="20372"/>
                  </a:lnTo>
                  <a:lnTo>
                    <a:pt x="217375" y="0"/>
                  </a:lnTo>
                  <a:close/>
                </a:path>
              </a:pathLst>
            </a:custGeom>
            <a:solidFill>
              <a:srgbClr val="9FD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6" name="object 746" descr=""/>
            <p:cNvSpPr/>
            <p:nvPr/>
          </p:nvSpPr>
          <p:spPr>
            <a:xfrm>
              <a:off x="18555093" y="7363165"/>
              <a:ext cx="414655" cy="1052830"/>
            </a:xfrm>
            <a:custGeom>
              <a:avLst/>
              <a:gdLst/>
              <a:ahLst/>
              <a:cxnLst/>
              <a:rect l="l" t="t" r="r" b="b"/>
              <a:pathLst>
                <a:path w="414655" h="1052829">
                  <a:moveTo>
                    <a:pt x="269101" y="0"/>
                  </a:moveTo>
                  <a:lnTo>
                    <a:pt x="282432" y="46195"/>
                  </a:lnTo>
                  <a:lnTo>
                    <a:pt x="295037" y="96093"/>
                  </a:lnTo>
                  <a:lnTo>
                    <a:pt x="306873" y="148905"/>
                  </a:lnTo>
                  <a:lnTo>
                    <a:pt x="317899" y="203840"/>
                  </a:lnTo>
                  <a:lnTo>
                    <a:pt x="328073" y="260110"/>
                  </a:lnTo>
                  <a:lnTo>
                    <a:pt x="337354" y="316925"/>
                  </a:lnTo>
                  <a:lnTo>
                    <a:pt x="345700" y="373495"/>
                  </a:lnTo>
                  <a:lnTo>
                    <a:pt x="353068" y="429030"/>
                  </a:lnTo>
                  <a:lnTo>
                    <a:pt x="359417" y="482742"/>
                  </a:lnTo>
                  <a:lnTo>
                    <a:pt x="364706" y="533841"/>
                  </a:lnTo>
                  <a:lnTo>
                    <a:pt x="368892" y="581537"/>
                  </a:lnTo>
                  <a:lnTo>
                    <a:pt x="371934" y="625041"/>
                  </a:lnTo>
                  <a:lnTo>
                    <a:pt x="373790" y="663563"/>
                  </a:lnTo>
                  <a:lnTo>
                    <a:pt x="374417" y="696313"/>
                  </a:lnTo>
                  <a:lnTo>
                    <a:pt x="370142" y="764812"/>
                  </a:lnTo>
                  <a:lnTo>
                    <a:pt x="357878" y="820705"/>
                  </a:lnTo>
                  <a:lnTo>
                    <a:pt x="338474" y="865063"/>
                  </a:lnTo>
                  <a:lnTo>
                    <a:pt x="312775" y="898955"/>
                  </a:lnTo>
                  <a:lnTo>
                    <a:pt x="281628" y="923453"/>
                  </a:lnTo>
                  <a:lnTo>
                    <a:pt x="245880" y="939626"/>
                  </a:lnTo>
                  <a:lnTo>
                    <a:pt x="206376" y="948544"/>
                  </a:lnTo>
                  <a:lnTo>
                    <a:pt x="163963" y="951279"/>
                  </a:lnTo>
                  <a:lnTo>
                    <a:pt x="115811" y="947689"/>
                  </a:lnTo>
                  <a:lnTo>
                    <a:pt x="71595" y="935861"/>
                  </a:lnTo>
                  <a:lnTo>
                    <a:pt x="32573" y="914209"/>
                  </a:lnTo>
                  <a:lnTo>
                    <a:pt x="0" y="881145"/>
                  </a:lnTo>
                  <a:lnTo>
                    <a:pt x="16410" y="939801"/>
                  </a:lnTo>
                  <a:lnTo>
                    <a:pt x="41448" y="984379"/>
                  </a:lnTo>
                  <a:lnTo>
                    <a:pt x="73910" y="1016402"/>
                  </a:lnTo>
                  <a:lnTo>
                    <a:pt x="112592" y="1037390"/>
                  </a:lnTo>
                  <a:lnTo>
                    <a:pt x="156291" y="1048867"/>
                  </a:lnTo>
                  <a:lnTo>
                    <a:pt x="203805" y="1052355"/>
                  </a:lnTo>
                  <a:lnTo>
                    <a:pt x="246217" y="1049620"/>
                  </a:lnTo>
                  <a:lnTo>
                    <a:pt x="285720" y="1040701"/>
                  </a:lnTo>
                  <a:lnTo>
                    <a:pt x="321467" y="1024528"/>
                  </a:lnTo>
                  <a:lnTo>
                    <a:pt x="352612" y="1000031"/>
                  </a:lnTo>
                  <a:lnTo>
                    <a:pt x="378309" y="966138"/>
                  </a:lnTo>
                  <a:lnTo>
                    <a:pt x="397711" y="921781"/>
                  </a:lnTo>
                  <a:lnTo>
                    <a:pt x="409973" y="865888"/>
                  </a:lnTo>
                  <a:lnTo>
                    <a:pt x="414249" y="797389"/>
                  </a:lnTo>
                  <a:lnTo>
                    <a:pt x="413562" y="762989"/>
                  </a:lnTo>
                  <a:lnTo>
                    <a:pt x="411534" y="722316"/>
                  </a:lnTo>
                  <a:lnTo>
                    <a:pt x="408213" y="676271"/>
                  </a:lnTo>
                  <a:lnTo>
                    <a:pt x="403647" y="625759"/>
                  </a:lnTo>
                  <a:lnTo>
                    <a:pt x="397882" y="571683"/>
                  </a:lnTo>
                  <a:lnTo>
                    <a:pt x="390968" y="514946"/>
                  </a:lnTo>
                  <a:lnTo>
                    <a:pt x="382951" y="456452"/>
                  </a:lnTo>
                  <a:lnTo>
                    <a:pt x="373881" y="397104"/>
                  </a:lnTo>
                  <a:lnTo>
                    <a:pt x="363804" y="337806"/>
                  </a:lnTo>
                  <a:lnTo>
                    <a:pt x="352768" y="279461"/>
                  </a:lnTo>
                  <a:lnTo>
                    <a:pt x="340822" y="222973"/>
                  </a:lnTo>
                  <a:lnTo>
                    <a:pt x="328012" y="169244"/>
                  </a:lnTo>
                  <a:lnTo>
                    <a:pt x="314388" y="119179"/>
                  </a:lnTo>
                  <a:lnTo>
                    <a:pt x="299996" y="73681"/>
                  </a:lnTo>
                  <a:lnTo>
                    <a:pt x="284884" y="33653"/>
                  </a:lnTo>
                  <a:lnTo>
                    <a:pt x="269101" y="0"/>
                  </a:lnTo>
                  <a:close/>
                </a:path>
              </a:pathLst>
            </a:custGeom>
            <a:solidFill>
              <a:srgbClr val="86C5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7" name="object 747" descr=""/>
            <p:cNvSpPr/>
            <p:nvPr/>
          </p:nvSpPr>
          <p:spPr>
            <a:xfrm>
              <a:off x="18770469" y="8102508"/>
              <a:ext cx="0" cy="579120"/>
            </a:xfrm>
            <a:custGeom>
              <a:avLst/>
              <a:gdLst/>
              <a:ahLst/>
              <a:cxnLst/>
              <a:rect l="l" t="t" r="r" b="b"/>
              <a:pathLst>
                <a:path w="0" h="579120">
                  <a:moveTo>
                    <a:pt x="0" y="0"/>
                  </a:moveTo>
                  <a:lnTo>
                    <a:pt x="0" y="578639"/>
                  </a:lnTo>
                </a:path>
              </a:pathLst>
            </a:custGeom>
            <a:ln w="12565">
              <a:solidFill>
                <a:srgbClr val="703B1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48" name="object 748" descr="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18648913" y="8118626"/>
              <a:ext cx="212783" cy="280135"/>
            </a:xfrm>
            <a:prstGeom prst="rect">
              <a:avLst/>
            </a:prstGeom>
          </p:spPr>
        </p:pic>
      </p:grpSp>
      <p:grpSp>
        <p:nvGrpSpPr>
          <p:cNvPr id="749" name="object 749" descr=""/>
          <p:cNvGrpSpPr/>
          <p:nvPr/>
        </p:nvGrpSpPr>
        <p:grpSpPr>
          <a:xfrm>
            <a:off x="15618282" y="7425519"/>
            <a:ext cx="385445" cy="1256030"/>
            <a:chOff x="15618282" y="7425519"/>
            <a:chExt cx="385445" cy="1256030"/>
          </a:xfrm>
        </p:grpSpPr>
        <p:sp>
          <p:nvSpPr>
            <p:cNvPr id="750" name="object 750" descr=""/>
            <p:cNvSpPr/>
            <p:nvPr/>
          </p:nvSpPr>
          <p:spPr>
            <a:xfrm>
              <a:off x="15618282" y="7425519"/>
              <a:ext cx="385445" cy="1013460"/>
            </a:xfrm>
            <a:custGeom>
              <a:avLst/>
              <a:gdLst/>
              <a:ahLst/>
              <a:cxnLst/>
              <a:rect l="l" t="t" r="r" b="b"/>
              <a:pathLst>
                <a:path w="385444" h="1013459">
                  <a:moveTo>
                    <a:pt x="198967" y="0"/>
                  </a:moveTo>
                  <a:lnTo>
                    <a:pt x="164122" y="20704"/>
                  </a:lnTo>
                  <a:lnTo>
                    <a:pt x="130949" y="77280"/>
                  </a:lnTo>
                  <a:lnTo>
                    <a:pt x="115192" y="116424"/>
                  </a:lnTo>
                  <a:lnTo>
                    <a:pt x="100097" y="161419"/>
                  </a:lnTo>
                  <a:lnTo>
                    <a:pt x="85743" y="211229"/>
                  </a:lnTo>
                  <a:lnTo>
                    <a:pt x="72212" y="264815"/>
                  </a:lnTo>
                  <a:lnTo>
                    <a:pt x="59585" y="321138"/>
                  </a:lnTo>
                  <a:lnTo>
                    <a:pt x="47944" y="379159"/>
                  </a:lnTo>
                  <a:lnTo>
                    <a:pt x="37369" y="437841"/>
                  </a:lnTo>
                  <a:lnTo>
                    <a:pt x="27940" y="496144"/>
                  </a:lnTo>
                  <a:lnTo>
                    <a:pt x="19741" y="553031"/>
                  </a:lnTo>
                  <a:lnTo>
                    <a:pt x="12850" y="607463"/>
                  </a:lnTo>
                  <a:lnTo>
                    <a:pt x="7349" y="658401"/>
                  </a:lnTo>
                  <a:lnTo>
                    <a:pt x="3320" y="704808"/>
                  </a:lnTo>
                  <a:lnTo>
                    <a:pt x="843" y="745644"/>
                  </a:lnTo>
                  <a:lnTo>
                    <a:pt x="0" y="779871"/>
                  </a:lnTo>
                  <a:lnTo>
                    <a:pt x="3913" y="842573"/>
                  </a:lnTo>
                  <a:lnTo>
                    <a:pt x="15138" y="893735"/>
                  </a:lnTo>
                  <a:lnTo>
                    <a:pt x="32899" y="934338"/>
                  </a:lnTo>
                  <a:lnTo>
                    <a:pt x="56422" y="965361"/>
                  </a:lnTo>
                  <a:lnTo>
                    <a:pt x="117653" y="1002589"/>
                  </a:lnTo>
                  <a:lnTo>
                    <a:pt x="192632" y="1013257"/>
                  </a:lnTo>
                  <a:lnTo>
                    <a:pt x="231457" y="1010753"/>
                  </a:lnTo>
                  <a:lnTo>
                    <a:pt x="300341" y="987785"/>
                  </a:lnTo>
                  <a:lnTo>
                    <a:pt x="352375" y="934338"/>
                  </a:lnTo>
                  <a:lnTo>
                    <a:pt x="370137" y="893735"/>
                  </a:lnTo>
                  <a:lnTo>
                    <a:pt x="381362" y="842573"/>
                  </a:lnTo>
                  <a:lnTo>
                    <a:pt x="385276" y="779871"/>
                  </a:lnTo>
                  <a:lnTo>
                    <a:pt x="384545" y="745644"/>
                  </a:lnTo>
                  <a:lnTo>
                    <a:pt x="382389" y="704808"/>
                  </a:lnTo>
                  <a:lnTo>
                    <a:pt x="378864" y="658401"/>
                  </a:lnTo>
                  <a:lnTo>
                    <a:pt x="374023" y="607463"/>
                  </a:lnTo>
                  <a:lnTo>
                    <a:pt x="367922" y="553031"/>
                  </a:lnTo>
                  <a:lnTo>
                    <a:pt x="360617" y="496144"/>
                  </a:lnTo>
                  <a:lnTo>
                    <a:pt x="352161" y="437841"/>
                  </a:lnTo>
                  <a:lnTo>
                    <a:pt x="342610" y="379159"/>
                  </a:lnTo>
                  <a:lnTo>
                    <a:pt x="332019" y="321138"/>
                  </a:lnTo>
                  <a:lnTo>
                    <a:pt x="320443" y="264815"/>
                  </a:lnTo>
                  <a:lnTo>
                    <a:pt x="307937" y="211229"/>
                  </a:lnTo>
                  <a:lnTo>
                    <a:pt x="294556" y="161419"/>
                  </a:lnTo>
                  <a:lnTo>
                    <a:pt x="280354" y="116424"/>
                  </a:lnTo>
                  <a:lnTo>
                    <a:pt x="265388" y="77280"/>
                  </a:lnTo>
                  <a:lnTo>
                    <a:pt x="233378" y="20704"/>
                  </a:lnTo>
                  <a:lnTo>
                    <a:pt x="198967" y="0"/>
                  </a:lnTo>
                  <a:close/>
                </a:path>
              </a:pathLst>
            </a:custGeom>
            <a:solidFill>
              <a:srgbClr val="9FD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1" name="object 751" descr=""/>
            <p:cNvSpPr/>
            <p:nvPr/>
          </p:nvSpPr>
          <p:spPr>
            <a:xfrm>
              <a:off x="15624365" y="7475487"/>
              <a:ext cx="379730" cy="963294"/>
            </a:xfrm>
            <a:custGeom>
              <a:avLst/>
              <a:gdLst/>
              <a:ahLst/>
              <a:cxnLst/>
              <a:rect l="l" t="t" r="r" b="b"/>
              <a:pathLst>
                <a:path w="379730" h="963295">
                  <a:moveTo>
                    <a:pt x="246327" y="0"/>
                  </a:moveTo>
                  <a:lnTo>
                    <a:pt x="259441" y="45687"/>
                  </a:lnTo>
                  <a:lnTo>
                    <a:pt x="271781" y="95241"/>
                  </a:lnTo>
                  <a:lnTo>
                    <a:pt x="283299" y="147759"/>
                  </a:lnTo>
                  <a:lnTo>
                    <a:pt x="293946" y="202338"/>
                  </a:lnTo>
                  <a:lnTo>
                    <a:pt x="303675" y="258076"/>
                  </a:lnTo>
                  <a:lnTo>
                    <a:pt x="312439" y="314070"/>
                  </a:lnTo>
                  <a:lnTo>
                    <a:pt x="320190" y="369417"/>
                  </a:lnTo>
                  <a:lnTo>
                    <a:pt x="326879" y="423215"/>
                  </a:lnTo>
                  <a:lnTo>
                    <a:pt x="332459" y="474561"/>
                  </a:lnTo>
                  <a:lnTo>
                    <a:pt x="336882" y="522552"/>
                  </a:lnTo>
                  <a:lnTo>
                    <a:pt x="340100" y="566286"/>
                  </a:lnTo>
                  <a:lnTo>
                    <a:pt x="342067" y="604861"/>
                  </a:lnTo>
                  <a:lnTo>
                    <a:pt x="342733" y="637373"/>
                  </a:lnTo>
                  <a:lnTo>
                    <a:pt x="338819" y="700075"/>
                  </a:lnTo>
                  <a:lnTo>
                    <a:pt x="327594" y="751238"/>
                  </a:lnTo>
                  <a:lnTo>
                    <a:pt x="309832" y="791843"/>
                  </a:lnTo>
                  <a:lnTo>
                    <a:pt x="286309" y="822868"/>
                  </a:lnTo>
                  <a:lnTo>
                    <a:pt x="225075" y="860100"/>
                  </a:lnTo>
                  <a:lnTo>
                    <a:pt x="150089" y="870769"/>
                  </a:lnTo>
                  <a:lnTo>
                    <a:pt x="106014" y="867482"/>
                  </a:lnTo>
                  <a:lnTo>
                    <a:pt x="65542" y="856654"/>
                  </a:lnTo>
                  <a:lnTo>
                    <a:pt x="29821" y="836834"/>
                  </a:lnTo>
                  <a:lnTo>
                    <a:pt x="0" y="806572"/>
                  </a:lnTo>
                  <a:lnTo>
                    <a:pt x="15021" y="860264"/>
                  </a:lnTo>
                  <a:lnTo>
                    <a:pt x="37940" y="901069"/>
                  </a:lnTo>
                  <a:lnTo>
                    <a:pt x="67653" y="930381"/>
                  </a:lnTo>
                  <a:lnTo>
                    <a:pt x="103060" y="949592"/>
                  </a:lnTo>
                  <a:lnTo>
                    <a:pt x="143059" y="960098"/>
                  </a:lnTo>
                  <a:lnTo>
                    <a:pt x="186549" y="963290"/>
                  </a:lnTo>
                  <a:lnTo>
                    <a:pt x="225373" y="960786"/>
                  </a:lnTo>
                  <a:lnTo>
                    <a:pt x="294258" y="937818"/>
                  </a:lnTo>
                  <a:lnTo>
                    <a:pt x="346292" y="884371"/>
                  </a:lnTo>
                  <a:lnTo>
                    <a:pt x="364053" y="843768"/>
                  </a:lnTo>
                  <a:lnTo>
                    <a:pt x="375278" y="792605"/>
                  </a:lnTo>
                  <a:lnTo>
                    <a:pt x="379192" y="729904"/>
                  </a:lnTo>
                  <a:lnTo>
                    <a:pt x="378478" y="696102"/>
                  </a:lnTo>
                  <a:lnTo>
                    <a:pt x="376370" y="655828"/>
                  </a:lnTo>
                  <a:lnTo>
                    <a:pt x="372921" y="610087"/>
                  </a:lnTo>
                  <a:lnTo>
                    <a:pt x="368186" y="559880"/>
                  </a:lnTo>
                  <a:lnTo>
                    <a:pt x="362216" y="506213"/>
                  </a:lnTo>
                  <a:lnTo>
                    <a:pt x="355065" y="450089"/>
                  </a:lnTo>
                  <a:lnTo>
                    <a:pt x="346786" y="392511"/>
                  </a:lnTo>
                  <a:lnTo>
                    <a:pt x="337433" y="334484"/>
                  </a:lnTo>
                  <a:lnTo>
                    <a:pt x="327057" y="277010"/>
                  </a:lnTo>
                  <a:lnTo>
                    <a:pt x="315714" y="221093"/>
                  </a:lnTo>
                  <a:lnTo>
                    <a:pt x="303455" y="167738"/>
                  </a:lnTo>
                  <a:lnTo>
                    <a:pt x="290333" y="117947"/>
                  </a:lnTo>
                  <a:lnTo>
                    <a:pt x="276403" y="72725"/>
                  </a:lnTo>
                  <a:lnTo>
                    <a:pt x="261716" y="33074"/>
                  </a:lnTo>
                  <a:lnTo>
                    <a:pt x="246327" y="0"/>
                  </a:lnTo>
                  <a:close/>
                </a:path>
              </a:pathLst>
            </a:custGeom>
            <a:solidFill>
              <a:srgbClr val="86C5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2" name="object 752" descr=""/>
            <p:cNvSpPr/>
            <p:nvPr/>
          </p:nvSpPr>
          <p:spPr>
            <a:xfrm>
              <a:off x="15821516" y="8152253"/>
              <a:ext cx="0" cy="528955"/>
            </a:xfrm>
            <a:custGeom>
              <a:avLst/>
              <a:gdLst/>
              <a:ahLst/>
              <a:cxnLst/>
              <a:rect l="l" t="t" r="r" b="b"/>
              <a:pathLst>
                <a:path w="0" h="528954">
                  <a:moveTo>
                    <a:pt x="0" y="0"/>
                  </a:moveTo>
                  <a:lnTo>
                    <a:pt x="0" y="528894"/>
                  </a:lnTo>
                </a:path>
              </a:pathLst>
            </a:custGeom>
            <a:ln w="12565">
              <a:solidFill>
                <a:srgbClr val="703B1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53" name="object 753" descr="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15709716" y="8166475"/>
              <a:ext cx="195836" cy="257493"/>
            </a:xfrm>
            <a:prstGeom prst="rect">
              <a:avLst/>
            </a:prstGeom>
          </p:spPr>
        </p:pic>
      </p:grpSp>
      <p:grpSp>
        <p:nvGrpSpPr>
          <p:cNvPr id="754" name="object 754" descr=""/>
          <p:cNvGrpSpPr/>
          <p:nvPr/>
        </p:nvGrpSpPr>
        <p:grpSpPr>
          <a:xfrm>
            <a:off x="13987459" y="7342600"/>
            <a:ext cx="986790" cy="429259"/>
            <a:chOff x="13987459" y="7342600"/>
            <a:chExt cx="986790" cy="429259"/>
          </a:xfrm>
        </p:grpSpPr>
        <p:sp>
          <p:nvSpPr>
            <p:cNvPr id="755" name="object 755" descr=""/>
            <p:cNvSpPr/>
            <p:nvPr/>
          </p:nvSpPr>
          <p:spPr>
            <a:xfrm>
              <a:off x="13987459" y="7342600"/>
              <a:ext cx="986790" cy="429259"/>
            </a:xfrm>
            <a:custGeom>
              <a:avLst/>
              <a:gdLst/>
              <a:ahLst/>
              <a:cxnLst/>
              <a:rect l="l" t="t" r="r" b="b"/>
              <a:pathLst>
                <a:path w="986790" h="429259">
                  <a:moveTo>
                    <a:pt x="418720" y="0"/>
                  </a:moveTo>
                  <a:lnTo>
                    <a:pt x="365128" y="5386"/>
                  </a:lnTo>
                  <a:lnTo>
                    <a:pt x="316136" y="20701"/>
                  </a:lnTo>
                  <a:lnTo>
                    <a:pt x="273245" y="44677"/>
                  </a:lnTo>
                  <a:lnTo>
                    <a:pt x="237958" y="76049"/>
                  </a:lnTo>
                  <a:lnTo>
                    <a:pt x="211777" y="113549"/>
                  </a:lnTo>
                  <a:lnTo>
                    <a:pt x="196203" y="155911"/>
                  </a:lnTo>
                  <a:lnTo>
                    <a:pt x="179271" y="144435"/>
                  </a:lnTo>
                  <a:lnTo>
                    <a:pt x="160013" y="135789"/>
                  </a:lnTo>
                  <a:lnTo>
                    <a:pt x="138850" y="130334"/>
                  </a:lnTo>
                  <a:lnTo>
                    <a:pt x="116205" y="128435"/>
                  </a:lnTo>
                  <a:lnTo>
                    <a:pt x="70970" y="136305"/>
                  </a:lnTo>
                  <a:lnTo>
                    <a:pt x="34032" y="157768"/>
                  </a:lnTo>
                  <a:lnTo>
                    <a:pt x="9130" y="189603"/>
                  </a:lnTo>
                  <a:lnTo>
                    <a:pt x="0" y="228589"/>
                  </a:lnTo>
                  <a:lnTo>
                    <a:pt x="5390" y="258840"/>
                  </a:lnTo>
                  <a:lnTo>
                    <a:pt x="20458" y="285382"/>
                  </a:lnTo>
                  <a:lnTo>
                    <a:pt x="43551" y="306779"/>
                  </a:lnTo>
                  <a:lnTo>
                    <a:pt x="73013" y="321592"/>
                  </a:lnTo>
                  <a:lnTo>
                    <a:pt x="72856" y="325131"/>
                  </a:lnTo>
                  <a:lnTo>
                    <a:pt x="76061" y="341005"/>
                  </a:lnTo>
                  <a:lnTo>
                    <a:pt x="84802" y="353969"/>
                  </a:lnTo>
                  <a:lnTo>
                    <a:pt x="97766" y="362710"/>
                  </a:lnTo>
                  <a:lnTo>
                    <a:pt x="113640" y="365915"/>
                  </a:lnTo>
                  <a:lnTo>
                    <a:pt x="129508" y="362710"/>
                  </a:lnTo>
                  <a:lnTo>
                    <a:pt x="142469" y="353969"/>
                  </a:lnTo>
                  <a:lnTo>
                    <a:pt x="151209" y="341005"/>
                  </a:lnTo>
                  <a:lnTo>
                    <a:pt x="154414" y="325131"/>
                  </a:lnTo>
                  <a:lnTo>
                    <a:pt x="154372" y="323204"/>
                  </a:lnTo>
                  <a:lnTo>
                    <a:pt x="173504" y="315729"/>
                  </a:lnTo>
                  <a:lnTo>
                    <a:pt x="190597" y="305520"/>
                  </a:lnTo>
                  <a:lnTo>
                    <a:pt x="205274" y="292902"/>
                  </a:lnTo>
                  <a:lnTo>
                    <a:pt x="217155" y="278200"/>
                  </a:lnTo>
                  <a:lnTo>
                    <a:pt x="244089" y="312744"/>
                  </a:lnTo>
                  <a:lnTo>
                    <a:pt x="279006" y="341514"/>
                  </a:lnTo>
                  <a:lnTo>
                    <a:pt x="320613" y="363416"/>
                  </a:lnTo>
                  <a:lnTo>
                    <a:pt x="367616" y="377359"/>
                  </a:lnTo>
                  <a:lnTo>
                    <a:pt x="418720" y="382250"/>
                  </a:lnTo>
                  <a:lnTo>
                    <a:pt x="466243" y="378031"/>
                  </a:lnTo>
                  <a:lnTo>
                    <a:pt x="510319" y="365957"/>
                  </a:lnTo>
                  <a:lnTo>
                    <a:pt x="549914" y="346899"/>
                  </a:lnTo>
                  <a:lnTo>
                    <a:pt x="583996" y="321730"/>
                  </a:lnTo>
                  <a:lnTo>
                    <a:pt x="611531" y="291320"/>
                  </a:lnTo>
                  <a:lnTo>
                    <a:pt x="628867" y="300061"/>
                  </a:lnTo>
                  <a:lnTo>
                    <a:pt x="647371" y="305375"/>
                  </a:lnTo>
                  <a:lnTo>
                    <a:pt x="666541" y="307167"/>
                  </a:lnTo>
                  <a:lnTo>
                    <a:pt x="685874" y="305341"/>
                  </a:lnTo>
                  <a:lnTo>
                    <a:pt x="700299" y="353756"/>
                  </a:lnTo>
                  <a:lnTo>
                    <a:pt x="731604" y="392900"/>
                  </a:lnTo>
                  <a:lnTo>
                    <a:pt x="775849" y="419088"/>
                  </a:lnTo>
                  <a:lnTo>
                    <a:pt x="829095" y="428636"/>
                  </a:lnTo>
                  <a:lnTo>
                    <a:pt x="874524" y="421762"/>
                  </a:lnTo>
                  <a:lnTo>
                    <a:pt x="913977" y="402623"/>
                  </a:lnTo>
                  <a:lnTo>
                    <a:pt x="945089" y="373439"/>
                  </a:lnTo>
                  <a:lnTo>
                    <a:pt x="965491" y="336432"/>
                  </a:lnTo>
                  <a:lnTo>
                    <a:pt x="972818" y="293823"/>
                  </a:lnTo>
                  <a:lnTo>
                    <a:pt x="972150" y="280737"/>
                  </a:lnTo>
                  <a:lnTo>
                    <a:pt x="970145" y="267822"/>
                  </a:lnTo>
                  <a:lnTo>
                    <a:pt x="966825" y="255181"/>
                  </a:lnTo>
                  <a:lnTo>
                    <a:pt x="962190" y="242914"/>
                  </a:lnTo>
                  <a:lnTo>
                    <a:pt x="969781" y="239678"/>
                  </a:lnTo>
                  <a:lnTo>
                    <a:pt x="976211" y="234212"/>
                  </a:lnTo>
                  <a:lnTo>
                    <a:pt x="980640" y="227239"/>
                  </a:lnTo>
                  <a:lnTo>
                    <a:pt x="986436" y="212121"/>
                  </a:lnTo>
                  <a:lnTo>
                    <a:pt x="986000" y="196496"/>
                  </a:lnTo>
                  <a:lnTo>
                    <a:pt x="979734" y="182175"/>
                  </a:lnTo>
                  <a:lnTo>
                    <a:pt x="968043" y="170968"/>
                  </a:lnTo>
                  <a:lnTo>
                    <a:pt x="952925" y="165167"/>
                  </a:lnTo>
                  <a:lnTo>
                    <a:pt x="937299" y="165603"/>
                  </a:lnTo>
                  <a:lnTo>
                    <a:pt x="922975" y="171868"/>
                  </a:lnTo>
                  <a:lnTo>
                    <a:pt x="911762" y="183554"/>
                  </a:lnTo>
                  <a:lnTo>
                    <a:pt x="876973" y="166796"/>
                  </a:lnTo>
                  <a:lnTo>
                    <a:pt x="839673" y="159391"/>
                  </a:lnTo>
                  <a:lnTo>
                    <a:pt x="801701" y="161472"/>
                  </a:lnTo>
                  <a:lnTo>
                    <a:pt x="764898" y="173167"/>
                  </a:lnTo>
                  <a:lnTo>
                    <a:pt x="763652" y="169209"/>
                  </a:lnTo>
                  <a:lnTo>
                    <a:pt x="736491" y="128308"/>
                  </a:lnTo>
                  <a:lnTo>
                    <a:pt x="702797" y="107545"/>
                  </a:lnTo>
                  <a:lnTo>
                    <a:pt x="663776" y="100930"/>
                  </a:lnTo>
                  <a:lnTo>
                    <a:pt x="623823" y="110122"/>
                  </a:lnTo>
                  <a:lnTo>
                    <a:pt x="597335" y="73676"/>
                  </a:lnTo>
                  <a:lnTo>
                    <a:pt x="562156" y="43241"/>
                  </a:lnTo>
                  <a:lnTo>
                    <a:pt x="519711" y="20017"/>
                  </a:lnTo>
                  <a:lnTo>
                    <a:pt x="471424" y="5204"/>
                  </a:lnTo>
                  <a:lnTo>
                    <a:pt x="418720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6" name="object 756" descr=""/>
            <p:cNvSpPr/>
            <p:nvPr/>
          </p:nvSpPr>
          <p:spPr>
            <a:xfrm>
              <a:off x="14060741" y="7408068"/>
              <a:ext cx="398145" cy="250825"/>
            </a:xfrm>
            <a:custGeom>
              <a:avLst/>
              <a:gdLst/>
              <a:ahLst/>
              <a:cxnLst/>
              <a:rect l="l" t="t" r="r" b="b"/>
              <a:pathLst>
                <a:path w="398144" h="250825">
                  <a:moveTo>
                    <a:pt x="17919" y="184708"/>
                  </a:moveTo>
                  <a:lnTo>
                    <a:pt x="13906" y="180708"/>
                  </a:lnTo>
                  <a:lnTo>
                    <a:pt x="8953" y="180708"/>
                  </a:lnTo>
                  <a:lnTo>
                    <a:pt x="4000" y="180708"/>
                  </a:lnTo>
                  <a:lnTo>
                    <a:pt x="0" y="184708"/>
                  </a:lnTo>
                  <a:lnTo>
                    <a:pt x="0" y="194614"/>
                  </a:lnTo>
                  <a:lnTo>
                    <a:pt x="4000" y="198628"/>
                  </a:lnTo>
                  <a:lnTo>
                    <a:pt x="13906" y="198628"/>
                  </a:lnTo>
                  <a:lnTo>
                    <a:pt x="17919" y="194614"/>
                  </a:lnTo>
                  <a:lnTo>
                    <a:pt x="17919" y="184708"/>
                  </a:lnTo>
                  <a:close/>
                </a:path>
                <a:path w="398144" h="250825">
                  <a:moveTo>
                    <a:pt x="86588" y="120700"/>
                  </a:moveTo>
                  <a:lnTo>
                    <a:pt x="82588" y="116700"/>
                  </a:lnTo>
                  <a:lnTo>
                    <a:pt x="77635" y="116700"/>
                  </a:lnTo>
                  <a:lnTo>
                    <a:pt x="72682" y="116700"/>
                  </a:lnTo>
                  <a:lnTo>
                    <a:pt x="68668" y="120700"/>
                  </a:lnTo>
                  <a:lnTo>
                    <a:pt x="68668" y="130606"/>
                  </a:lnTo>
                  <a:lnTo>
                    <a:pt x="72682" y="134620"/>
                  </a:lnTo>
                  <a:lnTo>
                    <a:pt x="82588" y="134620"/>
                  </a:lnTo>
                  <a:lnTo>
                    <a:pt x="86588" y="130606"/>
                  </a:lnTo>
                  <a:lnTo>
                    <a:pt x="86588" y="120700"/>
                  </a:lnTo>
                  <a:close/>
                </a:path>
                <a:path w="398144" h="250825">
                  <a:moveTo>
                    <a:pt x="119062" y="143929"/>
                  </a:moveTo>
                  <a:lnTo>
                    <a:pt x="115062" y="139928"/>
                  </a:lnTo>
                  <a:lnTo>
                    <a:pt x="110109" y="139928"/>
                  </a:lnTo>
                  <a:lnTo>
                    <a:pt x="105156" y="139928"/>
                  </a:lnTo>
                  <a:lnTo>
                    <a:pt x="101142" y="143929"/>
                  </a:lnTo>
                  <a:lnTo>
                    <a:pt x="101142" y="153835"/>
                  </a:lnTo>
                  <a:lnTo>
                    <a:pt x="105156" y="157848"/>
                  </a:lnTo>
                  <a:lnTo>
                    <a:pt x="115062" y="157848"/>
                  </a:lnTo>
                  <a:lnTo>
                    <a:pt x="119062" y="153835"/>
                  </a:lnTo>
                  <a:lnTo>
                    <a:pt x="119062" y="143929"/>
                  </a:lnTo>
                  <a:close/>
                </a:path>
                <a:path w="398144" h="250825">
                  <a:moveTo>
                    <a:pt x="205346" y="193675"/>
                  </a:moveTo>
                  <a:lnTo>
                    <a:pt x="201345" y="189661"/>
                  </a:lnTo>
                  <a:lnTo>
                    <a:pt x="196392" y="189661"/>
                  </a:lnTo>
                  <a:lnTo>
                    <a:pt x="191439" y="189661"/>
                  </a:lnTo>
                  <a:lnTo>
                    <a:pt x="187426" y="193675"/>
                  </a:lnTo>
                  <a:lnTo>
                    <a:pt x="187426" y="203581"/>
                  </a:lnTo>
                  <a:lnTo>
                    <a:pt x="191439" y="207594"/>
                  </a:lnTo>
                  <a:lnTo>
                    <a:pt x="201345" y="207594"/>
                  </a:lnTo>
                  <a:lnTo>
                    <a:pt x="205346" y="203581"/>
                  </a:lnTo>
                  <a:lnTo>
                    <a:pt x="205346" y="193675"/>
                  </a:lnTo>
                  <a:close/>
                </a:path>
                <a:path w="398144" h="250825">
                  <a:moveTo>
                    <a:pt x="210921" y="120700"/>
                  </a:moveTo>
                  <a:lnTo>
                    <a:pt x="206908" y="116700"/>
                  </a:lnTo>
                  <a:lnTo>
                    <a:pt x="201955" y="116700"/>
                  </a:lnTo>
                  <a:lnTo>
                    <a:pt x="197002" y="116700"/>
                  </a:lnTo>
                  <a:lnTo>
                    <a:pt x="192989" y="120700"/>
                  </a:lnTo>
                  <a:lnTo>
                    <a:pt x="192989" y="130606"/>
                  </a:lnTo>
                  <a:lnTo>
                    <a:pt x="197002" y="134620"/>
                  </a:lnTo>
                  <a:lnTo>
                    <a:pt x="206908" y="134620"/>
                  </a:lnTo>
                  <a:lnTo>
                    <a:pt x="210921" y="130606"/>
                  </a:lnTo>
                  <a:lnTo>
                    <a:pt x="210921" y="120700"/>
                  </a:lnTo>
                  <a:close/>
                </a:path>
                <a:path w="398144" h="250825">
                  <a:moveTo>
                    <a:pt x="266700" y="4013"/>
                  </a:moveTo>
                  <a:lnTo>
                    <a:pt x="262686" y="0"/>
                  </a:lnTo>
                  <a:lnTo>
                    <a:pt x="257733" y="0"/>
                  </a:lnTo>
                  <a:lnTo>
                    <a:pt x="252780" y="0"/>
                  </a:lnTo>
                  <a:lnTo>
                    <a:pt x="248767" y="4013"/>
                  </a:lnTo>
                  <a:lnTo>
                    <a:pt x="248767" y="13919"/>
                  </a:lnTo>
                  <a:lnTo>
                    <a:pt x="252780" y="17932"/>
                  </a:lnTo>
                  <a:lnTo>
                    <a:pt x="262686" y="17932"/>
                  </a:lnTo>
                  <a:lnTo>
                    <a:pt x="266700" y="13919"/>
                  </a:lnTo>
                  <a:lnTo>
                    <a:pt x="266700" y="4013"/>
                  </a:lnTo>
                  <a:close/>
                </a:path>
                <a:path w="398144" h="250825">
                  <a:moveTo>
                    <a:pt x="283819" y="199199"/>
                  </a:moveTo>
                  <a:lnTo>
                    <a:pt x="279819" y="195199"/>
                  </a:lnTo>
                  <a:lnTo>
                    <a:pt x="274866" y="195199"/>
                  </a:lnTo>
                  <a:lnTo>
                    <a:pt x="269913" y="195199"/>
                  </a:lnTo>
                  <a:lnTo>
                    <a:pt x="265899" y="199199"/>
                  </a:lnTo>
                  <a:lnTo>
                    <a:pt x="265899" y="209105"/>
                  </a:lnTo>
                  <a:lnTo>
                    <a:pt x="269913" y="213118"/>
                  </a:lnTo>
                  <a:lnTo>
                    <a:pt x="279819" y="213118"/>
                  </a:lnTo>
                  <a:lnTo>
                    <a:pt x="283819" y="209105"/>
                  </a:lnTo>
                  <a:lnTo>
                    <a:pt x="283819" y="199199"/>
                  </a:lnTo>
                  <a:close/>
                </a:path>
                <a:path w="398144" h="250825">
                  <a:moveTo>
                    <a:pt x="288950" y="47142"/>
                  </a:moveTo>
                  <a:lnTo>
                    <a:pt x="284937" y="43129"/>
                  </a:lnTo>
                  <a:lnTo>
                    <a:pt x="279984" y="43129"/>
                  </a:lnTo>
                  <a:lnTo>
                    <a:pt x="275031" y="43129"/>
                  </a:lnTo>
                  <a:lnTo>
                    <a:pt x="271018" y="47142"/>
                  </a:lnTo>
                  <a:lnTo>
                    <a:pt x="271018" y="57048"/>
                  </a:lnTo>
                  <a:lnTo>
                    <a:pt x="275031" y="61061"/>
                  </a:lnTo>
                  <a:lnTo>
                    <a:pt x="284937" y="61061"/>
                  </a:lnTo>
                  <a:lnTo>
                    <a:pt x="288950" y="57048"/>
                  </a:lnTo>
                  <a:lnTo>
                    <a:pt x="288950" y="47142"/>
                  </a:lnTo>
                  <a:close/>
                </a:path>
                <a:path w="398144" h="250825">
                  <a:moveTo>
                    <a:pt x="305409" y="166789"/>
                  </a:moveTo>
                  <a:lnTo>
                    <a:pt x="301396" y="162775"/>
                  </a:lnTo>
                  <a:lnTo>
                    <a:pt x="296443" y="162775"/>
                  </a:lnTo>
                  <a:lnTo>
                    <a:pt x="291490" y="162775"/>
                  </a:lnTo>
                  <a:lnTo>
                    <a:pt x="287477" y="166789"/>
                  </a:lnTo>
                  <a:lnTo>
                    <a:pt x="287477" y="176695"/>
                  </a:lnTo>
                  <a:lnTo>
                    <a:pt x="291490" y="180708"/>
                  </a:lnTo>
                  <a:lnTo>
                    <a:pt x="301396" y="180708"/>
                  </a:lnTo>
                  <a:lnTo>
                    <a:pt x="305409" y="176695"/>
                  </a:lnTo>
                  <a:lnTo>
                    <a:pt x="305409" y="166789"/>
                  </a:lnTo>
                  <a:close/>
                </a:path>
                <a:path w="398144" h="250825">
                  <a:moveTo>
                    <a:pt x="319493" y="29730"/>
                  </a:moveTo>
                  <a:lnTo>
                    <a:pt x="315480" y="25717"/>
                  </a:lnTo>
                  <a:lnTo>
                    <a:pt x="310527" y="25717"/>
                  </a:lnTo>
                  <a:lnTo>
                    <a:pt x="305574" y="25717"/>
                  </a:lnTo>
                  <a:lnTo>
                    <a:pt x="301561" y="29730"/>
                  </a:lnTo>
                  <a:lnTo>
                    <a:pt x="301561" y="39636"/>
                  </a:lnTo>
                  <a:lnTo>
                    <a:pt x="305574" y="43649"/>
                  </a:lnTo>
                  <a:lnTo>
                    <a:pt x="315480" y="43649"/>
                  </a:lnTo>
                  <a:lnTo>
                    <a:pt x="319493" y="39636"/>
                  </a:lnTo>
                  <a:lnTo>
                    <a:pt x="319493" y="29730"/>
                  </a:lnTo>
                  <a:close/>
                </a:path>
                <a:path w="398144" h="250825">
                  <a:moveTo>
                    <a:pt x="368719" y="236753"/>
                  </a:moveTo>
                  <a:lnTo>
                    <a:pt x="364705" y="232740"/>
                  </a:lnTo>
                  <a:lnTo>
                    <a:pt x="359752" y="232740"/>
                  </a:lnTo>
                  <a:lnTo>
                    <a:pt x="354799" y="232740"/>
                  </a:lnTo>
                  <a:lnTo>
                    <a:pt x="350799" y="236753"/>
                  </a:lnTo>
                  <a:lnTo>
                    <a:pt x="350799" y="246659"/>
                  </a:lnTo>
                  <a:lnTo>
                    <a:pt x="354799" y="250672"/>
                  </a:lnTo>
                  <a:lnTo>
                    <a:pt x="364705" y="250672"/>
                  </a:lnTo>
                  <a:lnTo>
                    <a:pt x="368719" y="246659"/>
                  </a:lnTo>
                  <a:lnTo>
                    <a:pt x="368719" y="236753"/>
                  </a:lnTo>
                  <a:close/>
                </a:path>
                <a:path w="398144" h="250825">
                  <a:moveTo>
                    <a:pt x="397776" y="94208"/>
                  </a:moveTo>
                  <a:lnTo>
                    <a:pt x="393776" y="90195"/>
                  </a:lnTo>
                  <a:lnTo>
                    <a:pt x="388823" y="90195"/>
                  </a:lnTo>
                  <a:lnTo>
                    <a:pt x="383870" y="90195"/>
                  </a:lnTo>
                  <a:lnTo>
                    <a:pt x="379857" y="94208"/>
                  </a:lnTo>
                  <a:lnTo>
                    <a:pt x="379857" y="104101"/>
                  </a:lnTo>
                  <a:lnTo>
                    <a:pt x="383870" y="108115"/>
                  </a:lnTo>
                  <a:lnTo>
                    <a:pt x="393776" y="108115"/>
                  </a:lnTo>
                  <a:lnTo>
                    <a:pt x="397776" y="104101"/>
                  </a:lnTo>
                  <a:lnTo>
                    <a:pt x="397776" y="94208"/>
                  </a:lnTo>
                  <a:close/>
                </a:path>
              </a:pathLst>
            </a:custGeom>
            <a:solidFill>
              <a:srgbClr val="DB612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57" name="object 757" descr=""/>
          <p:cNvSpPr/>
          <p:nvPr/>
        </p:nvSpPr>
        <p:spPr>
          <a:xfrm>
            <a:off x="14476251" y="7974839"/>
            <a:ext cx="18415" cy="18415"/>
          </a:xfrm>
          <a:custGeom>
            <a:avLst/>
            <a:gdLst/>
            <a:ahLst/>
            <a:cxnLst/>
            <a:rect l="l" t="t" r="r" b="b"/>
            <a:pathLst>
              <a:path w="18415" h="18415">
                <a:moveTo>
                  <a:pt x="13915" y="0"/>
                </a:moveTo>
                <a:lnTo>
                  <a:pt x="8963" y="0"/>
                </a:lnTo>
                <a:lnTo>
                  <a:pt x="4010" y="0"/>
                </a:lnTo>
                <a:lnTo>
                  <a:pt x="0" y="4010"/>
                </a:lnTo>
                <a:lnTo>
                  <a:pt x="0" y="13915"/>
                </a:lnTo>
                <a:lnTo>
                  <a:pt x="4010" y="17926"/>
                </a:lnTo>
                <a:lnTo>
                  <a:pt x="13915" y="17926"/>
                </a:lnTo>
                <a:lnTo>
                  <a:pt x="17926" y="13915"/>
                </a:lnTo>
                <a:lnTo>
                  <a:pt x="17926" y="4010"/>
                </a:lnTo>
                <a:lnTo>
                  <a:pt x="13915" y="0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8" name="object 758" descr=""/>
          <p:cNvSpPr/>
          <p:nvPr/>
        </p:nvSpPr>
        <p:spPr>
          <a:xfrm>
            <a:off x="14764179" y="7469108"/>
            <a:ext cx="18415" cy="18415"/>
          </a:xfrm>
          <a:custGeom>
            <a:avLst/>
            <a:gdLst/>
            <a:ahLst/>
            <a:cxnLst/>
            <a:rect l="l" t="t" r="r" b="b"/>
            <a:pathLst>
              <a:path w="18415" h="18415">
                <a:moveTo>
                  <a:pt x="13915" y="0"/>
                </a:moveTo>
                <a:lnTo>
                  <a:pt x="8963" y="0"/>
                </a:lnTo>
                <a:lnTo>
                  <a:pt x="4010" y="0"/>
                </a:lnTo>
                <a:lnTo>
                  <a:pt x="0" y="4010"/>
                </a:lnTo>
                <a:lnTo>
                  <a:pt x="0" y="13915"/>
                </a:lnTo>
                <a:lnTo>
                  <a:pt x="4010" y="17926"/>
                </a:lnTo>
                <a:lnTo>
                  <a:pt x="13915" y="17926"/>
                </a:lnTo>
                <a:lnTo>
                  <a:pt x="17926" y="13915"/>
                </a:lnTo>
                <a:lnTo>
                  <a:pt x="17926" y="4010"/>
                </a:lnTo>
                <a:lnTo>
                  <a:pt x="13915" y="0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9" name="object 759" descr=""/>
          <p:cNvSpPr/>
          <p:nvPr/>
        </p:nvSpPr>
        <p:spPr>
          <a:xfrm>
            <a:off x="14030763" y="7674286"/>
            <a:ext cx="18415" cy="18415"/>
          </a:xfrm>
          <a:custGeom>
            <a:avLst/>
            <a:gdLst/>
            <a:ahLst/>
            <a:cxnLst/>
            <a:rect l="l" t="t" r="r" b="b"/>
            <a:pathLst>
              <a:path w="18415" h="18415">
                <a:moveTo>
                  <a:pt x="13915" y="0"/>
                </a:moveTo>
                <a:lnTo>
                  <a:pt x="8963" y="0"/>
                </a:lnTo>
                <a:lnTo>
                  <a:pt x="4010" y="0"/>
                </a:lnTo>
                <a:lnTo>
                  <a:pt x="0" y="4010"/>
                </a:lnTo>
                <a:lnTo>
                  <a:pt x="0" y="13915"/>
                </a:lnTo>
                <a:lnTo>
                  <a:pt x="4010" y="17926"/>
                </a:lnTo>
                <a:lnTo>
                  <a:pt x="13915" y="17926"/>
                </a:lnTo>
                <a:lnTo>
                  <a:pt x="17926" y="13915"/>
                </a:lnTo>
                <a:lnTo>
                  <a:pt x="17926" y="4010"/>
                </a:lnTo>
                <a:lnTo>
                  <a:pt x="13915" y="0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0" name="object 760" descr=""/>
          <p:cNvSpPr/>
          <p:nvPr/>
        </p:nvSpPr>
        <p:spPr>
          <a:xfrm>
            <a:off x="14503133" y="7405210"/>
            <a:ext cx="27305" cy="60325"/>
          </a:xfrm>
          <a:custGeom>
            <a:avLst/>
            <a:gdLst/>
            <a:ahLst/>
            <a:cxnLst/>
            <a:rect l="l" t="t" r="r" b="b"/>
            <a:pathLst>
              <a:path w="27305" h="60325">
                <a:moveTo>
                  <a:pt x="17919" y="4013"/>
                </a:moveTo>
                <a:lnTo>
                  <a:pt x="13919" y="0"/>
                </a:lnTo>
                <a:lnTo>
                  <a:pt x="8966" y="0"/>
                </a:lnTo>
                <a:lnTo>
                  <a:pt x="4013" y="0"/>
                </a:lnTo>
                <a:lnTo>
                  <a:pt x="0" y="4013"/>
                </a:lnTo>
                <a:lnTo>
                  <a:pt x="0" y="13919"/>
                </a:lnTo>
                <a:lnTo>
                  <a:pt x="4013" y="17932"/>
                </a:lnTo>
                <a:lnTo>
                  <a:pt x="13919" y="17932"/>
                </a:lnTo>
                <a:lnTo>
                  <a:pt x="17919" y="13919"/>
                </a:lnTo>
                <a:lnTo>
                  <a:pt x="17919" y="4013"/>
                </a:lnTo>
                <a:close/>
              </a:path>
              <a:path w="27305" h="60325">
                <a:moveTo>
                  <a:pt x="26873" y="45796"/>
                </a:moveTo>
                <a:lnTo>
                  <a:pt x="22872" y="41783"/>
                </a:lnTo>
                <a:lnTo>
                  <a:pt x="17919" y="41783"/>
                </a:lnTo>
                <a:lnTo>
                  <a:pt x="12966" y="41783"/>
                </a:lnTo>
                <a:lnTo>
                  <a:pt x="8953" y="45796"/>
                </a:lnTo>
                <a:lnTo>
                  <a:pt x="8953" y="55702"/>
                </a:lnTo>
                <a:lnTo>
                  <a:pt x="12966" y="59702"/>
                </a:lnTo>
                <a:lnTo>
                  <a:pt x="22872" y="59702"/>
                </a:lnTo>
                <a:lnTo>
                  <a:pt x="26873" y="55702"/>
                </a:lnTo>
                <a:lnTo>
                  <a:pt x="26873" y="45796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1" name="object 761" descr=""/>
          <p:cNvSpPr/>
          <p:nvPr/>
        </p:nvSpPr>
        <p:spPr>
          <a:xfrm>
            <a:off x="14494175" y="7570842"/>
            <a:ext cx="18415" cy="18415"/>
          </a:xfrm>
          <a:custGeom>
            <a:avLst/>
            <a:gdLst/>
            <a:ahLst/>
            <a:cxnLst/>
            <a:rect l="l" t="t" r="r" b="b"/>
            <a:pathLst>
              <a:path w="18415" h="18415">
                <a:moveTo>
                  <a:pt x="13915" y="0"/>
                </a:moveTo>
                <a:lnTo>
                  <a:pt x="8963" y="0"/>
                </a:lnTo>
                <a:lnTo>
                  <a:pt x="4010" y="0"/>
                </a:lnTo>
                <a:lnTo>
                  <a:pt x="0" y="4010"/>
                </a:lnTo>
                <a:lnTo>
                  <a:pt x="0" y="13915"/>
                </a:lnTo>
                <a:lnTo>
                  <a:pt x="4010" y="17926"/>
                </a:lnTo>
                <a:lnTo>
                  <a:pt x="13915" y="17926"/>
                </a:lnTo>
                <a:lnTo>
                  <a:pt x="17926" y="13915"/>
                </a:lnTo>
                <a:lnTo>
                  <a:pt x="17926" y="4010"/>
                </a:lnTo>
                <a:lnTo>
                  <a:pt x="13915" y="0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2" name="object 762" descr=""/>
          <p:cNvSpPr/>
          <p:nvPr/>
        </p:nvSpPr>
        <p:spPr>
          <a:xfrm>
            <a:off x="14584109" y="7524768"/>
            <a:ext cx="36195" cy="41275"/>
          </a:xfrm>
          <a:custGeom>
            <a:avLst/>
            <a:gdLst/>
            <a:ahLst/>
            <a:cxnLst/>
            <a:rect l="l" t="t" r="r" b="b"/>
            <a:pathLst>
              <a:path w="36194" h="41275">
                <a:moveTo>
                  <a:pt x="17932" y="4000"/>
                </a:moveTo>
                <a:lnTo>
                  <a:pt x="13919" y="0"/>
                </a:lnTo>
                <a:lnTo>
                  <a:pt x="8966" y="0"/>
                </a:lnTo>
                <a:lnTo>
                  <a:pt x="4013" y="0"/>
                </a:lnTo>
                <a:lnTo>
                  <a:pt x="0" y="4000"/>
                </a:lnTo>
                <a:lnTo>
                  <a:pt x="0" y="13906"/>
                </a:lnTo>
                <a:lnTo>
                  <a:pt x="4013" y="17919"/>
                </a:lnTo>
                <a:lnTo>
                  <a:pt x="13919" y="17919"/>
                </a:lnTo>
                <a:lnTo>
                  <a:pt x="17932" y="13906"/>
                </a:lnTo>
                <a:lnTo>
                  <a:pt x="17932" y="4000"/>
                </a:lnTo>
                <a:close/>
              </a:path>
              <a:path w="36194" h="41275">
                <a:moveTo>
                  <a:pt x="35839" y="27228"/>
                </a:moveTo>
                <a:lnTo>
                  <a:pt x="31838" y="23228"/>
                </a:lnTo>
                <a:lnTo>
                  <a:pt x="26885" y="23228"/>
                </a:lnTo>
                <a:lnTo>
                  <a:pt x="21932" y="23228"/>
                </a:lnTo>
                <a:lnTo>
                  <a:pt x="17919" y="27228"/>
                </a:lnTo>
                <a:lnTo>
                  <a:pt x="17919" y="37134"/>
                </a:lnTo>
                <a:lnTo>
                  <a:pt x="21932" y="41148"/>
                </a:lnTo>
                <a:lnTo>
                  <a:pt x="31838" y="41148"/>
                </a:lnTo>
                <a:lnTo>
                  <a:pt x="35839" y="37134"/>
                </a:lnTo>
                <a:lnTo>
                  <a:pt x="35839" y="27228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3" name="object 763" descr=""/>
          <p:cNvSpPr/>
          <p:nvPr/>
        </p:nvSpPr>
        <p:spPr>
          <a:xfrm>
            <a:off x="14690994" y="7489292"/>
            <a:ext cx="18415" cy="18415"/>
          </a:xfrm>
          <a:custGeom>
            <a:avLst/>
            <a:gdLst/>
            <a:ahLst/>
            <a:cxnLst/>
            <a:rect l="l" t="t" r="r" b="b"/>
            <a:pathLst>
              <a:path w="18415" h="18415">
                <a:moveTo>
                  <a:pt x="13915" y="0"/>
                </a:moveTo>
                <a:lnTo>
                  <a:pt x="8963" y="0"/>
                </a:lnTo>
                <a:lnTo>
                  <a:pt x="4010" y="0"/>
                </a:lnTo>
                <a:lnTo>
                  <a:pt x="0" y="4010"/>
                </a:lnTo>
                <a:lnTo>
                  <a:pt x="0" y="13915"/>
                </a:lnTo>
                <a:lnTo>
                  <a:pt x="4010" y="17926"/>
                </a:lnTo>
                <a:lnTo>
                  <a:pt x="13915" y="17926"/>
                </a:lnTo>
                <a:lnTo>
                  <a:pt x="17926" y="13915"/>
                </a:lnTo>
                <a:lnTo>
                  <a:pt x="17926" y="4010"/>
                </a:lnTo>
                <a:lnTo>
                  <a:pt x="13915" y="0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4" name="object 764" descr=""/>
          <p:cNvSpPr/>
          <p:nvPr/>
        </p:nvSpPr>
        <p:spPr>
          <a:xfrm>
            <a:off x="14721713" y="7635258"/>
            <a:ext cx="90805" cy="81915"/>
          </a:xfrm>
          <a:custGeom>
            <a:avLst/>
            <a:gdLst/>
            <a:ahLst/>
            <a:cxnLst/>
            <a:rect l="l" t="t" r="r" b="b"/>
            <a:pathLst>
              <a:path w="90805" h="81915">
                <a:moveTo>
                  <a:pt x="17932" y="23647"/>
                </a:moveTo>
                <a:lnTo>
                  <a:pt x="13919" y="19634"/>
                </a:lnTo>
                <a:lnTo>
                  <a:pt x="8966" y="19634"/>
                </a:lnTo>
                <a:lnTo>
                  <a:pt x="4013" y="19634"/>
                </a:lnTo>
                <a:lnTo>
                  <a:pt x="0" y="23647"/>
                </a:lnTo>
                <a:lnTo>
                  <a:pt x="0" y="33553"/>
                </a:lnTo>
                <a:lnTo>
                  <a:pt x="4013" y="37566"/>
                </a:lnTo>
                <a:lnTo>
                  <a:pt x="13919" y="37566"/>
                </a:lnTo>
                <a:lnTo>
                  <a:pt x="17932" y="33553"/>
                </a:lnTo>
                <a:lnTo>
                  <a:pt x="17932" y="23647"/>
                </a:lnTo>
                <a:close/>
              </a:path>
              <a:path w="90805" h="81915">
                <a:moveTo>
                  <a:pt x="58051" y="4013"/>
                </a:moveTo>
                <a:lnTo>
                  <a:pt x="54038" y="0"/>
                </a:lnTo>
                <a:lnTo>
                  <a:pt x="49085" y="0"/>
                </a:lnTo>
                <a:lnTo>
                  <a:pt x="44132" y="0"/>
                </a:lnTo>
                <a:lnTo>
                  <a:pt x="40119" y="4013"/>
                </a:lnTo>
                <a:lnTo>
                  <a:pt x="40119" y="13919"/>
                </a:lnTo>
                <a:lnTo>
                  <a:pt x="44132" y="17932"/>
                </a:lnTo>
                <a:lnTo>
                  <a:pt x="54038" y="17932"/>
                </a:lnTo>
                <a:lnTo>
                  <a:pt x="58051" y="13919"/>
                </a:lnTo>
                <a:lnTo>
                  <a:pt x="58051" y="4013"/>
                </a:lnTo>
                <a:close/>
              </a:path>
              <a:path w="90805" h="81915">
                <a:moveTo>
                  <a:pt x="90665" y="67779"/>
                </a:moveTo>
                <a:lnTo>
                  <a:pt x="86652" y="63779"/>
                </a:lnTo>
                <a:lnTo>
                  <a:pt x="81699" y="63779"/>
                </a:lnTo>
                <a:lnTo>
                  <a:pt x="76746" y="63779"/>
                </a:lnTo>
                <a:lnTo>
                  <a:pt x="72732" y="67779"/>
                </a:lnTo>
                <a:lnTo>
                  <a:pt x="72732" y="77685"/>
                </a:lnTo>
                <a:lnTo>
                  <a:pt x="76746" y="81699"/>
                </a:lnTo>
                <a:lnTo>
                  <a:pt x="86652" y="81699"/>
                </a:lnTo>
                <a:lnTo>
                  <a:pt x="90665" y="77685"/>
                </a:lnTo>
                <a:lnTo>
                  <a:pt x="90665" y="67779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5" name="object 765" descr=""/>
          <p:cNvSpPr/>
          <p:nvPr/>
        </p:nvSpPr>
        <p:spPr>
          <a:xfrm>
            <a:off x="14924730" y="7539033"/>
            <a:ext cx="18415" cy="18415"/>
          </a:xfrm>
          <a:custGeom>
            <a:avLst/>
            <a:gdLst/>
            <a:ahLst/>
            <a:cxnLst/>
            <a:rect l="l" t="t" r="r" b="b"/>
            <a:pathLst>
              <a:path w="18415" h="18415">
                <a:moveTo>
                  <a:pt x="13915" y="0"/>
                </a:moveTo>
                <a:lnTo>
                  <a:pt x="8963" y="0"/>
                </a:lnTo>
                <a:lnTo>
                  <a:pt x="4010" y="0"/>
                </a:lnTo>
                <a:lnTo>
                  <a:pt x="0" y="4010"/>
                </a:lnTo>
                <a:lnTo>
                  <a:pt x="0" y="13915"/>
                </a:lnTo>
                <a:lnTo>
                  <a:pt x="4010" y="17926"/>
                </a:lnTo>
                <a:lnTo>
                  <a:pt x="13915" y="17926"/>
                </a:lnTo>
                <a:lnTo>
                  <a:pt x="17926" y="13915"/>
                </a:lnTo>
                <a:lnTo>
                  <a:pt x="17926" y="4010"/>
                </a:lnTo>
                <a:lnTo>
                  <a:pt x="13915" y="0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6" name="object 766" descr=""/>
          <p:cNvSpPr/>
          <p:nvPr/>
        </p:nvSpPr>
        <p:spPr>
          <a:xfrm>
            <a:off x="14856646" y="7612209"/>
            <a:ext cx="18415" cy="18415"/>
          </a:xfrm>
          <a:custGeom>
            <a:avLst/>
            <a:gdLst/>
            <a:ahLst/>
            <a:cxnLst/>
            <a:rect l="l" t="t" r="r" b="b"/>
            <a:pathLst>
              <a:path w="18415" h="18415">
                <a:moveTo>
                  <a:pt x="13915" y="0"/>
                </a:moveTo>
                <a:lnTo>
                  <a:pt x="8963" y="0"/>
                </a:lnTo>
                <a:lnTo>
                  <a:pt x="4010" y="0"/>
                </a:lnTo>
                <a:lnTo>
                  <a:pt x="0" y="4010"/>
                </a:lnTo>
                <a:lnTo>
                  <a:pt x="0" y="13915"/>
                </a:lnTo>
                <a:lnTo>
                  <a:pt x="4010" y="17926"/>
                </a:lnTo>
                <a:lnTo>
                  <a:pt x="13915" y="17926"/>
                </a:lnTo>
                <a:lnTo>
                  <a:pt x="17926" y="13915"/>
                </a:lnTo>
                <a:lnTo>
                  <a:pt x="17926" y="4010"/>
                </a:lnTo>
                <a:lnTo>
                  <a:pt x="13915" y="0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7" name="object 767" descr=""/>
          <p:cNvSpPr/>
          <p:nvPr/>
        </p:nvSpPr>
        <p:spPr>
          <a:xfrm>
            <a:off x="14487805" y="7895177"/>
            <a:ext cx="66040" cy="113664"/>
          </a:xfrm>
          <a:custGeom>
            <a:avLst/>
            <a:gdLst/>
            <a:ahLst/>
            <a:cxnLst/>
            <a:rect l="l" t="t" r="r" b="b"/>
            <a:pathLst>
              <a:path w="66040" h="113665">
                <a:moveTo>
                  <a:pt x="65976" y="50076"/>
                </a:moveTo>
                <a:lnTo>
                  <a:pt x="53009" y="52171"/>
                </a:lnTo>
                <a:lnTo>
                  <a:pt x="42418" y="57886"/>
                </a:lnTo>
                <a:lnTo>
                  <a:pt x="35280" y="66344"/>
                </a:lnTo>
                <a:lnTo>
                  <a:pt x="34772" y="68351"/>
                </a:lnTo>
                <a:lnTo>
                  <a:pt x="34772" y="34785"/>
                </a:lnTo>
                <a:lnTo>
                  <a:pt x="32042" y="21247"/>
                </a:lnTo>
                <a:lnTo>
                  <a:pt x="24587" y="10185"/>
                </a:lnTo>
                <a:lnTo>
                  <a:pt x="13525" y="2743"/>
                </a:lnTo>
                <a:lnTo>
                  <a:pt x="0" y="0"/>
                </a:lnTo>
                <a:lnTo>
                  <a:pt x="0" y="25704"/>
                </a:lnTo>
                <a:lnTo>
                  <a:pt x="2451" y="42595"/>
                </a:lnTo>
                <a:lnTo>
                  <a:pt x="9436" y="57810"/>
                </a:lnTo>
                <a:lnTo>
                  <a:pt x="20396" y="70472"/>
                </a:lnTo>
                <a:lnTo>
                  <a:pt x="32651" y="78346"/>
                </a:lnTo>
                <a:lnTo>
                  <a:pt x="32651" y="113245"/>
                </a:lnTo>
                <a:lnTo>
                  <a:pt x="46710" y="102628"/>
                </a:lnTo>
                <a:lnTo>
                  <a:pt x="57175" y="89865"/>
                </a:lnTo>
                <a:lnTo>
                  <a:pt x="63715" y="75539"/>
                </a:lnTo>
                <a:lnTo>
                  <a:pt x="65976" y="60185"/>
                </a:lnTo>
                <a:lnTo>
                  <a:pt x="65976" y="50076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8" name="object 768" descr=""/>
          <p:cNvSpPr/>
          <p:nvPr/>
        </p:nvSpPr>
        <p:spPr>
          <a:xfrm>
            <a:off x="14134619" y="7416339"/>
            <a:ext cx="40640" cy="45085"/>
          </a:xfrm>
          <a:custGeom>
            <a:avLst/>
            <a:gdLst/>
            <a:ahLst/>
            <a:cxnLst/>
            <a:rect l="l" t="t" r="r" b="b"/>
            <a:pathLst>
              <a:path w="40640" h="45084">
                <a:moveTo>
                  <a:pt x="3109" y="0"/>
                </a:moveTo>
                <a:lnTo>
                  <a:pt x="335" y="251"/>
                </a:lnTo>
                <a:lnTo>
                  <a:pt x="0" y="2251"/>
                </a:lnTo>
                <a:lnTo>
                  <a:pt x="882" y="17042"/>
                </a:lnTo>
                <a:lnTo>
                  <a:pt x="31412" y="44291"/>
                </a:lnTo>
                <a:lnTo>
                  <a:pt x="36962" y="44752"/>
                </a:lnTo>
                <a:lnTo>
                  <a:pt x="39737" y="44501"/>
                </a:lnTo>
                <a:lnTo>
                  <a:pt x="40072" y="42501"/>
                </a:lnTo>
                <a:lnTo>
                  <a:pt x="39204" y="27705"/>
                </a:lnTo>
                <a:lnTo>
                  <a:pt x="8659" y="450"/>
                </a:lnTo>
                <a:lnTo>
                  <a:pt x="3109" y="0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9" name="object 769" descr=""/>
          <p:cNvSpPr/>
          <p:nvPr/>
        </p:nvSpPr>
        <p:spPr>
          <a:xfrm>
            <a:off x="14556559" y="7676065"/>
            <a:ext cx="55244" cy="32384"/>
          </a:xfrm>
          <a:custGeom>
            <a:avLst/>
            <a:gdLst/>
            <a:ahLst/>
            <a:cxnLst/>
            <a:rect l="l" t="t" r="r" b="b"/>
            <a:pathLst>
              <a:path w="55244" h="32384">
                <a:moveTo>
                  <a:pt x="39169" y="0"/>
                </a:moveTo>
                <a:lnTo>
                  <a:pt x="3057" y="19255"/>
                </a:lnTo>
                <a:lnTo>
                  <a:pt x="0" y="27003"/>
                </a:lnTo>
                <a:lnTo>
                  <a:pt x="1769" y="27998"/>
                </a:lnTo>
                <a:lnTo>
                  <a:pt x="15953" y="32282"/>
                </a:lnTo>
                <a:lnTo>
                  <a:pt x="30144" y="30893"/>
                </a:lnTo>
                <a:lnTo>
                  <a:pt x="55118" y="5287"/>
                </a:lnTo>
                <a:lnTo>
                  <a:pt x="53359" y="4282"/>
                </a:lnTo>
                <a:lnTo>
                  <a:pt x="39169" y="0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0" name="object 770" descr=""/>
          <p:cNvSpPr/>
          <p:nvPr/>
        </p:nvSpPr>
        <p:spPr>
          <a:xfrm>
            <a:off x="14773149" y="7812027"/>
            <a:ext cx="55244" cy="32384"/>
          </a:xfrm>
          <a:custGeom>
            <a:avLst/>
            <a:gdLst/>
            <a:ahLst/>
            <a:cxnLst/>
            <a:rect l="l" t="t" r="r" b="b"/>
            <a:pathLst>
              <a:path w="55244" h="32384">
                <a:moveTo>
                  <a:pt x="39174" y="0"/>
                </a:moveTo>
                <a:lnTo>
                  <a:pt x="3057" y="19256"/>
                </a:lnTo>
                <a:lnTo>
                  <a:pt x="0" y="26994"/>
                </a:lnTo>
                <a:lnTo>
                  <a:pt x="1759" y="28000"/>
                </a:lnTo>
                <a:lnTo>
                  <a:pt x="15950" y="32283"/>
                </a:lnTo>
                <a:lnTo>
                  <a:pt x="30146" y="30895"/>
                </a:lnTo>
                <a:lnTo>
                  <a:pt x="55118" y="5288"/>
                </a:lnTo>
                <a:lnTo>
                  <a:pt x="53359" y="4283"/>
                </a:lnTo>
                <a:lnTo>
                  <a:pt x="39174" y="0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71" name="object 771" descr=""/>
          <p:cNvGrpSpPr/>
          <p:nvPr/>
        </p:nvGrpSpPr>
        <p:grpSpPr>
          <a:xfrm>
            <a:off x="14291040" y="7647538"/>
            <a:ext cx="498475" cy="1036319"/>
            <a:chOff x="14291040" y="7647538"/>
            <a:chExt cx="498475" cy="1036319"/>
          </a:xfrm>
        </p:grpSpPr>
        <p:sp>
          <p:nvSpPr>
            <p:cNvPr id="772" name="object 772" descr=""/>
            <p:cNvSpPr/>
            <p:nvPr/>
          </p:nvSpPr>
          <p:spPr>
            <a:xfrm>
              <a:off x="14632559" y="7647538"/>
              <a:ext cx="0" cy="1036319"/>
            </a:xfrm>
            <a:custGeom>
              <a:avLst/>
              <a:gdLst/>
              <a:ahLst/>
              <a:cxnLst/>
              <a:rect l="l" t="t" r="r" b="b"/>
              <a:pathLst>
                <a:path w="0" h="1036320">
                  <a:moveTo>
                    <a:pt x="0" y="0"/>
                  </a:moveTo>
                  <a:lnTo>
                    <a:pt x="0" y="1036094"/>
                  </a:lnTo>
                </a:path>
              </a:pathLst>
            </a:custGeom>
            <a:ln w="8450">
              <a:solidFill>
                <a:srgbClr val="DFB59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3" name="object 773" descr=""/>
            <p:cNvSpPr/>
            <p:nvPr/>
          </p:nvSpPr>
          <p:spPr>
            <a:xfrm>
              <a:off x="14632560" y="7768020"/>
              <a:ext cx="153035" cy="215900"/>
            </a:xfrm>
            <a:custGeom>
              <a:avLst/>
              <a:gdLst/>
              <a:ahLst/>
              <a:cxnLst/>
              <a:rect l="l" t="t" r="r" b="b"/>
              <a:pathLst>
                <a:path w="153034" h="215900">
                  <a:moveTo>
                    <a:pt x="152717" y="0"/>
                  </a:moveTo>
                  <a:lnTo>
                    <a:pt x="136342" y="65444"/>
                  </a:lnTo>
                  <a:lnTo>
                    <a:pt x="119211" y="103139"/>
                  </a:lnTo>
                  <a:lnTo>
                    <a:pt x="90818" y="127375"/>
                  </a:lnTo>
                  <a:lnTo>
                    <a:pt x="40658" y="152445"/>
                  </a:lnTo>
                  <a:lnTo>
                    <a:pt x="23893" y="163336"/>
                  </a:lnTo>
                  <a:lnTo>
                    <a:pt x="11097" y="178200"/>
                  </a:lnTo>
                  <a:lnTo>
                    <a:pt x="2917" y="196026"/>
                  </a:lnTo>
                  <a:lnTo>
                    <a:pt x="0" y="215804"/>
                  </a:lnTo>
                </a:path>
              </a:pathLst>
            </a:custGeom>
            <a:ln w="8450">
              <a:solidFill>
                <a:srgbClr val="DFB59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4" name="object 774" descr=""/>
            <p:cNvSpPr/>
            <p:nvPr/>
          </p:nvSpPr>
          <p:spPr>
            <a:xfrm>
              <a:off x="14464434" y="7718463"/>
              <a:ext cx="168275" cy="170815"/>
            </a:xfrm>
            <a:custGeom>
              <a:avLst/>
              <a:gdLst/>
              <a:ahLst/>
              <a:cxnLst/>
              <a:rect l="l" t="t" r="r" b="b"/>
              <a:pathLst>
                <a:path w="168275" h="170815">
                  <a:moveTo>
                    <a:pt x="0" y="0"/>
                  </a:moveTo>
                  <a:lnTo>
                    <a:pt x="21895" y="46287"/>
                  </a:lnTo>
                  <a:lnTo>
                    <a:pt x="42561" y="73527"/>
                  </a:lnTo>
                  <a:lnTo>
                    <a:pt x="74029" y="92351"/>
                  </a:lnTo>
                  <a:lnTo>
                    <a:pt x="128331" y="113389"/>
                  </a:lnTo>
                  <a:lnTo>
                    <a:pt x="144662" y="122514"/>
                  </a:lnTo>
                  <a:lnTo>
                    <a:pt x="157229" y="135820"/>
                  </a:lnTo>
                  <a:lnTo>
                    <a:pt x="165294" y="152247"/>
                  </a:lnTo>
                  <a:lnTo>
                    <a:pt x="168120" y="170738"/>
                  </a:lnTo>
                </a:path>
              </a:pathLst>
            </a:custGeom>
            <a:ln w="8450">
              <a:solidFill>
                <a:srgbClr val="DFB59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5" name="object 775" descr=""/>
            <p:cNvSpPr/>
            <p:nvPr/>
          </p:nvSpPr>
          <p:spPr>
            <a:xfrm>
              <a:off x="14295265" y="7699034"/>
              <a:ext cx="217804" cy="83820"/>
            </a:xfrm>
            <a:custGeom>
              <a:avLst/>
              <a:gdLst/>
              <a:ahLst/>
              <a:cxnLst/>
              <a:rect l="l" t="t" r="r" b="b"/>
              <a:pathLst>
                <a:path w="217805" h="83820">
                  <a:moveTo>
                    <a:pt x="0" y="0"/>
                  </a:moveTo>
                  <a:lnTo>
                    <a:pt x="0" y="18543"/>
                  </a:lnTo>
                  <a:lnTo>
                    <a:pt x="3543" y="36102"/>
                  </a:lnTo>
                  <a:lnTo>
                    <a:pt x="13209" y="50444"/>
                  </a:lnTo>
                  <a:lnTo>
                    <a:pt x="27546" y="60116"/>
                  </a:lnTo>
                  <a:lnTo>
                    <a:pt x="45108" y="63662"/>
                  </a:lnTo>
                  <a:lnTo>
                    <a:pt x="168790" y="63662"/>
                  </a:lnTo>
                  <a:lnTo>
                    <a:pt x="182251" y="64953"/>
                  </a:lnTo>
                  <a:lnTo>
                    <a:pt x="195107" y="68736"/>
                  </a:lnTo>
                  <a:lnTo>
                    <a:pt x="207020" y="74874"/>
                  </a:lnTo>
                  <a:lnTo>
                    <a:pt x="217647" y="83233"/>
                  </a:lnTo>
                </a:path>
              </a:pathLst>
            </a:custGeom>
            <a:ln w="8450">
              <a:solidFill>
                <a:srgbClr val="DFB59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6" name="object 776" descr=""/>
            <p:cNvSpPr/>
            <p:nvPr/>
          </p:nvSpPr>
          <p:spPr>
            <a:xfrm>
              <a:off x="14520122" y="7971092"/>
              <a:ext cx="113030" cy="243840"/>
            </a:xfrm>
            <a:custGeom>
              <a:avLst/>
              <a:gdLst/>
              <a:ahLst/>
              <a:cxnLst/>
              <a:rect l="l" t="t" r="r" b="b"/>
              <a:pathLst>
                <a:path w="113030" h="243840">
                  <a:moveTo>
                    <a:pt x="0" y="0"/>
                  </a:moveTo>
                  <a:lnTo>
                    <a:pt x="0" y="53150"/>
                  </a:lnTo>
                  <a:lnTo>
                    <a:pt x="2423" y="75124"/>
                  </a:lnTo>
                  <a:lnTo>
                    <a:pt x="9472" y="95808"/>
                  </a:lnTo>
                  <a:lnTo>
                    <a:pt x="20810" y="114490"/>
                  </a:lnTo>
                  <a:lnTo>
                    <a:pt x="36103" y="130456"/>
                  </a:lnTo>
                  <a:lnTo>
                    <a:pt x="74793" y="162906"/>
                  </a:lnTo>
                  <a:lnTo>
                    <a:pt x="90743" y="179585"/>
                  </a:lnTo>
                  <a:lnTo>
                    <a:pt x="102567" y="199097"/>
                  </a:lnTo>
                  <a:lnTo>
                    <a:pt x="109914" y="220695"/>
                  </a:lnTo>
                  <a:lnTo>
                    <a:pt x="112436" y="243636"/>
                  </a:lnTo>
                </a:path>
              </a:pathLst>
            </a:custGeom>
            <a:ln w="8450">
              <a:solidFill>
                <a:srgbClr val="DFB59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77" name="object 777" descr=""/>
          <p:cNvGrpSpPr/>
          <p:nvPr/>
        </p:nvGrpSpPr>
        <p:grpSpPr>
          <a:xfrm>
            <a:off x="13058054" y="8133689"/>
            <a:ext cx="377825" cy="545465"/>
            <a:chOff x="13058054" y="8133689"/>
            <a:chExt cx="377825" cy="545465"/>
          </a:xfrm>
        </p:grpSpPr>
        <p:sp>
          <p:nvSpPr>
            <p:cNvPr id="778" name="object 778" descr=""/>
            <p:cNvSpPr/>
            <p:nvPr/>
          </p:nvSpPr>
          <p:spPr>
            <a:xfrm>
              <a:off x="13334937" y="8149132"/>
              <a:ext cx="0" cy="530225"/>
            </a:xfrm>
            <a:custGeom>
              <a:avLst/>
              <a:gdLst/>
              <a:ahLst/>
              <a:cxnLst/>
              <a:rect l="l" t="t" r="r" b="b"/>
              <a:pathLst>
                <a:path w="0" h="530225">
                  <a:moveTo>
                    <a:pt x="0" y="0"/>
                  </a:moveTo>
                  <a:lnTo>
                    <a:pt x="0" y="529941"/>
                  </a:lnTo>
                </a:path>
              </a:pathLst>
            </a:custGeom>
            <a:ln w="8450">
              <a:solidFill>
                <a:srgbClr val="DFB59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79" name="object 779" descr="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13058054" y="8133689"/>
              <a:ext cx="377291" cy="282992"/>
            </a:xfrm>
            <a:prstGeom prst="rect">
              <a:avLst/>
            </a:prstGeom>
          </p:spPr>
        </p:pic>
      </p:grpSp>
      <p:sp>
        <p:nvSpPr>
          <p:cNvPr id="780" name="object 780" descr=""/>
          <p:cNvSpPr/>
          <p:nvPr/>
        </p:nvSpPr>
        <p:spPr>
          <a:xfrm>
            <a:off x="13629816" y="8274763"/>
            <a:ext cx="56515" cy="41910"/>
          </a:xfrm>
          <a:custGeom>
            <a:avLst/>
            <a:gdLst/>
            <a:ahLst/>
            <a:cxnLst/>
            <a:rect l="l" t="t" r="r" b="b"/>
            <a:pathLst>
              <a:path w="56515" h="41909">
                <a:moveTo>
                  <a:pt x="19033" y="0"/>
                </a:moveTo>
                <a:lnTo>
                  <a:pt x="2198" y="1386"/>
                </a:lnTo>
                <a:lnTo>
                  <a:pt x="0" y="2077"/>
                </a:lnTo>
                <a:lnTo>
                  <a:pt x="157" y="5250"/>
                </a:lnTo>
                <a:lnTo>
                  <a:pt x="37229" y="41504"/>
                </a:lnTo>
                <a:lnTo>
                  <a:pt x="54040" y="40118"/>
                </a:lnTo>
                <a:lnTo>
                  <a:pt x="56249" y="39427"/>
                </a:lnTo>
                <a:lnTo>
                  <a:pt x="56092" y="36254"/>
                </a:lnTo>
                <a:lnTo>
                  <a:pt x="19033" y="0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81" name="object 781" descr=""/>
          <p:cNvGrpSpPr/>
          <p:nvPr/>
        </p:nvGrpSpPr>
        <p:grpSpPr>
          <a:xfrm>
            <a:off x="12943874" y="7795976"/>
            <a:ext cx="803275" cy="534670"/>
            <a:chOff x="12943874" y="7795976"/>
            <a:chExt cx="803275" cy="534670"/>
          </a:xfrm>
        </p:grpSpPr>
        <p:sp>
          <p:nvSpPr>
            <p:cNvPr id="782" name="object 782" descr=""/>
            <p:cNvSpPr/>
            <p:nvPr/>
          </p:nvSpPr>
          <p:spPr>
            <a:xfrm>
              <a:off x="12943866" y="7795977"/>
              <a:ext cx="803275" cy="534670"/>
            </a:xfrm>
            <a:custGeom>
              <a:avLst/>
              <a:gdLst/>
              <a:ahLst/>
              <a:cxnLst/>
              <a:rect l="l" t="t" r="r" b="b"/>
              <a:pathLst>
                <a:path w="803275" h="534670">
                  <a:moveTo>
                    <a:pt x="190004" y="138188"/>
                  </a:moveTo>
                  <a:lnTo>
                    <a:pt x="158584" y="96951"/>
                  </a:lnTo>
                  <a:lnTo>
                    <a:pt x="141732" y="95885"/>
                  </a:lnTo>
                  <a:lnTo>
                    <a:pt x="139458" y="96253"/>
                  </a:lnTo>
                  <a:lnTo>
                    <a:pt x="139153" y="99402"/>
                  </a:lnTo>
                  <a:lnTo>
                    <a:pt x="139217" y="102577"/>
                  </a:lnTo>
                  <a:lnTo>
                    <a:pt x="170561" y="140652"/>
                  </a:lnTo>
                  <a:lnTo>
                    <a:pt x="187413" y="141719"/>
                  </a:lnTo>
                  <a:lnTo>
                    <a:pt x="189699" y="141351"/>
                  </a:lnTo>
                  <a:lnTo>
                    <a:pt x="190004" y="138188"/>
                  </a:lnTo>
                  <a:close/>
                </a:path>
                <a:path w="803275" h="534670">
                  <a:moveTo>
                    <a:pt x="802957" y="316293"/>
                  </a:moveTo>
                  <a:lnTo>
                    <a:pt x="796544" y="273900"/>
                  </a:lnTo>
                  <a:lnTo>
                    <a:pt x="778408" y="235813"/>
                  </a:lnTo>
                  <a:lnTo>
                    <a:pt x="750303" y="203542"/>
                  </a:lnTo>
                  <a:lnTo>
                    <a:pt x="713905" y="178612"/>
                  </a:lnTo>
                  <a:lnTo>
                    <a:pt x="670953" y="162534"/>
                  </a:lnTo>
                  <a:lnTo>
                    <a:pt x="623150" y="156832"/>
                  </a:lnTo>
                  <a:lnTo>
                    <a:pt x="611479" y="157162"/>
                  </a:lnTo>
                  <a:lnTo>
                    <a:pt x="599859" y="158165"/>
                  </a:lnTo>
                  <a:lnTo>
                    <a:pt x="588314" y="159829"/>
                  </a:lnTo>
                  <a:lnTo>
                    <a:pt x="576872" y="162166"/>
                  </a:lnTo>
                  <a:lnTo>
                    <a:pt x="567169" y="118630"/>
                  </a:lnTo>
                  <a:lnTo>
                    <a:pt x="546938" y="79768"/>
                  </a:lnTo>
                  <a:lnTo>
                    <a:pt x="517677" y="47040"/>
                  </a:lnTo>
                  <a:lnTo>
                    <a:pt x="480949" y="21869"/>
                  </a:lnTo>
                  <a:lnTo>
                    <a:pt x="438238" y="5715"/>
                  </a:lnTo>
                  <a:lnTo>
                    <a:pt x="391083" y="0"/>
                  </a:lnTo>
                  <a:lnTo>
                    <a:pt x="341591" y="6299"/>
                  </a:lnTo>
                  <a:lnTo>
                    <a:pt x="297129" y="24066"/>
                  </a:lnTo>
                  <a:lnTo>
                    <a:pt x="259422" y="51638"/>
                  </a:lnTo>
                  <a:lnTo>
                    <a:pt x="230263" y="87312"/>
                  </a:lnTo>
                  <a:lnTo>
                    <a:pt x="211404" y="129438"/>
                  </a:lnTo>
                  <a:lnTo>
                    <a:pt x="204622" y="176339"/>
                  </a:lnTo>
                  <a:lnTo>
                    <a:pt x="157149" y="155790"/>
                  </a:lnTo>
                  <a:lnTo>
                    <a:pt x="107213" y="155079"/>
                  </a:lnTo>
                  <a:lnTo>
                    <a:pt x="60655" y="173151"/>
                  </a:lnTo>
                  <a:lnTo>
                    <a:pt x="23304" y="208940"/>
                  </a:lnTo>
                  <a:lnTo>
                    <a:pt x="5969" y="244322"/>
                  </a:lnTo>
                  <a:lnTo>
                    <a:pt x="0" y="283260"/>
                  </a:lnTo>
                  <a:lnTo>
                    <a:pt x="10248" y="333971"/>
                  </a:lnTo>
                  <a:lnTo>
                    <a:pt x="38176" y="375373"/>
                  </a:lnTo>
                  <a:lnTo>
                    <a:pt x="79590" y="403288"/>
                  </a:lnTo>
                  <a:lnTo>
                    <a:pt x="130302" y="413524"/>
                  </a:lnTo>
                  <a:lnTo>
                    <a:pt x="176441" y="405091"/>
                  </a:lnTo>
                  <a:lnTo>
                    <a:pt x="215544" y="381736"/>
                  </a:lnTo>
                  <a:lnTo>
                    <a:pt x="244246" y="346392"/>
                  </a:lnTo>
                  <a:lnTo>
                    <a:pt x="259207" y="301929"/>
                  </a:lnTo>
                  <a:lnTo>
                    <a:pt x="286804" y="323532"/>
                  </a:lnTo>
                  <a:lnTo>
                    <a:pt x="318477" y="339852"/>
                  </a:lnTo>
                  <a:lnTo>
                    <a:pt x="353479" y="350164"/>
                  </a:lnTo>
                  <a:lnTo>
                    <a:pt x="391071" y="353758"/>
                  </a:lnTo>
                  <a:lnTo>
                    <a:pt x="405091" y="353263"/>
                  </a:lnTo>
                  <a:lnTo>
                    <a:pt x="419036" y="351777"/>
                  </a:lnTo>
                  <a:lnTo>
                    <a:pt x="432828" y="349300"/>
                  </a:lnTo>
                  <a:lnTo>
                    <a:pt x="446430" y="345821"/>
                  </a:lnTo>
                  <a:lnTo>
                    <a:pt x="452551" y="366776"/>
                  </a:lnTo>
                  <a:lnTo>
                    <a:pt x="461670" y="386499"/>
                  </a:lnTo>
                  <a:lnTo>
                    <a:pt x="473570" y="404799"/>
                  </a:lnTo>
                  <a:lnTo>
                    <a:pt x="488022" y="421474"/>
                  </a:lnTo>
                  <a:lnTo>
                    <a:pt x="486549" y="458012"/>
                  </a:lnTo>
                  <a:lnTo>
                    <a:pt x="498779" y="491147"/>
                  </a:lnTo>
                  <a:lnTo>
                    <a:pt x="522541" y="517271"/>
                  </a:lnTo>
                  <a:lnTo>
                    <a:pt x="555663" y="532815"/>
                  </a:lnTo>
                  <a:lnTo>
                    <a:pt x="590550" y="534530"/>
                  </a:lnTo>
                  <a:lnTo>
                    <a:pt x="622579" y="523671"/>
                  </a:lnTo>
                  <a:lnTo>
                    <a:pt x="648550" y="502005"/>
                  </a:lnTo>
                  <a:lnTo>
                    <a:pt x="665276" y="471335"/>
                  </a:lnTo>
                  <a:lnTo>
                    <a:pt x="709930" y="455968"/>
                  </a:lnTo>
                  <a:lnTo>
                    <a:pt x="747864" y="431152"/>
                  </a:lnTo>
                  <a:lnTo>
                    <a:pt x="777240" y="398500"/>
                  </a:lnTo>
                  <a:lnTo>
                    <a:pt x="796226" y="359676"/>
                  </a:lnTo>
                  <a:lnTo>
                    <a:pt x="802957" y="316293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3" name="object 783" descr=""/>
            <p:cNvSpPr/>
            <p:nvPr/>
          </p:nvSpPr>
          <p:spPr>
            <a:xfrm>
              <a:off x="13028499" y="7889588"/>
              <a:ext cx="662940" cy="400050"/>
            </a:xfrm>
            <a:custGeom>
              <a:avLst/>
              <a:gdLst/>
              <a:ahLst/>
              <a:cxnLst/>
              <a:rect l="l" t="t" r="r" b="b"/>
              <a:pathLst>
                <a:path w="662940" h="400050">
                  <a:moveTo>
                    <a:pt x="19418" y="128409"/>
                  </a:moveTo>
                  <a:lnTo>
                    <a:pt x="15074" y="124066"/>
                  </a:lnTo>
                  <a:lnTo>
                    <a:pt x="9715" y="124066"/>
                  </a:lnTo>
                  <a:lnTo>
                    <a:pt x="4343" y="124066"/>
                  </a:lnTo>
                  <a:lnTo>
                    <a:pt x="0" y="128409"/>
                  </a:lnTo>
                  <a:lnTo>
                    <a:pt x="0" y="139128"/>
                  </a:lnTo>
                  <a:lnTo>
                    <a:pt x="4343" y="143459"/>
                  </a:lnTo>
                  <a:lnTo>
                    <a:pt x="15074" y="143459"/>
                  </a:lnTo>
                  <a:lnTo>
                    <a:pt x="19418" y="139128"/>
                  </a:lnTo>
                  <a:lnTo>
                    <a:pt x="19418" y="128409"/>
                  </a:lnTo>
                  <a:close/>
                </a:path>
                <a:path w="662940" h="400050">
                  <a:moveTo>
                    <a:pt x="54127" y="276694"/>
                  </a:moveTo>
                  <a:lnTo>
                    <a:pt x="49784" y="272338"/>
                  </a:lnTo>
                  <a:lnTo>
                    <a:pt x="44424" y="272338"/>
                  </a:lnTo>
                  <a:lnTo>
                    <a:pt x="39065" y="272338"/>
                  </a:lnTo>
                  <a:lnTo>
                    <a:pt x="34709" y="276694"/>
                  </a:lnTo>
                  <a:lnTo>
                    <a:pt x="34709" y="287413"/>
                  </a:lnTo>
                  <a:lnTo>
                    <a:pt x="39065" y="291744"/>
                  </a:lnTo>
                  <a:lnTo>
                    <a:pt x="49784" y="291744"/>
                  </a:lnTo>
                  <a:lnTo>
                    <a:pt x="54127" y="287413"/>
                  </a:lnTo>
                  <a:lnTo>
                    <a:pt x="54127" y="276694"/>
                  </a:lnTo>
                  <a:close/>
                </a:path>
                <a:path w="662940" h="400050">
                  <a:moveTo>
                    <a:pt x="115709" y="172542"/>
                  </a:moveTo>
                  <a:lnTo>
                    <a:pt x="111353" y="168198"/>
                  </a:lnTo>
                  <a:lnTo>
                    <a:pt x="105994" y="168198"/>
                  </a:lnTo>
                  <a:lnTo>
                    <a:pt x="100634" y="168198"/>
                  </a:lnTo>
                  <a:lnTo>
                    <a:pt x="96291" y="172542"/>
                  </a:lnTo>
                  <a:lnTo>
                    <a:pt x="96291" y="183261"/>
                  </a:lnTo>
                  <a:lnTo>
                    <a:pt x="100634" y="187591"/>
                  </a:lnTo>
                  <a:lnTo>
                    <a:pt x="111353" y="187591"/>
                  </a:lnTo>
                  <a:lnTo>
                    <a:pt x="115709" y="183261"/>
                  </a:lnTo>
                  <a:lnTo>
                    <a:pt x="115709" y="172542"/>
                  </a:lnTo>
                  <a:close/>
                </a:path>
                <a:path w="662940" h="400050">
                  <a:moveTo>
                    <a:pt x="135102" y="147396"/>
                  </a:moveTo>
                  <a:lnTo>
                    <a:pt x="130759" y="143040"/>
                  </a:lnTo>
                  <a:lnTo>
                    <a:pt x="125399" y="143040"/>
                  </a:lnTo>
                  <a:lnTo>
                    <a:pt x="120040" y="143040"/>
                  </a:lnTo>
                  <a:lnTo>
                    <a:pt x="115684" y="147396"/>
                  </a:lnTo>
                  <a:lnTo>
                    <a:pt x="115684" y="158115"/>
                  </a:lnTo>
                  <a:lnTo>
                    <a:pt x="120040" y="162445"/>
                  </a:lnTo>
                  <a:lnTo>
                    <a:pt x="130759" y="162445"/>
                  </a:lnTo>
                  <a:lnTo>
                    <a:pt x="135102" y="158115"/>
                  </a:lnTo>
                  <a:lnTo>
                    <a:pt x="135102" y="147396"/>
                  </a:lnTo>
                  <a:close/>
                </a:path>
                <a:path w="662940" h="400050">
                  <a:moveTo>
                    <a:pt x="198285" y="57835"/>
                  </a:moveTo>
                  <a:lnTo>
                    <a:pt x="193941" y="53479"/>
                  </a:lnTo>
                  <a:lnTo>
                    <a:pt x="188582" y="53479"/>
                  </a:lnTo>
                  <a:lnTo>
                    <a:pt x="183222" y="53479"/>
                  </a:lnTo>
                  <a:lnTo>
                    <a:pt x="178879" y="57835"/>
                  </a:lnTo>
                  <a:lnTo>
                    <a:pt x="178879" y="68554"/>
                  </a:lnTo>
                  <a:lnTo>
                    <a:pt x="183222" y="72885"/>
                  </a:lnTo>
                  <a:lnTo>
                    <a:pt x="193941" y="72885"/>
                  </a:lnTo>
                  <a:lnTo>
                    <a:pt x="198285" y="68554"/>
                  </a:lnTo>
                  <a:lnTo>
                    <a:pt x="198285" y="57835"/>
                  </a:lnTo>
                  <a:close/>
                </a:path>
                <a:path w="662940" h="400050">
                  <a:moveTo>
                    <a:pt x="222745" y="17983"/>
                  </a:moveTo>
                  <a:lnTo>
                    <a:pt x="218401" y="13639"/>
                  </a:lnTo>
                  <a:lnTo>
                    <a:pt x="213042" y="13639"/>
                  </a:lnTo>
                  <a:lnTo>
                    <a:pt x="207683" y="13639"/>
                  </a:lnTo>
                  <a:lnTo>
                    <a:pt x="203339" y="17983"/>
                  </a:lnTo>
                  <a:lnTo>
                    <a:pt x="203339" y="28714"/>
                  </a:lnTo>
                  <a:lnTo>
                    <a:pt x="207683" y="33045"/>
                  </a:lnTo>
                  <a:lnTo>
                    <a:pt x="218401" y="33045"/>
                  </a:lnTo>
                  <a:lnTo>
                    <a:pt x="222745" y="28714"/>
                  </a:lnTo>
                  <a:lnTo>
                    <a:pt x="222745" y="17983"/>
                  </a:lnTo>
                  <a:close/>
                </a:path>
                <a:path w="662940" h="400050">
                  <a:moveTo>
                    <a:pt x="232448" y="197269"/>
                  </a:moveTo>
                  <a:lnTo>
                    <a:pt x="228104" y="192925"/>
                  </a:lnTo>
                  <a:lnTo>
                    <a:pt x="222745" y="192925"/>
                  </a:lnTo>
                  <a:lnTo>
                    <a:pt x="217385" y="192925"/>
                  </a:lnTo>
                  <a:lnTo>
                    <a:pt x="213042" y="197269"/>
                  </a:lnTo>
                  <a:lnTo>
                    <a:pt x="213042" y="208000"/>
                  </a:lnTo>
                  <a:lnTo>
                    <a:pt x="217385" y="212331"/>
                  </a:lnTo>
                  <a:lnTo>
                    <a:pt x="228104" y="212331"/>
                  </a:lnTo>
                  <a:lnTo>
                    <a:pt x="232448" y="208000"/>
                  </a:lnTo>
                  <a:lnTo>
                    <a:pt x="232448" y="197269"/>
                  </a:lnTo>
                  <a:close/>
                </a:path>
                <a:path w="662940" h="400050">
                  <a:moveTo>
                    <a:pt x="288099" y="274916"/>
                  </a:moveTo>
                  <a:lnTo>
                    <a:pt x="283527" y="270344"/>
                  </a:lnTo>
                  <a:lnTo>
                    <a:pt x="277888" y="270344"/>
                  </a:lnTo>
                  <a:lnTo>
                    <a:pt x="272237" y="270344"/>
                  </a:lnTo>
                  <a:lnTo>
                    <a:pt x="267677" y="274916"/>
                  </a:lnTo>
                  <a:lnTo>
                    <a:pt x="267677" y="286194"/>
                  </a:lnTo>
                  <a:lnTo>
                    <a:pt x="272237" y="290779"/>
                  </a:lnTo>
                  <a:lnTo>
                    <a:pt x="283527" y="290779"/>
                  </a:lnTo>
                  <a:lnTo>
                    <a:pt x="288099" y="286194"/>
                  </a:lnTo>
                  <a:lnTo>
                    <a:pt x="288099" y="274916"/>
                  </a:lnTo>
                  <a:close/>
                </a:path>
                <a:path w="662940" h="400050">
                  <a:moveTo>
                    <a:pt x="290436" y="118706"/>
                  </a:moveTo>
                  <a:lnTo>
                    <a:pt x="286092" y="114363"/>
                  </a:lnTo>
                  <a:lnTo>
                    <a:pt x="280733" y="114363"/>
                  </a:lnTo>
                  <a:lnTo>
                    <a:pt x="275374" y="114363"/>
                  </a:lnTo>
                  <a:lnTo>
                    <a:pt x="271030" y="118706"/>
                  </a:lnTo>
                  <a:lnTo>
                    <a:pt x="271030" y="129425"/>
                  </a:lnTo>
                  <a:lnTo>
                    <a:pt x="275374" y="133756"/>
                  </a:lnTo>
                  <a:lnTo>
                    <a:pt x="286092" y="133756"/>
                  </a:lnTo>
                  <a:lnTo>
                    <a:pt x="290436" y="129425"/>
                  </a:lnTo>
                  <a:lnTo>
                    <a:pt x="290436" y="118706"/>
                  </a:lnTo>
                  <a:close/>
                </a:path>
                <a:path w="662940" h="400050">
                  <a:moveTo>
                    <a:pt x="356311" y="32194"/>
                  </a:moveTo>
                  <a:lnTo>
                    <a:pt x="351967" y="27838"/>
                  </a:lnTo>
                  <a:lnTo>
                    <a:pt x="346608" y="27838"/>
                  </a:lnTo>
                  <a:lnTo>
                    <a:pt x="341249" y="27838"/>
                  </a:lnTo>
                  <a:lnTo>
                    <a:pt x="336892" y="32194"/>
                  </a:lnTo>
                  <a:lnTo>
                    <a:pt x="336892" y="42913"/>
                  </a:lnTo>
                  <a:lnTo>
                    <a:pt x="341249" y="47244"/>
                  </a:lnTo>
                  <a:lnTo>
                    <a:pt x="351967" y="47244"/>
                  </a:lnTo>
                  <a:lnTo>
                    <a:pt x="356311" y="42913"/>
                  </a:lnTo>
                  <a:lnTo>
                    <a:pt x="356311" y="32194"/>
                  </a:lnTo>
                  <a:close/>
                </a:path>
                <a:path w="662940" h="400050">
                  <a:moveTo>
                    <a:pt x="389369" y="51028"/>
                  </a:moveTo>
                  <a:lnTo>
                    <a:pt x="385025" y="46685"/>
                  </a:lnTo>
                  <a:lnTo>
                    <a:pt x="379653" y="46685"/>
                  </a:lnTo>
                  <a:lnTo>
                    <a:pt x="374294" y="46685"/>
                  </a:lnTo>
                  <a:lnTo>
                    <a:pt x="369951" y="51028"/>
                  </a:lnTo>
                  <a:lnTo>
                    <a:pt x="369951" y="61760"/>
                  </a:lnTo>
                  <a:lnTo>
                    <a:pt x="374294" y="66090"/>
                  </a:lnTo>
                  <a:lnTo>
                    <a:pt x="385025" y="66090"/>
                  </a:lnTo>
                  <a:lnTo>
                    <a:pt x="389369" y="61760"/>
                  </a:lnTo>
                  <a:lnTo>
                    <a:pt x="389369" y="51028"/>
                  </a:lnTo>
                  <a:close/>
                </a:path>
                <a:path w="662940" h="400050">
                  <a:moveTo>
                    <a:pt x="390423" y="187794"/>
                  </a:moveTo>
                  <a:lnTo>
                    <a:pt x="386080" y="183438"/>
                  </a:lnTo>
                  <a:lnTo>
                    <a:pt x="380720" y="183438"/>
                  </a:lnTo>
                  <a:lnTo>
                    <a:pt x="375361" y="183438"/>
                  </a:lnTo>
                  <a:lnTo>
                    <a:pt x="371005" y="187794"/>
                  </a:lnTo>
                  <a:lnTo>
                    <a:pt x="371005" y="198513"/>
                  </a:lnTo>
                  <a:lnTo>
                    <a:pt x="375361" y="202844"/>
                  </a:lnTo>
                  <a:lnTo>
                    <a:pt x="386080" y="202844"/>
                  </a:lnTo>
                  <a:lnTo>
                    <a:pt x="390423" y="198513"/>
                  </a:lnTo>
                  <a:lnTo>
                    <a:pt x="390423" y="187794"/>
                  </a:lnTo>
                  <a:close/>
                </a:path>
                <a:path w="662940" h="400050">
                  <a:moveTo>
                    <a:pt x="413448" y="4343"/>
                  </a:moveTo>
                  <a:lnTo>
                    <a:pt x="409105" y="0"/>
                  </a:lnTo>
                  <a:lnTo>
                    <a:pt x="403745" y="0"/>
                  </a:lnTo>
                  <a:lnTo>
                    <a:pt x="398386" y="0"/>
                  </a:lnTo>
                  <a:lnTo>
                    <a:pt x="394042" y="4343"/>
                  </a:lnTo>
                  <a:lnTo>
                    <a:pt x="394042" y="15074"/>
                  </a:lnTo>
                  <a:lnTo>
                    <a:pt x="398386" y="19405"/>
                  </a:lnTo>
                  <a:lnTo>
                    <a:pt x="409105" y="19405"/>
                  </a:lnTo>
                  <a:lnTo>
                    <a:pt x="413448" y="15074"/>
                  </a:lnTo>
                  <a:lnTo>
                    <a:pt x="413448" y="4343"/>
                  </a:lnTo>
                  <a:close/>
                </a:path>
                <a:path w="662940" h="400050">
                  <a:moveTo>
                    <a:pt x="413778" y="222872"/>
                  </a:moveTo>
                  <a:lnTo>
                    <a:pt x="409422" y="218528"/>
                  </a:lnTo>
                  <a:lnTo>
                    <a:pt x="404063" y="218528"/>
                  </a:lnTo>
                  <a:lnTo>
                    <a:pt x="398703" y="218528"/>
                  </a:lnTo>
                  <a:lnTo>
                    <a:pt x="394360" y="222872"/>
                  </a:lnTo>
                  <a:lnTo>
                    <a:pt x="394360" y="233591"/>
                  </a:lnTo>
                  <a:lnTo>
                    <a:pt x="398703" y="237921"/>
                  </a:lnTo>
                  <a:lnTo>
                    <a:pt x="409422" y="237921"/>
                  </a:lnTo>
                  <a:lnTo>
                    <a:pt x="413778" y="233591"/>
                  </a:lnTo>
                  <a:lnTo>
                    <a:pt x="413778" y="222872"/>
                  </a:lnTo>
                  <a:close/>
                </a:path>
                <a:path w="662940" h="400050">
                  <a:moveTo>
                    <a:pt x="473290" y="384517"/>
                  </a:moveTo>
                  <a:lnTo>
                    <a:pt x="468947" y="380174"/>
                  </a:lnTo>
                  <a:lnTo>
                    <a:pt x="463588" y="380174"/>
                  </a:lnTo>
                  <a:lnTo>
                    <a:pt x="458228" y="380174"/>
                  </a:lnTo>
                  <a:lnTo>
                    <a:pt x="453872" y="384517"/>
                  </a:lnTo>
                  <a:lnTo>
                    <a:pt x="453872" y="395236"/>
                  </a:lnTo>
                  <a:lnTo>
                    <a:pt x="458228" y="399580"/>
                  </a:lnTo>
                  <a:lnTo>
                    <a:pt x="468947" y="399580"/>
                  </a:lnTo>
                  <a:lnTo>
                    <a:pt x="473290" y="395236"/>
                  </a:lnTo>
                  <a:lnTo>
                    <a:pt x="473290" y="384517"/>
                  </a:lnTo>
                  <a:close/>
                </a:path>
                <a:path w="662940" h="400050">
                  <a:moveTo>
                    <a:pt x="492683" y="147396"/>
                  </a:moveTo>
                  <a:lnTo>
                    <a:pt x="488340" y="143040"/>
                  </a:lnTo>
                  <a:lnTo>
                    <a:pt x="482981" y="143040"/>
                  </a:lnTo>
                  <a:lnTo>
                    <a:pt x="477621" y="143040"/>
                  </a:lnTo>
                  <a:lnTo>
                    <a:pt x="473278" y="147396"/>
                  </a:lnTo>
                  <a:lnTo>
                    <a:pt x="473278" y="158115"/>
                  </a:lnTo>
                  <a:lnTo>
                    <a:pt x="477621" y="162445"/>
                  </a:lnTo>
                  <a:lnTo>
                    <a:pt x="488340" y="162445"/>
                  </a:lnTo>
                  <a:lnTo>
                    <a:pt x="492683" y="158115"/>
                  </a:lnTo>
                  <a:lnTo>
                    <a:pt x="492683" y="147396"/>
                  </a:lnTo>
                  <a:close/>
                </a:path>
                <a:path w="662940" h="400050">
                  <a:moveTo>
                    <a:pt x="525360" y="286397"/>
                  </a:moveTo>
                  <a:lnTo>
                    <a:pt x="521017" y="282041"/>
                  </a:lnTo>
                  <a:lnTo>
                    <a:pt x="515645" y="282041"/>
                  </a:lnTo>
                  <a:lnTo>
                    <a:pt x="510286" y="282041"/>
                  </a:lnTo>
                  <a:lnTo>
                    <a:pt x="505942" y="286397"/>
                  </a:lnTo>
                  <a:lnTo>
                    <a:pt x="505942" y="297116"/>
                  </a:lnTo>
                  <a:lnTo>
                    <a:pt x="510286" y="301447"/>
                  </a:lnTo>
                  <a:lnTo>
                    <a:pt x="521017" y="301447"/>
                  </a:lnTo>
                  <a:lnTo>
                    <a:pt x="525360" y="297116"/>
                  </a:lnTo>
                  <a:lnTo>
                    <a:pt x="525360" y="286397"/>
                  </a:lnTo>
                  <a:close/>
                </a:path>
                <a:path w="662940" h="400050">
                  <a:moveTo>
                    <a:pt x="535571" y="22199"/>
                  </a:moveTo>
                  <a:lnTo>
                    <a:pt x="530999" y="17627"/>
                  </a:lnTo>
                  <a:lnTo>
                    <a:pt x="525348" y="17627"/>
                  </a:lnTo>
                  <a:lnTo>
                    <a:pt x="519709" y="17627"/>
                  </a:lnTo>
                  <a:lnTo>
                    <a:pt x="515150" y="22199"/>
                  </a:lnTo>
                  <a:lnTo>
                    <a:pt x="515150" y="33477"/>
                  </a:lnTo>
                  <a:lnTo>
                    <a:pt x="519709" y="38061"/>
                  </a:lnTo>
                  <a:lnTo>
                    <a:pt x="530999" y="38061"/>
                  </a:lnTo>
                  <a:lnTo>
                    <a:pt x="535571" y="33477"/>
                  </a:lnTo>
                  <a:lnTo>
                    <a:pt x="535571" y="22199"/>
                  </a:lnTo>
                  <a:close/>
                </a:path>
                <a:path w="662940" h="400050">
                  <a:moveTo>
                    <a:pt x="592112" y="172542"/>
                  </a:moveTo>
                  <a:lnTo>
                    <a:pt x="587768" y="168198"/>
                  </a:lnTo>
                  <a:lnTo>
                    <a:pt x="582409" y="168198"/>
                  </a:lnTo>
                  <a:lnTo>
                    <a:pt x="577037" y="168198"/>
                  </a:lnTo>
                  <a:lnTo>
                    <a:pt x="572693" y="172542"/>
                  </a:lnTo>
                  <a:lnTo>
                    <a:pt x="572693" y="183261"/>
                  </a:lnTo>
                  <a:lnTo>
                    <a:pt x="577037" y="187591"/>
                  </a:lnTo>
                  <a:lnTo>
                    <a:pt x="587768" y="187591"/>
                  </a:lnTo>
                  <a:lnTo>
                    <a:pt x="592112" y="183261"/>
                  </a:lnTo>
                  <a:lnTo>
                    <a:pt x="592112" y="172542"/>
                  </a:lnTo>
                  <a:close/>
                </a:path>
                <a:path w="662940" h="400050">
                  <a:moveTo>
                    <a:pt x="623620" y="153136"/>
                  </a:moveTo>
                  <a:lnTo>
                    <a:pt x="619277" y="148793"/>
                  </a:lnTo>
                  <a:lnTo>
                    <a:pt x="613905" y="148793"/>
                  </a:lnTo>
                  <a:lnTo>
                    <a:pt x="608545" y="148793"/>
                  </a:lnTo>
                  <a:lnTo>
                    <a:pt x="604202" y="153136"/>
                  </a:lnTo>
                  <a:lnTo>
                    <a:pt x="604202" y="163868"/>
                  </a:lnTo>
                  <a:lnTo>
                    <a:pt x="608545" y="168198"/>
                  </a:lnTo>
                  <a:lnTo>
                    <a:pt x="619277" y="168198"/>
                  </a:lnTo>
                  <a:lnTo>
                    <a:pt x="623620" y="163868"/>
                  </a:lnTo>
                  <a:lnTo>
                    <a:pt x="623620" y="153136"/>
                  </a:lnTo>
                  <a:close/>
                </a:path>
                <a:path w="662940" h="400050">
                  <a:moveTo>
                    <a:pt x="641375" y="257289"/>
                  </a:moveTo>
                  <a:lnTo>
                    <a:pt x="637032" y="252945"/>
                  </a:lnTo>
                  <a:lnTo>
                    <a:pt x="631672" y="252945"/>
                  </a:lnTo>
                  <a:lnTo>
                    <a:pt x="626313" y="252945"/>
                  </a:lnTo>
                  <a:lnTo>
                    <a:pt x="621969" y="257289"/>
                  </a:lnTo>
                  <a:lnTo>
                    <a:pt x="621969" y="268008"/>
                  </a:lnTo>
                  <a:lnTo>
                    <a:pt x="626313" y="272351"/>
                  </a:lnTo>
                  <a:lnTo>
                    <a:pt x="637032" y="272351"/>
                  </a:lnTo>
                  <a:lnTo>
                    <a:pt x="641375" y="268008"/>
                  </a:lnTo>
                  <a:lnTo>
                    <a:pt x="641375" y="257289"/>
                  </a:lnTo>
                  <a:close/>
                </a:path>
                <a:path w="662940" h="400050">
                  <a:moveTo>
                    <a:pt x="662482" y="369036"/>
                  </a:moveTo>
                  <a:lnTo>
                    <a:pt x="657923" y="364451"/>
                  </a:lnTo>
                  <a:lnTo>
                    <a:pt x="652272" y="364451"/>
                  </a:lnTo>
                  <a:lnTo>
                    <a:pt x="646633" y="364451"/>
                  </a:lnTo>
                  <a:lnTo>
                    <a:pt x="642061" y="369036"/>
                  </a:lnTo>
                  <a:lnTo>
                    <a:pt x="642061" y="380314"/>
                  </a:lnTo>
                  <a:lnTo>
                    <a:pt x="646633" y="384886"/>
                  </a:lnTo>
                  <a:lnTo>
                    <a:pt x="657923" y="384886"/>
                  </a:lnTo>
                  <a:lnTo>
                    <a:pt x="662482" y="380314"/>
                  </a:lnTo>
                  <a:lnTo>
                    <a:pt x="662482" y="369036"/>
                  </a:lnTo>
                  <a:close/>
                </a:path>
              </a:pathLst>
            </a:custGeom>
            <a:solidFill>
              <a:srgbClr val="DB612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84" name="object 784" descr=""/>
          <p:cNvGrpSpPr/>
          <p:nvPr/>
        </p:nvGrpSpPr>
        <p:grpSpPr>
          <a:xfrm>
            <a:off x="10638953" y="7498347"/>
            <a:ext cx="432434" cy="1189990"/>
            <a:chOff x="10638953" y="7498347"/>
            <a:chExt cx="432434" cy="1189990"/>
          </a:xfrm>
        </p:grpSpPr>
        <p:sp>
          <p:nvSpPr>
            <p:cNvPr id="785" name="object 785" descr=""/>
            <p:cNvSpPr/>
            <p:nvPr/>
          </p:nvSpPr>
          <p:spPr>
            <a:xfrm>
              <a:off x="10753638" y="7515456"/>
              <a:ext cx="0" cy="1172845"/>
            </a:xfrm>
            <a:custGeom>
              <a:avLst/>
              <a:gdLst/>
              <a:ahLst/>
              <a:cxnLst/>
              <a:rect l="l" t="t" r="r" b="b"/>
              <a:pathLst>
                <a:path w="0" h="1172845">
                  <a:moveTo>
                    <a:pt x="0" y="0"/>
                  </a:moveTo>
                  <a:lnTo>
                    <a:pt x="0" y="1172760"/>
                  </a:lnTo>
                </a:path>
              </a:pathLst>
            </a:custGeom>
            <a:ln w="8450">
              <a:solidFill>
                <a:srgbClr val="DFB59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86" name="object 786" descr="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10638953" y="7498347"/>
              <a:ext cx="432045" cy="323745"/>
            </a:xfrm>
            <a:prstGeom prst="rect">
              <a:avLst/>
            </a:prstGeom>
          </p:spPr>
        </p:pic>
      </p:grpSp>
      <p:sp>
        <p:nvSpPr>
          <p:cNvPr id="787" name="object 787" descr=""/>
          <p:cNvSpPr/>
          <p:nvPr/>
        </p:nvSpPr>
        <p:spPr>
          <a:xfrm>
            <a:off x="10350378" y="7659736"/>
            <a:ext cx="64769" cy="48260"/>
          </a:xfrm>
          <a:custGeom>
            <a:avLst/>
            <a:gdLst/>
            <a:ahLst/>
            <a:cxnLst/>
            <a:rect l="l" t="t" r="r" b="b"/>
            <a:pathLst>
              <a:path w="64770" h="48259">
                <a:moveTo>
                  <a:pt x="42748" y="0"/>
                </a:moveTo>
                <a:lnTo>
                  <a:pt x="1800" y="34535"/>
                </a:lnTo>
                <a:lnTo>
                  <a:pt x="0" y="45278"/>
                </a:lnTo>
                <a:lnTo>
                  <a:pt x="2544" y="46074"/>
                </a:lnTo>
                <a:lnTo>
                  <a:pt x="21852" y="47668"/>
                </a:lnTo>
                <a:lnTo>
                  <a:pt x="39634" y="42003"/>
                </a:lnTo>
                <a:lnTo>
                  <a:pt x="63820" y="9635"/>
                </a:lnTo>
                <a:lnTo>
                  <a:pt x="64605" y="2389"/>
                </a:lnTo>
                <a:lnTo>
                  <a:pt x="62081" y="1593"/>
                </a:lnTo>
                <a:lnTo>
                  <a:pt x="42748" y="0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88" name="object 788" descr=""/>
          <p:cNvGrpSpPr/>
          <p:nvPr/>
        </p:nvGrpSpPr>
        <p:grpSpPr>
          <a:xfrm>
            <a:off x="10280597" y="7109872"/>
            <a:ext cx="922655" cy="614045"/>
            <a:chOff x="10280597" y="7109872"/>
            <a:chExt cx="922655" cy="614045"/>
          </a:xfrm>
        </p:grpSpPr>
        <p:sp>
          <p:nvSpPr>
            <p:cNvPr id="789" name="object 789" descr=""/>
            <p:cNvSpPr/>
            <p:nvPr/>
          </p:nvSpPr>
          <p:spPr>
            <a:xfrm>
              <a:off x="10280587" y="7109872"/>
              <a:ext cx="922655" cy="614045"/>
            </a:xfrm>
            <a:custGeom>
              <a:avLst/>
              <a:gdLst/>
              <a:ahLst/>
              <a:cxnLst/>
              <a:rect l="l" t="t" r="r" b="b"/>
              <a:pathLst>
                <a:path w="922654" h="614045">
                  <a:moveTo>
                    <a:pt x="762355" y="114160"/>
                  </a:moveTo>
                  <a:lnTo>
                    <a:pt x="762012" y="110528"/>
                  </a:lnTo>
                  <a:lnTo>
                    <a:pt x="759396" y="110109"/>
                  </a:lnTo>
                  <a:lnTo>
                    <a:pt x="740029" y="111340"/>
                  </a:lnTo>
                  <a:lnTo>
                    <a:pt x="704519" y="151447"/>
                  </a:lnTo>
                  <a:lnTo>
                    <a:pt x="703961" y="158724"/>
                  </a:lnTo>
                  <a:lnTo>
                    <a:pt x="704303" y="162344"/>
                  </a:lnTo>
                  <a:lnTo>
                    <a:pt x="706932" y="162775"/>
                  </a:lnTo>
                  <a:lnTo>
                    <a:pt x="726287" y="161544"/>
                  </a:lnTo>
                  <a:lnTo>
                    <a:pt x="761796" y="121424"/>
                  </a:lnTo>
                  <a:lnTo>
                    <a:pt x="762355" y="114160"/>
                  </a:lnTo>
                  <a:close/>
                </a:path>
                <a:path w="922654" h="614045">
                  <a:moveTo>
                    <a:pt x="922159" y="325310"/>
                  </a:moveTo>
                  <a:lnTo>
                    <a:pt x="915314" y="280593"/>
                  </a:lnTo>
                  <a:lnTo>
                    <a:pt x="895400" y="239953"/>
                  </a:lnTo>
                  <a:lnTo>
                    <a:pt x="862152" y="205486"/>
                  </a:lnTo>
                  <a:lnTo>
                    <a:pt x="821270" y="183883"/>
                  </a:lnTo>
                  <a:lnTo>
                    <a:pt x="776185" y="175780"/>
                  </a:lnTo>
                  <a:lnTo>
                    <a:pt x="730351" y="181787"/>
                  </a:lnTo>
                  <a:lnTo>
                    <a:pt x="687171" y="202514"/>
                  </a:lnTo>
                  <a:lnTo>
                    <a:pt x="681380" y="156057"/>
                  </a:lnTo>
                  <a:lnTo>
                    <a:pt x="665200" y="113423"/>
                  </a:lnTo>
                  <a:lnTo>
                    <a:pt x="639902" y="75831"/>
                  </a:lnTo>
                  <a:lnTo>
                    <a:pt x="606755" y="44475"/>
                  </a:lnTo>
                  <a:lnTo>
                    <a:pt x="567042" y="20574"/>
                  </a:lnTo>
                  <a:lnTo>
                    <a:pt x="522033" y="5346"/>
                  </a:lnTo>
                  <a:lnTo>
                    <a:pt x="473024" y="0"/>
                  </a:lnTo>
                  <a:lnTo>
                    <a:pt x="426339" y="4851"/>
                  </a:lnTo>
                  <a:lnTo>
                    <a:pt x="383222" y="18681"/>
                  </a:lnTo>
                  <a:lnTo>
                    <a:pt x="344766" y="40474"/>
                  </a:lnTo>
                  <a:lnTo>
                    <a:pt x="312077" y="69164"/>
                  </a:lnTo>
                  <a:lnTo>
                    <a:pt x="286270" y="103720"/>
                  </a:lnTo>
                  <a:lnTo>
                    <a:pt x="268427" y="143090"/>
                  </a:lnTo>
                  <a:lnTo>
                    <a:pt x="259651" y="186245"/>
                  </a:lnTo>
                  <a:lnTo>
                    <a:pt x="246507" y="183565"/>
                  </a:lnTo>
                  <a:lnTo>
                    <a:pt x="233248" y="181648"/>
                  </a:lnTo>
                  <a:lnTo>
                    <a:pt x="219900" y="180492"/>
                  </a:lnTo>
                  <a:lnTo>
                    <a:pt x="206502" y="180111"/>
                  </a:lnTo>
                  <a:lnTo>
                    <a:pt x="159156" y="184950"/>
                  </a:lnTo>
                  <a:lnTo>
                    <a:pt x="115684" y="198729"/>
                  </a:lnTo>
                  <a:lnTo>
                    <a:pt x="77343" y="220345"/>
                  </a:lnTo>
                  <a:lnTo>
                    <a:pt x="45364" y="248704"/>
                  </a:lnTo>
                  <a:lnTo>
                    <a:pt x="20993" y="282714"/>
                  </a:lnTo>
                  <a:lnTo>
                    <a:pt x="5461" y="321259"/>
                  </a:lnTo>
                  <a:lnTo>
                    <a:pt x="0" y="363245"/>
                  </a:lnTo>
                  <a:lnTo>
                    <a:pt x="7734" y="413067"/>
                  </a:lnTo>
                  <a:lnTo>
                    <a:pt x="29540" y="457657"/>
                  </a:lnTo>
                  <a:lnTo>
                    <a:pt x="63284" y="495147"/>
                  </a:lnTo>
                  <a:lnTo>
                    <a:pt x="106845" y="523659"/>
                  </a:lnTo>
                  <a:lnTo>
                    <a:pt x="158127" y="541299"/>
                  </a:lnTo>
                  <a:lnTo>
                    <a:pt x="177330" y="576529"/>
                  </a:lnTo>
                  <a:lnTo>
                    <a:pt x="207162" y="601408"/>
                  </a:lnTo>
                  <a:lnTo>
                    <a:pt x="243941" y="613892"/>
                  </a:lnTo>
                  <a:lnTo>
                    <a:pt x="284010" y="611911"/>
                  </a:lnTo>
                  <a:lnTo>
                    <a:pt x="322046" y="594067"/>
                  </a:lnTo>
                  <a:lnTo>
                    <a:pt x="349338" y="564057"/>
                  </a:lnTo>
                  <a:lnTo>
                    <a:pt x="363385" y="526008"/>
                  </a:lnTo>
                  <a:lnTo>
                    <a:pt x="361696" y="484035"/>
                  </a:lnTo>
                  <a:lnTo>
                    <a:pt x="378294" y="464896"/>
                  </a:lnTo>
                  <a:lnTo>
                    <a:pt x="391960" y="443877"/>
                  </a:lnTo>
                  <a:lnTo>
                    <a:pt x="402437" y="421220"/>
                  </a:lnTo>
                  <a:lnTo>
                    <a:pt x="409473" y="397167"/>
                  </a:lnTo>
                  <a:lnTo>
                    <a:pt x="425081" y="401154"/>
                  </a:lnTo>
                  <a:lnTo>
                    <a:pt x="440931" y="403999"/>
                  </a:lnTo>
                  <a:lnTo>
                    <a:pt x="456933" y="405701"/>
                  </a:lnTo>
                  <a:lnTo>
                    <a:pt x="473049" y="406260"/>
                  </a:lnTo>
                  <a:lnTo>
                    <a:pt x="516204" y="402145"/>
                  </a:lnTo>
                  <a:lnTo>
                    <a:pt x="556412" y="390296"/>
                  </a:lnTo>
                  <a:lnTo>
                    <a:pt x="592785" y="371563"/>
                  </a:lnTo>
                  <a:lnTo>
                    <a:pt x="624471" y="346748"/>
                  </a:lnTo>
                  <a:lnTo>
                    <a:pt x="636841" y="388327"/>
                  </a:lnTo>
                  <a:lnTo>
                    <a:pt x="659790" y="423633"/>
                  </a:lnTo>
                  <a:lnTo>
                    <a:pt x="691375" y="450977"/>
                  </a:lnTo>
                  <a:lnTo>
                    <a:pt x="729602" y="468642"/>
                  </a:lnTo>
                  <a:lnTo>
                    <a:pt x="772528" y="474916"/>
                  </a:lnTo>
                  <a:lnTo>
                    <a:pt x="819823" y="467296"/>
                  </a:lnTo>
                  <a:lnTo>
                    <a:pt x="860894" y="446049"/>
                  </a:lnTo>
                  <a:lnTo>
                    <a:pt x="893279" y="413677"/>
                  </a:lnTo>
                  <a:lnTo>
                    <a:pt x="914527" y="372605"/>
                  </a:lnTo>
                  <a:lnTo>
                    <a:pt x="922159" y="32531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0" name="object 790" descr=""/>
            <p:cNvSpPr/>
            <p:nvPr/>
          </p:nvSpPr>
          <p:spPr>
            <a:xfrm>
              <a:off x="10344722" y="7217377"/>
              <a:ext cx="761365" cy="459105"/>
            </a:xfrm>
            <a:custGeom>
              <a:avLst/>
              <a:gdLst/>
              <a:ahLst/>
              <a:cxnLst/>
              <a:rect l="l" t="t" r="r" b="b"/>
              <a:pathLst>
                <a:path w="761365" h="459104">
                  <a:moveTo>
                    <a:pt x="23456" y="423824"/>
                  </a:moveTo>
                  <a:lnTo>
                    <a:pt x="18211" y="418566"/>
                  </a:lnTo>
                  <a:lnTo>
                    <a:pt x="11734" y="418566"/>
                  </a:lnTo>
                  <a:lnTo>
                    <a:pt x="5245" y="418566"/>
                  </a:lnTo>
                  <a:lnTo>
                    <a:pt x="0" y="423824"/>
                  </a:lnTo>
                  <a:lnTo>
                    <a:pt x="0" y="436778"/>
                  </a:lnTo>
                  <a:lnTo>
                    <a:pt x="5245" y="442036"/>
                  </a:lnTo>
                  <a:lnTo>
                    <a:pt x="18211" y="442036"/>
                  </a:lnTo>
                  <a:lnTo>
                    <a:pt x="23456" y="436778"/>
                  </a:lnTo>
                  <a:lnTo>
                    <a:pt x="23456" y="423824"/>
                  </a:lnTo>
                  <a:close/>
                </a:path>
                <a:path w="761365" h="459104">
                  <a:moveTo>
                    <a:pt x="46532" y="295490"/>
                  </a:moveTo>
                  <a:lnTo>
                    <a:pt x="41554" y="290499"/>
                  </a:lnTo>
                  <a:lnTo>
                    <a:pt x="35394" y="290499"/>
                  </a:lnTo>
                  <a:lnTo>
                    <a:pt x="29235" y="290499"/>
                  </a:lnTo>
                  <a:lnTo>
                    <a:pt x="24257" y="295490"/>
                  </a:lnTo>
                  <a:lnTo>
                    <a:pt x="24257" y="307797"/>
                  </a:lnTo>
                  <a:lnTo>
                    <a:pt x="29235" y="312788"/>
                  </a:lnTo>
                  <a:lnTo>
                    <a:pt x="41554" y="312788"/>
                  </a:lnTo>
                  <a:lnTo>
                    <a:pt x="46532" y="307797"/>
                  </a:lnTo>
                  <a:lnTo>
                    <a:pt x="46532" y="295490"/>
                  </a:lnTo>
                  <a:close/>
                </a:path>
                <a:path w="761365" h="459104">
                  <a:moveTo>
                    <a:pt x="66929" y="175882"/>
                  </a:moveTo>
                  <a:lnTo>
                    <a:pt x="61950" y="170891"/>
                  </a:lnTo>
                  <a:lnTo>
                    <a:pt x="55791" y="170891"/>
                  </a:lnTo>
                  <a:lnTo>
                    <a:pt x="49631" y="170891"/>
                  </a:lnTo>
                  <a:lnTo>
                    <a:pt x="44653" y="175882"/>
                  </a:lnTo>
                  <a:lnTo>
                    <a:pt x="44653" y="188188"/>
                  </a:lnTo>
                  <a:lnTo>
                    <a:pt x="49631" y="193179"/>
                  </a:lnTo>
                  <a:lnTo>
                    <a:pt x="61950" y="193179"/>
                  </a:lnTo>
                  <a:lnTo>
                    <a:pt x="66929" y="188188"/>
                  </a:lnTo>
                  <a:lnTo>
                    <a:pt x="66929" y="175882"/>
                  </a:lnTo>
                  <a:close/>
                </a:path>
                <a:path w="761365" h="459104">
                  <a:moveTo>
                    <a:pt x="103111" y="198158"/>
                  </a:moveTo>
                  <a:lnTo>
                    <a:pt x="98132" y="193167"/>
                  </a:lnTo>
                  <a:lnTo>
                    <a:pt x="91973" y="193167"/>
                  </a:lnTo>
                  <a:lnTo>
                    <a:pt x="85813" y="193167"/>
                  </a:lnTo>
                  <a:lnTo>
                    <a:pt x="80835" y="198158"/>
                  </a:lnTo>
                  <a:lnTo>
                    <a:pt x="80835" y="210464"/>
                  </a:lnTo>
                  <a:lnTo>
                    <a:pt x="85813" y="215455"/>
                  </a:lnTo>
                  <a:lnTo>
                    <a:pt x="98132" y="215455"/>
                  </a:lnTo>
                  <a:lnTo>
                    <a:pt x="103111" y="210464"/>
                  </a:lnTo>
                  <a:lnTo>
                    <a:pt x="103111" y="198158"/>
                  </a:lnTo>
                  <a:close/>
                </a:path>
                <a:path w="761365" h="459104">
                  <a:moveTo>
                    <a:pt x="169214" y="25514"/>
                  </a:moveTo>
                  <a:lnTo>
                    <a:pt x="163969" y="20256"/>
                  </a:lnTo>
                  <a:lnTo>
                    <a:pt x="157492" y="20256"/>
                  </a:lnTo>
                  <a:lnTo>
                    <a:pt x="151003" y="20256"/>
                  </a:lnTo>
                  <a:lnTo>
                    <a:pt x="145757" y="25514"/>
                  </a:lnTo>
                  <a:lnTo>
                    <a:pt x="145757" y="38455"/>
                  </a:lnTo>
                  <a:lnTo>
                    <a:pt x="151003" y="43713"/>
                  </a:lnTo>
                  <a:lnTo>
                    <a:pt x="163969" y="43713"/>
                  </a:lnTo>
                  <a:lnTo>
                    <a:pt x="169214" y="38455"/>
                  </a:lnTo>
                  <a:lnTo>
                    <a:pt x="169214" y="25514"/>
                  </a:lnTo>
                  <a:close/>
                </a:path>
                <a:path w="761365" h="459104">
                  <a:moveTo>
                    <a:pt x="179781" y="328917"/>
                  </a:moveTo>
                  <a:lnTo>
                    <a:pt x="174790" y="323926"/>
                  </a:lnTo>
                  <a:lnTo>
                    <a:pt x="168630" y="323926"/>
                  </a:lnTo>
                  <a:lnTo>
                    <a:pt x="162483" y="323926"/>
                  </a:lnTo>
                  <a:lnTo>
                    <a:pt x="157492" y="328917"/>
                  </a:lnTo>
                  <a:lnTo>
                    <a:pt x="157492" y="341223"/>
                  </a:lnTo>
                  <a:lnTo>
                    <a:pt x="162483" y="346214"/>
                  </a:lnTo>
                  <a:lnTo>
                    <a:pt x="174790" y="346214"/>
                  </a:lnTo>
                  <a:lnTo>
                    <a:pt x="179781" y="341223"/>
                  </a:lnTo>
                  <a:lnTo>
                    <a:pt x="179781" y="328917"/>
                  </a:lnTo>
                  <a:close/>
                </a:path>
                <a:path w="761365" h="459104">
                  <a:moveTo>
                    <a:pt x="217297" y="169278"/>
                  </a:moveTo>
                  <a:lnTo>
                    <a:pt x="212305" y="164287"/>
                  </a:lnTo>
                  <a:lnTo>
                    <a:pt x="206159" y="164287"/>
                  </a:lnTo>
                  <a:lnTo>
                    <a:pt x="199999" y="164287"/>
                  </a:lnTo>
                  <a:lnTo>
                    <a:pt x="195008" y="169278"/>
                  </a:lnTo>
                  <a:lnTo>
                    <a:pt x="195008" y="181584"/>
                  </a:lnTo>
                  <a:lnTo>
                    <a:pt x="199999" y="186575"/>
                  </a:lnTo>
                  <a:lnTo>
                    <a:pt x="212305" y="186575"/>
                  </a:lnTo>
                  <a:lnTo>
                    <a:pt x="217297" y="181584"/>
                  </a:lnTo>
                  <a:lnTo>
                    <a:pt x="217297" y="169278"/>
                  </a:lnTo>
                  <a:close/>
                </a:path>
                <a:path w="761365" h="459104">
                  <a:moveTo>
                    <a:pt x="239572" y="441604"/>
                  </a:moveTo>
                  <a:lnTo>
                    <a:pt x="234581" y="436613"/>
                  </a:lnTo>
                  <a:lnTo>
                    <a:pt x="228434" y="436613"/>
                  </a:lnTo>
                  <a:lnTo>
                    <a:pt x="222275" y="436613"/>
                  </a:lnTo>
                  <a:lnTo>
                    <a:pt x="217284" y="441604"/>
                  </a:lnTo>
                  <a:lnTo>
                    <a:pt x="217284" y="453910"/>
                  </a:lnTo>
                  <a:lnTo>
                    <a:pt x="222275" y="458914"/>
                  </a:lnTo>
                  <a:lnTo>
                    <a:pt x="234581" y="458914"/>
                  </a:lnTo>
                  <a:lnTo>
                    <a:pt x="239572" y="453910"/>
                  </a:lnTo>
                  <a:lnTo>
                    <a:pt x="239572" y="441604"/>
                  </a:lnTo>
                  <a:close/>
                </a:path>
                <a:path w="761365" h="459104">
                  <a:moveTo>
                    <a:pt x="307924" y="255968"/>
                  </a:moveTo>
                  <a:lnTo>
                    <a:pt x="302933" y="250964"/>
                  </a:lnTo>
                  <a:lnTo>
                    <a:pt x="296786" y="250964"/>
                  </a:lnTo>
                  <a:lnTo>
                    <a:pt x="290626" y="250964"/>
                  </a:lnTo>
                  <a:lnTo>
                    <a:pt x="285635" y="255968"/>
                  </a:lnTo>
                  <a:lnTo>
                    <a:pt x="285635" y="268262"/>
                  </a:lnTo>
                  <a:lnTo>
                    <a:pt x="290626" y="273265"/>
                  </a:lnTo>
                  <a:lnTo>
                    <a:pt x="302933" y="273265"/>
                  </a:lnTo>
                  <a:lnTo>
                    <a:pt x="307924" y="268262"/>
                  </a:lnTo>
                  <a:lnTo>
                    <a:pt x="307924" y="255968"/>
                  </a:lnTo>
                  <a:close/>
                </a:path>
                <a:path w="761365" h="459104">
                  <a:moveTo>
                    <a:pt x="308292" y="5003"/>
                  </a:moveTo>
                  <a:lnTo>
                    <a:pt x="303314" y="0"/>
                  </a:lnTo>
                  <a:lnTo>
                    <a:pt x="297154" y="0"/>
                  </a:lnTo>
                  <a:lnTo>
                    <a:pt x="290995" y="0"/>
                  </a:lnTo>
                  <a:lnTo>
                    <a:pt x="286016" y="5003"/>
                  </a:lnTo>
                  <a:lnTo>
                    <a:pt x="286016" y="17310"/>
                  </a:lnTo>
                  <a:lnTo>
                    <a:pt x="290995" y="22301"/>
                  </a:lnTo>
                  <a:lnTo>
                    <a:pt x="303314" y="22301"/>
                  </a:lnTo>
                  <a:lnTo>
                    <a:pt x="308292" y="17310"/>
                  </a:lnTo>
                  <a:lnTo>
                    <a:pt x="308292" y="5003"/>
                  </a:lnTo>
                  <a:close/>
                </a:path>
                <a:path w="761365" h="459104">
                  <a:moveTo>
                    <a:pt x="334746" y="215671"/>
                  </a:moveTo>
                  <a:lnTo>
                    <a:pt x="329755" y="210680"/>
                  </a:lnTo>
                  <a:lnTo>
                    <a:pt x="323596" y="210680"/>
                  </a:lnTo>
                  <a:lnTo>
                    <a:pt x="317449" y="210680"/>
                  </a:lnTo>
                  <a:lnTo>
                    <a:pt x="312458" y="215671"/>
                  </a:lnTo>
                  <a:lnTo>
                    <a:pt x="312458" y="227977"/>
                  </a:lnTo>
                  <a:lnTo>
                    <a:pt x="317449" y="232968"/>
                  </a:lnTo>
                  <a:lnTo>
                    <a:pt x="329755" y="232968"/>
                  </a:lnTo>
                  <a:lnTo>
                    <a:pt x="334746" y="227977"/>
                  </a:lnTo>
                  <a:lnTo>
                    <a:pt x="334746" y="215671"/>
                  </a:lnTo>
                  <a:close/>
                </a:path>
                <a:path w="761365" h="459104">
                  <a:moveTo>
                    <a:pt x="335953" y="58623"/>
                  </a:moveTo>
                  <a:lnTo>
                    <a:pt x="330974" y="53619"/>
                  </a:lnTo>
                  <a:lnTo>
                    <a:pt x="324815" y="53619"/>
                  </a:lnTo>
                  <a:lnTo>
                    <a:pt x="318655" y="53619"/>
                  </a:lnTo>
                  <a:lnTo>
                    <a:pt x="313677" y="58623"/>
                  </a:lnTo>
                  <a:lnTo>
                    <a:pt x="313677" y="70916"/>
                  </a:lnTo>
                  <a:lnTo>
                    <a:pt x="318655" y="75920"/>
                  </a:lnTo>
                  <a:lnTo>
                    <a:pt x="330974" y="75920"/>
                  </a:lnTo>
                  <a:lnTo>
                    <a:pt x="335953" y="70916"/>
                  </a:lnTo>
                  <a:lnTo>
                    <a:pt x="335953" y="58623"/>
                  </a:lnTo>
                  <a:close/>
                </a:path>
                <a:path w="761365" h="459104">
                  <a:moveTo>
                    <a:pt x="373913" y="36969"/>
                  </a:moveTo>
                  <a:lnTo>
                    <a:pt x="368935" y="31978"/>
                  </a:lnTo>
                  <a:lnTo>
                    <a:pt x="362775" y="31978"/>
                  </a:lnTo>
                  <a:lnTo>
                    <a:pt x="356616" y="31978"/>
                  </a:lnTo>
                  <a:lnTo>
                    <a:pt x="351637" y="36969"/>
                  </a:lnTo>
                  <a:lnTo>
                    <a:pt x="351637" y="49276"/>
                  </a:lnTo>
                  <a:lnTo>
                    <a:pt x="356616" y="54279"/>
                  </a:lnTo>
                  <a:lnTo>
                    <a:pt x="368935" y="54279"/>
                  </a:lnTo>
                  <a:lnTo>
                    <a:pt x="373913" y="49276"/>
                  </a:lnTo>
                  <a:lnTo>
                    <a:pt x="373913" y="36969"/>
                  </a:lnTo>
                  <a:close/>
                </a:path>
                <a:path w="761365" h="459104">
                  <a:moveTo>
                    <a:pt x="449567" y="136334"/>
                  </a:moveTo>
                  <a:lnTo>
                    <a:pt x="444588" y="131343"/>
                  </a:lnTo>
                  <a:lnTo>
                    <a:pt x="438429" y="131343"/>
                  </a:lnTo>
                  <a:lnTo>
                    <a:pt x="432269" y="131343"/>
                  </a:lnTo>
                  <a:lnTo>
                    <a:pt x="427291" y="136334"/>
                  </a:lnTo>
                  <a:lnTo>
                    <a:pt x="427291" y="148640"/>
                  </a:lnTo>
                  <a:lnTo>
                    <a:pt x="432269" y="153631"/>
                  </a:lnTo>
                  <a:lnTo>
                    <a:pt x="444588" y="153631"/>
                  </a:lnTo>
                  <a:lnTo>
                    <a:pt x="449567" y="148640"/>
                  </a:lnTo>
                  <a:lnTo>
                    <a:pt x="449567" y="136334"/>
                  </a:lnTo>
                  <a:close/>
                </a:path>
                <a:path w="761365" h="459104">
                  <a:moveTo>
                    <a:pt x="453428" y="315734"/>
                  </a:moveTo>
                  <a:lnTo>
                    <a:pt x="448183" y="310476"/>
                  </a:lnTo>
                  <a:lnTo>
                    <a:pt x="441693" y="310476"/>
                  </a:lnTo>
                  <a:lnTo>
                    <a:pt x="435216" y="310476"/>
                  </a:lnTo>
                  <a:lnTo>
                    <a:pt x="429971" y="315734"/>
                  </a:lnTo>
                  <a:lnTo>
                    <a:pt x="429971" y="328688"/>
                  </a:lnTo>
                  <a:lnTo>
                    <a:pt x="435216" y="333946"/>
                  </a:lnTo>
                  <a:lnTo>
                    <a:pt x="448183" y="333946"/>
                  </a:lnTo>
                  <a:lnTo>
                    <a:pt x="453428" y="328688"/>
                  </a:lnTo>
                  <a:lnTo>
                    <a:pt x="453428" y="315734"/>
                  </a:lnTo>
                  <a:close/>
                </a:path>
                <a:path w="761365" h="459104">
                  <a:moveTo>
                    <a:pt x="516166" y="226568"/>
                  </a:moveTo>
                  <a:lnTo>
                    <a:pt x="511175" y="221576"/>
                  </a:lnTo>
                  <a:lnTo>
                    <a:pt x="505015" y="221576"/>
                  </a:lnTo>
                  <a:lnTo>
                    <a:pt x="498868" y="221576"/>
                  </a:lnTo>
                  <a:lnTo>
                    <a:pt x="493877" y="226568"/>
                  </a:lnTo>
                  <a:lnTo>
                    <a:pt x="493877" y="238874"/>
                  </a:lnTo>
                  <a:lnTo>
                    <a:pt x="498868" y="243865"/>
                  </a:lnTo>
                  <a:lnTo>
                    <a:pt x="511175" y="243865"/>
                  </a:lnTo>
                  <a:lnTo>
                    <a:pt x="516166" y="238874"/>
                  </a:lnTo>
                  <a:lnTo>
                    <a:pt x="516166" y="226568"/>
                  </a:lnTo>
                  <a:close/>
                </a:path>
                <a:path w="761365" h="459104">
                  <a:moveTo>
                    <a:pt x="527304" y="20662"/>
                  </a:moveTo>
                  <a:lnTo>
                    <a:pt x="522325" y="15671"/>
                  </a:lnTo>
                  <a:lnTo>
                    <a:pt x="516166" y="15671"/>
                  </a:lnTo>
                  <a:lnTo>
                    <a:pt x="510006" y="15671"/>
                  </a:lnTo>
                  <a:lnTo>
                    <a:pt x="505028" y="20662"/>
                  </a:lnTo>
                  <a:lnTo>
                    <a:pt x="505028" y="32969"/>
                  </a:lnTo>
                  <a:lnTo>
                    <a:pt x="510006" y="37960"/>
                  </a:lnTo>
                  <a:lnTo>
                    <a:pt x="522325" y="37960"/>
                  </a:lnTo>
                  <a:lnTo>
                    <a:pt x="527304" y="32969"/>
                  </a:lnTo>
                  <a:lnTo>
                    <a:pt x="527304" y="20662"/>
                  </a:lnTo>
                  <a:close/>
                </a:path>
                <a:path w="761365" h="459104">
                  <a:moveTo>
                    <a:pt x="555396" y="66421"/>
                  </a:moveTo>
                  <a:lnTo>
                    <a:pt x="550418" y="61429"/>
                  </a:lnTo>
                  <a:lnTo>
                    <a:pt x="544258" y="61429"/>
                  </a:lnTo>
                  <a:lnTo>
                    <a:pt x="538099" y="61429"/>
                  </a:lnTo>
                  <a:lnTo>
                    <a:pt x="533120" y="66421"/>
                  </a:lnTo>
                  <a:lnTo>
                    <a:pt x="533120" y="78727"/>
                  </a:lnTo>
                  <a:lnTo>
                    <a:pt x="538099" y="83718"/>
                  </a:lnTo>
                  <a:lnTo>
                    <a:pt x="550418" y="83718"/>
                  </a:lnTo>
                  <a:lnTo>
                    <a:pt x="555396" y="78727"/>
                  </a:lnTo>
                  <a:lnTo>
                    <a:pt x="555396" y="66421"/>
                  </a:lnTo>
                  <a:close/>
                </a:path>
                <a:path w="761365" h="459104">
                  <a:moveTo>
                    <a:pt x="627964" y="169278"/>
                  </a:moveTo>
                  <a:lnTo>
                    <a:pt x="622985" y="164287"/>
                  </a:lnTo>
                  <a:lnTo>
                    <a:pt x="616826" y="164287"/>
                  </a:lnTo>
                  <a:lnTo>
                    <a:pt x="610666" y="164287"/>
                  </a:lnTo>
                  <a:lnTo>
                    <a:pt x="605688" y="169278"/>
                  </a:lnTo>
                  <a:lnTo>
                    <a:pt x="605688" y="181584"/>
                  </a:lnTo>
                  <a:lnTo>
                    <a:pt x="610666" y="186575"/>
                  </a:lnTo>
                  <a:lnTo>
                    <a:pt x="622985" y="186575"/>
                  </a:lnTo>
                  <a:lnTo>
                    <a:pt x="627964" y="181584"/>
                  </a:lnTo>
                  <a:lnTo>
                    <a:pt x="627964" y="169278"/>
                  </a:lnTo>
                  <a:close/>
                </a:path>
                <a:path w="761365" h="459104">
                  <a:moveTo>
                    <a:pt x="650240" y="198158"/>
                  </a:moveTo>
                  <a:lnTo>
                    <a:pt x="645261" y="193167"/>
                  </a:lnTo>
                  <a:lnTo>
                    <a:pt x="639102" y="193167"/>
                  </a:lnTo>
                  <a:lnTo>
                    <a:pt x="632942" y="193167"/>
                  </a:lnTo>
                  <a:lnTo>
                    <a:pt x="627964" y="198158"/>
                  </a:lnTo>
                  <a:lnTo>
                    <a:pt x="627964" y="210464"/>
                  </a:lnTo>
                  <a:lnTo>
                    <a:pt x="632942" y="215455"/>
                  </a:lnTo>
                  <a:lnTo>
                    <a:pt x="645261" y="215455"/>
                  </a:lnTo>
                  <a:lnTo>
                    <a:pt x="650240" y="210464"/>
                  </a:lnTo>
                  <a:lnTo>
                    <a:pt x="650240" y="198158"/>
                  </a:lnTo>
                  <a:close/>
                </a:path>
                <a:path w="761365" h="459104">
                  <a:moveTo>
                    <a:pt x="720966" y="317766"/>
                  </a:moveTo>
                  <a:lnTo>
                    <a:pt x="715975" y="312775"/>
                  </a:lnTo>
                  <a:lnTo>
                    <a:pt x="709815" y="312775"/>
                  </a:lnTo>
                  <a:lnTo>
                    <a:pt x="703668" y="312775"/>
                  </a:lnTo>
                  <a:lnTo>
                    <a:pt x="698677" y="317766"/>
                  </a:lnTo>
                  <a:lnTo>
                    <a:pt x="698677" y="330073"/>
                  </a:lnTo>
                  <a:lnTo>
                    <a:pt x="703668" y="335064"/>
                  </a:lnTo>
                  <a:lnTo>
                    <a:pt x="715975" y="335064"/>
                  </a:lnTo>
                  <a:lnTo>
                    <a:pt x="720966" y="330073"/>
                  </a:lnTo>
                  <a:lnTo>
                    <a:pt x="720966" y="317766"/>
                  </a:lnTo>
                  <a:close/>
                </a:path>
                <a:path w="761365" h="459104">
                  <a:moveTo>
                    <a:pt x="760818" y="147472"/>
                  </a:moveTo>
                  <a:lnTo>
                    <a:pt x="755840" y="142481"/>
                  </a:lnTo>
                  <a:lnTo>
                    <a:pt x="749681" y="142481"/>
                  </a:lnTo>
                  <a:lnTo>
                    <a:pt x="743521" y="142481"/>
                  </a:lnTo>
                  <a:lnTo>
                    <a:pt x="738543" y="147472"/>
                  </a:lnTo>
                  <a:lnTo>
                    <a:pt x="738543" y="159778"/>
                  </a:lnTo>
                  <a:lnTo>
                    <a:pt x="743521" y="164769"/>
                  </a:lnTo>
                  <a:lnTo>
                    <a:pt x="755840" y="164769"/>
                  </a:lnTo>
                  <a:lnTo>
                    <a:pt x="760818" y="159778"/>
                  </a:lnTo>
                  <a:lnTo>
                    <a:pt x="760818" y="147472"/>
                  </a:lnTo>
                  <a:close/>
                </a:path>
              </a:pathLst>
            </a:custGeom>
            <a:solidFill>
              <a:srgbClr val="DB612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91" name="object 791" descr=""/>
          <p:cNvPicPr/>
          <p:nvPr/>
        </p:nvPicPr>
        <p:blipFill>
          <a:blip r:embed="rId70" cstate="print"/>
          <a:stretch>
            <a:fillRect/>
          </a:stretch>
        </p:blipFill>
        <p:spPr>
          <a:xfrm>
            <a:off x="17747716" y="3145795"/>
            <a:ext cx="1373858" cy="1778871"/>
          </a:xfrm>
          <a:prstGeom prst="rect">
            <a:avLst/>
          </a:prstGeom>
        </p:spPr>
      </p:pic>
      <p:grpSp>
        <p:nvGrpSpPr>
          <p:cNvPr id="792" name="object 792" descr=""/>
          <p:cNvGrpSpPr/>
          <p:nvPr/>
        </p:nvGrpSpPr>
        <p:grpSpPr>
          <a:xfrm>
            <a:off x="10682464" y="8192211"/>
            <a:ext cx="344805" cy="488950"/>
            <a:chOff x="10682464" y="8192211"/>
            <a:chExt cx="344805" cy="488950"/>
          </a:xfrm>
        </p:grpSpPr>
        <p:sp>
          <p:nvSpPr>
            <p:cNvPr id="793" name="object 793" descr=""/>
            <p:cNvSpPr/>
            <p:nvPr/>
          </p:nvSpPr>
          <p:spPr>
            <a:xfrm>
              <a:off x="10934979" y="8206651"/>
              <a:ext cx="0" cy="474980"/>
            </a:xfrm>
            <a:custGeom>
              <a:avLst/>
              <a:gdLst/>
              <a:ahLst/>
              <a:cxnLst/>
              <a:rect l="l" t="t" r="r" b="b"/>
              <a:pathLst>
                <a:path w="0" h="474979">
                  <a:moveTo>
                    <a:pt x="0" y="0"/>
                  </a:moveTo>
                  <a:lnTo>
                    <a:pt x="0" y="474496"/>
                  </a:lnTo>
                </a:path>
              </a:pathLst>
            </a:custGeom>
            <a:ln w="8450">
              <a:solidFill>
                <a:srgbClr val="DFB59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94" name="object 794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10682464" y="8192211"/>
              <a:ext cx="344324" cy="258457"/>
            </a:xfrm>
            <a:prstGeom prst="rect">
              <a:avLst/>
            </a:prstGeom>
          </p:spPr>
        </p:pic>
      </p:grpSp>
      <p:sp>
        <p:nvSpPr>
          <p:cNvPr id="795" name="object 795" descr=""/>
          <p:cNvSpPr/>
          <p:nvPr/>
        </p:nvSpPr>
        <p:spPr>
          <a:xfrm>
            <a:off x="11203503" y="8321054"/>
            <a:ext cx="51435" cy="38100"/>
          </a:xfrm>
          <a:custGeom>
            <a:avLst/>
            <a:gdLst/>
            <a:ahLst/>
            <a:cxnLst/>
            <a:rect l="l" t="t" r="r" b="b"/>
            <a:pathLst>
              <a:path w="51434" h="38100">
                <a:moveTo>
                  <a:pt x="17330" y="0"/>
                </a:moveTo>
                <a:lnTo>
                  <a:pt x="1999" y="1263"/>
                </a:lnTo>
                <a:lnTo>
                  <a:pt x="0" y="1891"/>
                </a:lnTo>
                <a:lnTo>
                  <a:pt x="146" y="4781"/>
                </a:lnTo>
                <a:lnTo>
                  <a:pt x="33902" y="37802"/>
                </a:lnTo>
                <a:lnTo>
                  <a:pt x="49213" y="36539"/>
                </a:lnTo>
                <a:lnTo>
                  <a:pt x="51223" y="35900"/>
                </a:lnTo>
                <a:lnTo>
                  <a:pt x="51076" y="33021"/>
                </a:lnTo>
                <a:lnTo>
                  <a:pt x="17330" y="0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96" name="object 796" descr=""/>
          <p:cNvGrpSpPr/>
          <p:nvPr/>
        </p:nvGrpSpPr>
        <p:grpSpPr>
          <a:xfrm>
            <a:off x="10578865" y="7885061"/>
            <a:ext cx="731520" cy="487045"/>
            <a:chOff x="10578865" y="7885061"/>
            <a:chExt cx="731520" cy="487045"/>
          </a:xfrm>
        </p:grpSpPr>
        <p:sp>
          <p:nvSpPr>
            <p:cNvPr id="797" name="object 797" descr=""/>
            <p:cNvSpPr/>
            <p:nvPr/>
          </p:nvSpPr>
          <p:spPr>
            <a:xfrm>
              <a:off x="10578858" y="7885067"/>
              <a:ext cx="731520" cy="487045"/>
            </a:xfrm>
            <a:custGeom>
              <a:avLst/>
              <a:gdLst/>
              <a:ahLst/>
              <a:cxnLst/>
              <a:rect l="l" t="t" r="r" b="b"/>
              <a:pathLst>
                <a:path w="731520" h="487045">
                  <a:moveTo>
                    <a:pt x="173012" y="125831"/>
                  </a:moveTo>
                  <a:lnTo>
                    <a:pt x="144411" y="88277"/>
                  </a:lnTo>
                  <a:lnTo>
                    <a:pt x="129070" y="87299"/>
                  </a:lnTo>
                  <a:lnTo>
                    <a:pt x="126987" y="87642"/>
                  </a:lnTo>
                  <a:lnTo>
                    <a:pt x="126720" y="90512"/>
                  </a:lnTo>
                  <a:lnTo>
                    <a:pt x="126771" y="93408"/>
                  </a:lnTo>
                  <a:lnTo>
                    <a:pt x="155308" y="128079"/>
                  </a:lnTo>
                  <a:lnTo>
                    <a:pt x="170662" y="129044"/>
                  </a:lnTo>
                  <a:lnTo>
                    <a:pt x="172745" y="128714"/>
                  </a:lnTo>
                  <a:lnTo>
                    <a:pt x="173012" y="125831"/>
                  </a:lnTo>
                  <a:close/>
                </a:path>
                <a:path w="731520" h="487045">
                  <a:moveTo>
                    <a:pt x="731202" y="288010"/>
                  </a:moveTo>
                  <a:lnTo>
                    <a:pt x="722858" y="242125"/>
                  </a:lnTo>
                  <a:lnTo>
                    <a:pt x="699617" y="202260"/>
                  </a:lnTo>
                  <a:lnTo>
                    <a:pt x="664171" y="170827"/>
                  </a:lnTo>
                  <a:lnTo>
                    <a:pt x="619213" y="150215"/>
                  </a:lnTo>
                  <a:lnTo>
                    <a:pt x="567461" y="142811"/>
                  </a:lnTo>
                  <a:lnTo>
                    <a:pt x="556831" y="143116"/>
                  </a:lnTo>
                  <a:lnTo>
                    <a:pt x="546252" y="144018"/>
                  </a:lnTo>
                  <a:lnTo>
                    <a:pt x="535736" y="145542"/>
                  </a:lnTo>
                  <a:lnTo>
                    <a:pt x="525310" y="147675"/>
                  </a:lnTo>
                  <a:lnTo>
                    <a:pt x="513511" y="100558"/>
                  </a:lnTo>
                  <a:lnTo>
                    <a:pt x="488302" y="59969"/>
                  </a:lnTo>
                  <a:lnTo>
                    <a:pt x="452069" y="28168"/>
                  </a:lnTo>
                  <a:lnTo>
                    <a:pt x="407212" y="7416"/>
                  </a:lnTo>
                  <a:lnTo>
                    <a:pt x="356120" y="0"/>
                  </a:lnTo>
                  <a:lnTo>
                    <a:pt x="311073" y="5727"/>
                  </a:lnTo>
                  <a:lnTo>
                    <a:pt x="270573" y="21907"/>
                  </a:lnTo>
                  <a:lnTo>
                    <a:pt x="236232" y="47015"/>
                  </a:lnTo>
                  <a:lnTo>
                    <a:pt x="209677" y="79502"/>
                  </a:lnTo>
                  <a:lnTo>
                    <a:pt x="192506" y="117856"/>
                  </a:lnTo>
                  <a:lnTo>
                    <a:pt x="186334" y="160566"/>
                  </a:lnTo>
                  <a:lnTo>
                    <a:pt x="143103" y="141859"/>
                  </a:lnTo>
                  <a:lnTo>
                    <a:pt x="97624" y="141211"/>
                  </a:lnTo>
                  <a:lnTo>
                    <a:pt x="55232" y="157670"/>
                  </a:lnTo>
                  <a:lnTo>
                    <a:pt x="21221" y="190258"/>
                  </a:lnTo>
                  <a:lnTo>
                    <a:pt x="1384" y="239953"/>
                  </a:lnTo>
                  <a:lnTo>
                    <a:pt x="0" y="257937"/>
                  </a:lnTo>
                  <a:lnTo>
                    <a:pt x="9334" y="304114"/>
                  </a:lnTo>
                  <a:lnTo>
                    <a:pt x="34759" y="341820"/>
                  </a:lnTo>
                  <a:lnTo>
                    <a:pt x="72466" y="367233"/>
                  </a:lnTo>
                  <a:lnTo>
                    <a:pt x="118643" y="376555"/>
                  </a:lnTo>
                  <a:lnTo>
                    <a:pt x="160667" y="368871"/>
                  </a:lnTo>
                  <a:lnTo>
                    <a:pt x="196278" y="347611"/>
                  </a:lnTo>
                  <a:lnTo>
                    <a:pt x="222415" y="315417"/>
                  </a:lnTo>
                  <a:lnTo>
                    <a:pt x="236029" y="274929"/>
                  </a:lnTo>
                  <a:lnTo>
                    <a:pt x="261162" y="294614"/>
                  </a:lnTo>
                  <a:lnTo>
                    <a:pt x="290017" y="309473"/>
                  </a:lnTo>
                  <a:lnTo>
                    <a:pt x="321894" y="318858"/>
                  </a:lnTo>
                  <a:lnTo>
                    <a:pt x="356120" y="322122"/>
                  </a:lnTo>
                  <a:lnTo>
                    <a:pt x="368884" y="321678"/>
                  </a:lnTo>
                  <a:lnTo>
                    <a:pt x="381571" y="320332"/>
                  </a:lnTo>
                  <a:lnTo>
                    <a:pt x="394144" y="318071"/>
                  </a:lnTo>
                  <a:lnTo>
                    <a:pt x="406527" y="314909"/>
                  </a:lnTo>
                  <a:lnTo>
                    <a:pt x="412089" y="333984"/>
                  </a:lnTo>
                  <a:lnTo>
                    <a:pt x="420408" y="351955"/>
                  </a:lnTo>
                  <a:lnTo>
                    <a:pt x="431253" y="368617"/>
                  </a:lnTo>
                  <a:lnTo>
                    <a:pt x="444411" y="383794"/>
                  </a:lnTo>
                  <a:lnTo>
                    <a:pt x="443064" y="417068"/>
                  </a:lnTo>
                  <a:lnTo>
                    <a:pt x="454202" y="447243"/>
                  </a:lnTo>
                  <a:lnTo>
                    <a:pt x="475843" y="471030"/>
                  </a:lnTo>
                  <a:lnTo>
                    <a:pt x="505993" y="485178"/>
                  </a:lnTo>
                  <a:lnTo>
                    <a:pt x="537768" y="486752"/>
                  </a:lnTo>
                  <a:lnTo>
                    <a:pt x="566940" y="476859"/>
                  </a:lnTo>
                  <a:lnTo>
                    <a:pt x="590588" y="457123"/>
                  </a:lnTo>
                  <a:lnTo>
                    <a:pt x="605815" y="429196"/>
                  </a:lnTo>
                  <a:lnTo>
                    <a:pt x="655751" y="410311"/>
                  </a:lnTo>
                  <a:lnTo>
                    <a:pt x="695477" y="378536"/>
                  </a:lnTo>
                  <a:lnTo>
                    <a:pt x="721728" y="336804"/>
                  </a:lnTo>
                  <a:lnTo>
                    <a:pt x="731202" y="28801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8" name="object 798" descr=""/>
            <p:cNvSpPr/>
            <p:nvPr/>
          </p:nvSpPr>
          <p:spPr>
            <a:xfrm>
              <a:off x="10655935" y="7970310"/>
              <a:ext cx="603885" cy="364490"/>
            </a:xfrm>
            <a:custGeom>
              <a:avLst/>
              <a:gdLst/>
              <a:ahLst/>
              <a:cxnLst/>
              <a:rect l="l" t="t" r="r" b="b"/>
              <a:pathLst>
                <a:path w="603884" h="364490">
                  <a:moveTo>
                    <a:pt x="17665" y="116928"/>
                  </a:moveTo>
                  <a:lnTo>
                    <a:pt x="13716" y="112966"/>
                  </a:lnTo>
                  <a:lnTo>
                    <a:pt x="8839" y="112966"/>
                  </a:lnTo>
                  <a:lnTo>
                    <a:pt x="3949" y="112966"/>
                  </a:lnTo>
                  <a:lnTo>
                    <a:pt x="0" y="116928"/>
                  </a:lnTo>
                  <a:lnTo>
                    <a:pt x="0" y="126682"/>
                  </a:lnTo>
                  <a:lnTo>
                    <a:pt x="3949" y="130644"/>
                  </a:lnTo>
                  <a:lnTo>
                    <a:pt x="13716" y="130644"/>
                  </a:lnTo>
                  <a:lnTo>
                    <a:pt x="17665" y="126682"/>
                  </a:lnTo>
                  <a:lnTo>
                    <a:pt x="17665" y="116928"/>
                  </a:lnTo>
                  <a:close/>
                </a:path>
                <a:path w="603884" h="364490">
                  <a:moveTo>
                    <a:pt x="49276" y="251955"/>
                  </a:moveTo>
                  <a:lnTo>
                    <a:pt x="45326" y="247992"/>
                  </a:lnTo>
                  <a:lnTo>
                    <a:pt x="40436" y="247992"/>
                  </a:lnTo>
                  <a:lnTo>
                    <a:pt x="35560" y="247992"/>
                  </a:lnTo>
                  <a:lnTo>
                    <a:pt x="31610" y="251955"/>
                  </a:lnTo>
                  <a:lnTo>
                    <a:pt x="31610" y="261721"/>
                  </a:lnTo>
                  <a:lnTo>
                    <a:pt x="35560" y="265671"/>
                  </a:lnTo>
                  <a:lnTo>
                    <a:pt x="45326" y="265671"/>
                  </a:lnTo>
                  <a:lnTo>
                    <a:pt x="49276" y="261721"/>
                  </a:lnTo>
                  <a:lnTo>
                    <a:pt x="49276" y="251955"/>
                  </a:lnTo>
                  <a:close/>
                </a:path>
                <a:path w="603884" h="364490">
                  <a:moveTo>
                    <a:pt x="105346" y="157111"/>
                  </a:moveTo>
                  <a:lnTo>
                    <a:pt x="101396" y="153162"/>
                  </a:lnTo>
                  <a:lnTo>
                    <a:pt x="96507" y="153162"/>
                  </a:lnTo>
                  <a:lnTo>
                    <a:pt x="91630" y="153162"/>
                  </a:lnTo>
                  <a:lnTo>
                    <a:pt x="87680" y="157111"/>
                  </a:lnTo>
                  <a:lnTo>
                    <a:pt x="87680" y="166878"/>
                  </a:lnTo>
                  <a:lnTo>
                    <a:pt x="91630" y="170827"/>
                  </a:lnTo>
                  <a:lnTo>
                    <a:pt x="101396" y="170827"/>
                  </a:lnTo>
                  <a:lnTo>
                    <a:pt x="105346" y="166878"/>
                  </a:lnTo>
                  <a:lnTo>
                    <a:pt x="105346" y="157111"/>
                  </a:lnTo>
                  <a:close/>
                </a:path>
                <a:path w="603884" h="364490">
                  <a:moveTo>
                    <a:pt x="123012" y="134213"/>
                  </a:moveTo>
                  <a:lnTo>
                    <a:pt x="119062" y="130251"/>
                  </a:lnTo>
                  <a:lnTo>
                    <a:pt x="114173" y="130251"/>
                  </a:lnTo>
                  <a:lnTo>
                    <a:pt x="109296" y="130251"/>
                  </a:lnTo>
                  <a:lnTo>
                    <a:pt x="105346" y="134213"/>
                  </a:lnTo>
                  <a:lnTo>
                    <a:pt x="105346" y="143967"/>
                  </a:lnTo>
                  <a:lnTo>
                    <a:pt x="109296" y="147929"/>
                  </a:lnTo>
                  <a:lnTo>
                    <a:pt x="119062" y="147929"/>
                  </a:lnTo>
                  <a:lnTo>
                    <a:pt x="123012" y="143967"/>
                  </a:lnTo>
                  <a:lnTo>
                    <a:pt x="123012" y="134213"/>
                  </a:lnTo>
                  <a:close/>
                </a:path>
                <a:path w="603884" h="364490">
                  <a:moveTo>
                    <a:pt x="180555" y="52654"/>
                  </a:moveTo>
                  <a:lnTo>
                    <a:pt x="176593" y="48704"/>
                  </a:lnTo>
                  <a:lnTo>
                    <a:pt x="171716" y="48704"/>
                  </a:lnTo>
                  <a:lnTo>
                    <a:pt x="166839" y="48704"/>
                  </a:lnTo>
                  <a:lnTo>
                    <a:pt x="162877" y="52654"/>
                  </a:lnTo>
                  <a:lnTo>
                    <a:pt x="162877" y="62420"/>
                  </a:lnTo>
                  <a:lnTo>
                    <a:pt x="166839" y="66370"/>
                  </a:lnTo>
                  <a:lnTo>
                    <a:pt x="176593" y="66370"/>
                  </a:lnTo>
                  <a:lnTo>
                    <a:pt x="180555" y="62420"/>
                  </a:lnTo>
                  <a:lnTo>
                    <a:pt x="180555" y="52654"/>
                  </a:lnTo>
                  <a:close/>
                </a:path>
                <a:path w="603884" h="364490">
                  <a:moveTo>
                    <a:pt x="202831" y="16370"/>
                  </a:moveTo>
                  <a:lnTo>
                    <a:pt x="198869" y="12420"/>
                  </a:lnTo>
                  <a:lnTo>
                    <a:pt x="193992" y="12420"/>
                  </a:lnTo>
                  <a:lnTo>
                    <a:pt x="189115" y="12420"/>
                  </a:lnTo>
                  <a:lnTo>
                    <a:pt x="185153" y="16370"/>
                  </a:lnTo>
                  <a:lnTo>
                    <a:pt x="185153" y="26136"/>
                  </a:lnTo>
                  <a:lnTo>
                    <a:pt x="189115" y="30086"/>
                  </a:lnTo>
                  <a:lnTo>
                    <a:pt x="198869" y="30086"/>
                  </a:lnTo>
                  <a:lnTo>
                    <a:pt x="202831" y="26136"/>
                  </a:lnTo>
                  <a:lnTo>
                    <a:pt x="202831" y="16370"/>
                  </a:lnTo>
                  <a:close/>
                </a:path>
                <a:path w="603884" h="364490">
                  <a:moveTo>
                    <a:pt x="211670" y="179641"/>
                  </a:moveTo>
                  <a:lnTo>
                    <a:pt x="207708" y="175679"/>
                  </a:lnTo>
                  <a:lnTo>
                    <a:pt x="202831" y="175679"/>
                  </a:lnTo>
                  <a:lnTo>
                    <a:pt x="197954" y="175679"/>
                  </a:lnTo>
                  <a:lnTo>
                    <a:pt x="193992" y="179641"/>
                  </a:lnTo>
                  <a:lnTo>
                    <a:pt x="193992" y="189395"/>
                  </a:lnTo>
                  <a:lnTo>
                    <a:pt x="197954" y="193357"/>
                  </a:lnTo>
                  <a:lnTo>
                    <a:pt x="207708" y="193357"/>
                  </a:lnTo>
                  <a:lnTo>
                    <a:pt x="211670" y="189395"/>
                  </a:lnTo>
                  <a:lnTo>
                    <a:pt x="211670" y="179641"/>
                  </a:lnTo>
                  <a:close/>
                </a:path>
                <a:path w="603884" h="364490">
                  <a:moveTo>
                    <a:pt x="262343" y="250342"/>
                  </a:moveTo>
                  <a:lnTo>
                    <a:pt x="258178" y="246176"/>
                  </a:lnTo>
                  <a:lnTo>
                    <a:pt x="253047" y="246176"/>
                  </a:lnTo>
                  <a:lnTo>
                    <a:pt x="247904" y="246176"/>
                  </a:lnTo>
                  <a:lnTo>
                    <a:pt x="243738" y="250342"/>
                  </a:lnTo>
                  <a:lnTo>
                    <a:pt x="243738" y="260616"/>
                  </a:lnTo>
                  <a:lnTo>
                    <a:pt x="247904" y="264782"/>
                  </a:lnTo>
                  <a:lnTo>
                    <a:pt x="258178" y="264782"/>
                  </a:lnTo>
                  <a:lnTo>
                    <a:pt x="262343" y="260616"/>
                  </a:lnTo>
                  <a:lnTo>
                    <a:pt x="262343" y="250342"/>
                  </a:lnTo>
                  <a:close/>
                </a:path>
                <a:path w="603884" h="364490">
                  <a:moveTo>
                    <a:pt x="264464" y="108089"/>
                  </a:moveTo>
                  <a:lnTo>
                    <a:pt x="260515" y="104127"/>
                  </a:lnTo>
                  <a:lnTo>
                    <a:pt x="255625" y="104127"/>
                  </a:lnTo>
                  <a:lnTo>
                    <a:pt x="250748" y="104127"/>
                  </a:lnTo>
                  <a:lnTo>
                    <a:pt x="246799" y="108089"/>
                  </a:lnTo>
                  <a:lnTo>
                    <a:pt x="246799" y="117843"/>
                  </a:lnTo>
                  <a:lnTo>
                    <a:pt x="250748" y="121805"/>
                  </a:lnTo>
                  <a:lnTo>
                    <a:pt x="260515" y="121805"/>
                  </a:lnTo>
                  <a:lnTo>
                    <a:pt x="264464" y="117843"/>
                  </a:lnTo>
                  <a:lnTo>
                    <a:pt x="264464" y="108089"/>
                  </a:lnTo>
                  <a:close/>
                </a:path>
                <a:path w="603884" h="364490">
                  <a:moveTo>
                    <a:pt x="324459" y="29311"/>
                  </a:moveTo>
                  <a:lnTo>
                    <a:pt x="320497" y="25349"/>
                  </a:lnTo>
                  <a:lnTo>
                    <a:pt x="315620" y="25349"/>
                  </a:lnTo>
                  <a:lnTo>
                    <a:pt x="310743" y="25349"/>
                  </a:lnTo>
                  <a:lnTo>
                    <a:pt x="306781" y="29311"/>
                  </a:lnTo>
                  <a:lnTo>
                    <a:pt x="306781" y="39065"/>
                  </a:lnTo>
                  <a:lnTo>
                    <a:pt x="310743" y="43027"/>
                  </a:lnTo>
                  <a:lnTo>
                    <a:pt x="320497" y="43027"/>
                  </a:lnTo>
                  <a:lnTo>
                    <a:pt x="324459" y="39065"/>
                  </a:lnTo>
                  <a:lnTo>
                    <a:pt x="324459" y="29311"/>
                  </a:lnTo>
                  <a:close/>
                </a:path>
                <a:path w="603884" h="364490">
                  <a:moveTo>
                    <a:pt x="354558" y="46469"/>
                  </a:moveTo>
                  <a:lnTo>
                    <a:pt x="350596" y="42506"/>
                  </a:lnTo>
                  <a:lnTo>
                    <a:pt x="345719" y="42506"/>
                  </a:lnTo>
                  <a:lnTo>
                    <a:pt x="340842" y="42506"/>
                  </a:lnTo>
                  <a:lnTo>
                    <a:pt x="336880" y="46469"/>
                  </a:lnTo>
                  <a:lnTo>
                    <a:pt x="336880" y="56222"/>
                  </a:lnTo>
                  <a:lnTo>
                    <a:pt x="340842" y="60185"/>
                  </a:lnTo>
                  <a:lnTo>
                    <a:pt x="350596" y="60185"/>
                  </a:lnTo>
                  <a:lnTo>
                    <a:pt x="354558" y="56222"/>
                  </a:lnTo>
                  <a:lnTo>
                    <a:pt x="354558" y="46469"/>
                  </a:lnTo>
                  <a:close/>
                </a:path>
                <a:path w="603884" h="364490">
                  <a:moveTo>
                    <a:pt x="355523" y="171005"/>
                  </a:moveTo>
                  <a:lnTo>
                    <a:pt x="351561" y="167043"/>
                  </a:lnTo>
                  <a:lnTo>
                    <a:pt x="346684" y="167043"/>
                  </a:lnTo>
                  <a:lnTo>
                    <a:pt x="341807" y="167043"/>
                  </a:lnTo>
                  <a:lnTo>
                    <a:pt x="337845" y="171005"/>
                  </a:lnTo>
                  <a:lnTo>
                    <a:pt x="337845" y="180759"/>
                  </a:lnTo>
                  <a:lnTo>
                    <a:pt x="341807" y="184721"/>
                  </a:lnTo>
                  <a:lnTo>
                    <a:pt x="351561" y="184721"/>
                  </a:lnTo>
                  <a:lnTo>
                    <a:pt x="355523" y="180759"/>
                  </a:lnTo>
                  <a:lnTo>
                    <a:pt x="355523" y="171005"/>
                  </a:lnTo>
                  <a:close/>
                </a:path>
                <a:path w="603884" h="364490">
                  <a:moveTo>
                    <a:pt x="376491" y="3949"/>
                  </a:moveTo>
                  <a:lnTo>
                    <a:pt x="372529" y="0"/>
                  </a:lnTo>
                  <a:lnTo>
                    <a:pt x="367652" y="0"/>
                  </a:lnTo>
                  <a:lnTo>
                    <a:pt x="362775" y="0"/>
                  </a:lnTo>
                  <a:lnTo>
                    <a:pt x="358813" y="3949"/>
                  </a:lnTo>
                  <a:lnTo>
                    <a:pt x="358813" y="13716"/>
                  </a:lnTo>
                  <a:lnTo>
                    <a:pt x="362775" y="17665"/>
                  </a:lnTo>
                  <a:lnTo>
                    <a:pt x="372529" y="17665"/>
                  </a:lnTo>
                  <a:lnTo>
                    <a:pt x="376491" y="13716"/>
                  </a:lnTo>
                  <a:lnTo>
                    <a:pt x="376491" y="3949"/>
                  </a:lnTo>
                  <a:close/>
                </a:path>
                <a:path w="603884" h="364490">
                  <a:moveTo>
                    <a:pt x="376783" y="202946"/>
                  </a:moveTo>
                  <a:lnTo>
                    <a:pt x="372821" y="198983"/>
                  </a:lnTo>
                  <a:lnTo>
                    <a:pt x="367944" y="198983"/>
                  </a:lnTo>
                  <a:lnTo>
                    <a:pt x="363067" y="198983"/>
                  </a:lnTo>
                  <a:lnTo>
                    <a:pt x="359105" y="202946"/>
                  </a:lnTo>
                  <a:lnTo>
                    <a:pt x="359105" y="212712"/>
                  </a:lnTo>
                  <a:lnTo>
                    <a:pt x="363067" y="216662"/>
                  </a:lnTo>
                  <a:lnTo>
                    <a:pt x="372821" y="216662"/>
                  </a:lnTo>
                  <a:lnTo>
                    <a:pt x="376783" y="212712"/>
                  </a:lnTo>
                  <a:lnTo>
                    <a:pt x="376783" y="202946"/>
                  </a:lnTo>
                  <a:close/>
                </a:path>
                <a:path w="603884" h="364490">
                  <a:moveTo>
                    <a:pt x="430974" y="350151"/>
                  </a:moveTo>
                  <a:lnTo>
                    <a:pt x="427024" y="346189"/>
                  </a:lnTo>
                  <a:lnTo>
                    <a:pt x="422148" y="346189"/>
                  </a:lnTo>
                  <a:lnTo>
                    <a:pt x="417258" y="346189"/>
                  </a:lnTo>
                  <a:lnTo>
                    <a:pt x="413308" y="350151"/>
                  </a:lnTo>
                  <a:lnTo>
                    <a:pt x="413308" y="359905"/>
                  </a:lnTo>
                  <a:lnTo>
                    <a:pt x="417258" y="363867"/>
                  </a:lnTo>
                  <a:lnTo>
                    <a:pt x="427024" y="363867"/>
                  </a:lnTo>
                  <a:lnTo>
                    <a:pt x="430974" y="359905"/>
                  </a:lnTo>
                  <a:lnTo>
                    <a:pt x="430974" y="350151"/>
                  </a:lnTo>
                  <a:close/>
                </a:path>
                <a:path w="603884" h="364490">
                  <a:moveTo>
                    <a:pt x="448640" y="134213"/>
                  </a:moveTo>
                  <a:lnTo>
                    <a:pt x="444690" y="130251"/>
                  </a:lnTo>
                  <a:lnTo>
                    <a:pt x="439813" y="130251"/>
                  </a:lnTo>
                  <a:lnTo>
                    <a:pt x="434924" y="130251"/>
                  </a:lnTo>
                  <a:lnTo>
                    <a:pt x="430974" y="134213"/>
                  </a:lnTo>
                  <a:lnTo>
                    <a:pt x="430974" y="143967"/>
                  </a:lnTo>
                  <a:lnTo>
                    <a:pt x="434924" y="147929"/>
                  </a:lnTo>
                  <a:lnTo>
                    <a:pt x="444690" y="147929"/>
                  </a:lnTo>
                  <a:lnTo>
                    <a:pt x="448640" y="143967"/>
                  </a:lnTo>
                  <a:lnTo>
                    <a:pt x="448640" y="134213"/>
                  </a:lnTo>
                  <a:close/>
                </a:path>
                <a:path w="603884" h="364490">
                  <a:moveTo>
                    <a:pt x="478396" y="260794"/>
                  </a:moveTo>
                  <a:lnTo>
                    <a:pt x="474433" y="256832"/>
                  </a:lnTo>
                  <a:lnTo>
                    <a:pt x="469557" y="256832"/>
                  </a:lnTo>
                  <a:lnTo>
                    <a:pt x="464680" y="256832"/>
                  </a:lnTo>
                  <a:lnTo>
                    <a:pt x="460717" y="260794"/>
                  </a:lnTo>
                  <a:lnTo>
                    <a:pt x="460717" y="270548"/>
                  </a:lnTo>
                  <a:lnTo>
                    <a:pt x="464680" y="274510"/>
                  </a:lnTo>
                  <a:lnTo>
                    <a:pt x="474433" y="274510"/>
                  </a:lnTo>
                  <a:lnTo>
                    <a:pt x="478396" y="270548"/>
                  </a:lnTo>
                  <a:lnTo>
                    <a:pt x="478396" y="260794"/>
                  </a:lnTo>
                  <a:close/>
                </a:path>
                <a:path w="603884" h="364490">
                  <a:moveTo>
                    <a:pt x="487692" y="20218"/>
                  </a:moveTo>
                  <a:lnTo>
                    <a:pt x="483527" y="16052"/>
                  </a:lnTo>
                  <a:lnTo>
                    <a:pt x="478396" y="16052"/>
                  </a:lnTo>
                  <a:lnTo>
                    <a:pt x="473252" y="16052"/>
                  </a:lnTo>
                  <a:lnTo>
                    <a:pt x="469099" y="20218"/>
                  </a:lnTo>
                  <a:lnTo>
                    <a:pt x="469099" y="30492"/>
                  </a:lnTo>
                  <a:lnTo>
                    <a:pt x="473252" y="34658"/>
                  </a:lnTo>
                  <a:lnTo>
                    <a:pt x="483527" y="34658"/>
                  </a:lnTo>
                  <a:lnTo>
                    <a:pt x="487692" y="30492"/>
                  </a:lnTo>
                  <a:lnTo>
                    <a:pt x="487692" y="20218"/>
                  </a:lnTo>
                  <a:close/>
                </a:path>
                <a:path w="603884" h="364490">
                  <a:moveTo>
                    <a:pt x="539178" y="157111"/>
                  </a:moveTo>
                  <a:lnTo>
                    <a:pt x="535216" y="153162"/>
                  </a:lnTo>
                  <a:lnTo>
                    <a:pt x="530339" y="153162"/>
                  </a:lnTo>
                  <a:lnTo>
                    <a:pt x="525462" y="153162"/>
                  </a:lnTo>
                  <a:lnTo>
                    <a:pt x="521500" y="157111"/>
                  </a:lnTo>
                  <a:lnTo>
                    <a:pt x="521500" y="166878"/>
                  </a:lnTo>
                  <a:lnTo>
                    <a:pt x="525462" y="170827"/>
                  </a:lnTo>
                  <a:lnTo>
                    <a:pt x="535216" y="170827"/>
                  </a:lnTo>
                  <a:lnTo>
                    <a:pt x="539178" y="166878"/>
                  </a:lnTo>
                  <a:lnTo>
                    <a:pt x="539178" y="157111"/>
                  </a:lnTo>
                  <a:close/>
                </a:path>
                <a:path w="603884" h="364490">
                  <a:moveTo>
                    <a:pt x="567867" y="139446"/>
                  </a:moveTo>
                  <a:lnTo>
                    <a:pt x="563918" y="135496"/>
                  </a:lnTo>
                  <a:lnTo>
                    <a:pt x="559028" y="135496"/>
                  </a:lnTo>
                  <a:lnTo>
                    <a:pt x="554151" y="135496"/>
                  </a:lnTo>
                  <a:lnTo>
                    <a:pt x="550189" y="139446"/>
                  </a:lnTo>
                  <a:lnTo>
                    <a:pt x="550189" y="149212"/>
                  </a:lnTo>
                  <a:lnTo>
                    <a:pt x="554151" y="153162"/>
                  </a:lnTo>
                  <a:lnTo>
                    <a:pt x="563918" y="153162"/>
                  </a:lnTo>
                  <a:lnTo>
                    <a:pt x="567867" y="149212"/>
                  </a:lnTo>
                  <a:lnTo>
                    <a:pt x="567867" y="139446"/>
                  </a:lnTo>
                  <a:close/>
                </a:path>
                <a:path w="603884" h="364490">
                  <a:moveTo>
                    <a:pt x="584047" y="234289"/>
                  </a:moveTo>
                  <a:lnTo>
                    <a:pt x="580085" y="230339"/>
                  </a:lnTo>
                  <a:lnTo>
                    <a:pt x="575208" y="230339"/>
                  </a:lnTo>
                  <a:lnTo>
                    <a:pt x="570331" y="230339"/>
                  </a:lnTo>
                  <a:lnTo>
                    <a:pt x="566369" y="234289"/>
                  </a:lnTo>
                  <a:lnTo>
                    <a:pt x="566369" y="244055"/>
                  </a:lnTo>
                  <a:lnTo>
                    <a:pt x="570331" y="248005"/>
                  </a:lnTo>
                  <a:lnTo>
                    <a:pt x="580085" y="248005"/>
                  </a:lnTo>
                  <a:lnTo>
                    <a:pt x="584047" y="244055"/>
                  </a:lnTo>
                  <a:lnTo>
                    <a:pt x="584047" y="234289"/>
                  </a:lnTo>
                  <a:close/>
                </a:path>
                <a:path w="603884" h="364490">
                  <a:moveTo>
                    <a:pt x="603262" y="336042"/>
                  </a:moveTo>
                  <a:lnTo>
                    <a:pt x="599109" y="331876"/>
                  </a:lnTo>
                  <a:lnTo>
                    <a:pt x="593966" y="331876"/>
                  </a:lnTo>
                  <a:lnTo>
                    <a:pt x="588822" y="331876"/>
                  </a:lnTo>
                  <a:lnTo>
                    <a:pt x="584669" y="336042"/>
                  </a:lnTo>
                  <a:lnTo>
                    <a:pt x="584669" y="346316"/>
                  </a:lnTo>
                  <a:lnTo>
                    <a:pt x="588822" y="350481"/>
                  </a:lnTo>
                  <a:lnTo>
                    <a:pt x="599109" y="350481"/>
                  </a:lnTo>
                  <a:lnTo>
                    <a:pt x="603262" y="346316"/>
                  </a:lnTo>
                  <a:lnTo>
                    <a:pt x="603262" y="336042"/>
                  </a:lnTo>
                  <a:close/>
                </a:path>
              </a:pathLst>
            </a:custGeom>
            <a:solidFill>
              <a:srgbClr val="DB612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99" name="object 799" descr=""/>
          <p:cNvGrpSpPr/>
          <p:nvPr/>
        </p:nvGrpSpPr>
        <p:grpSpPr>
          <a:xfrm>
            <a:off x="0" y="4821722"/>
            <a:ext cx="20086955" cy="171450"/>
            <a:chOff x="0" y="4821722"/>
            <a:chExt cx="20086955" cy="171450"/>
          </a:xfrm>
        </p:grpSpPr>
        <p:sp>
          <p:nvSpPr>
            <p:cNvPr id="800" name="object 800" descr=""/>
            <p:cNvSpPr/>
            <p:nvPr/>
          </p:nvSpPr>
          <p:spPr>
            <a:xfrm>
              <a:off x="0" y="4821722"/>
              <a:ext cx="20086955" cy="160020"/>
            </a:xfrm>
            <a:custGeom>
              <a:avLst/>
              <a:gdLst/>
              <a:ahLst/>
              <a:cxnLst/>
              <a:rect l="l" t="t" r="r" b="b"/>
              <a:pathLst>
                <a:path w="20086955" h="160020">
                  <a:moveTo>
                    <a:pt x="20086583" y="159555"/>
                  </a:moveTo>
                  <a:lnTo>
                    <a:pt x="0" y="159555"/>
                  </a:lnTo>
                  <a:lnTo>
                    <a:pt x="0" y="0"/>
                  </a:lnTo>
                  <a:lnTo>
                    <a:pt x="20086583" y="0"/>
                  </a:lnTo>
                  <a:lnTo>
                    <a:pt x="20086583" y="159555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1" name="object 801" descr=""/>
            <p:cNvSpPr/>
            <p:nvPr/>
          </p:nvSpPr>
          <p:spPr>
            <a:xfrm>
              <a:off x="0" y="4821722"/>
              <a:ext cx="20086955" cy="160020"/>
            </a:xfrm>
            <a:custGeom>
              <a:avLst/>
              <a:gdLst/>
              <a:ahLst/>
              <a:cxnLst/>
              <a:rect l="l" t="t" r="r" b="b"/>
              <a:pathLst>
                <a:path w="20086955" h="160020">
                  <a:moveTo>
                    <a:pt x="20086583" y="159555"/>
                  </a:moveTo>
                  <a:lnTo>
                    <a:pt x="0" y="159555"/>
                  </a:lnTo>
                  <a:lnTo>
                    <a:pt x="0" y="0"/>
                  </a:lnTo>
                  <a:lnTo>
                    <a:pt x="20086583" y="0"/>
                  </a:lnTo>
                  <a:lnTo>
                    <a:pt x="20086583" y="159555"/>
                  </a:lnTo>
                  <a:close/>
                </a:path>
              </a:pathLst>
            </a:custGeom>
            <a:solidFill>
              <a:srgbClr val="EBEBEB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2" name="object 802" descr=""/>
            <p:cNvSpPr/>
            <p:nvPr/>
          </p:nvSpPr>
          <p:spPr>
            <a:xfrm>
              <a:off x="997204" y="4821738"/>
              <a:ext cx="18056225" cy="171450"/>
            </a:xfrm>
            <a:custGeom>
              <a:avLst/>
              <a:gdLst/>
              <a:ahLst/>
              <a:cxnLst/>
              <a:rect l="l" t="t" r="r" b="b"/>
              <a:pathLst>
                <a:path w="18056225" h="171450">
                  <a:moveTo>
                    <a:pt x="47904" y="0"/>
                  </a:moveTo>
                  <a:lnTo>
                    <a:pt x="0" y="0"/>
                  </a:lnTo>
                  <a:lnTo>
                    <a:pt x="0" y="170878"/>
                  </a:lnTo>
                  <a:lnTo>
                    <a:pt x="47904" y="170878"/>
                  </a:lnTo>
                  <a:lnTo>
                    <a:pt x="47904" y="0"/>
                  </a:lnTo>
                  <a:close/>
                </a:path>
                <a:path w="18056225" h="171450">
                  <a:moveTo>
                    <a:pt x="4549851" y="0"/>
                  </a:moveTo>
                  <a:lnTo>
                    <a:pt x="4501947" y="0"/>
                  </a:lnTo>
                  <a:lnTo>
                    <a:pt x="4501947" y="170878"/>
                  </a:lnTo>
                  <a:lnTo>
                    <a:pt x="4549851" y="170878"/>
                  </a:lnTo>
                  <a:lnTo>
                    <a:pt x="4549851" y="0"/>
                  </a:lnTo>
                  <a:close/>
                </a:path>
                <a:path w="18056225" h="171450">
                  <a:moveTo>
                    <a:pt x="9051798" y="0"/>
                  </a:moveTo>
                  <a:lnTo>
                    <a:pt x="9003894" y="0"/>
                  </a:lnTo>
                  <a:lnTo>
                    <a:pt x="9003894" y="170878"/>
                  </a:lnTo>
                  <a:lnTo>
                    <a:pt x="9051798" y="170878"/>
                  </a:lnTo>
                  <a:lnTo>
                    <a:pt x="9051798" y="0"/>
                  </a:lnTo>
                  <a:close/>
                </a:path>
                <a:path w="18056225" h="171450">
                  <a:moveTo>
                    <a:pt x="13553758" y="0"/>
                  </a:moveTo>
                  <a:lnTo>
                    <a:pt x="13505853" y="0"/>
                  </a:lnTo>
                  <a:lnTo>
                    <a:pt x="13505853" y="170878"/>
                  </a:lnTo>
                  <a:lnTo>
                    <a:pt x="13553758" y="170878"/>
                  </a:lnTo>
                  <a:lnTo>
                    <a:pt x="13553758" y="0"/>
                  </a:lnTo>
                  <a:close/>
                </a:path>
                <a:path w="18056225" h="171450">
                  <a:moveTo>
                    <a:pt x="18055705" y="0"/>
                  </a:moveTo>
                  <a:lnTo>
                    <a:pt x="18007800" y="0"/>
                  </a:lnTo>
                  <a:lnTo>
                    <a:pt x="18007800" y="170878"/>
                  </a:lnTo>
                  <a:lnTo>
                    <a:pt x="18055705" y="170878"/>
                  </a:lnTo>
                  <a:lnTo>
                    <a:pt x="18055705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03" name="object 803" descr=""/>
          <p:cNvSpPr/>
          <p:nvPr/>
        </p:nvSpPr>
        <p:spPr>
          <a:xfrm>
            <a:off x="0" y="5044003"/>
            <a:ext cx="20086955" cy="74295"/>
          </a:xfrm>
          <a:custGeom>
            <a:avLst/>
            <a:gdLst/>
            <a:ahLst/>
            <a:cxnLst/>
            <a:rect l="l" t="t" r="r" b="b"/>
            <a:pathLst>
              <a:path w="20086955" h="74295">
                <a:moveTo>
                  <a:pt x="0" y="0"/>
                </a:moveTo>
                <a:lnTo>
                  <a:pt x="20086582" y="0"/>
                </a:lnTo>
                <a:lnTo>
                  <a:pt x="20086582" y="74060"/>
                </a:lnTo>
                <a:lnTo>
                  <a:pt x="0" y="74060"/>
                </a:lnTo>
                <a:lnTo>
                  <a:pt x="0" y="0"/>
                </a:lnTo>
                <a:close/>
              </a:path>
            </a:pathLst>
          </a:custGeom>
          <a:solidFill>
            <a:srgbClr val="EBEBEB">
              <a:alpha val="89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04" name="object 804" descr=""/>
          <p:cNvGrpSpPr/>
          <p:nvPr/>
        </p:nvGrpSpPr>
        <p:grpSpPr>
          <a:xfrm>
            <a:off x="0" y="8681148"/>
            <a:ext cx="20086955" cy="171450"/>
            <a:chOff x="0" y="8681148"/>
            <a:chExt cx="20086955" cy="171450"/>
          </a:xfrm>
        </p:grpSpPr>
        <p:sp>
          <p:nvSpPr>
            <p:cNvPr id="805" name="object 805" descr=""/>
            <p:cNvSpPr/>
            <p:nvPr/>
          </p:nvSpPr>
          <p:spPr>
            <a:xfrm>
              <a:off x="0" y="8681148"/>
              <a:ext cx="20086955" cy="160020"/>
            </a:xfrm>
            <a:custGeom>
              <a:avLst/>
              <a:gdLst/>
              <a:ahLst/>
              <a:cxnLst/>
              <a:rect l="l" t="t" r="r" b="b"/>
              <a:pathLst>
                <a:path w="20086955" h="160020">
                  <a:moveTo>
                    <a:pt x="20086583" y="159555"/>
                  </a:moveTo>
                  <a:lnTo>
                    <a:pt x="0" y="159555"/>
                  </a:lnTo>
                  <a:lnTo>
                    <a:pt x="0" y="0"/>
                  </a:lnTo>
                  <a:lnTo>
                    <a:pt x="20086583" y="0"/>
                  </a:lnTo>
                  <a:lnTo>
                    <a:pt x="20086583" y="159555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6" name="object 806" descr=""/>
            <p:cNvSpPr/>
            <p:nvPr/>
          </p:nvSpPr>
          <p:spPr>
            <a:xfrm>
              <a:off x="0" y="8681149"/>
              <a:ext cx="20086955" cy="160020"/>
            </a:xfrm>
            <a:custGeom>
              <a:avLst/>
              <a:gdLst/>
              <a:ahLst/>
              <a:cxnLst/>
              <a:rect l="l" t="t" r="r" b="b"/>
              <a:pathLst>
                <a:path w="20086955" h="160020">
                  <a:moveTo>
                    <a:pt x="20086583" y="159554"/>
                  </a:moveTo>
                  <a:lnTo>
                    <a:pt x="0" y="159554"/>
                  </a:lnTo>
                  <a:lnTo>
                    <a:pt x="0" y="0"/>
                  </a:lnTo>
                  <a:lnTo>
                    <a:pt x="20086583" y="0"/>
                  </a:lnTo>
                  <a:lnTo>
                    <a:pt x="20086583" y="159554"/>
                  </a:lnTo>
                  <a:close/>
                </a:path>
              </a:pathLst>
            </a:custGeom>
            <a:solidFill>
              <a:srgbClr val="EBEBEB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7" name="object 807" descr=""/>
            <p:cNvSpPr/>
            <p:nvPr/>
          </p:nvSpPr>
          <p:spPr>
            <a:xfrm>
              <a:off x="997204" y="8681154"/>
              <a:ext cx="18056225" cy="171450"/>
            </a:xfrm>
            <a:custGeom>
              <a:avLst/>
              <a:gdLst/>
              <a:ahLst/>
              <a:cxnLst/>
              <a:rect l="l" t="t" r="r" b="b"/>
              <a:pathLst>
                <a:path w="18056225" h="171450">
                  <a:moveTo>
                    <a:pt x="47904" y="0"/>
                  </a:moveTo>
                  <a:lnTo>
                    <a:pt x="0" y="0"/>
                  </a:lnTo>
                  <a:lnTo>
                    <a:pt x="0" y="170891"/>
                  </a:lnTo>
                  <a:lnTo>
                    <a:pt x="47904" y="170891"/>
                  </a:lnTo>
                  <a:lnTo>
                    <a:pt x="47904" y="0"/>
                  </a:lnTo>
                  <a:close/>
                </a:path>
                <a:path w="18056225" h="171450">
                  <a:moveTo>
                    <a:pt x="4549851" y="0"/>
                  </a:moveTo>
                  <a:lnTo>
                    <a:pt x="4501947" y="0"/>
                  </a:lnTo>
                  <a:lnTo>
                    <a:pt x="4501947" y="170891"/>
                  </a:lnTo>
                  <a:lnTo>
                    <a:pt x="4549851" y="170891"/>
                  </a:lnTo>
                  <a:lnTo>
                    <a:pt x="4549851" y="0"/>
                  </a:lnTo>
                  <a:close/>
                </a:path>
                <a:path w="18056225" h="171450">
                  <a:moveTo>
                    <a:pt x="9051798" y="0"/>
                  </a:moveTo>
                  <a:lnTo>
                    <a:pt x="9003894" y="0"/>
                  </a:lnTo>
                  <a:lnTo>
                    <a:pt x="9003894" y="170891"/>
                  </a:lnTo>
                  <a:lnTo>
                    <a:pt x="9051798" y="170891"/>
                  </a:lnTo>
                  <a:lnTo>
                    <a:pt x="9051798" y="0"/>
                  </a:lnTo>
                  <a:close/>
                </a:path>
                <a:path w="18056225" h="171450">
                  <a:moveTo>
                    <a:pt x="13553758" y="0"/>
                  </a:moveTo>
                  <a:lnTo>
                    <a:pt x="13505853" y="0"/>
                  </a:lnTo>
                  <a:lnTo>
                    <a:pt x="13505853" y="170891"/>
                  </a:lnTo>
                  <a:lnTo>
                    <a:pt x="13553758" y="170891"/>
                  </a:lnTo>
                  <a:lnTo>
                    <a:pt x="13553758" y="0"/>
                  </a:lnTo>
                  <a:close/>
                </a:path>
                <a:path w="18056225" h="171450">
                  <a:moveTo>
                    <a:pt x="18055705" y="0"/>
                  </a:moveTo>
                  <a:lnTo>
                    <a:pt x="18007800" y="0"/>
                  </a:lnTo>
                  <a:lnTo>
                    <a:pt x="18007800" y="170891"/>
                  </a:lnTo>
                  <a:lnTo>
                    <a:pt x="18055705" y="170891"/>
                  </a:lnTo>
                  <a:lnTo>
                    <a:pt x="18055705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08" name="object 808" descr=""/>
          <p:cNvSpPr/>
          <p:nvPr/>
        </p:nvSpPr>
        <p:spPr>
          <a:xfrm>
            <a:off x="0" y="8903435"/>
            <a:ext cx="20086955" cy="74295"/>
          </a:xfrm>
          <a:custGeom>
            <a:avLst/>
            <a:gdLst/>
            <a:ahLst/>
            <a:cxnLst/>
            <a:rect l="l" t="t" r="r" b="b"/>
            <a:pathLst>
              <a:path w="20086955" h="74295">
                <a:moveTo>
                  <a:pt x="0" y="0"/>
                </a:moveTo>
                <a:lnTo>
                  <a:pt x="20086582" y="0"/>
                </a:lnTo>
                <a:lnTo>
                  <a:pt x="20086582" y="74060"/>
                </a:lnTo>
                <a:lnTo>
                  <a:pt x="0" y="74060"/>
                </a:lnTo>
                <a:lnTo>
                  <a:pt x="0" y="0"/>
                </a:lnTo>
                <a:close/>
              </a:path>
            </a:pathLst>
          </a:custGeom>
          <a:solidFill>
            <a:srgbClr val="EBEBEB">
              <a:alpha val="8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09" name="object 809" descr=""/>
          <p:cNvSpPr txBox="1"/>
          <p:nvPr/>
        </p:nvSpPr>
        <p:spPr>
          <a:xfrm>
            <a:off x="624158" y="728636"/>
            <a:ext cx="178562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Various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buildings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4348710" y="3797235"/>
            <a:ext cx="1764664" cy="1405890"/>
            <a:chOff x="14348710" y="3797235"/>
            <a:chExt cx="1764664" cy="1405890"/>
          </a:xfrm>
        </p:grpSpPr>
        <p:sp>
          <p:nvSpPr>
            <p:cNvPr id="3" name="object 3" descr=""/>
            <p:cNvSpPr/>
            <p:nvPr/>
          </p:nvSpPr>
          <p:spPr>
            <a:xfrm>
              <a:off x="14348710" y="4350775"/>
              <a:ext cx="1764664" cy="852169"/>
            </a:xfrm>
            <a:custGeom>
              <a:avLst/>
              <a:gdLst/>
              <a:ahLst/>
              <a:cxnLst/>
              <a:rect l="l" t="t" r="r" b="b"/>
              <a:pathLst>
                <a:path w="1764665" h="852170">
                  <a:moveTo>
                    <a:pt x="647069" y="0"/>
                  </a:moveTo>
                  <a:lnTo>
                    <a:pt x="597734" y="599"/>
                  </a:lnTo>
                  <a:lnTo>
                    <a:pt x="549547" y="3281"/>
                  </a:lnTo>
                  <a:lnTo>
                    <a:pt x="502938" y="8068"/>
                  </a:lnTo>
                  <a:lnTo>
                    <a:pt x="458334" y="14983"/>
                  </a:lnTo>
                  <a:lnTo>
                    <a:pt x="416165" y="24047"/>
                  </a:lnTo>
                  <a:lnTo>
                    <a:pt x="376859" y="35285"/>
                  </a:lnTo>
                  <a:lnTo>
                    <a:pt x="340844" y="48718"/>
                  </a:lnTo>
                  <a:lnTo>
                    <a:pt x="280401" y="82261"/>
                  </a:lnTo>
                  <a:lnTo>
                    <a:pt x="238266" y="124860"/>
                  </a:lnTo>
                  <a:lnTo>
                    <a:pt x="225134" y="149611"/>
                  </a:lnTo>
                  <a:lnTo>
                    <a:pt x="167694" y="120504"/>
                  </a:lnTo>
                  <a:lnTo>
                    <a:pt x="125096" y="119208"/>
                  </a:lnTo>
                  <a:lnTo>
                    <a:pt x="76234" y="153292"/>
                  </a:lnTo>
                  <a:lnTo>
                    <a:pt x="0" y="230320"/>
                  </a:lnTo>
                  <a:lnTo>
                    <a:pt x="0" y="852019"/>
                  </a:lnTo>
                  <a:lnTo>
                    <a:pt x="1764522" y="852019"/>
                  </a:lnTo>
                  <a:lnTo>
                    <a:pt x="1744701" y="746077"/>
                  </a:lnTo>
                  <a:lnTo>
                    <a:pt x="1718768" y="694272"/>
                  </a:lnTo>
                  <a:lnTo>
                    <a:pt x="1669328" y="681760"/>
                  </a:lnTo>
                  <a:lnTo>
                    <a:pt x="1578988" y="693699"/>
                  </a:lnTo>
                  <a:lnTo>
                    <a:pt x="1579459" y="672624"/>
                  </a:lnTo>
                  <a:lnTo>
                    <a:pt x="1571469" y="625667"/>
                  </a:lnTo>
                  <a:lnTo>
                    <a:pt x="1540914" y="577230"/>
                  </a:lnTo>
                  <a:lnTo>
                    <a:pt x="1473693" y="551714"/>
                  </a:lnTo>
                  <a:lnTo>
                    <a:pt x="1490472" y="506038"/>
                  </a:lnTo>
                  <a:lnTo>
                    <a:pt x="1495294" y="461433"/>
                  </a:lnTo>
                  <a:lnTo>
                    <a:pt x="1489628" y="418789"/>
                  </a:lnTo>
                  <a:lnTo>
                    <a:pt x="1474943" y="378996"/>
                  </a:lnTo>
                  <a:lnTo>
                    <a:pt x="1452708" y="342945"/>
                  </a:lnTo>
                  <a:lnTo>
                    <a:pt x="1424393" y="311525"/>
                  </a:lnTo>
                  <a:lnTo>
                    <a:pt x="1391467" y="285627"/>
                  </a:lnTo>
                  <a:lnTo>
                    <a:pt x="1355399" y="266142"/>
                  </a:lnTo>
                  <a:lnTo>
                    <a:pt x="1317659" y="253959"/>
                  </a:lnTo>
                  <a:lnTo>
                    <a:pt x="1279717" y="249969"/>
                  </a:lnTo>
                  <a:lnTo>
                    <a:pt x="1243040" y="255063"/>
                  </a:lnTo>
                  <a:lnTo>
                    <a:pt x="1233596" y="225433"/>
                  </a:lnTo>
                  <a:lnTo>
                    <a:pt x="1198017" y="171355"/>
                  </a:lnTo>
                  <a:lnTo>
                    <a:pt x="1143038" y="124335"/>
                  </a:lnTo>
                  <a:lnTo>
                    <a:pt x="1109345" y="103528"/>
                  </a:lnTo>
                  <a:lnTo>
                    <a:pt x="1072087" y="84554"/>
                  </a:lnTo>
                  <a:lnTo>
                    <a:pt x="1031694" y="67435"/>
                  </a:lnTo>
                  <a:lnTo>
                    <a:pt x="988593" y="52195"/>
                  </a:lnTo>
                  <a:lnTo>
                    <a:pt x="943213" y="38855"/>
                  </a:lnTo>
                  <a:lnTo>
                    <a:pt x="895983" y="27438"/>
                  </a:lnTo>
                  <a:lnTo>
                    <a:pt x="847330" y="17968"/>
                  </a:lnTo>
                  <a:lnTo>
                    <a:pt x="797684" y="10466"/>
                  </a:lnTo>
                  <a:lnTo>
                    <a:pt x="747473" y="4955"/>
                  </a:lnTo>
                  <a:lnTo>
                    <a:pt x="697125" y="1459"/>
                  </a:lnTo>
                  <a:lnTo>
                    <a:pt x="647069" y="0"/>
                  </a:lnTo>
                  <a:close/>
                </a:path>
              </a:pathLst>
            </a:custGeom>
            <a:solidFill>
              <a:srgbClr val="3348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4348714" y="4640881"/>
              <a:ext cx="1430020" cy="561975"/>
            </a:xfrm>
            <a:custGeom>
              <a:avLst/>
              <a:gdLst/>
              <a:ahLst/>
              <a:cxnLst/>
              <a:rect l="l" t="t" r="r" b="b"/>
              <a:pathLst>
                <a:path w="1430019" h="561975">
                  <a:moveTo>
                    <a:pt x="440243" y="0"/>
                  </a:moveTo>
                  <a:lnTo>
                    <a:pt x="297892" y="44105"/>
                  </a:lnTo>
                  <a:lnTo>
                    <a:pt x="35925" y="198421"/>
                  </a:lnTo>
                  <a:lnTo>
                    <a:pt x="0" y="561918"/>
                  </a:lnTo>
                  <a:lnTo>
                    <a:pt x="1429767" y="561918"/>
                  </a:lnTo>
                  <a:lnTo>
                    <a:pt x="1417807" y="522375"/>
                  </a:lnTo>
                  <a:lnTo>
                    <a:pt x="1381211" y="438982"/>
                  </a:lnTo>
                  <a:lnTo>
                    <a:pt x="1318908" y="364593"/>
                  </a:lnTo>
                  <a:lnTo>
                    <a:pt x="1229826" y="352061"/>
                  </a:lnTo>
                  <a:lnTo>
                    <a:pt x="1229862" y="331191"/>
                  </a:lnTo>
                  <a:lnTo>
                    <a:pt x="1213655" y="288850"/>
                  </a:lnTo>
                  <a:lnTo>
                    <a:pt x="1177170" y="248522"/>
                  </a:lnTo>
                  <a:lnTo>
                    <a:pt x="1122124" y="213585"/>
                  </a:lnTo>
                  <a:lnTo>
                    <a:pt x="1050229" y="187419"/>
                  </a:lnTo>
                  <a:lnTo>
                    <a:pt x="1008500" y="178681"/>
                  </a:lnTo>
                  <a:lnTo>
                    <a:pt x="963203" y="173404"/>
                  </a:lnTo>
                  <a:lnTo>
                    <a:pt x="914551" y="172008"/>
                  </a:lnTo>
                  <a:lnTo>
                    <a:pt x="862759" y="174917"/>
                  </a:lnTo>
                  <a:lnTo>
                    <a:pt x="808041" y="182554"/>
                  </a:lnTo>
                  <a:lnTo>
                    <a:pt x="750612" y="195339"/>
                  </a:lnTo>
                  <a:lnTo>
                    <a:pt x="690687" y="213697"/>
                  </a:lnTo>
                  <a:lnTo>
                    <a:pt x="628478" y="238049"/>
                  </a:lnTo>
                  <a:lnTo>
                    <a:pt x="564202" y="268817"/>
                  </a:lnTo>
                  <a:lnTo>
                    <a:pt x="512504" y="72704"/>
                  </a:lnTo>
                  <a:lnTo>
                    <a:pt x="440243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4705060" y="3797235"/>
              <a:ext cx="699770" cy="1405890"/>
            </a:xfrm>
            <a:custGeom>
              <a:avLst/>
              <a:gdLst/>
              <a:ahLst/>
              <a:cxnLst/>
              <a:rect l="l" t="t" r="r" b="b"/>
              <a:pathLst>
                <a:path w="699769" h="1405889">
                  <a:moveTo>
                    <a:pt x="699507" y="0"/>
                  </a:moveTo>
                  <a:lnTo>
                    <a:pt x="0" y="0"/>
                  </a:lnTo>
                  <a:lnTo>
                    <a:pt x="0" y="1405559"/>
                  </a:lnTo>
                  <a:lnTo>
                    <a:pt x="699507" y="1405559"/>
                  </a:lnTo>
                  <a:lnTo>
                    <a:pt x="6995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4792072" y="3842606"/>
              <a:ext cx="508634" cy="1266190"/>
            </a:xfrm>
            <a:custGeom>
              <a:avLst/>
              <a:gdLst/>
              <a:ahLst/>
              <a:cxnLst/>
              <a:rect l="l" t="t" r="r" b="b"/>
              <a:pathLst>
                <a:path w="508634" h="1266189">
                  <a:moveTo>
                    <a:pt x="508215" y="1244371"/>
                  </a:moveTo>
                  <a:lnTo>
                    <a:pt x="0" y="1244371"/>
                  </a:lnTo>
                  <a:lnTo>
                    <a:pt x="0" y="1265720"/>
                  </a:lnTo>
                  <a:lnTo>
                    <a:pt x="508215" y="1265720"/>
                  </a:lnTo>
                  <a:lnTo>
                    <a:pt x="508215" y="1244371"/>
                  </a:lnTo>
                  <a:close/>
                </a:path>
                <a:path w="508634" h="1266189">
                  <a:moveTo>
                    <a:pt x="508215" y="1175245"/>
                  </a:moveTo>
                  <a:lnTo>
                    <a:pt x="0" y="1175245"/>
                  </a:lnTo>
                  <a:lnTo>
                    <a:pt x="0" y="1196594"/>
                  </a:lnTo>
                  <a:lnTo>
                    <a:pt x="508215" y="1196594"/>
                  </a:lnTo>
                  <a:lnTo>
                    <a:pt x="508215" y="1175245"/>
                  </a:lnTo>
                  <a:close/>
                </a:path>
                <a:path w="508634" h="1266189">
                  <a:moveTo>
                    <a:pt x="508215" y="1106119"/>
                  </a:moveTo>
                  <a:lnTo>
                    <a:pt x="0" y="1106119"/>
                  </a:lnTo>
                  <a:lnTo>
                    <a:pt x="0" y="1127467"/>
                  </a:lnTo>
                  <a:lnTo>
                    <a:pt x="508215" y="1127467"/>
                  </a:lnTo>
                  <a:lnTo>
                    <a:pt x="508215" y="1106119"/>
                  </a:lnTo>
                  <a:close/>
                </a:path>
                <a:path w="508634" h="1266189">
                  <a:moveTo>
                    <a:pt x="508215" y="1036993"/>
                  </a:moveTo>
                  <a:lnTo>
                    <a:pt x="0" y="1036993"/>
                  </a:lnTo>
                  <a:lnTo>
                    <a:pt x="0" y="1058341"/>
                  </a:lnTo>
                  <a:lnTo>
                    <a:pt x="508215" y="1058341"/>
                  </a:lnTo>
                  <a:lnTo>
                    <a:pt x="508215" y="1036993"/>
                  </a:lnTo>
                  <a:close/>
                </a:path>
                <a:path w="508634" h="1266189">
                  <a:moveTo>
                    <a:pt x="508215" y="967854"/>
                  </a:moveTo>
                  <a:lnTo>
                    <a:pt x="0" y="967854"/>
                  </a:lnTo>
                  <a:lnTo>
                    <a:pt x="0" y="989203"/>
                  </a:lnTo>
                  <a:lnTo>
                    <a:pt x="508215" y="989203"/>
                  </a:lnTo>
                  <a:lnTo>
                    <a:pt x="508215" y="967854"/>
                  </a:lnTo>
                  <a:close/>
                </a:path>
                <a:path w="508634" h="1266189">
                  <a:moveTo>
                    <a:pt x="508215" y="898715"/>
                  </a:moveTo>
                  <a:lnTo>
                    <a:pt x="0" y="898715"/>
                  </a:lnTo>
                  <a:lnTo>
                    <a:pt x="0" y="920076"/>
                  </a:lnTo>
                  <a:lnTo>
                    <a:pt x="508215" y="920076"/>
                  </a:lnTo>
                  <a:lnTo>
                    <a:pt x="508215" y="898715"/>
                  </a:lnTo>
                  <a:close/>
                </a:path>
                <a:path w="508634" h="1266189">
                  <a:moveTo>
                    <a:pt x="508215" y="829589"/>
                  </a:moveTo>
                  <a:lnTo>
                    <a:pt x="0" y="829589"/>
                  </a:lnTo>
                  <a:lnTo>
                    <a:pt x="0" y="850938"/>
                  </a:lnTo>
                  <a:lnTo>
                    <a:pt x="508215" y="850938"/>
                  </a:lnTo>
                  <a:lnTo>
                    <a:pt x="508215" y="829589"/>
                  </a:lnTo>
                  <a:close/>
                </a:path>
                <a:path w="508634" h="1266189">
                  <a:moveTo>
                    <a:pt x="508215" y="760463"/>
                  </a:moveTo>
                  <a:lnTo>
                    <a:pt x="0" y="760463"/>
                  </a:lnTo>
                  <a:lnTo>
                    <a:pt x="0" y="781799"/>
                  </a:lnTo>
                  <a:lnTo>
                    <a:pt x="508215" y="781799"/>
                  </a:lnTo>
                  <a:lnTo>
                    <a:pt x="508215" y="760463"/>
                  </a:lnTo>
                  <a:close/>
                </a:path>
                <a:path w="508634" h="1266189">
                  <a:moveTo>
                    <a:pt x="508215" y="691324"/>
                  </a:moveTo>
                  <a:lnTo>
                    <a:pt x="0" y="691324"/>
                  </a:lnTo>
                  <a:lnTo>
                    <a:pt x="0" y="712673"/>
                  </a:lnTo>
                  <a:lnTo>
                    <a:pt x="508215" y="712673"/>
                  </a:lnTo>
                  <a:lnTo>
                    <a:pt x="508215" y="691324"/>
                  </a:lnTo>
                  <a:close/>
                </a:path>
                <a:path w="508634" h="1266189">
                  <a:moveTo>
                    <a:pt x="508215" y="622198"/>
                  </a:moveTo>
                  <a:lnTo>
                    <a:pt x="0" y="622198"/>
                  </a:lnTo>
                  <a:lnTo>
                    <a:pt x="0" y="643547"/>
                  </a:lnTo>
                  <a:lnTo>
                    <a:pt x="508215" y="643547"/>
                  </a:lnTo>
                  <a:lnTo>
                    <a:pt x="508215" y="622198"/>
                  </a:lnTo>
                  <a:close/>
                </a:path>
                <a:path w="508634" h="1266189">
                  <a:moveTo>
                    <a:pt x="508215" y="553072"/>
                  </a:moveTo>
                  <a:lnTo>
                    <a:pt x="0" y="553072"/>
                  </a:lnTo>
                  <a:lnTo>
                    <a:pt x="0" y="574421"/>
                  </a:lnTo>
                  <a:lnTo>
                    <a:pt x="508215" y="574421"/>
                  </a:lnTo>
                  <a:lnTo>
                    <a:pt x="508215" y="553072"/>
                  </a:lnTo>
                  <a:close/>
                </a:path>
                <a:path w="508634" h="1266189">
                  <a:moveTo>
                    <a:pt x="508215" y="483920"/>
                  </a:moveTo>
                  <a:lnTo>
                    <a:pt x="0" y="483920"/>
                  </a:lnTo>
                  <a:lnTo>
                    <a:pt x="0" y="505282"/>
                  </a:lnTo>
                  <a:lnTo>
                    <a:pt x="508215" y="505282"/>
                  </a:lnTo>
                  <a:lnTo>
                    <a:pt x="508215" y="483920"/>
                  </a:lnTo>
                  <a:close/>
                </a:path>
                <a:path w="508634" h="1266189">
                  <a:moveTo>
                    <a:pt x="508215" y="414807"/>
                  </a:moveTo>
                  <a:lnTo>
                    <a:pt x="0" y="414807"/>
                  </a:lnTo>
                  <a:lnTo>
                    <a:pt x="0" y="436143"/>
                  </a:lnTo>
                  <a:lnTo>
                    <a:pt x="508215" y="436143"/>
                  </a:lnTo>
                  <a:lnTo>
                    <a:pt x="508215" y="414807"/>
                  </a:lnTo>
                  <a:close/>
                </a:path>
                <a:path w="508634" h="1266189">
                  <a:moveTo>
                    <a:pt x="508215" y="345668"/>
                  </a:moveTo>
                  <a:lnTo>
                    <a:pt x="0" y="345668"/>
                  </a:lnTo>
                  <a:lnTo>
                    <a:pt x="0" y="367017"/>
                  </a:lnTo>
                  <a:lnTo>
                    <a:pt x="508215" y="367017"/>
                  </a:lnTo>
                  <a:lnTo>
                    <a:pt x="508215" y="345668"/>
                  </a:lnTo>
                  <a:close/>
                </a:path>
                <a:path w="508634" h="1266189">
                  <a:moveTo>
                    <a:pt x="508215" y="276529"/>
                  </a:moveTo>
                  <a:lnTo>
                    <a:pt x="0" y="276529"/>
                  </a:lnTo>
                  <a:lnTo>
                    <a:pt x="0" y="297878"/>
                  </a:lnTo>
                  <a:lnTo>
                    <a:pt x="508215" y="297878"/>
                  </a:lnTo>
                  <a:lnTo>
                    <a:pt x="508215" y="276529"/>
                  </a:lnTo>
                  <a:close/>
                </a:path>
                <a:path w="508634" h="1266189">
                  <a:moveTo>
                    <a:pt x="508215" y="207403"/>
                  </a:moveTo>
                  <a:lnTo>
                    <a:pt x="0" y="207403"/>
                  </a:lnTo>
                  <a:lnTo>
                    <a:pt x="0" y="228752"/>
                  </a:lnTo>
                  <a:lnTo>
                    <a:pt x="508215" y="228752"/>
                  </a:lnTo>
                  <a:lnTo>
                    <a:pt x="508215" y="207403"/>
                  </a:lnTo>
                  <a:close/>
                </a:path>
                <a:path w="508634" h="1266189">
                  <a:moveTo>
                    <a:pt x="508215" y="138277"/>
                  </a:moveTo>
                  <a:lnTo>
                    <a:pt x="0" y="138277"/>
                  </a:lnTo>
                  <a:lnTo>
                    <a:pt x="0" y="159626"/>
                  </a:lnTo>
                  <a:lnTo>
                    <a:pt x="508215" y="159626"/>
                  </a:lnTo>
                  <a:lnTo>
                    <a:pt x="508215" y="138277"/>
                  </a:lnTo>
                  <a:close/>
                </a:path>
                <a:path w="508634" h="1266189">
                  <a:moveTo>
                    <a:pt x="508215" y="69138"/>
                  </a:moveTo>
                  <a:lnTo>
                    <a:pt x="0" y="69138"/>
                  </a:lnTo>
                  <a:lnTo>
                    <a:pt x="0" y="90487"/>
                  </a:lnTo>
                  <a:lnTo>
                    <a:pt x="508215" y="90487"/>
                  </a:lnTo>
                  <a:lnTo>
                    <a:pt x="508215" y="69138"/>
                  </a:lnTo>
                  <a:close/>
                </a:path>
                <a:path w="508634" h="1266189">
                  <a:moveTo>
                    <a:pt x="508215" y="0"/>
                  </a:moveTo>
                  <a:lnTo>
                    <a:pt x="0" y="0"/>
                  </a:lnTo>
                  <a:lnTo>
                    <a:pt x="0" y="21348"/>
                  </a:lnTo>
                  <a:lnTo>
                    <a:pt x="508215" y="21348"/>
                  </a:lnTo>
                  <a:lnTo>
                    <a:pt x="508215" y="0"/>
                  </a:lnTo>
                  <a:close/>
                </a:path>
              </a:pathLst>
            </a:custGeom>
            <a:solidFill>
              <a:srgbClr val="1DA2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5046128" y="3797235"/>
              <a:ext cx="358775" cy="1405890"/>
            </a:xfrm>
            <a:custGeom>
              <a:avLst/>
              <a:gdLst/>
              <a:ahLst/>
              <a:cxnLst/>
              <a:rect l="l" t="t" r="r" b="b"/>
              <a:pathLst>
                <a:path w="358775" h="1405889">
                  <a:moveTo>
                    <a:pt x="358439" y="0"/>
                  </a:moveTo>
                  <a:lnTo>
                    <a:pt x="0" y="0"/>
                  </a:lnTo>
                  <a:lnTo>
                    <a:pt x="0" y="1405559"/>
                  </a:lnTo>
                  <a:lnTo>
                    <a:pt x="358439" y="1405559"/>
                  </a:lnTo>
                  <a:lnTo>
                    <a:pt x="358439" y="0"/>
                  </a:lnTo>
                  <a:close/>
                </a:path>
              </a:pathLst>
            </a:custGeom>
            <a:solidFill>
              <a:srgbClr val="424979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14825485" y="3511537"/>
            <a:ext cx="463550" cy="285750"/>
            <a:chOff x="14825485" y="3511537"/>
            <a:chExt cx="463550" cy="285750"/>
          </a:xfrm>
        </p:grpSpPr>
        <p:sp>
          <p:nvSpPr>
            <p:cNvPr id="9" name="object 9" descr=""/>
            <p:cNvSpPr/>
            <p:nvPr/>
          </p:nvSpPr>
          <p:spPr>
            <a:xfrm>
              <a:off x="14907022" y="3511537"/>
              <a:ext cx="381635" cy="192405"/>
            </a:xfrm>
            <a:custGeom>
              <a:avLst/>
              <a:gdLst/>
              <a:ahLst/>
              <a:cxnLst/>
              <a:rect l="l" t="t" r="r" b="b"/>
              <a:pathLst>
                <a:path w="381634" h="192404">
                  <a:moveTo>
                    <a:pt x="381422" y="0"/>
                  </a:moveTo>
                  <a:lnTo>
                    <a:pt x="0" y="0"/>
                  </a:lnTo>
                  <a:lnTo>
                    <a:pt x="0" y="191795"/>
                  </a:lnTo>
                  <a:lnTo>
                    <a:pt x="381422" y="191795"/>
                  </a:lnTo>
                  <a:lnTo>
                    <a:pt x="381422" y="0"/>
                  </a:lnTo>
                  <a:close/>
                </a:path>
              </a:pathLst>
            </a:custGeom>
            <a:solidFill>
              <a:srgbClr val="CAE7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4907019" y="3703338"/>
              <a:ext cx="381635" cy="93980"/>
            </a:xfrm>
            <a:custGeom>
              <a:avLst/>
              <a:gdLst/>
              <a:ahLst/>
              <a:cxnLst/>
              <a:rect l="l" t="t" r="r" b="b"/>
              <a:pathLst>
                <a:path w="381634" h="93979">
                  <a:moveTo>
                    <a:pt x="381419" y="0"/>
                  </a:moveTo>
                  <a:lnTo>
                    <a:pt x="0" y="0"/>
                  </a:lnTo>
                  <a:lnTo>
                    <a:pt x="0" y="26479"/>
                  </a:lnTo>
                  <a:lnTo>
                    <a:pt x="41478" y="26479"/>
                  </a:lnTo>
                  <a:lnTo>
                    <a:pt x="41478" y="93903"/>
                  </a:lnTo>
                  <a:lnTo>
                    <a:pt x="59042" y="93903"/>
                  </a:lnTo>
                  <a:lnTo>
                    <a:pt x="59042" y="26479"/>
                  </a:lnTo>
                  <a:lnTo>
                    <a:pt x="318325" y="26479"/>
                  </a:lnTo>
                  <a:lnTo>
                    <a:pt x="318325" y="93903"/>
                  </a:lnTo>
                  <a:lnTo>
                    <a:pt x="335876" y="93903"/>
                  </a:lnTo>
                  <a:lnTo>
                    <a:pt x="335876" y="26479"/>
                  </a:lnTo>
                  <a:lnTo>
                    <a:pt x="381419" y="26479"/>
                  </a:lnTo>
                  <a:lnTo>
                    <a:pt x="381419" y="0"/>
                  </a:lnTo>
                  <a:close/>
                </a:path>
              </a:pathLst>
            </a:custGeom>
            <a:solidFill>
              <a:srgbClr val="2B34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4825485" y="3768744"/>
              <a:ext cx="280670" cy="28575"/>
            </a:xfrm>
            <a:custGeom>
              <a:avLst/>
              <a:gdLst/>
              <a:ahLst/>
              <a:cxnLst/>
              <a:rect l="l" t="t" r="r" b="b"/>
              <a:pathLst>
                <a:path w="280669" h="28575">
                  <a:moveTo>
                    <a:pt x="280117" y="0"/>
                  </a:moveTo>
                  <a:lnTo>
                    <a:pt x="0" y="0"/>
                  </a:lnTo>
                  <a:lnTo>
                    <a:pt x="0" y="28491"/>
                  </a:lnTo>
                  <a:lnTo>
                    <a:pt x="280117" y="28491"/>
                  </a:lnTo>
                  <a:lnTo>
                    <a:pt x="280117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13039111" y="2947983"/>
            <a:ext cx="1508760" cy="2254885"/>
            <a:chOff x="13039111" y="2947983"/>
            <a:chExt cx="1508760" cy="2254885"/>
          </a:xfrm>
        </p:grpSpPr>
        <p:sp>
          <p:nvSpPr>
            <p:cNvPr id="13" name="object 13" descr=""/>
            <p:cNvSpPr/>
            <p:nvPr/>
          </p:nvSpPr>
          <p:spPr>
            <a:xfrm>
              <a:off x="13402011" y="3112198"/>
              <a:ext cx="939165" cy="69850"/>
            </a:xfrm>
            <a:custGeom>
              <a:avLst/>
              <a:gdLst/>
              <a:ahLst/>
              <a:cxnLst/>
              <a:rect l="l" t="t" r="r" b="b"/>
              <a:pathLst>
                <a:path w="939165" h="69850">
                  <a:moveTo>
                    <a:pt x="939091" y="0"/>
                  </a:moveTo>
                  <a:lnTo>
                    <a:pt x="0" y="0"/>
                  </a:lnTo>
                  <a:lnTo>
                    <a:pt x="0" y="69285"/>
                  </a:lnTo>
                  <a:lnTo>
                    <a:pt x="939091" y="69285"/>
                  </a:lnTo>
                  <a:lnTo>
                    <a:pt x="939091" y="0"/>
                  </a:lnTo>
                  <a:close/>
                </a:path>
              </a:pathLst>
            </a:custGeom>
            <a:solidFill>
              <a:srgbClr val="2B34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3402011" y="3146836"/>
              <a:ext cx="939165" cy="27940"/>
            </a:xfrm>
            <a:custGeom>
              <a:avLst/>
              <a:gdLst/>
              <a:ahLst/>
              <a:cxnLst/>
              <a:rect l="l" t="t" r="r" b="b"/>
              <a:pathLst>
                <a:path w="939165" h="27939">
                  <a:moveTo>
                    <a:pt x="939091" y="0"/>
                  </a:moveTo>
                  <a:lnTo>
                    <a:pt x="0" y="0"/>
                  </a:lnTo>
                  <a:lnTo>
                    <a:pt x="0" y="27370"/>
                  </a:lnTo>
                  <a:lnTo>
                    <a:pt x="939091" y="27370"/>
                  </a:lnTo>
                  <a:lnTo>
                    <a:pt x="939091" y="0"/>
                  </a:lnTo>
                  <a:close/>
                </a:path>
              </a:pathLst>
            </a:custGeom>
            <a:solidFill>
              <a:srgbClr val="424979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3039111" y="3174207"/>
              <a:ext cx="1508760" cy="2028825"/>
            </a:xfrm>
            <a:custGeom>
              <a:avLst/>
              <a:gdLst/>
              <a:ahLst/>
              <a:cxnLst/>
              <a:rect l="l" t="t" r="r" b="b"/>
              <a:pathLst>
                <a:path w="1508759" h="2028825">
                  <a:moveTo>
                    <a:pt x="1508592" y="0"/>
                  </a:moveTo>
                  <a:lnTo>
                    <a:pt x="0" y="0"/>
                  </a:lnTo>
                  <a:lnTo>
                    <a:pt x="0" y="2028587"/>
                  </a:lnTo>
                  <a:lnTo>
                    <a:pt x="1508592" y="2028587"/>
                  </a:lnTo>
                  <a:lnTo>
                    <a:pt x="1508592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3435026" y="3257467"/>
              <a:ext cx="1003935" cy="216535"/>
            </a:xfrm>
            <a:custGeom>
              <a:avLst/>
              <a:gdLst/>
              <a:ahLst/>
              <a:cxnLst/>
              <a:rect l="l" t="t" r="r" b="b"/>
              <a:pathLst>
                <a:path w="1003934" h="216535">
                  <a:moveTo>
                    <a:pt x="69773" y="0"/>
                  </a:moveTo>
                  <a:lnTo>
                    <a:pt x="0" y="0"/>
                  </a:lnTo>
                  <a:lnTo>
                    <a:pt x="0" y="86690"/>
                  </a:lnTo>
                  <a:lnTo>
                    <a:pt x="69773" y="86690"/>
                  </a:lnTo>
                  <a:lnTo>
                    <a:pt x="69773" y="0"/>
                  </a:lnTo>
                  <a:close/>
                </a:path>
                <a:path w="1003934" h="216535">
                  <a:moveTo>
                    <a:pt x="256514" y="0"/>
                  </a:moveTo>
                  <a:lnTo>
                    <a:pt x="186740" y="0"/>
                  </a:lnTo>
                  <a:lnTo>
                    <a:pt x="186740" y="86690"/>
                  </a:lnTo>
                  <a:lnTo>
                    <a:pt x="256514" y="86690"/>
                  </a:lnTo>
                  <a:lnTo>
                    <a:pt x="256514" y="0"/>
                  </a:lnTo>
                  <a:close/>
                </a:path>
                <a:path w="1003934" h="216535">
                  <a:moveTo>
                    <a:pt x="443242" y="0"/>
                  </a:moveTo>
                  <a:lnTo>
                    <a:pt x="373468" y="0"/>
                  </a:lnTo>
                  <a:lnTo>
                    <a:pt x="373468" y="86690"/>
                  </a:lnTo>
                  <a:lnTo>
                    <a:pt x="443242" y="86690"/>
                  </a:lnTo>
                  <a:lnTo>
                    <a:pt x="443242" y="0"/>
                  </a:lnTo>
                  <a:close/>
                </a:path>
                <a:path w="1003934" h="216535">
                  <a:moveTo>
                    <a:pt x="629970" y="0"/>
                  </a:moveTo>
                  <a:lnTo>
                    <a:pt x="560209" y="0"/>
                  </a:lnTo>
                  <a:lnTo>
                    <a:pt x="560209" y="86690"/>
                  </a:lnTo>
                  <a:lnTo>
                    <a:pt x="629970" y="86690"/>
                  </a:lnTo>
                  <a:lnTo>
                    <a:pt x="629970" y="0"/>
                  </a:lnTo>
                  <a:close/>
                </a:path>
                <a:path w="1003934" h="216535">
                  <a:moveTo>
                    <a:pt x="816711" y="0"/>
                  </a:moveTo>
                  <a:lnTo>
                    <a:pt x="746950" y="0"/>
                  </a:lnTo>
                  <a:lnTo>
                    <a:pt x="746950" y="86690"/>
                  </a:lnTo>
                  <a:lnTo>
                    <a:pt x="816711" y="86690"/>
                  </a:lnTo>
                  <a:lnTo>
                    <a:pt x="816711" y="0"/>
                  </a:lnTo>
                  <a:close/>
                </a:path>
                <a:path w="1003934" h="216535">
                  <a:moveTo>
                    <a:pt x="1003439" y="129247"/>
                  </a:moveTo>
                  <a:lnTo>
                    <a:pt x="933678" y="129247"/>
                  </a:lnTo>
                  <a:lnTo>
                    <a:pt x="933678" y="215925"/>
                  </a:lnTo>
                  <a:lnTo>
                    <a:pt x="1003439" y="215925"/>
                  </a:lnTo>
                  <a:lnTo>
                    <a:pt x="1003439" y="129247"/>
                  </a:lnTo>
                  <a:close/>
                </a:path>
                <a:path w="1003934" h="216535">
                  <a:moveTo>
                    <a:pt x="1003439" y="0"/>
                  </a:moveTo>
                  <a:lnTo>
                    <a:pt x="933678" y="0"/>
                  </a:lnTo>
                  <a:lnTo>
                    <a:pt x="933678" y="86690"/>
                  </a:lnTo>
                  <a:lnTo>
                    <a:pt x="1003439" y="86690"/>
                  </a:lnTo>
                  <a:lnTo>
                    <a:pt x="1003439" y="0"/>
                  </a:lnTo>
                  <a:close/>
                </a:path>
              </a:pathLst>
            </a:custGeom>
            <a:solidFill>
              <a:srgbClr val="009E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4181976" y="3386703"/>
              <a:ext cx="69850" cy="86995"/>
            </a:xfrm>
            <a:custGeom>
              <a:avLst/>
              <a:gdLst/>
              <a:ahLst/>
              <a:cxnLst/>
              <a:rect l="l" t="t" r="r" b="b"/>
              <a:pathLst>
                <a:path w="69850" h="86995">
                  <a:moveTo>
                    <a:pt x="69767" y="0"/>
                  </a:moveTo>
                  <a:lnTo>
                    <a:pt x="0" y="0"/>
                  </a:lnTo>
                  <a:lnTo>
                    <a:pt x="0" y="86688"/>
                  </a:lnTo>
                  <a:lnTo>
                    <a:pt x="69767" y="86688"/>
                  </a:lnTo>
                  <a:lnTo>
                    <a:pt x="69767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3808494" y="3386714"/>
              <a:ext cx="256540" cy="86995"/>
            </a:xfrm>
            <a:custGeom>
              <a:avLst/>
              <a:gdLst/>
              <a:ahLst/>
              <a:cxnLst/>
              <a:rect l="l" t="t" r="r" b="b"/>
              <a:pathLst>
                <a:path w="256540" h="86995">
                  <a:moveTo>
                    <a:pt x="69773" y="0"/>
                  </a:moveTo>
                  <a:lnTo>
                    <a:pt x="0" y="0"/>
                  </a:lnTo>
                  <a:lnTo>
                    <a:pt x="0" y="86677"/>
                  </a:lnTo>
                  <a:lnTo>
                    <a:pt x="69773" y="86677"/>
                  </a:lnTo>
                  <a:lnTo>
                    <a:pt x="69773" y="0"/>
                  </a:lnTo>
                  <a:close/>
                </a:path>
                <a:path w="256540" h="86995">
                  <a:moveTo>
                    <a:pt x="256501" y="0"/>
                  </a:moveTo>
                  <a:lnTo>
                    <a:pt x="186740" y="0"/>
                  </a:lnTo>
                  <a:lnTo>
                    <a:pt x="186740" y="86677"/>
                  </a:lnTo>
                  <a:lnTo>
                    <a:pt x="256501" y="86677"/>
                  </a:lnTo>
                  <a:lnTo>
                    <a:pt x="256501" y="0"/>
                  </a:lnTo>
                  <a:close/>
                </a:path>
              </a:pathLst>
            </a:custGeom>
            <a:solidFill>
              <a:srgbClr val="009E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3621773" y="3386703"/>
              <a:ext cx="69850" cy="86995"/>
            </a:xfrm>
            <a:custGeom>
              <a:avLst/>
              <a:gdLst/>
              <a:ahLst/>
              <a:cxnLst/>
              <a:rect l="l" t="t" r="r" b="b"/>
              <a:pathLst>
                <a:path w="69850" h="86995">
                  <a:moveTo>
                    <a:pt x="69767" y="0"/>
                  </a:moveTo>
                  <a:lnTo>
                    <a:pt x="0" y="0"/>
                  </a:lnTo>
                  <a:lnTo>
                    <a:pt x="0" y="86688"/>
                  </a:lnTo>
                  <a:lnTo>
                    <a:pt x="69767" y="86688"/>
                  </a:lnTo>
                  <a:lnTo>
                    <a:pt x="69767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3435026" y="3386714"/>
              <a:ext cx="1003935" cy="345440"/>
            </a:xfrm>
            <a:custGeom>
              <a:avLst/>
              <a:gdLst/>
              <a:ahLst/>
              <a:cxnLst/>
              <a:rect l="l" t="t" r="r" b="b"/>
              <a:pathLst>
                <a:path w="1003934" h="345439">
                  <a:moveTo>
                    <a:pt x="69773" y="129247"/>
                  </a:moveTo>
                  <a:lnTo>
                    <a:pt x="0" y="129247"/>
                  </a:lnTo>
                  <a:lnTo>
                    <a:pt x="0" y="215938"/>
                  </a:lnTo>
                  <a:lnTo>
                    <a:pt x="69773" y="215938"/>
                  </a:lnTo>
                  <a:lnTo>
                    <a:pt x="69773" y="129247"/>
                  </a:lnTo>
                  <a:close/>
                </a:path>
                <a:path w="1003934" h="345439">
                  <a:moveTo>
                    <a:pt x="69773" y="0"/>
                  </a:moveTo>
                  <a:lnTo>
                    <a:pt x="0" y="0"/>
                  </a:lnTo>
                  <a:lnTo>
                    <a:pt x="0" y="86677"/>
                  </a:lnTo>
                  <a:lnTo>
                    <a:pt x="69773" y="86677"/>
                  </a:lnTo>
                  <a:lnTo>
                    <a:pt x="69773" y="0"/>
                  </a:lnTo>
                  <a:close/>
                </a:path>
                <a:path w="1003934" h="345439">
                  <a:moveTo>
                    <a:pt x="256514" y="129247"/>
                  </a:moveTo>
                  <a:lnTo>
                    <a:pt x="186740" y="129247"/>
                  </a:lnTo>
                  <a:lnTo>
                    <a:pt x="186740" y="215938"/>
                  </a:lnTo>
                  <a:lnTo>
                    <a:pt x="256514" y="215938"/>
                  </a:lnTo>
                  <a:lnTo>
                    <a:pt x="256514" y="129247"/>
                  </a:lnTo>
                  <a:close/>
                </a:path>
                <a:path w="1003934" h="345439">
                  <a:moveTo>
                    <a:pt x="443242" y="129247"/>
                  </a:moveTo>
                  <a:lnTo>
                    <a:pt x="373468" y="129247"/>
                  </a:lnTo>
                  <a:lnTo>
                    <a:pt x="373468" y="215938"/>
                  </a:lnTo>
                  <a:lnTo>
                    <a:pt x="443242" y="215938"/>
                  </a:lnTo>
                  <a:lnTo>
                    <a:pt x="443242" y="129247"/>
                  </a:lnTo>
                  <a:close/>
                </a:path>
                <a:path w="1003934" h="345439">
                  <a:moveTo>
                    <a:pt x="629970" y="258483"/>
                  </a:moveTo>
                  <a:lnTo>
                    <a:pt x="560209" y="258483"/>
                  </a:lnTo>
                  <a:lnTo>
                    <a:pt x="560209" y="345173"/>
                  </a:lnTo>
                  <a:lnTo>
                    <a:pt x="629970" y="345173"/>
                  </a:lnTo>
                  <a:lnTo>
                    <a:pt x="629970" y="258483"/>
                  </a:lnTo>
                  <a:close/>
                </a:path>
                <a:path w="1003934" h="345439">
                  <a:moveTo>
                    <a:pt x="629970" y="129247"/>
                  </a:moveTo>
                  <a:lnTo>
                    <a:pt x="560209" y="129247"/>
                  </a:lnTo>
                  <a:lnTo>
                    <a:pt x="560209" y="215938"/>
                  </a:lnTo>
                  <a:lnTo>
                    <a:pt x="629970" y="215938"/>
                  </a:lnTo>
                  <a:lnTo>
                    <a:pt x="629970" y="129247"/>
                  </a:lnTo>
                  <a:close/>
                </a:path>
                <a:path w="1003934" h="345439">
                  <a:moveTo>
                    <a:pt x="816711" y="258483"/>
                  </a:moveTo>
                  <a:lnTo>
                    <a:pt x="746950" y="258483"/>
                  </a:lnTo>
                  <a:lnTo>
                    <a:pt x="746950" y="345173"/>
                  </a:lnTo>
                  <a:lnTo>
                    <a:pt x="816711" y="345173"/>
                  </a:lnTo>
                  <a:lnTo>
                    <a:pt x="816711" y="258483"/>
                  </a:lnTo>
                  <a:close/>
                </a:path>
                <a:path w="1003934" h="345439">
                  <a:moveTo>
                    <a:pt x="816711" y="129247"/>
                  </a:moveTo>
                  <a:lnTo>
                    <a:pt x="746950" y="129247"/>
                  </a:lnTo>
                  <a:lnTo>
                    <a:pt x="746950" y="215938"/>
                  </a:lnTo>
                  <a:lnTo>
                    <a:pt x="816711" y="215938"/>
                  </a:lnTo>
                  <a:lnTo>
                    <a:pt x="816711" y="129247"/>
                  </a:lnTo>
                  <a:close/>
                </a:path>
                <a:path w="1003934" h="345439">
                  <a:moveTo>
                    <a:pt x="1003439" y="258483"/>
                  </a:moveTo>
                  <a:lnTo>
                    <a:pt x="933678" y="258483"/>
                  </a:lnTo>
                  <a:lnTo>
                    <a:pt x="933678" y="345173"/>
                  </a:lnTo>
                  <a:lnTo>
                    <a:pt x="1003439" y="345173"/>
                  </a:lnTo>
                  <a:lnTo>
                    <a:pt x="1003439" y="258483"/>
                  </a:lnTo>
                  <a:close/>
                </a:path>
                <a:path w="1003934" h="345439">
                  <a:moveTo>
                    <a:pt x="1003439" y="129247"/>
                  </a:moveTo>
                  <a:lnTo>
                    <a:pt x="933678" y="129247"/>
                  </a:lnTo>
                  <a:lnTo>
                    <a:pt x="933678" y="215938"/>
                  </a:lnTo>
                  <a:lnTo>
                    <a:pt x="1003439" y="215938"/>
                  </a:lnTo>
                  <a:lnTo>
                    <a:pt x="1003439" y="129247"/>
                  </a:lnTo>
                  <a:close/>
                </a:path>
              </a:pathLst>
            </a:custGeom>
            <a:solidFill>
              <a:srgbClr val="009E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3808501" y="3645197"/>
              <a:ext cx="69850" cy="86995"/>
            </a:xfrm>
            <a:custGeom>
              <a:avLst/>
              <a:gdLst/>
              <a:ahLst/>
              <a:cxnLst/>
              <a:rect l="l" t="t" r="r" b="b"/>
              <a:pathLst>
                <a:path w="69850" h="86995">
                  <a:moveTo>
                    <a:pt x="69767" y="0"/>
                  </a:moveTo>
                  <a:lnTo>
                    <a:pt x="0" y="0"/>
                  </a:lnTo>
                  <a:lnTo>
                    <a:pt x="0" y="86688"/>
                  </a:lnTo>
                  <a:lnTo>
                    <a:pt x="69767" y="86688"/>
                  </a:lnTo>
                  <a:lnTo>
                    <a:pt x="69767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3435026" y="3645198"/>
              <a:ext cx="1003935" cy="474980"/>
            </a:xfrm>
            <a:custGeom>
              <a:avLst/>
              <a:gdLst/>
              <a:ahLst/>
              <a:cxnLst/>
              <a:rect l="l" t="t" r="r" b="b"/>
              <a:pathLst>
                <a:path w="1003934" h="474979">
                  <a:moveTo>
                    <a:pt x="69773" y="387756"/>
                  </a:moveTo>
                  <a:lnTo>
                    <a:pt x="0" y="387756"/>
                  </a:lnTo>
                  <a:lnTo>
                    <a:pt x="0" y="474446"/>
                  </a:lnTo>
                  <a:lnTo>
                    <a:pt x="69773" y="474446"/>
                  </a:lnTo>
                  <a:lnTo>
                    <a:pt x="69773" y="387756"/>
                  </a:lnTo>
                  <a:close/>
                </a:path>
                <a:path w="1003934" h="474979">
                  <a:moveTo>
                    <a:pt x="69773" y="258495"/>
                  </a:moveTo>
                  <a:lnTo>
                    <a:pt x="0" y="258495"/>
                  </a:lnTo>
                  <a:lnTo>
                    <a:pt x="0" y="345186"/>
                  </a:lnTo>
                  <a:lnTo>
                    <a:pt x="69773" y="345186"/>
                  </a:lnTo>
                  <a:lnTo>
                    <a:pt x="69773" y="258495"/>
                  </a:lnTo>
                  <a:close/>
                </a:path>
                <a:path w="1003934" h="474979">
                  <a:moveTo>
                    <a:pt x="69773" y="129260"/>
                  </a:moveTo>
                  <a:lnTo>
                    <a:pt x="0" y="129260"/>
                  </a:lnTo>
                  <a:lnTo>
                    <a:pt x="0" y="215950"/>
                  </a:lnTo>
                  <a:lnTo>
                    <a:pt x="69773" y="215950"/>
                  </a:lnTo>
                  <a:lnTo>
                    <a:pt x="69773" y="129260"/>
                  </a:lnTo>
                  <a:close/>
                </a:path>
                <a:path w="1003934" h="474979">
                  <a:moveTo>
                    <a:pt x="69773" y="0"/>
                  </a:moveTo>
                  <a:lnTo>
                    <a:pt x="0" y="0"/>
                  </a:lnTo>
                  <a:lnTo>
                    <a:pt x="0" y="86690"/>
                  </a:lnTo>
                  <a:lnTo>
                    <a:pt x="69773" y="86690"/>
                  </a:lnTo>
                  <a:lnTo>
                    <a:pt x="69773" y="0"/>
                  </a:lnTo>
                  <a:close/>
                </a:path>
                <a:path w="1003934" h="474979">
                  <a:moveTo>
                    <a:pt x="256514" y="387756"/>
                  </a:moveTo>
                  <a:lnTo>
                    <a:pt x="186740" y="387756"/>
                  </a:lnTo>
                  <a:lnTo>
                    <a:pt x="186740" y="474446"/>
                  </a:lnTo>
                  <a:lnTo>
                    <a:pt x="256514" y="474446"/>
                  </a:lnTo>
                  <a:lnTo>
                    <a:pt x="256514" y="387756"/>
                  </a:lnTo>
                  <a:close/>
                </a:path>
                <a:path w="1003934" h="474979">
                  <a:moveTo>
                    <a:pt x="256514" y="258495"/>
                  </a:moveTo>
                  <a:lnTo>
                    <a:pt x="186740" y="258495"/>
                  </a:lnTo>
                  <a:lnTo>
                    <a:pt x="186740" y="345186"/>
                  </a:lnTo>
                  <a:lnTo>
                    <a:pt x="256514" y="345186"/>
                  </a:lnTo>
                  <a:lnTo>
                    <a:pt x="256514" y="258495"/>
                  </a:lnTo>
                  <a:close/>
                </a:path>
                <a:path w="1003934" h="474979">
                  <a:moveTo>
                    <a:pt x="256514" y="129260"/>
                  </a:moveTo>
                  <a:lnTo>
                    <a:pt x="186740" y="129260"/>
                  </a:lnTo>
                  <a:lnTo>
                    <a:pt x="186740" y="215950"/>
                  </a:lnTo>
                  <a:lnTo>
                    <a:pt x="256514" y="215950"/>
                  </a:lnTo>
                  <a:lnTo>
                    <a:pt x="256514" y="129260"/>
                  </a:lnTo>
                  <a:close/>
                </a:path>
                <a:path w="1003934" h="474979">
                  <a:moveTo>
                    <a:pt x="256514" y="0"/>
                  </a:moveTo>
                  <a:lnTo>
                    <a:pt x="186740" y="0"/>
                  </a:lnTo>
                  <a:lnTo>
                    <a:pt x="186740" y="86690"/>
                  </a:lnTo>
                  <a:lnTo>
                    <a:pt x="256514" y="86690"/>
                  </a:lnTo>
                  <a:lnTo>
                    <a:pt x="256514" y="0"/>
                  </a:lnTo>
                  <a:close/>
                </a:path>
                <a:path w="1003934" h="474979">
                  <a:moveTo>
                    <a:pt x="443242" y="387756"/>
                  </a:moveTo>
                  <a:lnTo>
                    <a:pt x="373468" y="387756"/>
                  </a:lnTo>
                  <a:lnTo>
                    <a:pt x="373468" y="474446"/>
                  </a:lnTo>
                  <a:lnTo>
                    <a:pt x="443242" y="474446"/>
                  </a:lnTo>
                  <a:lnTo>
                    <a:pt x="443242" y="387756"/>
                  </a:lnTo>
                  <a:close/>
                </a:path>
                <a:path w="1003934" h="474979">
                  <a:moveTo>
                    <a:pt x="443242" y="258495"/>
                  </a:moveTo>
                  <a:lnTo>
                    <a:pt x="373468" y="258495"/>
                  </a:lnTo>
                  <a:lnTo>
                    <a:pt x="373468" y="345186"/>
                  </a:lnTo>
                  <a:lnTo>
                    <a:pt x="443242" y="345186"/>
                  </a:lnTo>
                  <a:lnTo>
                    <a:pt x="443242" y="258495"/>
                  </a:lnTo>
                  <a:close/>
                </a:path>
                <a:path w="1003934" h="474979">
                  <a:moveTo>
                    <a:pt x="443242" y="129260"/>
                  </a:moveTo>
                  <a:lnTo>
                    <a:pt x="373468" y="129260"/>
                  </a:lnTo>
                  <a:lnTo>
                    <a:pt x="373468" y="215950"/>
                  </a:lnTo>
                  <a:lnTo>
                    <a:pt x="443242" y="215950"/>
                  </a:lnTo>
                  <a:lnTo>
                    <a:pt x="443242" y="129260"/>
                  </a:lnTo>
                  <a:close/>
                </a:path>
                <a:path w="1003934" h="474979">
                  <a:moveTo>
                    <a:pt x="629970" y="387756"/>
                  </a:moveTo>
                  <a:lnTo>
                    <a:pt x="560209" y="387756"/>
                  </a:lnTo>
                  <a:lnTo>
                    <a:pt x="560209" y="474446"/>
                  </a:lnTo>
                  <a:lnTo>
                    <a:pt x="629970" y="474446"/>
                  </a:lnTo>
                  <a:lnTo>
                    <a:pt x="629970" y="387756"/>
                  </a:lnTo>
                  <a:close/>
                </a:path>
                <a:path w="1003934" h="474979">
                  <a:moveTo>
                    <a:pt x="629970" y="258495"/>
                  </a:moveTo>
                  <a:lnTo>
                    <a:pt x="560209" y="258495"/>
                  </a:lnTo>
                  <a:lnTo>
                    <a:pt x="560209" y="345186"/>
                  </a:lnTo>
                  <a:lnTo>
                    <a:pt x="629970" y="345186"/>
                  </a:lnTo>
                  <a:lnTo>
                    <a:pt x="629970" y="258495"/>
                  </a:lnTo>
                  <a:close/>
                </a:path>
                <a:path w="1003934" h="474979">
                  <a:moveTo>
                    <a:pt x="629970" y="129260"/>
                  </a:moveTo>
                  <a:lnTo>
                    <a:pt x="560209" y="129260"/>
                  </a:lnTo>
                  <a:lnTo>
                    <a:pt x="560209" y="215950"/>
                  </a:lnTo>
                  <a:lnTo>
                    <a:pt x="629970" y="215950"/>
                  </a:lnTo>
                  <a:lnTo>
                    <a:pt x="629970" y="129260"/>
                  </a:lnTo>
                  <a:close/>
                </a:path>
                <a:path w="1003934" h="474979">
                  <a:moveTo>
                    <a:pt x="816711" y="387756"/>
                  </a:moveTo>
                  <a:lnTo>
                    <a:pt x="746950" y="387756"/>
                  </a:lnTo>
                  <a:lnTo>
                    <a:pt x="746950" y="474446"/>
                  </a:lnTo>
                  <a:lnTo>
                    <a:pt x="816711" y="474446"/>
                  </a:lnTo>
                  <a:lnTo>
                    <a:pt x="816711" y="387756"/>
                  </a:lnTo>
                  <a:close/>
                </a:path>
                <a:path w="1003934" h="474979">
                  <a:moveTo>
                    <a:pt x="816711" y="258495"/>
                  </a:moveTo>
                  <a:lnTo>
                    <a:pt x="746950" y="258495"/>
                  </a:lnTo>
                  <a:lnTo>
                    <a:pt x="746950" y="345186"/>
                  </a:lnTo>
                  <a:lnTo>
                    <a:pt x="816711" y="345186"/>
                  </a:lnTo>
                  <a:lnTo>
                    <a:pt x="816711" y="258495"/>
                  </a:lnTo>
                  <a:close/>
                </a:path>
                <a:path w="1003934" h="474979">
                  <a:moveTo>
                    <a:pt x="816711" y="129260"/>
                  </a:moveTo>
                  <a:lnTo>
                    <a:pt x="746950" y="129260"/>
                  </a:lnTo>
                  <a:lnTo>
                    <a:pt x="746950" y="215950"/>
                  </a:lnTo>
                  <a:lnTo>
                    <a:pt x="816711" y="215950"/>
                  </a:lnTo>
                  <a:lnTo>
                    <a:pt x="816711" y="129260"/>
                  </a:lnTo>
                  <a:close/>
                </a:path>
                <a:path w="1003934" h="474979">
                  <a:moveTo>
                    <a:pt x="1003439" y="387756"/>
                  </a:moveTo>
                  <a:lnTo>
                    <a:pt x="933678" y="387756"/>
                  </a:lnTo>
                  <a:lnTo>
                    <a:pt x="933678" y="474446"/>
                  </a:lnTo>
                  <a:lnTo>
                    <a:pt x="1003439" y="474446"/>
                  </a:lnTo>
                  <a:lnTo>
                    <a:pt x="1003439" y="387756"/>
                  </a:lnTo>
                  <a:close/>
                </a:path>
                <a:path w="1003934" h="474979">
                  <a:moveTo>
                    <a:pt x="1003439" y="258495"/>
                  </a:moveTo>
                  <a:lnTo>
                    <a:pt x="933678" y="258495"/>
                  </a:lnTo>
                  <a:lnTo>
                    <a:pt x="933678" y="345186"/>
                  </a:lnTo>
                  <a:lnTo>
                    <a:pt x="1003439" y="345186"/>
                  </a:lnTo>
                  <a:lnTo>
                    <a:pt x="1003439" y="258495"/>
                  </a:lnTo>
                  <a:close/>
                </a:path>
                <a:path w="1003934" h="474979">
                  <a:moveTo>
                    <a:pt x="1003439" y="129260"/>
                  </a:moveTo>
                  <a:lnTo>
                    <a:pt x="933678" y="129260"/>
                  </a:lnTo>
                  <a:lnTo>
                    <a:pt x="933678" y="215950"/>
                  </a:lnTo>
                  <a:lnTo>
                    <a:pt x="1003439" y="215950"/>
                  </a:lnTo>
                  <a:lnTo>
                    <a:pt x="1003439" y="129260"/>
                  </a:lnTo>
                  <a:close/>
                </a:path>
              </a:pathLst>
            </a:custGeom>
            <a:solidFill>
              <a:srgbClr val="009E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4368704" y="4162187"/>
              <a:ext cx="69850" cy="86995"/>
            </a:xfrm>
            <a:custGeom>
              <a:avLst/>
              <a:gdLst/>
              <a:ahLst/>
              <a:cxnLst/>
              <a:rect l="l" t="t" r="r" b="b"/>
              <a:pathLst>
                <a:path w="69850" h="86995">
                  <a:moveTo>
                    <a:pt x="69767" y="0"/>
                  </a:moveTo>
                  <a:lnTo>
                    <a:pt x="0" y="0"/>
                  </a:lnTo>
                  <a:lnTo>
                    <a:pt x="0" y="86688"/>
                  </a:lnTo>
                  <a:lnTo>
                    <a:pt x="69767" y="86688"/>
                  </a:lnTo>
                  <a:lnTo>
                    <a:pt x="69767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4181976" y="4162187"/>
              <a:ext cx="69850" cy="86995"/>
            </a:xfrm>
            <a:custGeom>
              <a:avLst/>
              <a:gdLst/>
              <a:ahLst/>
              <a:cxnLst/>
              <a:rect l="l" t="t" r="r" b="b"/>
              <a:pathLst>
                <a:path w="69850" h="86995">
                  <a:moveTo>
                    <a:pt x="69767" y="0"/>
                  </a:moveTo>
                  <a:lnTo>
                    <a:pt x="0" y="0"/>
                  </a:lnTo>
                  <a:lnTo>
                    <a:pt x="0" y="86688"/>
                  </a:lnTo>
                  <a:lnTo>
                    <a:pt x="69767" y="86688"/>
                  </a:lnTo>
                  <a:lnTo>
                    <a:pt x="69767" y="0"/>
                  </a:lnTo>
                  <a:close/>
                </a:path>
              </a:pathLst>
            </a:custGeom>
            <a:solidFill>
              <a:srgbClr val="009E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3808494" y="4162189"/>
              <a:ext cx="256540" cy="86995"/>
            </a:xfrm>
            <a:custGeom>
              <a:avLst/>
              <a:gdLst/>
              <a:ahLst/>
              <a:cxnLst/>
              <a:rect l="l" t="t" r="r" b="b"/>
              <a:pathLst>
                <a:path w="256540" h="86995">
                  <a:moveTo>
                    <a:pt x="69773" y="0"/>
                  </a:moveTo>
                  <a:lnTo>
                    <a:pt x="0" y="0"/>
                  </a:lnTo>
                  <a:lnTo>
                    <a:pt x="0" y="86690"/>
                  </a:lnTo>
                  <a:lnTo>
                    <a:pt x="69773" y="86690"/>
                  </a:lnTo>
                  <a:lnTo>
                    <a:pt x="69773" y="0"/>
                  </a:lnTo>
                  <a:close/>
                </a:path>
                <a:path w="256540" h="86995">
                  <a:moveTo>
                    <a:pt x="256501" y="0"/>
                  </a:moveTo>
                  <a:lnTo>
                    <a:pt x="186740" y="0"/>
                  </a:lnTo>
                  <a:lnTo>
                    <a:pt x="186740" y="86690"/>
                  </a:lnTo>
                  <a:lnTo>
                    <a:pt x="256501" y="86690"/>
                  </a:lnTo>
                  <a:lnTo>
                    <a:pt x="256501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3097142" y="3257467"/>
              <a:ext cx="1341755" cy="1120775"/>
            </a:xfrm>
            <a:custGeom>
              <a:avLst/>
              <a:gdLst/>
              <a:ahLst/>
              <a:cxnLst/>
              <a:rect l="l" t="t" r="r" b="b"/>
              <a:pathLst>
                <a:path w="1341755" h="1120775">
                  <a:moveTo>
                    <a:pt x="30822" y="516991"/>
                  </a:moveTo>
                  <a:lnTo>
                    <a:pt x="0" y="516991"/>
                  </a:lnTo>
                  <a:lnTo>
                    <a:pt x="0" y="603681"/>
                  </a:lnTo>
                  <a:lnTo>
                    <a:pt x="30822" y="603681"/>
                  </a:lnTo>
                  <a:lnTo>
                    <a:pt x="30822" y="516991"/>
                  </a:lnTo>
                  <a:close/>
                </a:path>
                <a:path w="1341755" h="1120775">
                  <a:moveTo>
                    <a:pt x="30822" y="387731"/>
                  </a:moveTo>
                  <a:lnTo>
                    <a:pt x="0" y="387731"/>
                  </a:lnTo>
                  <a:lnTo>
                    <a:pt x="0" y="474421"/>
                  </a:lnTo>
                  <a:lnTo>
                    <a:pt x="30822" y="474421"/>
                  </a:lnTo>
                  <a:lnTo>
                    <a:pt x="30822" y="387731"/>
                  </a:lnTo>
                  <a:close/>
                </a:path>
                <a:path w="1341755" h="1120775">
                  <a:moveTo>
                    <a:pt x="30822" y="258495"/>
                  </a:moveTo>
                  <a:lnTo>
                    <a:pt x="0" y="258495"/>
                  </a:lnTo>
                  <a:lnTo>
                    <a:pt x="0" y="345186"/>
                  </a:lnTo>
                  <a:lnTo>
                    <a:pt x="30822" y="345186"/>
                  </a:lnTo>
                  <a:lnTo>
                    <a:pt x="30822" y="258495"/>
                  </a:lnTo>
                  <a:close/>
                </a:path>
                <a:path w="1341755" h="1120775">
                  <a:moveTo>
                    <a:pt x="30822" y="129247"/>
                  </a:moveTo>
                  <a:lnTo>
                    <a:pt x="0" y="129247"/>
                  </a:lnTo>
                  <a:lnTo>
                    <a:pt x="0" y="215925"/>
                  </a:lnTo>
                  <a:lnTo>
                    <a:pt x="30822" y="215925"/>
                  </a:lnTo>
                  <a:lnTo>
                    <a:pt x="30822" y="129247"/>
                  </a:lnTo>
                  <a:close/>
                </a:path>
                <a:path w="1341755" h="1120775">
                  <a:moveTo>
                    <a:pt x="30822" y="0"/>
                  </a:moveTo>
                  <a:lnTo>
                    <a:pt x="0" y="0"/>
                  </a:lnTo>
                  <a:lnTo>
                    <a:pt x="0" y="86690"/>
                  </a:lnTo>
                  <a:lnTo>
                    <a:pt x="30822" y="86690"/>
                  </a:lnTo>
                  <a:lnTo>
                    <a:pt x="30822" y="0"/>
                  </a:lnTo>
                  <a:close/>
                </a:path>
                <a:path w="1341755" h="1120775">
                  <a:moveTo>
                    <a:pt x="113296" y="516991"/>
                  </a:moveTo>
                  <a:lnTo>
                    <a:pt x="82486" y="516991"/>
                  </a:lnTo>
                  <a:lnTo>
                    <a:pt x="82486" y="603681"/>
                  </a:lnTo>
                  <a:lnTo>
                    <a:pt x="113296" y="603681"/>
                  </a:lnTo>
                  <a:lnTo>
                    <a:pt x="113296" y="516991"/>
                  </a:lnTo>
                  <a:close/>
                </a:path>
                <a:path w="1341755" h="1120775">
                  <a:moveTo>
                    <a:pt x="113296" y="387731"/>
                  </a:moveTo>
                  <a:lnTo>
                    <a:pt x="82486" y="387731"/>
                  </a:lnTo>
                  <a:lnTo>
                    <a:pt x="82486" y="474421"/>
                  </a:lnTo>
                  <a:lnTo>
                    <a:pt x="113296" y="474421"/>
                  </a:lnTo>
                  <a:lnTo>
                    <a:pt x="113296" y="387731"/>
                  </a:lnTo>
                  <a:close/>
                </a:path>
                <a:path w="1341755" h="1120775">
                  <a:moveTo>
                    <a:pt x="113296" y="258495"/>
                  </a:moveTo>
                  <a:lnTo>
                    <a:pt x="82486" y="258495"/>
                  </a:lnTo>
                  <a:lnTo>
                    <a:pt x="82486" y="345186"/>
                  </a:lnTo>
                  <a:lnTo>
                    <a:pt x="113296" y="345186"/>
                  </a:lnTo>
                  <a:lnTo>
                    <a:pt x="113296" y="258495"/>
                  </a:lnTo>
                  <a:close/>
                </a:path>
                <a:path w="1341755" h="1120775">
                  <a:moveTo>
                    <a:pt x="113296" y="129247"/>
                  </a:moveTo>
                  <a:lnTo>
                    <a:pt x="82486" y="129247"/>
                  </a:lnTo>
                  <a:lnTo>
                    <a:pt x="82486" y="215925"/>
                  </a:lnTo>
                  <a:lnTo>
                    <a:pt x="113296" y="215925"/>
                  </a:lnTo>
                  <a:lnTo>
                    <a:pt x="113296" y="129247"/>
                  </a:lnTo>
                  <a:close/>
                </a:path>
                <a:path w="1341755" h="1120775">
                  <a:moveTo>
                    <a:pt x="113296" y="0"/>
                  </a:moveTo>
                  <a:lnTo>
                    <a:pt x="82486" y="0"/>
                  </a:lnTo>
                  <a:lnTo>
                    <a:pt x="82486" y="86690"/>
                  </a:lnTo>
                  <a:lnTo>
                    <a:pt x="113296" y="86690"/>
                  </a:lnTo>
                  <a:lnTo>
                    <a:pt x="113296" y="0"/>
                  </a:lnTo>
                  <a:close/>
                </a:path>
                <a:path w="1341755" h="1120775">
                  <a:moveTo>
                    <a:pt x="195783" y="646226"/>
                  </a:moveTo>
                  <a:lnTo>
                    <a:pt x="164973" y="646226"/>
                  </a:lnTo>
                  <a:lnTo>
                    <a:pt x="164973" y="732917"/>
                  </a:lnTo>
                  <a:lnTo>
                    <a:pt x="195783" y="732917"/>
                  </a:lnTo>
                  <a:lnTo>
                    <a:pt x="195783" y="646226"/>
                  </a:lnTo>
                  <a:close/>
                </a:path>
                <a:path w="1341755" h="1120775">
                  <a:moveTo>
                    <a:pt x="195783" y="516991"/>
                  </a:moveTo>
                  <a:lnTo>
                    <a:pt x="164973" y="516991"/>
                  </a:lnTo>
                  <a:lnTo>
                    <a:pt x="164973" y="603681"/>
                  </a:lnTo>
                  <a:lnTo>
                    <a:pt x="195783" y="603681"/>
                  </a:lnTo>
                  <a:lnTo>
                    <a:pt x="195783" y="516991"/>
                  </a:lnTo>
                  <a:close/>
                </a:path>
                <a:path w="1341755" h="1120775">
                  <a:moveTo>
                    <a:pt x="195783" y="387731"/>
                  </a:moveTo>
                  <a:lnTo>
                    <a:pt x="164973" y="387731"/>
                  </a:lnTo>
                  <a:lnTo>
                    <a:pt x="164973" y="474421"/>
                  </a:lnTo>
                  <a:lnTo>
                    <a:pt x="195783" y="474421"/>
                  </a:lnTo>
                  <a:lnTo>
                    <a:pt x="195783" y="387731"/>
                  </a:lnTo>
                  <a:close/>
                </a:path>
                <a:path w="1341755" h="1120775">
                  <a:moveTo>
                    <a:pt x="195783" y="258495"/>
                  </a:moveTo>
                  <a:lnTo>
                    <a:pt x="164973" y="258495"/>
                  </a:lnTo>
                  <a:lnTo>
                    <a:pt x="164973" y="345186"/>
                  </a:lnTo>
                  <a:lnTo>
                    <a:pt x="195783" y="345186"/>
                  </a:lnTo>
                  <a:lnTo>
                    <a:pt x="195783" y="258495"/>
                  </a:lnTo>
                  <a:close/>
                </a:path>
                <a:path w="1341755" h="1120775">
                  <a:moveTo>
                    <a:pt x="195783" y="129247"/>
                  </a:moveTo>
                  <a:lnTo>
                    <a:pt x="164973" y="129247"/>
                  </a:lnTo>
                  <a:lnTo>
                    <a:pt x="164973" y="215925"/>
                  </a:lnTo>
                  <a:lnTo>
                    <a:pt x="195783" y="215925"/>
                  </a:lnTo>
                  <a:lnTo>
                    <a:pt x="195783" y="129247"/>
                  </a:lnTo>
                  <a:close/>
                </a:path>
                <a:path w="1341755" h="1120775">
                  <a:moveTo>
                    <a:pt x="195783" y="0"/>
                  </a:moveTo>
                  <a:lnTo>
                    <a:pt x="164973" y="0"/>
                  </a:lnTo>
                  <a:lnTo>
                    <a:pt x="164973" y="86690"/>
                  </a:lnTo>
                  <a:lnTo>
                    <a:pt x="195783" y="86690"/>
                  </a:lnTo>
                  <a:lnTo>
                    <a:pt x="195783" y="0"/>
                  </a:lnTo>
                  <a:close/>
                </a:path>
                <a:path w="1341755" h="1120775">
                  <a:moveTo>
                    <a:pt x="407657" y="1033970"/>
                  </a:moveTo>
                  <a:lnTo>
                    <a:pt x="337883" y="1033970"/>
                  </a:lnTo>
                  <a:lnTo>
                    <a:pt x="337883" y="1120660"/>
                  </a:lnTo>
                  <a:lnTo>
                    <a:pt x="407657" y="1120660"/>
                  </a:lnTo>
                  <a:lnTo>
                    <a:pt x="407657" y="1033970"/>
                  </a:lnTo>
                  <a:close/>
                </a:path>
                <a:path w="1341755" h="1120775">
                  <a:moveTo>
                    <a:pt x="407657" y="904722"/>
                  </a:moveTo>
                  <a:lnTo>
                    <a:pt x="337883" y="904722"/>
                  </a:lnTo>
                  <a:lnTo>
                    <a:pt x="337883" y="991412"/>
                  </a:lnTo>
                  <a:lnTo>
                    <a:pt x="407657" y="991412"/>
                  </a:lnTo>
                  <a:lnTo>
                    <a:pt x="407657" y="904722"/>
                  </a:lnTo>
                  <a:close/>
                </a:path>
                <a:path w="1341755" h="1120775">
                  <a:moveTo>
                    <a:pt x="594398" y="1033970"/>
                  </a:moveTo>
                  <a:lnTo>
                    <a:pt x="524624" y="1033970"/>
                  </a:lnTo>
                  <a:lnTo>
                    <a:pt x="524624" y="1120660"/>
                  </a:lnTo>
                  <a:lnTo>
                    <a:pt x="594398" y="1120660"/>
                  </a:lnTo>
                  <a:lnTo>
                    <a:pt x="594398" y="1033970"/>
                  </a:lnTo>
                  <a:close/>
                </a:path>
                <a:path w="1341755" h="1120775">
                  <a:moveTo>
                    <a:pt x="594398" y="904722"/>
                  </a:moveTo>
                  <a:lnTo>
                    <a:pt x="524624" y="904722"/>
                  </a:lnTo>
                  <a:lnTo>
                    <a:pt x="524624" y="991412"/>
                  </a:lnTo>
                  <a:lnTo>
                    <a:pt x="594398" y="991412"/>
                  </a:lnTo>
                  <a:lnTo>
                    <a:pt x="594398" y="904722"/>
                  </a:lnTo>
                  <a:close/>
                </a:path>
                <a:path w="1341755" h="1120775">
                  <a:moveTo>
                    <a:pt x="781126" y="1033970"/>
                  </a:moveTo>
                  <a:lnTo>
                    <a:pt x="711352" y="1033970"/>
                  </a:lnTo>
                  <a:lnTo>
                    <a:pt x="711352" y="1120660"/>
                  </a:lnTo>
                  <a:lnTo>
                    <a:pt x="781126" y="1120660"/>
                  </a:lnTo>
                  <a:lnTo>
                    <a:pt x="781126" y="1033970"/>
                  </a:lnTo>
                  <a:close/>
                </a:path>
                <a:path w="1341755" h="1120775">
                  <a:moveTo>
                    <a:pt x="967854" y="1033970"/>
                  </a:moveTo>
                  <a:lnTo>
                    <a:pt x="898093" y="1033970"/>
                  </a:lnTo>
                  <a:lnTo>
                    <a:pt x="898093" y="1120660"/>
                  </a:lnTo>
                  <a:lnTo>
                    <a:pt x="967854" y="1120660"/>
                  </a:lnTo>
                  <a:lnTo>
                    <a:pt x="967854" y="1033970"/>
                  </a:lnTo>
                  <a:close/>
                </a:path>
                <a:path w="1341755" h="1120775">
                  <a:moveTo>
                    <a:pt x="1154595" y="1033970"/>
                  </a:moveTo>
                  <a:lnTo>
                    <a:pt x="1084834" y="1033970"/>
                  </a:lnTo>
                  <a:lnTo>
                    <a:pt x="1084834" y="1120660"/>
                  </a:lnTo>
                  <a:lnTo>
                    <a:pt x="1154595" y="1120660"/>
                  </a:lnTo>
                  <a:lnTo>
                    <a:pt x="1154595" y="1033970"/>
                  </a:lnTo>
                  <a:close/>
                </a:path>
                <a:path w="1341755" h="1120775">
                  <a:moveTo>
                    <a:pt x="1341323" y="1033970"/>
                  </a:moveTo>
                  <a:lnTo>
                    <a:pt x="1271562" y="1033970"/>
                  </a:lnTo>
                  <a:lnTo>
                    <a:pt x="1271562" y="1120660"/>
                  </a:lnTo>
                  <a:lnTo>
                    <a:pt x="1341323" y="1120660"/>
                  </a:lnTo>
                  <a:lnTo>
                    <a:pt x="1341323" y="1033970"/>
                  </a:lnTo>
                  <a:close/>
                </a:path>
              </a:pathLst>
            </a:custGeom>
            <a:solidFill>
              <a:srgbClr val="009E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3179630" y="3903692"/>
              <a:ext cx="31115" cy="86995"/>
            </a:xfrm>
            <a:custGeom>
              <a:avLst/>
              <a:gdLst/>
              <a:ahLst/>
              <a:cxnLst/>
              <a:rect l="l" t="t" r="r" b="b"/>
              <a:pathLst>
                <a:path w="31115" h="86995">
                  <a:moveTo>
                    <a:pt x="30815" y="0"/>
                  </a:moveTo>
                  <a:lnTo>
                    <a:pt x="0" y="0"/>
                  </a:lnTo>
                  <a:lnTo>
                    <a:pt x="0" y="86688"/>
                  </a:lnTo>
                  <a:lnTo>
                    <a:pt x="30815" y="86688"/>
                  </a:lnTo>
                  <a:lnTo>
                    <a:pt x="30815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3097142" y="3903693"/>
              <a:ext cx="196215" cy="474980"/>
            </a:xfrm>
            <a:custGeom>
              <a:avLst/>
              <a:gdLst/>
              <a:ahLst/>
              <a:cxnLst/>
              <a:rect l="l" t="t" r="r" b="b"/>
              <a:pathLst>
                <a:path w="196215" h="474979">
                  <a:moveTo>
                    <a:pt x="30822" y="387743"/>
                  </a:moveTo>
                  <a:lnTo>
                    <a:pt x="0" y="387743"/>
                  </a:lnTo>
                  <a:lnTo>
                    <a:pt x="0" y="474433"/>
                  </a:lnTo>
                  <a:lnTo>
                    <a:pt x="30822" y="474433"/>
                  </a:lnTo>
                  <a:lnTo>
                    <a:pt x="30822" y="387743"/>
                  </a:lnTo>
                  <a:close/>
                </a:path>
                <a:path w="196215" h="474979">
                  <a:moveTo>
                    <a:pt x="30822" y="258495"/>
                  </a:moveTo>
                  <a:lnTo>
                    <a:pt x="0" y="258495"/>
                  </a:lnTo>
                  <a:lnTo>
                    <a:pt x="0" y="345186"/>
                  </a:lnTo>
                  <a:lnTo>
                    <a:pt x="30822" y="345186"/>
                  </a:lnTo>
                  <a:lnTo>
                    <a:pt x="30822" y="258495"/>
                  </a:lnTo>
                  <a:close/>
                </a:path>
                <a:path w="196215" h="474979">
                  <a:moveTo>
                    <a:pt x="30822" y="129260"/>
                  </a:moveTo>
                  <a:lnTo>
                    <a:pt x="0" y="129260"/>
                  </a:lnTo>
                  <a:lnTo>
                    <a:pt x="0" y="215950"/>
                  </a:lnTo>
                  <a:lnTo>
                    <a:pt x="30822" y="215950"/>
                  </a:lnTo>
                  <a:lnTo>
                    <a:pt x="30822" y="129260"/>
                  </a:lnTo>
                  <a:close/>
                </a:path>
                <a:path w="196215" h="474979">
                  <a:moveTo>
                    <a:pt x="30822" y="0"/>
                  </a:moveTo>
                  <a:lnTo>
                    <a:pt x="0" y="0"/>
                  </a:lnTo>
                  <a:lnTo>
                    <a:pt x="0" y="86690"/>
                  </a:lnTo>
                  <a:lnTo>
                    <a:pt x="30822" y="86690"/>
                  </a:lnTo>
                  <a:lnTo>
                    <a:pt x="30822" y="0"/>
                  </a:lnTo>
                  <a:close/>
                </a:path>
                <a:path w="196215" h="474979">
                  <a:moveTo>
                    <a:pt x="113296" y="387743"/>
                  </a:moveTo>
                  <a:lnTo>
                    <a:pt x="82486" y="387743"/>
                  </a:lnTo>
                  <a:lnTo>
                    <a:pt x="82486" y="474433"/>
                  </a:lnTo>
                  <a:lnTo>
                    <a:pt x="113296" y="474433"/>
                  </a:lnTo>
                  <a:lnTo>
                    <a:pt x="113296" y="387743"/>
                  </a:lnTo>
                  <a:close/>
                </a:path>
                <a:path w="196215" h="474979">
                  <a:moveTo>
                    <a:pt x="113296" y="258495"/>
                  </a:moveTo>
                  <a:lnTo>
                    <a:pt x="82486" y="258495"/>
                  </a:lnTo>
                  <a:lnTo>
                    <a:pt x="82486" y="345186"/>
                  </a:lnTo>
                  <a:lnTo>
                    <a:pt x="113296" y="345186"/>
                  </a:lnTo>
                  <a:lnTo>
                    <a:pt x="113296" y="258495"/>
                  </a:lnTo>
                  <a:close/>
                </a:path>
                <a:path w="196215" h="474979">
                  <a:moveTo>
                    <a:pt x="113296" y="129260"/>
                  </a:moveTo>
                  <a:lnTo>
                    <a:pt x="82486" y="129260"/>
                  </a:lnTo>
                  <a:lnTo>
                    <a:pt x="82486" y="215950"/>
                  </a:lnTo>
                  <a:lnTo>
                    <a:pt x="113296" y="215950"/>
                  </a:lnTo>
                  <a:lnTo>
                    <a:pt x="113296" y="129260"/>
                  </a:lnTo>
                  <a:close/>
                </a:path>
                <a:path w="196215" h="474979">
                  <a:moveTo>
                    <a:pt x="195783" y="387743"/>
                  </a:moveTo>
                  <a:lnTo>
                    <a:pt x="164973" y="387743"/>
                  </a:lnTo>
                  <a:lnTo>
                    <a:pt x="164973" y="474433"/>
                  </a:lnTo>
                  <a:lnTo>
                    <a:pt x="195783" y="474433"/>
                  </a:lnTo>
                  <a:lnTo>
                    <a:pt x="195783" y="387743"/>
                  </a:lnTo>
                  <a:close/>
                </a:path>
                <a:path w="196215" h="474979">
                  <a:moveTo>
                    <a:pt x="195783" y="258495"/>
                  </a:moveTo>
                  <a:lnTo>
                    <a:pt x="164973" y="258495"/>
                  </a:lnTo>
                  <a:lnTo>
                    <a:pt x="164973" y="345186"/>
                  </a:lnTo>
                  <a:lnTo>
                    <a:pt x="195783" y="345186"/>
                  </a:lnTo>
                  <a:lnTo>
                    <a:pt x="195783" y="258495"/>
                  </a:lnTo>
                  <a:close/>
                </a:path>
                <a:path w="196215" h="474979">
                  <a:moveTo>
                    <a:pt x="195783" y="129260"/>
                  </a:moveTo>
                  <a:lnTo>
                    <a:pt x="164973" y="129260"/>
                  </a:lnTo>
                  <a:lnTo>
                    <a:pt x="164973" y="215950"/>
                  </a:lnTo>
                  <a:lnTo>
                    <a:pt x="195783" y="215950"/>
                  </a:lnTo>
                  <a:lnTo>
                    <a:pt x="195783" y="129260"/>
                  </a:lnTo>
                  <a:close/>
                </a:path>
              </a:pathLst>
            </a:custGeom>
            <a:solidFill>
              <a:srgbClr val="009E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3039103" y="4450911"/>
              <a:ext cx="1508760" cy="752475"/>
            </a:xfrm>
            <a:custGeom>
              <a:avLst/>
              <a:gdLst/>
              <a:ahLst/>
              <a:cxnLst/>
              <a:rect l="l" t="t" r="r" b="b"/>
              <a:pathLst>
                <a:path w="1508759" h="752475">
                  <a:moveTo>
                    <a:pt x="1508594" y="528027"/>
                  </a:moveTo>
                  <a:lnTo>
                    <a:pt x="0" y="528027"/>
                  </a:lnTo>
                  <a:lnTo>
                    <a:pt x="0" y="751890"/>
                  </a:lnTo>
                  <a:lnTo>
                    <a:pt x="1508594" y="751890"/>
                  </a:lnTo>
                  <a:lnTo>
                    <a:pt x="1508594" y="528027"/>
                  </a:lnTo>
                  <a:close/>
                </a:path>
                <a:path w="1508759" h="752475">
                  <a:moveTo>
                    <a:pt x="1508594" y="0"/>
                  </a:moveTo>
                  <a:lnTo>
                    <a:pt x="0" y="0"/>
                  </a:lnTo>
                  <a:lnTo>
                    <a:pt x="0" y="301739"/>
                  </a:lnTo>
                  <a:lnTo>
                    <a:pt x="0" y="349453"/>
                  </a:lnTo>
                  <a:lnTo>
                    <a:pt x="0" y="415302"/>
                  </a:lnTo>
                  <a:lnTo>
                    <a:pt x="1508594" y="415302"/>
                  </a:lnTo>
                  <a:lnTo>
                    <a:pt x="1508594" y="349453"/>
                  </a:lnTo>
                  <a:lnTo>
                    <a:pt x="1508594" y="301739"/>
                  </a:lnTo>
                  <a:lnTo>
                    <a:pt x="1508594" y="0"/>
                  </a:lnTo>
                  <a:close/>
                </a:path>
              </a:pathLst>
            </a:custGeom>
            <a:solidFill>
              <a:srgbClr val="424979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3582511" y="2947993"/>
              <a:ext cx="564515" cy="164465"/>
            </a:xfrm>
            <a:custGeom>
              <a:avLst/>
              <a:gdLst/>
              <a:ahLst/>
              <a:cxnLst/>
              <a:rect l="l" t="t" r="r" b="b"/>
              <a:pathLst>
                <a:path w="564515" h="164464">
                  <a:moveTo>
                    <a:pt x="325589" y="0"/>
                  </a:moveTo>
                  <a:lnTo>
                    <a:pt x="295757" y="0"/>
                  </a:lnTo>
                  <a:lnTo>
                    <a:pt x="295757" y="136093"/>
                  </a:lnTo>
                  <a:lnTo>
                    <a:pt x="325589" y="136093"/>
                  </a:lnTo>
                  <a:lnTo>
                    <a:pt x="325589" y="0"/>
                  </a:lnTo>
                  <a:close/>
                </a:path>
                <a:path w="564515" h="164464">
                  <a:moveTo>
                    <a:pt x="447598" y="136105"/>
                  </a:moveTo>
                  <a:lnTo>
                    <a:pt x="0" y="136105"/>
                  </a:lnTo>
                  <a:lnTo>
                    <a:pt x="0" y="164211"/>
                  </a:lnTo>
                  <a:lnTo>
                    <a:pt x="447598" y="164211"/>
                  </a:lnTo>
                  <a:lnTo>
                    <a:pt x="447598" y="136105"/>
                  </a:lnTo>
                  <a:close/>
                </a:path>
                <a:path w="564515" h="164464">
                  <a:moveTo>
                    <a:pt x="564146" y="50774"/>
                  </a:moveTo>
                  <a:lnTo>
                    <a:pt x="535127" y="50774"/>
                  </a:lnTo>
                  <a:lnTo>
                    <a:pt x="535127" y="164211"/>
                  </a:lnTo>
                  <a:lnTo>
                    <a:pt x="564146" y="164211"/>
                  </a:lnTo>
                  <a:lnTo>
                    <a:pt x="564146" y="50774"/>
                  </a:lnTo>
                  <a:close/>
                </a:path>
              </a:pathLst>
            </a:custGeom>
            <a:solidFill>
              <a:srgbClr val="4249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3039111" y="3174207"/>
              <a:ext cx="309245" cy="2028825"/>
            </a:xfrm>
            <a:custGeom>
              <a:avLst/>
              <a:gdLst/>
              <a:ahLst/>
              <a:cxnLst/>
              <a:rect l="l" t="t" r="r" b="b"/>
              <a:pathLst>
                <a:path w="309244" h="2028825">
                  <a:moveTo>
                    <a:pt x="308953" y="0"/>
                  </a:moveTo>
                  <a:lnTo>
                    <a:pt x="0" y="0"/>
                  </a:lnTo>
                  <a:lnTo>
                    <a:pt x="0" y="2028587"/>
                  </a:lnTo>
                  <a:lnTo>
                    <a:pt x="308953" y="2028587"/>
                  </a:lnTo>
                  <a:lnTo>
                    <a:pt x="308953" y="0"/>
                  </a:lnTo>
                  <a:close/>
                </a:path>
              </a:pathLst>
            </a:custGeom>
            <a:solidFill>
              <a:srgbClr val="424979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/>
          <p:nvPr/>
        </p:nvSpPr>
        <p:spPr>
          <a:xfrm>
            <a:off x="12059287" y="4609565"/>
            <a:ext cx="460375" cy="567690"/>
          </a:xfrm>
          <a:custGeom>
            <a:avLst/>
            <a:gdLst/>
            <a:ahLst/>
            <a:cxnLst/>
            <a:rect l="l" t="t" r="r" b="b"/>
            <a:pathLst>
              <a:path w="460375" h="567689">
                <a:moveTo>
                  <a:pt x="157826" y="0"/>
                </a:moveTo>
                <a:lnTo>
                  <a:pt x="71788" y="5964"/>
                </a:lnTo>
                <a:lnTo>
                  <a:pt x="0" y="567434"/>
                </a:lnTo>
                <a:lnTo>
                  <a:pt x="439222" y="567434"/>
                </a:lnTo>
                <a:lnTo>
                  <a:pt x="460143" y="185927"/>
                </a:lnTo>
                <a:lnTo>
                  <a:pt x="438352" y="163520"/>
                </a:lnTo>
                <a:lnTo>
                  <a:pt x="385183" y="120769"/>
                </a:lnTo>
                <a:lnTo>
                  <a:pt x="318940" y="94381"/>
                </a:lnTo>
                <a:lnTo>
                  <a:pt x="257929" y="121060"/>
                </a:lnTo>
                <a:lnTo>
                  <a:pt x="233446" y="46757"/>
                </a:lnTo>
                <a:lnTo>
                  <a:pt x="205895" y="10001"/>
                </a:lnTo>
                <a:lnTo>
                  <a:pt x="157826" y="0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3" name="object 33" descr=""/>
          <p:cNvGrpSpPr/>
          <p:nvPr/>
        </p:nvGrpSpPr>
        <p:grpSpPr>
          <a:xfrm>
            <a:off x="4053122" y="4499201"/>
            <a:ext cx="842010" cy="708025"/>
            <a:chOff x="4053122" y="4499201"/>
            <a:chExt cx="842010" cy="708025"/>
          </a:xfrm>
        </p:grpSpPr>
        <p:sp>
          <p:nvSpPr>
            <p:cNvPr id="34" name="object 34" descr=""/>
            <p:cNvSpPr/>
            <p:nvPr/>
          </p:nvSpPr>
          <p:spPr>
            <a:xfrm>
              <a:off x="4053122" y="4499201"/>
              <a:ext cx="842010" cy="693420"/>
            </a:xfrm>
            <a:custGeom>
              <a:avLst/>
              <a:gdLst/>
              <a:ahLst/>
              <a:cxnLst/>
              <a:rect l="l" t="t" r="r" b="b"/>
              <a:pathLst>
                <a:path w="842010" h="693420">
                  <a:moveTo>
                    <a:pt x="245718" y="199540"/>
                  </a:moveTo>
                  <a:lnTo>
                    <a:pt x="192159" y="224443"/>
                  </a:lnTo>
                  <a:lnTo>
                    <a:pt x="160504" y="287131"/>
                  </a:lnTo>
                  <a:lnTo>
                    <a:pt x="158656" y="333473"/>
                  </a:lnTo>
                  <a:lnTo>
                    <a:pt x="169201" y="390256"/>
                  </a:lnTo>
                  <a:lnTo>
                    <a:pt x="28948" y="404594"/>
                  </a:lnTo>
                  <a:lnTo>
                    <a:pt x="0" y="421405"/>
                  </a:lnTo>
                  <a:lnTo>
                    <a:pt x="0" y="635524"/>
                  </a:lnTo>
                  <a:lnTo>
                    <a:pt x="17457" y="693126"/>
                  </a:lnTo>
                  <a:lnTo>
                    <a:pt x="803391" y="693126"/>
                  </a:lnTo>
                  <a:lnTo>
                    <a:pt x="816062" y="662767"/>
                  </a:lnTo>
                  <a:lnTo>
                    <a:pt x="837178" y="571369"/>
                  </a:lnTo>
                  <a:lnTo>
                    <a:pt x="841398" y="418447"/>
                  </a:lnTo>
                  <a:lnTo>
                    <a:pt x="807576" y="227234"/>
                  </a:lnTo>
                  <a:lnTo>
                    <a:pt x="326777" y="227234"/>
                  </a:lnTo>
                  <a:lnTo>
                    <a:pt x="302736" y="209771"/>
                  </a:lnTo>
                  <a:lnTo>
                    <a:pt x="274948" y="200429"/>
                  </a:lnTo>
                  <a:lnTo>
                    <a:pt x="245718" y="199540"/>
                  </a:lnTo>
                  <a:close/>
                </a:path>
                <a:path w="842010" h="693420">
                  <a:moveTo>
                    <a:pt x="586488" y="0"/>
                  </a:moveTo>
                  <a:lnTo>
                    <a:pt x="518950" y="5884"/>
                  </a:lnTo>
                  <a:lnTo>
                    <a:pt x="455153" y="30079"/>
                  </a:lnTo>
                  <a:lnTo>
                    <a:pt x="399631" y="70388"/>
                  </a:lnTo>
                  <a:lnTo>
                    <a:pt x="356917" y="124612"/>
                  </a:lnTo>
                  <a:lnTo>
                    <a:pt x="331544" y="190555"/>
                  </a:lnTo>
                  <a:lnTo>
                    <a:pt x="326777" y="227234"/>
                  </a:lnTo>
                  <a:lnTo>
                    <a:pt x="807576" y="227234"/>
                  </a:lnTo>
                  <a:lnTo>
                    <a:pt x="786879" y="155327"/>
                  </a:lnTo>
                  <a:lnTo>
                    <a:pt x="766213" y="114185"/>
                  </a:lnTo>
                  <a:lnTo>
                    <a:pt x="741949" y="79819"/>
                  </a:lnTo>
                  <a:lnTo>
                    <a:pt x="714653" y="51953"/>
                  </a:lnTo>
                  <a:lnTo>
                    <a:pt x="653233" y="14623"/>
                  </a:lnTo>
                  <a:lnTo>
                    <a:pt x="586488" y="0"/>
                  </a:lnTo>
                  <a:close/>
                </a:path>
              </a:pathLst>
            </a:custGeom>
            <a:solidFill>
              <a:srgbClr val="3348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4119736" y="4902939"/>
              <a:ext cx="534670" cy="304165"/>
            </a:xfrm>
            <a:custGeom>
              <a:avLst/>
              <a:gdLst/>
              <a:ahLst/>
              <a:cxnLst/>
              <a:rect l="l" t="t" r="r" b="b"/>
              <a:pathLst>
                <a:path w="534670" h="304164">
                  <a:moveTo>
                    <a:pt x="367315" y="0"/>
                  </a:moveTo>
                  <a:lnTo>
                    <a:pt x="312337" y="74829"/>
                  </a:lnTo>
                  <a:lnTo>
                    <a:pt x="290353" y="57515"/>
                  </a:lnTo>
                  <a:lnTo>
                    <a:pt x="259723" y="42831"/>
                  </a:lnTo>
                  <a:lnTo>
                    <a:pt x="224541" y="34057"/>
                  </a:lnTo>
                  <a:lnTo>
                    <a:pt x="188903" y="34479"/>
                  </a:lnTo>
                  <a:lnTo>
                    <a:pt x="156906" y="47379"/>
                  </a:lnTo>
                  <a:lnTo>
                    <a:pt x="132645" y="76041"/>
                  </a:lnTo>
                  <a:lnTo>
                    <a:pt x="120217" y="123749"/>
                  </a:lnTo>
                  <a:lnTo>
                    <a:pt x="67677" y="131194"/>
                  </a:lnTo>
                  <a:lnTo>
                    <a:pt x="32922" y="154637"/>
                  </a:lnTo>
                  <a:lnTo>
                    <a:pt x="12414" y="188022"/>
                  </a:lnTo>
                  <a:lnTo>
                    <a:pt x="2619" y="225292"/>
                  </a:lnTo>
                  <a:lnTo>
                    <a:pt x="0" y="260392"/>
                  </a:lnTo>
                  <a:lnTo>
                    <a:pt x="1021" y="287266"/>
                  </a:lnTo>
                  <a:lnTo>
                    <a:pt x="2147" y="299858"/>
                  </a:lnTo>
                  <a:lnTo>
                    <a:pt x="484447" y="303858"/>
                  </a:lnTo>
                  <a:lnTo>
                    <a:pt x="534487" y="65708"/>
                  </a:lnTo>
                  <a:lnTo>
                    <a:pt x="506532" y="42665"/>
                  </a:lnTo>
                  <a:lnTo>
                    <a:pt x="441427" y="5020"/>
                  </a:lnTo>
                  <a:lnTo>
                    <a:pt x="367315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6" name="object 36" descr=""/>
          <p:cNvGrpSpPr/>
          <p:nvPr/>
        </p:nvGrpSpPr>
        <p:grpSpPr>
          <a:xfrm>
            <a:off x="8953800" y="2482521"/>
            <a:ext cx="586740" cy="1790064"/>
            <a:chOff x="8953800" y="2482521"/>
            <a:chExt cx="586740" cy="1790064"/>
          </a:xfrm>
        </p:grpSpPr>
        <p:sp>
          <p:nvSpPr>
            <p:cNvPr id="37" name="object 37" descr=""/>
            <p:cNvSpPr/>
            <p:nvPr/>
          </p:nvSpPr>
          <p:spPr>
            <a:xfrm>
              <a:off x="8953800" y="2482521"/>
              <a:ext cx="586740" cy="1778635"/>
            </a:xfrm>
            <a:custGeom>
              <a:avLst/>
              <a:gdLst/>
              <a:ahLst/>
              <a:cxnLst/>
              <a:rect l="l" t="t" r="r" b="b"/>
              <a:pathLst>
                <a:path w="586740" h="1778635">
                  <a:moveTo>
                    <a:pt x="586264" y="0"/>
                  </a:moveTo>
                  <a:lnTo>
                    <a:pt x="0" y="0"/>
                  </a:lnTo>
                  <a:lnTo>
                    <a:pt x="0" y="1778259"/>
                  </a:lnTo>
                  <a:lnTo>
                    <a:pt x="586264" y="1778259"/>
                  </a:lnTo>
                  <a:lnTo>
                    <a:pt x="586264" y="0"/>
                  </a:lnTo>
                  <a:close/>
                </a:path>
              </a:pathLst>
            </a:custGeom>
            <a:solidFill>
              <a:srgbClr val="07A0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8997683" y="2523419"/>
              <a:ext cx="305435" cy="719455"/>
            </a:xfrm>
            <a:custGeom>
              <a:avLst/>
              <a:gdLst/>
              <a:ahLst/>
              <a:cxnLst/>
              <a:rect l="l" t="t" r="r" b="b"/>
              <a:pathLst>
                <a:path w="305434" h="719455">
                  <a:moveTo>
                    <a:pt x="305130" y="664337"/>
                  </a:moveTo>
                  <a:lnTo>
                    <a:pt x="0" y="664337"/>
                  </a:lnTo>
                  <a:lnTo>
                    <a:pt x="0" y="719226"/>
                  </a:lnTo>
                  <a:lnTo>
                    <a:pt x="305130" y="719226"/>
                  </a:lnTo>
                  <a:lnTo>
                    <a:pt x="305130" y="664337"/>
                  </a:lnTo>
                  <a:close/>
                </a:path>
                <a:path w="305434" h="719455">
                  <a:moveTo>
                    <a:pt x="305130" y="553618"/>
                  </a:moveTo>
                  <a:lnTo>
                    <a:pt x="0" y="553618"/>
                  </a:lnTo>
                  <a:lnTo>
                    <a:pt x="0" y="608507"/>
                  </a:lnTo>
                  <a:lnTo>
                    <a:pt x="305130" y="608507"/>
                  </a:lnTo>
                  <a:lnTo>
                    <a:pt x="305130" y="553618"/>
                  </a:lnTo>
                  <a:close/>
                </a:path>
                <a:path w="305434" h="719455">
                  <a:moveTo>
                    <a:pt x="305130" y="442899"/>
                  </a:moveTo>
                  <a:lnTo>
                    <a:pt x="0" y="442899"/>
                  </a:lnTo>
                  <a:lnTo>
                    <a:pt x="0" y="497776"/>
                  </a:lnTo>
                  <a:lnTo>
                    <a:pt x="305130" y="497776"/>
                  </a:lnTo>
                  <a:lnTo>
                    <a:pt x="305130" y="442899"/>
                  </a:lnTo>
                  <a:close/>
                </a:path>
                <a:path w="305434" h="719455">
                  <a:moveTo>
                    <a:pt x="305130" y="332168"/>
                  </a:moveTo>
                  <a:lnTo>
                    <a:pt x="0" y="332168"/>
                  </a:lnTo>
                  <a:lnTo>
                    <a:pt x="0" y="387057"/>
                  </a:lnTo>
                  <a:lnTo>
                    <a:pt x="305130" y="387057"/>
                  </a:lnTo>
                  <a:lnTo>
                    <a:pt x="305130" y="332168"/>
                  </a:lnTo>
                  <a:close/>
                </a:path>
                <a:path w="305434" h="719455">
                  <a:moveTo>
                    <a:pt x="305130" y="221449"/>
                  </a:moveTo>
                  <a:lnTo>
                    <a:pt x="0" y="221449"/>
                  </a:lnTo>
                  <a:lnTo>
                    <a:pt x="0" y="276339"/>
                  </a:lnTo>
                  <a:lnTo>
                    <a:pt x="305130" y="276339"/>
                  </a:lnTo>
                  <a:lnTo>
                    <a:pt x="305130" y="221449"/>
                  </a:lnTo>
                  <a:close/>
                </a:path>
                <a:path w="305434" h="719455">
                  <a:moveTo>
                    <a:pt x="305130" y="110718"/>
                  </a:moveTo>
                  <a:lnTo>
                    <a:pt x="0" y="110718"/>
                  </a:lnTo>
                  <a:lnTo>
                    <a:pt x="0" y="165608"/>
                  </a:lnTo>
                  <a:lnTo>
                    <a:pt x="305130" y="165608"/>
                  </a:lnTo>
                  <a:lnTo>
                    <a:pt x="305130" y="110718"/>
                  </a:lnTo>
                  <a:close/>
                </a:path>
                <a:path w="305434" h="719455">
                  <a:moveTo>
                    <a:pt x="305130" y="0"/>
                  </a:moveTo>
                  <a:lnTo>
                    <a:pt x="0" y="0"/>
                  </a:lnTo>
                  <a:lnTo>
                    <a:pt x="0" y="54889"/>
                  </a:lnTo>
                  <a:lnTo>
                    <a:pt x="305130" y="54889"/>
                  </a:lnTo>
                  <a:lnTo>
                    <a:pt x="305130" y="0"/>
                  </a:lnTo>
                  <a:close/>
                </a:path>
              </a:pathLst>
            </a:custGeom>
            <a:solidFill>
              <a:srgbClr val="FFFFFF">
                <a:alpha val="3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9395064" y="2482521"/>
              <a:ext cx="145415" cy="1790064"/>
            </a:xfrm>
            <a:custGeom>
              <a:avLst/>
              <a:gdLst/>
              <a:ahLst/>
              <a:cxnLst/>
              <a:rect l="l" t="t" r="r" b="b"/>
              <a:pathLst>
                <a:path w="145415" h="1790064">
                  <a:moveTo>
                    <a:pt x="145000" y="0"/>
                  </a:moveTo>
                  <a:lnTo>
                    <a:pt x="0" y="0"/>
                  </a:lnTo>
                  <a:lnTo>
                    <a:pt x="0" y="1789537"/>
                  </a:lnTo>
                  <a:lnTo>
                    <a:pt x="145000" y="1789537"/>
                  </a:lnTo>
                  <a:lnTo>
                    <a:pt x="145000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0" name="object 40" descr=""/>
          <p:cNvGrpSpPr/>
          <p:nvPr/>
        </p:nvGrpSpPr>
        <p:grpSpPr>
          <a:xfrm>
            <a:off x="12540926" y="3435403"/>
            <a:ext cx="395605" cy="1040130"/>
            <a:chOff x="12540926" y="3435403"/>
            <a:chExt cx="395605" cy="1040130"/>
          </a:xfrm>
        </p:grpSpPr>
        <p:sp>
          <p:nvSpPr>
            <p:cNvPr id="41" name="object 41" descr=""/>
            <p:cNvSpPr/>
            <p:nvPr/>
          </p:nvSpPr>
          <p:spPr>
            <a:xfrm>
              <a:off x="12540926" y="3435403"/>
              <a:ext cx="395605" cy="1040130"/>
            </a:xfrm>
            <a:custGeom>
              <a:avLst/>
              <a:gdLst/>
              <a:ahLst/>
              <a:cxnLst/>
              <a:rect l="l" t="t" r="r" b="b"/>
              <a:pathLst>
                <a:path w="395604" h="1040129">
                  <a:moveTo>
                    <a:pt x="395485" y="0"/>
                  </a:moveTo>
                  <a:lnTo>
                    <a:pt x="0" y="0"/>
                  </a:lnTo>
                  <a:lnTo>
                    <a:pt x="0" y="1039968"/>
                  </a:lnTo>
                  <a:lnTo>
                    <a:pt x="395485" y="1039968"/>
                  </a:lnTo>
                  <a:lnTo>
                    <a:pt x="395485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2540926" y="3435403"/>
              <a:ext cx="395605" cy="224790"/>
            </a:xfrm>
            <a:custGeom>
              <a:avLst/>
              <a:gdLst/>
              <a:ahLst/>
              <a:cxnLst/>
              <a:rect l="l" t="t" r="r" b="b"/>
              <a:pathLst>
                <a:path w="395604" h="224789">
                  <a:moveTo>
                    <a:pt x="395485" y="0"/>
                  </a:moveTo>
                  <a:lnTo>
                    <a:pt x="0" y="0"/>
                  </a:lnTo>
                  <a:lnTo>
                    <a:pt x="0" y="224506"/>
                  </a:lnTo>
                  <a:lnTo>
                    <a:pt x="395485" y="224506"/>
                  </a:lnTo>
                  <a:lnTo>
                    <a:pt x="395485" y="0"/>
                  </a:lnTo>
                  <a:close/>
                </a:path>
              </a:pathLst>
            </a:custGeom>
            <a:solidFill>
              <a:srgbClr val="424979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2540926" y="3435403"/>
              <a:ext cx="395605" cy="30480"/>
            </a:xfrm>
            <a:custGeom>
              <a:avLst/>
              <a:gdLst/>
              <a:ahLst/>
              <a:cxnLst/>
              <a:rect l="l" t="t" r="r" b="b"/>
              <a:pathLst>
                <a:path w="395604" h="30479">
                  <a:moveTo>
                    <a:pt x="395485" y="0"/>
                  </a:moveTo>
                  <a:lnTo>
                    <a:pt x="0" y="0"/>
                  </a:lnTo>
                  <a:lnTo>
                    <a:pt x="0" y="30250"/>
                  </a:lnTo>
                  <a:lnTo>
                    <a:pt x="395485" y="30250"/>
                  </a:lnTo>
                  <a:lnTo>
                    <a:pt x="3954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2605499" y="3521944"/>
              <a:ext cx="271780" cy="476250"/>
            </a:xfrm>
            <a:custGeom>
              <a:avLst/>
              <a:gdLst/>
              <a:ahLst/>
              <a:cxnLst/>
              <a:rect l="l" t="t" r="r" b="b"/>
              <a:pathLst>
                <a:path w="271779" h="476250">
                  <a:moveTo>
                    <a:pt x="58445" y="0"/>
                  </a:moveTo>
                  <a:lnTo>
                    <a:pt x="0" y="0"/>
                  </a:lnTo>
                  <a:lnTo>
                    <a:pt x="0" y="476110"/>
                  </a:lnTo>
                  <a:lnTo>
                    <a:pt x="58445" y="476110"/>
                  </a:lnTo>
                  <a:lnTo>
                    <a:pt x="58445" y="0"/>
                  </a:lnTo>
                  <a:close/>
                </a:path>
                <a:path w="271779" h="476250">
                  <a:moveTo>
                    <a:pt x="164846" y="0"/>
                  </a:moveTo>
                  <a:lnTo>
                    <a:pt x="106400" y="0"/>
                  </a:lnTo>
                  <a:lnTo>
                    <a:pt x="106400" y="476110"/>
                  </a:lnTo>
                  <a:lnTo>
                    <a:pt x="164846" y="476110"/>
                  </a:lnTo>
                  <a:lnTo>
                    <a:pt x="164846" y="0"/>
                  </a:lnTo>
                  <a:close/>
                </a:path>
                <a:path w="271779" h="476250">
                  <a:moveTo>
                    <a:pt x="271259" y="0"/>
                  </a:moveTo>
                  <a:lnTo>
                    <a:pt x="212813" y="0"/>
                  </a:lnTo>
                  <a:lnTo>
                    <a:pt x="212813" y="476110"/>
                  </a:lnTo>
                  <a:lnTo>
                    <a:pt x="271259" y="476110"/>
                  </a:lnTo>
                  <a:lnTo>
                    <a:pt x="271259" y="0"/>
                  </a:lnTo>
                  <a:close/>
                </a:path>
              </a:pathLst>
            </a:custGeom>
            <a:solidFill>
              <a:srgbClr val="FFFFFF">
                <a:alpha val="31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5" name="object 45" descr=""/>
          <p:cNvGrpSpPr/>
          <p:nvPr/>
        </p:nvGrpSpPr>
        <p:grpSpPr>
          <a:xfrm>
            <a:off x="5472084" y="3400189"/>
            <a:ext cx="613410" cy="1792605"/>
            <a:chOff x="5472084" y="3400189"/>
            <a:chExt cx="613410" cy="1792605"/>
          </a:xfrm>
        </p:grpSpPr>
        <p:sp>
          <p:nvSpPr>
            <p:cNvPr id="46" name="object 46" descr=""/>
            <p:cNvSpPr/>
            <p:nvPr/>
          </p:nvSpPr>
          <p:spPr>
            <a:xfrm>
              <a:off x="5472084" y="3400189"/>
              <a:ext cx="390525" cy="1724660"/>
            </a:xfrm>
            <a:custGeom>
              <a:avLst/>
              <a:gdLst/>
              <a:ahLst/>
              <a:cxnLst/>
              <a:rect l="l" t="t" r="r" b="b"/>
              <a:pathLst>
                <a:path w="390525" h="1724660">
                  <a:moveTo>
                    <a:pt x="389935" y="0"/>
                  </a:moveTo>
                  <a:lnTo>
                    <a:pt x="0" y="0"/>
                  </a:lnTo>
                  <a:lnTo>
                    <a:pt x="0" y="1724649"/>
                  </a:lnTo>
                  <a:lnTo>
                    <a:pt x="389935" y="1724649"/>
                  </a:lnTo>
                  <a:lnTo>
                    <a:pt x="389935" y="0"/>
                  </a:lnTo>
                  <a:close/>
                </a:path>
              </a:pathLst>
            </a:custGeom>
            <a:solidFill>
              <a:srgbClr val="07A0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5531650" y="3439839"/>
              <a:ext cx="301625" cy="697865"/>
            </a:xfrm>
            <a:custGeom>
              <a:avLst/>
              <a:gdLst/>
              <a:ahLst/>
              <a:cxnLst/>
              <a:rect l="l" t="t" r="r" b="b"/>
              <a:pathLst>
                <a:path w="301625" h="697864">
                  <a:moveTo>
                    <a:pt x="301117" y="644321"/>
                  </a:moveTo>
                  <a:lnTo>
                    <a:pt x="0" y="644321"/>
                  </a:lnTo>
                  <a:lnTo>
                    <a:pt x="0" y="697560"/>
                  </a:lnTo>
                  <a:lnTo>
                    <a:pt x="301117" y="697560"/>
                  </a:lnTo>
                  <a:lnTo>
                    <a:pt x="301117" y="644321"/>
                  </a:lnTo>
                  <a:close/>
                </a:path>
                <a:path w="301625" h="697864">
                  <a:moveTo>
                    <a:pt x="301117" y="536930"/>
                  </a:moveTo>
                  <a:lnTo>
                    <a:pt x="0" y="536930"/>
                  </a:lnTo>
                  <a:lnTo>
                    <a:pt x="0" y="590169"/>
                  </a:lnTo>
                  <a:lnTo>
                    <a:pt x="301117" y="590169"/>
                  </a:lnTo>
                  <a:lnTo>
                    <a:pt x="301117" y="536930"/>
                  </a:lnTo>
                  <a:close/>
                </a:path>
                <a:path w="301625" h="697864">
                  <a:moveTo>
                    <a:pt x="301117" y="429552"/>
                  </a:moveTo>
                  <a:lnTo>
                    <a:pt x="0" y="429552"/>
                  </a:lnTo>
                  <a:lnTo>
                    <a:pt x="0" y="482777"/>
                  </a:lnTo>
                  <a:lnTo>
                    <a:pt x="301117" y="482777"/>
                  </a:lnTo>
                  <a:lnTo>
                    <a:pt x="301117" y="429552"/>
                  </a:lnTo>
                  <a:close/>
                </a:path>
                <a:path w="301625" h="697864">
                  <a:moveTo>
                    <a:pt x="301117" y="322160"/>
                  </a:moveTo>
                  <a:lnTo>
                    <a:pt x="0" y="322160"/>
                  </a:lnTo>
                  <a:lnTo>
                    <a:pt x="0" y="375386"/>
                  </a:lnTo>
                  <a:lnTo>
                    <a:pt x="301117" y="375386"/>
                  </a:lnTo>
                  <a:lnTo>
                    <a:pt x="301117" y="322160"/>
                  </a:lnTo>
                  <a:close/>
                </a:path>
                <a:path w="301625" h="697864">
                  <a:moveTo>
                    <a:pt x="301117" y="214782"/>
                  </a:moveTo>
                  <a:lnTo>
                    <a:pt x="0" y="214782"/>
                  </a:lnTo>
                  <a:lnTo>
                    <a:pt x="0" y="268008"/>
                  </a:lnTo>
                  <a:lnTo>
                    <a:pt x="301117" y="268008"/>
                  </a:lnTo>
                  <a:lnTo>
                    <a:pt x="301117" y="214782"/>
                  </a:lnTo>
                  <a:close/>
                </a:path>
                <a:path w="301625" h="697864">
                  <a:moveTo>
                    <a:pt x="301117" y="107391"/>
                  </a:moveTo>
                  <a:lnTo>
                    <a:pt x="0" y="107391"/>
                  </a:lnTo>
                  <a:lnTo>
                    <a:pt x="0" y="160616"/>
                  </a:lnTo>
                  <a:lnTo>
                    <a:pt x="301117" y="160616"/>
                  </a:lnTo>
                  <a:lnTo>
                    <a:pt x="301117" y="107391"/>
                  </a:lnTo>
                  <a:close/>
                </a:path>
                <a:path w="301625" h="697864">
                  <a:moveTo>
                    <a:pt x="301117" y="0"/>
                  </a:moveTo>
                  <a:lnTo>
                    <a:pt x="0" y="0"/>
                  </a:lnTo>
                  <a:lnTo>
                    <a:pt x="0" y="53238"/>
                  </a:lnTo>
                  <a:lnTo>
                    <a:pt x="301117" y="53238"/>
                  </a:lnTo>
                  <a:lnTo>
                    <a:pt x="301117" y="0"/>
                  </a:lnTo>
                  <a:close/>
                </a:path>
              </a:pathLst>
            </a:custGeom>
            <a:solidFill>
              <a:srgbClr val="FFFFFF">
                <a:alpha val="3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5472084" y="3400189"/>
              <a:ext cx="168910" cy="1724660"/>
            </a:xfrm>
            <a:custGeom>
              <a:avLst/>
              <a:gdLst/>
              <a:ahLst/>
              <a:cxnLst/>
              <a:rect l="l" t="t" r="r" b="b"/>
              <a:pathLst>
                <a:path w="168910" h="1724660">
                  <a:moveTo>
                    <a:pt x="168298" y="0"/>
                  </a:moveTo>
                  <a:lnTo>
                    <a:pt x="0" y="0"/>
                  </a:lnTo>
                  <a:lnTo>
                    <a:pt x="0" y="1724649"/>
                  </a:lnTo>
                  <a:lnTo>
                    <a:pt x="168298" y="1724649"/>
                  </a:lnTo>
                  <a:lnTo>
                    <a:pt x="168298" y="0"/>
                  </a:lnTo>
                  <a:close/>
                </a:path>
              </a:pathLst>
            </a:custGeom>
            <a:solidFill>
              <a:srgbClr val="424979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5731793" y="3958403"/>
              <a:ext cx="353695" cy="1234440"/>
            </a:xfrm>
            <a:custGeom>
              <a:avLst/>
              <a:gdLst/>
              <a:ahLst/>
              <a:cxnLst/>
              <a:rect l="l" t="t" r="r" b="b"/>
              <a:pathLst>
                <a:path w="353695" h="1234439">
                  <a:moveTo>
                    <a:pt x="353120" y="0"/>
                  </a:moveTo>
                  <a:lnTo>
                    <a:pt x="0" y="0"/>
                  </a:lnTo>
                  <a:lnTo>
                    <a:pt x="0" y="1233920"/>
                  </a:lnTo>
                  <a:lnTo>
                    <a:pt x="353120" y="1233920"/>
                  </a:lnTo>
                  <a:lnTo>
                    <a:pt x="353120" y="0"/>
                  </a:lnTo>
                  <a:close/>
                </a:path>
              </a:pathLst>
            </a:custGeom>
            <a:solidFill>
              <a:srgbClr val="2B34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5784431" y="3998258"/>
              <a:ext cx="257175" cy="1111250"/>
            </a:xfrm>
            <a:custGeom>
              <a:avLst/>
              <a:gdLst/>
              <a:ahLst/>
              <a:cxnLst/>
              <a:rect l="l" t="t" r="r" b="b"/>
              <a:pathLst>
                <a:path w="257175" h="1111250">
                  <a:moveTo>
                    <a:pt x="256552" y="1092403"/>
                  </a:moveTo>
                  <a:lnTo>
                    <a:pt x="0" y="1092403"/>
                  </a:lnTo>
                  <a:lnTo>
                    <a:pt x="0" y="1111135"/>
                  </a:lnTo>
                  <a:lnTo>
                    <a:pt x="256552" y="1111135"/>
                  </a:lnTo>
                  <a:lnTo>
                    <a:pt x="256552" y="1092403"/>
                  </a:lnTo>
                  <a:close/>
                </a:path>
                <a:path w="257175" h="1111250">
                  <a:moveTo>
                    <a:pt x="256552" y="1031709"/>
                  </a:moveTo>
                  <a:lnTo>
                    <a:pt x="0" y="1031709"/>
                  </a:lnTo>
                  <a:lnTo>
                    <a:pt x="0" y="1050455"/>
                  </a:lnTo>
                  <a:lnTo>
                    <a:pt x="256552" y="1050455"/>
                  </a:lnTo>
                  <a:lnTo>
                    <a:pt x="256552" y="1031709"/>
                  </a:lnTo>
                  <a:close/>
                </a:path>
                <a:path w="257175" h="1111250">
                  <a:moveTo>
                    <a:pt x="256552" y="971016"/>
                  </a:moveTo>
                  <a:lnTo>
                    <a:pt x="0" y="971016"/>
                  </a:lnTo>
                  <a:lnTo>
                    <a:pt x="0" y="989761"/>
                  </a:lnTo>
                  <a:lnTo>
                    <a:pt x="256552" y="989761"/>
                  </a:lnTo>
                  <a:lnTo>
                    <a:pt x="256552" y="971016"/>
                  </a:lnTo>
                  <a:close/>
                </a:path>
                <a:path w="257175" h="1111250">
                  <a:moveTo>
                    <a:pt x="256552" y="910336"/>
                  </a:moveTo>
                  <a:lnTo>
                    <a:pt x="0" y="910336"/>
                  </a:lnTo>
                  <a:lnTo>
                    <a:pt x="0" y="929068"/>
                  </a:lnTo>
                  <a:lnTo>
                    <a:pt x="256552" y="929068"/>
                  </a:lnTo>
                  <a:lnTo>
                    <a:pt x="256552" y="910336"/>
                  </a:lnTo>
                  <a:close/>
                </a:path>
                <a:path w="257175" h="1111250">
                  <a:moveTo>
                    <a:pt x="256552" y="849642"/>
                  </a:moveTo>
                  <a:lnTo>
                    <a:pt x="0" y="849642"/>
                  </a:lnTo>
                  <a:lnTo>
                    <a:pt x="0" y="868387"/>
                  </a:lnTo>
                  <a:lnTo>
                    <a:pt x="256552" y="868387"/>
                  </a:lnTo>
                  <a:lnTo>
                    <a:pt x="256552" y="849642"/>
                  </a:lnTo>
                  <a:close/>
                </a:path>
                <a:path w="257175" h="1111250">
                  <a:moveTo>
                    <a:pt x="256552" y="788949"/>
                  </a:moveTo>
                  <a:lnTo>
                    <a:pt x="0" y="788949"/>
                  </a:lnTo>
                  <a:lnTo>
                    <a:pt x="0" y="807694"/>
                  </a:lnTo>
                  <a:lnTo>
                    <a:pt x="256552" y="807694"/>
                  </a:lnTo>
                  <a:lnTo>
                    <a:pt x="256552" y="788949"/>
                  </a:lnTo>
                  <a:close/>
                </a:path>
                <a:path w="257175" h="1111250">
                  <a:moveTo>
                    <a:pt x="256552" y="728268"/>
                  </a:moveTo>
                  <a:lnTo>
                    <a:pt x="0" y="728268"/>
                  </a:lnTo>
                  <a:lnTo>
                    <a:pt x="0" y="747001"/>
                  </a:lnTo>
                  <a:lnTo>
                    <a:pt x="256552" y="747001"/>
                  </a:lnTo>
                  <a:lnTo>
                    <a:pt x="256552" y="728268"/>
                  </a:lnTo>
                  <a:close/>
                </a:path>
                <a:path w="257175" h="1111250">
                  <a:moveTo>
                    <a:pt x="256552" y="667575"/>
                  </a:moveTo>
                  <a:lnTo>
                    <a:pt x="0" y="667575"/>
                  </a:lnTo>
                  <a:lnTo>
                    <a:pt x="0" y="686320"/>
                  </a:lnTo>
                  <a:lnTo>
                    <a:pt x="256552" y="686320"/>
                  </a:lnTo>
                  <a:lnTo>
                    <a:pt x="256552" y="667575"/>
                  </a:lnTo>
                  <a:close/>
                </a:path>
                <a:path w="257175" h="1111250">
                  <a:moveTo>
                    <a:pt x="256552" y="606882"/>
                  </a:moveTo>
                  <a:lnTo>
                    <a:pt x="0" y="606882"/>
                  </a:lnTo>
                  <a:lnTo>
                    <a:pt x="0" y="625627"/>
                  </a:lnTo>
                  <a:lnTo>
                    <a:pt x="256552" y="625627"/>
                  </a:lnTo>
                  <a:lnTo>
                    <a:pt x="256552" y="606882"/>
                  </a:lnTo>
                  <a:close/>
                </a:path>
                <a:path w="257175" h="1111250">
                  <a:moveTo>
                    <a:pt x="256552" y="546201"/>
                  </a:moveTo>
                  <a:lnTo>
                    <a:pt x="0" y="546201"/>
                  </a:lnTo>
                  <a:lnTo>
                    <a:pt x="0" y="564934"/>
                  </a:lnTo>
                  <a:lnTo>
                    <a:pt x="256552" y="564934"/>
                  </a:lnTo>
                  <a:lnTo>
                    <a:pt x="256552" y="546201"/>
                  </a:lnTo>
                  <a:close/>
                </a:path>
                <a:path w="257175" h="1111250">
                  <a:moveTo>
                    <a:pt x="256552" y="485508"/>
                  </a:moveTo>
                  <a:lnTo>
                    <a:pt x="0" y="485508"/>
                  </a:lnTo>
                  <a:lnTo>
                    <a:pt x="0" y="504253"/>
                  </a:lnTo>
                  <a:lnTo>
                    <a:pt x="256552" y="504253"/>
                  </a:lnTo>
                  <a:lnTo>
                    <a:pt x="256552" y="485508"/>
                  </a:lnTo>
                  <a:close/>
                </a:path>
                <a:path w="257175" h="1111250">
                  <a:moveTo>
                    <a:pt x="256552" y="424815"/>
                  </a:moveTo>
                  <a:lnTo>
                    <a:pt x="0" y="424815"/>
                  </a:lnTo>
                  <a:lnTo>
                    <a:pt x="0" y="443560"/>
                  </a:lnTo>
                  <a:lnTo>
                    <a:pt x="256552" y="443560"/>
                  </a:lnTo>
                  <a:lnTo>
                    <a:pt x="256552" y="424815"/>
                  </a:lnTo>
                  <a:close/>
                </a:path>
                <a:path w="257175" h="1111250">
                  <a:moveTo>
                    <a:pt x="256552" y="364134"/>
                  </a:moveTo>
                  <a:lnTo>
                    <a:pt x="0" y="364134"/>
                  </a:lnTo>
                  <a:lnTo>
                    <a:pt x="0" y="382866"/>
                  </a:lnTo>
                  <a:lnTo>
                    <a:pt x="256552" y="382866"/>
                  </a:lnTo>
                  <a:lnTo>
                    <a:pt x="256552" y="364134"/>
                  </a:lnTo>
                  <a:close/>
                </a:path>
                <a:path w="257175" h="1111250">
                  <a:moveTo>
                    <a:pt x="256552" y="303441"/>
                  </a:moveTo>
                  <a:lnTo>
                    <a:pt x="0" y="303441"/>
                  </a:lnTo>
                  <a:lnTo>
                    <a:pt x="0" y="322186"/>
                  </a:lnTo>
                  <a:lnTo>
                    <a:pt x="256552" y="322186"/>
                  </a:lnTo>
                  <a:lnTo>
                    <a:pt x="256552" y="303441"/>
                  </a:lnTo>
                  <a:close/>
                </a:path>
                <a:path w="257175" h="1111250">
                  <a:moveTo>
                    <a:pt x="256552" y="242747"/>
                  </a:moveTo>
                  <a:lnTo>
                    <a:pt x="0" y="242747"/>
                  </a:lnTo>
                  <a:lnTo>
                    <a:pt x="0" y="261493"/>
                  </a:lnTo>
                  <a:lnTo>
                    <a:pt x="256552" y="261493"/>
                  </a:lnTo>
                  <a:lnTo>
                    <a:pt x="256552" y="242747"/>
                  </a:lnTo>
                  <a:close/>
                </a:path>
                <a:path w="257175" h="1111250">
                  <a:moveTo>
                    <a:pt x="256552" y="182054"/>
                  </a:moveTo>
                  <a:lnTo>
                    <a:pt x="0" y="182054"/>
                  </a:lnTo>
                  <a:lnTo>
                    <a:pt x="0" y="200799"/>
                  </a:lnTo>
                  <a:lnTo>
                    <a:pt x="256552" y="200799"/>
                  </a:lnTo>
                  <a:lnTo>
                    <a:pt x="256552" y="182054"/>
                  </a:lnTo>
                  <a:close/>
                </a:path>
                <a:path w="257175" h="1111250">
                  <a:moveTo>
                    <a:pt x="256552" y="121373"/>
                  </a:moveTo>
                  <a:lnTo>
                    <a:pt x="0" y="121373"/>
                  </a:lnTo>
                  <a:lnTo>
                    <a:pt x="0" y="140119"/>
                  </a:lnTo>
                  <a:lnTo>
                    <a:pt x="256552" y="140119"/>
                  </a:lnTo>
                  <a:lnTo>
                    <a:pt x="256552" y="121373"/>
                  </a:lnTo>
                  <a:close/>
                </a:path>
                <a:path w="257175" h="1111250">
                  <a:moveTo>
                    <a:pt x="256552" y="60680"/>
                  </a:moveTo>
                  <a:lnTo>
                    <a:pt x="0" y="60680"/>
                  </a:lnTo>
                  <a:lnTo>
                    <a:pt x="0" y="79425"/>
                  </a:lnTo>
                  <a:lnTo>
                    <a:pt x="256552" y="79425"/>
                  </a:lnTo>
                  <a:lnTo>
                    <a:pt x="256552" y="60680"/>
                  </a:lnTo>
                  <a:close/>
                </a:path>
                <a:path w="257175" h="1111250">
                  <a:moveTo>
                    <a:pt x="256552" y="0"/>
                  </a:moveTo>
                  <a:lnTo>
                    <a:pt x="0" y="0"/>
                  </a:lnTo>
                  <a:lnTo>
                    <a:pt x="0" y="18732"/>
                  </a:lnTo>
                  <a:lnTo>
                    <a:pt x="256552" y="18732"/>
                  </a:lnTo>
                  <a:lnTo>
                    <a:pt x="256552" y="0"/>
                  </a:lnTo>
                  <a:close/>
                </a:path>
              </a:pathLst>
            </a:custGeom>
            <a:solidFill>
              <a:srgbClr val="1DA2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5731804" y="3958403"/>
              <a:ext cx="180975" cy="1234440"/>
            </a:xfrm>
            <a:custGeom>
              <a:avLst/>
              <a:gdLst/>
              <a:ahLst/>
              <a:cxnLst/>
              <a:rect l="l" t="t" r="r" b="b"/>
              <a:pathLst>
                <a:path w="180975" h="1234439">
                  <a:moveTo>
                    <a:pt x="180936" y="0"/>
                  </a:moveTo>
                  <a:lnTo>
                    <a:pt x="0" y="0"/>
                  </a:lnTo>
                  <a:lnTo>
                    <a:pt x="0" y="1233920"/>
                  </a:lnTo>
                  <a:lnTo>
                    <a:pt x="180936" y="1233920"/>
                  </a:lnTo>
                  <a:lnTo>
                    <a:pt x="180936" y="0"/>
                  </a:lnTo>
                  <a:close/>
                </a:path>
              </a:pathLst>
            </a:custGeom>
            <a:solidFill>
              <a:srgbClr val="424979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5948413" y="3814958"/>
              <a:ext cx="106045" cy="143510"/>
            </a:xfrm>
            <a:custGeom>
              <a:avLst/>
              <a:gdLst/>
              <a:ahLst/>
              <a:cxnLst/>
              <a:rect l="l" t="t" r="r" b="b"/>
              <a:pathLst>
                <a:path w="106045" h="143510">
                  <a:moveTo>
                    <a:pt x="105791" y="118440"/>
                  </a:moveTo>
                  <a:lnTo>
                    <a:pt x="37033" y="118440"/>
                  </a:lnTo>
                  <a:lnTo>
                    <a:pt x="37033" y="0"/>
                  </a:lnTo>
                  <a:lnTo>
                    <a:pt x="29095" y="0"/>
                  </a:lnTo>
                  <a:lnTo>
                    <a:pt x="29095" y="118440"/>
                  </a:lnTo>
                  <a:lnTo>
                    <a:pt x="0" y="118440"/>
                  </a:lnTo>
                  <a:lnTo>
                    <a:pt x="0" y="143459"/>
                  </a:lnTo>
                  <a:lnTo>
                    <a:pt x="105791" y="143459"/>
                  </a:lnTo>
                  <a:lnTo>
                    <a:pt x="105791" y="11844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3" name="object 53" descr=""/>
          <p:cNvGrpSpPr/>
          <p:nvPr/>
        </p:nvGrpSpPr>
        <p:grpSpPr>
          <a:xfrm>
            <a:off x="4646162" y="2590591"/>
            <a:ext cx="630555" cy="2602230"/>
            <a:chOff x="4646162" y="2590591"/>
            <a:chExt cx="630555" cy="2602230"/>
          </a:xfrm>
        </p:grpSpPr>
        <p:sp>
          <p:nvSpPr>
            <p:cNvPr id="54" name="object 54" descr=""/>
            <p:cNvSpPr/>
            <p:nvPr/>
          </p:nvSpPr>
          <p:spPr>
            <a:xfrm>
              <a:off x="4758982" y="2590602"/>
              <a:ext cx="404495" cy="747395"/>
            </a:xfrm>
            <a:custGeom>
              <a:avLst/>
              <a:gdLst/>
              <a:ahLst/>
              <a:cxnLst/>
              <a:rect l="l" t="t" r="r" b="b"/>
              <a:pathLst>
                <a:path w="404495" h="747395">
                  <a:moveTo>
                    <a:pt x="404456" y="527596"/>
                  </a:moveTo>
                  <a:lnTo>
                    <a:pt x="306666" y="527596"/>
                  </a:lnTo>
                  <a:lnTo>
                    <a:pt x="306666" y="330492"/>
                  </a:lnTo>
                  <a:lnTo>
                    <a:pt x="223799" y="330492"/>
                  </a:lnTo>
                  <a:lnTo>
                    <a:pt x="223799" y="0"/>
                  </a:lnTo>
                  <a:lnTo>
                    <a:pt x="180644" y="0"/>
                  </a:lnTo>
                  <a:lnTo>
                    <a:pt x="180644" y="330492"/>
                  </a:lnTo>
                  <a:lnTo>
                    <a:pt x="97802" y="330492"/>
                  </a:lnTo>
                  <a:lnTo>
                    <a:pt x="97802" y="527596"/>
                  </a:lnTo>
                  <a:lnTo>
                    <a:pt x="0" y="527596"/>
                  </a:lnTo>
                  <a:lnTo>
                    <a:pt x="0" y="746848"/>
                  </a:lnTo>
                  <a:lnTo>
                    <a:pt x="404456" y="746848"/>
                  </a:lnTo>
                  <a:lnTo>
                    <a:pt x="404456" y="527596"/>
                  </a:lnTo>
                  <a:close/>
                </a:path>
              </a:pathLst>
            </a:custGeom>
            <a:solidFill>
              <a:srgbClr val="3D52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4758985" y="3170981"/>
              <a:ext cx="404495" cy="167005"/>
            </a:xfrm>
            <a:custGeom>
              <a:avLst/>
              <a:gdLst/>
              <a:ahLst/>
              <a:cxnLst/>
              <a:rect l="l" t="t" r="r" b="b"/>
              <a:pathLst>
                <a:path w="404495" h="167004">
                  <a:moveTo>
                    <a:pt x="404458" y="0"/>
                  </a:moveTo>
                  <a:lnTo>
                    <a:pt x="0" y="0"/>
                  </a:lnTo>
                  <a:lnTo>
                    <a:pt x="0" y="166466"/>
                  </a:lnTo>
                  <a:lnTo>
                    <a:pt x="404458" y="166466"/>
                  </a:lnTo>
                  <a:lnTo>
                    <a:pt x="404458" y="0"/>
                  </a:lnTo>
                  <a:close/>
                </a:path>
              </a:pathLst>
            </a:custGeom>
            <a:solidFill>
              <a:srgbClr val="424979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4646155" y="3227888"/>
              <a:ext cx="630555" cy="1964689"/>
            </a:xfrm>
            <a:custGeom>
              <a:avLst/>
              <a:gdLst/>
              <a:ahLst/>
              <a:cxnLst/>
              <a:rect l="l" t="t" r="r" b="b"/>
              <a:pathLst>
                <a:path w="630554" h="1964689">
                  <a:moveTo>
                    <a:pt x="629983" y="78638"/>
                  </a:moveTo>
                  <a:lnTo>
                    <a:pt x="553720" y="78638"/>
                  </a:lnTo>
                  <a:lnTo>
                    <a:pt x="553720" y="0"/>
                  </a:lnTo>
                  <a:lnTo>
                    <a:pt x="76263" y="0"/>
                  </a:lnTo>
                  <a:lnTo>
                    <a:pt x="76263" y="78638"/>
                  </a:lnTo>
                  <a:lnTo>
                    <a:pt x="0" y="78638"/>
                  </a:lnTo>
                  <a:lnTo>
                    <a:pt x="0" y="1964436"/>
                  </a:lnTo>
                  <a:lnTo>
                    <a:pt x="629983" y="1964436"/>
                  </a:lnTo>
                  <a:lnTo>
                    <a:pt x="629983" y="78638"/>
                  </a:lnTo>
                  <a:close/>
                </a:path>
              </a:pathLst>
            </a:custGeom>
            <a:solidFill>
              <a:srgbClr val="3D52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4722421" y="3397299"/>
              <a:ext cx="477520" cy="1795145"/>
            </a:xfrm>
            <a:custGeom>
              <a:avLst/>
              <a:gdLst/>
              <a:ahLst/>
              <a:cxnLst/>
              <a:rect l="l" t="t" r="r" b="b"/>
              <a:pathLst>
                <a:path w="477520" h="1795145">
                  <a:moveTo>
                    <a:pt x="477461" y="0"/>
                  </a:moveTo>
                  <a:lnTo>
                    <a:pt x="0" y="0"/>
                  </a:lnTo>
                  <a:lnTo>
                    <a:pt x="0" y="1795023"/>
                  </a:lnTo>
                  <a:lnTo>
                    <a:pt x="477461" y="1795023"/>
                  </a:lnTo>
                  <a:lnTo>
                    <a:pt x="477461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4758931" y="3455714"/>
              <a:ext cx="405130" cy="1677670"/>
            </a:xfrm>
            <a:custGeom>
              <a:avLst/>
              <a:gdLst/>
              <a:ahLst/>
              <a:cxnLst/>
              <a:rect l="l" t="t" r="r" b="b"/>
              <a:pathLst>
                <a:path w="405129" h="1677670">
                  <a:moveTo>
                    <a:pt x="112153" y="1633588"/>
                  </a:moveTo>
                  <a:lnTo>
                    <a:pt x="0" y="1633588"/>
                  </a:lnTo>
                  <a:lnTo>
                    <a:pt x="0" y="1677238"/>
                  </a:lnTo>
                  <a:lnTo>
                    <a:pt x="112153" y="1677238"/>
                  </a:lnTo>
                  <a:lnTo>
                    <a:pt x="112153" y="1633588"/>
                  </a:lnTo>
                  <a:close/>
                </a:path>
                <a:path w="405129" h="1677670">
                  <a:moveTo>
                    <a:pt x="112153" y="1531493"/>
                  </a:moveTo>
                  <a:lnTo>
                    <a:pt x="0" y="1531493"/>
                  </a:lnTo>
                  <a:lnTo>
                    <a:pt x="0" y="1575130"/>
                  </a:lnTo>
                  <a:lnTo>
                    <a:pt x="112153" y="1575130"/>
                  </a:lnTo>
                  <a:lnTo>
                    <a:pt x="112153" y="1531493"/>
                  </a:lnTo>
                  <a:close/>
                </a:path>
                <a:path w="405129" h="1677670">
                  <a:moveTo>
                    <a:pt x="112153" y="1429385"/>
                  </a:moveTo>
                  <a:lnTo>
                    <a:pt x="0" y="1429385"/>
                  </a:lnTo>
                  <a:lnTo>
                    <a:pt x="0" y="1473034"/>
                  </a:lnTo>
                  <a:lnTo>
                    <a:pt x="112153" y="1473034"/>
                  </a:lnTo>
                  <a:lnTo>
                    <a:pt x="112153" y="1429385"/>
                  </a:lnTo>
                  <a:close/>
                </a:path>
                <a:path w="405129" h="1677670">
                  <a:moveTo>
                    <a:pt x="112153" y="1327289"/>
                  </a:moveTo>
                  <a:lnTo>
                    <a:pt x="0" y="1327289"/>
                  </a:lnTo>
                  <a:lnTo>
                    <a:pt x="0" y="1370926"/>
                  </a:lnTo>
                  <a:lnTo>
                    <a:pt x="112153" y="1370926"/>
                  </a:lnTo>
                  <a:lnTo>
                    <a:pt x="112153" y="1327289"/>
                  </a:lnTo>
                  <a:close/>
                </a:path>
                <a:path w="405129" h="1677670">
                  <a:moveTo>
                    <a:pt x="112153" y="1225194"/>
                  </a:moveTo>
                  <a:lnTo>
                    <a:pt x="0" y="1225194"/>
                  </a:lnTo>
                  <a:lnTo>
                    <a:pt x="0" y="1268844"/>
                  </a:lnTo>
                  <a:lnTo>
                    <a:pt x="112153" y="1268844"/>
                  </a:lnTo>
                  <a:lnTo>
                    <a:pt x="112153" y="1225194"/>
                  </a:lnTo>
                  <a:close/>
                </a:path>
                <a:path w="405129" h="1677670">
                  <a:moveTo>
                    <a:pt x="112153" y="1123099"/>
                  </a:moveTo>
                  <a:lnTo>
                    <a:pt x="0" y="1123099"/>
                  </a:lnTo>
                  <a:lnTo>
                    <a:pt x="0" y="1166736"/>
                  </a:lnTo>
                  <a:lnTo>
                    <a:pt x="112153" y="1166736"/>
                  </a:lnTo>
                  <a:lnTo>
                    <a:pt x="112153" y="1123099"/>
                  </a:lnTo>
                  <a:close/>
                </a:path>
                <a:path w="405129" h="1677670">
                  <a:moveTo>
                    <a:pt x="112153" y="1020991"/>
                  </a:moveTo>
                  <a:lnTo>
                    <a:pt x="0" y="1020991"/>
                  </a:lnTo>
                  <a:lnTo>
                    <a:pt x="0" y="1064641"/>
                  </a:lnTo>
                  <a:lnTo>
                    <a:pt x="112153" y="1064641"/>
                  </a:lnTo>
                  <a:lnTo>
                    <a:pt x="112153" y="1020991"/>
                  </a:lnTo>
                  <a:close/>
                </a:path>
                <a:path w="405129" h="1677670">
                  <a:moveTo>
                    <a:pt x="112153" y="918895"/>
                  </a:moveTo>
                  <a:lnTo>
                    <a:pt x="0" y="918895"/>
                  </a:lnTo>
                  <a:lnTo>
                    <a:pt x="0" y="962533"/>
                  </a:lnTo>
                  <a:lnTo>
                    <a:pt x="112153" y="962533"/>
                  </a:lnTo>
                  <a:lnTo>
                    <a:pt x="112153" y="918895"/>
                  </a:lnTo>
                  <a:close/>
                </a:path>
                <a:path w="405129" h="1677670">
                  <a:moveTo>
                    <a:pt x="112153" y="816787"/>
                  </a:moveTo>
                  <a:lnTo>
                    <a:pt x="0" y="816787"/>
                  </a:lnTo>
                  <a:lnTo>
                    <a:pt x="0" y="860437"/>
                  </a:lnTo>
                  <a:lnTo>
                    <a:pt x="112153" y="860437"/>
                  </a:lnTo>
                  <a:lnTo>
                    <a:pt x="112153" y="816787"/>
                  </a:lnTo>
                  <a:close/>
                </a:path>
                <a:path w="405129" h="1677670">
                  <a:moveTo>
                    <a:pt x="112153" y="714692"/>
                  </a:moveTo>
                  <a:lnTo>
                    <a:pt x="0" y="714692"/>
                  </a:lnTo>
                  <a:lnTo>
                    <a:pt x="0" y="758329"/>
                  </a:lnTo>
                  <a:lnTo>
                    <a:pt x="112153" y="758329"/>
                  </a:lnTo>
                  <a:lnTo>
                    <a:pt x="112153" y="714692"/>
                  </a:lnTo>
                  <a:close/>
                </a:path>
                <a:path w="405129" h="1677670">
                  <a:moveTo>
                    <a:pt x="112153" y="612597"/>
                  </a:moveTo>
                  <a:lnTo>
                    <a:pt x="0" y="612597"/>
                  </a:lnTo>
                  <a:lnTo>
                    <a:pt x="0" y="656234"/>
                  </a:lnTo>
                  <a:lnTo>
                    <a:pt x="112153" y="656234"/>
                  </a:lnTo>
                  <a:lnTo>
                    <a:pt x="112153" y="612597"/>
                  </a:lnTo>
                  <a:close/>
                </a:path>
                <a:path w="405129" h="1677670">
                  <a:moveTo>
                    <a:pt x="112153" y="510501"/>
                  </a:moveTo>
                  <a:lnTo>
                    <a:pt x="0" y="510501"/>
                  </a:lnTo>
                  <a:lnTo>
                    <a:pt x="0" y="554139"/>
                  </a:lnTo>
                  <a:lnTo>
                    <a:pt x="112153" y="554139"/>
                  </a:lnTo>
                  <a:lnTo>
                    <a:pt x="112153" y="510501"/>
                  </a:lnTo>
                  <a:close/>
                </a:path>
                <a:path w="405129" h="1677670">
                  <a:moveTo>
                    <a:pt x="112153" y="408393"/>
                  </a:moveTo>
                  <a:lnTo>
                    <a:pt x="0" y="408393"/>
                  </a:lnTo>
                  <a:lnTo>
                    <a:pt x="0" y="452031"/>
                  </a:lnTo>
                  <a:lnTo>
                    <a:pt x="112153" y="452031"/>
                  </a:lnTo>
                  <a:lnTo>
                    <a:pt x="112153" y="408393"/>
                  </a:lnTo>
                  <a:close/>
                </a:path>
                <a:path w="405129" h="1677670">
                  <a:moveTo>
                    <a:pt x="112153" y="306298"/>
                  </a:moveTo>
                  <a:lnTo>
                    <a:pt x="0" y="306298"/>
                  </a:lnTo>
                  <a:lnTo>
                    <a:pt x="0" y="349935"/>
                  </a:lnTo>
                  <a:lnTo>
                    <a:pt x="112153" y="349935"/>
                  </a:lnTo>
                  <a:lnTo>
                    <a:pt x="112153" y="306298"/>
                  </a:lnTo>
                  <a:close/>
                </a:path>
                <a:path w="405129" h="1677670">
                  <a:moveTo>
                    <a:pt x="112153" y="204190"/>
                  </a:moveTo>
                  <a:lnTo>
                    <a:pt x="0" y="204190"/>
                  </a:lnTo>
                  <a:lnTo>
                    <a:pt x="0" y="247827"/>
                  </a:lnTo>
                  <a:lnTo>
                    <a:pt x="112153" y="247827"/>
                  </a:lnTo>
                  <a:lnTo>
                    <a:pt x="112153" y="204190"/>
                  </a:lnTo>
                  <a:close/>
                </a:path>
                <a:path w="405129" h="1677670">
                  <a:moveTo>
                    <a:pt x="112153" y="102095"/>
                  </a:moveTo>
                  <a:lnTo>
                    <a:pt x="0" y="102095"/>
                  </a:lnTo>
                  <a:lnTo>
                    <a:pt x="0" y="145745"/>
                  </a:lnTo>
                  <a:lnTo>
                    <a:pt x="112153" y="145745"/>
                  </a:lnTo>
                  <a:lnTo>
                    <a:pt x="112153" y="102095"/>
                  </a:lnTo>
                  <a:close/>
                </a:path>
                <a:path w="405129" h="1677670">
                  <a:moveTo>
                    <a:pt x="112153" y="0"/>
                  </a:moveTo>
                  <a:lnTo>
                    <a:pt x="0" y="0"/>
                  </a:lnTo>
                  <a:lnTo>
                    <a:pt x="0" y="43637"/>
                  </a:lnTo>
                  <a:lnTo>
                    <a:pt x="112153" y="43637"/>
                  </a:lnTo>
                  <a:lnTo>
                    <a:pt x="112153" y="0"/>
                  </a:lnTo>
                  <a:close/>
                </a:path>
                <a:path w="405129" h="1677670">
                  <a:moveTo>
                    <a:pt x="258343" y="1633588"/>
                  </a:moveTo>
                  <a:lnTo>
                    <a:pt x="146189" y="1633588"/>
                  </a:lnTo>
                  <a:lnTo>
                    <a:pt x="146189" y="1677238"/>
                  </a:lnTo>
                  <a:lnTo>
                    <a:pt x="258343" y="1677238"/>
                  </a:lnTo>
                  <a:lnTo>
                    <a:pt x="258343" y="1633588"/>
                  </a:lnTo>
                  <a:close/>
                </a:path>
                <a:path w="405129" h="1677670">
                  <a:moveTo>
                    <a:pt x="258343" y="1531493"/>
                  </a:moveTo>
                  <a:lnTo>
                    <a:pt x="146189" y="1531493"/>
                  </a:lnTo>
                  <a:lnTo>
                    <a:pt x="146189" y="1575130"/>
                  </a:lnTo>
                  <a:lnTo>
                    <a:pt x="258343" y="1575130"/>
                  </a:lnTo>
                  <a:lnTo>
                    <a:pt x="258343" y="1531493"/>
                  </a:lnTo>
                  <a:close/>
                </a:path>
                <a:path w="405129" h="1677670">
                  <a:moveTo>
                    <a:pt x="258343" y="1429385"/>
                  </a:moveTo>
                  <a:lnTo>
                    <a:pt x="146189" y="1429385"/>
                  </a:lnTo>
                  <a:lnTo>
                    <a:pt x="146189" y="1473034"/>
                  </a:lnTo>
                  <a:lnTo>
                    <a:pt x="258343" y="1473034"/>
                  </a:lnTo>
                  <a:lnTo>
                    <a:pt x="258343" y="1429385"/>
                  </a:lnTo>
                  <a:close/>
                </a:path>
                <a:path w="405129" h="1677670">
                  <a:moveTo>
                    <a:pt x="258343" y="1327289"/>
                  </a:moveTo>
                  <a:lnTo>
                    <a:pt x="146189" y="1327289"/>
                  </a:lnTo>
                  <a:lnTo>
                    <a:pt x="146189" y="1370926"/>
                  </a:lnTo>
                  <a:lnTo>
                    <a:pt x="258343" y="1370926"/>
                  </a:lnTo>
                  <a:lnTo>
                    <a:pt x="258343" y="1327289"/>
                  </a:lnTo>
                  <a:close/>
                </a:path>
                <a:path w="405129" h="1677670">
                  <a:moveTo>
                    <a:pt x="258343" y="1225194"/>
                  </a:moveTo>
                  <a:lnTo>
                    <a:pt x="146189" y="1225194"/>
                  </a:lnTo>
                  <a:lnTo>
                    <a:pt x="146189" y="1268844"/>
                  </a:lnTo>
                  <a:lnTo>
                    <a:pt x="258343" y="1268844"/>
                  </a:lnTo>
                  <a:lnTo>
                    <a:pt x="258343" y="1225194"/>
                  </a:lnTo>
                  <a:close/>
                </a:path>
                <a:path w="405129" h="1677670">
                  <a:moveTo>
                    <a:pt x="258343" y="1123099"/>
                  </a:moveTo>
                  <a:lnTo>
                    <a:pt x="146189" y="1123099"/>
                  </a:lnTo>
                  <a:lnTo>
                    <a:pt x="146189" y="1166736"/>
                  </a:lnTo>
                  <a:lnTo>
                    <a:pt x="258343" y="1166736"/>
                  </a:lnTo>
                  <a:lnTo>
                    <a:pt x="258343" y="1123099"/>
                  </a:lnTo>
                  <a:close/>
                </a:path>
                <a:path w="405129" h="1677670">
                  <a:moveTo>
                    <a:pt x="258343" y="1020991"/>
                  </a:moveTo>
                  <a:lnTo>
                    <a:pt x="146189" y="1020991"/>
                  </a:lnTo>
                  <a:lnTo>
                    <a:pt x="146189" y="1064641"/>
                  </a:lnTo>
                  <a:lnTo>
                    <a:pt x="258343" y="1064641"/>
                  </a:lnTo>
                  <a:lnTo>
                    <a:pt x="258343" y="1020991"/>
                  </a:lnTo>
                  <a:close/>
                </a:path>
                <a:path w="405129" h="1677670">
                  <a:moveTo>
                    <a:pt x="258343" y="918895"/>
                  </a:moveTo>
                  <a:lnTo>
                    <a:pt x="146189" y="918895"/>
                  </a:lnTo>
                  <a:lnTo>
                    <a:pt x="146189" y="962533"/>
                  </a:lnTo>
                  <a:lnTo>
                    <a:pt x="258343" y="962533"/>
                  </a:lnTo>
                  <a:lnTo>
                    <a:pt x="258343" y="918895"/>
                  </a:lnTo>
                  <a:close/>
                </a:path>
                <a:path w="405129" h="1677670">
                  <a:moveTo>
                    <a:pt x="258343" y="816787"/>
                  </a:moveTo>
                  <a:lnTo>
                    <a:pt x="146189" y="816787"/>
                  </a:lnTo>
                  <a:lnTo>
                    <a:pt x="146189" y="860437"/>
                  </a:lnTo>
                  <a:lnTo>
                    <a:pt x="258343" y="860437"/>
                  </a:lnTo>
                  <a:lnTo>
                    <a:pt x="258343" y="816787"/>
                  </a:lnTo>
                  <a:close/>
                </a:path>
                <a:path w="405129" h="1677670">
                  <a:moveTo>
                    <a:pt x="258343" y="714692"/>
                  </a:moveTo>
                  <a:lnTo>
                    <a:pt x="146189" y="714692"/>
                  </a:lnTo>
                  <a:lnTo>
                    <a:pt x="146189" y="758329"/>
                  </a:lnTo>
                  <a:lnTo>
                    <a:pt x="258343" y="758329"/>
                  </a:lnTo>
                  <a:lnTo>
                    <a:pt x="258343" y="714692"/>
                  </a:lnTo>
                  <a:close/>
                </a:path>
                <a:path w="405129" h="1677670">
                  <a:moveTo>
                    <a:pt x="258343" y="612597"/>
                  </a:moveTo>
                  <a:lnTo>
                    <a:pt x="146189" y="612597"/>
                  </a:lnTo>
                  <a:lnTo>
                    <a:pt x="146189" y="656234"/>
                  </a:lnTo>
                  <a:lnTo>
                    <a:pt x="258343" y="656234"/>
                  </a:lnTo>
                  <a:lnTo>
                    <a:pt x="258343" y="612597"/>
                  </a:lnTo>
                  <a:close/>
                </a:path>
                <a:path w="405129" h="1677670">
                  <a:moveTo>
                    <a:pt x="258343" y="510501"/>
                  </a:moveTo>
                  <a:lnTo>
                    <a:pt x="146189" y="510501"/>
                  </a:lnTo>
                  <a:lnTo>
                    <a:pt x="146189" y="554139"/>
                  </a:lnTo>
                  <a:lnTo>
                    <a:pt x="258343" y="554139"/>
                  </a:lnTo>
                  <a:lnTo>
                    <a:pt x="258343" y="510501"/>
                  </a:lnTo>
                  <a:close/>
                </a:path>
                <a:path w="405129" h="1677670">
                  <a:moveTo>
                    <a:pt x="258343" y="408393"/>
                  </a:moveTo>
                  <a:lnTo>
                    <a:pt x="146189" y="408393"/>
                  </a:lnTo>
                  <a:lnTo>
                    <a:pt x="146189" y="452031"/>
                  </a:lnTo>
                  <a:lnTo>
                    <a:pt x="258343" y="452031"/>
                  </a:lnTo>
                  <a:lnTo>
                    <a:pt x="258343" y="408393"/>
                  </a:lnTo>
                  <a:close/>
                </a:path>
                <a:path w="405129" h="1677670">
                  <a:moveTo>
                    <a:pt x="258343" y="306298"/>
                  </a:moveTo>
                  <a:lnTo>
                    <a:pt x="146189" y="306298"/>
                  </a:lnTo>
                  <a:lnTo>
                    <a:pt x="146189" y="349935"/>
                  </a:lnTo>
                  <a:lnTo>
                    <a:pt x="258343" y="349935"/>
                  </a:lnTo>
                  <a:lnTo>
                    <a:pt x="258343" y="306298"/>
                  </a:lnTo>
                  <a:close/>
                </a:path>
                <a:path w="405129" h="1677670">
                  <a:moveTo>
                    <a:pt x="258343" y="204190"/>
                  </a:moveTo>
                  <a:lnTo>
                    <a:pt x="146189" y="204190"/>
                  </a:lnTo>
                  <a:lnTo>
                    <a:pt x="146189" y="247827"/>
                  </a:lnTo>
                  <a:lnTo>
                    <a:pt x="258343" y="247827"/>
                  </a:lnTo>
                  <a:lnTo>
                    <a:pt x="258343" y="204190"/>
                  </a:lnTo>
                  <a:close/>
                </a:path>
                <a:path w="405129" h="1677670">
                  <a:moveTo>
                    <a:pt x="258343" y="102095"/>
                  </a:moveTo>
                  <a:lnTo>
                    <a:pt x="146189" y="102095"/>
                  </a:lnTo>
                  <a:lnTo>
                    <a:pt x="146189" y="145745"/>
                  </a:lnTo>
                  <a:lnTo>
                    <a:pt x="258343" y="145745"/>
                  </a:lnTo>
                  <a:lnTo>
                    <a:pt x="258343" y="102095"/>
                  </a:lnTo>
                  <a:close/>
                </a:path>
                <a:path w="405129" h="1677670">
                  <a:moveTo>
                    <a:pt x="258343" y="0"/>
                  </a:moveTo>
                  <a:lnTo>
                    <a:pt x="146189" y="0"/>
                  </a:lnTo>
                  <a:lnTo>
                    <a:pt x="146189" y="43637"/>
                  </a:lnTo>
                  <a:lnTo>
                    <a:pt x="258343" y="43637"/>
                  </a:lnTo>
                  <a:lnTo>
                    <a:pt x="258343" y="0"/>
                  </a:lnTo>
                  <a:close/>
                </a:path>
                <a:path w="405129" h="1677670">
                  <a:moveTo>
                    <a:pt x="404545" y="1633588"/>
                  </a:moveTo>
                  <a:lnTo>
                    <a:pt x="292392" y="1633588"/>
                  </a:lnTo>
                  <a:lnTo>
                    <a:pt x="292392" y="1677238"/>
                  </a:lnTo>
                  <a:lnTo>
                    <a:pt x="404545" y="1677238"/>
                  </a:lnTo>
                  <a:lnTo>
                    <a:pt x="404545" y="1633588"/>
                  </a:lnTo>
                  <a:close/>
                </a:path>
                <a:path w="405129" h="1677670">
                  <a:moveTo>
                    <a:pt x="404545" y="1531493"/>
                  </a:moveTo>
                  <a:lnTo>
                    <a:pt x="292392" y="1531493"/>
                  </a:lnTo>
                  <a:lnTo>
                    <a:pt x="292392" y="1575130"/>
                  </a:lnTo>
                  <a:lnTo>
                    <a:pt x="404545" y="1575130"/>
                  </a:lnTo>
                  <a:lnTo>
                    <a:pt x="404545" y="1531493"/>
                  </a:lnTo>
                  <a:close/>
                </a:path>
                <a:path w="405129" h="1677670">
                  <a:moveTo>
                    <a:pt x="404545" y="1429385"/>
                  </a:moveTo>
                  <a:lnTo>
                    <a:pt x="292392" y="1429385"/>
                  </a:lnTo>
                  <a:lnTo>
                    <a:pt x="292392" y="1473034"/>
                  </a:lnTo>
                  <a:lnTo>
                    <a:pt x="404545" y="1473034"/>
                  </a:lnTo>
                  <a:lnTo>
                    <a:pt x="404545" y="1429385"/>
                  </a:lnTo>
                  <a:close/>
                </a:path>
                <a:path w="405129" h="1677670">
                  <a:moveTo>
                    <a:pt x="404545" y="1327289"/>
                  </a:moveTo>
                  <a:lnTo>
                    <a:pt x="292392" y="1327289"/>
                  </a:lnTo>
                  <a:lnTo>
                    <a:pt x="292392" y="1370926"/>
                  </a:lnTo>
                  <a:lnTo>
                    <a:pt x="404545" y="1370926"/>
                  </a:lnTo>
                  <a:lnTo>
                    <a:pt x="404545" y="1327289"/>
                  </a:lnTo>
                  <a:close/>
                </a:path>
                <a:path w="405129" h="1677670">
                  <a:moveTo>
                    <a:pt x="404545" y="1225194"/>
                  </a:moveTo>
                  <a:lnTo>
                    <a:pt x="292392" y="1225194"/>
                  </a:lnTo>
                  <a:lnTo>
                    <a:pt x="292392" y="1268844"/>
                  </a:lnTo>
                  <a:lnTo>
                    <a:pt x="404545" y="1268844"/>
                  </a:lnTo>
                  <a:lnTo>
                    <a:pt x="404545" y="1225194"/>
                  </a:lnTo>
                  <a:close/>
                </a:path>
                <a:path w="405129" h="1677670">
                  <a:moveTo>
                    <a:pt x="404545" y="1123099"/>
                  </a:moveTo>
                  <a:lnTo>
                    <a:pt x="292392" y="1123099"/>
                  </a:lnTo>
                  <a:lnTo>
                    <a:pt x="292392" y="1166736"/>
                  </a:lnTo>
                  <a:lnTo>
                    <a:pt x="404545" y="1166736"/>
                  </a:lnTo>
                  <a:lnTo>
                    <a:pt x="404545" y="1123099"/>
                  </a:lnTo>
                  <a:close/>
                </a:path>
                <a:path w="405129" h="1677670">
                  <a:moveTo>
                    <a:pt x="404545" y="1020991"/>
                  </a:moveTo>
                  <a:lnTo>
                    <a:pt x="292392" y="1020991"/>
                  </a:lnTo>
                  <a:lnTo>
                    <a:pt x="292392" y="1064641"/>
                  </a:lnTo>
                  <a:lnTo>
                    <a:pt x="404545" y="1064641"/>
                  </a:lnTo>
                  <a:lnTo>
                    <a:pt x="404545" y="1020991"/>
                  </a:lnTo>
                  <a:close/>
                </a:path>
                <a:path w="405129" h="1677670">
                  <a:moveTo>
                    <a:pt x="404545" y="918895"/>
                  </a:moveTo>
                  <a:lnTo>
                    <a:pt x="292392" y="918895"/>
                  </a:lnTo>
                  <a:lnTo>
                    <a:pt x="292392" y="962533"/>
                  </a:lnTo>
                  <a:lnTo>
                    <a:pt x="404545" y="962533"/>
                  </a:lnTo>
                  <a:lnTo>
                    <a:pt x="404545" y="918895"/>
                  </a:lnTo>
                  <a:close/>
                </a:path>
                <a:path w="405129" h="1677670">
                  <a:moveTo>
                    <a:pt x="404545" y="816787"/>
                  </a:moveTo>
                  <a:lnTo>
                    <a:pt x="292392" y="816787"/>
                  </a:lnTo>
                  <a:lnTo>
                    <a:pt x="292392" y="860437"/>
                  </a:lnTo>
                  <a:lnTo>
                    <a:pt x="404545" y="860437"/>
                  </a:lnTo>
                  <a:lnTo>
                    <a:pt x="404545" y="816787"/>
                  </a:lnTo>
                  <a:close/>
                </a:path>
                <a:path w="405129" h="1677670">
                  <a:moveTo>
                    <a:pt x="404545" y="714692"/>
                  </a:moveTo>
                  <a:lnTo>
                    <a:pt x="292392" y="714692"/>
                  </a:lnTo>
                  <a:lnTo>
                    <a:pt x="292392" y="758329"/>
                  </a:lnTo>
                  <a:lnTo>
                    <a:pt x="404545" y="758329"/>
                  </a:lnTo>
                  <a:lnTo>
                    <a:pt x="404545" y="714692"/>
                  </a:lnTo>
                  <a:close/>
                </a:path>
                <a:path w="405129" h="1677670">
                  <a:moveTo>
                    <a:pt x="404545" y="612597"/>
                  </a:moveTo>
                  <a:lnTo>
                    <a:pt x="292392" y="612597"/>
                  </a:lnTo>
                  <a:lnTo>
                    <a:pt x="292392" y="656234"/>
                  </a:lnTo>
                  <a:lnTo>
                    <a:pt x="404545" y="656234"/>
                  </a:lnTo>
                  <a:lnTo>
                    <a:pt x="404545" y="612597"/>
                  </a:lnTo>
                  <a:close/>
                </a:path>
                <a:path w="405129" h="1677670">
                  <a:moveTo>
                    <a:pt x="404545" y="510501"/>
                  </a:moveTo>
                  <a:lnTo>
                    <a:pt x="292392" y="510501"/>
                  </a:lnTo>
                  <a:lnTo>
                    <a:pt x="292392" y="554139"/>
                  </a:lnTo>
                  <a:lnTo>
                    <a:pt x="404545" y="554139"/>
                  </a:lnTo>
                  <a:lnTo>
                    <a:pt x="404545" y="510501"/>
                  </a:lnTo>
                  <a:close/>
                </a:path>
                <a:path w="405129" h="1677670">
                  <a:moveTo>
                    <a:pt x="404545" y="408393"/>
                  </a:moveTo>
                  <a:lnTo>
                    <a:pt x="292392" y="408393"/>
                  </a:lnTo>
                  <a:lnTo>
                    <a:pt x="292392" y="452031"/>
                  </a:lnTo>
                  <a:lnTo>
                    <a:pt x="404545" y="452031"/>
                  </a:lnTo>
                  <a:lnTo>
                    <a:pt x="404545" y="408393"/>
                  </a:lnTo>
                  <a:close/>
                </a:path>
                <a:path w="405129" h="1677670">
                  <a:moveTo>
                    <a:pt x="404545" y="306298"/>
                  </a:moveTo>
                  <a:lnTo>
                    <a:pt x="292392" y="306298"/>
                  </a:lnTo>
                  <a:lnTo>
                    <a:pt x="292392" y="349935"/>
                  </a:lnTo>
                  <a:lnTo>
                    <a:pt x="404545" y="349935"/>
                  </a:lnTo>
                  <a:lnTo>
                    <a:pt x="404545" y="306298"/>
                  </a:lnTo>
                  <a:close/>
                </a:path>
                <a:path w="405129" h="1677670">
                  <a:moveTo>
                    <a:pt x="404545" y="204190"/>
                  </a:moveTo>
                  <a:lnTo>
                    <a:pt x="292392" y="204190"/>
                  </a:lnTo>
                  <a:lnTo>
                    <a:pt x="292392" y="247827"/>
                  </a:lnTo>
                  <a:lnTo>
                    <a:pt x="404545" y="247827"/>
                  </a:lnTo>
                  <a:lnTo>
                    <a:pt x="404545" y="204190"/>
                  </a:lnTo>
                  <a:close/>
                </a:path>
                <a:path w="405129" h="1677670">
                  <a:moveTo>
                    <a:pt x="404545" y="102095"/>
                  </a:moveTo>
                  <a:lnTo>
                    <a:pt x="292392" y="102095"/>
                  </a:lnTo>
                  <a:lnTo>
                    <a:pt x="292392" y="145745"/>
                  </a:lnTo>
                  <a:lnTo>
                    <a:pt x="404545" y="145745"/>
                  </a:lnTo>
                  <a:lnTo>
                    <a:pt x="404545" y="102095"/>
                  </a:lnTo>
                  <a:close/>
                </a:path>
                <a:path w="405129" h="1677670">
                  <a:moveTo>
                    <a:pt x="404545" y="0"/>
                  </a:moveTo>
                  <a:lnTo>
                    <a:pt x="292392" y="0"/>
                  </a:lnTo>
                  <a:lnTo>
                    <a:pt x="292392" y="43637"/>
                  </a:lnTo>
                  <a:lnTo>
                    <a:pt x="404545" y="43637"/>
                  </a:lnTo>
                  <a:lnTo>
                    <a:pt x="404545" y="0"/>
                  </a:lnTo>
                  <a:close/>
                </a:path>
              </a:pathLst>
            </a:custGeom>
            <a:solidFill>
              <a:srgbClr val="2E45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5029835" y="3118567"/>
              <a:ext cx="246379" cy="2073910"/>
            </a:xfrm>
            <a:custGeom>
              <a:avLst/>
              <a:gdLst/>
              <a:ahLst/>
              <a:cxnLst/>
              <a:rect l="l" t="t" r="r" b="b"/>
              <a:pathLst>
                <a:path w="246379" h="2073910">
                  <a:moveTo>
                    <a:pt x="246303" y="187960"/>
                  </a:moveTo>
                  <a:lnTo>
                    <a:pt x="170040" y="187960"/>
                  </a:lnTo>
                  <a:lnTo>
                    <a:pt x="170040" y="109220"/>
                  </a:lnTo>
                  <a:lnTo>
                    <a:pt x="133604" y="109220"/>
                  </a:lnTo>
                  <a:lnTo>
                    <a:pt x="133604" y="0"/>
                  </a:lnTo>
                  <a:lnTo>
                    <a:pt x="0" y="0"/>
                  </a:lnTo>
                  <a:lnTo>
                    <a:pt x="0" y="109220"/>
                  </a:lnTo>
                  <a:lnTo>
                    <a:pt x="0" y="187960"/>
                  </a:lnTo>
                  <a:lnTo>
                    <a:pt x="0" y="2073910"/>
                  </a:lnTo>
                  <a:lnTo>
                    <a:pt x="246303" y="2073910"/>
                  </a:lnTo>
                  <a:lnTo>
                    <a:pt x="246303" y="187960"/>
                  </a:lnTo>
                  <a:close/>
                </a:path>
              </a:pathLst>
            </a:custGeom>
            <a:solidFill>
              <a:srgbClr val="A6D7D2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 descr=""/>
          <p:cNvSpPr/>
          <p:nvPr/>
        </p:nvSpPr>
        <p:spPr>
          <a:xfrm>
            <a:off x="5029840" y="2921707"/>
            <a:ext cx="36195" cy="196850"/>
          </a:xfrm>
          <a:custGeom>
            <a:avLst/>
            <a:gdLst/>
            <a:ahLst/>
            <a:cxnLst/>
            <a:rect l="l" t="t" r="r" b="b"/>
            <a:pathLst>
              <a:path w="36195" h="196850">
                <a:moveTo>
                  <a:pt x="0" y="196849"/>
                </a:moveTo>
                <a:lnTo>
                  <a:pt x="35810" y="196849"/>
                </a:lnTo>
                <a:lnTo>
                  <a:pt x="35810" y="0"/>
                </a:lnTo>
                <a:lnTo>
                  <a:pt x="0" y="0"/>
                </a:lnTo>
                <a:lnTo>
                  <a:pt x="0" y="196849"/>
                </a:lnTo>
                <a:close/>
              </a:path>
            </a:pathLst>
          </a:custGeom>
          <a:solidFill>
            <a:srgbClr val="A6D7D2">
              <a:alpha val="59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1" name="object 61" descr=""/>
          <p:cNvGrpSpPr/>
          <p:nvPr/>
        </p:nvGrpSpPr>
        <p:grpSpPr>
          <a:xfrm>
            <a:off x="5225201" y="4111948"/>
            <a:ext cx="613410" cy="1080770"/>
            <a:chOff x="5225201" y="4111948"/>
            <a:chExt cx="613410" cy="1080770"/>
          </a:xfrm>
        </p:grpSpPr>
        <p:sp>
          <p:nvSpPr>
            <p:cNvPr id="62" name="object 62" descr=""/>
            <p:cNvSpPr/>
            <p:nvPr/>
          </p:nvSpPr>
          <p:spPr>
            <a:xfrm>
              <a:off x="5225199" y="4111948"/>
              <a:ext cx="613410" cy="1080770"/>
            </a:xfrm>
            <a:custGeom>
              <a:avLst/>
              <a:gdLst/>
              <a:ahLst/>
              <a:cxnLst/>
              <a:rect l="l" t="t" r="r" b="b"/>
              <a:pathLst>
                <a:path w="613410" h="1080770">
                  <a:moveTo>
                    <a:pt x="612902" y="137477"/>
                  </a:moveTo>
                  <a:lnTo>
                    <a:pt x="349288" y="137477"/>
                  </a:lnTo>
                  <a:lnTo>
                    <a:pt x="349288" y="0"/>
                  </a:lnTo>
                  <a:lnTo>
                    <a:pt x="118618" y="0"/>
                  </a:lnTo>
                  <a:lnTo>
                    <a:pt x="118618" y="137477"/>
                  </a:lnTo>
                  <a:lnTo>
                    <a:pt x="0" y="137477"/>
                  </a:lnTo>
                  <a:lnTo>
                    <a:pt x="0" y="1080376"/>
                  </a:lnTo>
                  <a:lnTo>
                    <a:pt x="612902" y="1080376"/>
                  </a:lnTo>
                  <a:lnTo>
                    <a:pt x="612902" y="137477"/>
                  </a:lnTo>
                  <a:close/>
                </a:path>
              </a:pathLst>
            </a:custGeom>
            <a:solidFill>
              <a:srgbClr val="1DA2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5495391" y="4111948"/>
              <a:ext cx="342900" cy="1080770"/>
            </a:xfrm>
            <a:custGeom>
              <a:avLst/>
              <a:gdLst/>
              <a:ahLst/>
              <a:cxnLst/>
              <a:rect l="l" t="t" r="r" b="b"/>
              <a:pathLst>
                <a:path w="342900" h="1080770">
                  <a:moveTo>
                    <a:pt x="79095" y="0"/>
                  </a:moveTo>
                  <a:lnTo>
                    <a:pt x="0" y="0"/>
                  </a:lnTo>
                  <a:lnTo>
                    <a:pt x="0" y="137477"/>
                  </a:lnTo>
                  <a:lnTo>
                    <a:pt x="79095" y="137477"/>
                  </a:lnTo>
                  <a:lnTo>
                    <a:pt x="79095" y="0"/>
                  </a:lnTo>
                  <a:close/>
                </a:path>
                <a:path w="342900" h="1080770">
                  <a:moveTo>
                    <a:pt x="342709" y="137477"/>
                  </a:moveTo>
                  <a:lnTo>
                    <a:pt x="144995" y="137477"/>
                  </a:lnTo>
                  <a:lnTo>
                    <a:pt x="144995" y="1080376"/>
                  </a:lnTo>
                  <a:lnTo>
                    <a:pt x="342709" y="1080376"/>
                  </a:lnTo>
                  <a:lnTo>
                    <a:pt x="342709" y="137477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5277916" y="4294815"/>
              <a:ext cx="518795" cy="822960"/>
            </a:xfrm>
            <a:custGeom>
              <a:avLst/>
              <a:gdLst/>
              <a:ahLst/>
              <a:cxnLst/>
              <a:rect l="l" t="t" r="r" b="b"/>
              <a:pathLst>
                <a:path w="518795" h="822960">
                  <a:moveTo>
                    <a:pt x="296570" y="717702"/>
                  </a:moveTo>
                  <a:lnTo>
                    <a:pt x="0" y="717702"/>
                  </a:lnTo>
                  <a:lnTo>
                    <a:pt x="0" y="797483"/>
                  </a:lnTo>
                  <a:lnTo>
                    <a:pt x="296570" y="797483"/>
                  </a:lnTo>
                  <a:lnTo>
                    <a:pt x="296570" y="717702"/>
                  </a:lnTo>
                  <a:close/>
                </a:path>
                <a:path w="518795" h="822960">
                  <a:moveTo>
                    <a:pt x="296570" y="574167"/>
                  </a:moveTo>
                  <a:lnTo>
                    <a:pt x="0" y="574167"/>
                  </a:lnTo>
                  <a:lnTo>
                    <a:pt x="0" y="653948"/>
                  </a:lnTo>
                  <a:lnTo>
                    <a:pt x="296570" y="653948"/>
                  </a:lnTo>
                  <a:lnTo>
                    <a:pt x="296570" y="574167"/>
                  </a:lnTo>
                  <a:close/>
                </a:path>
                <a:path w="518795" h="822960">
                  <a:moveTo>
                    <a:pt x="296570" y="430618"/>
                  </a:moveTo>
                  <a:lnTo>
                    <a:pt x="0" y="430618"/>
                  </a:lnTo>
                  <a:lnTo>
                    <a:pt x="0" y="510400"/>
                  </a:lnTo>
                  <a:lnTo>
                    <a:pt x="296570" y="510400"/>
                  </a:lnTo>
                  <a:lnTo>
                    <a:pt x="296570" y="430618"/>
                  </a:lnTo>
                  <a:close/>
                </a:path>
                <a:path w="518795" h="822960">
                  <a:moveTo>
                    <a:pt x="296570" y="287083"/>
                  </a:moveTo>
                  <a:lnTo>
                    <a:pt x="0" y="287083"/>
                  </a:lnTo>
                  <a:lnTo>
                    <a:pt x="0" y="366864"/>
                  </a:lnTo>
                  <a:lnTo>
                    <a:pt x="296570" y="366864"/>
                  </a:lnTo>
                  <a:lnTo>
                    <a:pt x="296570" y="287083"/>
                  </a:lnTo>
                  <a:close/>
                </a:path>
                <a:path w="518795" h="822960">
                  <a:moveTo>
                    <a:pt x="296570" y="143548"/>
                  </a:moveTo>
                  <a:lnTo>
                    <a:pt x="0" y="143548"/>
                  </a:lnTo>
                  <a:lnTo>
                    <a:pt x="0" y="223329"/>
                  </a:lnTo>
                  <a:lnTo>
                    <a:pt x="296570" y="223329"/>
                  </a:lnTo>
                  <a:lnTo>
                    <a:pt x="296570" y="143548"/>
                  </a:lnTo>
                  <a:close/>
                </a:path>
                <a:path w="518795" h="822960">
                  <a:moveTo>
                    <a:pt x="296570" y="0"/>
                  </a:moveTo>
                  <a:lnTo>
                    <a:pt x="0" y="0"/>
                  </a:lnTo>
                  <a:lnTo>
                    <a:pt x="0" y="79794"/>
                  </a:lnTo>
                  <a:lnTo>
                    <a:pt x="296570" y="79794"/>
                  </a:lnTo>
                  <a:lnTo>
                    <a:pt x="296570" y="0"/>
                  </a:lnTo>
                  <a:close/>
                </a:path>
                <a:path w="518795" h="822960">
                  <a:moveTo>
                    <a:pt x="518731" y="789889"/>
                  </a:moveTo>
                  <a:lnTo>
                    <a:pt x="389128" y="789889"/>
                  </a:lnTo>
                  <a:lnTo>
                    <a:pt x="389128" y="822350"/>
                  </a:lnTo>
                  <a:lnTo>
                    <a:pt x="518731" y="822350"/>
                  </a:lnTo>
                  <a:lnTo>
                    <a:pt x="518731" y="789889"/>
                  </a:lnTo>
                  <a:close/>
                </a:path>
                <a:path w="518795" h="822960">
                  <a:moveTo>
                    <a:pt x="518731" y="725830"/>
                  </a:moveTo>
                  <a:lnTo>
                    <a:pt x="389128" y="725830"/>
                  </a:lnTo>
                  <a:lnTo>
                    <a:pt x="389128" y="758304"/>
                  </a:lnTo>
                  <a:lnTo>
                    <a:pt x="518731" y="758304"/>
                  </a:lnTo>
                  <a:lnTo>
                    <a:pt x="518731" y="725830"/>
                  </a:lnTo>
                  <a:close/>
                </a:path>
                <a:path w="518795" h="822960">
                  <a:moveTo>
                    <a:pt x="518731" y="661797"/>
                  </a:moveTo>
                  <a:lnTo>
                    <a:pt x="389128" y="661797"/>
                  </a:lnTo>
                  <a:lnTo>
                    <a:pt x="389128" y="694258"/>
                  </a:lnTo>
                  <a:lnTo>
                    <a:pt x="518731" y="694258"/>
                  </a:lnTo>
                  <a:lnTo>
                    <a:pt x="518731" y="661797"/>
                  </a:lnTo>
                  <a:close/>
                </a:path>
                <a:path w="518795" h="822960">
                  <a:moveTo>
                    <a:pt x="518731" y="597738"/>
                  </a:moveTo>
                  <a:lnTo>
                    <a:pt x="389128" y="597738"/>
                  </a:lnTo>
                  <a:lnTo>
                    <a:pt x="389128" y="630212"/>
                  </a:lnTo>
                  <a:lnTo>
                    <a:pt x="518731" y="630212"/>
                  </a:lnTo>
                  <a:lnTo>
                    <a:pt x="518731" y="597738"/>
                  </a:lnTo>
                  <a:close/>
                </a:path>
                <a:path w="518795" h="822960">
                  <a:moveTo>
                    <a:pt x="518731" y="533704"/>
                  </a:moveTo>
                  <a:lnTo>
                    <a:pt x="389128" y="533704"/>
                  </a:lnTo>
                  <a:lnTo>
                    <a:pt x="389128" y="566178"/>
                  </a:lnTo>
                  <a:lnTo>
                    <a:pt x="518731" y="566178"/>
                  </a:lnTo>
                  <a:lnTo>
                    <a:pt x="518731" y="533704"/>
                  </a:lnTo>
                  <a:close/>
                </a:path>
                <a:path w="518795" h="822960">
                  <a:moveTo>
                    <a:pt x="518731" y="469646"/>
                  </a:moveTo>
                  <a:lnTo>
                    <a:pt x="389128" y="469646"/>
                  </a:lnTo>
                  <a:lnTo>
                    <a:pt x="389128" y="502119"/>
                  </a:lnTo>
                  <a:lnTo>
                    <a:pt x="518731" y="502119"/>
                  </a:lnTo>
                  <a:lnTo>
                    <a:pt x="518731" y="469646"/>
                  </a:lnTo>
                  <a:close/>
                </a:path>
                <a:path w="518795" h="822960">
                  <a:moveTo>
                    <a:pt x="518731" y="405599"/>
                  </a:moveTo>
                  <a:lnTo>
                    <a:pt x="389128" y="405599"/>
                  </a:lnTo>
                  <a:lnTo>
                    <a:pt x="389128" y="438073"/>
                  </a:lnTo>
                  <a:lnTo>
                    <a:pt x="518731" y="438073"/>
                  </a:lnTo>
                  <a:lnTo>
                    <a:pt x="518731" y="405599"/>
                  </a:lnTo>
                  <a:close/>
                </a:path>
                <a:path w="518795" h="822960">
                  <a:moveTo>
                    <a:pt x="518731" y="341566"/>
                  </a:moveTo>
                  <a:lnTo>
                    <a:pt x="389128" y="341566"/>
                  </a:lnTo>
                  <a:lnTo>
                    <a:pt x="389128" y="374027"/>
                  </a:lnTo>
                  <a:lnTo>
                    <a:pt x="518731" y="374027"/>
                  </a:lnTo>
                  <a:lnTo>
                    <a:pt x="518731" y="341566"/>
                  </a:lnTo>
                  <a:close/>
                </a:path>
                <a:path w="518795" h="822960">
                  <a:moveTo>
                    <a:pt x="518731" y="277507"/>
                  </a:moveTo>
                  <a:lnTo>
                    <a:pt x="389128" y="277507"/>
                  </a:lnTo>
                  <a:lnTo>
                    <a:pt x="389128" y="309981"/>
                  </a:lnTo>
                  <a:lnTo>
                    <a:pt x="518731" y="309981"/>
                  </a:lnTo>
                  <a:lnTo>
                    <a:pt x="518731" y="277507"/>
                  </a:lnTo>
                  <a:close/>
                </a:path>
                <a:path w="518795" h="822960">
                  <a:moveTo>
                    <a:pt x="518731" y="213474"/>
                  </a:moveTo>
                  <a:lnTo>
                    <a:pt x="389128" y="213474"/>
                  </a:lnTo>
                  <a:lnTo>
                    <a:pt x="389128" y="245935"/>
                  </a:lnTo>
                  <a:lnTo>
                    <a:pt x="518731" y="245935"/>
                  </a:lnTo>
                  <a:lnTo>
                    <a:pt x="518731" y="213474"/>
                  </a:lnTo>
                  <a:close/>
                </a:path>
                <a:path w="518795" h="822960">
                  <a:moveTo>
                    <a:pt x="518731" y="149415"/>
                  </a:moveTo>
                  <a:lnTo>
                    <a:pt x="389128" y="149415"/>
                  </a:lnTo>
                  <a:lnTo>
                    <a:pt x="389128" y="181889"/>
                  </a:lnTo>
                  <a:lnTo>
                    <a:pt x="518731" y="181889"/>
                  </a:lnTo>
                  <a:lnTo>
                    <a:pt x="518731" y="149415"/>
                  </a:lnTo>
                  <a:close/>
                </a:path>
                <a:path w="518795" h="822960">
                  <a:moveTo>
                    <a:pt x="518731" y="85382"/>
                  </a:moveTo>
                  <a:lnTo>
                    <a:pt x="389128" y="85382"/>
                  </a:lnTo>
                  <a:lnTo>
                    <a:pt x="389128" y="117856"/>
                  </a:lnTo>
                  <a:lnTo>
                    <a:pt x="518731" y="117856"/>
                  </a:lnTo>
                  <a:lnTo>
                    <a:pt x="518731" y="85382"/>
                  </a:lnTo>
                  <a:close/>
                </a:path>
                <a:path w="518795" h="822960">
                  <a:moveTo>
                    <a:pt x="518731" y="21336"/>
                  </a:moveTo>
                  <a:lnTo>
                    <a:pt x="389128" y="21336"/>
                  </a:lnTo>
                  <a:lnTo>
                    <a:pt x="389128" y="53797"/>
                  </a:lnTo>
                  <a:lnTo>
                    <a:pt x="518731" y="53797"/>
                  </a:lnTo>
                  <a:lnTo>
                    <a:pt x="518731" y="21336"/>
                  </a:lnTo>
                  <a:close/>
                </a:path>
              </a:pathLst>
            </a:custGeom>
            <a:solidFill>
              <a:srgbClr val="2B346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5" name="object 65" descr=""/>
          <p:cNvGrpSpPr/>
          <p:nvPr/>
        </p:nvGrpSpPr>
        <p:grpSpPr>
          <a:xfrm>
            <a:off x="12423904" y="3975805"/>
            <a:ext cx="773430" cy="1229360"/>
            <a:chOff x="12423904" y="3975805"/>
            <a:chExt cx="773430" cy="1229360"/>
          </a:xfrm>
        </p:grpSpPr>
        <p:sp>
          <p:nvSpPr>
            <p:cNvPr id="66" name="object 66" descr=""/>
            <p:cNvSpPr/>
            <p:nvPr/>
          </p:nvSpPr>
          <p:spPr>
            <a:xfrm>
              <a:off x="12423904" y="3975805"/>
              <a:ext cx="773430" cy="1229360"/>
            </a:xfrm>
            <a:custGeom>
              <a:avLst/>
              <a:gdLst/>
              <a:ahLst/>
              <a:cxnLst/>
              <a:rect l="l" t="t" r="r" b="b"/>
              <a:pathLst>
                <a:path w="773430" h="1229360">
                  <a:moveTo>
                    <a:pt x="773264" y="0"/>
                  </a:moveTo>
                  <a:lnTo>
                    <a:pt x="0" y="0"/>
                  </a:lnTo>
                  <a:lnTo>
                    <a:pt x="0" y="1229041"/>
                  </a:lnTo>
                  <a:lnTo>
                    <a:pt x="773264" y="1229041"/>
                  </a:lnTo>
                  <a:lnTo>
                    <a:pt x="773264" y="0"/>
                  </a:lnTo>
                  <a:close/>
                </a:path>
              </a:pathLst>
            </a:custGeom>
            <a:solidFill>
              <a:srgbClr val="1DA2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12423904" y="3975805"/>
              <a:ext cx="249554" cy="1229360"/>
            </a:xfrm>
            <a:custGeom>
              <a:avLst/>
              <a:gdLst/>
              <a:ahLst/>
              <a:cxnLst/>
              <a:rect l="l" t="t" r="r" b="b"/>
              <a:pathLst>
                <a:path w="249554" h="1229360">
                  <a:moveTo>
                    <a:pt x="249437" y="0"/>
                  </a:moveTo>
                  <a:lnTo>
                    <a:pt x="0" y="0"/>
                  </a:lnTo>
                  <a:lnTo>
                    <a:pt x="0" y="1229041"/>
                  </a:lnTo>
                  <a:lnTo>
                    <a:pt x="249437" y="1229041"/>
                  </a:lnTo>
                  <a:lnTo>
                    <a:pt x="2494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12728994" y="4049172"/>
              <a:ext cx="99060" cy="478790"/>
            </a:xfrm>
            <a:custGeom>
              <a:avLst/>
              <a:gdLst/>
              <a:ahLst/>
              <a:cxnLst/>
              <a:rect l="l" t="t" r="r" b="b"/>
              <a:pathLst>
                <a:path w="99059" h="478789">
                  <a:moveTo>
                    <a:pt x="98793" y="374205"/>
                  </a:moveTo>
                  <a:lnTo>
                    <a:pt x="0" y="374205"/>
                  </a:lnTo>
                  <a:lnTo>
                    <a:pt x="0" y="478205"/>
                  </a:lnTo>
                  <a:lnTo>
                    <a:pt x="98793" y="478205"/>
                  </a:lnTo>
                  <a:lnTo>
                    <a:pt x="98793" y="374205"/>
                  </a:lnTo>
                  <a:close/>
                </a:path>
                <a:path w="99059" h="478789">
                  <a:moveTo>
                    <a:pt x="98793" y="187096"/>
                  </a:moveTo>
                  <a:lnTo>
                    <a:pt x="0" y="187096"/>
                  </a:lnTo>
                  <a:lnTo>
                    <a:pt x="0" y="291109"/>
                  </a:lnTo>
                  <a:lnTo>
                    <a:pt x="98793" y="291109"/>
                  </a:lnTo>
                  <a:lnTo>
                    <a:pt x="98793" y="187096"/>
                  </a:lnTo>
                  <a:close/>
                </a:path>
                <a:path w="99059" h="478789">
                  <a:moveTo>
                    <a:pt x="98793" y="0"/>
                  </a:moveTo>
                  <a:lnTo>
                    <a:pt x="0" y="0"/>
                  </a:lnTo>
                  <a:lnTo>
                    <a:pt x="0" y="104000"/>
                  </a:lnTo>
                  <a:lnTo>
                    <a:pt x="98793" y="104000"/>
                  </a:lnTo>
                  <a:lnTo>
                    <a:pt x="98793" y="0"/>
                  </a:lnTo>
                  <a:close/>
                </a:path>
              </a:pathLst>
            </a:custGeom>
            <a:solidFill>
              <a:srgbClr val="2B34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12729005" y="4610467"/>
              <a:ext cx="99060" cy="104139"/>
            </a:xfrm>
            <a:custGeom>
              <a:avLst/>
              <a:gdLst/>
              <a:ahLst/>
              <a:cxnLst/>
              <a:rect l="l" t="t" r="r" b="b"/>
              <a:pathLst>
                <a:path w="99059" h="104139">
                  <a:moveTo>
                    <a:pt x="98792" y="0"/>
                  </a:moveTo>
                  <a:lnTo>
                    <a:pt x="0" y="0"/>
                  </a:lnTo>
                  <a:lnTo>
                    <a:pt x="0" y="103996"/>
                  </a:lnTo>
                  <a:lnTo>
                    <a:pt x="98792" y="103996"/>
                  </a:lnTo>
                  <a:lnTo>
                    <a:pt x="98792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12728994" y="4049172"/>
              <a:ext cx="257175" cy="1039494"/>
            </a:xfrm>
            <a:custGeom>
              <a:avLst/>
              <a:gdLst/>
              <a:ahLst/>
              <a:cxnLst/>
              <a:rect l="l" t="t" r="r" b="b"/>
              <a:pathLst>
                <a:path w="257175" h="1039495">
                  <a:moveTo>
                    <a:pt x="98793" y="935482"/>
                  </a:moveTo>
                  <a:lnTo>
                    <a:pt x="0" y="935482"/>
                  </a:lnTo>
                  <a:lnTo>
                    <a:pt x="0" y="1039495"/>
                  </a:lnTo>
                  <a:lnTo>
                    <a:pt x="98793" y="1039495"/>
                  </a:lnTo>
                  <a:lnTo>
                    <a:pt x="98793" y="935482"/>
                  </a:lnTo>
                  <a:close/>
                </a:path>
                <a:path w="257175" h="1039495">
                  <a:moveTo>
                    <a:pt x="98793" y="748398"/>
                  </a:moveTo>
                  <a:lnTo>
                    <a:pt x="0" y="748398"/>
                  </a:lnTo>
                  <a:lnTo>
                    <a:pt x="0" y="852398"/>
                  </a:lnTo>
                  <a:lnTo>
                    <a:pt x="98793" y="852398"/>
                  </a:lnTo>
                  <a:lnTo>
                    <a:pt x="98793" y="748398"/>
                  </a:lnTo>
                  <a:close/>
                </a:path>
                <a:path w="257175" h="1039495">
                  <a:moveTo>
                    <a:pt x="256819" y="0"/>
                  </a:moveTo>
                  <a:lnTo>
                    <a:pt x="158026" y="0"/>
                  </a:lnTo>
                  <a:lnTo>
                    <a:pt x="158026" y="104000"/>
                  </a:lnTo>
                  <a:lnTo>
                    <a:pt x="256819" y="104000"/>
                  </a:lnTo>
                  <a:lnTo>
                    <a:pt x="256819" y="0"/>
                  </a:lnTo>
                  <a:close/>
                </a:path>
              </a:pathLst>
            </a:custGeom>
            <a:solidFill>
              <a:srgbClr val="2B34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12887021" y="4236269"/>
              <a:ext cx="99060" cy="104139"/>
            </a:xfrm>
            <a:custGeom>
              <a:avLst/>
              <a:gdLst/>
              <a:ahLst/>
              <a:cxnLst/>
              <a:rect l="l" t="t" r="r" b="b"/>
              <a:pathLst>
                <a:path w="99059" h="104139">
                  <a:moveTo>
                    <a:pt x="98792" y="0"/>
                  </a:moveTo>
                  <a:lnTo>
                    <a:pt x="0" y="0"/>
                  </a:lnTo>
                  <a:lnTo>
                    <a:pt x="0" y="104007"/>
                  </a:lnTo>
                  <a:lnTo>
                    <a:pt x="98792" y="104007"/>
                  </a:lnTo>
                  <a:lnTo>
                    <a:pt x="98792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12887020" y="4049172"/>
              <a:ext cx="257175" cy="1039494"/>
            </a:xfrm>
            <a:custGeom>
              <a:avLst/>
              <a:gdLst/>
              <a:ahLst/>
              <a:cxnLst/>
              <a:rect l="l" t="t" r="r" b="b"/>
              <a:pathLst>
                <a:path w="257175" h="1039495">
                  <a:moveTo>
                    <a:pt x="98793" y="935482"/>
                  </a:moveTo>
                  <a:lnTo>
                    <a:pt x="0" y="935482"/>
                  </a:lnTo>
                  <a:lnTo>
                    <a:pt x="0" y="1039495"/>
                  </a:lnTo>
                  <a:lnTo>
                    <a:pt x="98793" y="1039495"/>
                  </a:lnTo>
                  <a:lnTo>
                    <a:pt x="98793" y="935482"/>
                  </a:lnTo>
                  <a:close/>
                </a:path>
                <a:path w="257175" h="1039495">
                  <a:moveTo>
                    <a:pt x="98793" y="748398"/>
                  </a:moveTo>
                  <a:lnTo>
                    <a:pt x="0" y="748398"/>
                  </a:lnTo>
                  <a:lnTo>
                    <a:pt x="0" y="852398"/>
                  </a:lnTo>
                  <a:lnTo>
                    <a:pt x="98793" y="852398"/>
                  </a:lnTo>
                  <a:lnTo>
                    <a:pt x="98793" y="748398"/>
                  </a:lnTo>
                  <a:close/>
                </a:path>
                <a:path w="257175" h="1039495">
                  <a:moveTo>
                    <a:pt x="98793" y="561301"/>
                  </a:moveTo>
                  <a:lnTo>
                    <a:pt x="0" y="561301"/>
                  </a:lnTo>
                  <a:lnTo>
                    <a:pt x="0" y="665302"/>
                  </a:lnTo>
                  <a:lnTo>
                    <a:pt x="98793" y="665302"/>
                  </a:lnTo>
                  <a:lnTo>
                    <a:pt x="98793" y="561301"/>
                  </a:lnTo>
                  <a:close/>
                </a:path>
                <a:path w="257175" h="1039495">
                  <a:moveTo>
                    <a:pt x="98793" y="374205"/>
                  </a:moveTo>
                  <a:lnTo>
                    <a:pt x="0" y="374205"/>
                  </a:lnTo>
                  <a:lnTo>
                    <a:pt x="0" y="478205"/>
                  </a:lnTo>
                  <a:lnTo>
                    <a:pt x="98793" y="478205"/>
                  </a:lnTo>
                  <a:lnTo>
                    <a:pt x="98793" y="374205"/>
                  </a:lnTo>
                  <a:close/>
                </a:path>
                <a:path w="257175" h="1039495">
                  <a:moveTo>
                    <a:pt x="256806" y="748398"/>
                  </a:moveTo>
                  <a:lnTo>
                    <a:pt x="158013" y="748398"/>
                  </a:lnTo>
                  <a:lnTo>
                    <a:pt x="158013" y="852398"/>
                  </a:lnTo>
                  <a:lnTo>
                    <a:pt x="256806" y="852398"/>
                  </a:lnTo>
                  <a:lnTo>
                    <a:pt x="256806" y="748398"/>
                  </a:lnTo>
                  <a:close/>
                </a:path>
                <a:path w="257175" h="1039495">
                  <a:moveTo>
                    <a:pt x="256806" y="561301"/>
                  </a:moveTo>
                  <a:lnTo>
                    <a:pt x="158013" y="561301"/>
                  </a:lnTo>
                  <a:lnTo>
                    <a:pt x="158013" y="665302"/>
                  </a:lnTo>
                  <a:lnTo>
                    <a:pt x="256806" y="665302"/>
                  </a:lnTo>
                  <a:lnTo>
                    <a:pt x="256806" y="561301"/>
                  </a:lnTo>
                  <a:close/>
                </a:path>
                <a:path w="257175" h="1039495">
                  <a:moveTo>
                    <a:pt x="256806" y="374205"/>
                  </a:moveTo>
                  <a:lnTo>
                    <a:pt x="158013" y="374205"/>
                  </a:lnTo>
                  <a:lnTo>
                    <a:pt x="158013" y="478205"/>
                  </a:lnTo>
                  <a:lnTo>
                    <a:pt x="256806" y="478205"/>
                  </a:lnTo>
                  <a:lnTo>
                    <a:pt x="256806" y="374205"/>
                  </a:lnTo>
                  <a:close/>
                </a:path>
                <a:path w="257175" h="1039495">
                  <a:moveTo>
                    <a:pt x="256806" y="187096"/>
                  </a:moveTo>
                  <a:lnTo>
                    <a:pt x="158013" y="187096"/>
                  </a:lnTo>
                  <a:lnTo>
                    <a:pt x="158013" y="291109"/>
                  </a:lnTo>
                  <a:lnTo>
                    <a:pt x="256806" y="291109"/>
                  </a:lnTo>
                  <a:lnTo>
                    <a:pt x="256806" y="187096"/>
                  </a:lnTo>
                  <a:close/>
                </a:path>
                <a:path w="257175" h="1039495">
                  <a:moveTo>
                    <a:pt x="256806" y="0"/>
                  </a:moveTo>
                  <a:lnTo>
                    <a:pt x="158013" y="0"/>
                  </a:lnTo>
                  <a:lnTo>
                    <a:pt x="158013" y="104000"/>
                  </a:lnTo>
                  <a:lnTo>
                    <a:pt x="256806" y="104000"/>
                  </a:lnTo>
                  <a:lnTo>
                    <a:pt x="256806" y="0"/>
                  </a:lnTo>
                  <a:close/>
                </a:path>
              </a:pathLst>
            </a:custGeom>
            <a:solidFill>
              <a:srgbClr val="2B34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13045037" y="4984654"/>
              <a:ext cx="99060" cy="104139"/>
            </a:xfrm>
            <a:custGeom>
              <a:avLst/>
              <a:gdLst/>
              <a:ahLst/>
              <a:cxnLst/>
              <a:rect l="l" t="t" r="r" b="b"/>
              <a:pathLst>
                <a:path w="99059" h="104139">
                  <a:moveTo>
                    <a:pt x="98792" y="0"/>
                  </a:moveTo>
                  <a:lnTo>
                    <a:pt x="0" y="0"/>
                  </a:lnTo>
                  <a:lnTo>
                    <a:pt x="0" y="104007"/>
                  </a:lnTo>
                  <a:lnTo>
                    <a:pt x="98792" y="104007"/>
                  </a:lnTo>
                  <a:lnTo>
                    <a:pt x="98792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12476201" y="4062786"/>
              <a:ext cx="163830" cy="1044575"/>
            </a:xfrm>
            <a:custGeom>
              <a:avLst/>
              <a:gdLst/>
              <a:ahLst/>
              <a:cxnLst/>
              <a:rect l="l" t="t" r="r" b="b"/>
              <a:pathLst>
                <a:path w="163829" h="1044575">
                  <a:moveTo>
                    <a:pt x="163512" y="1001763"/>
                  </a:moveTo>
                  <a:lnTo>
                    <a:pt x="0" y="1001763"/>
                  </a:lnTo>
                  <a:lnTo>
                    <a:pt x="0" y="1044092"/>
                  </a:lnTo>
                  <a:lnTo>
                    <a:pt x="163512" y="1044092"/>
                  </a:lnTo>
                  <a:lnTo>
                    <a:pt x="163512" y="1001763"/>
                  </a:lnTo>
                  <a:close/>
                </a:path>
                <a:path w="163829" h="1044575">
                  <a:moveTo>
                    <a:pt x="163512" y="918286"/>
                  </a:moveTo>
                  <a:lnTo>
                    <a:pt x="0" y="918286"/>
                  </a:lnTo>
                  <a:lnTo>
                    <a:pt x="0" y="960615"/>
                  </a:lnTo>
                  <a:lnTo>
                    <a:pt x="163512" y="960615"/>
                  </a:lnTo>
                  <a:lnTo>
                    <a:pt x="163512" y="918286"/>
                  </a:lnTo>
                  <a:close/>
                </a:path>
                <a:path w="163829" h="1044575">
                  <a:moveTo>
                    <a:pt x="163512" y="834809"/>
                  </a:moveTo>
                  <a:lnTo>
                    <a:pt x="0" y="834809"/>
                  </a:lnTo>
                  <a:lnTo>
                    <a:pt x="0" y="877125"/>
                  </a:lnTo>
                  <a:lnTo>
                    <a:pt x="163512" y="877125"/>
                  </a:lnTo>
                  <a:lnTo>
                    <a:pt x="163512" y="834809"/>
                  </a:lnTo>
                  <a:close/>
                </a:path>
                <a:path w="163829" h="1044575">
                  <a:moveTo>
                    <a:pt x="163512" y="751319"/>
                  </a:moveTo>
                  <a:lnTo>
                    <a:pt x="0" y="751319"/>
                  </a:lnTo>
                  <a:lnTo>
                    <a:pt x="0" y="793648"/>
                  </a:lnTo>
                  <a:lnTo>
                    <a:pt x="163512" y="793648"/>
                  </a:lnTo>
                  <a:lnTo>
                    <a:pt x="163512" y="751319"/>
                  </a:lnTo>
                  <a:close/>
                </a:path>
                <a:path w="163829" h="1044575">
                  <a:moveTo>
                    <a:pt x="163512" y="667842"/>
                  </a:moveTo>
                  <a:lnTo>
                    <a:pt x="0" y="667842"/>
                  </a:lnTo>
                  <a:lnTo>
                    <a:pt x="0" y="710158"/>
                  </a:lnTo>
                  <a:lnTo>
                    <a:pt x="163512" y="710158"/>
                  </a:lnTo>
                  <a:lnTo>
                    <a:pt x="163512" y="667842"/>
                  </a:lnTo>
                  <a:close/>
                </a:path>
                <a:path w="163829" h="1044575">
                  <a:moveTo>
                    <a:pt x="163512" y="584365"/>
                  </a:moveTo>
                  <a:lnTo>
                    <a:pt x="0" y="584365"/>
                  </a:lnTo>
                  <a:lnTo>
                    <a:pt x="0" y="626694"/>
                  </a:lnTo>
                  <a:lnTo>
                    <a:pt x="163512" y="626694"/>
                  </a:lnTo>
                  <a:lnTo>
                    <a:pt x="163512" y="584365"/>
                  </a:lnTo>
                  <a:close/>
                </a:path>
                <a:path w="163829" h="1044575">
                  <a:moveTo>
                    <a:pt x="163512" y="500875"/>
                  </a:moveTo>
                  <a:lnTo>
                    <a:pt x="0" y="500875"/>
                  </a:lnTo>
                  <a:lnTo>
                    <a:pt x="0" y="543204"/>
                  </a:lnTo>
                  <a:lnTo>
                    <a:pt x="163512" y="543204"/>
                  </a:lnTo>
                  <a:lnTo>
                    <a:pt x="163512" y="500875"/>
                  </a:lnTo>
                  <a:close/>
                </a:path>
                <a:path w="163829" h="1044575">
                  <a:moveTo>
                    <a:pt x="163512" y="417398"/>
                  </a:moveTo>
                  <a:lnTo>
                    <a:pt x="0" y="417398"/>
                  </a:lnTo>
                  <a:lnTo>
                    <a:pt x="0" y="459714"/>
                  </a:lnTo>
                  <a:lnTo>
                    <a:pt x="163512" y="459714"/>
                  </a:lnTo>
                  <a:lnTo>
                    <a:pt x="163512" y="417398"/>
                  </a:lnTo>
                  <a:close/>
                </a:path>
                <a:path w="163829" h="1044575">
                  <a:moveTo>
                    <a:pt x="163512" y="333908"/>
                  </a:moveTo>
                  <a:lnTo>
                    <a:pt x="0" y="333908"/>
                  </a:lnTo>
                  <a:lnTo>
                    <a:pt x="0" y="376237"/>
                  </a:lnTo>
                  <a:lnTo>
                    <a:pt x="163512" y="376237"/>
                  </a:lnTo>
                  <a:lnTo>
                    <a:pt x="163512" y="333908"/>
                  </a:lnTo>
                  <a:close/>
                </a:path>
                <a:path w="163829" h="1044575">
                  <a:moveTo>
                    <a:pt x="163512" y="250444"/>
                  </a:moveTo>
                  <a:lnTo>
                    <a:pt x="0" y="250444"/>
                  </a:lnTo>
                  <a:lnTo>
                    <a:pt x="0" y="292760"/>
                  </a:lnTo>
                  <a:lnTo>
                    <a:pt x="163512" y="292760"/>
                  </a:lnTo>
                  <a:lnTo>
                    <a:pt x="163512" y="250444"/>
                  </a:lnTo>
                  <a:close/>
                </a:path>
                <a:path w="163829" h="1044575">
                  <a:moveTo>
                    <a:pt x="163512" y="166954"/>
                  </a:moveTo>
                  <a:lnTo>
                    <a:pt x="0" y="166954"/>
                  </a:lnTo>
                  <a:lnTo>
                    <a:pt x="0" y="209283"/>
                  </a:lnTo>
                  <a:lnTo>
                    <a:pt x="163512" y="209283"/>
                  </a:lnTo>
                  <a:lnTo>
                    <a:pt x="163512" y="166954"/>
                  </a:lnTo>
                  <a:close/>
                </a:path>
                <a:path w="163829" h="1044575">
                  <a:moveTo>
                    <a:pt x="163512" y="83464"/>
                  </a:moveTo>
                  <a:lnTo>
                    <a:pt x="0" y="83464"/>
                  </a:lnTo>
                  <a:lnTo>
                    <a:pt x="0" y="125793"/>
                  </a:lnTo>
                  <a:lnTo>
                    <a:pt x="163512" y="125793"/>
                  </a:lnTo>
                  <a:lnTo>
                    <a:pt x="163512" y="83464"/>
                  </a:lnTo>
                  <a:close/>
                </a:path>
                <a:path w="163829" h="1044575">
                  <a:moveTo>
                    <a:pt x="163512" y="0"/>
                  </a:moveTo>
                  <a:lnTo>
                    <a:pt x="0" y="0"/>
                  </a:lnTo>
                  <a:lnTo>
                    <a:pt x="0" y="42316"/>
                  </a:lnTo>
                  <a:lnTo>
                    <a:pt x="163512" y="42316"/>
                  </a:lnTo>
                  <a:lnTo>
                    <a:pt x="163512" y="0"/>
                  </a:lnTo>
                  <a:close/>
                </a:path>
              </a:pathLst>
            </a:custGeom>
            <a:solidFill>
              <a:srgbClr val="2B346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5" name="object 75" descr=""/>
          <p:cNvGrpSpPr/>
          <p:nvPr/>
        </p:nvGrpSpPr>
        <p:grpSpPr>
          <a:xfrm>
            <a:off x="7878398" y="2866111"/>
            <a:ext cx="1280160" cy="2336165"/>
            <a:chOff x="7878398" y="2866111"/>
            <a:chExt cx="1280160" cy="2336165"/>
          </a:xfrm>
        </p:grpSpPr>
        <p:sp>
          <p:nvSpPr>
            <p:cNvPr id="76" name="object 76" descr=""/>
            <p:cNvSpPr/>
            <p:nvPr/>
          </p:nvSpPr>
          <p:spPr>
            <a:xfrm>
              <a:off x="8044530" y="2866111"/>
              <a:ext cx="538480" cy="55244"/>
            </a:xfrm>
            <a:custGeom>
              <a:avLst/>
              <a:gdLst/>
              <a:ahLst/>
              <a:cxnLst/>
              <a:rect l="l" t="t" r="r" b="b"/>
              <a:pathLst>
                <a:path w="538479" h="55244">
                  <a:moveTo>
                    <a:pt x="538203" y="0"/>
                  </a:moveTo>
                  <a:lnTo>
                    <a:pt x="0" y="0"/>
                  </a:lnTo>
                  <a:lnTo>
                    <a:pt x="0" y="54982"/>
                  </a:lnTo>
                  <a:lnTo>
                    <a:pt x="538203" y="54982"/>
                  </a:lnTo>
                  <a:lnTo>
                    <a:pt x="538203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7878398" y="2921094"/>
              <a:ext cx="1280160" cy="2281555"/>
            </a:xfrm>
            <a:custGeom>
              <a:avLst/>
              <a:gdLst/>
              <a:ahLst/>
              <a:cxnLst/>
              <a:rect l="l" t="t" r="r" b="b"/>
              <a:pathLst>
                <a:path w="1280159" h="2281554">
                  <a:moveTo>
                    <a:pt x="1279615" y="0"/>
                  </a:moveTo>
                  <a:lnTo>
                    <a:pt x="0" y="0"/>
                  </a:lnTo>
                  <a:lnTo>
                    <a:pt x="0" y="2281030"/>
                  </a:lnTo>
                  <a:lnTo>
                    <a:pt x="1279615" y="2281030"/>
                  </a:lnTo>
                  <a:lnTo>
                    <a:pt x="1279615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7878398" y="2921083"/>
              <a:ext cx="1280160" cy="228600"/>
            </a:xfrm>
            <a:custGeom>
              <a:avLst/>
              <a:gdLst/>
              <a:ahLst/>
              <a:cxnLst/>
              <a:rect l="l" t="t" r="r" b="b"/>
              <a:pathLst>
                <a:path w="1280159" h="228600">
                  <a:moveTo>
                    <a:pt x="1279615" y="0"/>
                  </a:moveTo>
                  <a:lnTo>
                    <a:pt x="0" y="0"/>
                  </a:lnTo>
                  <a:lnTo>
                    <a:pt x="0" y="228589"/>
                  </a:lnTo>
                  <a:lnTo>
                    <a:pt x="1279615" y="228589"/>
                  </a:lnTo>
                  <a:lnTo>
                    <a:pt x="1279615" y="0"/>
                  </a:lnTo>
                  <a:close/>
                </a:path>
              </a:pathLst>
            </a:custGeom>
            <a:solidFill>
              <a:srgbClr val="FAE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7934566" y="2998272"/>
              <a:ext cx="1175385" cy="2204085"/>
            </a:xfrm>
            <a:custGeom>
              <a:avLst/>
              <a:gdLst/>
              <a:ahLst/>
              <a:cxnLst/>
              <a:rect l="l" t="t" r="r" b="b"/>
              <a:pathLst>
                <a:path w="1175384" h="2204085">
                  <a:moveTo>
                    <a:pt x="1174788" y="785520"/>
                  </a:moveTo>
                  <a:lnTo>
                    <a:pt x="1093762" y="785520"/>
                  </a:lnTo>
                  <a:lnTo>
                    <a:pt x="989596" y="785520"/>
                  </a:lnTo>
                  <a:lnTo>
                    <a:pt x="0" y="785520"/>
                  </a:lnTo>
                  <a:lnTo>
                    <a:pt x="0" y="820432"/>
                  </a:lnTo>
                  <a:lnTo>
                    <a:pt x="989596" y="820432"/>
                  </a:lnTo>
                  <a:lnTo>
                    <a:pt x="989596" y="872807"/>
                  </a:lnTo>
                  <a:lnTo>
                    <a:pt x="0" y="872807"/>
                  </a:lnTo>
                  <a:lnTo>
                    <a:pt x="0" y="907719"/>
                  </a:lnTo>
                  <a:lnTo>
                    <a:pt x="989596" y="907719"/>
                  </a:lnTo>
                  <a:lnTo>
                    <a:pt x="989596" y="960081"/>
                  </a:lnTo>
                  <a:lnTo>
                    <a:pt x="0" y="960081"/>
                  </a:lnTo>
                  <a:lnTo>
                    <a:pt x="0" y="994994"/>
                  </a:lnTo>
                  <a:lnTo>
                    <a:pt x="989596" y="994994"/>
                  </a:lnTo>
                  <a:lnTo>
                    <a:pt x="989596" y="1047369"/>
                  </a:lnTo>
                  <a:lnTo>
                    <a:pt x="0" y="1047369"/>
                  </a:lnTo>
                  <a:lnTo>
                    <a:pt x="0" y="1082281"/>
                  </a:lnTo>
                  <a:lnTo>
                    <a:pt x="989596" y="1082281"/>
                  </a:lnTo>
                  <a:lnTo>
                    <a:pt x="989596" y="1134643"/>
                  </a:lnTo>
                  <a:lnTo>
                    <a:pt x="0" y="1134643"/>
                  </a:lnTo>
                  <a:lnTo>
                    <a:pt x="0" y="1169555"/>
                  </a:lnTo>
                  <a:lnTo>
                    <a:pt x="989596" y="1169555"/>
                  </a:lnTo>
                  <a:lnTo>
                    <a:pt x="989596" y="1221930"/>
                  </a:lnTo>
                  <a:lnTo>
                    <a:pt x="0" y="1221930"/>
                  </a:lnTo>
                  <a:lnTo>
                    <a:pt x="0" y="1256842"/>
                  </a:lnTo>
                  <a:lnTo>
                    <a:pt x="989596" y="1256842"/>
                  </a:lnTo>
                  <a:lnTo>
                    <a:pt x="989596" y="1309204"/>
                  </a:lnTo>
                  <a:lnTo>
                    <a:pt x="0" y="1309204"/>
                  </a:lnTo>
                  <a:lnTo>
                    <a:pt x="0" y="1344117"/>
                  </a:lnTo>
                  <a:lnTo>
                    <a:pt x="989596" y="1344117"/>
                  </a:lnTo>
                  <a:lnTo>
                    <a:pt x="989596" y="1396492"/>
                  </a:lnTo>
                  <a:lnTo>
                    <a:pt x="0" y="1396492"/>
                  </a:lnTo>
                  <a:lnTo>
                    <a:pt x="0" y="1431404"/>
                  </a:lnTo>
                  <a:lnTo>
                    <a:pt x="989596" y="1431404"/>
                  </a:lnTo>
                  <a:lnTo>
                    <a:pt x="989596" y="1483766"/>
                  </a:lnTo>
                  <a:lnTo>
                    <a:pt x="0" y="1483766"/>
                  </a:lnTo>
                  <a:lnTo>
                    <a:pt x="0" y="1518678"/>
                  </a:lnTo>
                  <a:lnTo>
                    <a:pt x="989596" y="1518678"/>
                  </a:lnTo>
                  <a:lnTo>
                    <a:pt x="989596" y="1571053"/>
                  </a:lnTo>
                  <a:lnTo>
                    <a:pt x="0" y="1571053"/>
                  </a:lnTo>
                  <a:lnTo>
                    <a:pt x="0" y="1605953"/>
                  </a:lnTo>
                  <a:lnTo>
                    <a:pt x="989596" y="1605953"/>
                  </a:lnTo>
                  <a:lnTo>
                    <a:pt x="989596" y="1658327"/>
                  </a:lnTo>
                  <a:lnTo>
                    <a:pt x="0" y="1658327"/>
                  </a:lnTo>
                  <a:lnTo>
                    <a:pt x="0" y="1693240"/>
                  </a:lnTo>
                  <a:lnTo>
                    <a:pt x="989596" y="1693240"/>
                  </a:lnTo>
                  <a:lnTo>
                    <a:pt x="989596" y="1745615"/>
                  </a:lnTo>
                  <a:lnTo>
                    <a:pt x="0" y="1745615"/>
                  </a:lnTo>
                  <a:lnTo>
                    <a:pt x="0" y="1780514"/>
                  </a:lnTo>
                  <a:lnTo>
                    <a:pt x="989596" y="1780514"/>
                  </a:lnTo>
                  <a:lnTo>
                    <a:pt x="989596" y="1832889"/>
                  </a:lnTo>
                  <a:lnTo>
                    <a:pt x="0" y="1832889"/>
                  </a:lnTo>
                  <a:lnTo>
                    <a:pt x="0" y="1867801"/>
                  </a:lnTo>
                  <a:lnTo>
                    <a:pt x="989596" y="1867801"/>
                  </a:lnTo>
                  <a:lnTo>
                    <a:pt x="989596" y="1920163"/>
                  </a:lnTo>
                  <a:lnTo>
                    <a:pt x="0" y="1920163"/>
                  </a:lnTo>
                  <a:lnTo>
                    <a:pt x="0" y="1955076"/>
                  </a:lnTo>
                  <a:lnTo>
                    <a:pt x="989596" y="1955076"/>
                  </a:lnTo>
                  <a:lnTo>
                    <a:pt x="989596" y="2007450"/>
                  </a:lnTo>
                  <a:lnTo>
                    <a:pt x="0" y="2007450"/>
                  </a:lnTo>
                  <a:lnTo>
                    <a:pt x="0" y="2042363"/>
                  </a:lnTo>
                  <a:lnTo>
                    <a:pt x="989596" y="2042363"/>
                  </a:lnTo>
                  <a:lnTo>
                    <a:pt x="989596" y="2094725"/>
                  </a:lnTo>
                  <a:lnTo>
                    <a:pt x="0" y="2094725"/>
                  </a:lnTo>
                  <a:lnTo>
                    <a:pt x="0" y="2129637"/>
                  </a:lnTo>
                  <a:lnTo>
                    <a:pt x="989596" y="2129637"/>
                  </a:lnTo>
                  <a:lnTo>
                    <a:pt x="989596" y="2203856"/>
                  </a:lnTo>
                  <a:lnTo>
                    <a:pt x="1093762" y="2203856"/>
                  </a:lnTo>
                  <a:lnTo>
                    <a:pt x="1093762" y="2129637"/>
                  </a:lnTo>
                  <a:lnTo>
                    <a:pt x="1174788" y="2129637"/>
                  </a:lnTo>
                  <a:lnTo>
                    <a:pt x="1174788" y="2094725"/>
                  </a:lnTo>
                  <a:lnTo>
                    <a:pt x="1093762" y="2094725"/>
                  </a:lnTo>
                  <a:lnTo>
                    <a:pt x="1093762" y="2042363"/>
                  </a:lnTo>
                  <a:lnTo>
                    <a:pt x="1174788" y="2042363"/>
                  </a:lnTo>
                  <a:lnTo>
                    <a:pt x="1174788" y="2007450"/>
                  </a:lnTo>
                  <a:lnTo>
                    <a:pt x="1093762" y="2007450"/>
                  </a:lnTo>
                  <a:lnTo>
                    <a:pt x="1093762" y="1955076"/>
                  </a:lnTo>
                  <a:lnTo>
                    <a:pt x="1174788" y="1955076"/>
                  </a:lnTo>
                  <a:lnTo>
                    <a:pt x="1174788" y="1920163"/>
                  </a:lnTo>
                  <a:lnTo>
                    <a:pt x="1093762" y="1920163"/>
                  </a:lnTo>
                  <a:lnTo>
                    <a:pt x="1093762" y="1867801"/>
                  </a:lnTo>
                  <a:lnTo>
                    <a:pt x="1174788" y="1867801"/>
                  </a:lnTo>
                  <a:lnTo>
                    <a:pt x="1174788" y="1832889"/>
                  </a:lnTo>
                  <a:lnTo>
                    <a:pt x="1093762" y="1832889"/>
                  </a:lnTo>
                  <a:lnTo>
                    <a:pt x="1093762" y="1780514"/>
                  </a:lnTo>
                  <a:lnTo>
                    <a:pt x="1174788" y="1780514"/>
                  </a:lnTo>
                  <a:lnTo>
                    <a:pt x="1174788" y="1745615"/>
                  </a:lnTo>
                  <a:lnTo>
                    <a:pt x="1093762" y="1745615"/>
                  </a:lnTo>
                  <a:lnTo>
                    <a:pt x="1093762" y="1693240"/>
                  </a:lnTo>
                  <a:lnTo>
                    <a:pt x="1174788" y="1693240"/>
                  </a:lnTo>
                  <a:lnTo>
                    <a:pt x="1174788" y="1658327"/>
                  </a:lnTo>
                  <a:lnTo>
                    <a:pt x="1093762" y="1658327"/>
                  </a:lnTo>
                  <a:lnTo>
                    <a:pt x="1093762" y="1605953"/>
                  </a:lnTo>
                  <a:lnTo>
                    <a:pt x="1174788" y="1605953"/>
                  </a:lnTo>
                  <a:lnTo>
                    <a:pt x="1174788" y="1571053"/>
                  </a:lnTo>
                  <a:lnTo>
                    <a:pt x="1093762" y="1571053"/>
                  </a:lnTo>
                  <a:lnTo>
                    <a:pt x="1093762" y="1518678"/>
                  </a:lnTo>
                  <a:lnTo>
                    <a:pt x="1174788" y="1518678"/>
                  </a:lnTo>
                  <a:lnTo>
                    <a:pt x="1174788" y="1483766"/>
                  </a:lnTo>
                  <a:lnTo>
                    <a:pt x="1093762" y="1483766"/>
                  </a:lnTo>
                  <a:lnTo>
                    <a:pt x="1093762" y="1431404"/>
                  </a:lnTo>
                  <a:lnTo>
                    <a:pt x="1174788" y="1431404"/>
                  </a:lnTo>
                  <a:lnTo>
                    <a:pt x="1174788" y="1396492"/>
                  </a:lnTo>
                  <a:lnTo>
                    <a:pt x="1093762" y="1396492"/>
                  </a:lnTo>
                  <a:lnTo>
                    <a:pt x="1093762" y="1344117"/>
                  </a:lnTo>
                  <a:lnTo>
                    <a:pt x="1174788" y="1344117"/>
                  </a:lnTo>
                  <a:lnTo>
                    <a:pt x="1174788" y="1309204"/>
                  </a:lnTo>
                  <a:lnTo>
                    <a:pt x="1093762" y="1309204"/>
                  </a:lnTo>
                  <a:lnTo>
                    <a:pt x="1093762" y="1256842"/>
                  </a:lnTo>
                  <a:lnTo>
                    <a:pt x="1174788" y="1256842"/>
                  </a:lnTo>
                  <a:lnTo>
                    <a:pt x="1174788" y="1221930"/>
                  </a:lnTo>
                  <a:lnTo>
                    <a:pt x="1093762" y="1221930"/>
                  </a:lnTo>
                  <a:lnTo>
                    <a:pt x="1093762" y="1169555"/>
                  </a:lnTo>
                  <a:lnTo>
                    <a:pt x="1174788" y="1169555"/>
                  </a:lnTo>
                  <a:lnTo>
                    <a:pt x="1174788" y="1134643"/>
                  </a:lnTo>
                  <a:lnTo>
                    <a:pt x="1093762" y="1134643"/>
                  </a:lnTo>
                  <a:lnTo>
                    <a:pt x="1093762" y="1082281"/>
                  </a:lnTo>
                  <a:lnTo>
                    <a:pt x="1174788" y="1082281"/>
                  </a:lnTo>
                  <a:lnTo>
                    <a:pt x="1174788" y="1047369"/>
                  </a:lnTo>
                  <a:lnTo>
                    <a:pt x="1093762" y="1047369"/>
                  </a:lnTo>
                  <a:lnTo>
                    <a:pt x="1093762" y="994994"/>
                  </a:lnTo>
                  <a:lnTo>
                    <a:pt x="1174788" y="994994"/>
                  </a:lnTo>
                  <a:lnTo>
                    <a:pt x="1174788" y="960081"/>
                  </a:lnTo>
                  <a:lnTo>
                    <a:pt x="1093762" y="960081"/>
                  </a:lnTo>
                  <a:lnTo>
                    <a:pt x="1093762" y="907719"/>
                  </a:lnTo>
                  <a:lnTo>
                    <a:pt x="1174788" y="907719"/>
                  </a:lnTo>
                  <a:lnTo>
                    <a:pt x="1174788" y="872807"/>
                  </a:lnTo>
                  <a:lnTo>
                    <a:pt x="1093762" y="872807"/>
                  </a:lnTo>
                  <a:lnTo>
                    <a:pt x="1093762" y="820432"/>
                  </a:lnTo>
                  <a:lnTo>
                    <a:pt x="1174788" y="820432"/>
                  </a:lnTo>
                  <a:lnTo>
                    <a:pt x="1174788" y="785520"/>
                  </a:lnTo>
                  <a:close/>
                </a:path>
                <a:path w="1175384" h="2204085">
                  <a:moveTo>
                    <a:pt x="1174788" y="698233"/>
                  </a:moveTo>
                  <a:lnTo>
                    <a:pt x="0" y="698233"/>
                  </a:lnTo>
                  <a:lnTo>
                    <a:pt x="0" y="733145"/>
                  </a:lnTo>
                  <a:lnTo>
                    <a:pt x="1174788" y="733145"/>
                  </a:lnTo>
                  <a:lnTo>
                    <a:pt x="1174788" y="698233"/>
                  </a:lnTo>
                  <a:close/>
                </a:path>
                <a:path w="1175384" h="2204085">
                  <a:moveTo>
                    <a:pt x="1174788" y="610958"/>
                  </a:moveTo>
                  <a:lnTo>
                    <a:pt x="0" y="610958"/>
                  </a:lnTo>
                  <a:lnTo>
                    <a:pt x="0" y="645871"/>
                  </a:lnTo>
                  <a:lnTo>
                    <a:pt x="1174788" y="645871"/>
                  </a:lnTo>
                  <a:lnTo>
                    <a:pt x="1174788" y="610958"/>
                  </a:lnTo>
                  <a:close/>
                </a:path>
                <a:path w="1175384" h="2204085">
                  <a:moveTo>
                    <a:pt x="1174788" y="523671"/>
                  </a:moveTo>
                  <a:lnTo>
                    <a:pt x="0" y="523671"/>
                  </a:lnTo>
                  <a:lnTo>
                    <a:pt x="0" y="558584"/>
                  </a:lnTo>
                  <a:lnTo>
                    <a:pt x="1174788" y="558584"/>
                  </a:lnTo>
                  <a:lnTo>
                    <a:pt x="1174788" y="523671"/>
                  </a:lnTo>
                  <a:close/>
                </a:path>
                <a:path w="1175384" h="2204085">
                  <a:moveTo>
                    <a:pt x="1174788" y="436397"/>
                  </a:moveTo>
                  <a:lnTo>
                    <a:pt x="0" y="436397"/>
                  </a:lnTo>
                  <a:lnTo>
                    <a:pt x="0" y="471309"/>
                  </a:lnTo>
                  <a:lnTo>
                    <a:pt x="1174788" y="471309"/>
                  </a:lnTo>
                  <a:lnTo>
                    <a:pt x="1174788" y="436397"/>
                  </a:lnTo>
                  <a:close/>
                </a:path>
                <a:path w="1175384" h="2204085">
                  <a:moveTo>
                    <a:pt x="1174788" y="349123"/>
                  </a:moveTo>
                  <a:lnTo>
                    <a:pt x="0" y="349123"/>
                  </a:lnTo>
                  <a:lnTo>
                    <a:pt x="0" y="384022"/>
                  </a:lnTo>
                  <a:lnTo>
                    <a:pt x="1174788" y="384022"/>
                  </a:lnTo>
                  <a:lnTo>
                    <a:pt x="1174788" y="349123"/>
                  </a:lnTo>
                  <a:close/>
                </a:path>
                <a:path w="1175384" h="2204085">
                  <a:moveTo>
                    <a:pt x="1174788" y="261848"/>
                  </a:moveTo>
                  <a:lnTo>
                    <a:pt x="0" y="261848"/>
                  </a:lnTo>
                  <a:lnTo>
                    <a:pt x="0" y="296748"/>
                  </a:lnTo>
                  <a:lnTo>
                    <a:pt x="1174788" y="296748"/>
                  </a:lnTo>
                  <a:lnTo>
                    <a:pt x="1174788" y="261848"/>
                  </a:lnTo>
                  <a:close/>
                </a:path>
                <a:path w="1175384" h="2204085">
                  <a:moveTo>
                    <a:pt x="1174788" y="174561"/>
                  </a:moveTo>
                  <a:lnTo>
                    <a:pt x="0" y="174561"/>
                  </a:lnTo>
                  <a:lnTo>
                    <a:pt x="0" y="209473"/>
                  </a:lnTo>
                  <a:lnTo>
                    <a:pt x="1174788" y="209473"/>
                  </a:lnTo>
                  <a:lnTo>
                    <a:pt x="1174788" y="174561"/>
                  </a:lnTo>
                  <a:close/>
                </a:path>
                <a:path w="1175384" h="2204085">
                  <a:moveTo>
                    <a:pt x="1174788" y="87287"/>
                  </a:moveTo>
                  <a:lnTo>
                    <a:pt x="0" y="87287"/>
                  </a:lnTo>
                  <a:lnTo>
                    <a:pt x="0" y="122186"/>
                  </a:lnTo>
                  <a:lnTo>
                    <a:pt x="1174788" y="122186"/>
                  </a:lnTo>
                  <a:lnTo>
                    <a:pt x="1174788" y="87287"/>
                  </a:lnTo>
                  <a:close/>
                </a:path>
                <a:path w="1175384" h="2204085">
                  <a:moveTo>
                    <a:pt x="1174788" y="0"/>
                  </a:moveTo>
                  <a:lnTo>
                    <a:pt x="0" y="0"/>
                  </a:lnTo>
                  <a:lnTo>
                    <a:pt x="0" y="34912"/>
                  </a:lnTo>
                  <a:lnTo>
                    <a:pt x="1174788" y="34912"/>
                  </a:lnTo>
                  <a:lnTo>
                    <a:pt x="1174788" y="0"/>
                  </a:lnTo>
                  <a:close/>
                </a:path>
              </a:pathLst>
            </a:custGeom>
            <a:solidFill>
              <a:srgbClr val="424979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8044530" y="4444241"/>
              <a:ext cx="335915" cy="758190"/>
            </a:xfrm>
            <a:custGeom>
              <a:avLst/>
              <a:gdLst/>
              <a:ahLst/>
              <a:cxnLst/>
              <a:rect l="l" t="t" r="r" b="b"/>
              <a:pathLst>
                <a:path w="335915" h="758189">
                  <a:moveTo>
                    <a:pt x="335654" y="0"/>
                  </a:moveTo>
                  <a:lnTo>
                    <a:pt x="0" y="0"/>
                  </a:lnTo>
                  <a:lnTo>
                    <a:pt x="0" y="757882"/>
                  </a:lnTo>
                  <a:lnTo>
                    <a:pt x="335654" y="757882"/>
                  </a:lnTo>
                  <a:lnTo>
                    <a:pt x="335654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8090814" y="2921094"/>
              <a:ext cx="1067435" cy="2281555"/>
            </a:xfrm>
            <a:custGeom>
              <a:avLst/>
              <a:gdLst/>
              <a:ahLst/>
              <a:cxnLst/>
              <a:rect l="l" t="t" r="r" b="b"/>
              <a:pathLst>
                <a:path w="1067434" h="2281554">
                  <a:moveTo>
                    <a:pt x="30391" y="2049716"/>
                  </a:moveTo>
                  <a:lnTo>
                    <a:pt x="0" y="2049716"/>
                  </a:lnTo>
                  <a:lnTo>
                    <a:pt x="0" y="2172678"/>
                  </a:lnTo>
                  <a:lnTo>
                    <a:pt x="30391" y="2172678"/>
                  </a:lnTo>
                  <a:lnTo>
                    <a:pt x="30391" y="2049716"/>
                  </a:lnTo>
                  <a:close/>
                </a:path>
                <a:path w="1067434" h="2281554">
                  <a:moveTo>
                    <a:pt x="30391" y="1892604"/>
                  </a:moveTo>
                  <a:lnTo>
                    <a:pt x="0" y="1892604"/>
                  </a:lnTo>
                  <a:lnTo>
                    <a:pt x="0" y="2015566"/>
                  </a:lnTo>
                  <a:lnTo>
                    <a:pt x="30391" y="2015566"/>
                  </a:lnTo>
                  <a:lnTo>
                    <a:pt x="30391" y="1892604"/>
                  </a:lnTo>
                  <a:close/>
                </a:path>
                <a:path w="1067434" h="2281554">
                  <a:moveTo>
                    <a:pt x="30391" y="1735505"/>
                  </a:moveTo>
                  <a:lnTo>
                    <a:pt x="0" y="1735505"/>
                  </a:lnTo>
                  <a:lnTo>
                    <a:pt x="0" y="1858467"/>
                  </a:lnTo>
                  <a:lnTo>
                    <a:pt x="30391" y="1858467"/>
                  </a:lnTo>
                  <a:lnTo>
                    <a:pt x="30391" y="1735505"/>
                  </a:lnTo>
                  <a:close/>
                </a:path>
                <a:path w="1067434" h="2281554">
                  <a:moveTo>
                    <a:pt x="30391" y="1578394"/>
                  </a:moveTo>
                  <a:lnTo>
                    <a:pt x="0" y="1578394"/>
                  </a:lnTo>
                  <a:lnTo>
                    <a:pt x="0" y="1701355"/>
                  </a:lnTo>
                  <a:lnTo>
                    <a:pt x="30391" y="1701355"/>
                  </a:lnTo>
                  <a:lnTo>
                    <a:pt x="30391" y="1578394"/>
                  </a:lnTo>
                  <a:close/>
                </a:path>
                <a:path w="1067434" h="2281554">
                  <a:moveTo>
                    <a:pt x="101282" y="2049716"/>
                  </a:moveTo>
                  <a:lnTo>
                    <a:pt x="70904" y="2049716"/>
                  </a:lnTo>
                  <a:lnTo>
                    <a:pt x="70904" y="2172678"/>
                  </a:lnTo>
                  <a:lnTo>
                    <a:pt x="101282" y="2172678"/>
                  </a:lnTo>
                  <a:lnTo>
                    <a:pt x="101282" y="2049716"/>
                  </a:lnTo>
                  <a:close/>
                </a:path>
                <a:path w="1067434" h="2281554">
                  <a:moveTo>
                    <a:pt x="101282" y="1892604"/>
                  </a:moveTo>
                  <a:lnTo>
                    <a:pt x="70904" y="1892604"/>
                  </a:lnTo>
                  <a:lnTo>
                    <a:pt x="70904" y="2015566"/>
                  </a:lnTo>
                  <a:lnTo>
                    <a:pt x="101282" y="2015566"/>
                  </a:lnTo>
                  <a:lnTo>
                    <a:pt x="101282" y="1892604"/>
                  </a:lnTo>
                  <a:close/>
                </a:path>
                <a:path w="1067434" h="2281554">
                  <a:moveTo>
                    <a:pt x="101282" y="1735505"/>
                  </a:moveTo>
                  <a:lnTo>
                    <a:pt x="70904" y="1735505"/>
                  </a:lnTo>
                  <a:lnTo>
                    <a:pt x="70904" y="1858467"/>
                  </a:lnTo>
                  <a:lnTo>
                    <a:pt x="101282" y="1858467"/>
                  </a:lnTo>
                  <a:lnTo>
                    <a:pt x="101282" y="1735505"/>
                  </a:lnTo>
                  <a:close/>
                </a:path>
                <a:path w="1067434" h="2281554">
                  <a:moveTo>
                    <a:pt x="101282" y="1578394"/>
                  </a:moveTo>
                  <a:lnTo>
                    <a:pt x="70904" y="1578394"/>
                  </a:lnTo>
                  <a:lnTo>
                    <a:pt x="70904" y="1701355"/>
                  </a:lnTo>
                  <a:lnTo>
                    <a:pt x="101282" y="1701355"/>
                  </a:lnTo>
                  <a:lnTo>
                    <a:pt x="101282" y="1578394"/>
                  </a:lnTo>
                  <a:close/>
                </a:path>
                <a:path w="1067434" h="2281554">
                  <a:moveTo>
                    <a:pt x="172173" y="2049716"/>
                  </a:moveTo>
                  <a:lnTo>
                    <a:pt x="141782" y="2049716"/>
                  </a:lnTo>
                  <a:lnTo>
                    <a:pt x="141782" y="2172678"/>
                  </a:lnTo>
                  <a:lnTo>
                    <a:pt x="172173" y="2172678"/>
                  </a:lnTo>
                  <a:lnTo>
                    <a:pt x="172173" y="2049716"/>
                  </a:lnTo>
                  <a:close/>
                </a:path>
                <a:path w="1067434" h="2281554">
                  <a:moveTo>
                    <a:pt x="172173" y="1892604"/>
                  </a:moveTo>
                  <a:lnTo>
                    <a:pt x="141782" y="1892604"/>
                  </a:lnTo>
                  <a:lnTo>
                    <a:pt x="141782" y="2015566"/>
                  </a:lnTo>
                  <a:lnTo>
                    <a:pt x="172173" y="2015566"/>
                  </a:lnTo>
                  <a:lnTo>
                    <a:pt x="172173" y="1892604"/>
                  </a:lnTo>
                  <a:close/>
                </a:path>
                <a:path w="1067434" h="2281554">
                  <a:moveTo>
                    <a:pt x="172173" y="1735505"/>
                  </a:moveTo>
                  <a:lnTo>
                    <a:pt x="141782" y="1735505"/>
                  </a:lnTo>
                  <a:lnTo>
                    <a:pt x="141782" y="1858467"/>
                  </a:lnTo>
                  <a:lnTo>
                    <a:pt x="172173" y="1858467"/>
                  </a:lnTo>
                  <a:lnTo>
                    <a:pt x="172173" y="1735505"/>
                  </a:lnTo>
                  <a:close/>
                </a:path>
                <a:path w="1067434" h="2281554">
                  <a:moveTo>
                    <a:pt x="172173" y="1578394"/>
                  </a:moveTo>
                  <a:lnTo>
                    <a:pt x="141782" y="1578394"/>
                  </a:lnTo>
                  <a:lnTo>
                    <a:pt x="141782" y="1701355"/>
                  </a:lnTo>
                  <a:lnTo>
                    <a:pt x="172173" y="1701355"/>
                  </a:lnTo>
                  <a:lnTo>
                    <a:pt x="172173" y="1578394"/>
                  </a:lnTo>
                  <a:close/>
                </a:path>
                <a:path w="1067434" h="2281554">
                  <a:moveTo>
                    <a:pt x="243065" y="2049716"/>
                  </a:moveTo>
                  <a:lnTo>
                    <a:pt x="212674" y="2049716"/>
                  </a:lnTo>
                  <a:lnTo>
                    <a:pt x="212674" y="2172678"/>
                  </a:lnTo>
                  <a:lnTo>
                    <a:pt x="243065" y="2172678"/>
                  </a:lnTo>
                  <a:lnTo>
                    <a:pt x="243065" y="2049716"/>
                  </a:lnTo>
                  <a:close/>
                </a:path>
                <a:path w="1067434" h="2281554">
                  <a:moveTo>
                    <a:pt x="243065" y="1892604"/>
                  </a:moveTo>
                  <a:lnTo>
                    <a:pt x="212674" y="1892604"/>
                  </a:lnTo>
                  <a:lnTo>
                    <a:pt x="212674" y="2015566"/>
                  </a:lnTo>
                  <a:lnTo>
                    <a:pt x="243065" y="2015566"/>
                  </a:lnTo>
                  <a:lnTo>
                    <a:pt x="243065" y="1892604"/>
                  </a:lnTo>
                  <a:close/>
                </a:path>
                <a:path w="1067434" h="2281554">
                  <a:moveTo>
                    <a:pt x="243065" y="1735505"/>
                  </a:moveTo>
                  <a:lnTo>
                    <a:pt x="212674" y="1735505"/>
                  </a:lnTo>
                  <a:lnTo>
                    <a:pt x="212674" y="1858467"/>
                  </a:lnTo>
                  <a:lnTo>
                    <a:pt x="243065" y="1858467"/>
                  </a:lnTo>
                  <a:lnTo>
                    <a:pt x="243065" y="1735505"/>
                  </a:lnTo>
                  <a:close/>
                </a:path>
                <a:path w="1067434" h="2281554">
                  <a:moveTo>
                    <a:pt x="243065" y="1578394"/>
                  </a:moveTo>
                  <a:lnTo>
                    <a:pt x="212674" y="1578394"/>
                  </a:lnTo>
                  <a:lnTo>
                    <a:pt x="212674" y="1701355"/>
                  </a:lnTo>
                  <a:lnTo>
                    <a:pt x="243065" y="1701355"/>
                  </a:lnTo>
                  <a:lnTo>
                    <a:pt x="243065" y="1578394"/>
                  </a:lnTo>
                  <a:close/>
                </a:path>
                <a:path w="1067434" h="2281554">
                  <a:moveTo>
                    <a:pt x="1067193" y="0"/>
                  </a:moveTo>
                  <a:lnTo>
                    <a:pt x="625017" y="0"/>
                  </a:lnTo>
                  <a:lnTo>
                    <a:pt x="625017" y="2281034"/>
                  </a:lnTo>
                  <a:lnTo>
                    <a:pt x="1067193" y="2281034"/>
                  </a:lnTo>
                  <a:lnTo>
                    <a:pt x="1067193" y="0"/>
                  </a:lnTo>
                  <a:close/>
                </a:path>
              </a:pathLst>
            </a:custGeom>
            <a:solidFill>
              <a:srgbClr val="A6D7D2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2" name="object 82" descr=""/>
          <p:cNvGrpSpPr/>
          <p:nvPr/>
        </p:nvGrpSpPr>
        <p:grpSpPr>
          <a:xfrm>
            <a:off x="6007900" y="2445046"/>
            <a:ext cx="1751330" cy="2757170"/>
            <a:chOff x="6007900" y="2445046"/>
            <a:chExt cx="1751330" cy="2757170"/>
          </a:xfrm>
        </p:grpSpPr>
        <p:sp>
          <p:nvSpPr>
            <p:cNvPr id="83" name="object 83" descr=""/>
            <p:cNvSpPr/>
            <p:nvPr/>
          </p:nvSpPr>
          <p:spPr>
            <a:xfrm>
              <a:off x="7300835" y="2482521"/>
              <a:ext cx="458470" cy="2719705"/>
            </a:xfrm>
            <a:custGeom>
              <a:avLst/>
              <a:gdLst/>
              <a:ahLst/>
              <a:cxnLst/>
              <a:rect l="l" t="t" r="r" b="b"/>
              <a:pathLst>
                <a:path w="458470" h="2719704">
                  <a:moveTo>
                    <a:pt x="458048" y="0"/>
                  </a:moveTo>
                  <a:lnTo>
                    <a:pt x="0" y="0"/>
                  </a:lnTo>
                  <a:lnTo>
                    <a:pt x="0" y="2719603"/>
                  </a:lnTo>
                  <a:lnTo>
                    <a:pt x="458048" y="2719603"/>
                  </a:lnTo>
                  <a:lnTo>
                    <a:pt x="458048" y="0"/>
                  </a:lnTo>
                  <a:close/>
                </a:path>
              </a:pathLst>
            </a:custGeom>
            <a:solidFill>
              <a:srgbClr val="2B9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7617307" y="2482521"/>
              <a:ext cx="141605" cy="2719705"/>
            </a:xfrm>
            <a:custGeom>
              <a:avLst/>
              <a:gdLst/>
              <a:ahLst/>
              <a:cxnLst/>
              <a:rect l="l" t="t" r="r" b="b"/>
              <a:pathLst>
                <a:path w="141604" h="2719704">
                  <a:moveTo>
                    <a:pt x="141576" y="0"/>
                  </a:moveTo>
                  <a:lnTo>
                    <a:pt x="0" y="0"/>
                  </a:lnTo>
                  <a:lnTo>
                    <a:pt x="0" y="2719603"/>
                  </a:lnTo>
                  <a:lnTo>
                    <a:pt x="141576" y="2719603"/>
                  </a:lnTo>
                  <a:lnTo>
                    <a:pt x="141576" y="0"/>
                  </a:lnTo>
                  <a:close/>
                </a:path>
              </a:pathLst>
            </a:custGeom>
            <a:solidFill>
              <a:srgbClr val="009E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7346632" y="2578309"/>
              <a:ext cx="208279" cy="2572385"/>
            </a:xfrm>
            <a:custGeom>
              <a:avLst/>
              <a:gdLst/>
              <a:ahLst/>
              <a:cxnLst/>
              <a:rect l="l" t="t" r="r" b="b"/>
              <a:pathLst>
                <a:path w="208279" h="2572385">
                  <a:moveTo>
                    <a:pt x="33312" y="1307833"/>
                  </a:moveTo>
                  <a:lnTo>
                    <a:pt x="0" y="1307833"/>
                  </a:lnTo>
                  <a:lnTo>
                    <a:pt x="0" y="2571851"/>
                  </a:lnTo>
                  <a:lnTo>
                    <a:pt x="33312" y="2571851"/>
                  </a:lnTo>
                  <a:lnTo>
                    <a:pt x="33312" y="1307833"/>
                  </a:lnTo>
                  <a:close/>
                </a:path>
                <a:path w="208279" h="2572385">
                  <a:moveTo>
                    <a:pt x="33312" y="0"/>
                  </a:moveTo>
                  <a:lnTo>
                    <a:pt x="0" y="0"/>
                  </a:lnTo>
                  <a:lnTo>
                    <a:pt x="0" y="1264018"/>
                  </a:lnTo>
                  <a:lnTo>
                    <a:pt x="33312" y="1264018"/>
                  </a:lnTo>
                  <a:lnTo>
                    <a:pt x="33312" y="0"/>
                  </a:lnTo>
                  <a:close/>
                </a:path>
                <a:path w="208279" h="2572385">
                  <a:moveTo>
                    <a:pt x="120751" y="1307833"/>
                  </a:moveTo>
                  <a:lnTo>
                    <a:pt x="87452" y="1307833"/>
                  </a:lnTo>
                  <a:lnTo>
                    <a:pt x="87452" y="2571851"/>
                  </a:lnTo>
                  <a:lnTo>
                    <a:pt x="120751" y="2571851"/>
                  </a:lnTo>
                  <a:lnTo>
                    <a:pt x="120751" y="1307833"/>
                  </a:lnTo>
                  <a:close/>
                </a:path>
                <a:path w="208279" h="2572385">
                  <a:moveTo>
                    <a:pt x="120751" y="0"/>
                  </a:moveTo>
                  <a:lnTo>
                    <a:pt x="87452" y="0"/>
                  </a:lnTo>
                  <a:lnTo>
                    <a:pt x="87452" y="1264018"/>
                  </a:lnTo>
                  <a:lnTo>
                    <a:pt x="120751" y="1264018"/>
                  </a:lnTo>
                  <a:lnTo>
                    <a:pt x="120751" y="0"/>
                  </a:lnTo>
                  <a:close/>
                </a:path>
                <a:path w="208279" h="2572385">
                  <a:moveTo>
                    <a:pt x="208203" y="1307833"/>
                  </a:moveTo>
                  <a:lnTo>
                    <a:pt x="174904" y="1307833"/>
                  </a:lnTo>
                  <a:lnTo>
                    <a:pt x="174904" y="2571851"/>
                  </a:lnTo>
                  <a:lnTo>
                    <a:pt x="208203" y="2571851"/>
                  </a:lnTo>
                  <a:lnTo>
                    <a:pt x="208203" y="1307833"/>
                  </a:lnTo>
                  <a:close/>
                </a:path>
                <a:path w="208279" h="2572385">
                  <a:moveTo>
                    <a:pt x="208203" y="0"/>
                  </a:moveTo>
                  <a:lnTo>
                    <a:pt x="174904" y="0"/>
                  </a:lnTo>
                  <a:lnTo>
                    <a:pt x="174904" y="1264018"/>
                  </a:lnTo>
                  <a:lnTo>
                    <a:pt x="208203" y="1264018"/>
                  </a:lnTo>
                  <a:lnTo>
                    <a:pt x="208203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7617295" y="2624105"/>
              <a:ext cx="141605" cy="2511425"/>
            </a:xfrm>
            <a:custGeom>
              <a:avLst/>
              <a:gdLst/>
              <a:ahLst/>
              <a:cxnLst/>
              <a:rect l="l" t="t" r="r" b="b"/>
              <a:pathLst>
                <a:path w="141604" h="2511425">
                  <a:moveTo>
                    <a:pt x="141579" y="2473464"/>
                  </a:moveTo>
                  <a:lnTo>
                    <a:pt x="0" y="2473464"/>
                  </a:lnTo>
                  <a:lnTo>
                    <a:pt x="0" y="2510942"/>
                  </a:lnTo>
                  <a:lnTo>
                    <a:pt x="141579" y="2510942"/>
                  </a:lnTo>
                  <a:lnTo>
                    <a:pt x="141579" y="2473464"/>
                  </a:lnTo>
                  <a:close/>
                </a:path>
                <a:path w="141604" h="2511425">
                  <a:moveTo>
                    <a:pt x="141579" y="2381847"/>
                  </a:moveTo>
                  <a:lnTo>
                    <a:pt x="0" y="2381847"/>
                  </a:lnTo>
                  <a:lnTo>
                    <a:pt x="0" y="2419324"/>
                  </a:lnTo>
                  <a:lnTo>
                    <a:pt x="141579" y="2419324"/>
                  </a:lnTo>
                  <a:lnTo>
                    <a:pt x="141579" y="2381847"/>
                  </a:lnTo>
                  <a:close/>
                </a:path>
                <a:path w="141604" h="2511425">
                  <a:moveTo>
                    <a:pt x="141579" y="2290241"/>
                  </a:moveTo>
                  <a:lnTo>
                    <a:pt x="0" y="2290241"/>
                  </a:lnTo>
                  <a:lnTo>
                    <a:pt x="0" y="2327719"/>
                  </a:lnTo>
                  <a:lnTo>
                    <a:pt x="141579" y="2327719"/>
                  </a:lnTo>
                  <a:lnTo>
                    <a:pt x="141579" y="2290241"/>
                  </a:lnTo>
                  <a:close/>
                </a:path>
                <a:path w="141604" h="2511425">
                  <a:moveTo>
                    <a:pt x="141579" y="2198636"/>
                  </a:moveTo>
                  <a:lnTo>
                    <a:pt x="0" y="2198636"/>
                  </a:lnTo>
                  <a:lnTo>
                    <a:pt x="0" y="2236114"/>
                  </a:lnTo>
                  <a:lnTo>
                    <a:pt x="141579" y="2236114"/>
                  </a:lnTo>
                  <a:lnTo>
                    <a:pt x="141579" y="2198636"/>
                  </a:lnTo>
                  <a:close/>
                </a:path>
                <a:path w="141604" h="2511425">
                  <a:moveTo>
                    <a:pt x="141579" y="2107019"/>
                  </a:moveTo>
                  <a:lnTo>
                    <a:pt x="0" y="2107019"/>
                  </a:lnTo>
                  <a:lnTo>
                    <a:pt x="0" y="2144496"/>
                  </a:lnTo>
                  <a:lnTo>
                    <a:pt x="141579" y="2144496"/>
                  </a:lnTo>
                  <a:lnTo>
                    <a:pt x="141579" y="2107019"/>
                  </a:lnTo>
                  <a:close/>
                </a:path>
                <a:path w="141604" h="2511425">
                  <a:moveTo>
                    <a:pt x="141579" y="2015413"/>
                  </a:moveTo>
                  <a:lnTo>
                    <a:pt x="0" y="2015413"/>
                  </a:lnTo>
                  <a:lnTo>
                    <a:pt x="0" y="2052891"/>
                  </a:lnTo>
                  <a:lnTo>
                    <a:pt x="141579" y="2052891"/>
                  </a:lnTo>
                  <a:lnTo>
                    <a:pt x="141579" y="2015413"/>
                  </a:lnTo>
                  <a:close/>
                </a:path>
                <a:path w="141604" h="2511425">
                  <a:moveTo>
                    <a:pt x="141579" y="1923808"/>
                  </a:moveTo>
                  <a:lnTo>
                    <a:pt x="0" y="1923808"/>
                  </a:lnTo>
                  <a:lnTo>
                    <a:pt x="0" y="1961273"/>
                  </a:lnTo>
                  <a:lnTo>
                    <a:pt x="141579" y="1961273"/>
                  </a:lnTo>
                  <a:lnTo>
                    <a:pt x="141579" y="1923808"/>
                  </a:lnTo>
                  <a:close/>
                </a:path>
                <a:path w="141604" h="2511425">
                  <a:moveTo>
                    <a:pt x="141579" y="1832190"/>
                  </a:moveTo>
                  <a:lnTo>
                    <a:pt x="0" y="1832190"/>
                  </a:lnTo>
                  <a:lnTo>
                    <a:pt x="0" y="1869668"/>
                  </a:lnTo>
                  <a:lnTo>
                    <a:pt x="141579" y="1869668"/>
                  </a:lnTo>
                  <a:lnTo>
                    <a:pt x="141579" y="1832190"/>
                  </a:lnTo>
                  <a:close/>
                </a:path>
                <a:path w="141604" h="2511425">
                  <a:moveTo>
                    <a:pt x="141579" y="1740585"/>
                  </a:moveTo>
                  <a:lnTo>
                    <a:pt x="0" y="1740585"/>
                  </a:lnTo>
                  <a:lnTo>
                    <a:pt x="0" y="1778063"/>
                  </a:lnTo>
                  <a:lnTo>
                    <a:pt x="141579" y="1778063"/>
                  </a:lnTo>
                  <a:lnTo>
                    <a:pt x="141579" y="1740585"/>
                  </a:lnTo>
                  <a:close/>
                </a:path>
                <a:path w="141604" h="2511425">
                  <a:moveTo>
                    <a:pt x="141579" y="1648980"/>
                  </a:moveTo>
                  <a:lnTo>
                    <a:pt x="0" y="1648980"/>
                  </a:lnTo>
                  <a:lnTo>
                    <a:pt x="0" y="1686445"/>
                  </a:lnTo>
                  <a:lnTo>
                    <a:pt x="141579" y="1686445"/>
                  </a:lnTo>
                  <a:lnTo>
                    <a:pt x="141579" y="1648980"/>
                  </a:lnTo>
                  <a:close/>
                </a:path>
                <a:path w="141604" h="2511425">
                  <a:moveTo>
                    <a:pt x="141579" y="1557362"/>
                  </a:moveTo>
                  <a:lnTo>
                    <a:pt x="0" y="1557362"/>
                  </a:lnTo>
                  <a:lnTo>
                    <a:pt x="0" y="1594840"/>
                  </a:lnTo>
                  <a:lnTo>
                    <a:pt x="141579" y="1594840"/>
                  </a:lnTo>
                  <a:lnTo>
                    <a:pt x="141579" y="1557362"/>
                  </a:lnTo>
                  <a:close/>
                </a:path>
                <a:path w="141604" h="2511425">
                  <a:moveTo>
                    <a:pt x="141579" y="1465757"/>
                  </a:moveTo>
                  <a:lnTo>
                    <a:pt x="0" y="1465757"/>
                  </a:lnTo>
                  <a:lnTo>
                    <a:pt x="0" y="1503235"/>
                  </a:lnTo>
                  <a:lnTo>
                    <a:pt x="141579" y="1503235"/>
                  </a:lnTo>
                  <a:lnTo>
                    <a:pt x="141579" y="1465757"/>
                  </a:lnTo>
                  <a:close/>
                </a:path>
                <a:path w="141604" h="2511425">
                  <a:moveTo>
                    <a:pt x="141579" y="1374140"/>
                  </a:moveTo>
                  <a:lnTo>
                    <a:pt x="0" y="1374140"/>
                  </a:lnTo>
                  <a:lnTo>
                    <a:pt x="0" y="1411617"/>
                  </a:lnTo>
                  <a:lnTo>
                    <a:pt x="141579" y="1411617"/>
                  </a:lnTo>
                  <a:lnTo>
                    <a:pt x="141579" y="1374140"/>
                  </a:lnTo>
                  <a:close/>
                </a:path>
                <a:path w="141604" h="2511425">
                  <a:moveTo>
                    <a:pt x="141579" y="1282534"/>
                  </a:moveTo>
                  <a:lnTo>
                    <a:pt x="0" y="1282534"/>
                  </a:lnTo>
                  <a:lnTo>
                    <a:pt x="0" y="1320012"/>
                  </a:lnTo>
                  <a:lnTo>
                    <a:pt x="141579" y="1320012"/>
                  </a:lnTo>
                  <a:lnTo>
                    <a:pt x="141579" y="1282534"/>
                  </a:lnTo>
                  <a:close/>
                </a:path>
                <a:path w="141604" h="2511425">
                  <a:moveTo>
                    <a:pt x="141579" y="1190929"/>
                  </a:moveTo>
                  <a:lnTo>
                    <a:pt x="0" y="1190929"/>
                  </a:lnTo>
                  <a:lnTo>
                    <a:pt x="0" y="1228394"/>
                  </a:lnTo>
                  <a:lnTo>
                    <a:pt x="141579" y="1228394"/>
                  </a:lnTo>
                  <a:lnTo>
                    <a:pt x="141579" y="1190929"/>
                  </a:lnTo>
                  <a:close/>
                </a:path>
                <a:path w="141604" h="2511425">
                  <a:moveTo>
                    <a:pt x="141579" y="1099312"/>
                  </a:moveTo>
                  <a:lnTo>
                    <a:pt x="0" y="1099312"/>
                  </a:lnTo>
                  <a:lnTo>
                    <a:pt x="0" y="1136789"/>
                  </a:lnTo>
                  <a:lnTo>
                    <a:pt x="141579" y="1136789"/>
                  </a:lnTo>
                  <a:lnTo>
                    <a:pt x="141579" y="1099312"/>
                  </a:lnTo>
                  <a:close/>
                </a:path>
                <a:path w="141604" h="2511425">
                  <a:moveTo>
                    <a:pt x="141579" y="1007706"/>
                  </a:moveTo>
                  <a:lnTo>
                    <a:pt x="0" y="1007706"/>
                  </a:lnTo>
                  <a:lnTo>
                    <a:pt x="0" y="1045184"/>
                  </a:lnTo>
                  <a:lnTo>
                    <a:pt x="141579" y="1045184"/>
                  </a:lnTo>
                  <a:lnTo>
                    <a:pt x="141579" y="1007706"/>
                  </a:lnTo>
                  <a:close/>
                </a:path>
                <a:path w="141604" h="2511425">
                  <a:moveTo>
                    <a:pt x="141579" y="916101"/>
                  </a:moveTo>
                  <a:lnTo>
                    <a:pt x="0" y="916101"/>
                  </a:lnTo>
                  <a:lnTo>
                    <a:pt x="0" y="953566"/>
                  </a:lnTo>
                  <a:lnTo>
                    <a:pt x="141579" y="953566"/>
                  </a:lnTo>
                  <a:lnTo>
                    <a:pt x="141579" y="916101"/>
                  </a:lnTo>
                  <a:close/>
                </a:path>
                <a:path w="141604" h="2511425">
                  <a:moveTo>
                    <a:pt x="141579" y="824484"/>
                  </a:moveTo>
                  <a:lnTo>
                    <a:pt x="0" y="824484"/>
                  </a:lnTo>
                  <a:lnTo>
                    <a:pt x="0" y="861961"/>
                  </a:lnTo>
                  <a:lnTo>
                    <a:pt x="141579" y="861961"/>
                  </a:lnTo>
                  <a:lnTo>
                    <a:pt x="141579" y="824484"/>
                  </a:lnTo>
                  <a:close/>
                </a:path>
                <a:path w="141604" h="2511425">
                  <a:moveTo>
                    <a:pt x="141579" y="732878"/>
                  </a:moveTo>
                  <a:lnTo>
                    <a:pt x="0" y="732878"/>
                  </a:lnTo>
                  <a:lnTo>
                    <a:pt x="0" y="770356"/>
                  </a:lnTo>
                  <a:lnTo>
                    <a:pt x="141579" y="770356"/>
                  </a:lnTo>
                  <a:lnTo>
                    <a:pt x="141579" y="732878"/>
                  </a:lnTo>
                  <a:close/>
                </a:path>
                <a:path w="141604" h="2511425">
                  <a:moveTo>
                    <a:pt x="141579" y="641261"/>
                  </a:moveTo>
                  <a:lnTo>
                    <a:pt x="0" y="641261"/>
                  </a:lnTo>
                  <a:lnTo>
                    <a:pt x="0" y="678738"/>
                  </a:lnTo>
                  <a:lnTo>
                    <a:pt x="141579" y="678738"/>
                  </a:lnTo>
                  <a:lnTo>
                    <a:pt x="141579" y="641261"/>
                  </a:lnTo>
                  <a:close/>
                </a:path>
                <a:path w="141604" h="2511425">
                  <a:moveTo>
                    <a:pt x="141579" y="549656"/>
                  </a:moveTo>
                  <a:lnTo>
                    <a:pt x="0" y="549656"/>
                  </a:lnTo>
                  <a:lnTo>
                    <a:pt x="0" y="587133"/>
                  </a:lnTo>
                  <a:lnTo>
                    <a:pt x="141579" y="587133"/>
                  </a:lnTo>
                  <a:lnTo>
                    <a:pt x="141579" y="549656"/>
                  </a:lnTo>
                  <a:close/>
                </a:path>
                <a:path w="141604" h="2511425">
                  <a:moveTo>
                    <a:pt x="141579" y="458050"/>
                  </a:moveTo>
                  <a:lnTo>
                    <a:pt x="0" y="458050"/>
                  </a:lnTo>
                  <a:lnTo>
                    <a:pt x="0" y="495528"/>
                  </a:lnTo>
                  <a:lnTo>
                    <a:pt x="141579" y="495528"/>
                  </a:lnTo>
                  <a:lnTo>
                    <a:pt x="141579" y="458050"/>
                  </a:lnTo>
                  <a:close/>
                </a:path>
                <a:path w="141604" h="2511425">
                  <a:moveTo>
                    <a:pt x="141579" y="366433"/>
                  </a:moveTo>
                  <a:lnTo>
                    <a:pt x="0" y="366433"/>
                  </a:lnTo>
                  <a:lnTo>
                    <a:pt x="0" y="403910"/>
                  </a:lnTo>
                  <a:lnTo>
                    <a:pt x="141579" y="403910"/>
                  </a:lnTo>
                  <a:lnTo>
                    <a:pt x="141579" y="366433"/>
                  </a:lnTo>
                  <a:close/>
                </a:path>
                <a:path w="141604" h="2511425">
                  <a:moveTo>
                    <a:pt x="141579" y="274828"/>
                  </a:moveTo>
                  <a:lnTo>
                    <a:pt x="0" y="274828"/>
                  </a:lnTo>
                  <a:lnTo>
                    <a:pt x="0" y="312305"/>
                  </a:lnTo>
                  <a:lnTo>
                    <a:pt x="141579" y="312305"/>
                  </a:lnTo>
                  <a:lnTo>
                    <a:pt x="141579" y="274828"/>
                  </a:lnTo>
                  <a:close/>
                </a:path>
                <a:path w="141604" h="2511425">
                  <a:moveTo>
                    <a:pt x="141579" y="183222"/>
                  </a:moveTo>
                  <a:lnTo>
                    <a:pt x="0" y="183222"/>
                  </a:lnTo>
                  <a:lnTo>
                    <a:pt x="0" y="220687"/>
                  </a:lnTo>
                  <a:lnTo>
                    <a:pt x="141579" y="220687"/>
                  </a:lnTo>
                  <a:lnTo>
                    <a:pt x="141579" y="183222"/>
                  </a:lnTo>
                  <a:close/>
                </a:path>
                <a:path w="141604" h="2511425">
                  <a:moveTo>
                    <a:pt x="141579" y="91605"/>
                  </a:moveTo>
                  <a:lnTo>
                    <a:pt x="0" y="91605"/>
                  </a:lnTo>
                  <a:lnTo>
                    <a:pt x="0" y="129082"/>
                  </a:lnTo>
                  <a:lnTo>
                    <a:pt x="141579" y="129082"/>
                  </a:lnTo>
                  <a:lnTo>
                    <a:pt x="141579" y="91605"/>
                  </a:lnTo>
                  <a:close/>
                </a:path>
                <a:path w="141604" h="2511425">
                  <a:moveTo>
                    <a:pt x="141579" y="0"/>
                  </a:moveTo>
                  <a:lnTo>
                    <a:pt x="0" y="0"/>
                  </a:lnTo>
                  <a:lnTo>
                    <a:pt x="0" y="37477"/>
                  </a:lnTo>
                  <a:lnTo>
                    <a:pt x="141579" y="37477"/>
                  </a:lnTo>
                  <a:lnTo>
                    <a:pt x="1415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7400769" y="2445046"/>
              <a:ext cx="287655" cy="38100"/>
            </a:xfrm>
            <a:custGeom>
              <a:avLst/>
              <a:gdLst/>
              <a:ahLst/>
              <a:cxnLst/>
              <a:rect l="l" t="t" r="r" b="b"/>
              <a:pathLst>
                <a:path w="287654" h="38100">
                  <a:moveTo>
                    <a:pt x="287321" y="0"/>
                  </a:moveTo>
                  <a:lnTo>
                    <a:pt x="0" y="0"/>
                  </a:lnTo>
                  <a:lnTo>
                    <a:pt x="0" y="37475"/>
                  </a:lnTo>
                  <a:lnTo>
                    <a:pt x="287321" y="37475"/>
                  </a:lnTo>
                  <a:lnTo>
                    <a:pt x="287321" y="0"/>
                  </a:lnTo>
                  <a:close/>
                </a:path>
              </a:pathLst>
            </a:custGeom>
            <a:solidFill>
              <a:srgbClr val="009E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6007900" y="4090117"/>
              <a:ext cx="1432560" cy="1112520"/>
            </a:xfrm>
            <a:custGeom>
              <a:avLst/>
              <a:gdLst/>
              <a:ahLst/>
              <a:cxnLst/>
              <a:rect l="l" t="t" r="r" b="b"/>
              <a:pathLst>
                <a:path w="1432559" h="1112520">
                  <a:moveTo>
                    <a:pt x="1186751" y="0"/>
                  </a:moveTo>
                  <a:lnTo>
                    <a:pt x="245668" y="0"/>
                  </a:lnTo>
                  <a:lnTo>
                    <a:pt x="245668" y="426834"/>
                  </a:lnTo>
                  <a:lnTo>
                    <a:pt x="1186751" y="426834"/>
                  </a:lnTo>
                  <a:lnTo>
                    <a:pt x="1186751" y="0"/>
                  </a:lnTo>
                  <a:close/>
                </a:path>
                <a:path w="1432559" h="1112520">
                  <a:moveTo>
                    <a:pt x="1432433" y="428028"/>
                  </a:moveTo>
                  <a:lnTo>
                    <a:pt x="0" y="428028"/>
                  </a:lnTo>
                  <a:lnTo>
                    <a:pt x="0" y="1112012"/>
                  </a:lnTo>
                  <a:lnTo>
                    <a:pt x="1432433" y="1112012"/>
                  </a:lnTo>
                  <a:lnTo>
                    <a:pt x="1432433" y="428028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6007900" y="4090129"/>
              <a:ext cx="1432560" cy="512445"/>
            </a:xfrm>
            <a:custGeom>
              <a:avLst/>
              <a:gdLst/>
              <a:ahLst/>
              <a:cxnLst/>
              <a:rect l="l" t="t" r="r" b="b"/>
              <a:pathLst>
                <a:path w="1432559" h="512445">
                  <a:moveTo>
                    <a:pt x="1186751" y="0"/>
                  </a:moveTo>
                  <a:lnTo>
                    <a:pt x="245668" y="0"/>
                  </a:lnTo>
                  <a:lnTo>
                    <a:pt x="245668" y="73837"/>
                  </a:lnTo>
                  <a:lnTo>
                    <a:pt x="1186751" y="73837"/>
                  </a:lnTo>
                  <a:lnTo>
                    <a:pt x="1186751" y="0"/>
                  </a:lnTo>
                  <a:close/>
                </a:path>
                <a:path w="1432559" h="512445">
                  <a:moveTo>
                    <a:pt x="1432433" y="428015"/>
                  </a:moveTo>
                  <a:lnTo>
                    <a:pt x="0" y="428015"/>
                  </a:lnTo>
                  <a:lnTo>
                    <a:pt x="0" y="511822"/>
                  </a:lnTo>
                  <a:lnTo>
                    <a:pt x="1432433" y="511822"/>
                  </a:lnTo>
                  <a:lnTo>
                    <a:pt x="1432433" y="4280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6326467" y="3905954"/>
              <a:ext cx="795655" cy="612775"/>
            </a:xfrm>
            <a:custGeom>
              <a:avLst/>
              <a:gdLst/>
              <a:ahLst/>
              <a:cxnLst/>
              <a:rect l="l" t="t" r="r" b="b"/>
              <a:pathLst>
                <a:path w="795654" h="612775">
                  <a:moveTo>
                    <a:pt x="183515" y="308102"/>
                  </a:moveTo>
                  <a:lnTo>
                    <a:pt x="86156" y="308102"/>
                  </a:lnTo>
                  <a:lnTo>
                    <a:pt x="86156" y="612190"/>
                  </a:lnTo>
                  <a:lnTo>
                    <a:pt x="183515" y="612190"/>
                  </a:lnTo>
                  <a:lnTo>
                    <a:pt x="183515" y="308102"/>
                  </a:lnTo>
                  <a:close/>
                </a:path>
                <a:path w="795654" h="612775">
                  <a:moveTo>
                    <a:pt x="795274" y="0"/>
                  </a:moveTo>
                  <a:lnTo>
                    <a:pt x="0" y="0"/>
                  </a:lnTo>
                  <a:lnTo>
                    <a:pt x="0" y="184188"/>
                  </a:lnTo>
                  <a:lnTo>
                    <a:pt x="795274" y="184188"/>
                  </a:lnTo>
                  <a:lnTo>
                    <a:pt x="795274" y="0"/>
                  </a:lnTo>
                  <a:close/>
                </a:path>
              </a:pathLst>
            </a:custGeom>
            <a:solidFill>
              <a:srgbClr val="2B34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6428371" y="4233449"/>
              <a:ext cx="64769" cy="255904"/>
            </a:xfrm>
            <a:custGeom>
              <a:avLst/>
              <a:gdLst/>
              <a:ahLst/>
              <a:cxnLst/>
              <a:rect l="l" t="t" r="r" b="b"/>
              <a:pathLst>
                <a:path w="64770" h="255904">
                  <a:moveTo>
                    <a:pt x="64427" y="210273"/>
                  </a:moveTo>
                  <a:lnTo>
                    <a:pt x="0" y="210273"/>
                  </a:lnTo>
                  <a:lnTo>
                    <a:pt x="0" y="255828"/>
                  </a:lnTo>
                  <a:lnTo>
                    <a:pt x="64427" y="255828"/>
                  </a:lnTo>
                  <a:lnTo>
                    <a:pt x="64427" y="210273"/>
                  </a:lnTo>
                  <a:close/>
                </a:path>
                <a:path w="64770" h="255904">
                  <a:moveTo>
                    <a:pt x="64427" y="140182"/>
                  </a:moveTo>
                  <a:lnTo>
                    <a:pt x="0" y="140182"/>
                  </a:lnTo>
                  <a:lnTo>
                    <a:pt x="0" y="185737"/>
                  </a:lnTo>
                  <a:lnTo>
                    <a:pt x="64427" y="185737"/>
                  </a:lnTo>
                  <a:lnTo>
                    <a:pt x="64427" y="140182"/>
                  </a:lnTo>
                  <a:close/>
                </a:path>
                <a:path w="64770" h="255904">
                  <a:moveTo>
                    <a:pt x="64427" y="70091"/>
                  </a:moveTo>
                  <a:lnTo>
                    <a:pt x="0" y="70091"/>
                  </a:lnTo>
                  <a:lnTo>
                    <a:pt x="0" y="115658"/>
                  </a:lnTo>
                  <a:lnTo>
                    <a:pt x="64427" y="115658"/>
                  </a:lnTo>
                  <a:lnTo>
                    <a:pt x="64427" y="70091"/>
                  </a:lnTo>
                  <a:close/>
                </a:path>
                <a:path w="64770" h="255904">
                  <a:moveTo>
                    <a:pt x="64427" y="0"/>
                  </a:moveTo>
                  <a:lnTo>
                    <a:pt x="0" y="0"/>
                  </a:lnTo>
                  <a:lnTo>
                    <a:pt x="0" y="45567"/>
                  </a:lnTo>
                  <a:lnTo>
                    <a:pt x="64427" y="45567"/>
                  </a:lnTo>
                  <a:lnTo>
                    <a:pt x="64427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6584438" y="4214049"/>
              <a:ext cx="97790" cy="304165"/>
            </a:xfrm>
            <a:custGeom>
              <a:avLst/>
              <a:gdLst/>
              <a:ahLst/>
              <a:cxnLst/>
              <a:rect l="l" t="t" r="r" b="b"/>
              <a:pathLst>
                <a:path w="97790" h="304164">
                  <a:moveTo>
                    <a:pt x="97358" y="0"/>
                  </a:moveTo>
                  <a:lnTo>
                    <a:pt x="0" y="0"/>
                  </a:lnTo>
                  <a:lnTo>
                    <a:pt x="0" y="304095"/>
                  </a:lnTo>
                  <a:lnTo>
                    <a:pt x="97358" y="304095"/>
                  </a:lnTo>
                  <a:lnTo>
                    <a:pt x="97358" y="0"/>
                  </a:lnTo>
                  <a:close/>
                </a:path>
              </a:pathLst>
            </a:custGeom>
            <a:solidFill>
              <a:srgbClr val="2B34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6600177" y="4233449"/>
              <a:ext cx="64769" cy="255904"/>
            </a:xfrm>
            <a:custGeom>
              <a:avLst/>
              <a:gdLst/>
              <a:ahLst/>
              <a:cxnLst/>
              <a:rect l="l" t="t" r="r" b="b"/>
              <a:pathLst>
                <a:path w="64770" h="255904">
                  <a:moveTo>
                    <a:pt x="64427" y="210273"/>
                  </a:moveTo>
                  <a:lnTo>
                    <a:pt x="0" y="210273"/>
                  </a:lnTo>
                  <a:lnTo>
                    <a:pt x="0" y="255828"/>
                  </a:lnTo>
                  <a:lnTo>
                    <a:pt x="64427" y="255828"/>
                  </a:lnTo>
                  <a:lnTo>
                    <a:pt x="64427" y="210273"/>
                  </a:lnTo>
                  <a:close/>
                </a:path>
                <a:path w="64770" h="255904">
                  <a:moveTo>
                    <a:pt x="64427" y="140182"/>
                  </a:moveTo>
                  <a:lnTo>
                    <a:pt x="0" y="140182"/>
                  </a:lnTo>
                  <a:lnTo>
                    <a:pt x="0" y="185737"/>
                  </a:lnTo>
                  <a:lnTo>
                    <a:pt x="64427" y="185737"/>
                  </a:lnTo>
                  <a:lnTo>
                    <a:pt x="64427" y="140182"/>
                  </a:lnTo>
                  <a:close/>
                </a:path>
                <a:path w="64770" h="255904">
                  <a:moveTo>
                    <a:pt x="64427" y="70091"/>
                  </a:moveTo>
                  <a:lnTo>
                    <a:pt x="0" y="70091"/>
                  </a:lnTo>
                  <a:lnTo>
                    <a:pt x="0" y="115658"/>
                  </a:lnTo>
                  <a:lnTo>
                    <a:pt x="64427" y="115658"/>
                  </a:lnTo>
                  <a:lnTo>
                    <a:pt x="64427" y="70091"/>
                  </a:lnTo>
                  <a:close/>
                </a:path>
                <a:path w="64770" h="255904">
                  <a:moveTo>
                    <a:pt x="64427" y="0"/>
                  </a:moveTo>
                  <a:lnTo>
                    <a:pt x="0" y="0"/>
                  </a:lnTo>
                  <a:lnTo>
                    <a:pt x="0" y="45567"/>
                  </a:lnTo>
                  <a:lnTo>
                    <a:pt x="64427" y="45567"/>
                  </a:lnTo>
                  <a:lnTo>
                    <a:pt x="64427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6756244" y="4214049"/>
              <a:ext cx="97790" cy="304165"/>
            </a:xfrm>
            <a:custGeom>
              <a:avLst/>
              <a:gdLst/>
              <a:ahLst/>
              <a:cxnLst/>
              <a:rect l="l" t="t" r="r" b="b"/>
              <a:pathLst>
                <a:path w="97790" h="304164">
                  <a:moveTo>
                    <a:pt x="97358" y="0"/>
                  </a:moveTo>
                  <a:lnTo>
                    <a:pt x="0" y="0"/>
                  </a:lnTo>
                  <a:lnTo>
                    <a:pt x="0" y="304095"/>
                  </a:lnTo>
                  <a:lnTo>
                    <a:pt x="97358" y="304095"/>
                  </a:lnTo>
                  <a:lnTo>
                    <a:pt x="97358" y="0"/>
                  </a:lnTo>
                  <a:close/>
                </a:path>
              </a:pathLst>
            </a:custGeom>
            <a:solidFill>
              <a:srgbClr val="2B34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6771983" y="4233449"/>
              <a:ext cx="64769" cy="255904"/>
            </a:xfrm>
            <a:custGeom>
              <a:avLst/>
              <a:gdLst/>
              <a:ahLst/>
              <a:cxnLst/>
              <a:rect l="l" t="t" r="r" b="b"/>
              <a:pathLst>
                <a:path w="64770" h="255904">
                  <a:moveTo>
                    <a:pt x="64427" y="210273"/>
                  </a:moveTo>
                  <a:lnTo>
                    <a:pt x="0" y="210273"/>
                  </a:lnTo>
                  <a:lnTo>
                    <a:pt x="0" y="255828"/>
                  </a:lnTo>
                  <a:lnTo>
                    <a:pt x="64427" y="255828"/>
                  </a:lnTo>
                  <a:lnTo>
                    <a:pt x="64427" y="210273"/>
                  </a:lnTo>
                  <a:close/>
                </a:path>
                <a:path w="64770" h="255904">
                  <a:moveTo>
                    <a:pt x="64427" y="140182"/>
                  </a:moveTo>
                  <a:lnTo>
                    <a:pt x="0" y="140182"/>
                  </a:lnTo>
                  <a:lnTo>
                    <a:pt x="0" y="185737"/>
                  </a:lnTo>
                  <a:lnTo>
                    <a:pt x="64427" y="185737"/>
                  </a:lnTo>
                  <a:lnTo>
                    <a:pt x="64427" y="140182"/>
                  </a:lnTo>
                  <a:close/>
                </a:path>
                <a:path w="64770" h="255904">
                  <a:moveTo>
                    <a:pt x="64427" y="70091"/>
                  </a:moveTo>
                  <a:lnTo>
                    <a:pt x="0" y="70091"/>
                  </a:lnTo>
                  <a:lnTo>
                    <a:pt x="0" y="115658"/>
                  </a:lnTo>
                  <a:lnTo>
                    <a:pt x="64427" y="115658"/>
                  </a:lnTo>
                  <a:lnTo>
                    <a:pt x="64427" y="70091"/>
                  </a:lnTo>
                  <a:close/>
                </a:path>
                <a:path w="64770" h="255904">
                  <a:moveTo>
                    <a:pt x="64427" y="0"/>
                  </a:moveTo>
                  <a:lnTo>
                    <a:pt x="0" y="0"/>
                  </a:lnTo>
                  <a:lnTo>
                    <a:pt x="0" y="45567"/>
                  </a:lnTo>
                  <a:lnTo>
                    <a:pt x="64427" y="45567"/>
                  </a:lnTo>
                  <a:lnTo>
                    <a:pt x="64427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6928061" y="4214049"/>
              <a:ext cx="97790" cy="304165"/>
            </a:xfrm>
            <a:custGeom>
              <a:avLst/>
              <a:gdLst/>
              <a:ahLst/>
              <a:cxnLst/>
              <a:rect l="l" t="t" r="r" b="b"/>
              <a:pathLst>
                <a:path w="97790" h="304164">
                  <a:moveTo>
                    <a:pt x="97358" y="0"/>
                  </a:moveTo>
                  <a:lnTo>
                    <a:pt x="0" y="0"/>
                  </a:lnTo>
                  <a:lnTo>
                    <a:pt x="0" y="304095"/>
                  </a:lnTo>
                  <a:lnTo>
                    <a:pt x="97358" y="304095"/>
                  </a:lnTo>
                  <a:lnTo>
                    <a:pt x="97358" y="0"/>
                  </a:lnTo>
                  <a:close/>
                </a:path>
              </a:pathLst>
            </a:custGeom>
            <a:solidFill>
              <a:srgbClr val="2B34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6943801" y="4233449"/>
              <a:ext cx="64769" cy="255904"/>
            </a:xfrm>
            <a:custGeom>
              <a:avLst/>
              <a:gdLst/>
              <a:ahLst/>
              <a:cxnLst/>
              <a:rect l="l" t="t" r="r" b="b"/>
              <a:pathLst>
                <a:path w="64770" h="255904">
                  <a:moveTo>
                    <a:pt x="64427" y="210273"/>
                  </a:moveTo>
                  <a:lnTo>
                    <a:pt x="0" y="210273"/>
                  </a:lnTo>
                  <a:lnTo>
                    <a:pt x="0" y="255828"/>
                  </a:lnTo>
                  <a:lnTo>
                    <a:pt x="64427" y="255828"/>
                  </a:lnTo>
                  <a:lnTo>
                    <a:pt x="64427" y="210273"/>
                  </a:lnTo>
                  <a:close/>
                </a:path>
                <a:path w="64770" h="255904">
                  <a:moveTo>
                    <a:pt x="64427" y="140182"/>
                  </a:moveTo>
                  <a:lnTo>
                    <a:pt x="0" y="140182"/>
                  </a:lnTo>
                  <a:lnTo>
                    <a:pt x="0" y="185737"/>
                  </a:lnTo>
                  <a:lnTo>
                    <a:pt x="64427" y="185737"/>
                  </a:lnTo>
                  <a:lnTo>
                    <a:pt x="64427" y="140182"/>
                  </a:lnTo>
                  <a:close/>
                </a:path>
                <a:path w="64770" h="255904">
                  <a:moveTo>
                    <a:pt x="64427" y="70091"/>
                  </a:moveTo>
                  <a:lnTo>
                    <a:pt x="0" y="70091"/>
                  </a:lnTo>
                  <a:lnTo>
                    <a:pt x="0" y="115658"/>
                  </a:lnTo>
                  <a:lnTo>
                    <a:pt x="64427" y="115658"/>
                  </a:lnTo>
                  <a:lnTo>
                    <a:pt x="64427" y="70091"/>
                  </a:lnTo>
                  <a:close/>
                </a:path>
                <a:path w="64770" h="255904">
                  <a:moveTo>
                    <a:pt x="64427" y="0"/>
                  </a:moveTo>
                  <a:lnTo>
                    <a:pt x="0" y="0"/>
                  </a:lnTo>
                  <a:lnTo>
                    <a:pt x="0" y="45567"/>
                  </a:lnTo>
                  <a:lnTo>
                    <a:pt x="64427" y="45567"/>
                  </a:lnTo>
                  <a:lnTo>
                    <a:pt x="64427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6186963" y="4674056"/>
              <a:ext cx="169545" cy="528320"/>
            </a:xfrm>
            <a:custGeom>
              <a:avLst/>
              <a:gdLst/>
              <a:ahLst/>
              <a:cxnLst/>
              <a:rect l="l" t="t" r="r" b="b"/>
              <a:pathLst>
                <a:path w="169545" h="528320">
                  <a:moveTo>
                    <a:pt x="169062" y="0"/>
                  </a:moveTo>
                  <a:lnTo>
                    <a:pt x="0" y="0"/>
                  </a:lnTo>
                  <a:lnTo>
                    <a:pt x="0" y="528067"/>
                  </a:lnTo>
                  <a:lnTo>
                    <a:pt x="169062" y="528067"/>
                  </a:lnTo>
                  <a:lnTo>
                    <a:pt x="169062" y="0"/>
                  </a:lnTo>
                  <a:close/>
                </a:path>
              </a:pathLst>
            </a:custGeom>
            <a:solidFill>
              <a:srgbClr val="2B34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6214313" y="4707731"/>
              <a:ext cx="112395" cy="444500"/>
            </a:xfrm>
            <a:custGeom>
              <a:avLst/>
              <a:gdLst/>
              <a:ahLst/>
              <a:cxnLst/>
              <a:rect l="l" t="t" r="r" b="b"/>
              <a:pathLst>
                <a:path w="112395" h="444500">
                  <a:moveTo>
                    <a:pt x="111874" y="365150"/>
                  </a:moveTo>
                  <a:lnTo>
                    <a:pt x="0" y="365150"/>
                  </a:lnTo>
                  <a:lnTo>
                    <a:pt x="0" y="444271"/>
                  </a:lnTo>
                  <a:lnTo>
                    <a:pt x="111874" y="444271"/>
                  </a:lnTo>
                  <a:lnTo>
                    <a:pt x="111874" y="365150"/>
                  </a:lnTo>
                  <a:close/>
                </a:path>
                <a:path w="112395" h="444500">
                  <a:moveTo>
                    <a:pt x="111874" y="243433"/>
                  </a:moveTo>
                  <a:lnTo>
                    <a:pt x="0" y="243433"/>
                  </a:lnTo>
                  <a:lnTo>
                    <a:pt x="0" y="322567"/>
                  </a:lnTo>
                  <a:lnTo>
                    <a:pt x="111874" y="322567"/>
                  </a:lnTo>
                  <a:lnTo>
                    <a:pt x="111874" y="243433"/>
                  </a:lnTo>
                  <a:close/>
                </a:path>
                <a:path w="112395" h="444500">
                  <a:moveTo>
                    <a:pt x="111874" y="121729"/>
                  </a:moveTo>
                  <a:lnTo>
                    <a:pt x="0" y="121729"/>
                  </a:lnTo>
                  <a:lnTo>
                    <a:pt x="0" y="200850"/>
                  </a:lnTo>
                  <a:lnTo>
                    <a:pt x="111874" y="200850"/>
                  </a:lnTo>
                  <a:lnTo>
                    <a:pt x="111874" y="121729"/>
                  </a:lnTo>
                  <a:close/>
                </a:path>
                <a:path w="112395" h="444500">
                  <a:moveTo>
                    <a:pt x="111874" y="0"/>
                  </a:moveTo>
                  <a:lnTo>
                    <a:pt x="0" y="0"/>
                  </a:lnTo>
                  <a:lnTo>
                    <a:pt x="0" y="79133"/>
                  </a:lnTo>
                  <a:lnTo>
                    <a:pt x="111874" y="79133"/>
                  </a:lnTo>
                  <a:lnTo>
                    <a:pt x="111874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6485320" y="4674056"/>
              <a:ext cx="169545" cy="528320"/>
            </a:xfrm>
            <a:custGeom>
              <a:avLst/>
              <a:gdLst/>
              <a:ahLst/>
              <a:cxnLst/>
              <a:rect l="l" t="t" r="r" b="b"/>
              <a:pathLst>
                <a:path w="169545" h="528320">
                  <a:moveTo>
                    <a:pt x="169062" y="0"/>
                  </a:moveTo>
                  <a:lnTo>
                    <a:pt x="0" y="0"/>
                  </a:lnTo>
                  <a:lnTo>
                    <a:pt x="0" y="528067"/>
                  </a:lnTo>
                  <a:lnTo>
                    <a:pt x="169062" y="528067"/>
                  </a:lnTo>
                  <a:lnTo>
                    <a:pt x="169062" y="0"/>
                  </a:lnTo>
                  <a:close/>
                </a:path>
              </a:pathLst>
            </a:custGeom>
            <a:solidFill>
              <a:srgbClr val="2B34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6512649" y="4707731"/>
              <a:ext cx="112395" cy="444500"/>
            </a:xfrm>
            <a:custGeom>
              <a:avLst/>
              <a:gdLst/>
              <a:ahLst/>
              <a:cxnLst/>
              <a:rect l="l" t="t" r="r" b="b"/>
              <a:pathLst>
                <a:path w="112395" h="444500">
                  <a:moveTo>
                    <a:pt x="111887" y="365150"/>
                  </a:moveTo>
                  <a:lnTo>
                    <a:pt x="0" y="365150"/>
                  </a:lnTo>
                  <a:lnTo>
                    <a:pt x="0" y="444271"/>
                  </a:lnTo>
                  <a:lnTo>
                    <a:pt x="111887" y="444271"/>
                  </a:lnTo>
                  <a:lnTo>
                    <a:pt x="111887" y="365150"/>
                  </a:lnTo>
                  <a:close/>
                </a:path>
                <a:path w="112395" h="444500">
                  <a:moveTo>
                    <a:pt x="111887" y="243433"/>
                  </a:moveTo>
                  <a:lnTo>
                    <a:pt x="0" y="243433"/>
                  </a:lnTo>
                  <a:lnTo>
                    <a:pt x="0" y="322567"/>
                  </a:lnTo>
                  <a:lnTo>
                    <a:pt x="111887" y="322567"/>
                  </a:lnTo>
                  <a:lnTo>
                    <a:pt x="111887" y="243433"/>
                  </a:lnTo>
                  <a:close/>
                </a:path>
                <a:path w="112395" h="444500">
                  <a:moveTo>
                    <a:pt x="111887" y="121729"/>
                  </a:moveTo>
                  <a:lnTo>
                    <a:pt x="0" y="121729"/>
                  </a:lnTo>
                  <a:lnTo>
                    <a:pt x="0" y="200850"/>
                  </a:lnTo>
                  <a:lnTo>
                    <a:pt x="111887" y="200850"/>
                  </a:lnTo>
                  <a:lnTo>
                    <a:pt x="111887" y="121729"/>
                  </a:lnTo>
                  <a:close/>
                </a:path>
                <a:path w="112395" h="444500">
                  <a:moveTo>
                    <a:pt x="111887" y="0"/>
                  </a:moveTo>
                  <a:lnTo>
                    <a:pt x="0" y="0"/>
                  </a:lnTo>
                  <a:lnTo>
                    <a:pt x="0" y="79133"/>
                  </a:lnTo>
                  <a:lnTo>
                    <a:pt x="111887" y="79133"/>
                  </a:lnTo>
                  <a:lnTo>
                    <a:pt x="111887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6783667" y="4674056"/>
              <a:ext cx="169545" cy="528320"/>
            </a:xfrm>
            <a:custGeom>
              <a:avLst/>
              <a:gdLst/>
              <a:ahLst/>
              <a:cxnLst/>
              <a:rect l="l" t="t" r="r" b="b"/>
              <a:pathLst>
                <a:path w="169545" h="528320">
                  <a:moveTo>
                    <a:pt x="169062" y="0"/>
                  </a:moveTo>
                  <a:lnTo>
                    <a:pt x="0" y="0"/>
                  </a:lnTo>
                  <a:lnTo>
                    <a:pt x="0" y="528067"/>
                  </a:lnTo>
                  <a:lnTo>
                    <a:pt x="169062" y="528067"/>
                  </a:lnTo>
                  <a:lnTo>
                    <a:pt x="169062" y="0"/>
                  </a:lnTo>
                  <a:close/>
                </a:path>
              </a:pathLst>
            </a:custGeom>
            <a:solidFill>
              <a:srgbClr val="2B34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6811010" y="4707731"/>
              <a:ext cx="112395" cy="444500"/>
            </a:xfrm>
            <a:custGeom>
              <a:avLst/>
              <a:gdLst/>
              <a:ahLst/>
              <a:cxnLst/>
              <a:rect l="l" t="t" r="r" b="b"/>
              <a:pathLst>
                <a:path w="112395" h="444500">
                  <a:moveTo>
                    <a:pt x="111887" y="365150"/>
                  </a:moveTo>
                  <a:lnTo>
                    <a:pt x="0" y="365150"/>
                  </a:lnTo>
                  <a:lnTo>
                    <a:pt x="0" y="444271"/>
                  </a:lnTo>
                  <a:lnTo>
                    <a:pt x="111887" y="444271"/>
                  </a:lnTo>
                  <a:lnTo>
                    <a:pt x="111887" y="365150"/>
                  </a:lnTo>
                  <a:close/>
                </a:path>
                <a:path w="112395" h="444500">
                  <a:moveTo>
                    <a:pt x="111887" y="243433"/>
                  </a:moveTo>
                  <a:lnTo>
                    <a:pt x="0" y="243433"/>
                  </a:lnTo>
                  <a:lnTo>
                    <a:pt x="0" y="322567"/>
                  </a:lnTo>
                  <a:lnTo>
                    <a:pt x="111887" y="322567"/>
                  </a:lnTo>
                  <a:lnTo>
                    <a:pt x="111887" y="243433"/>
                  </a:lnTo>
                  <a:close/>
                </a:path>
                <a:path w="112395" h="444500">
                  <a:moveTo>
                    <a:pt x="111887" y="121729"/>
                  </a:moveTo>
                  <a:lnTo>
                    <a:pt x="0" y="121729"/>
                  </a:lnTo>
                  <a:lnTo>
                    <a:pt x="0" y="200850"/>
                  </a:lnTo>
                  <a:lnTo>
                    <a:pt x="111887" y="200850"/>
                  </a:lnTo>
                  <a:lnTo>
                    <a:pt x="111887" y="121729"/>
                  </a:lnTo>
                  <a:close/>
                </a:path>
                <a:path w="112395" h="444500">
                  <a:moveTo>
                    <a:pt x="111887" y="0"/>
                  </a:moveTo>
                  <a:lnTo>
                    <a:pt x="0" y="0"/>
                  </a:lnTo>
                  <a:lnTo>
                    <a:pt x="0" y="79133"/>
                  </a:lnTo>
                  <a:lnTo>
                    <a:pt x="111887" y="79133"/>
                  </a:lnTo>
                  <a:lnTo>
                    <a:pt x="111887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7082014" y="4674056"/>
              <a:ext cx="169545" cy="528320"/>
            </a:xfrm>
            <a:custGeom>
              <a:avLst/>
              <a:gdLst/>
              <a:ahLst/>
              <a:cxnLst/>
              <a:rect l="l" t="t" r="r" b="b"/>
              <a:pathLst>
                <a:path w="169545" h="528320">
                  <a:moveTo>
                    <a:pt x="169062" y="0"/>
                  </a:moveTo>
                  <a:lnTo>
                    <a:pt x="0" y="0"/>
                  </a:lnTo>
                  <a:lnTo>
                    <a:pt x="0" y="528067"/>
                  </a:lnTo>
                  <a:lnTo>
                    <a:pt x="169062" y="528067"/>
                  </a:lnTo>
                  <a:lnTo>
                    <a:pt x="169062" y="0"/>
                  </a:lnTo>
                  <a:close/>
                </a:path>
              </a:pathLst>
            </a:custGeom>
            <a:solidFill>
              <a:srgbClr val="2B34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6007900" y="4090129"/>
              <a:ext cx="1426210" cy="1062355"/>
            </a:xfrm>
            <a:custGeom>
              <a:avLst/>
              <a:gdLst/>
              <a:ahLst/>
              <a:cxnLst/>
              <a:rect l="l" t="t" r="r" b="b"/>
              <a:pathLst>
                <a:path w="1426209" h="1062354">
                  <a:moveTo>
                    <a:pt x="1184427" y="0"/>
                  </a:moveTo>
                  <a:lnTo>
                    <a:pt x="245668" y="0"/>
                  </a:lnTo>
                  <a:lnTo>
                    <a:pt x="245668" y="21818"/>
                  </a:lnTo>
                  <a:lnTo>
                    <a:pt x="1184427" y="21818"/>
                  </a:lnTo>
                  <a:lnTo>
                    <a:pt x="1184427" y="0"/>
                  </a:lnTo>
                  <a:close/>
                </a:path>
                <a:path w="1426209" h="1062354">
                  <a:moveTo>
                    <a:pt x="1213345" y="982751"/>
                  </a:moveTo>
                  <a:lnTo>
                    <a:pt x="1101458" y="982751"/>
                  </a:lnTo>
                  <a:lnTo>
                    <a:pt x="1101458" y="1061872"/>
                  </a:lnTo>
                  <a:lnTo>
                    <a:pt x="1213345" y="1061872"/>
                  </a:lnTo>
                  <a:lnTo>
                    <a:pt x="1213345" y="982751"/>
                  </a:lnTo>
                  <a:close/>
                </a:path>
                <a:path w="1426209" h="1062354">
                  <a:moveTo>
                    <a:pt x="1213345" y="861034"/>
                  </a:moveTo>
                  <a:lnTo>
                    <a:pt x="1101458" y="861034"/>
                  </a:lnTo>
                  <a:lnTo>
                    <a:pt x="1101458" y="940168"/>
                  </a:lnTo>
                  <a:lnTo>
                    <a:pt x="1213345" y="940168"/>
                  </a:lnTo>
                  <a:lnTo>
                    <a:pt x="1213345" y="861034"/>
                  </a:lnTo>
                  <a:close/>
                </a:path>
                <a:path w="1426209" h="1062354">
                  <a:moveTo>
                    <a:pt x="1213345" y="739330"/>
                  </a:moveTo>
                  <a:lnTo>
                    <a:pt x="1101458" y="739330"/>
                  </a:lnTo>
                  <a:lnTo>
                    <a:pt x="1101458" y="818451"/>
                  </a:lnTo>
                  <a:lnTo>
                    <a:pt x="1213345" y="818451"/>
                  </a:lnTo>
                  <a:lnTo>
                    <a:pt x="1213345" y="739330"/>
                  </a:lnTo>
                  <a:close/>
                </a:path>
                <a:path w="1426209" h="1062354">
                  <a:moveTo>
                    <a:pt x="1213345" y="617601"/>
                  </a:moveTo>
                  <a:lnTo>
                    <a:pt x="1101458" y="617601"/>
                  </a:lnTo>
                  <a:lnTo>
                    <a:pt x="1101458" y="696734"/>
                  </a:lnTo>
                  <a:lnTo>
                    <a:pt x="1213345" y="696734"/>
                  </a:lnTo>
                  <a:lnTo>
                    <a:pt x="1213345" y="617601"/>
                  </a:lnTo>
                  <a:close/>
                </a:path>
                <a:path w="1426209" h="1062354">
                  <a:moveTo>
                    <a:pt x="1426184" y="428015"/>
                  </a:moveTo>
                  <a:lnTo>
                    <a:pt x="0" y="428015"/>
                  </a:lnTo>
                  <a:lnTo>
                    <a:pt x="0" y="457784"/>
                  </a:lnTo>
                  <a:lnTo>
                    <a:pt x="1426184" y="457784"/>
                  </a:lnTo>
                  <a:lnTo>
                    <a:pt x="1426184" y="428015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6384810" y="3833831"/>
              <a:ext cx="361315" cy="110489"/>
            </a:xfrm>
            <a:custGeom>
              <a:avLst/>
              <a:gdLst/>
              <a:ahLst/>
              <a:cxnLst/>
              <a:rect l="l" t="t" r="r" b="b"/>
              <a:pathLst>
                <a:path w="361315" h="110489">
                  <a:moveTo>
                    <a:pt x="66497" y="0"/>
                  </a:moveTo>
                  <a:lnTo>
                    <a:pt x="0" y="0"/>
                  </a:lnTo>
                  <a:lnTo>
                    <a:pt x="0" y="91528"/>
                  </a:lnTo>
                  <a:lnTo>
                    <a:pt x="66497" y="91528"/>
                  </a:lnTo>
                  <a:lnTo>
                    <a:pt x="66497" y="0"/>
                  </a:lnTo>
                  <a:close/>
                </a:path>
                <a:path w="361315" h="110489">
                  <a:moveTo>
                    <a:pt x="361010" y="45694"/>
                  </a:moveTo>
                  <a:lnTo>
                    <a:pt x="107937" y="45694"/>
                  </a:lnTo>
                  <a:lnTo>
                    <a:pt x="107937" y="110312"/>
                  </a:lnTo>
                  <a:lnTo>
                    <a:pt x="361010" y="110312"/>
                  </a:lnTo>
                  <a:lnTo>
                    <a:pt x="361010" y="45694"/>
                  </a:lnTo>
                  <a:close/>
                </a:path>
              </a:pathLst>
            </a:custGeom>
            <a:solidFill>
              <a:srgbClr val="2B346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7" name="object 107" descr=""/>
          <p:cNvSpPr/>
          <p:nvPr/>
        </p:nvSpPr>
        <p:spPr>
          <a:xfrm>
            <a:off x="6816577" y="3696505"/>
            <a:ext cx="20320" cy="237490"/>
          </a:xfrm>
          <a:custGeom>
            <a:avLst/>
            <a:gdLst/>
            <a:ahLst/>
            <a:cxnLst/>
            <a:rect l="l" t="t" r="r" b="b"/>
            <a:pathLst>
              <a:path w="20320" h="237489">
                <a:moveTo>
                  <a:pt x="19842" y="0"/>
                </a:moveTo>
                <a:lnTo>
                  <a:pt x="0" y="0"/>
                </a:lnTo>
                <a:lnTo>
                  <a:pt x="0" y="236893"/>
                </a:lnTo>
                <a:lnTo>
                  <a:pt x="19842" y="236893"/>
                </a:lnTo>
                <a:lnTo>
                  <a:pt x="19842" y="0"/>
                </a:lnTo>
                <a:close/>
              </a:path>
            </a:pathLst>
          </a:custGeom>
          <a:solidFill>
            <a:srgbClr val="2B346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 descr=""/>
          <p:cNvSpPr/>
          <p:nvPr/>
        </p:nvSpPr>
        <p:spPr>
          <a:xfrm>
            <a:off x="6395930" y="3975805"/>
            <a:ext cx="114935" cy="114935"/>
          </a:xfrm>
          <a:custGeom>
            <a:avLst/>
            <a:gdLst/>
            <a:ahLst/>
            <a:cxnLst/>
            <a:rect l="l" t="t" r="r" b="b"/>
            <a:pathLst>
              <a:path w="114934" h="114935">
                <a:moveTo>
                  <a:pt x="114321" y="0"/>
                </a:moveTo>
                <a:lnTo>
                  <a:pt x="0" y="0"/>
                </a:lnTo>
                <a:lnTo>
                  <a:pt x="0" y="114321"/>
                </a:lnTo>
                <a:lnTo>
                  <a:pt x="114321" y="114321"/>
                </a:lnTo>
                <a:lnTo>
                  <a:pt x="114321" y="0"/>
                </a:lnTo>
                <a:close/>
              </a:path>
            </a:pathLst>
          </a:custGeom>
          <a:solidFill>
            <a:srgbClr val="424979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 descr=""/>
          <p:cNvSpPr/>
          <p:nvPr/>
        </p:nvSpPr>
        <p:spPr>
          <a:xfrm>
            <a:off x="6326467" y="3833564"/>
            <a:ext cx="461645" cy="257175"/>
          </a:xfrm>
          <a:custGeom>
            <a:avLst/>
            <a:gdLst/>
            <a:ahLst/>
            <a:cxnLst/>
            <a:rect l="l" t="t" r="r" b="b"/>
            <a:pathLst>
              <a:path w="461645" h="257175">
                <a:moveTo>
                  <a:pt x="461048" y="72390"/>
                </a:moveTo>
                <a:lnTo>
                  <a:pt x="419354" y="72390"/>
                </a:lnTo>
                <a:lnTo>
                  <a:pt x="419354" y="45720"/>
                </a:lnTo>
                <a:lnTo>
                  <a:pt x="166281" y="45720"/>
                </a:lnTo>
                <a:lnTo>
                  <a:pt x="166281" y="72390"/>
                </a:lnTo>
                <a:lnTo>
                  <a:pt x="124828" y="72390"/>
                </a:lnTo>
                <a:lnTo>
                  <a:pt x="124828" y="45720"/>
                </a:lnTo>
                <a:lnTo>
                  <a:pt x="124828" y="0"/>
                </a:lnTo>
                <a:lnTo>
                  <a:pt x="58343" y="0"/>
                </a:lnTo>
                <a:lnTo>
                  <a:pt x="58343" y="45720"/>
                </a:lnTo>
                <a:lnTo>
                  <a:pt x="58343" y="72390"/>
                </a:lnTo>
                <a:lnTo>
                  <a:pt x="0" y="72390"/>
                </a:lnTo>
                <a:lnTo>
                  <a:pt x="0" y="256540"/>
                </a:lnTo>
                <a:lnTo>
                  <a:pt x="266839" y="256540"/>
                </a:lnTo>
                <a:lnTo>
                  <a:pt x="381152" y="256565"/>
                </a:lnTo>
                <a:lnTo>
                  <a:pt x="461048" y="256540"/>
                </a:lnTo>
                <a:lnTo>
                  <a:pt x="461048" y="72390"/>
                </a:lnTo>
                <a:close/>
              </a:path>
            </a:pathLst>
          </a:custGeom>
          <a:solidFill>
            <a:srgbClr val="424979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 descr=""/>
          <p:cNvSpPr/>
          <p:nvPr/>
        </p:nvSpPr>
        <p:spPr>
          <a:xfrm>
            <a:off x="6029401" y="4633880"/>
            <a:ext cx="111125" cy="533400"/>
          </a:xfrm>
          <a:custGeom>
            <a:avLst/>
            <a:gdLst/>
            <a:ahLst/>
            <a:cxnLst/>
            <a:rect l="l" t="t" r="r" b="b"/>
            <a:pathLst>
              <a:path w="111125" h="533400">
                <a:moveTo>
                  <a:pt x="111048" y="514629"/>
                </a:moveTo>
                <a:lnTo>
                  <a:pt x="0" y="514629"/>
                </a:lnTo>
                <a:lnTo>
                  <a:pt x="0" y="533361"/>
                </a:lnTo>
                <a:lnTo>
                  <a:pt x="111048" y="533361"/>
                </a:lnTo>
                <a:lnTo>
                  <a:pt x="111048" y="514629"/>
                </a:lnTo>
                <a:close/>
              </a:path>
              <a:path w="111125" h="533400">
                <a:moveTo>
                  <a:pt x="111048" y="457441"/>
                </a:moveTo>
                <a:lnTo>
                  <a:pt x="0" y="457441"/>
                </a:lnTo>
                <a:lnTo>
                  <a:pt x="0" y="476173"/>
                </a:lnTo>
                <a:lnTo>
                  <a:pt x="111048" y="476173"/>
                </a:lnTo>
                <a:lnTo>
                  <a:pt x="111048" y="457441"/>
                </a:lnTo>
                <a:close/>
              </a:path>
              <a:path w="111125" h="533400">
                <a:moveTo>
                  <a:pt x="111048" y="400253"/>
                </a:moveTo>
                <a:lnTo>
                  <a:pt x="0" y="400253"/>
                </a:lnTo>
                <a:lnTo>
                  <a:pt x="0" y="418998"/>
                </a:lnTo>
                <a:lnTo>
                  <a:pt x="111048" y="418998"/>
                </a:lnTo>
                <a:lnTo>
                  <a:pt x="111048" y="400253"/>
                </a:lnTo>
                <a:close/>
              </a:path>
              <a:path w="111125" h="533400">
                <a:moveTo>
                  <a:pt x="111048" y="343077"/>
                </a:moveTo>
                <a:lnTo>
                  <a:pt x="0" y="343077"/>
                </a:lnTo>
                <a:lnTo>
                  <a:pt x="0" y="361810"/>
                </a:lnTo>
                <a:lnTo>
                  <a:pt x="111048" y="361810"/>
                </a:lnTo>
                <a:lnTo>
                  <a:pt x="111048" y="343077"/>
                </a:lnTo>
                <a:close/>
              </a:path>
              <a:path w="111125" h="533400">
                <a:moveTo>
                  <a:pt x="111048" y="285889"/>
                </a:moveTo>
                <a:lnTo>
                  <a:pt x="0" y="285889"/>
                </a:lnTo>
                <a:lnTo>
                  <a:pt x="0" y="304634"/>
                </a:lnTo>
                <a:lnTo>
                  <a:pt x="111048" y="304634"/>
                </a:lnTo>
                <a:lnTo>
                  <a:pt x="111048" y="285889"/>
                </a:lnTo>
                <a:close/>
              </a:path>
              <a:path w="111125" h="533400">
                <a:moveTo>
                  <a:pt x="111048" y="228714"/>
                </a:moveTo>
                <a:lnTo>
                  <a:pt x="0" y="228714"/>
                </a:lnTo>
                <a:lnTo>
                  <a:pt x="0" y="247459"/>
                </a:lnTo>
                <a:lnTo>
                  <a:pt x="111048" y="247459"/>
                </a:lnTo>
                <a:lnTo>
                  <a:pt x="111048" y="228714"/>
                </a:lnTo>
                <a:close/>
              </a:path>
              <a:path w="111125" h="533400">
                <a:moveTo>
                  <a:pt x="111048" y="171526"/>
                </a:moveTo>
                <a:lnTo>
                  <a:pt x="0" y="171526"/>
                </a:lnTo>
                <a:lnTo>
                  <a:pt x="0" y="190271"/>
                </a:lnTo>
                <a:lnTo>
                  <a:pt x="111048" y="190271"/>
                </a:lnTo>
                <a:lnTo>
                  <a:pt x="111048" y="171526"/>
                </a:lnTo>
                <a:close/>
              </a:path>
              <a:path w="111125" h="533400">
                <a:moveTo>
                  <a:pt x="111048" y="114363"/>
                </a:moveTo>
                <a:lnTo>
                  <a:pt x="0" y="114363"/>
                </a:lnTo>
                <a:lnTo>
                  <a:pt x="0" y="133096"/>
                </a:lnTo>
                <a:lnTo>
                  <a:pt x="111048" y="133096"/>
                </a:lnTo>
                <a:lnTo>
                  <a:pt x="111048" y="114363"/>
                </a:lnTo>
                <a:close/>
              </a:path>
              <a:path w="111125" h="533400">
                <a:moveTo>
                  <a:pt x="111048" y="57175"/>
                </a:moveTo>
                <a:lnTo>
                  <a:pt x="0" y="57175"/>
                </a:lnTo>
                <a:lnTo>
                  <a:pt x="0" y="75920"/>
                </a:lnTo>
                <a:lnTo>
                  <a:pt x="111048" y="75920"/>
                </a:lnTo>
                <a:lnTo>
                  <a:pt x="111048" y="57175"/>
                </a:lnTo>
                <a:close/>
              </a:path>
              <a:path w="111125" h="533400">
                <a:moveTo>
                  <a:pt x="111048" y="0"/>
                </a:moveTo>
                <a:lnTo>
                  <a:pt x="0" y="0"/>
                </a:lnTo>
                <a:lnTo>
                  <a:pt x="0" y="18732"/>
                </a:lnTo>
                <a:lnTo>
                  <a:pt x="111048" y="18732"/>
                </a:lnTo>
                <a:lnTo>
                  <a:pt x="111048" y="0"/>
                </a:lnTo>
                <a:close/>
              </a:path>
            </a:pathLst>
          </a:custGeom>
          <a:solidFill>
            <a:srgbClr val="424979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 descr=""/>
          <p:cNvSpPr/>
          <p:nvPr/>
        </p:nvSpPr>
        <p:spPr>
          <a:xfrm>
            <a:off x="7291108" y="4633880"/>
            <a:ext cx="111125" cy="533400"/>
          </a:xfrm>
          <a:custGeom>
            <a:avLst/>
            <a:gdLst/>
            <a:ahLst/>
            <a:cxnLst/>
            <a:rect l="l" t="t" r="r" b="b"/>
            <a:pathLst>
              <a:path w="111125" h="533400">
                <a:moveTo>
                  <a:pt x="111048" y="514629"/>
                </a:moveTo>
                <a:lnTo>
                  <a:pt x="0" y="514629"/>
                </a:lnTo>
                <a:lnTo>
                  <a:pt x="0" y="533361"/>
                </a:lnTo>
                <a:lnTo>
                  <a:pt x="111048" y="533361"/>
                </a:lnTo>
                <a:lnTo>
                  <a:pt x="111048" y="514629"/>
                </a:lnTo>
                <a:close/>
              </a:path>
              <a:path w="111125" h="533400">
                <a:moveTo>
                  <a:pt x="111048" y="457441"/>
                </a:moveTo>
                <a:lnTo>
                  <a:pt x="0" y="457441"/>
                </a:lnTo>
                <a:lnTo>
                  <a:pt x="0" y="476173"/>
                </a:lnTo>
                <a:lnTo>
                  <a:pt x="111048" y="476173"/>
                </a:lnTo>
                <a:lnTo>
                  <a:pt x="111048" y="457441"/>
                </a:lnTo>
                <a:close/>
              </a:path>
              <a:path w="111125" h="533400">
                <a:moveTo>
                  <a:pt x="111048" y="400253"/>
                </a:moveTo>
                <a:lnTo>
                  <a:pt x="0" y="400253"/>
                </a:lnTo>
                <a:lnTo>
                  <a:pt x="0" y="418998"/>
                </a:lnTo>
                <a:lnTo>
                  <a:pt x="111048" y="418998"/>
                </a:lnTo>
                <a:lnTo>
                  <a:pt x="111048" y="400253"/>
                </a:lnTo>
                <a:close/>
              </a:path>
              <a:path w="111125" h="533400">
                <a:moveTo>
                  <a:pt x="111048" y="343077"/>
                </a:moveTo>
                <a:lnTo>
                  <a:pt x="0" y="343077"/>
                </a:lnTo>
                <a:lnTo>
                  <a:pt x="0" y="361810"/>
                </a:lnTo>
                <a:lnTo>
                  <a:pt x="111048" y="361810"/>
                </a:lnTo>
                <a:lnTo>
                  <a:pt x="111048" y="343077"/>
                </a:lnTo>
                <a:close/>
              </a:path>
              <a:path w="111125" h="533400">
                <a:moveTo>
                  <a:pt x="111048" y="285889"/>
                </a:moveTo>
                <a:lnTo>
                  <a:pt x="0" y="285889"/>
                </a:lnTo>
                <a:lnTo>
                  <a:pt x="0" y="304634"/>
                </a:lnTo>
                <a:lnTo>
                  <a:pt x="111048" y="304634"/>
                </a:lnTo>
                <a:lnTo>
                  <a:pt x="111048" y="285889"/>
                </a:lnTo>
                <a:close/>
              </a:path>
              <a:path w="111125" h="533400">
                <a:moveTo>
                  <a:pt x="111048" y="228714"/>
                </a:moveTo>
                <a:lnTo>
                  <a:pt x="0" y="228714"/>
                </a:lnTo>
                <a:lnTo>
                  <a:pt x="0" y="247459"/>
                </a:lnTo>
                <a:lnTo>
                  <a:pt x="111048" y="247459"/>
                </a:lnTo>
                <a:lnTo>
                  <a:pt x="111048" y="228714"/>
                </a:lnTo>
                <a:close/>
              </a:path>
              <a:path w="111125" h="533400">
                <a:moveTo>
                  <a:pt x="111048" y="171526"/>
                </a:moveTo>
                <a:lnTo>
                  <a:pt x="0" y="171526"/>
                </a:lnTo>
                <a:lnTo>
                  <a:pt x="0" y="190271"/>
                </a:lnTo>
                <a:lnTo>
                  <a:pt x="111048" y="190271"/>
                </a:lnTo>
                <a:lnTo>
                  <a:pt x="111048" y="171526"/>
                </a:lnTo>
                <a:close/>
              </a:path>
              <a:path w="111125" h="533400">
                <a:moveTo>
                  <a:pt x="111048" y="114363"/>
                </a:moveTo>
                <a:lnTo>
                  <a:pt x="0" y="114363"/>
                </a:lnTo>
                <a:lnTo>
                  <a:pt x="0" y="133096"/>
                </a:lnTo>
                <a:lnTo>
                  <a:pt x="111048" y="133096"/>
                </a:lnTo>
                <a:lnTo>
                  <a:pt x="111048" y="114363"/>
                </a:lnTo>
                <a:close/>
              </a:path>
              <a:path w="111125" h="533400">
                <a:moveTo>
                  <a:pt x="111048" y="57175"/>
                </a:moveTo>
                <a:lnTo>
                  <a:pt x="0" y="57175"/>
                </a:lnTo>
                <a:lnTo>
                  <a:pt x="0" y="75920"/>
                </a:lnTo>
                <a:lnTo>
                  <a:pt x="111048" y="75920"/>
                </a:lnTo>
                <a:lnTo>
                  <a:pt x="111048" y="57175"/>
                </a:lnTo>
                <a:close/>
              </a:path>
              <a:path w="111125" h="533400">
                <a:moveTo>
                  <a:pt x="111048" y="0"/>
                </a:moveTo>
                <a:lnTo>
                  <a:pt x="0" y="0"/>
                </a:lnTo>
                <a:lnTo>
                  <a:pt x="0" y="18732"/>
                </a:lnTo>
                <a:lnTo>
                  <a:pt x="111048" y="18732"/>
                </a:lnTo>
                <a:lnTo>
                  <a:pt x="111048" y="0"/>
                </a:lnTo>
                <a:close/>
              </a:path>
            </a:pathLst>
          </a:custGeom>
          <a:solidFill>
            <a:srgbClr val="424979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2" name="object 112" descr=""/>
          <p:cNvGrpSpPr/>
          <p:nvPr/>
        </p:nvGrpSpPr>
        <p:grpSpPr>
          <a:xfrm>
            <a:off x="9238221" y="3013053"/>
            <a:ext cx="812800" cy="683895"/>
            <a:chOff x="9238221" y="3013053"/>
            <a:chExt cx="812800" cy="683895"/>
          </a:xfrm>
        </p:grpSpPr>
        <p:sp>
          <p:nvSpPr>
            <p:cNvPr id="113" name="object 113" descr=""/>
            <p:cNvSpPr/>
            <p:nvPr/>
          </p:nvSpPr>
          <p:spPr>
            <a:xfrm>
              <a:off x="9302813" y="3013053"/>
              <a:ext cx="683895" cy="683895"/>
            </a:xfrm>
            <a:custGeom>
              <a:avLst/>
              <a:gdLst/>
              <a:ahLst/>
              <a:cxnLst/>
              <a:rect l="l" t="t" r="r" b="b"/>
              <a:pathLst>
                <a:path w="683895" h="683895">
                  <a:moveTo>
                    <a:pt x="341727" y="0"/>
                  </a:moveTo>
                  <a:lnTo>
                    <a:pt x="295358" y="3119"/>
                  </a:lnTo>
                  <a:lnTo>
                    <a:pt x="250884" y="12207"/>
                  </a:lnTo>
                  <a:lnTo>
                    <a:pt x="208713" y="26855"/>
                  </a:lnTo>
                  <a:lnTo>
                    <a:pt x="169252" y="46656"/>
                  </a:lnTo>
                  <a:lnTo>
                    <a:pt x="132909" y="71204"/>
                  </a:lnTo>
                  <a:lnTo>
                    <a:pt x="100091" y="100091"/>
                  </a:lnTo>
                  <a:lnTo>
                    <a:pt x="71204" y="132909"/>
                  </a:lnTo>
                  <a:lnTo>
                    <a:pt x="46656" y="169252"/>
                  </a:lnTo>
                  <a:lnTo>
                    <a:pt x="26855" y="208713"/>
                  </a:lnTo>
                  <a:lnTo>
                    <a:pt x="12207" y="250884"/>
                  </a:lnTo>
                  <a:lnTo>
                    <a:pt x="3119" y="295358"/>
                  </a:lnTo>
                  <a:lnTo>
                    <a:pt x="0" y="341727"/>
                  </a:lnTo>
                  <a:lnTo>
                    <a:pt x="3119" y="388097"/>
                  </a:lnTo>
                  <a:lnTo>
                    <a:pt x="12207" y="432571"/>
                  </a:lnTo>
                  <a:lnTo>
                    <a:pt x="26855" y="474742"/>
                  </a:lnTo>
                  <a:lnTo>
                    <a:pt x="46656" y="514202"/>
                  </a:lnTo>
                  <a:lnTo>
                    <a:pt x="71204" y="550545"/>
                  </a:lnTo>
                  <a:lnTo>
                    <a:pt x="100091" y="583364"/>
                  </a:lnTo>
                  <a:lnTo>
                    <a:pt x="132909" y="612251"/>
                  </a:lnTo>
                  <a:lnTo>
                    <a:pt x="169252" y="636798"/>
                  </a:lnTo>
                  <a:lnTo>
                    <a:pt x="208713" y="656600"/>
                  </a:lnTo>
                  <a:lnTo>
                    <a:pt x="250884" y="671248"/>
                  </a:lnTo>
                  <a:lnTo>
                    <a:pt x="295358" y="680335"/>
                  </a:lnTo>
                  <a:lnTo>
                    <a:pt x="341727" y="683455"/>
                  </a:lnTo>
                  <a:lnTo>
                    <a:pt x="388097" y="680335"/>
                  </a:lnTo>
                  <a:lnTo>
                    <a:pt x="432571" y="671248"/>
                  </a:lnTo>
                  <a:lnTo>
                    <a:pt x="474742" y="656600"/>
                  </a:lnTo>
                  <a:lnTo>
                    <a:pt x="514202" y="636798"/>
                  </a:lnTo>
                  <a:lnTo>
                    <a:pt x="550545" y="612251"/>
                  </a:lnTo>
                  <a:lnTo>
                    <a:pt x="583364" y="583364"/>
                  </a:lnTo>
                  <a:lnTo>
                    <a:pt x="612251" y="550545"/>
                  </a:lnTo>
                  <a:lnTo>
                    <a:pt x="636798" y="514202"/>
                  </a:lnTo>
                  <a:lnTo>
                    <a:pt x="656600" y="474742"/>
                  </a:lnTo>
                  <a:lnTo>
                    <a:pt x="671248" y="432571"/>
                  </a:lnTo>
                  <a:lnTo>
                    <a:pt x="680335" y="388097"/>
                  </a:lnTo>
                  <a:lnTo>
                    <a:pt x="683455" y="341727"/>
                  </a:lnTo>
                  <a:lnTo>
                    <a:pt x="680335" y="295358"/>
                  </a:lnTo>
                  <a:lnTo>
                    <a:pt x="671248" y="250884"/>
                  </a:lnTo>
                  <a:lnTo>
                    <a:pt x="656600" y="208713"/>
                  </a:lnTo>
                  <a:lnTo>
                    <a:pt x="636798" y="169252"/>
                  </a:lnTo>
                  <a:lnTo>
                    <a:pt x="612251" y="132909"/>
                  </a:lnTo>
                  <a:lnTo>
                    <a:pt x="583364" y="100091"/>
                  </a:lnTo>
                  <a:lnTo>
                    <a:pt x="550545" y="71204"/>
                  </a:lnTo>
                  <a:lnTo>
                    <a:pt x="514202" y="46656"/>
                  </a:lnTo>
                  <a:lnTo>
                    <a:pt x="474742" y="26855"/>
                  </a:lnTo>
                  <a:lnTo>
                    <a:pt x="432571" y="12207"/>
                  </a:lnTo>
                  <a:lnTo>
                    <a:pt x="388097" y="3119"/>
                  </a:lnTo>
                  <a:lnTo>
                    <a:pt x="341727" y="0"/>
                  </a:lnTo>
                  <a:close/>
                </a:path>
              </a:pathLst>
            </a:custGeom>
            <a:solidFill>
              <a:srgbClr val="3D46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9238221" y="3198805"/>
              <a:ext cx="812800" cy="281940"/>
            </a:xfrm>
            <a:custGeom>
              <a:avLst/>
              <a:gdLst/>
              <a:ahLst/>
              <a:cxnLst/>
              <a:rect l="l" t="t" r="r" b="b"/>
              <a:pathLst>
                <a:path w="812800" h="281939">
                  <a:moveTo>
                    <a:pt x="812634" y="85305"/>
                  </a:moveTo>
                  <a:lnTo>
                    <a:pt x="773353" y="85305"/>
                  </a:lnTo>
                  <a:lnTo>
                    <a:pt x="773353" y="0"/>
                  </a:lnTo>
                  <a:lnTo>
                    <a:pt x="39268" y="0"/>
                  </a:lnTo>
                  <a:lnTo>
                    <a:pt x="39268" y="85305"/>
                  </a:lnTo>
                  <a:lnTo>
                    <a:pt x="0" y="85305"/>
                  </a:lnTo>
                  <a:lnTo>
                    <a:pt x="0" y="281686"/>
                  </a:lnTo>
                  <a:lnTo>
                    <a:pt x="812634" y="281686"/>
                  </a:lnTo>
                  <a:lnTo>
                    <a:pt x="812634" y="85305"/>
                  </a:lnTo>
                  <a:close/>
                </a:path>
              </a:pathLst>
            </a:custGeom>
            <a:solidFill>
              <a:srgbClr val="2B346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5" name="object 115" descr=""/>
          <p:cNvGrpSpPr/>
          <p:nvPr/>
        </p:nvGrpSpPr>
        <p:grpSpPr>
          <a:xfrm>
            <a:off x="8837197" y="3354777"/>
            <a:ext cx="1619885" cy="1847850"/>
            <a:chOff x="8837197" y="3354777"/>
            <a:chExt cx="1619885" cy="1847850"/>
          </a:xfrm>
        </p:grpSpPr>
        <p:sp>
          <p:nvSpPr>
            <p:cNvPr id="116" name="object 116" descr=""/>
            <p:cNvSpPr/>
            <p:nvPr/>
          </p:nvSpPr>
          <p:spPr>
            <a:xfrm>
              <a:off x="8858199" y="3394461"/>
              <a:ext cx="1598930" cy="1807845"/>
            </a:xfrm>
            <a:custGeom>
              <a:avLst/>
              <a:gdLst/>
              <a:ahLst/>
              <a:cxnLst/>
              <a:rect l="l" t="t" r="r" b="b"/>
              <a:pathLst>
                <a:path w="1598929" h="1807845">
                  <a:moveTo>
                    <a:pt x="1402537" y="0"/>
                  </a:moveTo>
                  <a:lnTo>
                    <a:pt x="170129" y="0"/>
                  </a:lnTo>
                  <a:lnTo>
                    <a:pt x="170129" y="197231"/>
                  </a:lnTo>
                  <a:lnTo>
                    <a:pt x="170129" y="209308"/>
                  </a:lnTo>
                  <a:lnTo>
                    <a:pt x="1402537" y="209308"/>
                  </a:lnTo>
                  <a:lnTo>
                    <a:pt x="1402537" y="197231"/>
                  </a:lnTo>
                  <a:lnTo>
                    <a:pt x="1402537" y="0"/>
                  </a:lnTo>
                  <a:close/>
                </a:path>
                <a:path w="1598929" h="1807845">
                  <a:moveTo>
                    <a:pt x="1598345" y="243776"/>
                  </a:moveTo>
                  <a:lnTo>
                    <a:pt x="1328508" y="243776"/>
                  </a:lnTo>
                  <a:lnTo>
                    <a:pt x="1328508" y="209321"/>
                  </a:lnTo>
                  <a:lnTo>
                    <a:pt x="0" y="209321"/>
                  </a:lnTo>
                  <a:lnTo>
                    <a:pt x="0" y="243776"/>
                  </a:lnTo>
                  <a:lnTo>
                    <a:pt x="0" y="555015"/>
                  </a:lnTo>
                  <a:lnTo>
                    <a:pt x="0" y="1807667"/>
                  </a:lnTo>
                  <a:lnTo>
                    <a:pt x="1598345" y="1807667"/>
                  </a:lnTo>
                  <a:lnTo>
                    <a:pt x="1598345" y="555015"/>
                  </a:lnTo>
                  <a:lnTo>
                    <a:pt x="1598345" y="243776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9028328" y="3354787"/>
              <a:ext cx="1232535" cy="249554"/>
            </a:xfrm>
            <a:custGeom>
              <a:avLst/>
              <a:gdLst/>
              <a:ahLst/>
              <a:cxnLst/>
              <a:rect l="l" t="t" r="r" b="b"/>
              <a:pathLst>
                <a:path w="1232534" h="249554">
                  <a:moveTo>
                    <a:pt x="1022527" y="0"/>
                  </a:moveTo>
                  <a:lnTo>
                    <a:pt x="209892" y="0"/>
                  </a:lnTo>
                  <a:lnTo>
                    <a:pt x="209892" y="39674"/>
                  </a:lnTo>
                  <a:lnTo>
                    <a:pt x="1022527" y="39674"/>
                  </a:lnTo>
                  <a:lnTo>
                    <a:pt x="1022527" y="0"/>
                  </a:lnTo>
                  <a:close/>
                </a:path>
                <a:path w="1232534" h="249554">
                  <a:moveTo>
                    <a:pt x="1232408" y="185420"/>
                  </a:moveTo>
                  <a:lnTo>
                    <a:pt x="0" y="185420"/>
                  </a:lnTo>
                  <a:lnTo>
                    <a:pt x="0" y="236905"/>
                  </a:lnTo>
                  <a:lnTo>
                    <a:pt x="0" y="248996"/>
                  </a:lnTo>
                  <a:lnTo>
                    <a:pt x="1232408" y="248996"/>
                  </a:lnTo>
                  <a:lnTo>
                    <a:pt x="1232408" y="236905"/>
                  </a:lnTo>
                  <a:lnTo>
                    <a:pt x="1232408" y="185420"/>
                  </a:lnTo>
                  <a:close/>
                </a:path>
              </a:pathLst>
            </a:custGeom>
            <a:solidFill>
              <a:srgbClr val="424979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9104846" y="3433120"/>
              <a:ext cx="1080135" cy="77470"/>
            </a:xfrm>
            <a:custGeom>
              <a:avLst/>
              <a:gdLst/>
              <a:ahLst/>
              <a:cxnLst/>
              <a:rect l="l" t="t" r="r" b="b"/>
              <a:pathLst>
                <a:path w="1080134" h="77470">
                  <a:moveTo>
                    <a:pt x="42113" y="0"/>
                  </a:moveTo>
                  <a:lnTo>
                    <a:pt x="0" y="0"/>
                  </a:lnTo>
                  <a:lnTo>
                    <a:pt x="0" y="77254"/>
                  </a:lnTo>
                  <a:lnTo>
                    <a:pt x="42113" y="77254"/>
                  </a:lnTo>
                  <a:lnTo>
                    <a:pt x="42113" y="0"/>
                  </a:lnTo>
                  <a:close/>
                </a:path>
                <a:path w="1080134" h="77470">
                  <a:moveTo>
                    <a:pt x="145897" y="0"/>
                  </a:moveTo>
                  <a:lnTo>
                    <a:pt x="103784" y="0"/>
                  </a:lnTo>
                  <a:lnTo>
                    <a:pt x="103784" y="77254"/>
                  </a:lnTo>
                  <a:lnTo>
                    <a:pt x="145897" y="77254"/>
                  </a:lnTo>
                  <a:lnTo>
                    <a:pt x="145897" y="0"/>
                  </a:lnTo>
                  <a:close/>
                </a:path>
                <a:path w="1080134" h="77470">
                  <a:moveTo>
                    <a:pt x="249669" y="0"/>
                  </a:moveTo>
                  <a:lnTo>
                    <a:pt x="207556" y="0"/>
                  </a:lnTo>
                  <a:lnTo>
                    <a:pt x="207556" y="77254"/>
                  </a:lnTo>
                  <a:lnTo>
                    <a:pt x="249669" y="77254"/>
                  </a:lnTo>
                  <a:lnTo>
                    <a:pt x="249669" y="0"/>
                  </a:lnTo>
                  <a:close/>
                </a:path>
                <a:path w="1080134" h="77470">
                  <a:moveTo>
                    <a:pt x="353441" y="0"/>
                  </a:moveTo>
                  <a:lnTo>
                    <a:pt x="311327" y="0"/>
                  </a:lnTo>
                  <a:lnTo>
                    <a:pt x="311327" y="77254"/>
                  </a:lnTo>
                  <a:lnTo>
                    <a:pt x="353441" y="77254"/>
                  </a:lnTo>
                  <a:lnTo>
                    <a:pt x="353441" y="0"/>
                  </a:lnTo>
                  <a:close/>
                </a:path>
                <a:path w="1080134" h="77470">
                  <a:moveTo>
                    <a:pt x="457212" y="0"/>
                  </a:moveTo>
                  <a:lnTo>
                    <a:pt x="415099" y="0"/>
                  </a:lnTo>
                  <a:lnTo>
                    <a:pt x="415099" y="77254"/>
                  </a:lnTo>
                  <a:lnTo>
                    <a:pt x="457212" y="77254"/>
                  </a:lnTo>
                  <a:lnTo>
                    <a:pt x="457212" y="0"/>
                  </a:lnTo>
                  <a:close/>
                </a:path>
                <a:path w="1080134" h="77470">
                  <a:moveTo>
                    <a:pt x="560984" y="0"/>
                  </a:moveTo>
                  <a:lnTo>
                    <a:pt x="518871" y="0"/>
                  </a:lnTo>
                  <a:lnTo>
                    <a:pt x="518871" y="77254"/>
                  </a:lnTo>
                  <a:lnTo>
                    <a:pt x="560984" y="77254"/>
                  </a:lnTo>
                  <a:lnTo>
                    <a:pt x="560984" y="0"/>
                  </a:lnTo>
                  <a:close/>
                </a:path>
                <a:path w="1080134" h="77470">
                  <a:moveTo>
                    <a:pt x="664756" y="0"/>
                  </a:moveTo>
                  <a:lnTo>
                    <a:pt x="622642" y="0"/>
                  </a:lnTo>
                  <a:lnTo>
                    <a:pt x="622642" y="77254"/>
                  </a:lnTo>
                  <a:lnTo>
                    <a:pt x="664756" y="77254"/>
                  </a:lnTo>
                  <a:lnTo>
                    <a:pt x="664756" y="0"/>
                  </a:lnTo>
                  <a:close/>
                </a:path>
                <a:path w="1080134" h="77470">
                  <a:moveTo>
                    <a:pt x="768527" y="0"/>
                  </a:moveTo>
                  <a:lnTo>
                    <a:pt x="726414" y="0"/>
                  </a:lnTo>
                  <a:lnTo>
                    <a:pt x="726414" y="77254"/>
                  </a:lnTo>
                  <a:lnTo>
                    <a:pt x="768527" y="77254"/>
                  </a:lnTo>
                  <a:lnTo>
                    <a:pt x="768527" y="0"/>
                  </a:lnTo>
                  <a:close/>
                </a:path>
                <a:path w="1080134" h="77470">
                  <a:moveTo>
                    <a:pt x="872312" y="0"/>
                  </a:moveTo>
                  <a:lnTo>
                    <a:pt x="830199" y="0"/>
                  </a:lnTo>
                  <a:lnTo>
                    <a:pt x="830199" y="77254"/>
                  </a:lnTo>
                  <a:lnTo>
                    <a:pt x="872312" y="77254"/>
                  </a:lnTo>
                  <a:lnTo>
                    <a:pt x="872312" y="0"/>
                  </a:lnTo>
                  <a:close/>
                </a:path>
                <a:path w="1080134" h="77470">
                  <a:moveTo>
                    <a:pt x="976071" y="0"/>
                  </a:moveTo>
                  <a:lnTo>
                    <a:pt x="933958" y="0"/>
                  </a:lnTo>
                  <a:lnTo>
                    <a:pt x="933958" y="77254"/>
                  </a:lnTo>
                  <a:lnTo>
                    <a:pt x="976071" y="77254"/>
                  </a:lnTo>
                  <a:lnTo>
                    <a:pt x="976071" y="0"/>
                  </a:lnTo>
                  <a:close/>
                </a:path>
                <a:path w="1080134" h="77470">
                  <a:moveTo>
                    <a:pt x="1079855" y="0"/>
                  </a:moveTo>
                  <a:lnTo>
                    <a:pt x="1037742" y="0"/>
                  </a:lnTo>
                  <a:lnTo>
                    <a:pt x="1037742" y="77254"/>
                  </a:lnTo>
                  <a:lnTo>
                    <a:pt x="1079855" y="77254"/>
                  </a:lnTo>
                  <a:lnTo>
                    <a:pt x="1079855" y="0"/>
                  </a:lnTo>
                  <a:close/>
                </a:path>
              </a:pathLst>
            </a:custGeom>
            <a:solidFill>
              <a:srgbClr val="009E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8905850" y="3657885"/>
              <a:ext cx="1302385" cy="497840"/>
            </a:xfrm>
            <a:custGeom>
              <a:avLst/>
              <a:gdLst/>
              <a:ahLst/>
              <a:cxnLst/>
              <a:rect l="l" t="t" r="r" b="b"/>
              <a:pathLst>
                <a:path w="1302384" h="497839">
                  <a:moveTo>
                    <a:pt x="19456" y="354139"/>
                  </a:moveTo>
                  <a:lnTo>
                    <a:pt x="0" y="354139"/>
                  </a:lnTo>
                  <a:lnTo>
                    <a:pt x="0" y="497509"/>
                  </a:lnTo>
                  <a:lnTo>
                    <a:pt x="19456" y="497509"/>
                  </a:lnTo>
                  <a:lnTo>
                    <a:pt x="19456" y="354139"/>
                  </a:lnTo>
                  <a:close/>
                </a:path>
                <a:path w="1302384" h="497839">
                  <a:moveTo>
                    <a:pt x="19456" y="177076"/>
                  </a:moveTo>
                  <a:lnTo>
                    <a:pt x="0" y="177076"/>
                  </a:lnTo>
                  <a:lnTo>
                    <a:pt x="0" y="320433"/>
                  </a:lnTo>
                  <a:lnTo>
                    <a:pt x="19456" y="320433"/>
                  </a:lnTo>
                  <a:lnTo>
                    <a:pt x="19456" y="177076"/>
                  </a:lnTo>
                  <a:close/>
                </a:path>
                <a:path w="1302384" h="497839">
                  <a:moveTo>
                    <a:pt x="19456" y="0"/>
                  </a:moveTo>
                  <a:lnTo>
                    <a:pt x="0" y="0"/>
                  </a:lnTo>
                  <a:lnTo>
                    <a:pt x="0" y="143370"/>
                  </a:lnTo>
                  <a:lnTo>
                    <a:pt x="19456" y="143370"/>
                  </a:lnTo>
                  <a:lnTo>
                    <a:pt x="19456" y="0"/>
                  </a:lnTo>
                  <a:close/>
                </a:path>
                <a:path w="1302384" h="497839">
                  <a:moveTo>
                    <a:pt x="67398" y="354139"/>
                  </a:moveTo>
                  <a:lnTo>
                    <a:pt x="47942" y="354139"/>
                  </a:lnTo>
                  <a:lnTo>
                    <a:pt x="47942" y="497509"/>
                  </a:lnTo>
                  <a:lnTo>
                    <a:pt x="67398" y="497509"/>
                  </a:lnTo>
                  <a:lnTo>
                    <a:pt x="67398" y="354139"/>
                  </a:lnTo>
                  <a:close/>
                </a:path>
                <a:path w="1302384" h="497839">
                  <a:moveTo>
                    <a:pt x="67398" y="177076"/>
                  </a:moveTo>
                  <a:lnTo>
                    <a:pt x="47942" y="177076"/>
                  </a:lnTo>
                  <a:lnTo>
                    <a:pt x="47942" y="320433"/>
                  </a:lnTo>
                  <a:lnTo>
                    <a:pt x="67398" y="320433"/>
                  </a:lnTo>
                  <a:lnTo>
                    <a:pt x="67398" y="177076"/>
                  </a:lnTo>
                  <a:close/>
                </a:path>
                <a:path w="1302384" h="497839">
                  <a:moveTo>
                    <a:pt x="67398" y="0"/>
                  </a:moveTo>
                  <a:lnTo>
                    <a:pt x="47942" y="0"/>
                  </a:lnTo>
                  <a:lnTo>
                    <a:pt x="47942" y="143370"/>
                  </a:lnTo>
                  <a:lnTo>
                    <a:pt x="67398" y="143370"/>
                  </a:lnTo>
                  <a:lnTo>
                    <a:pt x="67398" y="0"/>
                  </a:lnTo>
                  <a:close/>
                </a:path>
                <a:path w="1302384" h="497839">
                  <a:moveTo>
                    <a:pt x="115341" y="354139"/>
                  </a:moveTo>
                  <a:lnTo>
                    <a:pt x="95885" y="354139"/>
                  </a:lnTo>
                  <a:lnTo>
                    <a:pt x="95885" y="497509"/>
                  </a:lnTo>
                  <a:lnTo>
                    <a:pt x="115341" y="497509"/>
                  </a:lnTo>
                  <a:lnTo>
                    <a:pt x="115341" y="354139"/>
                  </a:lnTo>
                  <a:close/>
                </a:path>
                <a:path w="1302384" h="497839">
                  <a:moveTo>
                    <a:pt x="115341" y="177076"/>
                  </a:moveTo>
                  <a:lnTo>
                    <a:pt x="95885" y="177076"/>
                  </a:lnTo>
                  <a:lnTo>
                    <a:pt x="95885" y="320433"/>
                  </a:lnTo>
                  <a:lnTo>
                    <a:pt x="115341" y="320433"/>
                  </a:lnTo>
                  <a:lnTo>
                    <a:pt x="115341" y="177076"/>
                  </a:lnTo>
                  <a:close/>
                </a:path>
                <a:path w="1302384" h="497839">
                  <a:moveTo>
                    <a:pt x="115341" y="0"/>
                  </a:moveTo>
                  <a:lnTo>
                    <a:pt x="95885" y="0"/>
                  </a:lnTo>
                  <a:lnTo>
                    <a:pt x="95885" y="143370"/>
                  </a:lnTo>
                  <a:lnTo>
                    <a:pt x="115341" y="143370"/>
                  </a:lnTo>
                  <a:lnTo>
                    <a:pt x="115341" y="0"/>
                  </a:lnTo>
                  <a:close/>
                </a:path>
                <a:path w="1302384" h="497839">
                  <a:moveTo>
                    <a:pt x="163296" y="354139"/>
                  </a:moveTo>
                  <a:lnTo>
                    <a:pt x="143840" y="354139"/>
                  </a:lnTo>
                  <a:lnTo>
                    <a:pt x="143840" y="497509"/>
                  </a:lnTo>
                  <a:lnTo>
                    <a:pt x="163296" y="497509"/>
                  </a:lnTo>
                  <a:lnTo>
                    <a:pt x="163296" y="354139"/>
                  </a:lnTo>
                  <a:close/>
                </a:path>
                <a:path w="1302384" h="497839">
                  <a:moveTo>
                    <a:pt x="163296" y="177076"/>
                  </a:moveTo>
                  <a:lnTo>
                    <a:pt x="143840" y="177076"/>
                  </a:lnTo>
                  <a:lnTo>
                    <a:pt x="143840" y="320433"/>
                  </a:lnTo>
                  <a:lnTo>
                    <a:pt x="163296" y="320433"/>
                  </a:lnTo>
                  <a:lnTo>
                    <a:pt x="163296" y="177076"/>
                  </a:lnTo>
                  <a:close/>
                </a:path>
                <a:path w="1302384" h="497839">
                  <a:moveTo>
                    <a:pt x="163296" y="0"/>
                  </a:moveTo>
                  <a:lnTo>
                    <a:pt x="143840" y="0"/>
                  </a:lnTo>
                  <a:lnTo>
                    <a:pt x="143840" y="143370"/>
                  </a:lnTo>
                  <a:lnTo>
                    <a:pt x="163296" y="143370"/>
                  </a:lnTo>
                  <a:lnTo>
                    <a:pt x="163296" y="0"/>
                  </a:lnTo>
                  <a:close/>
                </a:path>
                <a:path w="1302384" h="497839">
                  <a:moveTo>
                    <a:pt x="211239" y="354139"/>
                  </a:moveTo>
                  <a:lnTo>
                    <a:pt x="191782" y="354139"/>
                  </a:lnTo>
                  <a:lnTo>
                    <a:pt x="191782" y="497509"/>
                  </a:lnTo>
                  <a:lnTo>
                    <a:pt x="211239" y="497509"/>
                  </a:lnTo>
                  <a:lnTo>
                    <a:pt x="211239" y="354139"/>
                  </a:lnTo>
                  <a:close/>
                </a:path>
                <a:path w="1302384" h="497839">
                  <a:moveTo>
                    <a:pt x="211239" y="177076"/>
                  </a:moveTo>
                  <a:lnTo>
                    <a:pt x="191782" y="177076"/>
                  </a:lnTo>
                  <a:lnTo>
                    <a:pt x="191782" y="320433"/>
                  </a:lnTo>
                  <a:lnTo>
                    <a:pt x="211239" y="320433"/>
                  </a:lnTo>
                  <a:lnTo>
                    <a:pt x="211239" y="177076"/>
                  </a:lnTo>
                  <a:close/>
                </a:path>
                <a:path w="1302384" h="497839">
                  <a:moveTo>
                    <a:pt x="211239" y="0"/>
                  </a:moveTo>
                  <a:lnTo>
                    <a:pt x="191782" y="0"/>
                  </a:lnTo>
                  <a:lnTo>
                    <a:pt x="191782" y="143370"/>
                  </a:lnTo>
                  <a:lnTo>
                    <a:pt x="211239" y="143370"/>
                  </a:lnTo>
                  <a:lnTo>
                    <a:pt x="211239" y="0"/>
                  </a:lnTo>
                  <a:close/>
                </a:path>
                <a:path w="1302384" h="497839">
                  <a:moveTo>
                    <a:pt x="259194" y="354139"/>
                  </a:moveTo>
                  <a:lnTo>
                    <a:pt x="239737" y="354139"/>
                  </a:lnTo>
                  <a:lnTo>
                    <a:pt x="239737" y="497509"/>
                  </a:lnTo>
                  <a:lnTo>
                    <a:pt x="259194" y="497509"/>
                  </a:lnTo>
                  <a:lnTo>
                    <a:pt x="259194" y="354139"/>
                  </a:lnTo>
                  <a:close/>
                </a:path>
                <a:path w="1302384" h="497839">
                  <a:moveTo>
                    <a:pt x="259194" y="177076"/>
                  </a:moveTo>
                  <a:lnTo>
                    <a:pt x="239737" y="177076"/>
                  </a:lnTo>
                  <a:lnTo>
                    <a:pt x="239737" y="320433"/>
                  </a:lnTo>
                  <a:lnTo>
                    <a:pt x="259194" y="320433"/>
                  </a:lnTo>
                  <a:lnTo>
                    <a:pt x="259194" y="177076"/>
                  </a:lnTo>
                  <a:close/>
                </a:path>
                <a:path w="1302384" h="497839">
                  <a:moveTo>
                    <a:pt x="259194" y="0"/>
                  </a:moveTo>
                  <a:lnTo>
                    <a:pt x="239737" y="0"/>
                  </a:lnTo>
                  <a:lnTo>
                    <a:pt x="239737" y="143370"/>
                  </a:lnTo>
                  <a:lnTo>
                    <a:pt x="259194" y="143370"/>
                  </a:lnTo>
                  <a:lnTo>
                    <a:pt x="259194" y="0"/>
                  </a:lnTo>
                  <a:close/>
                </a:path>
                <a:path w="1302384" h="497839">
                  <a:moveTo>
                    <a:pt x="307136" y="354139"/>
                  </a:moveTo>
                  <a:lnTo>
                    <a:pt x="287680" y="354139"/>
                  </a:lnTo>
                  <a:lnTo>
                    <a:pt x="287680" y="497509"/>
                  </a:lnTo>
                  <a:lnTo>
                    <a:pt x="307136" y="497509"/>
                  </a:lnTo>
                  <a:lnTo>
                    <a:pt x="307136" y="354139"/>
                  </a:lnTo>
                  <a:close/>
                </a:path>
                <a:path w="1302384" h="497839">
                  <a:moveTo>
                    <a:pt x="307136" y="177076"/>
                  </a:moveTo>
                  <a:lnTo>
                    <a:pt x="287680" y="177076"/>
                  </a:lnTo>
                  <a:lnTo>
                    <a:pt x="287680" y="320433"/>
                  </a:lnTo>
                  <a:lnTo>
                    <a:pt x="307136" y="320433"/>
                  </a:lnTo>
                  <a:lnTo>
                    <a:pt x="307136" y="177076"/>
                  </a:lnTo>
                  <a:close/>
                </a:path>
                <a:path w="1302384" h="497839">
                  <a:moveTo>
                    <a:pt x="307136" y="0"/>
                  </a:moveTo>
                  <a:lnTo>
                    <a:pt x="287680" y="0"/>
                  </a:lnTo>
                  <a:lnTo>
                    <a:pt x="287680" y="143370"/>
                  </a:lnTo>
                  <a:lnTo>
                    <a:pt x="307136" y="143370"/>
                  </a:lnTo>
                  <a:lnTo>
                    <a:pt x="307136" y="0"/>
                  </a:lnTo>
                  <a:close/>
                </a:path>
                <a:path w="1302384" h="497839">
                  <a:moveTo>
                    <a:pt x="355092" y="354139"/>
                  </a:moveTo>
                  <a:lnTo>
                    <a:pt x="335635" y="354139"/>
                  </a:lnTo>
                  <a:lnTo>
                    <a:pt x="335635" y="497509"/>
                  </a:lnTo>
                  <a:lnTo>
                    <a:pt x="355092" y="497509"/>
                  </a:lnTo>
                  <a:lnTo>
                    <a:pt x="355092" y="354139"/>
                  </a:lnTo>
                  <a:close/>
                </a:path>
                <a:path w="1302384" h="497839">
                  <a:moveTo>
                    <a:pt x="355092" y="177076"/>
                  </a:moveTo>
                  <a:lnTo>
                    <a:pt x="335635" y="177076"/>
                  </a:lnTo>
                  <a:lnTo>
                    <a:pt x="335635" y="320433"/>
                  </a:lnTo>
                  <a:lnTo>
                    <a:pt x="355092" y="320433"/>
                  </a:lnTo>
                  <a:lnTo>
                    <a:pt x="355092" y="177076"/>
                  </a:lnTo>
                  <a:close/>
                </a:path>
                <a:path w="1302384" h="497839">
                  <a:moveTo>
                    <a:pt x="355092" y="0"/>
                  </a:moveTo>
                  <a:lnTo>
                    <a:pt x="335635" y="0"/>
                  </a:lnTo>
                  <a:lnTo>
                    <a:pt x="335635" y="143370"/>
                  </a:lnTo>
                  <a:lnTo>
                    <a:pt x="355092" y="143370"/>
                  </a:lnTo>
                  <a:lnTo>
                    <a:pt x="355092" y="0"/>
                  </a:lnTo>
                  <a:close/>
                </a:path>
                <a:path w="1302384" h="497839">
                  <a:moveTo>
                    <a:pt x="403034" y="354139"/>
                  </a:moveTo>
                  <a:lnTo>
                    <a:pt x="383578" y="354139"/>
                  </a:lnTo>
                  <a:lnTo>
                    <a:pt x="383578" y="497509"/>
                  </a:lnTo>
                  <a:lnTo>
                    <a:pt x="403034" y="497509"/>
                  </a:lnTo>
                  <a:lnTo>
                    <a:pt x="403034" y="354139"/>
                  </a:lnTo>
                  <a:close/>
                </a:path>
                <a:path w="1302384" h="497839">
                  <a:moveTo>
                    <a:pt x="403034" y="177076"/>
                  </a:moveTo>
                  <a:lnTo>
                    <a:pt x="383578" y="177076"/>
                  </a:lnTo>
                  <a:lnTo>
                    <a:pt x="383578" y="320433"/>
                  </a:lnTo>
                  <a:lnTo>
                    <a:pt x="403034" y="320433"/>
                  </a:lnTo>
                  <a:lnTo>
                    <a:pt x="403034" y="177076"/>
                  </a:lnTo>
                  <a:close/>
                </a:path>
                <a:path w="1302384" h="497839">
                  <a:moveTo>
                    <a:pt x="403034" y="0"/>
                  </a:moveTo>
                  <a:lnTo>
                    <a:pt x="383578" y="0"/>
                  </a:lnTo>
                  <a:lnTo>
                    <a:pt x="383578" y="143370"/>
                  </a:lnTo>
                  <a:lnTo>
                    <a:pt x="403034" y="143370"/>
                  </a:lnTo>
                  <a:lnTo>
                    <a:pt x="403034" y="0"/>
                  </a:lnTo>
                  <a:close/>
                </a:path>
                <a:path w="1302384" h="497839">
                  <a:moveTo>
                    <a:pt x="450989" y="354139"/>
                  </a:moveTo>
                  <a:lnTo>
                    <a:pt x="431533" y="354139"/>
                  </a:lnTo>
                  <a:lnTo>
                    <a:pt x="431533" y="497509"/>
                  </a:lnTo>
                  <a:lnTo>
                    <a:pt x="450989" y="497509"/>
                  </a:lnTo>
                  <a:lnTo>
                    <a:pt x="450989" y="354139"/>
                  </a:lnTo>
                  <a:close/>
                </a:path>
                <a:path w="1302384" h="497839">
                  <a:moveTo>
                    <a:pt x="450989" y="177076"/>
                  </a:moveTo>
                  <a:lnTo>
                    <a:pt x="431533" y="177076"/>
                  </a:lnTo>
                  <a:lnTo>
                    <a:pt x="431533" y="320433"/>
                  </a:lnTo>
                  <a:lnTo>
                    <a:pt x="450989" y="320433"/>
                  </a:lnTo>
                  <a:lnTo>
                    <a:pt x="450989" y="177076"/>
                  </a:lnTo>
                  <a:close/>
                </a:path>
                <a:path w="1302384" h="497839">
                  <a:moveTo>
                    <a:pt x="450989" y="0"/>
                  </a:moveTo>
                  <a:lnTo>
                    <a:pt x="431533" y="0"/>
                  </a:lnTo>
                  <a:lnTo>
                    <a:pt x="431533" y="143370"/>
                  </a:lnTo>
                  <a:lnTo>
                    <a:pt x="450989" y="143370"/>
                  </a:lnTo>
                  <a:lnTo>
                    <a:pt x="450989" y="0"/>
                  </a:lnTo>
                  <a:close/>
                </a:path>
                <a:path w="1302384" h="497839">
                  <a:moveTo>
                    <a:pt x="498932" y="354139"/>
                  </a:moveTo>
                  <a:lnTo>
                    <a:pt x="479475" y="354139"/>
                  </a:lnTo>
                  <a:lnTo>
                    <a:pt x="479475" y="497509"/>
                  </a:lnTo>
                  <a:lnTo>
                    <a:pt x="498932" y="497509"/>
                  </a:lnTo>
                  <a:lnTo>
                    <a:pt x="498932" y="354139"/>
                  </a:lnTo>
                  <a:close/>
                </a:path>
                <a:path w="1302384" h="497839">
                  <a:moveTo>
                    <a:pt x="498932" y="177076"/>
                  </a:moveTo>
                  <a:lnTo>
                    <a:pt x="479475" y="177076"/>
                  </a:lnTo>
                  <a:lnTo>
                    <a:pt x="479475" y="320433"/>
                  </a:lnTo>
                  <a:lnTo>
                    <a:pt x="498932" y="320433"/>
                  </a:lnTo>
                  <a:lnTo>
                    <a:pt x="498932" y="177076"/>
                  </a:lnTo>
                  <a:close/>
                </a:path>
                <a:path w="1302384" h="497839">
                  <a:moveTo>
                    <a:pt x="498932" y="0"/>
                  </a:moveTo>
                  <a:lnTo>
                    <a:pt x="479475" y="0"/>
                  </a:lnTo>
                  <a:lnTo>
                    <a:pt x="479475" y="143370"/>
                  </a:lnTo>
                  <a:lnTo>
                    <a:pt x="498932" y="143370"/>
                  </a:lnTo>
                  <a:lnTo>
                    <a:pt x="498932" y="0"/>
                  </a:lnTo>
                  <a:close/>
                </a:path>
                <a:path w="1302384" h="497839">
                  <a:moveTo>
                    <a:pt x="548030" y="354139"/>
                  </a:moveTo>
                  <a:lnTo>
                    <a:pt x="528574" y="354139"/>
                  </a:lnTo>
                  <a:lnTo>
                    <a:pt x="528574" y="497509"/>
                  </a:lnTo>
                  <a:lnTo>
                    <a:pt x="548030" y="497509"/>
                  </a:lnTo>
                  <a:lnTo>
                    <a:pt x="548030" y="354139"/>
                  </a:lnTo>
                  <a:close/>
                </a:path>
                <a:path w="1302384" h="497839">
                  <a:moveTo>
                    <a:pt x="548030" y="177076"/>
                  </a:moveTo>
                  <a:lnTo>
                    <a:pt x="528574" y="177076"/>
                  </a:lnTo>
                  <a:lnTo>
                    <a:pt x="528574" y="320433"/>
                  </a:lnTo>
                  <a:lnTo>
                    <a:pt x="548030" y="320433"/>
                  </a:lnTo>
                  <a:lnTo>
                    <a:pt x="548030" y="177076"/>
                  </a:lnTo>
                  <a:close/>
                </a:path>
                <a:path w="1302384" h="497839">
                  <a:moveTo>
                    <a:pt x="548030" y="0"/>
                  </a:moveTo>
                  <a:lnTo>
                    <a:pt x="528574" y="0"/>
                  </a:lnTo>
                  <a:lnTo>
                    <a:pt x="528574" y="143370"/>
                  </a:lnTo>
                  <a:lnTo>
                    <a:pt x="548030" y="143370"/>
                  </a:lnTo>
                  <a:lnTo>
                    <a:pt x="548030" y="0"/>
                  </a:lnTo>
                  <a:close/>
                </a:path>
                <a:path w="1302384" h="497839">
                  <a:moveTo>
                    <a:pt x="595985" y="354139"/>
                  </a:moveTo>
                  <a:lnTo>
                    <a:pt x="576541" y="354139"/>
                  </a:lnTo>
                  <a:lnTo>
                    <a:pt x="576541" y="497509"/>
                  </a:lnTo>
                  <a:lnTo>
                    <a:pt x="595985" y="497509"/>
                  </a:lnTo>
                  <a:lnTo>
                    <a:pt x="595985" y="354139"/>
                  </a:lnTo>
                  <a:close/>
                </a:path>
                <a:path w="1302384" h="497839">
                  <a:moveTo>
                    <a:pt x="595985" y="177076"/>
                  </a:moveTo>
                  <a:lnTo>
                    <a:pt x="576541" y="177076"/>
                  </a:lnTo>
                  <a:lnTo>
                    <a:pt x="576541" y="320433"/>
                  </a:lnTo>
                  <a:lnTo>
                    <a:pt x="595985" y="320433"/>
                  </a:lnTo>
                  <a:lnTo>
                    <a:pt x="595985" y="177076"/>
                  </a:lnTo>
                  <a:close/>
                </a:path>
                <a:path w="1302384" h="497839">
                  <a:moveTo>
                    <a:pt x="595985" y="0"/>
                  </a:moveTo>
                  <a:lnTo>
                    <a:pt x="576541" y="0"/>
                  </a:lnTo>
                  <a:lnTo>
                    <a:pt x="576541" y="143370"/>
                  </a:lnTo>
                  <a:lnTo>
                    <a:pt x="595985" y="143370"/>
                  </a:lnTo>
                  <a:lnTo>
                    <a:pt x="595985" y="0"/>
                  </a:lnTo>
                  <a:close/>
                </a:path>
                <a:path w="1302384" h="497839">
                  <a:moveTo>
                    <a:pt x="643940" y="354139"/>
                  </a:moveTo>
                  <a:lnTo>
                    <a:pt x="624484" y="354139"/>
                  </a:lnTo>
                  <a:lnTo>
                    <a:pt x="624484" y="497509"/>
                  </a:lnTo>
                  <a:lnTo>
                    <a:pt x="643940" y="497509"/>
                  </a:lnTo>
                  <a:lnTo>
                    <a:pt x="643940" y="354139"/>
                  </a:lnTo>
                  <a:close/>
                </a:path>
                <a:path w="1302384" h="497839">
                  <a:moveTo>
                    <a:pt x="643940" y="177076"/>
                  </a:moveTo>
                  <a:lnTo>
                    <a:pt x="624484" y="177076"/>
                  </a:lnTo>
                  <a:lnTo>
                    <a:pt x="624484" y="320433"/>
                  </a:lnTo>
                  <a:lnTo>
                    <a:pt x="643940" y="320433"/>
                  </a:lnTo>
                  <a:lnTo>
                    <a:pt x="643940" y="177076"/>
                  </a:lnTo>
                  <a:close/>
                </a:path>
                <a:path w="1302384" h="497839">
                  <a:moveTo>
                    <a:pt x="643940" y="0"/>
                  </a:moveTo>
                  <a:lnTo>
                    <a:pt x="624484" y="0"/>
                  </a:lnTo>
                  <a:lnTo>
                    <a:pt x="624484" y="143370"/>
                  </a:lnTo>
                  <a:lnTo>
                    <a:pt x="643940" y="143370"/>
                  </a:lnTo>
                  <a:lnTo>
                    <a:pt x="643940" y="0"/>
                  </a:lnTo>
                  <a:close/>
                </a:path>
                <a:path w="1302384" h="497839">
                  <a:moveTo>
                    <a:pt x="691883" y="177076"/>
                  </a:moveTo>
                  <a:lnTo>
                    <a:pt x="672426" y="177076"/>
                  </a:lnTo>
                  <a:lnTo>
                    <a:pt x="672426" y="320433"/>
                  </a:lnTo>
                  <a:lnTo>
                    <a:pt x="691883" y="320433"/>
                  </a:lnTo>
                  <a:lnTo>
                    <a:pt x="691883" y="177076"/>
                  </a:lnTo>
                  <a:close/>
                </a:path>
                <a:path w="1302384" h="497839">
                  <a:moveTo>
                    <a:pt x="691883" y="0"/>
                  </a:moveTo>
                  <a:lnTo>
                    <a:pt x="672426" y="0"/>
                  </a:lnTo>
                  <a:lnTo>
                    <a:pt x="672426" y="143370"/>
                  </a:lnTo>
                  <a:lnTo>
                    <a:pt x="691883" y="143370"/>
                  </a:lnTo>
                  <a:lnTo>
                    <a:pt x="691883" y="0"/>
                  </a:lnTo>
                  <a:close/>
                </a:path>
                <a:path w="1302384" h="497839">
                  <a:moveTo>
                    <a:pt x="739825" y="177076"/>
                  </a:moveTo>
                  <a:lnTo>
                    <a:pt x="720369" y="177076"/>
                  </a:lnTo>
                  <a:lnTo>
                    <a:pt x="720369" y="320433"/>
                  </a:lnTo>
                  <a:lnTo>
                    <a:pt x="739825" y="320433"/>
                  </a:lnTo>
                  <a:lnTo>
                    <a:pt x="739825" y="177076"/>
                  </a:lnTo>
                  <a:close/>
                </a:path>
                <a:path w="1302384" h="497839">
                  <a:moveTo>
                    <a:pt x="739825" y="0"/>
                  </a:moveTo>
                  <a:lnTo>
                    <a:pt x="720369" y="0"/>
                  </a:lnTo>
                  <a:lnTo>
                    <a:pt x="720369" y="143370"/>
                  </a:lnTo>
                  <a:lnTo>
                    <a:pt x="739825" y="143370"/>
                  </a:lnTo>
                  <a:lnTo>
                    <a:pt x="739825" y="0"/>
                  </a:lnTo>
                  <a:close/>
                </a:path>
                <a:path w="1302384" h="497839">
                  <a:moveTo>
                    <a:pt x="787781" y="177076"/>
                  </a:moveTo>
                  <a:lnTo>
                    <a:pt x="768337" y="177076"/>
                  </a:lnTo>
                  <a:lnTo>
                    <a:pt x="768337" y="320433"/>
                  </a:lnTo>
                  <a:lnTo>
                    <a:pt x="787781" y="320433"/>
                  </a:lnTo>
                  <a:lnTo>
                    <a:pt x="787781" y="177076"/>
                  </a:lnTo>
                  <a:close/>
                </a:path>
                <a:path w="1302384" h="497839">
                  <a:moveTo>
                    <a:pt x="787781" y="0"/>
                  </a:moveTo>
                  <a:lnTo>
                    <a:pt x="768337" y="0"/>
                  </a:lnTo>
                  <a:lnTo>
                    <a:pt x="768337" y="143370"/>
                  </a:lnTo>
                  <a:lnTo>
                    <a:pt x="787781" y="143370"/>
                  </a:lnTo>
                  <a:lnTo>
                    <a:pt x="787781" y="0"/>
                  </a:lnTo>
                  <a:close/>
                </a:path>
                <a:path w="1302384" h="497839">
                  <a:moveTo>
                    <a:pt x="835736" y="177076"/>
                  </a:moveTo>
                  <a:lnTo>
                    <a:pt x="816279" y="177076"/>
                  </a:lnTo>
                  <a:lnTo>
                    <a:pt x="816279" y="320433"/>
                  </a:lnTo>
                  <a:lnTo>
                    <a:pt x="835736" y="320433"/>
                  </a:lnTo>
                  <a:lnTo>
                    <a:pt x="835736" y="177076"/>
                  </a:lnTo>
                  <a:close/>
                </a:path>
                <a:path w="1302384" h="497839">
                  <a:moveTo>
                    <a:pt x="835736" y="0"/>
                  </a:moveTo>
                  <a:lnTo>
                    <a:pt x="816279" y="0"/>
                  </a:lnTo>
                  <a:lnTo>
                    <a:pt x="816279" y="143370"/>
                  </a:lnTo>
                  <a:lnTo>
                    <a:pt x="835736" y="143370"/>
                  </a:lnTo>
                  <a:lnTo>
                    <a:pt x="835736" y="0"/>
                  </a:lnTo>
                  <a:close/>
                </a:path>
                <a:path w="1302384" h="497839">
                  <a:moveTo>
                    <a:pt x="883678" y="177076"/>
                  </a:moveTo>
                  <a:lnTo>
                    <a:pt x="864222" y="177076"/>
                  </a:lnTo>
                  <a:lnTo>
                    <a:pt x="864222" y="291592"/>
                  </a:lnTo>
                  <a:lnTo>
                    <a:pt x="864222" y="320433"/>
                  </a:lnTo>
                  <a:lnTo>
                    <a:pt x="883678" y="320433"/>
                  </a:lnTo>
                  <a:lnTo>
                    <a:pt x="883678" y="291592"/>
                  </a:lnTo>
                  <a:lnTo>
                    <a:pt x="883678" y="177076"/>
                  </a:lnTo>
                  <a:close/>
                </a:path>
                <a:path w="1302384" h="497839">
                  <a:moveTo>
                    <a:pt x="883678" y="0"/>
                  </a:moveTo>
                  <a:lnTo>
                    <a:pt x="864222" y="0"/>
                  </a:lnTo>
                  <a:lnTo>
                    <a:pt x="864222" y="143370"/>
                  </a:lnTo>
                  <a:lnTo>
                    <a:pt x="883678" y="143370"/>
                  </a:lnTo>
                  <a:lnTo>
                    <a:pt x="883678" y="0"/>
                  </a:lnTo>
                  <a:close/>
                </a:path>
                <a:path w="1302384" h="497839">
                  <a:moveTo>
                    <a:pt x="931621" y="177076"/>
                  </a:moveTo>
                  <a:lnTo>
                    <a:pt x="912164" y="177076"/>
                  </a:lnTo>
                  <a:lnTo>
                    <a:pt x="912164" y="291592"/>
                  </a:lnTo>
                  <a:lnTo>
                    <a:pt x="931621" y="291592"/>
                  </a:lnTo>
                  <a:lnTo>
                    <a:pt x="931621" y="177076"/>
                  </a:lnTo>
                  <a:close/>
                </a:path>
                <a:path w="1302384" h="497839">
                  <a:moveTo>
                    <a:pt x="931621" y="0"/>
                  </a:moveTo>
                  <a:lnTo>
                    <a:pt x="912164" y="0"/>
                  </a:lnTo>
                  <a:lnTo>
                    <a:pt x="912164" y="143370"/>
                  </a:lnTo>
                  <a:lnTo>
                    <a:pt x="931621" y="143370"/>
                  </a:lnTo>
                  <a:lnTo>
                    <a:pt x="931621" y="0"/>
                  </a:lnTo>
                  <a:close/>
                </a:path>
                <a:path w="1302384" h="497839">
                  <a:moveTo>
                    <a:pt x="979576" y="177076"/>
                  </a:moveTo>
                  <a:lnTo>
                    <a:pt x="960132" y="177076"/>
                  </a:lnTo>
                  <a:lnTo>
                    <a:pt x="960132" y="228447"/>
                  </a:lnTo>
                  <a:lnTo>
                    <a:pt x="979576" y="228447"/>
                  </a:lnTo>
                  <a:lnTo>
                    <a:pt x="979576" y="177076"/>
                  </a:lnTo>
                  <a:close/>
                </a:path>
                <a:path w="1302384" h="497839">
                  <a:moveTo>
                    <a:pt x="979576" y="0"/>
                  </a:moveTo>
                  <a:lnTo>
                    <a:pt x="960132" y="0"/>
                  </a:lnTo>
                  <a:lnTo>
                    <a:pt x="960132" y="143370"/>
                  </a:lnTo>
                  <a:lnTo>
                    <a:pt x="979576" y="143370"/>
                  </a:lnTo>
                  <a:lnTo>
                    <a:pt x="979576" y="0"/>
                  </a:lnTo>
                  <a:close/>
                </a:path>
                <a:path w="1302384" h="497839">
                  <a:moveTo>
                    <a:pt x="1027531" y="177076"/>
                  </a:moveTo>
                  <a:lnTo>
                    <a:pt x="1008075" y="177076"/>
                  </a:lnTo>
                  <a:lnTo>
                    <a:pt x="1008075" y="228447"/>
                  </a:lnTo>
                  <a:lnTo>
                    <a:pt x="1027531" y="228447"/>
                  </a:lnTo>
                  <a:lnTo>
                    <a:pt x="1027531" y="177076"/>
                  </a:lnTo>
                  <a:close/>
                </a:path>
                <a:path w="1302384" h="497839">
                  <a:moveTo>
                    <a:pt x="1027531" y="0"/>
                  </a:moveTo>
                  <a:lnTo>
                    <a:pt x="1008075" y="0"/>
                  </a:lnTo>
                  <a:lnTo>
                    <a:pt x="1008075" y="143370"/>
                  </a:lnTo>
                  <a:lnTo>
                    <a:pt x="1027531" y="143370"/>
                  </a:lnTo>
                  <a:lnTo>
                    <a:pt x="1027531" y="0"/>
                  </a:lnTo>
                  <a:close/>
                </a:path>
                <a:path w="1302384" h="497839">
                  <a:moveTo>
                    <a:pt x="1070686" y="177076"/>
                  </a:moveTo>
                  <a:lnTo>
                    <a:pt x="1051229" y="177076"/>
                  </a:lnTo>
                  <a:lnTo>
                    <a:pt x="1051229" y="228447"/>
                  </a:lnTo>
                  <a:lnTo>
                    <a:pt x="1070686" y="228447"/>
                  </a:lnTo>
                  <a:lnTo>
                    <a:pt x="1070686" y="177076"/>
                  </a:lnTo>
                  <a:close/>
                </a:path>
                <a:path w="1302384" h="497839">
                  <a:moveTo>
                    <a:pt x="1070686" y="0"/>
                  </a:moveTo>
                  <a:lnTo>
                    <a:pt x="1051229" y="0"/>
                  </a:lnTo>
                  <a:lnTo>
                    <a:pt x="1051229" y="143370"/>
                  </a:lnTo>
                  <a:lnTo>
                    <a:pt x="1070686" y="143370"/>
                  </a:lnTo>
                  <a:lnTo>
                    <a:pt x="1070686" y="0"/>
                  </a:lnTo>
                  <a:close/>
                </a:path>
                <a:path w="1302384" h="497839">
                  <a:moveTo>
                    <a:pt x="1118628" y="177076"/>
                  </a:moveTo>
                  <a:lnTo>
                    <a:pt x="1099185" y="177076"/>
                  </a:lnTo>
                  <a:lnTo>
                    <a:pt x="1099185" y="228447"/>
                  </a:lnTo>
                  <a:lnTo>
                    <a:pt x="1118628" y="228447"/>
                  </a:lnTo>
                  <a:lnTo>
                    <a:pt x="1118628" y="177076"/>
                  </a:lnTo>
                  <a:close/>
                </a:path>
                <a:path w="1302384" h="497839">
                  <a:moveTo>
                    <a:pt x="1118628" y="0"/>
                  </a:moveTo>
                  <a:lnTo>
                    <a:pt x="1099185" y="0"/>
                  </a:lnTo>
                  <a:lnTo>
                    <a:pt x="1099185" y="143370"/>
                  </a:lnTo>
                  <a:lnTo>
                    <a:pt x="1118628" y="143370"/>
                  </a:lnTo>
                  <a:lnTo>
                    <a:pt x="1118628" y="0"/>
                  </a:lnTo>
                  <a:close/>
                </a:path>
                <a:path w="1302384" h="497839">
                  <a:moveTo>
                    <a:pt x="1166596" y="177076"/>
                  </a:moveTo>
                  <a:lnTo>
                    <a:pt x="1147140" y="177076"/>
                  </a:lnTo>
                  <a:lnTo>
                    <a:pt x="1147140" y="228447"/>
                  </a:lnTo>
                  <a:lnTo>
                    <a:pt x="1166596" y="228447"/>
                  </a:lnTo>
                  <a:lnTo>
                    <a:pt x="1166596" y="177076"/>
                  </a:lnTo>
                  <a:close/>
                </a:path>
                <a:path w="1302384" h="497839">
                  <a:moveTo>
                    <a:pt x="1166596" y="0"/>
                  </a:moveTo>
                  <a:lnTo>
                    <a:pt x="1147140" y="0"/>
                  </a:lnTo>
                  <a:lnTo>
                    <a:pt x="1147140" y="143370"/>
                  </a:lnTo>
                  <a:lnTo>
                    <a:pt x="1166596" y="143370"/>
                  </a:lnTo>
                  <a:lnTo>
                    <a:pt x="1166596" y="0"/>
                  </a:lnTo>
                  <a:close/>
                </a:path>
                <a:path w="1302384" h="497839">
                  <a:moveTo>
                    <a:pt x="1214539" y="177076"/>
                  </a:moveTo>
                  <a:lnTo>
                    <a:pt x="1195082" y="177076"/>
                  </a:lnTo>
                  <a:lnTo>
                    <a:pt x="1195082" y="228447"/>
                  </a:lnTo>
                  <a:lnTo>
                    <a:pt x="1214539" y="228447"/>
                  </a:lnTo>
                  <a:lnTo>
                    <a:pt x="1214539" y="177076"/>
                  </a:lnTo>
                  <a:close/>
                </a:path>
                <a:path w="1302384" h="497839">
                  <a:moveTo>
                    <a:pt x="1214539" y="0"/>
                  </a:moveTo>
                  <a:lnTo>
                    <a:pt x="1195082" y="0"/>
                  </a:lnTo>
                  <a:lnTo>
                    <a:pt x="1195082" y="143370"/>
                  </a:lnTo>
                  <a:lnTo>
                    <a:pt x="1214539" y="143370"/>
                  </a:lnTo>
                  <a:lnTo>
                    <a:pt x="1214539" y="0"/>
                  </a:lnTo>
                  <a:close/>
                </a:path>
                <a:path w="1302384" h="497839">
                  <a:moveTo>
                    <a:pt x="1262481" y="177076"/>
                  </a:moveTo>
                  <a:lnTo>
                    <a:pt x="1243025" y="177076"/>
                  </a:lnTo>
                  <a:lnTo>
                    <a:pt x="1243025" y="228447"/>
                  </a:lnTo>
                  <a:lnTo>
                    <a:pt x="1262481" y="228447"/>
                  </a:lnTo>
                  <a:lnTo>
                    <a:pt x="1262481" y="177076"/>
                  </a:lnTo>
                  <a:close/>
                </a:path>
                <a:path w="1302384" h="497839">
                  <a:moveTo>
                    <a:pt x="1262481" y="0"/>
                  </a:moveTo>
                  <a:lnTo>
                    <a:pt x="1243025" y="0"/>
                  </a:lnTo>
                  <a:lnTo>
                    <a:pt x="1243025" y="143370"/>
                  </a:lnTo>
                  <a:lnTo>
                    <a:pt x="1262481" y="143370"/>
                  </a:lnTo>
                  <a:lnTo>
                    <a:pt x="1262481" y="0"/>
                  </a:lnTo>
                  <a:close/>
                </a:path>
                <a:path w="1302384" h="497839">
                  <a:moveTo>
                    <a:pt x="1302308" y="177076"/>
                  </a:moveTo>
                  <a:lnTo>
                    <a:pt x="1290980" y="177076"/>
                  </a:lnTo>
                  <a:lnTo>
                    <a:pt x="1290980" y="228447"/>
                  </a:lnTo>
                  <a:lnTo>
                    <a:pt x="1302308" y="228447"/>
                  </a:lnTo>
                  <a:lnTo>
                    <a:pt x="1302308" y="177076"/>
                  </a:lnTo>
                  <a:close/>
                </a:path>
                <a:path w="1302384" h="497839">
                  <a:moveTo>
                    <a:pt x="1302308" y="0"/>
                  </a:moveTo>
                  <a:lnTo>
                    <a:pt x="1290980" y="0"/>
                  </a:lnTo>
                  <a:lnTo>
                    <a:pt x="1290980" y="143370"/>
                  </a:lnTo>
                  <a:lnTo>
                    <a:pt x="1302308" y="143370"/>
                  </a:lnTo>
                  <a:lnTo>
                    <a:pt x="1302308" y="0"/>
                  </a:lnTo>
                  <a:close/>
                </a:path>
              </a:pathLst>
            </a:custGeom>
            <a:solidFill>
              <a:srgbClr val="424979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8858199" y="4012024"/>
              <a:ext cx="921385" cy="1190625"/>
            </a:xfrm>
            <a:custGeom>
              <a:avLst/>
              <a:gdLst/>
              <a:ahLst/>
              <a:cxnLst/>
              <a:rect l="l" t="t" r="r" b="b"/>
              <a:pathLst>
                <a:path w="921384" h="1190625">
                  <a:moveTo>
                    <a:pt x="67106" y="177076"/>
                  </a:moveTo>
                  <a:lnTo>
                    <a:pt x="47650" y="177076"/>
                  </a:lnTo>
                  <a:lnTo>
                    <a:pt x="47650" y="320446"/>
                  </a:lnTo>
                  <a:lnTo>
                    <a:pt x="67106" y="320446"/>
                  </a:lnTo>
                  <a:lnTo>
                    <a:pt x="67106" y="177076"/>
                  </a:lnTo>
                  <a:close/>
                </a:path>
                <a:path w="921384" h="1190625">
                  <a:moveTo>
                    <a:pt x="115049" y="177076"/>
                  </a:moveTo>
                  <a:lnTo>
                    <a:pt x="95592" y="177076"/>
                  </a:lnTo>
                  <a:lnTo>
                    <a:pt x="95592" y="320446"/>
                  </a:lnTo>
                  <a:lnTo>
                    <a:pt x="115049" y="320446"/>
                  </a:lnTo>
                  <a:lnTo>
                    <a:pt x="115049" y="177076"/>
                  </a:lnTo>
                  <a:close/>
                </a:path>
                <a:path w="921384" h="1190625">
                  <a:moveTo>
                    <a:pt x="162991" y="177076"/>
                  </a:moveTo>
                  <a:lnTo>
                    <a:pt x="143535" y="177076"/>
                  </a:lnTo>
                  <a:lnTo>
                    <a:pt x="143535" y="320446"/>
                  </a:lnTo>
                  <a:lnTo>
                    <a:pt x="162991" y="320446"/>
                  </a:lnTo>
                  <a:lnTo>
                    <a:pt x="162991" y="177076"/>
                  </a:lnTo>
                  <a:close/>
                </a:path>
                <a:path w="921384" h="1190625">
                  <a:moveTo>
                    <a:pt x="210947" y="177076"/>
                  </a:moveTo>
                  <a:lnTo>
                    <a:pt x="191490" y="177076"/>
                  </a:lnTo>
                  <a:lnTo>
                    <a:pt x="191490" y="320446"/>
                  </a:lnTo>
                  <a:lnTo>
                    <a:pt x="210947" y="320446"/>
                  </a:lnTo>
                  <a:lnTo>
                    <a:pt x="210947" y="177076"/>
                  </a:lnTo>
                  <a:close/>
                </a:path>
                <a:path w="921384" h="1190625">
                  <a:moveTo>
                    <a:pt x="258889" y="177076"/>
                  </a:moveTo>
                  <a:lnTo>
                    <a:pt x="239433" y="177076"/>
                  </a:lnTo>
                  <a:lnTo>
                    <a:pt x="239433" y="320446"/>
                  </a:lnTo>
                  <a:lnTo>
                    <a:pt x="258889" y="320446"/>
                  </a:lnTo>
                  <a:lnTo>
                    <a:pt x="258889" y="177076"/>
                  </a:lnTo>
                  <a:close/>
                </a:path>
                <a:path w="921384" h="1190625">
                  <a:moveTo>
                    <a:pt x="306844" y="177076"/>
                  </a:moveTo>
                  <a:lnTo>
                    <a:pt x="287388" y="177076"/>
                  </a:lnTo>
                  <a:lnTo>
                    <a:pt x="287388" y="320446"/>
                  </a:lnTo>
                  <a:lnTo>
                    <a:pt x="306844" y="320446"/>
                  </a:lnTo>
                  <a:lnTo>
                    <a:pt x="306844" y="177076"/>
                  </a:lnTo>
                  <a:close/>
                </a:path>
                <a:path w="921384" h="1190625">
                  <a:moveTo>
                    <a:pt x="354787" y="177076"/>
                  </a:moveTo>
                  <a:lnTo>
                    <a:pt x="335330" y="177076"/>
                  </a:lnTo>
                  <a:lnTo>
                    <a:pt x="335330" y="320446"/>
                  </a:lnTo>
                  <a:lnTo>
                    <a:pt x="354787" y="320446"/>
                  </a:lnTo>
                  <a:lnTo>
                    <a:pt x="354787" y="177076"/>
                  </a:lnTo>
                  <a:close/>
                </a:path>
                <a:path w="921384" h="1190625">
                  <a:moveTo>
                    <a:pt x="402742" y="177076"/>
                  </a:moveTo>
                  <a:lnTo>
                    <a:pt x="383286" y="177076"/>
                  </a:lnTo>
                  <a:lnTo>
                    <a:pt x="383286" y="320446"/>
                  </a:lnTo>
                  <a:lnTo>
                    <a:pt x="402742" y="320446"/>
                  </a:lnTo>
                  <a:lnTo>
                    <a:pt x="402742" y="177076"/>
                  </a:lnTo>
                  <a:close/>
                </a:path>
                <a:path w="921384" h="1190625">
                  <a:moveTo>
                    <a:pt x="450684" y="177076"/>
                  </a:moveTo>
                  <a:lnTo>
                    <a:pt x="431228" y="177076"/>
                  </a:lnTo>
                  <a:lnTo>
                    <a:pt x="431228" y="320446"/>
                  </a:lnTo>
                  <a:lnTo>
                    <a:pt x="450684" y="320446"/>
                  </a:lnTo>
                  <a:lnTo>
                    <a:pt x="450684" y="177076"/>
                  </a:lnTo>
                  <a:close/>
                </a:path>
                <a:path w="921384" h="1190625">
                  <a:moveTo>
                    <a:pt x="498640" y="177076"/>
                  </a:moveTo>
                  <a:lnTo>
                    <a:pt x="479183" y="177076"/>
                  </a:lnTo>
                  <a:lnTo>
                    <a:pt x="479183" y="320446"/>
                  </a:lnTo>
                  <a:lnTo>
                    <a:pt x="498640" y="320446"/>
                  </a:lnTo>
                  <a:lnTo>
                    <a:pt x="498640" y="177076"/>
                  </a:lnTo>
                  <a:close/>
                </a:path>
                <a:path w="921384" h="1190625">
                  <a:moveTo>
                    <a:pt x="546582" y="177076"/>
                  </a:moveTo>
                  <a:lnTo>
                    <a:pt x="527126" y="177076"/>
                  </a:lnTo>
                  <a:lnTo>
                    <a:pt x="527126" y="320446"/>
                  </a:lnTo>
                  <a:lnTo>
                    <a:pt x="546582" y="320446"/>
                  </a:lnTo>
                  <a:lnTo>
                    <a:pt x="546582" y="177076"/>
                  </a:lnTo>
                  <a:close/>
                </a:path>
                <a:path w="921384" h="1190625">
                  <a:moveTo>
                    <a:pt x="595680" y="177076"/>
                  </a:moveTo>
                  <a:lnTo>
                    <a:pt x="576224" y="177076"/>
                  </a:lnTo>
                  <a:lnTo>
                    <a:pt x="576224" y="320446"/>
                  </a:lnTo>
                  <a:lnTo>
                    <a:pt x="595680" y="320446"/>
                  </a:lnTo>
                  <a:lnTo>
                    <a:pt x="595680" y="177076"/>
                  </a:lnTo>
                  <a:close/>
                </a:path>
                <a:path w="921384" h="1190625">
                  <a:moveTo>
                    <a:pt x="643636" y="177076"/>
                  </a:moveTo>
                  <a:lnTo>
                    <a:pt x="624192" y="177076"/>
                  </a:lnTo>
                  <a:lnTo>
                    <a:pt x="624192" y="320446"/>
                  </a:lnTo>
                  <a:lnTo>
                    <a:pt x="643636" y="320446"/>
                  </a:lnTo>
                  <a:lnTo>
                    <a:pt x="643636" y="177076"/>
                  </a:lnTo>
                  <a:close/>
                </a:path>
                <a:path w="921384" h="1190625">
                  <a:moveTo>
                    <a:pt x="691591" y="177076"/>
                  </a:moveTo>
                  <a:lnTo>
                    <a:pt x="672134" y="177076"/>
                  </a:lnTo>
                  <a:lnTo>
                    <a:pt x="672134" y="320446"/>
                  </a:lnTo>
                  <a:lnTo>
                    <a:pt x="691591" y="320446"/>
                  </a:lnTo>
                  <a:lnTo>
                    <a:pt x="691591" y="177076"/>
                  </a:lnTo>
                  <a:close/>
                </a:path>
                <a:path w="921384" h="1190625">
                  <a:moveTo>
                    <a:pt x="691591" y="0"/>
                  </a:moveTo>
                  <a:lnTo>
                    <a:pt x="672134" y="0"/>
                  </a:lnTo>
                  <a:lnTo>
                    <a:pt x="672134" y="143370"/>
                  </a:lnTo>
                  <a:lnTo>
                    <a:pt x="691591" y="143370"/>
                  </a:lnTo>
                  <a:lnTo>
                    <a:pt x="691591" y="0"/>
                  </a:lnTo>
                  <a:close/>
                </a:path>
                <a:path w="921384" h="1190625">
                  <a:moveTo>
                    <a:pt x="739533" y="177076"/>
                  </a:moveTo>
                  <a:lnTo>
                    <a:pt x="720077" y="177076"/>
                  </a:lnTo>
                  <a:lnTo>
                    <a:pt x="720077" y="320446"/>
                  </a:lnTo>
                  <a:lnTo>
                    <a:pt x="739533" y="320446"/>
                  </a:lnTo>
                  <a:lnTo>
                    <a:pt x="739533" y="177076"/>
                  </a:lnTo>
                  <a:close/>
                </a:path>
                <a:path w="921384" h="1190625">
                  <a:moveTo>
                    <a:pt x="739533" y="0"/>
                  </a:moveTo>
                  <a:lnTo>
                    <a:pt x="720077" y="0"/>
                  </a:lnTo>
                  <a:lnTo>
                    <a:pt x="720077" y="143370"/>
                  </a:lnTo>
                  <a:lnTo>
                    <a:pt x="739533" y="143370"/>
                  </a:lnTo>
                  <a:lnTo>
                    <a:pt x="739533" y="0"/>
                  </a:lnTo>
                  <a:close/>
                </a:path>
                <a:path w="921384" h="1190625">
                  <a:moveTo>
                    <a:pt x="787476" y="177076"/>
                  </a:moveTo>
                  <a:lnTo>
                    <a:pt x="768019" y="177076"/>
                  </a:lnTo>
                  <a:lnTo>
                    <a:pt x="768019" y="320446"/>
                  </a:lnTo>
                  <a:lnTo>
                    <a:pt x="787476" y="320446"/>
                  </a:lnTo>
                  <a:lnTo>
                    <a:pt x="787476" y="177076"/>
                  </a:lnTo>
                  <a:close/>
                </a:path>
                <a:path w="921384" h="1190625">
                  <a:moveTo>
                    <a:pt x="787476" y="0"/>
                  </a:moveTo>
                  <a:lnTo>
                    <a:pt x="768019" y="0"/>
                  </a:lnTo>
                  <a:lnTo>
                    <a:pt x="768019" y="143370"/>
                  </a:lnTo>
                  <a:lnTo>
                    <a:pt x="787476" y="143370"/>
                  </a:lnTo>
                  <a:lnTo>
                    <a:pt x="787476" y="0"/>
                  </a:lnTo>
                  <a:close/>
                </a:path>
                <a:path w="921384" h="1190625">
                  <a:moveTo>
                    <a:pt x="835431" y="177076"/>
                  </a:moveTo>
                  <a:lnTo>
                    <a:pt x="815987" y="177076"/>
                  </a:lnTo>
                  <a:lnTo>
                    <a:pt x="815987" y="228219"/>
                  </a:lnTo>
                  <a:lnTo>
                    <a:pt x="815987" y="295998"/>
                  </a:lnTo>
                  <a:lnTo>
                    <a:pt x="815987" y="320446"/>
                  </a:lnTo>
                  <a:lnTo>
                    <a:pt x="835431" y="320446"/>
                  </a:lnTo>
                  <a:lnTo>
                    <a:pt x="835431" y="295998"/>
                  </a:lnTo>
                  <a:lnTo>
                    <a:pt x="835431" y="228219"/>
                  </a:lnTo>
                  <a:lnTo>
                    <a:pt x="835431" y="177076"/>
                  </a:lnTo>
                  <a:close/>
                </a:path>
                <a:path w="921384" h="1190625">
                  <a:moveTo>
                    <a:pt x="835431" y="0"/>
                  </a:moveTo>
                  <a:lnTo>
                    <a:pt x="815987" y="0"/>
                  </a:lnTo>
                  <a:lnTo>
                    <a:pt x="815987" y="143370"/>
                  </a:lnTo>
                  <a:lnTo>
                    <a:pt x="835431" y="143370"/>
                  </a:lnTo>
                  <a:lnTo>
                    <a:pt x="835431" y="0"/>
                  </a:lnTo>
                  <a:close/>
                </a:path>
                <a:path w="921384" h="1190625">
                  <a:moveTo>
                    <a:pt x="883386" y="228219"/>
                  </a:moveTo>
                  <a:lnTo>
                    <a:pt x="863930" y="228219"/>
                  </a:lnTo>
                  <a:lnTo>
                    <a:pt x="863930" y="295998"/>
                  </a:lnTo>
                  <a:lnTo>
                    <a:pt x="883386" y="295998"/>
                  </a:lnTo>
                  <a:lnTo>
                    <a:pt x="883386" y="228219"/>
                  </a:lnTo>
                  <a:close/>
                </a:path>
                <a:path w="921384" h="1190625">
                  <a:moveTo>
                    <a:pt x="883386" y="106311"/>
                  </a:moveTo>
                  <a:lnTo>
                    <a:pt x="863930" y="106311"/>
                  </a:lnTo>
                  <a:lnTo>
                    <a:pt x="863930" y="143370"/>
                  </a:lnTo>
                  <a:lnTo>
                    <a:pt x="883386" y="143370"/>
                  </a:lnTo>
                  <a:lnTo>
                    <a:pt x="883386" y="106311"/>
                  </a:lnTo>
                  <a:close/>
                </a:path>
                <a:path w="921384" h="1190625">
                  <a:moveTo>
                    <a:pt x="883386" y="0"/>
                  </a:moveTo>
                  <a:lnTo>
                    <a:pt x="863930" y="0"/>
                  </a:lnTo>
                  <a:lnTo>
                    <a:pt x="863930" y="52171"/>
                  </a:lnTo>
                  <a:lnTo>
                    <a:pt x="883386" y="52171"/>
                  </a:lnTo>
                  <a:lnTo>
                    <a:pt x="883386" y="0"/>
                  </a:lnTo>
                  <a:close/>
                </a:path>
                <a:path w="921384" h="1190625">
                  <a:moveTo>
                    <a:pt x="921258" y="382739"/>
                  </a:moveTo>
                  <a:lnTo>
                    <a:pt x="0" y="382739"/>
                  </a:lnTo>
                  <a:lnTo>
                    <a:pt x="0" y="1190104"/>
                  </a:lnTo>
                  <a:lnTo>
                    <a:pt x="921258" y="1190104"/>
                  </a:lnTo>
                  <a:lnTo>
                    <a:pt x="921258" y="382739"/>
                  </a:lnTo>
                  <a:close/>
                </a:path>
                <a:path w="921384" h="1190625">
                  <a:moveTo>
                    <a:pt x="921258" y="228219"/>
                  </a:moveTo>
                  <a:lnTo>
                    <a:pt x="911872" y="228219"/>
                  </a:lnTo>
                  <a:lnTo>
                    <a:pt x="911872" y="295998"/>
                  </a:lnTo>
                  <a:lnTo>
                    <a:pt x="921258" y="295998"/>
                  </a:lnTo>
                  <a:lnTo>
                    <a:pt x="921258" y="228219"/>
                  </a:lnTo>
                  <a:close/>
                </a:path>
                <a:path w="921384" h="1190625">
                  <a:moveTo>
                    <a:pt x="921258" y="106311"/>
                  </a:moveTo>
                  <a:lnTo>
                    <a:pt x="911872" y="106311"/>
                  </a:lnTo>
                  <a:lnTo>
                    <a:pt x="911872" y="143370"/>
                  </a:lnTo>
                  <a:lnTo>
                    <a:pt x="921258" y="143370"/>
                  </a:lnTo>
                  <a:lnTo>
                    <a:pt x="921258" y="106311"/>
                  </a:lnTo>
                  <a:close/>
                </a:path>
                <a:path w="921384" h="1190625">
                  <a:moveTo>
                    <a:pt x="921258" y="0"/>
                  </a:moveTo>
                  <a:lnTo>
                    <a:pt x="911872" y="0"/>
                  </a:lnTo>
                  <a:lnTo>
                    <a:pt x="911872" y="52171"/>
                  </a:lnTo>
                  <a:lnTo>
                    <a:pt x="921258" y="52171"/>
                  </a:lnTo>
                  <a:lnTo>
                    <a:pt x="921258" y="0"/>
                  </a:lnTo>
                  <a:close/>
                </a:path>
              </a:pathLst>
            </a:custGeom>
            <a:solidFill>
              <a:srgbClr val="424979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8837197" y="4372934"/>
              <a:ext cx="942340" cy="22860"/>
            </a:xfrm>
            <a:custGeom>
              <a:avLst/>
              <a:gdLst/>
              <a:ahLst/>
              <a:cxnLst/>
              <a:rect l="l" t="t" r="r" b="b"/>
              <a:pathLst>
                <a:path w="942340" h="22860">
                  <a:moveTo>
                    <a:pt x="0" y="22376"/>
                  </a:moveTo>
                  <a:lnTo>
                    <a:pt x="942264" y="22376"/>
                  </a:lnTo>
                  <a:lnTo>
                    <a:pt x="942264" y="0"/>
                  </a:lnTo>
                  <a:lnTo>
                    <a:pt x="0" y="0"/>
                  </a:lnTo>
                  <a:lnTo>
                    <a:pt x="0" y="22376"/>
                  </a:lnTo>
                  <a:close/>
                </a:path>
              </a:pathLst>
            </a:custGeom>
            <a:solidFill>
              <a:srgbClr val="009E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8976246" y="4444243"/>
              <a:ext cx="803275" cy="758190"/>
            </a:xfrm>
            <a:custGeom>
              <a:avLst/>
              <a:gdLst/>
              <a:ahLst/>
              <a:cxnLst/>
              <a:rect l="l" t="t" r="r" b="b"/>
              <a:pathLst>
                <a:path w="803275" h="758189">
                  <a:moveTo>
                    <a:pt x="342074" y="0"/>
                  </a:moveTo>
                  <a:lnTo>
                    <a:pt x="0" y="0"/>
                  </a:lnTo>
                  <a:lnTo>
                    <a:pt x="0" y="757885"/>
                  </a:lnTo>
                  <a:lnTo>
                    <a:pt x="342074" y="757885"/>
                  </a:lnTo>
                  <a:lnTo>
                    <a:pt x="342074" y="0"/>
                  </a:lnTo>
                  <a:close/>
                </a:path>
                <a:path w="803275" h="758189">
                  <a:moveTo>
                    <a:pt x="803211" y="0"/>
                  </a:moveTo>
                  <a:lnTo>
                    <a:pt x="503186" y="0"/>
                  </a:lnTo>
                  <a:lnTo>
                    <a:pt x="503186" y="39814"/>
                  </a:lnTo>
                  <a:lnTo>
                    <a:pt x="503186" y="757885"/>
                  </a:lnTo>
                  <a:lnTo>
                    <a:pt x="803211" y="757885"/>
                  </a:lnTo>
                  <a:lnTo>
                    <a:pt x="803211" y="39814"/>
                  </a:lnTo>
                  <a:lnTo>
                    <a:pt x="803211" y="0"/>
                  </a:lnTo>
                  <a:close/>
                </a:path>
              </a:pathLst>
            </a:custGeom>
            <a:solidFill>
              <a:srgbClr val="424979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3" name="object 123" descr=""/>
          <p:cNvGrpSpPr/>
          <p:nvPr/>
        </p:nvGrpSpPr>
        <p:grpSpPr>
          <a:xfrm>
            <a:off x="11321665" y="3190280"/>
            <a:ext cx="689610" cy="551815"/>
            <a:chOff x="11321665" y="3190280"/>
            <a:chExt cx="689610" cy="551815"/>
          </a:xfrm>
        </p:grpSpPr>
        <p:sp>
          <p:nvSpPr>
            <p:cNvPr id="124" name="object 124" descr=""/>
            <p:cNvSpPr/>
            <p:nvPr/>
          </p:nvSpPr>
          <p:spPr>
            <a:xfrm>
              <a:off x="11354981" y="3190283"/>
              <a:ext cx="622935" cy="459105"/>
            </a:xfrm>
            <a:custGeom>
              <a:avLst/>
              <a:gdLst/>
              <a:ahLst/>
              <a:cxnLst/>
              <a:rect l="l" t="t" r="r" b="b"/>
              <a:pathLst>
                <a:path w="622934" h="459104">
                  <a:moveTo>
                    <a:pt x="316398" y="0"/>
                  </a:moveTo>
                  <a:lnTo>
                    <a:pt x="0" y="164497"/>
                  </a:lnTo>
                  <a:lnTo>
                    <a:pt x="0" y="458907"/>
                  </a:lnTo>
                  <a:lnTo>
                    <a:pt x="622724" y="458907"/>
                  </a:lnTo>
                  <a:lnTo>
                    <a:pt x="622724" y="164497"/>
                  </a:lnTo>
                  <a:lnTo>
                    <a:pt x="316398" y="0"/>
                  </a:lnTo>
                  <a:close/>
                </a:path>
              </a:pathLst>
            </a:custGeom>
            <a:solidFill>
              <a:srgbClr val="3D46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11354982" y="3190280"/>
              <a:ext cx="316865" cy="387985"/>
            </a:xfrm>
            <a:custGeom>
              <a:avLst/>
              <a:gdLst/>
              <a:ahLst/>
              <a:cxnLst/>
              <a:rect l="l" t="t" r="r" b="b"/>
              <a:pathLst>
                <a:path w="316865" h="387985">
                  <a:moveTo>
                    <a:pt x="316398" y="0"/>
                  </a:moveTo>
                  <a:lnTo>
                    <a:pt x="0" y="164497"/>
                  </a:lnTo>
                  <a:lnTo>
                    <a:pt x="0" y="387391"/>
                  </a:lnTo>
                  <a:lnTo>
                    <a:pt x="205669" y="387391"/>
                  </a:lnTo>
                  <a:lnTo>
                    <a:pt x="205669" y="157105"/>
                  </a:lnTo>
                  <a:lnTo>
                    <a:pt x="316398" y="0"/>
                  </a:lnTo>
                  <a:close/>
                </a:path>
              </a:pathLst>
            </a:custGeom>
            <a:solidFill>
              <a:srgbClr val="424979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11321665" y="3575063"/>
              <a:ext cx="689610" cy="167005"/>
            </a:xfrm>
            <a:custGeom>
              <a:avLst/>
              <a:gdLst/>
              <a:ahLst/>
              <a:cxnLst/>
              <a:rect l="l" t="t" r="r" b="b"/>
              <a:pathLst>
                <a:path w="689609" h="167004">
                  <a:moveTo>
                    <a:pt x="689361" y="0"/>
                  </a:moveTo>
                  <a:lnTo>
                    <a:pt x="0" y="0"/>
                  </a:lnTo>
                  <a:lnTo>
                    <a:pt x="0" y="166591"/>
                  </a:lnTo>
                  <a:lnTo>
                    <a:pt x="689361" y="166591"/>
                  </a:lnTo>
                  <a:lnTo>
                    <a:pt x="689361" y="0"/>
                  </a:lnTo>
                  <a:close/>
                </a:path>
              </a:pathLst>
            </a:custGeom>
            <a:solidFill>
              <a:srgbClr val="2B346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7" name="object 127" descr=""/>
          <p:cNvGrpSpPr/>
          <p:nvPr/>
        </p:nvGrpSpPr>
        <p:grpSpPr>
          <a:xfrm>
            <a:off x="10918997" y="3635020"/>
            <a:ext cx="1510665" cy="1576705"/>
            <a:chOff x="10918997" y="3635020"/>
            <a:chExt cx="1510665" cy="1576705"/>
          </a:xfrm>
        </p:grpSpPr>
        <p:sp>
          <p:nvSpPr>
            <p:cNvPr id="128" name="object 128" descr=""/>
            <p:cNvSpPr/>
            <p:nvPr/>
          </p:nvSpPr>
          <p:spPr>
            <a:xfrm>
              <a:off x="10999279" y="3668680"/>
              <a:ext cx="1356360" cy="1533525"/>
            </a:xfrm>
            <a:custGeom>
              <a:avLst/>
              <a:gdLst/>
              <a:ahLst/>
              <a:cxnLst/>
              <a:rect l="l" t="t" r="r" b="b"/>
              <a:pathLst>
                <a:path w="1356359" h="1533525">
                  <a:moveTo>
                    <a:pt x="1355890" y="177558"/>
                  </a:moveTo>
                  <a:lnTo>
                    <a:pt x="1189786" y="177558"/>
                  </a:lnTo>
                  <a:lnTo>
                    <a:pt x="1189786" y="0"/>
                  </a:lnTo>
                  <a:lnTo>
                    <a:pt x="144335" y="0"/>
                  </a:lnTo>
                  <a:lnTo>
                    <a:pt x="144335" y="177558"/>
                  </a:lnTo>
                  <a:lnTo>
                    <a:pt x="0" y="177558"/>
                  </a:lnTo>
                  <a:lnTo>
                    <a:pt x="0" y="1533448"/>
                  </a:lnTo>
                  <a:lnTo>
                    <a:pt x="1355890" y="1533448"/>
                  </a:lnTo>
                  <a:lnTo>
                    <a:pt x="1355890" y="177558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11040757" y="3635025"/>
              <a:ext cx="1274445" cy="510540"/>
            </a:xfrm>
            <a:custGeom>
              <a:avLst/>
              <a:gdLst/>
              <a:ahLst/>
              <a:cxnLst/>
              <a:rect l="l" t="t" r="r" b="b"/>
              <a:pathLst>
                <a:path w="1274445" h="510539">
                  <a:moveTo>
                    <a:pt x="16497" y="397903"/>
                  </a:moveTo>
                  <a:lnTo>
                    <a:pt x="0" y="397903"/>
                  </a:lnTo>
                  <a:lnTo>
                    <a:pt x="0" y="510527"/>
                  </a:lnTo>
                  <a:lnTo>
                    <a:pt x="16497" y="510527"/>
                  </a:lnTo>
                  <a:lnTo>
                    <a:pt x="16497" y="397903"/>
                  </a:lnTo>
                  <a:close/>
                </a:path>
                <a:path w="1274445" h="510539">
                  <a:moveTo>
                    <a:pt x="16497" y="258800"/>
                  </a:moveTo>
                  <a:lnTo>
                    <a:pt x="0" y="258800"/>
                  </a:lnTo>
                  <a:lnTo>
                    <a:pt x="0" y="371424"/>
                  </a:lnTo>
                  <a:lnTo>
                    <a:pt x="16497" y="371424"/>
                  </a:lnTo>
                  <a:lnTo>
                    <a:pt x="16497" y="258800"/>
                  </a:lnTo>
                  <a:close/>
                </a:path>
                <a:path w="1274445" h="510539">
                  <a:moveTo>
                    <a:pt x="57175" y="397903"/>
                  </a:moveTo>
                  <a:lnTo>
                    <a:pt x="40678" y="397903"/>
                  </a:lnTo>
                  <a:lnTo>
                    <a:pt x="40678" y="510527"/>
                  </a:lnTo>
                  <a:lnTo>
                    <a:pt x="57175" y="510527"/>
                  </a:lnTo>
                  <a:lnTo>
                    <a:pt x="57175" y="397903"/>
                  </a:lnTo>
                  <a:close/>
                </a:path>
                <a:path w="1274445" h="510539">
                  <a:moveTo>
                    <a:pt x="57175" y="258800"/>
                  </a:moveTo>
                  <a:lnTo>
                    <a:pt x="40678" y="258800"/>
                  </a:lnTo>
                  <a:lnTo>
                    <a:pt x="40678" y="371424"/>
                  </a:lnTo>
                  <a:lnTo>
                    <a:pt x="57175" y="371424"/>
                  </a:lnTo>
                  <a:lnTo>
                    <a:pt x="57175" y="258800"/>
                  </a:lnTo>
                  <a:close/>
                </a:path>
                <a:path w="1274445" h="510539">
                  <a:moveTo>
                    <a:pt x="97866" y="397903"/>
                  </a:moveTo>
                  <a:lnTo>
                    <a:pt x="81343" y="397903"/>
                  </a:lnTo>
                  <a:lnTo>
                    <a:pt x="81343" y="510527"/>
                  </a:lnTo>
                  <a:lnTo>
                    <a:pt x="97866" y="510527"/>
                  </a:lnTo>
                  <a:lnTo>
                    <a:pt x="97866" y="397903"/>
                  </a:lnTo>
                  <a:close/>
                </a:path>
                <a:path w="1274445" h="510539">
                  <a:moveTo>
                    <a:pt x="97866" y="258800"/>
                  </a:moveTo>
                  <a:lnTo>
                    <a:pt x="81343" y="258800"/>
                  </a:lnTo>
                  <a:lnTo>
                    <a:pt x="81343" y="371424"/>
                  </a:lnTo>
                  <a:lnTo>
                    <a:pt x="97866" y="371424"/>
                  </a:lnTo>
                  <a:lnTo>
                    <a:pt x="97866" y="258800"/>
                  </a:lnTo>
                  <a:close/>
                </a:path>
                <a:path w="1274445" h="510539">
                  <a:moveTo>
                    <a:pt x="138531" y="397903"/>
                  </a:moveTo>
                  <a:lnTo>
                    <a:pt x="122021" y="397903"/>
                  </a:lnTo>
                  <a:lnTo>
                    <a:pt x="122021" y="510527"/>
                  </a:lnTo>
                  <a:lnTo>
                    <a:pt x="138531" y="510527"/>
                  </a:lnTo>
                  <a:lnTo>
                    <a:pt x="138531" y="397903"/>
                  </a:lnTo>
                  <a:close/>
                </a:path>
                <a:path w="1274445" h="510539">
                  <a:moveTo>
                    <a:pt x="138531" y="258800"/>
                  </a:moveTo>
                  <a:lnTo>
                    <a:pt x="122021" y="258800"/>
                  </a:lnTo>
                  <a:lnTo>
                    <a:pt x="122021" y="371424"/>
                  </a:lnTo>
                  <a:lnTo>
                    <a:pt x="138531" y="371424"/>
                  </a:lnTo>
                  <a:lnTo>
                    <a:pt x="138531" y="258800"/>
                  </a:lnTo>
                  <a:close/>
                </a:path>
                <a:path w="1274445" h="510539">
                  <a:moveTo>
                    <a:pt x="179209" y="397903"/>
                  </a:moveTo>
                  <a:lnTo>
                    <a:pt x="162699" y="397903"/>
                  </a:lnTo>
                  <a:lnTo>
                    <a:pt x="162699" y="510527"/>
                  </a:lnTo>
                  <a:lnTo>
                    <a:pt x="179209" y="510527"/>
                  </a:lnTo>
                  <a:lnTo>
                    <a:pt x="179209" y="397903"/>
                  </a:lnTo>
                  <a:close/>
                </a:path>
                <a:path w="1274445" h="510539">
                  <a:moveTo>
                    <a:pt x="179209" y="258800"/>
                  </a:moveTo>
                  <a:lnTo>
                    <a:pt x="162699" y="258800"/>
                  </a:lnTo>
                  <a:lnTo>
                    <a:pt x="162699" y="371424"/>
                  </a:lnTo>
                  <a:lnTo>
                    <a:pt x="179209" y="371424"/>
                  </a:lnTo>
                  <a:lnTo>
                    <a:pt x="179209" y="258800"/>
                  </a:lnTo>
                  <a:close/>
                </a:path>
                <a:path w="1274445" h="510539">
                  <a:moveTo>
                    <a:pt x="219875" y="397903"/>
                  </a:moveTo>
                  <a:lnTo>
                    <a:pt x="203377" y="397903"/>
                  </a:lnTo>
                  <a:lnTo>
                    <a:pt x="203377" y="510527"/>
                  </a:lnTo>
                  <a:lnTo>
                    <a:pt x="219875" y="510527"/>
                  </a:lnTo>
                  <a:lnTo>
                    <a:pt x="219875" y="397903"/>
                  </a:lnTo>
                  <a:close/>
                </a:path>
                <a:path w="1274445" h="510539">
                  <a:moveTo>
                    <a:pt x="219875" y="258800"/>
                  </a:moveTo>
                  <a:lnTo>
                    <a:pt x="203377" y="258800"/>
                  </a:lnTo>
                  <a:lnTo>
                    <a:pt x="203377" y="371424"/>
                  </a:lnTo>
                  <a:lnTo>
                    <a:pt x="219875" y="371424"/>
                  </a:lnTo>
                  <a:lnTo>
                    <a:pt x="219875" y="258800"/>
                  </a:lnTo>
                  <a:close/>
                </a:path>
                <a:path w="1274445" h="510539">
                  <a:moveTo>
                    <a:pt x="260553" y="397903"/>
                  </a:moveTo>
                  <a:lnTo>
                    <a:pt x="244055" y="397903"/>
                  </a:lnTo>
                  <a:lnTo>
                    <a:pt x="244055" y="510527"/>
                  </a:lnTo>
                  <a:lnTo>
                    <a:pt x="260553" y="510527"/>
                  </a:lnTo>
                  <a:lnTo>
                    <a:pt x="260553" y="397903"/>
                  </a:lnTo>
                  <a:close/>
                </a:path>
                <a:path w="1274445" h="510539">
                  <a:moveTo>
                    <a:pt x="260553" y="258800"/>
                  </a:moveTo>
                  <a:lnTo>
                    <a:pt x="244055" y="258800"/>
                  </a:lnTo>
                  <a:lnTo>
                    <a:pt x="244055" y="371424"/>
                  </a:lnTo>
                  <a:lnTo>
                    <a:pt x="260553" y="371424"/>
                  </a:lnTo>
                  <a:lnTo>
                    <a:pt x="260553" y="258800"/>
                  </a:lnTo>
                  <a:close/>
                </a:path>
                <a:path w="1274445" h="510539">
                  <a:moveTo>
                    <a:pt x="301231" y="397903"/>
                  </a:moveTo>
                  <a:lnTo>
                    <a:pt x="284721" y="397903"/>
                  </a:lnTo>
                  <a:lnTo>
                    <a:pt x="284721" y="510527"/>
                  </a:lnTo>
                  <a:lnTo>
                    <a:pt x="301231" y="510527"/>
                  </a:lnTo>
                  <a:lnTo>
                    <a:pt x="301231" y="397903"/>
                  </a:lnTo>
                  <a:close/>
                </a:path>
                <a:path w="1274445" h="510539">
                  <a:moveTo>
                    <a:pt x="301231" y="258800"/>
                  </a:moveTo>
                  <a:lnTo>
                    <a:pt x="284721" y="258800"/>
                  </a:lnTo>
                  <a:lnTo>
                    <a:pt x="284721" y="371424"/>
                  </a:lnTo>
                  <a:lnTo>
                    <a:pt x="301231" y="371424"/>
                  </a:lnTo>
                  <a:lnTo>
                    <a:pt x="301231" y="258800"/>
                  </a:lnTo>
                  <a:close/>
                </a:path>
                <a:path w="1274445" h="510539">
                  <a:moveTo>
                    <a:pt x="341909" y="397903"/>
                  </a:moveTo>
                  <a:lnTo>
                    <a:pt x="325386" y="397903"/>
                  </a:lnTo>
                  <a:lnTo>
                    <a:pt x="325386" y="510527"/>
                  </a:lnTo>
                  <a:lnTo>
                    <a:pt x="341909" y="510527"/>
                  </a:lnTo>
                  <a:lnTo>
                    <a:pt x="341909" y="397903"/>
                  </a:lnTo>
                  <a:close/>
                </a:path>
                <a:path w="1274445" h="510539">
                  <a:moveTo>
                    <a:pt x="341909" y="258800"/>
                  </a:moveTo>
                  <a:lnTo>
                    <a:pt x="325386" y="258800"/>
                  </a:lnTo>
                  <a:lnTo>
                    <a:pt x="325386" y="371424"/>
                  </a:lnTo>
                  <a:lnTo>
                    <a:pt x="341909" y="371424"/>
                  </a:lnTo>
                  <a:lnTo>
                    <a:pt x="341909" y="258800"/>
                  </a:lnTo>
                  <a:close/>
                </a:path>
                <a:path w="1274445" h="510539">
                  <a:moveTo>
                    <a:pt x="382587" y="397903"/>
                  </a:moveTo>
                  <a:lnTo>
                    <a:pt x="366077" y="397903"/>
                  </a:lnTo>
                  <a:lnTo>
                    <a:pt x="366077" y="510527"/>
                  </a:lnTo>
                  <a:lnTo>
                    <a:pt x="382587" y="510527"/>
                  </a:lnTo>
                  <a:lnTo>
                    <a:pt x="382587" y="397903"/>
                  </a:lnTo>
                  <a:close/>
                </a:path>
                <a:path w="1274445" h="510539">
                  <a:moveTo>
                    <a:pt x="382587" y="258800"/>
                  </a:moveTo>
                  <a:lnTo>
                    <a:pt x="366077" y="258800"/>
                  </a:lnTo>
                  <a:lnTo>
                    <a:pt x="366077" y="371424"/>
                  </a:lnTo>
                  <a:lnTo>
                    <a:pt x="382587" y="371424"/>
                  </a:lnTo>
                  <a:lnTo>
                    <a:pt x="382587" y="258800"/>
                  </a:lnTo>
                  <a:close/>
                </a:path>
                <a:path w="1274445" h="510539">
                  <a:moveTo>
                    <a:pt x="423252" y="397903"/>
                  </a:moveTo>
                  <a:lnTo>
                    <a:pt x="406742" y="397903"/>
                  </a:lnTo>
                  <a:lnTo>
                    <a:pt x="406742" y="510527"/>
                  </a:lnTo>
                  <a:lnTo>
                    <a:pt x="423252" y="510527"/>
                  </a:lnTo>
                  <a:lnTo>
                    <a:pt x="423252" y="397903"/>
                  </a:lnTo>
                  <a:close/>
                </a:path>
                <a:path w="1274445" h="510539">
                  <a:moveTo>
                    <a:pt x="423252" y="258800"/>
                  </a:moveTo>
                  <a:lnTo>
                    <a:pt x="406742" y="258800"/>
                  </a:lnTo>
                  <a:lnTo>
                    <a:pt x="406742" y="371424"/>
                  </a:lnTo>
                  <a:lnTo>
                    <a:pt x="423252" y="371424"/>
                  </a:lnTo>
                  <a:lnTo>
                    <a:pt x="423252" y="258800"/>
                  </a:lnTo>
                  <a:close/>
                </a:path>
                <a:path w="1274445" h="510539">
                  <a:moveTo>
                    <a:pt x="464921" y="397903"/>
                  </a:moveTo>
                  <a:lnTo>
                    <a:pt x="448398" y="397903"/>
                  </a:lnTo>
                  <a:lnTo>
                    <a:pt x="448398" y="510527"/>
                  </a:lnTo>
                  <a:lnTo>
                    <a:pt x="464921" y="510527"/>
                  </a:lnTo>
                  <a:lnTo>
                    <a:pt x="464921" y="397903"/>
                  </a:lnTo>
                  <a:close/>
                </a:path>
                <a:path w="1274445" h="510539">
                  <a:moveTo>
                    <a:pt x="464921" y="258800"/>
                  </a:moveTo>
                  <a:lnTo>
                    <a:pt x="448398" y="258800"/>
                  </a:lnTo>
                  <a:lnTo>
                    <a:pt x="448398" y="371424"/>
                  </a:lnTo>
                  <a:lnTo>
                    <a:pt x="464921" y="371424"/>
                  </a:lnTo>
                  <a:lnTo>
                    <a:pt x="464921" y="258800"/>
                  </a:lnTo>
                  <a:close/>
                </a:path>
                <a:path w="1274445" h="510539">
                  <a:moveTo>
                    <a:pt x="505587" y="397903"/>
                  </a:moveTo>
                  <a:lnTo>
                    <a:pt x="489089" y="397903"/>
                  </a:lnTo>
                  <a:lnTo>
                    <a:pt x="489089" y="510527"/>
                  </a:lnTo>
                  <a:lnTo>
                    <a:pt x="505587" y="510527"/>
                  </a:lnTo>
                  <a:lnTo>
                    <a:pt x="505587" y="397903"/>
                  </a:lnTo>
                  <a:close/>
                </a:path>
                <a:path w="1274445" h="510539">
                  <a:moveTo>
                    <a:pt x="505587" y="258800"/>
                  </a:moveTo>
                  <a:lnTo>
                    <a:pt x="489089" y="258800"/>
                  </a:lnTo>
                  <a:lnTo>
                    <a:pt x="489089" y="371424"/>
                  </a:lnTo>
                  <a:lnTo>
                    <a:pt x="505587" y="371424"/>
                  </a:lnTo>
                  <a:lnTo>
                    <a:pt x="505587" y="258800"/>
                  </a:lnTo>
                  <a:close/>
                </a:path>
                <a:path w="1274445" h="510539">
                  <a:moveTo>
                    <a:pt x="546265" y="397903"/>
                  </a:moveTo>
                  <a:lnTo>
                    <a:pt x="529767" y="397903"/>
                  </a:lnTo>
                  <a:lnTo>
                    <a:pt x="529767" y="510527"/>
                  </a:lnTo>
                  <a:lnTo>
                    <a:pt x="546265" y="510527"/>
                  </a:lnTo>
                  <a:lnTo>
                    <a:pt x="546265" y="397903"/>
                  </a:lnTo>
                  <a:close/>
                </a:path>
                <a:path w="1274445" h="510539">
                  <a:moveTo>
                    <a:pt x="546265" y="258800"/>
                  </a:moveTo>
                  <a:lnTo>
                    <a:pt x="529767" y="258800"/>
                  </a:lnTo>
                  <a:lnTo>
                    <a:pt x="529767" y="371424"/>
                  </a:lnTo>
                  <a:lnTo>
                    <a:pt x="546265" y="371424"/>
                  </a:lnTo>
                  <a:lnTo>
                    <a:pt x="546265" y="258800"/>
                  </a:lnTo>
                  <a:close/>
                </a:path>
                <a:path w="1274445" h="510539">
                  <a:moveTo>
                    <a:pt x="586930" y="397903"/>
                  </a:moveTo>
                  <a:lnTo>
                    <a:pt x="570433" y="397903"/>
                  </a:lnTo>
                  <a:lnTo>
                    <a:pt x="570433" y="510527"/>
                  </a:lnTo>
                  <a:lnTo>
                    <a:pt x="586930" y="510527"/>
                  </a:lnTo>
                  <a:lnTo>
                    <a:pt x="586930" y="397903"/>
                  </a:lnTo>
                  <a:close/>
                </a:path>
                <a:path w="1274445" h="510539">
                  <a:moveTo>
                    <a:pt x="586930" y="258800"/>
                  </a:moveTo>
                  <a:lnTo>
                    <a:pt x="570433" y="258800"/>
                  </a:lnTo>
                  <a:lnTo>
                    <a:pt x="570433" y="371424"/>
                  </a:lnTo>
                  <a:lnTo>
                    <a:pt x="586930" y="371424"/>
                  </a:lnTo>
                  <a:lnTo>
                    <a:pt x="586930" y="258800"/>
                  </a:lnTo>
                  <a:close/>
                </a:path>
                <a:path w="1274445" h="510539">
                  <a:moveTo>
                    <a:pt x="627608" y="397903"/>
                  </a:moveTo>
                  <a:lnTo>
                    <a:pt x="611111" y="397903"/>
                  </a:lnTo>
                  <a:lnTo>
                    <a:pt x="611111" y="510527"/>
                  </a:lnTo>
                  <a:lnTo>
                    <a:pt x="627608" y="510527"/>
                  </a:lnTo>
                  <a:lnTo>
                    <a:pt x="627608" y="397903"/>
                  </a:lnTo>
                  <a:close/>
                </a:path>
                <a:path w="1274445" h="510539">
                  <a:moveTo>
                    <a:pt x="627608" y="258800"/>
                  </a:moveTo>
                  <a:lnTo>
                    <a:pt x="611111" y="258800"/>
                  </a:lnTo>
                  <a:lnTo>
                    <a:pt x="611111" y="371424"/>
                  </a:lnTo>
                  <a:lnTo>
                    <a:pt x="627608" y="371424"/>
                  </a:lnTo>
                  <a:lnTo>
                    <a:pt x="627608" y="258800"/>
                  </a:lnTo>
                  <a:close/>
                </a:path>
                <a:path w="1274445" h="510539">
                  <a:moveTo>
                    <a:pt x="668286" y="397903"/>
                  </a:moveTo>
                  <a:lnTo>
                    <a:pt x="651764" y="397903"/>
                  </a:lnTo>
                  <a:lnTo>
                    <a:pt x="651764" y="510527"/>
                  </a:lnTo>
                  <a:lnTo>
                    <a:pt x="668286" y="510527"/>
                  </a:lnTo>
                  <a:lnTo>
                    <a:pt x="668286" y="397903"/>
                  </a:lnTo>
                  <a:close/>
                </a:path>
                <a:path w="1274445" h="510539">
                  <a:moveTo>
                    <a:pt x="668286" y="258800"/>
                  </a:moveTo>
                  <a:lnTo>
                    <a:pt x="651764" y="258800"/>
                  </a:lnTo>
                  <a:lnTo>
                    <a:pt x="651764" y="371424"/>
                  </a:lnTo>
                  <a:lnTo>
                    <a:pt x="668286" y="371424"/>
                  </a:lnTo>
                  <a:lnTo>
                    <a:pt x="668286" y="258800"/>
                  </a:lnTo>
                  <a:close/>
                </a:path>
                <a:path w="1274445" h="510539">
                  <a:moveTo>
                    <a:pt x="708964" y="397903"/>
                  </a:moveTo>
                  <a:lnTo>
                    <a:pt x="692454" y="397903"/>
                  </a:lnTo>
                  <a:lnTo>
                    <a:pt x="692454" y="510527"/>
                  </a:lnTo>
                  <a:lnTo>
                    <a:pt x="708964" y="510527"/>
                  </a:lnTo>
                  <a:lnTo>
                    <a:pt x="708964" y="397903"/>
                  </a:lnTo>
                  <a:close/>
                </a:path>
                <a:path w="1274445" h="510539">
                  <a:moveTo>
                    <a:pt x="708964" y="258800"/>
                  </a:moveTo>
                  <a:lnTo>
                    <a:pt x="692454" y="258800"/>
                  </a:lnTo>
                  <a:lnTo>
                    <a:pt x="692454" y="371424"/>
                  </a:lnTo>
                  <a:lnTo>
                    <a:pt x="708964" y="371424"/>
                  </a:lnTo>
                  <a:lnTo>
                    <a:pt x="708964" y="258800"/>
                  </a:lnTo>
                  <a:close/>
                </a:path>
                <a:path w="1274445" h="510539">
                  <a:moveTo>
                    <a:pt x="749642" y="397903"/>
                  </a:moveTo>
                  <a:lnTo>
                    <a:pt x="733132" y="397903"/>
                  </a:lnTo>
                  <a:lnTo>
                    <a:pt x="733132" y="510527"/>
                  </a:lnTo>
                  <a:lnTo>
                    <a:pt x="749642" y="510527"/>
                  </a:lnTo>
                  <a:lnTo>
                    <a:pt x="749642" y="397903"/>
                  </a:lnTo>
                  <a:close/>
                </a:path>
                <a:path w="1274445" h="510539">
                  <a:moveTo>
                    <a:pt x="749642" y="258800"/>
                  </a:moveTo>
                  <a:lnTo>
                    <a:pt x="733132" y="258800"/>
                  </a:lnTo>
                  <a:lnTo>
                    <a:pt x="733132" y="371424"/>
                  </a:lnTo>
                  <a:lnTo>
                    <a:pt x="749642" y="371424"/>
                  </a:lnTo>
                  <a:lnTo>
                    <a:pt x="749642" y="258800"/>
                  </a:lnTo>
                  <a:close/>
                </a:path>
                <a:path w="1274445" h="510539">
                  <a:moveTo>
                    <a:pt x="790308" y="397903"/>
                  </a:moveTo>
                  <a:lnTo>
                    <a:pt x="773811" y="397903"/>
                  </a:lnTo>
                  <a:lnTo>
                    <a:pt x="773811" y="510527"/>
                  </a:lnTo>
                  <a:lnTo>
                    <a:pt x="790308" y="510527"/>
                  </a:lnTo>
                  <a:lnTo>
                    <a:pt x="790308" y="397903"/>
                  </a:lnTo>
                  <a:close/>
                </a:path>
                <a:path w="1274445" h="510539">
                  <a:moveTo>
                    <a:pt x="790308" y="258800"/>
                  </a:moveTo>
                  <a:lnTo>
                    <a:pt x="773811" y="258800"/>
                  </a:lnTo>
                  <a:lnTo>
                    <a:pt x="773811" y="371424"/>
                  </a:lnTo>
                  <a:lnTo>
                    <a:pt x="790308" y="371424"/>
                  </a:lnTo>
                  <a:lnTo>
                    <a:pt x="790308" y="258800"/>
                  </a:lnTo>
                  <a:close/>
                </a:path>
                <a:path w="1274445" h="510539">
                  <a:moveTo>
                    <a:pt x="830986" y="397903"/>
                  </a:moveTo>
                  <a:lnTo>
                    <a:pt x="814489" y="397903"/>
                  </a:lnTo>
                  <a:lnTo>
                    <a:pt x="814489" y="510527"/>
                  </a:lnTo>
                  <a:lnTo>
                    <a:pt x="830986" y="510527"/>
                  </a:lnTo>
                  <a:lnTo>
                    <a:pt x="830986" y="397903"/>
                  </a:lnTo>
                  <a:close/>
                </a:path>
                <a:path w="1274445" h="510539">
                  <a:moveTo>
                    <a:pt x="830986" y="258800"/>
                  </a:moveTo>
                  <a:lnTo>
                    <a:pt x="814489" y="258800"/>
                  </a:lnTo>
                  <a:lnTo>
                    <a:pt x="814489" y="371424"/>
                  </a:lnTo>
                  <a:lnTo>
                    <a:pt x="830986" y="371424"/>
                  </a:lnTo>
                  <a:lnTo>
                    <a:pt x="830986" y="258800"/>
                  </a:lnTo>
                  <a:close/>
                </a:path>
                <a:path w="1274445" h="510539">
                  <a:moveTo>
                    <a:pt x="871664" y="397903"/>
                  </a:moveTo>
                  <a:lnTo>
                    <a:pt x="855154" y="397903"/>
                  </a:lnTo>
                  <a:lnTo>
                    <a:pt x="855154" y="510527"/>
                  </a:lnTo>
                  <a:lnTo>
                    <a:pt x="871664" y="510527"/>
                  </a:lnTo>
                  <a:lnTo>
                    <a:pt x="871664" y="397903"/>
                  </a:lnTo>
                  <a:close/>
                </a:path>
                <a:path w="1274445" h="510539">
                  <a:moveTo>
                    <a:pt x="871664" y="258800"/>
                  </a:moveTo>
                  <a:lnTo>
                    <a:pt x="855154" y="258800"/>
                  </a:lnTo>
                  <a:lnTo>
                    <a:pt x="855154" y="371424"/>
                  </a:lnTo>
                  <a:lnTo>
                    <a:pt x="871664" y="371424"/>
                  </a:lnTo>
                  <a:lnTo>
                    <a:pt x="871664" y="258800"/>
                  </a:lnTo>
                  <a:close/>
                </a:path>
                <a:path w="1274445" h="510539">
                  <a:moveTo>
                    <a:pt x="908278" y="397903"/>
                  </a:moveTo>
                  <a:lnTo>
                    <a:pt x="891768" y="397903"/>
                  </a:lnTo>
                  <a:lnTo>
                    <a:pt x="891768" y="510527"/>
                  </a:lnTo>
                  <a:lnTo>
                    <a:pt x="908278" y="510527"/>
                  </a:lnTo>
                  <a:lnTo>
                    <a:pt x="908278" y="397903"/>
                  </a:lnTo>
                  <a:close/>
                </a:path>
                <a:path w="1274445" h="510539">
                  <a:moveTo>
                    <a:pt x="908278" y="258800"/>
                  </a:moveTo>
                  <a:lnTo>
                    <a:pt x="891768" y="258800"/>
                  </a:lnTo>
                  <a:lnTo>
                    <a:pt x="891768" y="371424"/>
                  </a:lnTo>
                  <a:lnTo>
                    <a:pt x="908278" y="371424"/>
                  </a:lnTo>
                  <a:lnTo>
                    <a:pt x="908278" y="258800"/>
                  </a:lnTo>
                  <a:close/>
                </a:path>
                <a:path w="1274445" h="510539">
                  <a:moveTo>
                    <a:pt x="948956" y="397903"/>
                  </a:moveTo>
                  <a:lnTo>
                    <a:pt x="932446" y="397903"/>
                  </a:lnTo>
                  <a:lnTo>
                    <a:pt x="932446" y="510527"/>
                  </a:lnTo>
                  <a:lnTo>
                    <a:pt x="948956" y="510527"/>
                  </a:lnTo>
                  <a:lnTo>
                    <a:pt x="948956" y="397903"/>
                  </a:lnTo>
                  <a:close/>
                </a:path>
                <a:path w="1274445" h="510539">
                  <a:moveTo>
                    <a:pt x="948956" y="258800"/>
                  </a:moveTo>
                  <a:lnTo>
                    <a:pt x="932446" y="258800"/>
                  </a:lnTo>
                  <a:lnTo>
                    <a:pt x="932446" y="371424"/>
                  </a:lnTo>
                  <a:lnTo>
                    <a:pt x="948956" y="371424"/>
                  </a:lnTo>
                  <a:lnTo>
                    <a:pt x="948956" y="258800"/>
                  </a:lnTo>
                  <a:close/>
                </a:path>
                <a:path w="1274445" h="510539">
                  <a:moveTo>
                    <a:pt x="970267" y="0"/>
                  </a:moveTo>
                  <a:lnTo>
                    <a:pt x="280898" y="0"/>
                  </a:lnTo>
                  <a:lnTo>
                    <a:pt x="280898" y="33655"/>
                  </a:lnTo>
                  <a:lnTo>
                    <a:pt x="970267" y="33655"/>
                  </a:lnTo>
                  <a:lnTo>
                    <a:pt x="970267" y="0"/>
                  </a:lnTo>
                  <a:close/>
                </a:path>
                <a:path w="1274445" h="510539">
                  <a:moveTo>
                    <a:pt x="989634" y="397903"/>
                  </a:moveTo>
                  <a:lnTo>
                    <a:pt x="973124" y="397903"/>
                  </a:lnTo>
                  <a:lnTo>
                    <a:pt x="973124" y="510527"/>
                  </a:lnTo>
                  <a:lnTo>
                    <a:pt x="989634" y="510527"/>
                  </a:lnTo>
                  <a:lnTo>
                    <a:pt x="989634" y="397903"/>
                  </a:lnTo>
                  <a:close/>
                </a:path>
                <a:path w="1274445" h="510539">
                  <a:moveTo>
                    <a:pt x="989634" y="258800"/>
                  </a:moveTo>
                  <a:lnTo>
                    <a:pt x="973124" y="258800"/>
                  </a:lnTo>
                  <a:lnTo>
                    <a:pt x="973124" y="371424"/>
                  </a:lnTo>
                  <a:lnTo>
                    <a:pt x="989634" y="371424"/>
                  </a:lnTo>
                  <a:lnTo>
                    <a:pt x="989634" y="258800"/>
                  </a:lnTo>
                  <a:close/>
                </a:path>
                <a:path w="1274445" h="510539">
                  <a:moveTo>
                    <a:pt x="1030300" y="397903"/>
                  </a:moveTo>
                  <a:lnTo>
                    <a:pt x="1013802" y="397903"/>
                  </a:lnTo>
                  <a:lnTo>
                    <a:pt x="1013802" y="510527"/>
                  </a:lnTo>
                  <a:lnTo>
                    <a:pt x="1030300" y="510527"/>
                  </a:lnTo>
                  <a:lnTo>
                    <a:pt x="1030300" y="397903"/>
                  </a:lnTo>
                  <a:close/>
                </a:path>
                <a:path w="1274445" h="510539">
                  <a:moveTo>
                    <a:pt x="1030300" y="258800"/>
                  </a:moveTo>
                  <a:lnTo>
                    <a:pt x="1013802" y="258800"/>
                  </a:lnTo>
                  <a:lnTo>
                    <a:pt x="1013802" y="371424"/>
                  </a:lnTo>
                  <a:lnTo>
                    <a:pt x="1030300" y="371424"/>
                  </a:lnTo>
                  <a:lnTo>
                    <a:pt x="1030300" y="258800"/>
                  </a:lnTo>
                  <a:close/>
                </a:path>
                <a:path w="1274445" h="510539">
                  <a:moveTo>
                    <a:pt x="1070978" y="397903"/>
                  </a:moveTo>
                  <a:lnTo>
                    <a:pt x="1054481" y="397903"/>
                  </a:lnTo>
                  <a:lnTo>
                    <a:pt x="1054481" y="510527"/>
                  </a:lnTo>
                  <a:lnTo>
                    <a:pt x="1070978" y="510527"/>
                  </a:lnTo>
                  <a:lnTo>
                    <a:pt x="1070978" y="397903"/>
                  </a:lnTo>
                  <a:close/>
                </a:path>
                <a:path w="1274445" h="510539">
                  <a:moveTo>
                    <a:pt x="1070978" y="258800"/>
                  </a:moveTo>
                  <a:lnTo>
                    <a:pt x="1054481" y="258800"/>
                  </a:lnTo>
                  <a:lnTo>
                    <a:pt x="1054481" y="371424"/>
                  </a:lnTo>
                  <a:lnTo>
                    <a:pt x="1070978" y="371424"/>
                  </a:lnTo>
                  <a:lnTo>
                    <a:pt x="1070978" y="258800"/>
                  </a:lnTo>
                  <a:close/>
                </a:path>
                <a:path w="1274445" h="510539">
                  <a:moveTo>
                    <a:pt x="1111656" y="397903"/>
                  </a:moveTo>
                  <a:lnTo>
                    <a:pt x="1095146" y="397903"/>
                  </a:lnTo>
                  <a:lnTo>
                    <a:pt x="1095146" y="510527"/>
                  </a:lnTo>
                  <a:lnTo>
                    <a:pt x="1111656" y="510527"/>
                  </a:lnTo>
                  <a:lnTo>
                    <a:pt x="1111656" y="397903"/>
                  </a:lnTo>
                  <a:close/>
                </a:path>
                <a:path w="1274445" h="510539">
                  <a:moveTo>
                    <a:pt x="1111656" y="258800"/>
                  </a:moveTo>
                  <a:lnTo>
                    <a:pt x="1095146" y="258800"/>
                  </a:lnTo>
                  <a:lnTo>
                    <a:pt x="1095146" y="371424"/>
                  </a:lnTo>
                  <a:lnTo>
                    <a:pt x="1111656" y="371424"/>
                  </a:lnTo>
                  <a:lnTo>
                    <a:pt x="1111656" y="258800"/>
                  </a:lnTo>
                  <a:close/>
                </a:path>
                <a:path w="1274445" h="510539">
                  <a:moveTo>
                    <a:pt x="1148308" y="157289"/>
                  </a:moveTo>
                  <a:lnTo>
                    <a:pt x="102857" y="157289"/>
                  </a:lnTo>
                  <a:lnTo>
                    <a:pt x="102857" y="211213"/>
                  </a:lnTo>
                  <a:lnTo>
                    <a:pt x="1148308" y="211213"/>
                  </a:lnTo>
                  <a:lnTo>
                    <a:pt x="1148308" y="157289"/>
                  </a:lnTo>
                  <a:close/>
                </a:path>
                <a:path w="1274445" h="510539">
                  <a:moveTo>
                    <a:pt x="1152334" y="397903"/>
                  </a:moveTo>
                  <a:lnTo>
                    <a:pt x="1135824" y="397903"/>
                  </a:lnTo>
                  <a:lnTo>
                    <a:pt x="1135824" y="510527"/>
                  </a:lnTo>
                  <a:lnTo>
                    <a:pt x="1152334" y="510527"/>
                  </a:lnTo>
                  <a:lnTo>
                    <a:pt x="1152334" y="397903"/>
                  </a:lnTo>
                  <a:close/>
                </a:path>
                <a:path w="1274445" h="510539">
                  <a:moveTo>
                    <a:pt x="1152334" y="258800"/>
                  </a:moveTo>
                  <a:lnTo>
                    <a:pt x="1135824" y="258800"/>
                  </a:lnTo>
                  <a:lnTo>
                    <a:pt x="1135824" y="371424"/>
                  </a:lnTo>
                  <a:lnTo>
                    <a:pt x="1152334" y="371424"/>
                  </a:lnTo>
                  <a:lnTo>
                    <a:pt x="1152334" y="258800"/>
                  </a:lnTo>
                  <a:close/>
                </a:path>
                <a:path w="1274445" h="510539">
                  <a:moveTo>
                    <a:pt x="1192999" y="397903"/>
                  </a:moveTo>
                  <a:lnTo>
                    <a:pt x="1176489" y="397903"/>
                  </a:lnTo>
                  <a:lnTo>
                    <a:pt x="1176489" y="510527"/>
                  </a:lnTo>
                  <a:lnTo>
                    <a:pt x="1192999" y="510527"/>
                  </a:lnTo>
                  <a:lnTo>
                    <a:pt x="1192999" y="397903"/>
                  </a:lnTo>
                  <a:close/>
                </a:path>
                <a:path w="1274445" h="510539">
                  <a:moveTo>
                    <a:pt x="1192999" y="258800"/>
                  </a:moveTo>
                  <a:lnTo>
                    <a:pt x="1176489" y="258800"/>
                  </a:lnTo>
                  <a:lnTo>
                    <a:pt x="1176489" y="371424"/>
                  </a:lnTo>
                  <a:lnTo>
                    <a:pt x="1192999" y="371424"/>
                  </a:lnTo>
                  <a:lnTo>
                    <a:pt x="1192999" y="258800"/>
                  </a:lnTo>
                  <a:close/>
                </a:path>
                <a:path w="1274445" h="510539">
                  <a:moveTo>
                    <a:pt x="1233678" y="397903"/>
                  </a:moveTo>
                  <a:lnTo>
                    <a:pt x="1217168" y="397903"/>
                  </a:lnTo>
                  <a:lnTo>
                    <a:pt x="1217168" y="510527"/>
                  </a:lnTo>
                  <a:lnTo>
                    <a:pt x="1233678" y="510527"/>
                  </a:lnTo>
                  <a:lnTo>
                    <a:pt x="1233678" y="397903"/>
                  </a:lnTo>
                  <a:close/>
                </a:path>
                <a:path w="1274445" h="510539">
                  <a:moveTo>
                    <a:pt x="1233678" y="258800"/>
                  </a:moveTo>
                  <a:lnTo>
                    <a:pt x="1217168" y="258800"/>
                  </a:lnTo>
                  <a:lnTo>
                    <a:pt x="1217168" y="371424"/>
                  </a:lnTo>
                  <a:lnTo>
                    <a:pt x="1233678" y="371424"/>
                  </a:lnTo>
                  <a:lnTo>
                    <a:pt x="1233678" y="258800"/>
                  </a:lnTo>
                  <a:close/>
                </a:path>
                <a:path w="1274445" h="510539">
                  <a:moveTo>
                    <a:pt x="1274343" y="397903"/>
                  </a:moveTo>
                  <a:lnTo>
                    <a:pt x="1257846" y="397903"/>
                  </a:lnTo>
                  <a:lnTo>
                    <a:pt x="1257846" y="510527"/>
                  </a:lnTo>
                  <a:lnTo>
                    <a:pt x="1274343" y="510527"/>
                  </a:lnTo>
                  <a:lnTo>
                    <a:pt x="1274343" y="397903"/>
                  </a:lnTo>
                  <a:close/>
                </a:path>
                <a:path w="1274445" h="510539">
                  <a:moveTo>
                    <a:pt x="1274343" y="258800"/>
                  </a:moveTo>
                  <a:lnTo>
                    <a:pt x="1257846" y="258800"/>
                  </a:lnTo>
                  <a:lnTo>
                    <a:pt x="1257846" y="371424"/>
                  </a:lnTo>
                  <a:lnTo>
                    <a:pt x="1274343" y="371424"/>
                  </a:lnTo>
                  <a:lnTo>
                    <a:pt x="1274343" y="258800"/>
                  </a:lnTo>
                  <a:close/>
                </a:path>
              </a:pathLst>
            </a:custGeom>
            <a:solidFill>
              <a:srgbClr val="424979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11050333" y="4192555"/>
              <a:ext cx="1274445" cy="121920"/>
            </a:xfrm>
            <a:custGeom>
              <a:avLst/>
              <a:gdLst/>
              <a:ahLst/>
              <a:cxnLst/>
              <a:rect l="l" t="t" r="r" b="b"/>
              <a:pathLst>
                <a:path w="1274445" h="121920">
                  <a:moveTo>
                    <a:pt x="16497" y="0"/>
                  </a:moveTo>
                  <a:lnTo>
                    <a:pt x="0" y="0"/>
                  </a:lnTo>
                  <a:lnTo>
                    <a:pt x="0" y="121627"/>
                  </a:lnTo>
                  <a:lnTo>
                    <a:pt x="16497" y="121627"/>
                  </a:lnTo>
                  <a:lnTo>
                    <a:pt x="16497" y="0"/>
                  </a:lnTo>
                  <a:close/>
                </a:path>
                <a:path w="1274445" h="121920">
                  <a:moveTo>
                    <a:pt x="57162" y="0"/>
                  </a:moveTo>
                  <a:lnTo>
                    <a:pt x="40665" y="0"/>
                  </a:lnTo>
                  <a:lnTo>
                    <a:pt x="40665" y="121627"/>
                  </a:lnTo>
                  <a:lnTo>
                    <a:pt x="57162" y="121627"/>
                  </a:lnTo>
                  <a:lnTo>
                    <a:pt x="57162" y="0"/>
                  </a:lnTo>
                  <a:close/>
                </a:path>
                <a:path w="1274445" h="121920">
                  <a:moveTo>
                    <a:pt x="97840" y="0"/>
                  </a:moveTo>
                  <a:lnTo>
                    <a:pt x="81330" y="0"/>
                  </a:lnTo>
                  <a:lnTo>
                    <a:pt x="81330" y="121627"/>
                  </a:lnTo>
                  <a:lnTo>
                    <a:pt x="97840" y="121627"/>
                  </a:lnTo>
                  <a:lnTo>
                    <a:pt x="97840" y="0"/>
                  </a:lnTo>
                  <a:close/>
                </a:path>
                <a:path w="1274445" h="121920">
                  <a:moveTo>
                    <a:pt x="138518" y="0"/>
                  </a:moveTo>
                  <a:lnTo>
                    <a:pt x="122008" y="0"/>
                  </a:lnTo>
                  <a:lnTo>
                    <a:pt x="122008" y="121627"/>
                  </a:lnTo>
                  <a:lnTo>
                    <a:pt x="138518" y="121627"/>
                  </a:lnTo>
                  <a:lnTo>
                    <a:pt x="138518" y="0"/>
                  </a:lnTo>
                  <a:close/>
                </a:path>
                <a:path w="1274445" h="121920">
                  <a:moveTo>
                    <a:pt x="179197" y="0"/>
                  </a:moveTo>
                  <a:lnTo>
                    <a:pt x="162674" y="0"/>
                  </a:lnTo>
                  <a:lnTo>
                    <a:pt x="162674" y="121627"/>
                  </a:lnTo>
                  <a:lnTo>
                    <a:pt x="179197" y="121627"/>
                  </a:lnTo>
                  <a:lnTo>
                    <a:pt x="179197" y="0"/>
                  </a:lnTo>
                  <a:close/>
                </a:path>
                <a:path w="1274445" h="121920">
                  <a:moveTo>
                    <a:pt x="219875" y="0"/>
                  </a:moveTo>
                  <a:lnTo>
                    <a:pt x="203365" y="0"/>
                  </a:lnTo>
                  <a:lnTo>
                    <a:pt x="203365" y="121627"/>
                  </a:lnTo>
                  <a:lnTo>
                    <a:pt x="219875" y="121627"/>
                  </a:lnTo>
                  <a:lnTo>
                    <a:pt x="219875" y="0"/>
                  </a:lnTo>
                  <a:close/>
                </a:path>
                <a:path w="1274445" h="121920">
                  <a:moveTo>
                    <a:pt x="260540" y="0"/>
                  </a:moveTo>
                  <a:lnTo>
                    <a:pt x="244043" y="0"/>
                  </a:lnTo>
                  <a:lnTo>
                    <a:pt x="244043" y="121627"/>
                  </a:lnTo>
                  <a:lnTo>
                    <a:pt x="260540" y="121627"/>
                  </a:lnTo>
                  <a:lnTo>
                    <a:pt x="260540" y="0"/>
                  </a:lnTo>
                  <a:close/>
                </a:path>
                <a:path w="1274445" h="121920">
                  <a:moveTo>
                    <a:pt x="301218" y="0"/>
                  </a:moveTo>
                  <a:lnTo>
                    <a:pt x="284721" y="0"/>
                  </a:lnTo>
                  <a:lnTo>
                    <a:pt x="284721" y="121627"/>
                  </a:lnTo>
                  <a:lnTo>
                    <a:pt x="301218" y="121627"/>
                  </a:lnTo>
                  <a:lnTo>
                    <a:pt x="301218" y="0"/>
                  </a:lnTo>
                  <a:close/>
                </a:path>
                <a:path w="1274445" h="121920">
                  <a:moveTo>
                    <a:pt x="341896" y="0"/>
                  </a:moveTo>
                  <a:lnTo>
                    <a:pt x="325386" y="0"/>
                  </a:lnTo>
                  <a:lnTo>
                    <a:pt x="325386" y="121627"/>
                  </a:lnTo>
                  <a:lnTo>
                    <a:pt x="341896" y="121627"/>
                  </a:lnTo>
                  <a:lnTo>
                    <a:pt x="341896" y="0"/>
                  </a:lnTo>
                  <a:close/>
                </a:path>
                <a:path w="1274445" h="121920">
                  <a:moveTo>
                    <a:pt x="382574" y="0"/>
                  </a:moveTo>
                  <a:lnTo>
                    <a:pt x="366052" y="0"/>
                  </a:lnTo>
                  <a:lnTo>
                    <a:pt x="366052" y="121627"/>
                  </a:lnTo>
                  <a:lnTo>
                    <a:pt x="382574" y="121627"/>
                  </a:lnTo>
                  <a:lnTo>
                    <a:pt x="382574" y="0"/>
                  </a:lnTo>
                  <a:close/>
                </a:path>
                <a:path w="1274445" h="121920">
                  <a:moveTo>
                    <a:pt x="423252" y="0"/>
                  </a:moveTo>
                  <a:lnTo>
                    <a:pt x="406730" y="0"/>
                  </a:lnTo>
                  <a:lnTo>
                    <a:pt x="406730" y="121627"/>
                  </a:lnTo>
                  <a:lnTo>
                    <a:pt x="423252" y="121627"/>
                  </a:lnTo>
                  <a:lnTo>
                    <a:pt x="423252" y="0"/>
                  </a:lnTo>
                  <a:close/>
                </a:path>
                <a:path w="1274445" h="121920">
                  <a:moveTo>
                    <a:pt x="464896" y="0"/>
                  </a:moveTo>
                  <a:lnTo>
                    <a:pt x="448386" y="0"/>
                  </a:lnTo>
                  <a:lnTo>
                    <a:pt x="448386" y="121627"/>
                  </a:lnTo>
                  <a:lnTo>
                    <a:pt x="464896" y="121627"/>
                  </a:lnTo>
                  <a:lnTo>
                    <a:pt x="464896" y="0"/>
                  </a:lnTo>
                  <a:close/>
                </a:path>
                <a:path w="1274445" h="121920">
                  <a:moveTo>
                    <a:pt x="505587" y="0"/>
                  </a:moveTo>
                  <a:lnTo>
                    <a:pt x="489064" y="0"/>
                  </a:lnTo>
                  <a:lnTo>
                    <a:pt x="489064" y="121627"/>
                  </a:lnTo>
                  <a:lnTo>
                    <a:pt x="505587" y="121627"/>
                  </a:lnTo>
                  <a:lnTo>
                    <a:pt x="505587" y="0"/>
                  </a:lnTo>
                  <a:close/>
                </a:path>
                <a:path w="1274445" h="121920">
                  <a:moveTo>
                    <a:pt x="546252" y="0"/>
                  </a:moveTo>
                  <a:lnTo>
                    <a:pt x="529742" y="0"/>
                  </a:lnTo>
                  <a:lnTo>
                    <a:pt x="529742" y="121627"/>
                  </a:lnTo>
                  <a:lnTo>
                    <a:pt x="546252" y="121627"/>
                  </a:lnTo>
                  <a:lnTo>
                    <a:pt x="546252" y="0"/>
                  </a:lnTo>
                  <a:close/>
                </a:path>
                <a:path w="1274445" h="121920">
                  <a:moveTo>
                    <a:pt x="586930" y="0"/>
                  </a:moveTo>
                  <a:lnTo>
                    <a:pt x="570433" y="0"/>
                  </a:lnTo>
                  <a:lnTo>
                    <a:pt x="570433" y="121627"/>
                  </a:lnTo>
                  <a:lnTo>
                    <a:pt x="586930" y="121627"/>
                  </a:lnTo>
                  <a:lnTo>
                    <a:pt x="586930" y="0"/>
                  </a:lnTo>
                  <a:close/>
                </a:path>
                <a:path w="1274445" h="121920">
                  <a:moveTo>
                    <a:pt x="627595" y="0"/>
                  </a:moveTo>
                  <a:lnTo>
                    <a:pt x="611098" y="0"/>
                  </a:lnTo>
                  <a:lnTo>
                    <a:pt x="611098" y="121627"/>
                  </a:lnTo>
                  <a:lnTo>
                    <a:pt x="627595" y="121627"/>
                  </a:lnTo>
                  <a:lnTo>
                    <a:pt x="627595" y="0"/>
                  </a:lnTo>
                  <a:close/>
                </a:path>
                <a:path w="1274445" h="121920">
                  <a:moveTo>
                    <a:pt x="668274" y="0"/>
                  </a:moveTo>
                  <a:lnTo>
                    <a:pt x="651764" y="0"/>
                  </a:lnTo>
                  <a:lnTo>
                    <a:pt x="651764" y="121627"/>
                  </a:lnTo>
                  <a:lnTo>
                    <a:pt x="668274" y="121627"/>
                  </a:lnTo>
                  <a:lnTo>
                    <a:pt x="668274" y="0"/>
                  </a:lnTo>
                  <a:close/>
                </a:path>
                <a:path w="1274445" h="121920">
                  <a:moveTo>
                    <a:pt x="708952" y="0"/>
                  </a:moveTo>
                  <a:lnTo>
                    <a:pt x="692429" y="0"/>
                  </a:lnTo>
                  <a:lnTo>
                    <a:pt x="692429" y="121627"/>
                  </a:lnTo>
                  <a:lnTo>
                    <a:pt x="708952" y="121627"/>
                  </a:lnTo>
                  <a:lnTo>
                    <a:pt x="708952" y="0"/>
                  </a:lnTo>
                  <a:close/>
                </a:path>
                <a:path w="1274445" h="121920">
                  <a:moveTo>
                    <a:pt x="749630" y="0"/>
                  </a:moveTo>
                  <a:lnTo>
                    <a:pt x="733107" y="0"/>
                  </a:lnTo>
                  <a:lnTo>
                    <a:pt x="733107" y="121627"/>
                  </a:lnTo>
                  <a:lnTo>
                    <a:pt x="749630" y="121627"/>
                  </a:lnTo>
                  <a:lnTo>
                    <a:pt x="749630" y="0"/>
                  </a:lnTo>
                  <a:close/>
                </a:path>
                <a:path w="1274445" h="121920">
                  <a:moveTo>
                    <a:pt x="790308" y="0"/>
                  </a:moveTo>
                  <a:lnTo>
                    <a:pt x="773798" y="0"/>
                  </a:lnTo>
                  <a:lnTo>
                    <a:pt x="773798" y="121627"/>
                  </a:lnTo>
                  <a:lnTo>
                    <a:pt x="790308" y="121627"/>
                  </a:lnTo>
                  <a:lnTo>
                    <a:pt x="790308" y="0"/>
                  </a:lnTo>
                  <a:close/>
                </a:path>
                <a:path w="1274445" h="121920">
                  <a:moveTo>
                    <a:pt x="830973" y="0"/>
                  </a:moveTo>
                  <a:lnTo>
                    <a:pt x="814476" y="0"/>
                  </a:lnTo>
                  <a:lnTo>
                    <a:pt x="814476" y="121627"/>
                  </a:lnTo>
                  <a:lnTo>
                    <a:pt x="830973" y="121627"/>
                  </a:lnTo>
                  <a:lnTo>
                    <a:pt x="830973" y="0"/>
                  </a:lnTo>
                  <a:close/>
                </a:path>
                <a:path w="1274445" h="121920">
                  <a:moveTo>
                    <a:pt x="871651" y="0"/>
                  </a:moveTo>
                  <a:lnTo>
                    <a:pt x="855154" y="0"/>
                  </a:lnTo>
                  <a:lnTo>
                    <a:pt x="855154" y="121627"/>
                  </a:lnTo>
                  <a:lnTo>
                    <a:pt x="871651" y="121627"/>
                  </a:lnTo>
                  <a:lnTo>
                    <a:pt x="871651" y="0"/>
                  </a:lnTo>
                  <a:close/>
                </a:path>
                <a:path w="1274445" h="121920">
                  <a:moveTo>
                    <a:pt x="908265" y="0"/>
                  </a:moveTo>
                  <a:lnTo>
                    <a:pt x="891755" y="0"/>
                  </a:lnTo>
                  <a:lnTo>
                    <a:pt x="891755" y="121627"/>
                  </a:lnTo>
                  <a:lnTo>
                    <a:pt x="908265" y="121627"/>
                  </a:lnTo>
                  <a:lnTo>
                    <a:pt x="908265" y="0"/>
                  </a:lnTo>
                  <a:close/>
                </a:path>
                <a:path w="1274445" h="121920">
                  <a:moveTo>
                    <a:pt x="948944" y="0"/>
                  </a:moveTo>
                  <a:lnTo>
                    <a:pt x="932421" y="0"/>
                  </a:lnTo>
                  <a:lnTo>
                    <a:pt x="932421" y="121627"/>
                  </a:lnTo>
                  <a:lnTo>
                    <a:pt x="948944" y="121627"/>
                  </a:lnTo>
                  <a:lnTo>
                    <a:pt x="948944" y="0"/>
                  </a:lnTo>
                  <a:close/>
                </a:path>
                <a:path w="1274445" h="121920">
                  <a:moveTo>
                    <a:pt x="989622" y="0"/>
                  </a:moveTo>
                  <a:lnTo>
                    <a:pt x="973112" y="0"/>
                  </a:lnTo>
                  <a:lnTo>
                    <a:pt x="973112" y="121627"/>
                  </a:lnTo>
                  <a:lnTo>
                    <a:pt x="989622" y="121627"/>
                  </a:lnTo>
                  <a:lnTo>
                    <a:pt x="989622" y="0"/>
                  </a:lnTo>
                  <a:close/>
                </a:path>
                <a:path w="1274445" h="121920">
                  <a:moveTo>
                    <a:pt x="1030287" y="0"/>
                  </a:moveTo>
                  <a:lnTo>
                    <a:pt x="1013790" y="0"/>
                  </a:lnTo>
                  <a:lnTo>
                    <a:pt x="1013790" y="121627"/>
                  </a:lnTo>
                  <a:lnTo>
                    <a:pt x="1030287" y="121627"/>
                  </a:lnTo>
                  <a:lnTo>
                    <a:pt x="1030287" y="0"/>
                  </a:lnTo>
                  <a:close/>
                </a:path>
                <a:path w="1274445" h="121920">
                  <a:moveTo>
                    <a:pt x="1070965" y="0"/>
                  </a:moveTo>
                  <a:lnTo>
                    <a:pt x="1054468" y="0"/>
                  </a:lnTo>
                  <a:lnTo>
                    <a:pt x="1054468" y="121627"/>
                  </a:lnTo>
                  <a:lnTo>
                    <a:pt x="1070965" y="121627"/>
                  </a:lnTo>
                  <a:lnTo>
                    <a:pt x="1070965" y="0"/>
                  </a:lnTo>
                  <a:close/>
                </a:path>
                <a:path w="1274445" h="121920">
                  <a:moveTo>
                    <a:pt x="1111643" y="0"/>
                  </a:moveTo>
                  <a:lnTo>
                    <a:pt x="1095146" y="0"/>
                  </a:lnTo>
                  <a:lnTo>
                    <a:pt x="1095146" y="121627"/>
                  </a:lnTo>
                  <a:lnTo>
                    <a:pt x="1111643" y="121627"/>
                  </a:lnTo>
                  <a:lnTo>
                    <a:pt x="1111643" y="0"/>
                  </a:lnTo>
                  <a:close/>
                </a:path>
                <a:path w="1274445" h="121920">
                  <a:moveTo>
                    <a:pt x="1152309" y="0"/>
                  </a:moveTo>
                  <a:lnTo>
                    <a:pt x="1135799" y="0"/>
                  </a:lnTo>
                  <a:lnTo>
                    <a:pt x="1135799" y="121627"/>
                  </a:lnTo>
                  <a:lnTo>
                    <a:pt x="1152309" y="121627"/>
                  </a:lnTo>
                  <a:lnTo>
                    <a:pt x="1152309" y="0"/>
                  </a:lnTo>
                  <a:close/>
                </a:path>
                <a:path w="1274445" h="121920">
                  <a:moveTo>
                    <a:pt x="1192999" y="0"/>
                  </a:moveTo>
                  <a:lnTo>
                    <a:pt x="1176477" y="0"/>
                  </a:lnTo>
                  <a:lnTo>
                    <a:pt x="1176477" y="121627"/>
                  </a:lnTo>
                  <a:lnTo>
                    <a:pt x="1192999" y="121627"/>
                  </a:lnTo>
                  <a:lnTo>
                    <a:pt x="1192999" y="0"/>
                  </a:lnTo>
                  <a:close/>
                </a:path>
                <a:path w="1274445" h="121920">
                  <a:moveTo>
                    <a:pt x="1233665" y="0"/>
                  </a:moveTo>
                  <a:lnTo>
                    <a:pt x="1217155" y="0"/>
                  </a:lnTo>
                  <a:lnTo>
                    <a:pt x="1217155" y="121627"/>
                  </a:lnTo>
                  <a:lnTo>
                    <a:pt x="1233665" y="121627"/>
                  </a:lnTo>
                  <a:lnTo>
                    <a:pt x="1233665" y="0"/>
                  </a:lnTo>
                  <a:close/>
                </a:path>
                <a:path w="1274445" h="121920">
                  <a:moveTo>
                    <a:pt x="1274343" y="0"/>
                  </a:moveTo>
                  <a:lnTo>
                    <a:pt x="1257833" y="0"/>
                  </a:lnTo>
                  <a:lnTo>
                    <a:pt x="1257833" y="121627"/>
                  </a:lnTo>
                  <a:lnTo>
                    <a:pt x="1274343" y="121627"/>
                  </a:lnTo>
                  <a:lnTo>
                    <a:pt x="1274343" y="0"/>
                  </a:lnTo>
                  <a:close/>
                </a:path>
              </a:pathLst>
            </a:custGeom>
            <a:solidFill>
              <a:srgbClr val="009E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10999279" y="4517231"/>
              <a:ext cx="1356360" cy="685165"/>
            </a:xfrm>
            <a:custGeom>
              <a:avLst/>
              <a:gdLst/>
              <a:ahLst/>
              <a:cxnLst/>
              <a:rect l="l" t="t" r="r" b="b"/>
              <a:pathLst>
                <a:path w="1356359" h="685164">
                  <a:moveTo>
                    <a:pt x="1355890" y="0"/>
                  </a:moveTo>
                  <a:lnTo>
                    <a:pt x="0" y="0"/>
                  </a:lnTo>
                  <a:lnTo>
                    <a:pt x="0" y="56400"/>
                  </a:lnTo>
                  <a:lnTo>
                    <a:pt x="0" y="684885"/>
                  </a:lnTo>
                  <a:lnTo>
                    <a:pt x="1355890" y="684885"/>
                  </a:lnTo>
                  <a:lnTo>
                    <a:pt x="1355890" y="56400"/>
                  </a:lnTo>
                  <a:lnTo>
                    <a:pt x="1355890" y="0"/>
                  </a:lnTo>
                  <a:close/>
                </a:path>
              </a:pathLst>
            </a:custGeom>
            <a:solidFill>
              <a:srgbClr val="424979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10918997" y="4192563"/>
              <a:ext cx="1510665" cy="1009650"/>
            </a:xfrm>
            <a:custGeom>
              <a:avLst/>
              <a:gdLst/>
              <a:ahLst/>
              <a:cxnLst/>
              <a:rect l="l" t="t" r="r" b="b"/>
              <a:pathLst>
                <a:path w="1510665" h="1009650">
                  <a:moveTo>
                    <a:pt x="1510173" y="0"/>
                  </a:moveTo>
                  <a:lnTo>
                    <a:pt x="0" y="0"/>
                  </a:lnTo>
                  <a:lnTo>
                    <a:pt x="0" y="1009560"/>
                  </a:lnTo>
                  <a:lnTo>
                    <a:pt x="1510173" y="1009560"/>
                  </a:lnTo>
                  <a:lnTo>
                    <a:pt x="1510173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10918990" y="4192568"/>
              <a:ext cx="1510665" cy="1019175"/>
            </a:xfrm>
            <a:custGeom>
              <a:avLst/>
              <a:gdLst/>
              <a:ahLst/>
              <a:cxnLst/>
              <a:rect l="l" t="t" r="r" b="b"/>
              <a:pathLst>
                <a:path w="1510665" h="1019175">
                  <a:moveTo>
                    <a:pt x="1510169" y="799668"/>
                  </a:moveTo>
                  <a:lnTo>
                    <a:pt x="0" y="799668"/>
                  </a:lnTo>
                  <a:lnTo>
                    <a:pt x="0" y="1008646"/>
                  </a:lnTo>
                  <a:lnTo>
                    <a:pt x="0" y="1019086"/>
                  </a:lnTo>
                  <a:lnTo>
                    <a:pt x="1510169" y="1019086"/>
                  </a:lnTo>
                  <a:lnTo>
                    <a:pt x="1510169" y="1008646"/>
                  </a:lnTo>
                  <a:lnTo>
                    <a:pt x="1510169" y="799668"/>
                  </a:lnTo>
                  <a:close/>
                </a:path>
                <a:path w="1510665" h="1019175">
                  <a:moveTo>
                    <a:pt x="1510169" y="0"/>
                  </a:moveTo>
                  <a:lnTo>
                    <a:pt x="0" y="0"/>
                  </a:lnTo>
                  <a:lnTo>
                    <a:pt x="0" y="139903"/>
                  </a:lnTo>
                  <a:lnTo>
                    <a:pt x="1510169" y="139903"/>
                  </a:lnTo>
                  <a:lnTo>
                    <a:pt x="1510169" y="0"/>
                  </a:lnTo>
                  <a:close/>
                </a:path>
              </a:pathLst>
            </a:custGeom>
            <a:solidFill>
              <a:srgbClr val="2B34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10918997" y="4192563"/>
              <a:ext cx="1510665" cy="45085"/>
            </a:xfrm>
            <a:custGeom>
              <a:avLst/>
              <a:gdLst/>
              <a:ahLst/>
              <a:cxnLst/>
              <a:rect l="l" t="t" r="r" b="b"/>
              <a:pathLst>
                <a:path w="1510665" h="45085">
                  <a:moveTo>
                    <a:pt x="1510173" y="0"/>
                  </a:moveTo>
                  <a:lnTo>
                    <a:pt x="0" y="0"/>
                  </a:lnTo>
                  <a:lnTo>
                    <a:pt x="0" y="45087"/>
                  </a:lnTo>
                  <a:lnTo>
                    <a:pt x="1510173" y="45087"/>
                  </a:lnTo>
                  <a:lnTo>
                    <a:pt x="1510173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10981476" y="4384117"/>
              <a:ext cx="69215" cy="120650"/>
            </a:xfrm>
            <a:custGeom>
              <a:avLst/>
              <a:gdLst/>
              <a:ahLst/>
              <a:cxnLst/>
              <a:rect l="l" t="t" r="r" b="b"/>
              <a:pathLst>
                <a:path w="69215" h="120650">
                  <a:moveTo>
                    <a:pt x="0" y="120184"/>
                  </a:moveTo>
                  <a:lnTo>
                    <a:pt x="68856" y="120184"/>
                  </a:lnTo>
                  <a:lnTo>
                    <a:pt x="68856" y="0"/>
                  </a:lnTo>
                  <a:lnTo>
                    <a:pt x="0" y="0"/>
                  </a:lnTo>
                  <a:lnTo>
                    <a:pt x="0" y="120184"/>
                  </a:lnTo>
                  <a:close/>
                </a:path>
              </a:pathLst>
            </a:custGeom>
            <a:solidFill>
              <a:srgbClr val="2B34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11144174" y="4384122"/>
              <a:ext cx="394335" cy="124460"/>
            </a:xfrm>
            <a:custGeom>
              <a:avLst/>
              <a:gdLst/>
              <a:ahLst/>
              <a:cxnLst/>
              <a:rect l="l" t="t" r="r" b="b"/>
              <a:pathLst>
                <a:path w="394334" h="124460">
                  <a:moveTo>
                    <a:pt x="68846" y="0"/>
                  </a:moveTo>
                  <a:lnTo>
                    <a:pt x="0" y="0"/>
                  </a:lnTo>
                  <a:lnTo>
                    <a:pt x="0" y="124091"/>
                  </a:lnTo>
                  <a:lnTo>
                    <a:pt x="68846" y="124091"/>
                  </a:lnTo>
                  <a:lnTo>
                    <a:pt x="68846" y="0"/>
                  </a:lnTo>
                  <a:close/>
                </a:path>
                <a:path w="394334" h="124460">
                  <a:moveTo>
                    <a:pt x="231546" y="0"/>
                  </a:moveTo>
                  <a:lnTo>
                    <a:pt x="162687" y="0"/>
                  </a:lnTo>
                  <a:lnTo>
                    <a:pt x="162687" y="124091"/>
                  </a:lnTo>
                  <a:lnTo>
                    <a:pt x="231546" y="124091"/>
                  </a:lnTo>
                  <a:lnTo>
                    <a:pt x="231546" y="0"/>
                  </a:lnTo>
                  <a:close/>
                </a:path>
                <a:path w="394334" h="124460">
                  <a:moveTo>
                    <a:pt x="394246" y="0"/>
                  </a:moveTo>
                  <a:lnTo>
                    <a:pt x="325386" y="0"/>
                  </a:lnTo>
                  <a:lnTo>
                    <a:pt x="325386" y="124091"/>
                  </a:lnTo>
                  <a:lnTo>
                    <a:pt x="394246" y="124091"/>
                  </a:lnTo>
                  <a:lnTo>
                    <a:pt x="394246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11632273" y="4384117"/>
              <a:ext cx="69215" cy="124460"/>
            </a:xfrm>
            <a:custGeom>
              <a:avLst/>
              <a:gdLst/>
              <a:ahLst/>
              <a:cxnLst/>
              <a:rect l="l" t="t" r="r" b="b"/>
              <a:pathLst>
                <a:path w="69215" h="124460">
                  <a:moveTo>
                    <a:pt x="68856" y="0"/>
                  </a:moveTo>
                  <a:lnTo>
                    <a:pt x="0" y="0"/>
                  </a:lnTo>
                  <a:lnTo>
                    <a:pt x="0" y="124090"/>
                  </a:lnTo>
                  <a:lnTo>
                    <a:pt x="68856" y="124090"/>
                  </a:lnTo>
                  <a:lnTo>
                    <a:pt x="68856" y="0"/>
                  </a:lnTo>
                  <a:close/>
                </a:path>
              </a:pathLst>
            </a:custGeom>
            <a:solidFill>
              <a:srgbClr val="2B34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11794960" y="4384122"/>
              <a:ext cx="231775" cy="124460"/>
            </a:xfrm>
            <a:custGeom>
              <a:avLst/>
              <a:gdLst/>
              <a:ahLst/>
              <a:cxnLst/>
              <a:rect l="l" t="t" r="r" b="b"/>
              <a:pathLst>
                <a:path w="231775" h="124460">
                  <a:moveTo>
                    <a:pt x="68859" y="0"/>
                  </a:moveTo>
                  <a:lnTo>
                    <a:pt x="0" y="0"/>
                  </a:lnTo>
                  <a:lnTo>
                    <a:pt x="0" y="124091"/>
                  </a:lnTo>
                  <a:lnTo>
                    <a:pt x="68859" y="124091"/>
                  </a:lnTo>
                  <a:lnTo>
                    <a:pt x="68859" y="0"/>
                  </a:lnTo>
                  <a:close/>
                </a:path>
                <a:path w="231775" h="124460">
                  <a:moveTo>
                    <a:pt x="231559" y="0"/>
                  </a:moveTo>
                  <a:lnTo>
                    <a:pt x="162699" y="0"/>
                  </a:lnTo>
                  <a:lnTo>
                    <a:pt x="162699" y="124091"/>
                  </a:lnTo>
                  <a:lnTo>
                    <a:pt x="231559" y="124091"/>
                  </a:lnTo>
                  <a:lnTo>
                    <a:pt x="231559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12120374" y="4384117"/>
              <a:ext cx="69215" cy="124460"/>
            </a:xfrm>
            <a:custGeom>
              <a:avLst/>
              <a:gdLst/>
              <a:ahLst/>
              <a:cxnLst/>
              <a:rect l="l" t="t" r="r" b="b"/>
              <a:pathLst>
                <a:path w="69215" h="124460">
                  <a:moveTo>
                    <a:pt x="68856" y="0"/>
                  </a:moveTo>
                  <a:lnTo>
                    <a:pt x="0" y="0"/>
                  </a:lnTo>
                  <a:lnTo>
                    <a:pt x="0" y="124090"/>
                  </a:lnTo>
                  <a:lnTo>
                    <a:pt x="68856" y="124090"/>
                  </a:lnTo>
                  <a:lnTo>
                    <a:pt x="68856" y="0"/>
                  </a:lnTo>
                  <a:close/>
                </a:path>
              </a:pathLst>
            </a:custGeom>
            <a:solidFill>
              <a:srgbClr val="2B34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11163605" y="4384122"/>
              <a:ext cx="1188720" cy="330200"/>
            </a:xfrm>
            <a:custGeom>
              <a:avLst/>
              <a:gdLst/>
              <a:ahLst/>
              <a:cxnLst/>
              <a:rect l="l" t="t" r="r" b="b"/>
              <a:pathLst>
                <a:path w="1188720" h="330200">
                  <a:moveTo>
                    <a:pt x="49415" y="205676"/>
                  </a:moveTo>
                  <a:lnTo>
                    <a:pt x="0" y="205676"/>
                  </a:lnTo>
                  <a:lnTo>
                    <a:pt x="0" y="329768"/>
                  </a:lnTo>
                  <a:lnTo>
                    <a:pt x="49415" y="329768"/>
                  </a:lnTo>
                  <a:lnTo>
                    <a:pt x="49415" y="205676"/>
                  </a:lnTo>
                  <a:close/>
                </a:path>
                <a:path w="1188720" h="330200">
                  <a:moveTo>
                    <a:pt x="1188313" y="0"/>
                  </a:moveTo>
                  <a:lnTo>
                    <a:pt x="1119454" y="0"/>
                  </a:lnTo>
                  <a:lnTo>
                    <a:pt x="1119454" y="124091"/>
                  </a:lnTo>
                  <a:lnTo>
                    <a:pt x="1188313" y="124091"/>
                  </a:lnTo>
                  <a:lnTo>
                    <a:pt x="1188313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11306870" y="4589797"/>
              <a:ext cx="69215" cy="124460"/>
            </a:xfrm>
            <a:custGeom>
              <a:avLst/>
              <a:gdLst/>
              <a:ahLst/>
              <a:cxnLst/>
              <a:rect l="l" t="t" r="r" b="b"/>
              <a:pathLst>
                <a:path w="69215" h="124460">
                  <a:moveTo>
                    <a:pt x="68856" y="0"/>
                  </a:moveTo>
                  <a:lnTo>
                    <a:pt x="0" y="0"/>
                  </a:lnTo>
                  <a:lnTo>
                    <a:pt x="0" y="124090"/>
                  </a:lnTo>
                  <a:lnTo>
                    <a:pt x="68856" y="124090"/>
                  </a:lnTo>
                  <a:lnTo>
                    <a:pt x="68856" y="0"/>
                  </a:lnTo>
                  <a:close/>
                </a:path>
              </a:pathLst>
            </a:custGeom>
            <a:solidFill>
              <a:srgbClr val="2B34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11469560" y="4589798"/>
              <a:ext cx="231775" cy="124460"/>
            </a:xfrm>
            <a:custGeom>
              <a:avLst/>
              <a:gdLst/>
              <a:ahLst/>
              <a:cxnLst/>
              <a:rect l="l" t="t" r="r" b="b"/>
              <a:pathLst>
                <a:path w="231775" h="124460">
                  <a:moveTo>
                    <a:pt x="68859" y="0"/>
                  </a:moveTo>
                  <a:lnTo>
                    <a:pt x="0" y="0"/>
                  </a:lnTo>
                  <a:lnTo>
                    <a:pt x="0" y="124091"/>
                  </a:lnTo>
                  <a:lnTo>
                    <a:pt x="68859" y="124091"/>
                  </a:lnTo>
                  <a:lnTo>
                    <a:pt x="68859" y="0"/>
                  </a:lnTo>
                  <a:close/>
                </a:path>
                <a:path w="231775" h="124460">
                  <a:moveTo>
                    <a:pt x="231559" y="0"/>
                  </a:moveTo>
                  <a:lnTo>
                    <a:pt x="162712" y="0"/>
                  </a:lnTo>
                  <a:lnTo>
                    <a:pt x="162712" y="124091"/>
                  </a:lnTo>
                  <a:lnTo>
                    <a:pt x="231559" y="124091"/>
                  </a:lnTo>
                  <a:lnTo>
                    <a:pt x="231559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11794960" y="4589798"/>
              <a:ext cx="231775" cy="124460"/>
            </a:xfrm>
            <a:custGeom>
              <a:avLst/>
              <a:gdLst/>
              <a:ahLst/>
              <a:cxnLst/>
              <a:rect l="l" t="t" r="r" b="b"/>
              <a:pathLst>
                <a:path w="231775" h="124460">
                  <a:moveTo>
                    <a:pt x="68859" y="0"/>
                  </a:moveTo>
                  <a:lnTo>
                    <a:pt x="0" y="0"/>
                  </a:lnTo>
                  <a:lnTo>
                    <a:pt x="0" y="124091"/>
                  </a:lnTo>
                  <a:lnTo>
                    <a:pt x="68859" y="124091"/>
                  </a:lnTo>
                  <a:lnTo>
                    <a:pt x="68859" y="0"/>
                  </a:lnTo>
                  <a:close/>
                </a:path>
                <a:path w="231775" h="124460">
                  <a:moveTo>
                    <a:pt x="231559" y="0"/>
                  </a:moveTo>
                  <a:lnTo>
                    <a:pt x="162699" y="0"/>
                  </a:lnTo>
                  <a:lnTo>
                    <a:pt x="162699" y="124091"/>
                  </a:lnTo>
                  <a:lnTo>
                    <a:pt x="231559" y="124091"/>
                  </a:lnTo>
                  <a:lnTo>
                    <a:pt x="231559" y="0"/>
                  </a:lnTo>
                  <a:close/>
                </a:path>
              </a:pathLst>
            </a:custGeom>
            <a:solidFill>
              <a:srgbClr val="2B34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12120372" y="4589798"/>
              <a:ext cx="231775" cy="124460"/>
            </a:xfrm>
            <a:custGeom>
              <a:avLst/>
              <a:gdLst/>
              <a:ahLst/>
              <a:cxnLst/>
              <a:rect l="l" t="t" r="r" b="b"/>
              <a:pathLst>
                <a:path w="231775" h="124460">
                  <a:moveTo>
                    <a:pt x="68846" y="0"/>
                  </a:moveTo>
                  <a:lnTo>
                    <a:pt x="0" y="0"/>
                  </a:lnTo>
                  <a:lnTo>
                    <a:pt x="0" y="124091"/>
                  </a:lnTo>
                  <a:lnTo>
                    <a:pt x="68846" y="124091"/>
                  </a:lnTo>
                  <a:lnTo>
                    <a:pt x="68846" y="0"/>
                  </a:lnTo>
                  <a:close/>
                </a:path>
                <a:path w="231775" h="124460">
                  <a:moveTo>
                    <a:pt x="231546" y="0"/>
                  </a:moveTo>
                  <a:lnTo>
                    <a:pt x="162687" y="0"/>
                  </a:lnTo>
                  <a:lnTo>
                    <a:pt x="162687" y="124091"/>
                  </a:lnTo>
                  <a:lnTo>
                    <a:pt x="231546" y="124091"/>
                  </a:lnTo>
                  <a:lnTo>
                    <a:pt x="231546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11163607" y="4795487"/>
              <a:ext cx="49530" cy="124460"/>
            </a:xfrm>
            <a:custGeom>
              <a:avLst/>
              <a:gdLst/>
              <a:ahLst/>
              <a:cxnLst/>
              <a:rect l="l" t="t" r="r" b="b"/>
              <a:pathLst>
                <a:path w="49529" h="124460">
                  <a:moveTo>
                    <a:pt x="0" y="124090"/>
                  </a:moveTo>
                  <a:lnTo>
                    <a:pt x="49422" y="124090"/>
                  </a:lnTo>
                  <a:lnTo>
                    <a:pt x="49422" y="0"/>
                  </a:lnTo>
                  <a:lnTo>
                    <a:pt x="0" y="0"/>
                  </a:lnTo>
                  <a:lnTo>
                    <a:pt x="0" y="124090"/>
                  </a:lnTo>
                  <a:close/>
                </a:path>
              </a:pathLst>
            </a:custGeom>
            <a:solidFill>
              <a:srgbClr val="2B34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11306861" y="4795488"/>
              <a:ext cx="720090" cy="124460"/>
            </a:xfrm>
            <a:custGeom>
              <a:avLst/>
              <a:gdLst/>
              <a:ahLst/>
              <a:cxnLst/>
              <a:rect l="l" t="t" r="r" b="b"/>
              <a:pathLst>
                <a:path w="720090" h="124460">
                  <a:moveTo>
                    <a:pt x="68859" y="0"/>
                  </a:moveTo>
                  <a:lnTo>
                    <a:pt x="0" y="0"/>
                  </a:lnTo>
                  <a:lnTo>
                    <a:pt x="0" y="124091"/>
                  </a:lnTo>
                  <a:lnTo>
                    <a:pt x="68859" y="124091"/>
                  </a:lnTo>
                  <a:lnTo>
                    <a:pt x="68859" y="0"/>
                  </a:lnTo>
                  <a:close/>
                </a:path>
                <a:path w="720090" h="124460">
                  <a:moveTo>
                    <a:pt x="231559" y="0"/>
                  </a:moveTo>
                  <a:lnTo>
                    <a:pt x="162699" y="0"/>
                  </a:lnTo>
                  <a:lnTo>
                    <a:pt x="162699" y="124091"/>
                  </a:lnTo>
                  <a:lnTo>
                    <a:pt x="231559" y="124091"/>
                  </a:lnTo>
                  <a:lnTo>
                    <a:pt x="231559" y="0"/>
                  </a:lnTo>
                  <a:close/>
                </a:path>
                <a:path w="720090" h="124460">
                  <a:moveTo>
                    <a:pt x="394258" y="0"/>
                  </a:moveTo>
                  <a:lnTo>
                    <a:pt x="325412" y="0"/>
                  </a:lnTo>
                  <a:lnTo>
                    <a:pt x="325412" y="124091"/>
                  </a:lnTo>
                  <a:lnTo>
                    <a:pt x="394258" y="124091"/>
                  </a:lnTo>
                  <a:lnTo>
                    <a:pt x="394258" y="0"/>
                  </a:lnTo>
                  <a:close/>
                </a:path>
                <a:path w="720090" h="124460">
                  <a:moveTo>
                    <a:pt x="556958" y="0"/>
                  </a:moveTo>
                  <a:lnTo>
                    <a:pt x="488099" y="0"/>
                  </a:lnTo>
                  <a:lnTo>
                    <a:pt x="488099" y="124091"/>
                  </a:lnTo>
                  <a:lnTo>
                    <a:pt x="556958" y="124091"/>
                  </a:lnTo>
                  <a:lnTo>
                    <a:pt x="556958" y="0"/>
                  </a:lnTo>
                  <a:close/>
                </a:path>
                <a:path w="720090" h="124460">
                  <a:moveTo>
                    <a:pt x="719658" y="0"/>
                  </a:moveTo>
                  <a:lnTo>
                    <a:pt x="650798" y="0"/>
                  </a:lnTo>
                  <a:lnTo>
                    <a:pt x="650798" y="124091"/>
                  </a:lnTo>
                  <a:lnTo>
                    <a:pt x="719658" y="124091"/>
                  </a:lnTo>
                  <a:lnTo>
                    <a:pt x="719658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12120374" y="4795487"/>
              <a:ext cx="69215" cy="124460"/>
            </a:xfrm>
            <a:custGeom>
              <a:avLst/>
              <a:gdLst/>
              <a:ahLst/>
              <a:cxnLst/>
              <a:rect l="l" t="t" r="r" b="b"/>
              <a:pathLst>
                <a:path w="69215" h="124460">
                  <a:moveTo>
                    <a:pt x="68856" y="0"/>
                  </a:moveTo>
                  <a:lnTo>
                    <a:pt x="0" y="0"/>
                  </a:lnTo>
                  <a:lnTo>
                    <a:pt x="0" y="124090"/>
                  </a:lnTo>
                  <a:lnTo>
                    <a:pt x="68856" y="124090"/>
                  </a:lnTo>
                  <a:lnTo>
                    <a:pt x="68856" y="0"/>
                  </a:lnTo>
                  <a:close/>
                </a:path>
              </a:pathLst>
            </a:custGeom>
            <a:solidFill>
              <a:srgbClr val="2B34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12283070" y="4795487"/>
              <a:ext cx="69215" cy="124460"/>
            </a:xfrm>
            <a:custGeom>
              <a:avLst/>
              <a:gdLst/>
              <a:ahLst/>
              <a:cxnLst/>
              <a:rect l="l" t="t" r="r" b="b"/>
              <a:pathLst>
                <a:path w="69215" h="124460">
                  <a:moveTo>
                    <a:pt x="68856" y="0"/>
                  </a:moveTo>
                  <a:lnTo>
                    <a:pt x="0" y="0"/>
                  </a:lnTo>
                  <a:lnTo>
                    <a:pt x="0" y="124090"/>
                  </a:lnTo>
                  <a:lnTo>
                    <a:pt x="68856" y="124090"/>
                  </a:lnTo>
                  <a:lnTo>
                    <a:pt x="68856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11237277" y="5032279"/>
              <a:ext cx="1041400" cy="135890"/>
            </a:xfrm>
            <a:custGeom>
              <a:avLst/>
              <a:gdLst/>
              <a:ahLst/>
              <a:cxnLst/>
              <a:rect l="l" t="t" r="r" b="b"/>
              <a:pathLst>
                <a:path w="1041400" h="135889">
                  <a:moveTo>
                    <a:pt x="69583" y="103733"/>
                  </a:moveTo>
                  <a:lnTo>
                    <a:pt x="0" y="103733"/>
                  </a:lnTo>
                  <a:lnTo>
                    <a:pt x="0" y="135864"/>
                  </a:lnTo>
                  <a:lnTo>
                    <a:pt x="69583" y="135864"/>
                  </a:lnTo>
                  <a:lnTo>
                    <a:pt x="69583" y="103733"/>
                  </a:lnTo>
                  <a:close/>
                </a:path>
                <a:path w="1041400" h="135889">
                  <a:moveTo>
                    <a:pt x="108204" y="55994"/>
                  </a:moveTo>
                  <a:lnTo>
                    <a:pt x="38608" y="55994"/>
                  </a:lnTo>
                  <a:lnTo>
                    <a:pt x="38608" y="88112"/>
                  </a:lnTo>
                  <a:lnTo>
                    <a:pt x="108204" y="88112"/>
                  </a:lnTo>
                  <a:lnTo>
                    <a:pt x="108204" y="55994"/>
                  </a:lnTo>
                  <a:close/>
                </a:path>
                <a:path w="1041400" h="135889">
                  <a:moveTo>
                    <a:pt x="154368" y="103733"/>
                  </a:moveTo>
                  <a:lnTo>
                    <a:pt x="84785" y="103733"/>
                  </a:lnTo>
                  <a:lnTo>
                    <a:pt x="84785" y="135864"/>
                  </a:lnTo>
                  <a:lnTo>
                    <a:pt x="154368" y="135864"/>
                  </a:lnTo>
                  <a:lnTo>
                    <a:pt x="154368" y="103733"/>
                  </a:lnTo>
                  <a:close/>
                </a:path>
                <a:path w="1041400" h="135889">
                  <a:moveTo>
                    <a:pt x="473748" y="47752"/>
                  </a:moveTo>
                  <a:lnTo>
                    <a:pt x="404152" y="47752"/>
                  </a:lnTo>
                  <a:lnTo>
                    <a:pt x="404152" y="79870"/>
                  </a:lnTo>
                  <a:lnTo>
                    <a:pt x="473748" y="79870"/>
                  </a:lnTo>
                  <a:lnTo>
                    <a:pt x="473748" y="47752"/>
                  </a:lnTo>
                  <a:close/>
                </a:path>
                <a:path w="1041400" h="135889">
                  <a:moveTo>
                    <a:pt x="512356" y="0"/>
                  </a:moveTo>
                  <a:lnTo>
                    <a:pt x="442772" y="0"/>
                  </a:lnTo>
                  <a:lnTo>
                    <a:pt x="442772" y="32131"/>
                  </a:lnTo>
                  <a:lnTo>
                    <a:pt x="512356" y="32131"/>
                  </a:lnTo>
                  <a:lnTo>
                    <a:pt x="512356" y="0"/>
                  </a:lnTo>
                  <a:close/>
                </a:path>
                <a:path w="1041400" h="135889">
                  <a:moveTo>
                    <a:pt x="558520" y="47752"/>
                  </a:moveTo>
                  <a:lnTo>
                    <a:pt x="488924" y="47752"/>
                  </a:lnTo>
                  <a:lnTo>
                    <a:pt x="488924" y="79870"/>
                  </a:lnTo>
                  <a:lnTo>
                    <a:pt x="558520" y="79870"/>
                  </a:lnTo>
                  <a:lnTo>
                    <a:pt x="558520" y="47752"/>
                  </a:lnTo>
                  <a:close/>
                </a:path>
                <a:path w="1041400" h="135889">
                  <a:moveTo>
                    <a:pt x="638517" y="47752"/>
                  </a:moveTo>
                  <a:lnTo>
                    <a:pt x="568934" y="47752"/>
                  </a:lnTo>
                  <a:lnTo>
                    <a:pt x="568934" y="79870"/>
                  </a:lnTo>
                  <a:lnTo>
                    <a:pt x="638517" y="79870"/>
                  </a:lnTo>
                  <a:lnTo>
                    <a:pt x="638517" y="47752"/>
                  </a:lnTo>
                  <a:close/>
                </a:path>
                <a:path w="1041400" h="135889">
                  <a:moveTo>
                    <a:pt x="677138" y="0"/>
                  </a:moveTo>
                  <a:lnTo>
                    <a:pt x="607555" y="0"/>
                  </a:lnTo>
                  <a:lnTo>
                    <a:pt x="607555" y="32131"/>
                  </a:lnTo>
                  <a:lnTo>
                    <a:pt x="677138" y="32131"/>
                  </a:lnTo>
                  <a:lnTo>
                    <a:pt x="677138" y="0"/>
                  </a:lnTo>
                  <a:close/>
                </a:path>
                <a:path w="1041400" h="135889">
                  <a:moveTo>
                    <a:pt x="723303" y="47752"/>
                  </a:moveTo>
                  <a:lnTo>
                    <a:pt x="653719" y="47752"/>
                  </a:lnTo>
                  <a:lnTo>
                    <a:pt x="653719" y="79870"/>
                  </a:lnTo>
                  <a:lnTo>
                    <a:pt x="723303" y="79870"/>
                  </a:lnTo>
                  <a:lnTo>
                    <a:pt x="723303" y="47752"/>
                  </a:lnTo>
                  <a:close/>
                </a:path>
                <a:path w="1041400" h="135889">
                  <a:moveTo>
                    <a:pt x="878154" y="103733"/>
                  </a:moveTo>
                  <a:lnTo>
                    <a:pt x="808558" y="103733"/>
                  </a:lnTo>
                  <a:lnTo>
                    <a:pt x="808558" y="135864"/>
                  </a:lnTo>
                  <a:lnTo>
                    <a:pt x="878154" y="135864"/>
                  </a:lnTo>
                  <a:lnTo>
                    <a:pt x="878154" y="103733"/>
                  </a:lnTo>
                  <a:close/>
                </a:path>
                <a:path w="1041400" h="135889">
                  <a:moveTo>
                    <a:pt x="959497" y="103733"/>
                  </a:moveTo>
                  <a:lnTo>
                    <a:pt x="889901" y="103733"/>
                  </a:lnTo>
                  <a:lnTo>
                    <a:pt x="889901" y="135864"/>
                  </a:lnTo>
                  <a:lnTo>
                    <a:pt x="959497" y="135864"/>
                  </a:lnTo>
                  <a:lnTo>
                    <a:pt x="959497" y="103733"/>
                  </a:lnTo>
                  <a:close/>
                </a:path>
                <a:path w="1041400" h="135889">
                  <a:moveTo>
                    <a:pt x="1040841" y="0"/>
                  </a:moveTo>
                  <a:lnTo>
                    <a:pt x="971257" y="0"/>
                  </a:lnTo>
                  <a:lnTo>
                    <a:pt x="971257" y="32131"/>
                  </a:lnTo>
                  <a:lnTo>
                    <a:pt x="1040841" y="32131"/>
                  </a:lnTo>
                  <a:lnTo>
                    <a:pt x="1040841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11188852" y="3712762"/>
              <a:ext cx="956944" cy="45085"/>
            </a:xfrm>
            <a:custGeom>
              <a:avLst/>
              <a:gdLst/>
              <a:ahLst/>
              <a:cxnLst/>
              <a:rect l="l" t="t" r="r" b="b"/>
              <a:pathLst>
                <a:path w="956945" h="45085">
                  <a:moveTo>
                    <a:pt x="451764" y="0"/>
                  </a:moveTo>
                  <a:lnTo>
                    <a:pt x="0" y="0"/>
                  </a:lnTo>
                  <a:lnTo>
                    <a:pt x="0" y="44704"/>
                  </a:lnTo>
                  <a:lnTo>
                    <a:pt x="451764" y="44704"/>
                  </a:lnTo>
                  <a:lnTo>
                    <a:pt x="451764" y="0"/>
                  </a:lnTo>
                  <a:close/>
                </a:path>
                <a:path w="956945" h="45085">
                  <a:moveTo>
                    <a:pt x="956614" y="0"/>
                  </a:moveTo>
                  <a:lnTo>
                    <a:pt x="504863" y="0"/>
                  </a:lnTo>
                  <a:lnTo>
                    <a:pt x="504863" y="44704"/>
                  </a:lnTo>
                  <a:lnTo>
                    <a:pt x="956614" y="44704"/>
                  </a:lnTo>
                  <a:lnTo>
                    <a:pt x="956614" y="0"/>
                  </a:lnTo>
                  <a:close/>
                </a:path>
              </a:pathLst>
            </a:custGeom>
            <a:solidFill>
              <a:srgbClr val="2B346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1" name="object 151" descr=""/>
          <p:cNvGrpSpPr/>
          <p:nvPr/>
        </p:nvGrpSpPr>
        <p:grpSpPr>
          <a:xfrm>
            <a:off x="9779461" y="3591691"/>
            <a:ext cx="1137920" cy="1628139"/>
            <a:chOff x="9779461" y="3591691"/>
            <a:chExt cx="1137920" cy="1628139"/>
          </a:xfrm>
        </p:grpSpPr>
        <p:sp>
          <p:nvSpPr>
            <p:cNvPr id="152" name="object 152" descr=""/>
            <p:cNvSpPr/>
            <p:nvPr/>
          </p:nvSpPr>
          <p:spPr>
            <a:xfrm>
              <a:off x="10208160" y="3638234"/>
              <a:ext cx="650240" cy="1581150"/>
            </a:xfrm>
            <a:custGeom>
              <a:avLst/>
              <a:gdLst/>
              <a:ahLst/>
              <a:cxnLst/>
              <a:rect l="l" t="t" r="r" b="b"/>
              <a:pathLst>
                <a:path w="650240" h="1581150">
                  <a:moveTo>
                    <a:pt x="649885" y="0"/>
                  </a:moveTo>
                  <a:lnTo>
                    <a:pt x="0" y="0"/>
                  </a:lnTo>
                  <a:lnTo>
                    <a:pt x="0" y="1581030"/>
                  </a:lnTo>
                  <a:lnTo>
                    <a:pt x="649885" y="1581030"/>
                  </a:lnTo>
                  <a:lnTo>
                    <a:pt x="649885" y="0"/>
                  </a:lnTo>
                  <a:close/>
                </a:path>
              </a:pathLst>
            </a:custGeom>
            <a:solidFill>
              <a:srgbClr val="5ABB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10186715" y="3591691"/>
              <a:ext cx="692785" cy="57150"/>
            </a:xfrm>
            <a:custGeom>
              <a:avLst/>
              <a:gdLst/>
              <a:ahLst/>
              <a:cxnLst/>
              <a:rect l="l" t="t" r="r" b="b"/>
              <a:pathLst>
                <a:path w="692784" h="57150">
                  <a:moveTo>
                    <a:pt x="692764" y="0"/>
                  </a:moveTo>
                  <a:lnTo>
                    <a:pt x="0" y="0"/>
                  </a:lnTo>
                  <a:lnTo>
                    <a:pt x="0" y="56982"/>
                  </a:lnTo>
                  <a:lnTo>
                    <a:pt x="692764" y="56982"/>
                  </a:lnTo>
                  <a:lnTo>
                    <a:pt x="692764" y="0"/>
                  </a:lnTo>
                  <a:close/>
                </a:path>
              </a:pathLst>
            </a:custGeom>
            <a:solidFill>
              <a:srgbClr val="1DA2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10246347" y="3681900"/>
              <a:ext cx="574040" cy="845819"/>
            </a:xfrm>
            <a:custGeom>
              <a:avLst/>
              <a:gdLst/>
              <a:ahLst/>
              <a:cxnLst/>
              <a:rect l="l" t="t" r="r" b="b"/>
              <a:pathLst>
                <a:path w="574040" h="845820">
                  <a:moveTo>
                    <a:pt x="118579" y="182130"/>
                  </a:moveTo>
                  <a:lnTo>
                    <a:pt x="0" y="182130"/>
                  </a:lnTo>
                  <a:lnTo>
                    <a:pt x="0" y="204431"/>
                  </a:lnTo>
                  <a:lnTo>
                    <a:pt x="118579" y="204431"/>
                  </a:lnTo>
                  <a:lnTo>
                    <a:pt x="118579" y="182130"/>
                  </a:lnTo>
                  <a:close/>
                </a:path>
                <a:path w="574040" h="845820">
                  <a:moveTo>
                    <a:pt x="118579" y="0"/>
                  </a:moveTo>
                  <a:lnTo>
                    <a:pt x="0" y="0"/>
                  </a:lnTo>
                  <a:lnTo>
                    <a:pt x="0" y="117297"/>
                  </a:lnTo>
                  <a:lnTo>
                    <a:pt x="118579" y="117297"/>
                  </a:lnTo>
                  <a:lnTo>
                    <a:pt x="118579" y="0"/>
                  </a:lnTo>
                  <a:close/>
                </a:path>
                <a:path w="574040" h="845820">
                  <a:moveTo>
                    <a:pt x="270217" y="182130"/>
                  </a:moveTo>
                  <a:lnTo>
                    <a:pt x="151638" y="182130"/>
                  </a:lnTo>
                  <a:lnTo>
                    <a:pt x="151638" y="267576"/>
                  </a:lnTo>
                  <a:lnTo>
                    <a:pt x="270217" y="267576"/>
                  </a:lnTo>
                  <a:lnTo>
                    <a:pt x="270217" y="182130"/>
                  </a:lnTo>
                  <a:close/>
                </a:path>
                <a:path w="574040" h="845820">
                  <a:moveTo>
                    <a:pt x="270217" y="0"/>
                  </a:moveTo>
                  <a:lnTo>
                    <a:pt x="151638" y="0"/>
                  </a:lnTo>
                  <a:lnTo>
                    <a:pt x="151638" y="117297"/>
                  </a:lnTo>
                  <a:lnTo>
                    <a:pt x="270217" y="117297"/>
                  </a:lnTo>
                  <a:lnTo>
                    <a:pt x="270217" y="0"/>
                  </a:lnTo>
                  <a:close/>
                </a:path>
                <a:path w="574040" h="845820">
                  <a:moveTo>
                    <a:pt x="421855" y="728510"/>
                  </a:moveTo>
                  <a:lnTo>
                    <a:pt x="303288" y="728510"/>
                  </a:lnTo>
                  <a:lnTo>
                    <a:pt x="303288" y="845794"/>
                  </a:lnTo>
                  <a:lnTo>
                    <a:pt x="421855" y="845794"/>
                  </a:lnTo>
                  <a:lnTo>
                    <a:pt x="421855" y="728510"/>
                  </a:lnTo>
                  <a:close/>
                </a:path>
                <a:path w="574040" h="845820">
                  <a:moveTo>
                    <a:pt x="421855" y="546379"/>
                  </a:moveTo>
                  <a:lnTo>
                    <a:pt x="303288" y="546379"/>
                  </a:lnTo>
                  <a:lnTo>
                    <a:pt x="303288" y="663663"/>
                  </a:lnTo>
                  <a:lnTo>
                    <a:pt x="421855" y="663663"/>
                  </a:lnTo>
                  <a:lnTo>
                    <a:pt x="421855" y="546379"/>
                  </a:lnTo>
                  <a:close/>
                </a:path>
                <a:path w="574040" h="845820">
                  <a:moveTo>
                    <a:pt x="421855" y="364248"/>
                  </a:moveTo>
                  <a:lnTo>
                    <a:pt x="303288" y="364248"/>
                  </a:lnTo>
                  <a:lnTo>
                    <a:pt x="303288" y="481533"/>
                  </a:lnTo>
                  <a:lnTo>
                    <a:pt x="421855" y="481533"/>
                  </a:lnTo>
                  <a:lnTo>
                    <a:pt x="421855" y="364248"/>
                  </a:lnTo>
                  <a:close/>
                </a:path>
                <a:path w="574040" h="845820">
                  <a:moveTo>
                    <a:pt x="421855" y="182143"/>
                  </a:moveTo>
                  <a:lnTo>
                    <a:pt x="303288" y="182143"/>
                  </a:lnTo>
                  <a:lnTo>
                    <a:pt x="303288" y="299415"/>
                  </a:lnTo>
                  <a:lnTo>
                    <a:pt x="421855" y="299415"/>
                  </a:lnTo>
                  <a:lnTo>
                    <a:pt x="421855" y="182143"/>
                  </a:lnTo>
                  <a:close/>
                </a:path>
                <a:path w="574040" h="845820">
                  <a:moveTo>
                    <a:pt x="421855" y="12"/>
                  </a:moveTo>
                  <a:lnTo>
                    <a:pt x="303288" y="12"/>
                  </a:lnTo>
                  <a:lnTo>
                    <a:pt x="303288" y="117297"/>
                  </a:lnTo>
                  <a:lnTo>
                    <a:pt x="421855" y="117297"/>
                  </a:lnTo>
                  <a:lnTo>
                    <a:pt x="421855" y="12"/>
                  </a:lnTo>
                  <a:close/>
                </a:path>
                <a:path w="574040" h="845820">
                  <a:moveTo>
                    <a:pt x="573493" y="728497"/>
                  </a:moveTo>
                  <a:lnTo>
                    <a:pt x="454914" y="728497"/>
                  </a:lnTo>
                  <a:lnTo>
                    <a:pt x="454914" y="822413"/>
                  </a:lnTo>
                  <a:lnTo>
                    <a:pt x="454914" y="845794"/>
                  </a:lnTo>
                  <a:lnTo>
                    <a:pt x="573493" y="845794"/>
                  </a:lnTo>
                  <a:lnTo>
                    <a:pt x="573493" y="822413"/>
                  </a:lnTo>
                  <a:lnTo>
                    <a:pt x="573493" y="728497"/>
                  </a:lnTo>
                  <a:close/>
                </a:path>
                <a:path w="574040" h="845820">
                  <a:moveTo>
                    <a:pt x="573493" y="546379"/>
                  </a:moveTo>
                  <a:lnTo>
                    <a:pt x="454914" y="546379"/>
                  </a:lnTo>
                  <a:lnTo>
                    <a:pt x="454914" y="663663"/>
                  </a:lnTo>
                  <a:lnTo>
                    <a:pt x="573493" y="663663"/>
                  </a:lnTo>
                  <a:lnTo>
                    <a:pt x="573493" y="546379"/>
                  </a:lnTo>
                  <a:close/>
                </a:path>
                <a:path w="574040" h="845820">
                  <a:moveTo>
                    <a:pt x="573493" y="364248"/>
                  </a:moveTo>
                  <a:lnTo>
                    <a:pt x="454914" y="364248"/>
                  </a:lnTo>
                  <a:lnTo>
                    <a:pt x="454914" y="481533"/>
                  </a:lnTo>
                  <a:lnTo>
                    <a:pt x="573493" y="481533"/>
                  </a:lnTo>
                  <a:lnTo>
                    <a:pt x="573493" y="364248"/>
                  </a:lnTo>
                  <a:close/>
                </a:path>
                <a:path w="574040" h="845820">
                  <a:moveTo>
                    <a:pt x="573493" y="182130"/>
                  </a:moveTo>
                  <a:lnTo>
                    <a:pt x="454914" y="182130"/>
                  </a:lnTo>
                  <a:lnTo>
                    <a:pt x="454914" y="299415"/>
                  </a:lnTo>
                  <a:lnTo>
                    <a:pt x="573493" y="299415"/>
                  </a:lnTo>
                  <a:lnTo>
                    <a:pt x="573493" y="182130"/>
                  </a:lnTo>
                  <a:close/>
                </a:path>
                <a:path w="574040" h="845820">
                  <a:moveTo>
                    <a:pt x="573493" y="0"/>
                  </a:moveTo>
                  <a:lnTo>
                    <a:pt x="454914" y="0"/>
                  </a:lnTo>
                  <a:lnTo>
                    <a:pt x="454914" y="117297"/>
                  </a:lnTo>
                  <a:lnTo>
                    <a:pt x="573493" y="117297"/>
                  </a:lnTo>
                  <a:lnTo>
                    <a:pt x="573493" y="0"/>
                  </a:lnTo>
                  <a:close/>
                </a:path>
              </a:pathLst>
            </a:custGeom>
            <a:solidFill>
              <a:srgbClr val="B4E0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9779461" y="3949471"/>
              <a:ext cx="770890" cy="1270000"/>
            </a:xfrm>
            <a:custGeom>
              <a:avLst/>
              <a:gdLst/>
              <a:ahLst/>
              <a:cxnLst/>
              <a:rect l="l" t="t" r="r" b="b"/>
              <a:pathLst>
                <a:path w="770890" h="1270000">
                  <a:moveTo>
                    <a:pt x="770740" y="0"/>
                  </a:moveTo>
                  <a:lnTo>
                    <a:pt x="0" y="0"/>
                  </a:lnTo>
                  <a:lnTo>
                    <a:pt x="0" y="1269793"/>
                  </a:lnTo>
                  <a:lnTo>
                    <a:pt x="770740" y="1269793"/>
                  </a:lnTo>
                  <a:lnTo>
                    <a:pt x="770740" y="0"/>
                  </a:lnTo>
                  <a:close/>
                </a:path>
              </a:pathLst>
            </a:custGeom>
            <a:solidFill>
              <a:srgbClr val="2E45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10237813" y="5031085"/>
              <a:ext cx="679450" cy="125730"/>
            </a:xfrm>
            <a:custGeom>
              <a:avLst/>
              <a:gdLst/>
              <a:ahLst/>
              <a:cxnLst/>
              <a:rect l="l" t="t" r="r" b="b"/>
              <a:pathLst>
                <a:path w="679450" h="125729">
                  <a:moveTo>
                    <a:pt x="155816" y="0"/>
                  </a:moveTo>
                  <a:lnTo>
                    <a:pt x="0" y="0"/>
                  </a:lnTo>
                  <a:lnTo>
                    <a:pt x="0" y="125666"/>
                  </a:lnTo>
                  <a:lnTo>
                    <a:pt x="155816" y="125666"/>
                  </a:lnTo>
                  <a:lnTo>
                    <a:pt x="155816" y="0"/>
                  </a:lnTo>
                  <a:close/>
                </a:path>
                <a:path w="679450" h="125729">
                  <a:moveTo>
                    <a:pt x="276186" y="0"/>
                  </a:moveTo>
                  <a:lnTo>
                    <a:pt x="247027" y="0"/>
                  </a:lnTo>
                  <a:lnTo>
                    <a:pt x="247027" y="125666"/>
                  </a:lnTo>
                  <a:lnTo>
                    <a:pt x="276186" y="125666"/>
                  </a:lnTo>
                  <a:lnTo>
                    <a:pt x="276186" y="0"/>
                  </a:lnTo>
                  <a:close/>
                </a:path>
                <a:path w="679450" h="125729">
                  <a:moveTo>
                    <a:pt x="558736" y="0"/>
                  </a:moveTo>
                  <a:lnTo>
                    <a:pt x="367398" y="0"/>
                  </a:lnTo>
                  <a:lnTo>
                    <a:pt x="367398" y="125666"/>
                  </a:lnTo>
                  <a:lnTo>
                    <a:pt x="558736" y="125666"/>
                  </a:lnTo>
                  <a:lnTo>
                    <a:pt x="558736" y="0"/>
                  </a:lnTo>
                  <a:close/>
                </a:path>
                <a:path w="679450" h="125729">
                  <a:moveTo>
                    <a:pt x="679119" y="0"/>
                  </a:moveTo>
                  <a:lnTo>
                    <a:pt x="649947" y="0"/>
                  </a:lnTo>
                  <a:lnTo>
                    <a:pt x="649947" y="125666"/>
                  </a:lnTo>
                  <a:lnTo>
                    <a:pt x="679119" y="125666"/>
                  </a:lnTo>
                  <a:lnTo>
                    <a:pt x="679119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7" name="object 157" descr=""/>
          <p:cNvSpPr/>
          <p:nvPr/>
        </p:nvSpPr>
        <p:spPr>
          <a:xfrm>
            <a:off x="11008156" y="5031082"/>
            <a:ext cx="29209" cy="125730"/>
          </a:xfrm>
          <a:custGeom>
            <a:avLst/>
            <a:gdLst/>
            <a:ahLst/>
            <a:cxnLst/>
            <a:rect l="l" t="t" r="r" b="b"/>
            <a:pathLst>
              <a:path w="29209" h="125729">
                <a:moveTo>
                  <a:pt x="0" y="125661"/>
                </a:moveTo>
                <a:lnTo>
                  <a:pt x="29161" y="125661"/>
                </a:lnTo>
                <a:lnTo>
                  <a:pt x="29161" y="0"/>
                </a:lnTo>
                <a:lnTo>
                  <a:pt x="0" y="0"/>
                </a:lnTo>
                <a:lnTo>
                  <a:pt x="0" y="125661"/>
                </a:lnTo>
                <a:close/>
              </a:path>
            </a:pathLst>
          </a:custGeom>
          <a:solidFill>
            <a:srgbClr val="FAEBE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8" name="object 158" descr=""/>
          <p:cNvGrpSpPr/>
          <p:nvPr/>
        </p:nvGrpSpPr>
        <p:grpSpPr>
          <a:xfrm>
            <a:off x="10237813" y="4504302"/>
            <a:ext cx="925830" cy="697230"/>
            <a:chOff x="10237813" y="4504302"/>
            <a:chExt cx="925830" cy="697230"/>
          </a:xfrm>
        </p:grpSpPr>
        <p:sp>
          <p:nvSpPr>
            <p:cNvPr id="159" name="object 159" descr=""/>
            <p:cNvSpPr/>
            <p:nvPr/>
          </p:nvSpPr>
          <p:spPr>
            <a:xfrm>
              <a:off x="10237813" y="4573631"/>
              <a:ext cx="925830" cy="628015"/>
            </a:xfrm>
            <a:custGeom>
              <a:avLst/>
              <a:gdLst/>
              <a:ahLst/>
              <a:cxnLst/>
              <a:rect l="l" t="t" r="r" b="b"/>
              <a:pathLst>
                <a:path w="925829" h="628014">
                  <a:moveTo>
                    <a:pt x="925791" y="0"/>
                  </a:moveTo>
                  <a:lnTo>
                    <a:pt x="0" y="0"/>
                  </a:lnTo>
                  <a:lnTo>
                    <a:pt x="0" y="420725"/>
                  </a:lnTo>
                  <a:lnTo>
                    <a:pt x="0" y="457454"/>
                  </a:lnTo>
                  <a:lnTo>
                    <a:pt x="155816" y="457454"/>
                  </a:lnTo>
                  <a:lnTo>
                    <a:pt x="155816" y="420725"/>
                  </a:lnTo>
                  <a:lnTo>
                    <a:pt x="247027" y="420725"/>
                  </a:lnTo>
                  <a:lnTo>
                    <a:pt x="247027" y="457454"/>
                  </a:lnTo>
                  <a:lnTo>
                    <a:pt x="276186" y="457454"/>
                  </a:lnTo>
                  <a:lnTo>
                    <a:pt x="276186" y="420725"/>
                  </a:lnTo>
                  <a:lnTo>
                    <a:pt x="367398" y="420725"/>
                  </a:lnTo>
                  <a:lnTo>
                    <a:pt x="367398" y="457454"/>
                  </a:lnTo>
                  <a:lnTo>
                    <a:pt x="558736" y="457454"/>
                  </a:lnTo>
                  <a:lnTo>
                    <a:pt x="558736" y="420725"/>
                  </a:lnTo>
                  <a:lnTo>
                    <a:pt x="649947" y="420725"/>
                  </a:lnTo>
                  <a:lnTo>
                    <a:pt x="649947" y="457454"/>
                  </a:lnTo>
                  <a:lnTo>
                    <a:pt x="679119" y="457454"/>
                  </a:lnTo>
                  <a:lnTo>
                    <a:pt x="679119" y="420725"/>
                  </a:lnTo>
                  <a:lnTo>
                    <a:pt x="770343" y="420725"/>
                  </a:lnTo>
                  <a:lnTo>
                    <a:pt x="770343" y="457454"/>
                  </a:lnTo>
                  <a:lnTo>
                    <a:pt x="799503" y="457454"/>
                  </a:lnTo>
                  <a:lnTo>
                    <a:pt x="799503" y="420725"/>
                  </a:lnTo>
                  <a:lnTo>
                    <a:pt x="890714" y="420725"/>
                  </a:lnTo>
                  <a:lnTo>
                    <a:pt x="890714" y="457454"/>
                  </a:lnTo>
                  <a:lnTo>
                    <a:pt x="890714" y="583120"/>
                  </a:lnTo>
                  <a:lnTo>
                    <a:pt x="0" y="583120"/>
                  </a:lnTo>
                  <a:lnTo>
                    <a:pt x="0" y="627583"/>
                  </a:lnTo>
                  <a:lnTo>
                    <a:pt x="925791" y="627583"/>
                  </a:lnTo>
                  <a:lnTo>
                    <a:pt x="925791" y="583120"/>
                  </a:lnTo>
                  <a:lnTo>
                    <a:pt x="925791" y="457454"/>
                  </a:lnTo>
                  <a:lnTo>
                    <a:pt x="925791" y="420725"/>
                  </a:lnTo>
                  <a:lnTo>
                    <a:pt x="925791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10744028" y="4504302"/>
              <a:ext cx="365125" cy="69850"/>
            </a:xfrm>
            <a:custGeom>
              <a:avLst/>
              <a:gdLst/>
              <a:ahLst/>
              <a:cxnLst/>
              <a:rect l="l" t="t" r="r" b="b"/>
              <a:pathLst>
                <a:path w="365125" h="69850">
                  <a:moveTo>
                    <a:pt x="364847" y="0"/>
                  </a:moveTo>
                  <a:lnTo>
                    <a:pt x="0" y="0"/>
                  </a:lnTo>
                  <a:lnTo>
                    <a:pt x="0" y="69317"/>
                  </a:lnTo>
                  <a:lnTo>
                    <a:pt x="364847" y="69317"/>
                  </a:lnTo>
                  <a:lnTo>
                    <a:pt x="364847" y="0"/>
                  </a:lnTo>
                  <a:close/>
                </a:path>
              </a:pathLst>
            </a:custGeom>
            <a:solidFill>
              <a:srgbClr val="2B346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1" name="object 161" descr=""/>
          <p:cNvSpPr/>
          <p:nvPr/>
        </p:nvSpPr>
        <p:spPr>
          <a:xfrm>
            <a:off x="9866118" y="3886321"/>
            <a:ext cx="597535" cy="63500"/>
          </a:xfrm>
          <a:custGeom>
            <a:avLst/>
            <a:gdLst/>
            <a:ahLst/>
            <a:cxnLst/>
            <a:rect l="l" t="t" r="r" b="b"/>
            <a:pathLst>
              <a:path w="597534" h="63500">
                <a:moveTo>
                  <a:pt x="597437" y="0"/>
                </a:moveTo>
                <a:lnTo>
                  <a:pt x="0" y="0"/>
                </a:lnTo>
                <a:lnTo>
                  <a:pt x="0" y="63149"/>
                </a:lnTo>
                <a:lnTo>
                  <a:pt x="597437" y="63149"/>
                </a:lnTo>
                <a:lnTo>
                  <a:pt x="597437" y="0"/>
                </a:lnTo>
                <a:close/>
              </a:path>
            </a:pathLst>
          </a:custGeom>
          <a:solidFill>
            <a:srgbClr val="2B346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62" name="object 16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25179" y="3505920"/>
            <a:ext cx="215846" cy="213501"/>
          </a:xfrm>
          <a:prstGeom prst="rect">
            <a:avLst/>
          </a:prstGeom>
        </p:spPr>
      </p:pic>
      <p:sp>
        <p:nvSpPr>
          <p:cNvPr id="163" name="object 163" descr=""/>
          <p:cNvSpPr/>
          <p:nvPr/>
        </p:nvSpPr>
        <p:spPr>
          <a:xfrm>
            <a:off x="9813303" y="3992014"/>
            <a:ext cx="184150" cy="54610"/>
          </a:xfrm>
          <a:custGeom>
            <a:avLst/>
            <a:gdLst/>
            <a:ahLst/>
            <a:cxnLst/>
            <a:rect l="l" t="t" r="r" b="b"/>
            <a:pathLst>
              <a:path w="184150" h="54610">
                <a:moveTo>
                  <a:pt x="183931" y="0"/>
                </a:moveTo>
                <a:lnTo>
                  <a:pt x="0" y="0"/>
                </a:lnTo>
                <a:lnTo>
                  <a:pt x="0" y="54134"/>
                </a:lnTo>
                <a:lnTo>
                  <a:pt x="183931" y="54134"/>
                </a:lnTo>
                <a:lnTo>
                  <a:pt x="183931" y="0"/>
                </a:lnTo>
                <a:close/>
              </a:path>
            </a:pathLst>
          </a:custGeom>
          <a:solidFill>
            <a:srgbClr val="3D52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4" name="object 164" descr=""/>
          <p:cNvSpPr/>
          <p:nvPr/>
        </p:nvSpPr>
        <p:spPr>
          <a:xfrm>
            <a:off x="9813303" y="4113916"/>
            <a:ext cx="184150" cy="54610"/>
          </a:xfrm>
          <a:custGeom>
            <a:avLst/>
            <a:gdLst/>
            <a:ahLst/>
            <a:cxnLst/>
            <a:rect l="l" t="t" r="r" b="b"/>
            <a:pathLst>
              <a:path w="184150" h="54610">
                <a:moveTo>
                  <a:pt x="183931" y="0"/>
                </a:moveTo>
                <a:lnTo>
                  <a:pt x="0" y="0"/>
                </a:lnTo>
                <a:lnTo>
                  <a:pt x="0" y="54144"/>
                </a:lnTo>
                <a:lnTo>
                  <a:pt x="183931" y="54144"/>
                </a:lnTo>
                <a:lnTo>
                  <a:pt x="183931" y="0"/>
                </a:lnTo>
                <a:close/>
              </a:path>
            </a:pathLst>
          </a:custGeom>
          <a:solidFill>
            <a:srgbClr val="3D52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5" name="object 165" descr=""/>
          <p:cNvSpPr/>
          <p:nvPr/>
        </p:nvSpPr>
        <p:spPr>
          <a:xfrm>
            <a:off x="9813303" y="4235839"/>
            <a:ext cx="184150" cy="54610"/>
          </a:xfrm>
          <a:custGeom>
            <a:avLst/>
            <a:gdLst/>
            <a:ahLst/>
            <a:cxnLst/>
            <a:rect l="l" t="t" r="r" b="b"/>
            <a:pathLst>
              <a:path w="184150" h="54610">
                <a:moveTo>
                  <a:pt x="183931" y="0"/>
                </a:moveTo>
                <a:lnTo>
                  <a:pt x="0" y="0"/>
                </a:lnTo>
                <a:lnTo>
                  <a:pt x="0" y="54124"/>
                </a:lnTo>
                <a:lnTo>
                  <a:pt x="183931" y="54124"/>
                </a:lnTo>
                <a:lnTo>
                  <a:pt x="183931" y="0"/>
                </a:lnTo>
                <a:close/>
              </a:path>
            </a:pathLst>
          </a:custGeom>
          <a:solidFill>
            <a:srgbClr val="3D52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" name="object 166" descr=""/>
          <p:cNvSpPr/>
          <p:nvPr/>
        </p:nvSpPr>
        <p:spPr>
          <a:xfrm>
            <a:off x="9813303" y="4357752"/>
            <a:ext cx="184150" cy="54610"/>
          </a:xfrm>
          <a:custGeom>
            <a:avLst/>
            <a:gdLst/>
            <a:ahLst/>
            <a:cxnLst/>
            <a:rect l="l" t="t" r="r" b="b"/>
            <a:pathLst>
              <a:path w="184150" h="54610">
                <a:moveTo>
                  <a:pt x="183931" y="0"/>
                </a:moveTo>
                <a:lnTo>
                  <a:pt x="0" y="0"/>
                </a:lnTo>
                <a:lnTo>
                  <a:pt x="0" y="54124"/>
                </a:lnTo>
                <a:lnTo>
                  <a:pt x="183931" y="54124"/>
                </a:lnTo>
                <a:lnTo>
                  <a:pt x="183931" y="0"/>
                </a:lnTo>
                <a:close/>
              </a:path>
            </a:pathLst>
          </a:custGeom>
          <a:solidFill>
            <a:srgbClr val="3D52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7" name="object 167" descr=""/>
          <p:cNvSpPr/>
          <p:nvPr/>
        </p:nvSpPr>
        <p:spPr>
          <a:xfrm>
            <a:off x="9813303" y="4479664"/>
            <a:ext cx="184150" cy="54610"/>
          </a:xfrm>
          <a:custGeom>
            <a:avLst/>
            <a:gdLst/>
            <a:ahLst/>
            <a:cxnLst/>
            <a:rect l="l" t="t" r="r" b="b"/>
            <a:pathLst>
              <a:path w="184150" h="54610">
                <a:moveTo>
                  <a:pt x="183931" y="0"/>
                </a:moveTo>
                <a:lnTo>
                  <a:pt x="0" y="0"/>
                </a:lnTo>
                <a:lnTo>
                  <a:pt x="0" y="54113"/>
                </a:lnTo>
                <a:lnTo>
                  <a:pt x="183931" y="54113"/>
                </a:lnTo>
                <a:lnTo>
                  <a:pt x="183931" y="0"/>
                </a:lnTo>
                <a:close/>
              </a:path>
            </a:pathLst>
          </a:custGeom>
          <a:solidFill>
            <a:srgbClr val="3D52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8" name="object 168" descr=""/>
          <p:cNvSpPr/>
          <p:nvPr/>
        </p:nvSpPr>
        <p:spPr>
          <a:xfrm>
            <a:off x="9813303" y="4601566"/>
            <a:ext cx="184150" cy="54610"/>
          </a:xfrm>
          <a:custGeom>
            <a:avLst/>
            <a:gdLst/>
            <a:ahLst/>
            <a:cxnLst/>
            <a:rect l="l" t="t" r="r" b="b"/>
            <a:pathLst>
              <a:path w="184150" h="54610">
                <a:moveTo>
                  <a:pt x="183931" y="0"/>
                </a:moveTo>
                <a:lnTo>
                  <a:pt x="0" y="0"/>
                </a:lnTo>
                <a:lnTo>
                  <a:pt x="0" y="54124"/>
                </a:lnTo>
                <a:lnTo>
                  <a:pt x="183931" y="54124"/>
                </a:lnTo>
                <a:lnTo>
                  <a:pt x="183931" y="0"/>
                </a:lnTo>
                <a:close/>
              </a:path>
            </a:pathLst>
          </a:custGeom>
          <a:solidFill>
            <a:srgbClr val="3D52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9" name="object 169" descr=""/>
          <p:cNvSpPr/>
          <p:nvPr/>
        </p:nvSpPr>
        <p:spPr>
          <a:xfrm>
            <a:off x="9813303" y="4723489"/>
            <a:ext cx="184150" cy="54610"/>
          </a:xfrm>
          <a:custGeom>
            <a:avLst/>
            <a:gdLst/>
            <a:ahLst/>
            <a:cxnLst/>
            <a:rect l="l" t="t" r="r" b="b"/>
            <a:pathLst>
              <a:path w="184150" h="54610">
                <a:moveTo>
                  <a:pt x="183931" y="0"/>
                </a:moveTo>
                <a:lnTo>
                  <a:pt x="0" y="0"/>
                </a:lnTo>
                <a:lnTo>
                  <a:pt x="0" y="54124"/>
                </a:lnTo>
                <a:lnTo>
                  <a:pt x="183931" y="54124"/>
                </a:lnTo>
                <a:lnTo>
                  <a:pt x="183931" y="0"/>
                </a:lnTo>
                <a:close/>
              </a:path>
            </a:pathLst>
          </a:custGeom>
          <a:solidFill>
            <a:srgbClr val="3D52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0" name="object 170" descr=""/>
          <p:cNvSpPr/>
          <p:nvPr/>
        </p:nvSpPr>
        <p:spPr>
          <a:xfrm>
            <a:off x="9813303" y="4845402"/>
            <a:ext cx="184150" cy="54610"/>
          </a:xfrm>
          <a:custGeom>
            <a:avLst/>
            <a:gdLst/>
            <a:ahLst/>
            <a:cxnLst/>
            <a:rect l="l" t="t" r="r" b="b"/>
            <a:pathLst>
              <a:path w="184150" h="54610">
                <a:moveTo>
                  <a:pt x="183931" y="0"/>
                </a:moveTo>
                <a:lnTo>
                  <a:pt x="0" y="0"/>
                </a:lnTo>
                <a:lnTo>
                  <a:pt x="0" y="54124"/>
                </a:lnTo>
                <a:lnTo>
                  <a:pt x="183931" y="54124"/>
                </a:lnTo>
                <a:lnTo>
                  <a:pt x="183931" y="0"/>
                </a:lnTo>
                <a:close/>
              </a:path>
            </a:pathLst>
          </a:custGeom>
          <a:solidFill>
            <a:srgbClr val="3D52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1" name="object 171" descr=""/>
          <p:cNvSpPr/>
          <p:nvPr/>
        </p:nvSpPr>
        <p:spPr>
          <a:xfrm>
            <a:off x="9813303" y="4967293"/>
            <a:ext cx="184150" cy="54610"/>
          </a:xfrm>
          <a:custGeom>
            <a:avLst/>
            <a:gdLst/>
            <a:ahLst/>
            <a:cxnLst/>
            <a:rect l="l" t="t" r="r" b="b"/>
            <a:pathLst>
              <a:path w="184150" h="54610">
                <a:moveTo>
                  <a:pt x="183931" y="0"/>
                </a:moveTo>
                <a:lnTo>
                  <a:pt x="0" y="0"/>
                </a:lnTo>
                <a:lnTo>
                  <a:pt x="0" y="54134"/>
                </a:lnTo>
                <a:lnTo>
                  <a:pt x="183931" y="54134"/>
                </a:lnTo>
                <a:lnTo>
                  <a:pt x="183931" y="0"/>
                </a:lnTo>
                <a:close/>
              </a:path>
            </a:pathLst>
          </a:custGeom>
          <a:solidFill>
            <a:srgbClr val="3D52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2" name="object 172" descr=""/>
          <p:cNvSpPr/>
          <p:nvPr/>
        </p:nvSpPr>
        <p:spPr>
          <a:xfrm>
            <a:off x="9813303" y="5089195"/>
            <a:ext cx="184150" cy="54610"/>
          </a:xfrm>
          <a:custGeom>
            <a:avLst/>
            <a:gdLst/>
            <a:ahLst/>
            <a:cxnLst/>
            <a:rect l="l" t="t" r="r" b="b"/>
            <a:pathLst>
              <a:path w="184150" h="54610">
                <a:moveTo>
                  <a:pt x="183931" y="0"/>
                </a:moveTo>
                <a:lnTo>
                  <a:pt x="0" y="0"/>
                </a:lnTo>
                <a:lnTo>
                  <a:pt x="0" y="54144"/>
                </a:lnTo>
                <a:lnTo>
                  <a:pt x="183931" y="54144"/>
                </a:lnTo>
                <a:lnTo>
                  <a:pt x="183931" y="0"/>
                </a:lnTo>
                <a:close/>
              </a:path>
            </a:pathLst>
          </a:custGeom>
          <a:solidFill>
            <a:srgbClr val="3D52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3" name="object 173" descr=""/>
          <p:cNvSpPr/>
          <p:nvPr/>
        </p:nvSpPr>
        <p:spPr>
          <a:xfrm>
            <a:off x="9685966" y="4064190"/>
            <a:ext cx="93980" cy="54610"/>
          </a:xfrm>
          <a:custGeom>
            <a:avLst/>
            <a:gdLst/>
            <a:ahLst/>
            <a:cxnLst/>
            <a:rect l="l" t="t" r="r" b="b"/>
            <a:pathLst>
              <a:path w="93979" h="54610">
                <a:moveTo>
                  <a:pt x="93494" y="0"/>
                </a:moveTo>
                <a:lnTo>
                  <a:pt x="0" y="0"/>
                </a:lnTo>
                <a:lnTo>
                  <a:pt x="0" y="54134"/>
                </a:lnTo>
                <a:lnTo>
                  <a:pt x="93494" y="54134"/>
                </a:lnTo>
                <a:lnTo>
                  <a:pt x="93494" y="0"/>
                </a:lnTo>
                <a:close/>
              </a:path>
            </a:pathLst>
          </a:custGeom>
          <a:solidFill>
            <a:srgbClr val="2B346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4" name="object 174" descr=""/>
          <p:cNvSpPr/>
          <p:nvPr/>
        </p:nvSpPr>
        <p:spPr>
          <a:xfrm>
            <a:off x="9685966" y="4186092"/>
            <a:ext cx="93980" cy="54610"/>
          </a:xfrm>
          <a:custGeom>
            <a:avLst/>
            <a:gdLst/>
            <a:ahLst/>
            <a:cxnLst/>
            <a:rect l="l" t="t" r="r" b="b"/>
            <a:pathLst>
              <a:path w="93979" h="54610">
                <a:moveTo>
                  <a:pt x="93494" y="0"/>
                </a:moveTo>
                <a:lnTo>
                  <a:pt x="0" y="0"/>
                </a:lnTo>
                <a:lnTo>
                  <a:pt x="0" y="54144"/>
                </a:lnTo>
                <a:lnTo>
                  <a:pt x="93494" y="54144"/>
                </a:lnTo>
                <a:lnTo>
                  <a:pt x="93494" y="0"/>
                </a:lnTo>
                <a:close/>
              </a:path>
            </a:pathLst>
          </a:custGeom>
          <a:solidFill>
            <a:srgbClr val="2B346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5" name="object 175" descr=""/>
          <p:cNvSpPr/>
          <p:nvPr/>
        </p:nvSpPr>
        <p:spPr>
          <a:xfrm>
            <a:off x="9685966" y="4308015"/>
            <a:ext cx="93980" cy="54610"/>
          </a:xfrm>
          <a:custGeom>
            <a:avLst/>
            <a:gdLst/>
            <a:ahLst/>
            <a:cxnLst/>
            <a:rect l="l" t="t" r="r" b="b"/>
            <a:pathLst>
              <a:path w="93979" h="54610">
                <a:moveTo>
                  <a:pt x="93494" y="0"/>
                </a:moveTo>
                <a:lnTo>
                  <a:pt x="0" y="0"/>
                </a:lnTo>
                <a:lnTo>
                  <a:pt x="0" y="54124"/>
                </a:lnTo>
                <a:lnTo>
                  <a:pt x="93494" y="54124"/>
                </a:lnTo>
                <a:lnTo>
                  <a:pt x="93494" y="0"/>
                </a:lnTo>
                <a:close/>
              </a:path>
            </a:pathLst>
          </a:custGeom>
          <a:solidFill>
            <a:srgbClr val="2B346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6" name="object 176" descr=""/>
          <p:cNvSpPr/>
          <p:nvPr/>
        </p:nvSpPr>
        <p:spPr>
          <a:xfrm>
            <a:off x="9685966" y="4429928"/>
            <a:ext cx="93980" cy="54610"/>
          </a:xfrm>
          <a:custGeom>
            <a:avLst/>
            <a:gdLst/>
            <a:ahLst/>
            <a:cxnLst/>
            <a:rect l="l" t="t" r="r" b="b"/>
            <a:pathLst>
              <a:path w="93979" h="54610">
                <a:moveTo>
                  <a:pt x="93494" y="0"/>
                </a:moveTo>
                <a:lnTo>
                  <a:pt x="0" y="0"/>
                </a:lnTo>
                <a:lnTo>
                  <a:pt x="0" y="54124"/>
                </a:lnTo>
                <a:lnTo>
                  <a:pt x="93494" y="54124"/>
                </a:lnTo>
                <a:lnTo>
                  <a:pt x="93494" y="0"/>
                </a:lnTo>
                <a:close/>
              </a:path>
            </a:pathLst>
          </a:custGeom>
          <a:solidFill>
            <a:srgbClr val="2B346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7" name="object 177" descr=""/>
          <p:cNvSpPr/>
          <p:nvPr/>
        </p:nvSpPr>
        <p:spPr>
          <a:xfrm>
            <a:off x="9685966" y="4551840"/>
            <a:ext cx="93980" cy="54610"/>
          </a:xfrm>
          <a:custGeom>
            <a:avLst/>
            <a:gdLst/>
            <a:ahLst/>
            <a:cxnLst/>
            <a:rect l="l" t="t" r="r" b="b"/>
            <a:pathLst>
              <a:path w="93979" h="54610">
                <a:moveTo>
                  <a:pt x="93494" y="0"/>
                </a:moveTo>
                <a:lnTo>
                  <a:pt x="0" y="0"/>
                </a:lnTo>
                <a:lnTo>
                  <a:pt x="0" y="54113"/>
                </a:lnTo>
                <a:lnTo>
                  <a:pt x="93494" y="54113"/>
                </a:lnTo>
                <a:lnTo>
                  <a:pt x="93494" y="0"/>
                </a:lnTo>
                <a:close/>
              </a:path>
            </a:pathLst>
          </a:custGeom>
          <a:solidFill>
            <a:srgbClr val="2B346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8" name="object 178" descr=""/>
          <p:cNvSpPr/>
          <p:nvPr/>
        </p:nvSpPr>
        <p:spPr>
          <a:xfrm>
            <a:off x="9685966" y="4673742"/>
            <a:ext cx="93980" cy="54610"/>
          </a:xfrm>
          <a:custGeom>
            <a:avLst/>
            <a:gdLst/>
            <a:ahLst/>
            <a:cxnLst/>
            <a:rect l="l" t="t" r="r" b="b"/>
            <a:pathLst>
              <a:path w="93979" h="54610">
                <a:moveTo>
                  <a:pt x="93494" y="0"/>
                </a:moveTo>
                <a:lnTo>
                  <a:pt x="0" y="0"/>
                </a:lnTo>
                <a:lnTo>
                  <a:pt x="0" y="54124"/>
                </a:lnTo>
                <a:lnTo>
                  <a:pt x="93494" y="54124"/>
                </a:lnTo>
                <a:lnTo>
                  <a:pt x="93494" y="0"/>
                </a:lnTo>
                <a:close/>
              </a:path>
            </a:pathLst>
          </a:custGeom>
          <a:solidFill>
            <a:srgbClr val="2B346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" name="object 179" descr=""/>
          <p:cNvSpPr/>
          <p:nvPr/>
        </p:nvSpPr>
        <p:spPr>
          <a:xfrm>
            <a:off x="9685966" y="4795654"/>
            <a:ext cx="93980" cy="54610"/>
          </a:xfrm>
          <a:custGeom>
            <a:avLst/>
            <a:gdLst/>
            <a:ahLst/>
            <a:cxnLst/>
            <a:rect l="l" t="t" r="r" b="b"/>
            <a:pathLst>
              <a:path w="93979" h="54610">
                <a:moveTo>
                  <a:pt x="93494" y="0"/>
                </a:moveTo>
                <a:lnTo>
                  <a:pt x="0" y="0"/>
                </a:lnTo>
                <a:lnTo>
                  <a:pt x="0" y="54124"/>
                </a:lnTo>
                <a:lnTo>
                  <a:pt x="93494" y="54124"/>
                </a:lnTo>
                <a:lnTo>
                  <a:pt x="93494" y="0"/>
                </a:lnTo>
                <a:close/>
              </a:path>
            </a:pathLst>
          </a:custGeom>
          <a:solidFill>
            <a:srgbClr val="2B346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0" name="object 180" descr=""/>
          <p:cNvSpPr/>
          <p:nvPr/>
        </p:nvSpPr>
        <p:spPr>
          <a:xfrm>
            <a:off x="9685966" y="4917567"/>
            <a:ext cx="93980" cy="54610"/>
          </a:xfrm>
          <a:custGeom>
            <a:avLst/>
            <a:gdLst/>
            <a:ahLst/>
            <a:cxnLst/>
            <a:rect l="l" t="t" r="r" b="b"/>
            <a:pathLst>
              <a:path w="93979" h="54610">
                <a:moveTo>
                  <a:pt x="93494" y="0"/>
                </a:moveTo>
                <a:lnTo>
                  <a:pt x="0" y="0"/>
                </a:lnTo>
                <a:lnTo>
                  <a:pt x="0" y="54124"/>
                </a:lnTo>
                <a:lnTo>
                  <a:pt x="93494" y="54124"/>
                </a:lnTo>
                <a:lnTo>
                  <a:pt x="93494" y="0"/>
                </a:lnTo>
                <a:close/>
              </a:path>
            </a:pathLst>
          </a:custGeom>
          <a:solidFill>
            <a:srgbClr val="2B346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1" name="object 181" descr=""/>
          <p:cNvSpPr/>
          <p:nvPr/>
        </p:nvSpPr>
        <p:spPr>
          <a:xfrm>
            <a:off x="9685966" y="5039459"/>
            <a:ext cx="93980" cy="54610"/>
          </a:xfrm>
          <a:custGeom>
            <a:avLst/>
            <a:gdLst/>
            <a:ahLst/>
            <a:cxnLst/>
            <a:rect l="l" t="t" r="r" b="b"/>
            <a:pathLst>
              <a:path w="93979" h="54610">
                <a:moveTo>
                  <a:pt x="93494" y="0"/>
                </a:moveTo>
                <a:lnTo>
                  <a:pt x="0" y="0"/>
                </a:lnTo>
                <a:lnTo>
                  <a:pt x="0" y="54134"/>
                </a:lnTo>
                <a:lnTo>
                  <a:pt x="93494" y="54134"/>
                </a:lnTo>
                <a:lnTo>
                  <a:pt x="93494" y="0"/>
                </a:lnTo>
                <a:close/>
              </a:path>
            </a:pathLst>
          </a:custGeom>
          <a:solidFill>
            <a:srgbClr val="2B346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2" name="object 182" descr=""/>
          <p:cNvSpPr/>
          <p:nvPr/>
        </p:nvSpPr>
        <p:spPr>
          <a:xfrm>
            <a:off x="10322576" y="3992014"/>
            <a:ext cx="184150" cy="54610"/>
          </a:xfrm>
          <a:custGeom>
            <a:avLst/>
            <a:gdLst/>
            <a:ahLst/>
            <a:cxnLst/>
            <a:rect l="l" t="t" r="r" b="b"/>
            <a:pathLst>
              <a:path w="184150" h="54610">
                <a:moveTo>
                  <a:pt x="183931" y="0"/>
                </a:moveTo>
                <a:lnTo>
                  <a:pt x="0" y="0"/>
                </a:lnTo>
                <a:lnTo>
                  <a:pt x="0" y="54134"/>
                </a:lnTo>
                <a:lnTo>
                  <a:pt x="183931" y="54134"/>
                </a:lnTo>
                <a:lnTo>
                  <a:pt x="183931" y="0"/>
                </a:lnTo>
                <a:close/>
              </a:path>
            </a:pathLst>
          </a:custGeom>
          <a:solidFill>
            <a:srgbClr val="3D52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" name="object 183" descr=""/>
          <p:cNvSpPr/>
          <p:nvPr/>
        </p:nvSpPr>
        <p:spPr>
          <a:xfrm>
            <a:off x="10322576" y="4113916"/>
            <a:ext cx="184150" cy="54610"/>
          </a:xfrm>
          <a:custGeom>
            <a:avLst/>
            <a:gdLst/>
            <a:ahLst/>
            <a:cxnLst/>
            <a:rect l="l" t="t" r="r" b="b"/>
            <a:pathLst>
              <a:path w="184150" h="54610">
                <a:moveTo>
                  <a:pt x="183931" y="0"/>
                </a:moveTo>
                <a:lnTo>
                  <a:pt x="0" y="0"/>
                </a:lnTo>
                <a:lnTo>
                  <a:pt x="0" y="54144"/>
                </a:lnTo>
                <a:lnTo>
                  <a:pt x="183931" y="54144"/>
                </a:lnTo>
                <a:lnTo>
                  <a:pt x="183931" y="0"/>
                </a:lnTo>
                <a:close/>
              </a:path>
            </a:pathLst>
          </a:custGeom>
          <a:solidFill>
            <a:srgbClr val="3D52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4" name="object 184" descr=""/>
          <p:cNvSpPr/>
          <p:nvPr/>
        </p:nvSpPr>
        <p:spPr>
          <a:xfrm>
            <a:off x="10322576" y="4235839"/>
            <a:ext cx="184150" cy="54610"/>
          </a:xfrm>
          <a:custGeom>
            <a:avLst/>
            <a:gdLst/>
            <a:ahLst/>
            <a:cxnLst/>
            <a:rect l="l" t="t" r="r" b="b"/>
            <a:pathLst>
              <a:path w="184150" h="54610">
                <a:moveTo>
                  <a:pt x="183931" y="0"/>
                </a:moveTo>
                <a:lnTo>
                  <a:pt x="0" y="0"/>
                </a:lnTo>
                <a:lnTo>
                  <a:pt x="0" y="54124"/>
                </a:lnTo>
                <a:lnTo>
                  <a:pt x="183931" y="54124"/>
                </a:lnTo>
                <a:lnTo>
                  <a:pt x="183931" y="0"/>
                </a:lnTo>
                <a:close/>
              </a:path>
            </a:pathLst>
          </a:custGeom>
          <a:solidFill>
            <a:srgbClr val="3D52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5" name="object 185" descr=""/>
          <p:cNvSpPr/>
          <p:nvPr/>
        </p:nvSpPr>
        <p:spPr>
          <a:xfrm>
            <a:off x="10322576" y="4357752"/>
            <a:ext cx="184150" cy="54610"/>
          </a:xfrm>
          <a:custGeom>
            <a:avLst/>
            <a:gdLst/>
            <a:ahLst/>
            <a:cxnLst/>
            <a:rect l="l" t="t" r="r" b="b"/>
            <a:pathLst>
              <a:path w="184150" h="54610">
                <a:moveTo>
                  <a:pt x="183931" y="0"/>
                </a:moveTo>
                <a:lnTo>
                  <a:pt x="0" y="0"/>
                </a:lnTo>
                <a:lnTo>
                  <a:pt x="0" y="54124"/>
                </a:lnTo>
                <a:lnTo>
                  <a:pt x="183931" y="54124"/>
                </a:lnTo>
                <a:lnTo>
                  <a:pt x="183931" y="0"/>
                </a:lnTo>
                <a:close/>
              </a:path>
            </a:pathLst>
          </a:custGeom>
          <a:solidFill>
            <a:srgbClr val="3D52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6" name="object 186" descr=""/>
          <p:cNvSpPr/>
          <p:nvPr/>
        </p:nvSpPr>
        <p:spPr>
          <a:xfrm>
            <a:off x="10322576" y="4479664"/>
            <a:ext cx="184150" cy="54610"/>
          </a:xfrm>
          <a:custGeom>
            <a:avLst/>
            <a:gdLst/>
            <a:ahLst/>
            <a:cxnLst/>
            <a:rect l="l" t="t" r="r" b="b"/>
            <a:pathLst>
              <a:path w="184150" h="54610">
                <a:moveTo>
                  <a:pt x="183931" y="0"/>
                </a:moveTo>
                <a:lnTo>
                  <a:pt x="0" y="0"/>
                </a:lnTo>
                <a:lnTo>
                  <a:pt x="0" y="54113"/>
                </a:lnTo>
                <a:lnTo>
                  <a:pt x="183931" y="54113"/>
                </a:lnTo>
                <a:lnTo>
                  <a:pt x="183931" y="0"/>
                </a:lnTo>
                <a:close/>
              </a:path>
            </a:pathLst>
          </a:custGeom>
          <a:solidFill>
            <a:srgbClr val="3D52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7" name="object 187" descr=""/>
          <p:cNvSpPr/>
          <p:nvPr/>
        </p:nvSpPr>
        <p:spPr>
          <a:xfrm>
            <a:off x="10037216" y="3981316"/>
            <a:ext cx="255270" cy="1202690"/>
          </a:xfrm>
          <a:custGeom>
            <a:avLst/>
            <a:gdLst/>
            <a:ahLst/>
            <a:cxnLst/>
            <a:rect l="l" t="t" r="r" b="b"/>
            <a:pathLst>
              <a:path w="255270" h="1202689">
                <a:moveTo>
                  <a:pt x="45605" y="1085215"/>
                </a:moveTo>
                <a:lnTo>
                  <a:pt x="0" y="1085215"/>
                </a:lnTo>
                <a:lnTo>
                  <a:pt x="0" y="1202486"/>
                </a:lnTo>
                <a:lnTo>
                  <a:pt x="45605" y="1202486"/>
                </a:lnTo>
                <a:lnTo>
                  <a:pt x="45605" y="1085215"/>
                </a:lnTo>
                <a:close/>
              </a:path>
              <a:path w="255270" h="1202689">
                <a:moveTo>
                  <a:pt x="45605" y="775157"/>
                </a:moveTo>
                <a:lnTo>
                  <a:pt x="0" y="775157"/>
                </a:lnTo>
                <a:lnTo>
                  <a:pt x="0" y="892441"/>
                </a:lnTo>
                <a:lnTo>
                  <a:pt x="45605" y="892441"/>
                </a:lnTo>
                <a:lnTo>
                  <a:pt x="45605" y="775157"/>
                </a:lnTo>
                <a:close/>
              </a:path>
              <a:path w="255270" h="1202689">
                <a:moveTo>
                  <a:pt x="45605" y="310070"/>
                </a:moveTo>
                <a:lnTo>
                  <a:pt x="0" y="310070"/>
                </a:lnTo>
                <a:lnTo>
                  <a:pt x="0" y="427355"/>
                </a:lnTo>
                <a:lnTo>
                  <a:pt x="45605" y="427355"/>
                </a:lnTo>
                <a:lnTo>
                  <a:pt x="45605" y="310070"/>
                </a:lnTo>
                <a:close/>
              </a:path>
              <a:path w="255270" h="1202689">
                <a:moveTo>
                  <a:pt x="45605" y="155028"/>
                </a:moveTo>
                <a:lnTo>
                  <a:pt x="0" y="155028"/>
                </a:lnTo>
                <a:lnTo>
                  <a:pt x="0" y="272313"/>
                </a:lnTo>
                <a:lnTo>
                  <a:pt x="45605" y="272313"/>
                </a:lnTo>
                <a:lnTo>
                  <a:pt x="45605" y="155028"/>
                </a:lnTo>
                <a:close/>
              </a:path>
              <a:path w="255270" h="1202689">
                <a:moveTo>
                  <a:pt x="45605" y="0"/>
                </a:moveTo>
                <a:lnTo>
                  <a:pt x="0" y="0"/>
                </a:lnTo>
                <a:lnTo>
                  <a:pt x="0" y="117284"/>
                </a:lnTo>
                <a:lnTo>
                  <a:pt x="45605" y="117284"/>
                </a:lnTo>
                <a:lnTo>
                  <a:pt x="45605" y="0"/>
                </a:lnTo>
                <a:close/>
              </a:path>
              <a:path w="255270" h="1202689">
                <a:moveTo>
                  <a:pt x="45631" y="930198"/>
                </a:moveTo>
                <a:lnTo>
                  <a:pt x="12" y="930198"/>
                </a:lnTo>
                <a:lnTo>
                  <a:pt x="12" y="1047483"/>
                </a:lnTo>
                <a:lnTo>
                  <a:pt x="45631" y="1047483"/>
                </a:lnTo>
                <a:lnTo>
                  <a:pt x="45631" y="930198"/>
                </a:lnTo>
                <a:close/>
              </a:path>
              <a:path w="255270" h="1202689">
                <a:moveTo>
                  <a:pt x="45631" y="620128"/>
                </a:moveTo>
                <a:lnTo>
                  <a:pt x="12" y="620128"/>
                </a:lnTo>
                <a:lnTo>
                  <a:pt x="12" y="737412"/>
                </a:lnTo>
                <a:lnTo>
                  <a:pt x="45631" y="737412"/>
                </a:lnTo>
                <a:lnTo>
                  <a:pt x="45631" y="620128"/>
                </a:lnTo>
                <a:close/>
              </a:path>
              <a:path w="255270" h="1202689">
                <a:moveTo>
                  <a:pt x="45631" y="465099"/>
                </a:moveTo>
                <a:lnTo>
                  <a:pt x="12" y="465099"/>
                </a:lnTo>
                <a:lnTo>
                  <a:pt x="12" y="582383"/>
                </a:lnTo>
                <a:lnTo>
                  <a:pt x="45631" y="582383"/>
                </a:lnTo>
                <a:lnTo>
                  <a:pt x="45631" y="465099"/>
                </a:lnTo>
                <a:close/>
              </a:path>
              <a:path w="255270" h="1202689">
                <a:moveTo>
                  <a:pt x="115481" y="1085215"/>
                </a:moveTo>
                <a:lnTo>
                  <a:pt x="69875" y="1085215"/>
                </a:lnTo>
                <a:lnTo>
                  <a:pt x="69875" y="1202486"/>
                </a:lnTo>
                <a:lnTo>
                  <a:pt x="115481" y="1202486"/>
                </a:lnTo>
                <a:lnTo>
                  <a:pt x="115481" y="1085215"/>
                </a:lnTo>
                <a:close/>
              </a:path>
              <a:path w="255270" h="1202689">
                <a:moveTo>
                  <a:pt x="115481" y="930198"/>
                </a:moveTo>
                <a:lnTo>
                  <a:pt x="69875" y="930198"/>
                </a:lnTo>
                <a:lnTo>
                  <a:pt x="69875" y="1047483"/>
                </a:lnTo>
                <a:lnTo>
                  <a:pt x="115481" y="1047483"/>
                </a:lnTo>
                <a:lnTo>
                  <a:pt x="115481" y="930198"/>
                </a:lnTo>
                <a:close/>
              </a:path>
              <a:path w="255270" h="1202689">
                <a:moveTo>
                  <a:pt x="115481" y="775157"/>
                </a:moveTo>
                <a:lnTo>
                  <a:pt x="69875" y="775157"/>
                </a:lnTo>
                <a:lnTo>
                  <a:pt x="69875" y="892441"/>
                </a:lnTo>
                <a:lnTo>
                  <a:pt x="115481" y="892441"/>
                </a:lnTo>
                <a:lnTo>
                  <a:pt x="115481" y="775157"/>
                </a:lnTo>
                <a:close/>
              </a:path>
              <a:path w="255270" h="1202689">
                <a:moveTo>
                  <a:pt x="115481" y="620128"/>
                </a:moveTo>
                <a:lnTo>
                  <a:pt x="69875" y="620128"/>
                </a:lnTo>
                <a:lnTo>
                  <a:pt x="69875" y="737387"/>
                </a:lnTo>
                <a:lnTo>
                  <a:pt x="115481" y="737387"/>
                </a:lnTo>
                <a:lnTo>
                  <a:pt x="115481" y="620128"/>
                </a:lnTo>
                <a:close/>
              </a:path>
              <a:path w="255270" h="1202689">
                <a:moveTo>
                  <a:pt x="115481" y="465112"/>
                </a:moveTo>
                <a:lnTo>
                  <a:pt x="69875" y="465112"/>
                </a:lnTo>
                <a:lnTo>
                  <a:pt x="69875" y="582371"/>
                </a:lnTo>
                <a:lnTo>
                  <a:pt x="115481" y="582371"/>
                </a:lnTo>
                <a:lnTo>
                  <a:pt x="115481" y="465112"/>
                </a:lnTo>
                <a:close/>
              </a:path>
              <a:path w="255270" h="1202689">
                <a:moveTo>
                  <a:pt x="115481" y="310070"/>
                </a:moveTo>
                <a:lnTo>
                  <a:pt x="69875" y="310070"/>
                </a:lnTo>
                <a:lnTo>
                  <a:pt x="69875" y="427329"/>
                </a:lnTo>
                <a:lnTo>
                  <a:pt x="115481" y="427329"/>
                </a:lnTo>
                <a:lnTo>
                  <a:pt x="115481" y="310070"/>
                </a:lnTo>
                <a:close/>
              </a:path>
              <a:path w="255270" h="1202689">
                <a:moveTo>
                  <a:pt x="115481" y="155028"/>
                </a:moveTo>
                <a:lnTo>
                  <a:pt x="69875" y="155028"/>
                </a:lnTo>
                <a:lnTo>
                  <a:pt x="69875" y="272313"/>
                </a:lnTo>
                <a:lnTo>
                  <a:pt x="115481" y="272313"/>
                </a:lnTo>
                <a:lnTo>
                  <a:pt x="115481" y="155028"/>
                </a:lnTo>
                <a:close/>
              </a:path>
              <a:path w="255270" h="1202689">
                <a:moveTo>
                  <a:pt x="115481" y="0"/>
                </a:moveTo>
                <a:lnTo>
                  <a:pt x="69875" y="0"/>
                </a:lnTo>
                <a:lnTo>
                  <a:pt x="69875" y="117271"/>
                </a:lnTo>
                <a:lnTo>
                  <a:pt x="115481" y="117271"/>
                </a:lnTo>
                <a:lnTo>
                  <a:pt x="115481" y="0"/>
                </a:lnTo>
                <a:close/>
              </a:path>
              <a:path w="255270" h="1202689">
                <a:moveTo>
                  <a:pt x="185343" y="1085215"/>
                </a:moveTo>
                <a:lnTo>
                  <a:pt x="139738" y="1085215"/>
                </a:lnTo>
                <a:lnTo>
                  <a:pt x="139738" y="1202486"/>
                </a:lnTo>
                <a:lnTo>
                  <a:pt x="185343" y="1202486"/>
                </a:lnTo>
                <a:lnTo>
                  <a:pt x="185343" y="1085215"/>
                </a:lnTo>
                <a:close/>
              </a:path>
              <a:path w="255270" h="1202689">
                <a:moveTo>
                  <a:pt x="185343" y="930198"/>
                </a:moveTo>
                <a:lnTo>
                  <a:pt x="139738" y="930198"/>
                </a:lnTo>
                <a:lnTo>
                  <a:pt x="139738" y="1047483"/>
                </a:lnTo>
                <a:lnTo>
                  <a:pt x="185343" y="1047483"/>
                </a:lnTo>
                <a:lnTo>
                  <a:pt x="185343" y="930198"/>
                </a:lnTo>
                <a:close/>
              </a:path>
              <a:path w="255270" h="1202689">
                <a:moveTo>
                  <a:pt x="185343" y="775157"/>
                </a:moveTo>
                <a:lnTo>
                  <a:pt x="139738" y="775157"/>
                </a:lnTo>
                <a:lnTo>
                  <a:pt x="139738" y="892441"/>
                </a:lnTo>
                <a:lnTo>
                  <a:pt x="185343" y="892441"/>
                </a:lnTo>
                <a:lnTo>
                  <a:pt x="185343" y="775157"/>
                </a:lnTo>
                <a:close/>
              </a:path>
              <a:path w="255270" h="1202689">
                <a:moveTo>
                  <a:pt x="185343" y="620128"/>
                </a:moveTo>
                <a:lnTo>
                  <a:pt x="139738" y="620128"/>
                </a:lnTo>
                <a:lnTo>
                  <a:pt x="139738" y="737412"/>
                </a:lnTo>
                <a:lnTo>
                  <a:pt x="185343" y="737412"/>
                </a:lnTo>
                <a:lnTo>
                  <a:pt x="185343" y="620128"/>
                </a:lnTo>
                <a:close/>
              </a:path>
              <a:path w="255270" h="1202689">
                <a:moveTo>
                  <a:pt x="185343" y="465099"/>
                </a:moveTo>
                <a:lnTo>
                  <a:pt x="139738" y="465099"/>
                </a:lnTo>
                <a:lnTo>
                  <a:pt x="139738" y="582383"/>
                </a:lnTo>
                <a:lnTo>
                  <a:pt x="185343" y="582383"/>
                </a:lnTo>
                <a:lnTo>
                  <a:pt x="185343" y="465099"/>
                </a:lnTo>
                <a:close/>
              </a:path>
              <a:path w="255270" h="1202689">
                <a:moveTo>
                  <a:pt x="185343" y="310070"/>
                </a:moveTo>
                <a:lnTo>
                  <a:pt x="139738" y="310070"/>
                </a:lnTo>
                <a:lnTo>
                  <a:pt x="139738" y="427355"/>
                </a:lnTo>
                <a:lnTo>
                  <a:pt x="185343" y="427355"/>
                </a:lnTo>
                <a:lnTo>
                  <a:pt x="185343" y="310070"/>
                </a:lnTo>
                <a:close/>
              </a:path>
              <a:path w="255270" h="1202689">
                <a:moveTo>
                  <a:pt x="185343" y="155028"/>
                </a:moveTo>
                <a:lnTo>
                  <a:pt x="139738" y="155028"/>
                </a:lnTo>
                <a:lnTo>
                  <a:pt x="139738" y="272313"/>
                </a:lnTo>
                <a:lnTo>
                  <a:pt x="185343" y="272313"/>
                </a:lnTo>
                <a:lnTo>
                  <a:pt x="185343" y="155028"/>
                </a:lnTo>
                <a:close/>
              </a:path>
              <a:path w="255270" h="1202689">
                <a:moveTo>
                  <a:pt x="185343" y="0"/>
                </a:moveTo>
                <a:lnTo>
                  <a:pt x="139738" y="0"/>
                </a:lnTo>
                <a:lnTo>
                  <a:pt x="139738" y="117284"/>
                </a:lnTo>
                <a:lnTo>
                  <a:pt x="185343" y="117284"/>
                </a:lnTo>
                <a:lnTo>
                  <a:pt x="185343" y="0"/>
                </a:lnTo>
                <a:close/>
              </a:path>
              <a:path w="255270" h="1202689">
                <a:moveTo>
                  <a:pt x="255206" y="465099"/>
                </a:moveTo>
                <a:lnTo>
                  <a:pt x="209613" y="465099"/>
                </a:lnTo>
                <a:lnTo>
                  <a:pt x="209613" y="582383"/>
                </a:lnTo>
                <a:lnTo>
                  <a:pt x="255206" y="582383"/>
                </a:lnTo>
                <a:lnTo>
                  <a:pt x="255206" y="465099"/>
                </a:lnTo>
                <a:close/>
              </a:path>
              <a:path w="255270" h="1202689">
                <a:moveTo>
                  <a:pt x="255206" y="310070"/>
                </a:moveTo>
                <a:lnTo>
                  <a:pt x="209600" y="310070"/>
                </a:lnTo>
                <a:lnTo>
                  <a:pt x="209600" y="427355"/>
                </a:lnTo>
                <a:lnTo>
                  <a:pt x="255206" y="427355"/>
                </a:lnTo>
                <a:lnTo>
                  <a:pt x="255206" y="310070"/>
                </a:lnTo>
                <a:close/>
              </a:path>
              <a:path w="255270" h="1202689">
                <a:moveTo>
                  <a:pt x="255206" y="155028"/>
                </a:moveTo>
                <a:lnTo>
                  <a:pt x="209600" y="155028"/>
                </a:lnTo>
                <a:lnTo>
                  <a:pt x="209600" y="272313"/>
                </a:lnTo>
                <a:lnTo>
                  <a:pt x="255206" y="272313"/>
                </a:lnTo>
                <a:lnTo>
                  <a:pt x="255206" y="155028"/>
                </a:lnTo>
                <a:close/>
              </a:path>
              <a:path w="255270" h="1202689">
                <a:moveTo>
                  <a:pt x="255206" y="0"/>
                </a:moveTo>
                <a:lnTo>
                  <a:pt x="209600" y="0"/>
                </a:lnTo>
                <a:lnTo>
                  <a:pt x="209600" y="117284"/>
                </a:lnTo>
                <a:lnTo>
                  <a:pt x="255206" y="117284"/>
                </a:lnTo>
                <a:lnTo>
                  <a:pt x="255206" y="0"/>
                </a:lnTo>
                <a:close/>
              </a:path>
            </a:pathLst>
          </a:custGeom>
          <a:solidFill>
            <a:srgbClr val="2B346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8" name="object 188" descr=""/>
          <p:cNvGrpSpPr/>
          <p:nvPr/>
        </p:nvGrpSpPr>
        <p:grpSpPr>
          <a:xfrm>
            <a:off x="9588682" y="4994350"/>
            <a:ext cx="1654175" cy="243204"/>
            <a:chOff x="9588682" y="4994350"/>
            <a:chExt cx="1654175" cy="243204"/>
          </a:xfrm>
        </p:grpSpPr>
        <p:sp>
          <p:nvSpPr>
            <p:cNvPr id="189" name="object 189" descr=""/>
            <p:cNvSpPr/>
            <p:nvPr/>
          </p:nvSpPr>
          <p:spPr>
            <a:xfrm>
              <a:off x="10641990" y="5031082"/>
              <a:ext cx="118745" cy="188595"/>
            </a:xfrm>
            <a:custGeom>
              <a:avLst/>
              <a:gdLst/>
              <a:ahLst/>
              <a:cxnLst/>
              <a:rect l="l" t="t" r="r" b="b"/>
              <a:pathLst>
                <a:path w="118745" h="188595">
                  <a:moveTo>
                    <a:pt x="118572" y="0"/>
                  </a:moveTo>
                  <a:lnTo>
                    <a:pt x="0" y="0"/>
                  </a:lnTo>
                  <a:lnTo>
                    <a:pt x="0" y="188182"/>
                  </a:lnTo>
                  <a:lnTo>
                    <a:pt x="118572" y="188182"/>
                  </a:lnTo>
                  <a:lnTo>
                    <a:pt x="118572" y="0"/>
                  </a:lnTo>
                  <a:close/>
                </a:path>
              </a:pathLst>
            </a:custGeom>
            <a:solidFill>
              <a:srgbClr val="2B34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 descr=""/>
            <p:cNvSpPr/>
            <p:nvPr/>
          </p:nvSpPr>
          <p:spPr>
            <a:xfrm>
              <a:off x="9588682" y="5201213"/>
              <a:ext cx="1654175" cy="36195"/>
            </a:xfrm>
            <a:custGeom>
              <a:avLst/>
              <a:gdLst/>
              <a:ahLst/>
              <a:cxnLst/>
              <a:rect l="l" t="t" r="r" b="b"/>
              <a:pathLst>
                <a:path w="1654175" h="36195">
                  <a:moveTo>
                    <a:pt x="1653960" y="0"/>
                  </a:moveTo>
                  <a:lnTo>
                    <a:pt x="0" y="0"/>
                  </a:lnTo>
                  <a:lnTo>
                    <a:pt x="0" y="36093"/>
                  </a:lnTo>
                  <a:lnTo>
                    <a:pt x="1653960" y="36093"/>
                  </a:lnTo>
                  <a:lnTo>
                    <a:pt x="1653960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 descr=""/>
            <p:cNvSpPr/>
            <p:nvPr/>
          </p:nvSpPr>
          <p:spPr>
            <a:xfrm>
              <a:off x="10273246" y="4994357"/>
              <a:ext cx="855344" cy="162560"/>
            </a:xfrm>
            <a:custGeom>
              <a:avLst/>
              <a:gdLst/>
              <a:ahLst/>
              <a:cxnLst/>
              <a:rect l="l" t="t" r="r" b="b"/>
              <a:pathLst>
                <a:path w="855345" h="162560">
                  <a:moveTo>
                    <a:pt x="91224" y="0"/>
                  </a:moveTo>
                  <a:lnTo>
                    <a:pt x="0" y="0"/>
                  </a:lnTo>
                  <a:lnTo>
                    <a:pt x="0" y="162394"/>
                  </a:lnTo>
                  <a:lnTo>
                    <a:pt x="91224" y="162394"/>
                  </a:lnTo>
                  <a:lnTo>
                    <a:pt x="91224" y="0"/>
                  </a:lnTo>
                  <a:close/>
                </a:path>
                <a:path w="855345" h="162560">
                  <a:moveTo>
                    <a:pt x="331965" y="0"/>
                  </a:moveTo>
                  <a:lnTo>
                    <a:pt x="240753" y="0"/>
                  </a:lnTo>
                  <a:lnTo>
                    <a:pt x="240753" y="162394"/>
                  </a:lnTo>
                  <a:lnTo>
                    <a:pt x="331965" y="162394"/>
                  </a:lnTo>
                  <a:lnTo>
                    <a:pt x="331965" y="0"/>
                  </a:lnTo>
                  <a:close/>
                </a:path>
                <a:path w="855345" h="162560">
                  <a:moveTo>
                    <a:pt x="614527" y="0"/>
                  </a:moveTo>
                  <a:lnTo>
                    <a:pt x="523303" y="0"/>
                  </a:lnTo>
                  <a:lnTo>
                    <a:pt x="523303" y="162394"/>
                  </a:lnTo>
                  <a:lnTo>
                    <a:pt x="614527" y="162394"/>
                  </a:lnTo>
                  <a:lnTo>
                    <a:pt x="614527" y="0"/>
                  </a:lnTo>
                  <a:close/>
                </a:path>
                <a:path w="855345" h="162560">
                  <a:moveTo>
                    <a:pt x="734910" y="0"/>
                  </a:moveTo>
                  <a:lnTo>
                    <a:pt x="643699" y="0"/>
                  </a:lnTo>
                  <a:lnTo>
                    <a:pt x="643699" y="162394"/>
                  </a:lnTo>
                  <a:lnTo>
                    <a:pt x="734910" y="162394"/>
                  </a:lnTo>
                  <a:lnTo>
                    <a:pt x="734910" y="0"/>
                  </a:lnTo>
                  <a:close/>
                </a:path>
                <a:path w="855345" h="162560">
                  <a:moveTo>
                    <a:pt x="855281" y="0"/>
                  </a:moveTo>
                  <a:lnTo>
                    <a:pt x="764070" y="0"/>
                  </a:lnTo>
                  <a:lnTo>
                    <a:pt x="764070" y="162394"/>
                  </a:lnTo>
                  <a:lnTo>
                    <a:pt x="855281" y="162394"/>
                  </a:lnTo>
                  <a:lnTo>
                    <a:pt x="855281" y="0"/>
                  </a:lnTo>
                  <a:close/>
                </a:path>
              </a:pathLst>
            </a:custGeom>
            <a:solidFill>
              <a:srgbClr val="2E458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2" name="object 192" descr=""/>
          <p:cNvSpPr/>
          <p:nvPr/>
        </p:nvSpPr>
        <p:spPr>
          <a:xfrm>
            <a:off x="10272483" y="4723500"/>
            <a:ext cx="241935" cy="54610"/>
          </a:xfrm>
          <a:custGeom>
            <a:avLst/>
            <a:gdLst/>
            <a:ahLst/>
            <a:cxnLst/>
            <a:rect l="l" t="t" r="r" b="b"/>
            <a:pathLst>
              <a:path w="241934" h="54610">
                <a:moveTo>
                  <a:pt x="241521" y="0"/>
                </a:moveTo>
                <a:lnTo>
                  <a:pt x="0" y="0"/>
                </a:lnTo>
                <a:lnTo>
                  <a:pt x="0" y="54113"/>
                </a:lnTo>
                <a:lnTo>
                  <a:pt x="241521" y="54113"/>
                </a:lnTo>
                <a:lnTo>
                  <a:pt x="241521" y="0"/>
                </a:lnTo>
                <a:close/>
              </a:path>
            </a:pathLst>
          </a:custGeom>
          <a:solidFill>
            <a:srgbClr val="2E458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3" name="object 193" descr=""/>
          <p:cNvSpPr/>
          <p:nvPr/>
        </p:nvSpPr>
        <p:spPr>
          <a:xfrm>
            <a:off x="10579761" y="4723500"/>
            <a:ext cx="241935" cy="54610"/>
          </a:xfrm>
          <a:custGeom>
            <a:avLst/>
            <a:gdLst/>
            <a:ahLst/>
            <a:cxnLst/>
            <a:rect l="l" t="t" r="r" b="b"/>
            <a:pathLst>
              <a:path w="241934" h="54610">
                <a:moveTo>
                  <a:pt x="241521" y="0"/>
                </a:moveTo>
                <a:lnTo>
                  <a:pt x="0" y="0"/>
                </a:lnTo>
                <a:lnTo>
                  <a:pt x="0" y="54113"/>
                </a:lnTo>
                <a:lnTo>
                  <a:pt x="241521" y="54113"/>
                </a:lnTo>
                <a:lnTo>
                  <a:pt x="241521" y="0"/>
                </a:lnTo>
                <a:close/>
              </a:path>
            </a:pathLst>
          </a:custGeom>
          <a:solidFill>
            <a:srgbClr val="2E458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4" name="object 194" descr=""/>
          <p:cNvSpPr/>
          <p:nvPr/>
        </p:nvSpPr>
        <p:spPr>
          <a:xfrm>
            <a:off x="10887030" y="4723500"/>
            <a:ext cx="241935" cy="54610"/>
          </a:xfrm>
          <a:custGeom>
            <a:avLst/>
            <a:gdLst/>
            <a:ahLst/>
            <a:cxnLst/>
            <a:rect l="l" t="t" r="r" b="b"/>
            <a:pathLst>
              <a:path w="241934" h="54610">
                <a:moveTo>
                  <a:pt x="241500" y="0"/>
                </a:moveTo>
                <a:lnTo>
                  <a:pt x="0" y="0"/>
                </a:lnTo>
                <a:lnTo>
                  <a:pt x="0" y="54113"/>
                </a:lnTo>
                <a:lnTo>
                  <a:pt x="241500" y="54113"/>
                </a:lnTo>
                <a:lnTo>
                  <a:pt x="241500" y="0"/>
                </a:lnTo>
                <a:close/>
              </a:path>
            </a:pathLst>
          </a:custGeom>
          <a:solidFill>
            <a:srgbClr val="2E458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5" name="object 195" descr=""/>
          <p:cNvSpPr/>
          <p:nvPr/>
        </p:nvSpPr>
        <p:spPr>
          <a:xfrm>
            <a:off x="10272483" y="4811497"/>
            <a:ext cx="241935" cy="54610"/>
          </a:xfrm>
          <a:custGeom>
            <a:avLst/>
            <a:gdLst/>
            <a:ahLst/>
            <a:cxnLst/>
            <a:rect l="l" t="t" r="r" b="b"/>
            <a:pathLst>
              <a:path w="241934" h="54610">
                <a:moveTo>
                  <a:pt x="241521" y="0"/>
                </a:moveTo>
                <a:lnTo>
                  <a:pt x="0" y="0"/>
                </a:lnTo>
                <a:lnTo>
                  <a:pt x="0" y="54124"/>
                </a:lnTo>
                <a:lnTo>
                  <a:pt x="241521" y="54124"/>
                </a:lnTo>
                <a:lnTo>
                  <a:pt x="241521" y="0"/>
                </a:lnTo>
                <a:close/>
              </a:path>
            </a:pathLst>
          </a:custGeom>
          <a:solidFill>
            <a:srgbClr val="2E458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6" name="object 196" descr=""/>
          <p:cNvSpPr/>
          <p:nvPr/>
        </p:nvSpPr>
        <p:spPr>
          <a:xfrm>
            <a:off x="10579761" y="4811497"/>
            <a:ext cx="241935" cy="54610"/>
          </a:xfrm>
          <a:custGeom>
            <a:avLst/>
            <a:gdLst/>
            <a:ahLst/>
            <a:cxnLst/>
            <a:rect l="l" t="t" r="r" b="b"/>
            <a:pathLst>
              <a:path w="241934" h="54610">
                <a:moveTo>
                  <a:pt x="241521" y="0"/>
                </a:moveTo>
                <a:lnTo>
                  <a:pt x="0" y="0"/>
                </a:lnTo>
                <a:lnTo>
                  <a:pt x="0" y="54124"/>
                </a:lnTo>
                <a:lnTo>
                  <a:pt x="241521" y="54124"/>
                </a:lnTo>
                <a:lnTo>
                  <a:pt x="241521" y="0"/>
                </a:lnTo>
                <a:close/>
              </a:path>
            </a:pathLst>
          </a:custGeom>
          <a:solidFill>
            <a:srgbClr val="2E458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7" name="object 197" descr=""/>
          <p:cNvSpPr/>
          <p:nvPr/>
        </p:nvSpPr>
        <p:spPr>
          <a:xfrm>
            <a:off x="10887030" y="4811497"/>
            <a:ext cx="241935" cy="54610"/>
          </a:xfrm>
          <a:custGeom>
            <a:avLst/>
            <a:gdLst/>
            <a:ahLst/>
            <a:cxnLst/>
            <a:rect l="l" t="t" r="r" b="b"/>
            <a:pathLst>
              <a:path w="241934" h="54610">
                <a:moveTo>
                  <a:pt x="241500" y="0"/>
                </a:moveTo>
                <a:lnTo>
                  <a:pt x="0" y="0"/>
                </a:lnTo>
                <a:lnTo>
                  <a:pt x="0" y="54124"/>
                </a:lnTo>
                <a:lnTo>
                  <a:pt x="241500" y="54124"/>
                </a:lnTo>
                <a:lnTo>
                  <a:pt x="241500" y="0"/>
                </a:lnTo>
                <a:close/>
              </a:path>
            </a:pathLst>
          </a:custGeom>
          <a:solidFill>
            <a:srgbClr val="2E458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8" name="object 198" descr=""/>
          <p:cNvSpPr/>
          <p:nvPr/>
        </p:nvSpPr>
        <p:spPr>
          <a:xfrm>
            <a:off x="10272483" y="4899526"/>
            <a:ext cx="241935" cy="54610"/>
          </a:xfrm>
          <a:custGeom>
            <a:avLst/>
            <a:gdLst/>
            <a:ahLst/>
            <a:cxnLst/>
            <a:rect l="l" t="t" r="r" b="b"/>
            <a:pathLst>
              <a:path w="241934" h="54610">
                <a:moveTo>
                  <a:pt x="241521" y="0"/>
                </a:moveTo>
                <a:lnTo>
                  <a:pt x="0" y="0"/>
                </a:lnTo>
                <a:lnTo>
                  <a:pt x="0" y="54113"/>
                </a:lnTo>
                <a:lnTo>
                  <a:pt x="241521" y="54113"/>
                </a:lnTo>
                <a:lnTo>
                  <a:pt x="241521" y="0"/>
                </a:lnTo>
                <a:close/>
              </a:path>
            </a:pathLst>
          </a:custGeom>
          <a:solidFill>
            <a:srgbClr val="2E458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9" name="object 199" descr=""/>
          <p:cNvSpPr/>
          <p:nvPr/>
        </p:nvSpPr>
        <p:spPr>
          <a:xfrm>
            <a:off x="10579761" y="4899526"/>
            <a:ext cx="241935" cy="54610"/>
          </a:xfrm>
          <a:custGeom>
            <a:avLst/>
            <a:gdLst/>
            <a:ahLst/>
            <a:cxnLst/>
            <a:rect l="l" t="t" r="r" b="b"/>
            <a:pathLst>
              <a:path w="241934" h="54610">
                <a:moveTo>
                  <a:pt x="241521" y="0"/>
                </a:moveTo>
                <a:lnTo>
                  <a:pt x="0" y="0"/>
                </a:lnTo>
                <a:lnTo>
                  <a:pt x="0" y="54113"/>
                </a:lnTo>
                <a:lnTo>
                  <a:pt x="241521" y="54113"/>
                </a:lnTo>
                <a:lnTo>
                  <a:pt x="241521" y="0"/>
                </a:lnTo>
                <a:close/>
              </a:path>
            </a:pathLst>
          </a:custGeom>
          <a:solidFill>
            <a:srgbClr val="2E458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0" name="object 200" descr=""/>
          <p:cNvSpPr/>
          <p:nvPr/>
        </p:nvSpPr>
        <p:spPr>
          <a:xfrm>
            <a:off x="10887030" y="4899526"/>
            <a:ext cx="241935" cy="54610"/>
          </a:xfrm>
          <a:custGeom>
            <a:avLst/>
            <a:gdLst/>
            <a:ahLst/>
            <a:cxnLst/>
            <a:rect l="l" t="t" r="r" b="b"/>
            <a:pathLst>
              <a:path w="241934" h="54610">
                <a:moveTo>
                  <a:pt x="241500" y="0"/>
                </a:moveTo>
                <a:lnTo>
                  <a:pt x="0" y="0"/>
                </a:lnTo>
                <a:lnTo>
                  <a:pt x="0" y="54113"/>
                </a:lnTo>
                <a:lnTo>
                  <a:pt x="241500" y="54113"/>
                </a:lnTo>
                <a:lnTo>
                  <a:pt x="241500" y="0"/>
                </a:lnTo>
                <a:close/>
              </a:path>
            </a:pathLst>
          </a:custGeom>
          <a:solidFill>
            <a:srgbClr val="2E458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01" name="object 201" descr=""/>
          <p:cNvGrpSpPr/>
          <p:nvPr/>
        </p:nvGrpSpPr>
        <p:grpSpPr>
          <a:xfrm>
            <a:off x="14286461" y="8405461"/>
            <a:ext cx="1764664" cy="1405890"/>
            <a:chOff x="14286461" y="8405461"/>
            <a:chExt cx="1764664" cy="1405890"/>
          </a:xfrm>
        </p:grpSpPr>
        <p:sp>
          <p:nvSpPr>
            <p:cNvPr id="202" name="object 202" descr=""/>
            <p:cNvSpPr/>
            <p:nvPr/>
          </p:nvSpPr>
          <p:spPr>
            <a:xfrm>
              <a:off x="14286461" y="8958998"/>
              <a:ext cx="1764664" cy="852169"/>
            </a:xfrm>
            <a:custGeom>
              <a:avLst/>
              <a:gdLst/>
              <a:ahLst/>
              <a:cxnLst/>
              <a:rect l="l" t="t" r="r" b="b"/>
              <a:pathLst>
                <a:path w="1764665" h="852170">
                  <a:moveTo>
                    <a:pt x="647069" y="0"/>
                  </a:moveTo>
                  <a:lnTo>
                    <a:pt x="597734" y="599"/>
                  </a:lnTo>
                  <a:lnTo>
                    <a:pt x="549547" y="3281"/>
                  </a:lnTo>
                  <a:lnTo>
                    <a:pt x="502938" y="8068"/>
                  </a:lnTo>
                  <a:lnTo>
                    <a:pt x="458334" y="14983"/>
                  </a:lnTo>
                  <a:lnTo>
                    <a:pt x="416165" y="24047"/>
                  </a:lnTo>
                  <a:lnTo>
                    <a:pt x="376859" y="35285"/>
                  </a:lnTo>
                  <a:lnTo>
                    <a:pt x="340844" y="48718"/>
                  </a:lnTo>
                  <a:lnTo>
                    <a:pt x="280401" y="82261"/>
                  </a:lnTo>
                  <a:lnTo>
                    <a:pt x="238266" y="124860"/>
                  </a:lnTo>
                  <a:lnTo>
                    <a:pt x="225134" y="149611"/>
                  </a:lnTo>
                  <a:lnTo>
                    <a:pt x="167694" y="120504"/>
                  </a:lnTo>
                  <a:lnTo>
                    <a:pt x="125096" y="119208"/>
                  </a:lnTo>
                  <a:lnTo>
                    <a:pt x="76234" y="153292"/>
                  </a:lnTo>
                  <a:lnTo>
                    <a:pt x="0" y="230320"/>
                  </a:lnTo>
                  <a:lnTo>
                    <a:pt x="0" y="852019"/>
                  </a:lnTo>
                  <a:lnTo>
                    <a:pt x="1764522" y="852019"/>
                  </a:lnTo>
                  <a:lnTo>
                    <a:pt x="1744701" y="746077"/>
                  </a:lnTo>
                  <a:lnTo>
                    <a:pt x="1718768" y="694272"/>
                  </a:lnTo>
                  <a:lnTo>
                    <a:pt x="1669328" y="681760"/>
                  </a:lnTo>
                  <a:lnTo>
                    <a:pt x="1578988" y="693699"/>
                  </a:lnTo>
                  <a:lnTo>
                    <a:pt x="1579459" y="672624"/>
                  </a:lnTo>
                  <a:lnTo>
                    <a:pt x="1571469" y="625667"/>
                  </a:lnTo>
                  <a:lnTo>
                    <a:pt x="1540914" y="577230"/>
                  </a:lnTo>
                  <a:lnTo>
                    <a:pt x="1473693" y="551714"/>
                  </a:lnTo>
                  <a:lnTo>
                    <a:pt x="1490472" y="506038"/>
                  </a:lnTo>
                  <a:lnTo>
                    <a:pt x="1495294" y="461433"/>
                  </a:lnTo>
                  <a:lnTo>
                    <a:pt x="1489628" y="418789"/>
                  </a:lnTo>
                  <a:lnTo>
                    <a:pt x="1474943" y="378996"/>
                  </a:lnTo>
                  <a:lnTo>
                    <a:pt x="1452708" y="342945"/>
                  </a:lnTo>
                  <a:lnTo>
                    <a:pt x="1424393" y="311525"/>
                  </a:lnTo>
                  <a:lnTo>
                    <a:pt x="1391467" y="285627"/>
                  </a:lnTo>
                  <a:lnTo>
                    <a:pt x="1355399" y="266142"/>
                  </a:lnTo>
                  <a:lnTo>
                    <a:pt x="1317659" y="253959"/>
                  </a:lnTo>
                  <a:lnTo>
                    <a:pt x="1279717" y="249969"/>
                  </a:lnTo>
                  <a:lnTo>
                    <a:pt x="1243040" y="255063"/>
                  </a:lnTo>
                  <a:lnTo>
                    <a:pt x="1233596" y="225433"/>
                  </a:lnTo>
                  <a:lnTo>
                    <a:pt x="1198017" y="171355"/>
                  </a:lnTo>
                  <a:lnTo>
                    <a:pt x="1143038" y="124335"/>
                  </a:lnTo>
                  <a:lnTo>
                    <a:pt x="1109345" y="103528"/>
                  </a:lnTo>
                  <a:lnTo>
                    <a:pt x="1072087" y="84554"/>
                  </a:lnTo>
                  <a:lnTo>
                    <a:pt x="1031694" y="67435"/>
                  </a:lnTo>
                  <a:lnTo>
                    <a:pt x="988593" y="52195"/>
                  </a:lnTo>
                  <a:lnTo>
                    <a:pt x="943213" y="38855"/>
                  </a:lnTo>
                  <a:lnTo>
                    <a:pt x="895983" y="27438"/>
                  </a:lnTo>
                  <a:lnTo>
                    <a:pt x="847330" y="17968"/>
                  </a:lnTo>
                  <a:lnTo>
                    <a:pt x="797684" y="10466"/>
                  </a:lnTo>
                  <a:lnTo>
                    <a:pt x="747473" y="4955"/>
                  </a:lnTo>
                  <a:lnTo>
                    <a:pt x="697125" y="1459"/>
                  </a:lnTo>
                  <a:lnTo>
                    <a:pt x="647069" y="0"/>
                  </a:lnTo>
                  <a:close/>
                </a:path>
              </a:pathLst>
            </a:custGeom>
            <a:solidFill>
              <a:srgbClr val="A6D7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 descr=""/>
            <p:cNvSpPr/>
            <p:nvPr/>
          </p:nvSpPr>
          <p:spPr>
            <a:xfrm>
              <a:off x="14286465" y="9249103"/>
              <a:ext cx="1430020" cy="561975"/>
            </a:xfrm>
            <a:custGeom>
              <a:avLst/>
              <a:gdLst/>
              <a:ahLst/>
              <a:cxnLst/>
              <a:rect l="l" t="t" r="r" b="b"/>
              <a:pathLst>
                <a:path w="1430019" h="561975">
                  <a:moveTo>
                    <a:pt x="440243" y="0"/>
                  </a:moveTo>
                  <a:lnTo>
                    <a:pt x="297892" y="44105"/>
                  </a:lnTo>
                  <a:lnTo>
                    <a:pt x="35925" y="198421"/>
                  </a:lnTo>
                  <a:lnTo>
                    <a:pt x="0" y="561918"/>
                  </a:lnTo>
                  <a:lnTo>
                    <a:pt x="1429767" y="561918"/>
                  </a:lnTo>
                  <a:lnTo>
                    <a:pt x="1417807" y="522375"/>
                  </a:lnTo>
                  <a:lnTo>
                    <a:pt x="1381211" y="438982"/>
                  </a:lnTo>
                  <a:lnTo>
                    <a:pt x="1318908" y="364593"/>
                  </a:lnTo>
                  <a:lnTo>
                    <a:pt x="1229826" y="352061"/>
                  </a:lnTo>
                  <a:lnTo>
                    <a:pt x="1229862" y="331191"/>
                  </a:lnTo>
                  <a:lnTo>
                    <a:pt x="1213655" y="288850"/>
                  </a:lnTo>
                  <a:lnTo>
                    <a:pt x="1177170" y="248522"/>
                  </a:lnTo>
                  <a:lnTo>
                    <a:pt x="1122124" y="213585"/>
                  </a:lnTo>
                  <a:lnTo>
                    <a:pt x="1050229" y="187419"/>
                  </a:lnTo>
                  <a:lnTo>
                    <a:pt x="1008500" y="178681"/>
                  </a:lnTo>
                  <a:lnTo>
                    <a:pt x="963203" y="173404"/>
                  </a:lnTo>
                  <a:lnTo>
                    <a:pt x="914551" y="172008"/>
                  </a:lnTo>
                  <a:lnTo>
                    <a:pt x="862759" y="174917"/>
                  </a:lnTo>
                  <a:lnTo>
                    <a:pt x="808041" y="182554"/>
                  </a:lnTo>
                  <a:lnTo>
                    <a:pt x="750612" y="195339"/>
                  </a:lnTo>
                  <a:lnTo>
                    <a:pt x="690687" y="213697"/>
                  </a:lnTo>
                  <a:lnTo>
                    <a:pt x="628478" y="238049"/>
                  </a:lnTo>
                  <a:lnTo>
                    <a:pt x="564202" y="268817"/>
                  </a:lnTo>
                  <a:lnTo>
                    <a:pt x="512504" y="72704"/>
                  </a:lnTo>
                  <a:lnTo>
                    <a:pt x="440243" y="0"/>
                  </a:lnTo>
                  <a:close/>
                </a:path>
              </a:pathLst>
            </a:custGeom>
            <a:solidFill>
              <a:srgbClr val="CAE7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 descr=""/>
            <p:cNvSpPr/>
            <p:nvPr/>
          </p:nvSpPr>
          <p:spPr>
            <a:xfrm>
              <a:off x="14642810" y="8405461"/>
              <a:ext cx="699770" cy="1405890"/>
            </a:xfrm>
            <a:custGeom>
              <a:avLst/>
              <a:gdLst/>
              <a:ahLst/>
              <a:cxnLst/>
              <a:rect l="l" t="t" r="r" b="b"/>
              <a:pathLst>
                <a:path w="699769" h="1405890">
                  <a:moveTo>
                    <a:pt x="699507" y="0"/>
                  </a:moveTo>
                  <a:lnTo>
                    <a:pt x="0" y="0"/>
                  </a:lnTo>
                  <a:lnTo>
                    <a:pt x="0" y="1405559"/>
                  </a:lnTo>
                  <a:lnTo>
                    <a:pt x="699507" y="1405559"/>
                  </a:lnTo>
                  <a:lnTo>
                    <a:pt x="6995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 descr=""/>
            <p:cNvSpPr/>
            <p:nvPr/>
          </p:nvSpPr>
          <p:spPr>
            <a:xfrm>
              <a:off x="14729816" y="8450840"/>
              <a:ext cx="508634" cy="1266190"/>
            </a:xfrm>
            <a:custGeom>
              <a:avLst/>
              <a:gdLst/>
              <a:ahLst/>
              <a:cxnLst/>
              <a:rect l="l" t="t" r="r" b="b"/>
              <a:pathLst>
                <a:path w="508634" h="1266190">
                  <a:moveTo>
                    <a:pt x="508228" y="1244371"/>
                  </a:moveTo>
                  <a:lnTo>
                    <a:pt x="0" y="1244371"/>
                  </a:lnTo>
                  <a:lnTo>
                    <a:pt x="0" y="1265720"/>
                  </a:lnTo>
                  <a:lnTo>
                    <a:pt x="508228" y="1265720"/>
                  </a:lnTo>
                  <a:lnTo>
                    <a:pt x="508228" y="1244371"/>
                  </a:lnTo>
                  <a:close/>
                </a:path>
                <a:path w="508634" h="1266190">
                  <a:moveTo>
                    <a:pt x="508228" y="1175245"/>
                  </a:moveTo>
                  <a:lnTo>
                    <a:pt x="0" y="1175245"/>
                  </a:lnTo>
                  <a:lnTo>
                    <a:pt x="0" y="1196594"/>
                  </a:lnTo>
                  <a:lnTo>
                    <a:pt x="508228" y="1196594"/>
                  </a:lnTo>
                  <a:lnTo>
                    <a:pt x="508228" y="1175245"/>
                  </a:lnTo>
                  <a:close/>
                </a:path>
                <a:path w="508634" h="1266190">
                  <a:moveTo>
                    <a:pt x="508228" y="1106106"/>
                  </a:moveTo>
                  <a:lnTo>
                    <a:pt x="0" y="1106106"/>
                  </a:lnTo>
                  <a:lnTo>
                    <a:pt x="0" y="1127455"/>
                  </a:lnTo>
                  <a:lnTo>
                    <a:pt x="508228" y="1127455"/>
                  </a:lnTo>
                  <a:lnTo>
                    <a:pt x="508228" y="1106106"/>
                  </a:lnTo>
                  <a:close/>
                </a:path>
                <a:path w="508634" h="1266190">
                  <a:moveTo>
                    <a:pt x="508228" y="1036967"/>
                  </a:moveTo>
                  <a:lnTo>
                    <a:pt x="0" y="1036967"/>
                  </a:lnTo>
                  <a:lnTo>
                    <a:pt x="0" y="1058316"/>
                  </a:lnTo>
                  <a:lnTo>
                    <a:pt x="508228" y="1058316"/>
                  </a:lnTo>
                  <a:lnTo>
                    <a:pt x="508228" y="1036967"/>
                  </a:lnTo>
                  <a:close/>
                </a:path>
                <a:path w="508634" h="1266190">
                  <a:moveTo>
                    <a:pt x="508228" y="967841"/>
                  </a:moveTo>
                  <a:lnTo>
                    <a:pt x="0" y="967841"/>
                  </a:lnTo>
                  <a:lnTo>
                    <a:pt x="0" y="989190"/>
                  </a:lnTo>
                  <a:lnTo>
                    <a:pt x="508228" y="989190"/>
                  </a:lnTo>
                  <a:lnTo>
                    <a:pt x="508228" y="967841"/>
                  </a:lnTo>
                  <a:close/>
                </a:path>
                <a:path w="508634" h="1266190">
                  <a:moveTo>
                    <a:pt x="508228" y="898728"/>
                  </a:moveTo>
                  <a:lnTo>
                    <a:pt x="0" y="898728"/>
                  </a:lnTo>
                  <a:lnTo>
                    <a:pt x="0" y="920064"/>
                  </a:lnTo>
                  <a:lnTo>
                    <a:pt x="508228" y="920064"/>
                  </a:lnTo>
                  <a:lnTo>
                    <a:pt x="508228" y="898728"/>
                  </a:lnTo>
                  <a:close/>
                </a:path>
                <a:path w="508634" h="1266190">
                  <a:moveTo>
                    <a:pt x="508228" y="829589"/>
                  </a:moveTo>
                  <a:lnTo>
                    <a:pt x="0" y="829589"/>
                  </a:lnTo>
                  <a:lnTo>
                    <a:pt x="0" y="850925"/>
                  </a:lnTo>
                  <a:lnTo>
                    <a:pt x="508228" y="850925"/>
                  </a:lnTo>
                  <a:lnTo>
                    <a:pt x="508228" y="829589"/>
                  </a:lnTo>
                  <a:close/>
                </a:path>
                <a:path w="508634" h="1266190">
                  <a:moveTo>
                    <a:pt x="508228" y="760450"/>
                  </a:moveTo>
                  <a:lnTo>
                    <a:pt x="0" y="760450"/>
                  </a:lnTo>
                  <a:lnTo>
                    <a:pt x="0" y="781799"/>
                  </a:lnTo>
                  <a:lnTo>
                    <a:pt x="508228" y="781799"/>
                  </a:lnTo>
                  <a:lnTo>
                    <a:pt x="508228" y="760450"/>
                  </a:lnTo>
                  <a:close/>
                </a:path>
                <a:path w="508634" h="1266190">
                  <a:moveTo>
                    <a:pt x="508228" y="691311"/>
                  </a:moveTo>
                  <a:lnTo>
                    <a:pt x="0" y="691311"/>
                  </a:lnTo>
                  <a:lnTo>
                    <a:pt x="0" y="712673"/>
                  </a:lnTo>
                  <a:lnTo>
                    <a:pt x="508228" y="712673"/>
                  </a:lnTo>
                  <a:lnTo>
                    <a:pt x="508228" y="691311"/>
                  </a:lnTo>
                  <a:close/>
                </a:path>
                <a:path w="508634" h="1266190">
                  <a:moveTo>
                    <a:pt x="508228" y="622185"/>
                  </a:moveTo>
                  <a:lnTo>
                    <a:pt x="0" y="622185"/>
                  </a:lnTo>
                  <a:lnTo>
                    <a:pt x="0" y="643534"/>
                  </a:lnTo>
                  <a:lnTo>
                    <a:pt x="508228" y="643534"/>
                  </a:lnTo>
                  <a:lnTo>
                    <a:pt x="508228" y="622185"/>
                  </a:lnTo>
                  <a:close/>
                </a:path>
                <a:path w="508634" h="1266190">
                  <a:moveTo>
                    <a:pt x="508228" y="553046"/>
                  </a:moveTo>
                  <a:lnTo>
                    <a:pt x="0" y="553046"/>
                  </a:lnTo>
                  <a:lnTo>
                    <a:pt x="0" y="574395"/>
                  </a:lnTo>
                  <a:lnTo>
                    <a:pt x="508228" y="574395"/>
                  </a:lnTo>
                  <a:lnTo>
                    <a:pt x="508228" y="553046"/>
                  </a:lnTo>
                  <a:close/>
                </a:path>
                <a:path w="508634" h="1266190">
                  <a:moveTo>
                    <a:pt x="508228" y="483933"/>
                  </a:moveTo>
                  <a:lnTo>
                    <a:pt x="0" y="483933"/>
                  </a:lnTo>
                  <a:lnTo>
                    <a:pt x="0" y="505269"/>
                  </a:lnTo>
                  <a:lnTo>
                    <a:pt x="508228" y="505269"/>
                  </a:lnTo>
                  <a:lnTo>
                    <a:pt x="508228" y="483933"/>
                  </a:lnTo>
                  <a:close/>
                </a:path>
                <a:path w="508634" h="1266190">
                  <a:moveTo>
                    <a:pt x="508228" y="414807"/>
                  </a:moveTo>
                  <a:lnTo>
                    <a:pt x="0" y="414807"/>
                  </a:lnTo>
                  <a:lnTo>
                    <a:pt x="0" y="436143"/>
                  </a:lnTo>
                  <a:lnTo>
                    <a:pt x="508228" y="436143"/>
                  </a:lnTo>
                  <a:lnTo>
                    <a:pt x="508228" y="414807"/>
                  </a:lnTo>
                  <a:close/>
                </a:path>
                <a:path w="508634" h="1266190">
                  <a:moveTo>
                    <a:pt x="508228" y="345668"/>
                  </a:moveTo>
                  <a:lnTo>
                    <a:pt x="0" y="345668"/>
                  </a:lnTo>
                  <a:lnTo>
                    <a:pt x="0" y="367004"/>
                  </a:lnTo>
                  <a:lnTo>
                    <a:pt x="508228" y="367004"/>
                  </a:lnTo>
                  <a:lnTo>
                    <a:pt x="508228" y="345668"/>
                  </a:lnTo>
                  <a:close/>
                </a:path>
                <a:path w="508634" h="1266190">
                  <a:moveTo>
                    <a:pt x="508228" y="276517"/>
                  </a:moveTo>
                  <a:lnTo>
                    <a:pt x="0" y="276517"/>
                  </a:lnTo>
                  <a:lnTo>
                    <a:pt x="0" y="297878"/>
                  </a:lnTo>
                  <a:lnTo>
                    <a:pt x="508228" y="297878"/>
                  </a:lnTo>
                  <a:lnTo>
                    <a:pt x="508228" y="276517"/>
                  </a:lnTo>
                  <a:close/>
                </a:path>
                <a:path w="508634" h="1266190">
                  <a:moveTo>
                    <a:pt x="508228" y="207391"/>
                  </a:moveTo>
                  <a:lnTo>
                    <a:pt x="0" y="207391"/>
                  </a:lnTo>
                  <a:lnTo>
                    <a:pt x="0" y="228739"/>
                  </a:lnTo>
                  <a:lnTo>
                    <a:pt x="508228" y="228739"/>
                  </a:lnTo>
                  <a:lnTo>
                    <a:pt x="508228" y="207391"/>
                  </a:lnTo>
                  <a:close/>
                </a:path>
                <a:path w="508634" h="1266190">
                  <a:moveTo>
                    <a:pt x="508228" y="138252"/>
                  </a:moveTo>
                  <a:lnTo>
                    <a:pt x="0" y="138252"/>
                  </a:lnTo>
                  <a:lnTo>
                    <a:pt x="0" y="159600"/>
                  </a:lnTo>
                  <a:lnTo>
                    <a:pt x="508228" y="159600"/>
                  </a:lnTo>
                  <a:lnTo>
                    <a:pt x="508228" y="138252"/>
                  </a:lnTo>
                  <a:close/>
                </a:path>
                <a:path w="508634" h="1266190">
                  <a:moveTo>
                    <a:pt x="508228" y="69138"/>
                  </a:moveTo>
                  <a:lnTo>
                    <a:pt x="0" y="69138"/>
                  </a:lnTo>
                  <a:lnTo>
                    <a:pt x="0" y="90474"/>
                  </a:lnTo>
                  <a:lnTo>
                    <a:pt x="508228" y="90474"/>
                  </a:lnTo>
                  <a:lnTo>
                    <a:pt x="508228" y="69138"/>
                  </a:lnTo>
                  <a:close/>
                </a:path>
                <a:path w="508634" h="1266190">
                  <a:moveTo>
                    <a:pt x="508228" y="0"/>
                  </a:moveTo>
                  <a:lnTo>
                    <a:pt x="0" y="0"/>
                  </a:lnTo>
                  <a:lnTo>
                    <a:pt x="0" y="21348"/>
                  </a:lnTo>
                  <a:lnTo>
                    <a:pt x="508228" y="21348"/>
                  </a:lnTo>
                  <a:lnTo>
                    <a:pt x="508228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 descr=""/>
            <p:cNvSpPr/>
            <p:nvPr/>
          </p:nvSpPr>
          <p:spPr>
            <a:xfrm>
              <a:off x="14983878" y="8405461"/>
              <a:ext cx="358775" cy="1405890"/>
            </a:xfrm>
            <a:custGeom>
              <a:avLst/>
              <a:gdLst/>
              <a:ahLst/>
              <a:cxnLst/>
              <a:rect l="l" t="t" r="r" b="b"/>
              <a:pathLst>
                <a:path w="358775" h="1405890">
                  <a:moveTo>
                    <a:pt x="358439" y="0"/>
                  </a:moveTo>
                  <a:lnTo>
                    <a:pt x="0" y="0"/>
                  </a:lnTo>
                  <a:lnTo>
                    <a:pt x="0" y="1405559"/>
                  </a:lnTo>
                  <a:lnTo>
                    <a:pt x="358439" y="1405559"/>
                  </a:lnTo>
                  <a:lnTo>
                    <a:pt x="358439" y="0"/>
                  </a:lnTo>
                  <a:close/>
                </a:path>
              </a:pathLst>
            </a:custGeom>
            <a:solidFill>
              <a:srgbClr val="CDCDCD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7" name="object 207" descr=""/>
          <p:cNvGrpSpPr/>
          <p:nvPr/>
        </p:nvGrpSpPr>
        <p:grpSpPr>
          <a:xfrm>
            <a:off x="14763236" y="8119763"/>
            <a:ext cx="463550" cy="285750"/>
            <a:chOff x="14763236" y="8119763"/>
            <a:chExt cx="463550" cy="285750"/>
          </a:xfrm>
        </p:grpSpPr>
        <p:sp>
          <p:nvSpPr>
            <p:cNvPr id="208" name="object 208" descr=""/>
            <p:cNvSpPr/>
            <p:nvPr/>
          </p:nvSpPr>
          <p:spPr>
            <a:xfrm>
              <a:off x="14844773" y="8119763"/>
              <a:ext cx="381635" cy="192405"/>
            </a:xfrm>
            <a:custGeom>
              <a:avLst/>
              <a:gdLst/>
              <a:ahLst/>
              <a:cxnLst/>
              <a:rect l="l" t="t" r="r" b="b"/>
              <a:pathLst>
                <a:path w="381634" h="192404">
                  <a:moveTo>
                    <a:pt x="381422" y="0"/>
                  </a:moveTo>
                  <a:lnTo>
                    <a:pt x="0" y="0"/>
                  </a:lnTo>
                  <a:lnTo>
                    <a:pt x="0" y="191795"/>
                  </a:lnTo>
                  <a:lnTo>
                    <a:pt x="381422" y="191795"/>
                  </a:lnTo>
                  <a:lnTo>
                    <a:pt x="381422" y="0"/>
                  </a:lnTo>
                  <a:close/>
                </a:path>
              </a:pathLst>
            </a:custGeom>
            <a:solidFill>
              <a:srgbClr val="DFF3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 descr=""/>
            <p:cNvSpPr/>
            <p:nvPr/>
          </p:nvSpPr>
          <p:spPr>
            <a:xfrm>
              <a:off x="14844764" y="8311559"/>
              <a:ext cx="381635" cy="93980"/>
            </a:xfrm>
            <a:custGeom>
              <a:avLst/>
              <a:gdLst/>
              <a:ahLst/>
              <a:cxnLst/>
              <a:rect l="l" t="t" r="r" b="b"/>
              <a:pathLst>
                <a:path w="381634" h="93979">
                  <a:moveTo>
                    <a:pt x="381431" y="0"/>
                  </a:moveTo>
                  <a:lnTo>
                    <a:pt x="0" y="0"/>
                  </a:lnTo>
                  <a:lnTo>
                    <a:pt x="0" y="26492"/>
                  </a:lnTo>
                  <a:lnTo>
                    <a:pt x="41490" y="26492"/>
                  </a:lnTo>
                  <a:lnTo>
                    <a:pt x="41490" y="93903"/>
                  </a:lnTo>
                  <a:lnTo>
                    <a:pt x="59055" y="93903"/>
                  </a:lnTo>
                  <a:lnTo>
                    <a:pt x="59055" y="26492"/>
                  </a:lnTo>
                  <a:lnTo>
                    <a:pt x="318325" y="26492"/>
                  </a:lnTo>
                  <a:lnTo>
                    <a:pt x="318325" y="93903"/>
                  </a:lnTo>
                  <a:lnTo>
                    <a:pt x="335889" y="93903"/>
                  </a:lnTo>
                  <a:lnTo>
                    <a:pt x="335889" y="26492"/>
                  </a:lnTo>
                  <a:lnTo>
                    <a:pt x="381431" y="26492"/>
                  </a:lnTo>
                  <a:lnTo>
                    <a:pt x="381431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 descr=""/>
            <p:cNvSpPr/>
            <p:nvPr/>
          </p:nvSpPr>
          <p:spPr>
            <a:xfrm>
              <a:off x="14763236" y="8376970"/>
              <a:ext cx="280670" cy="28575"/>
            </a:xfrm>
            <a:custGeom>
              <a:avLst/>
              <a:gdLst/>
              <a:ahLst/>
              <a:cxnLst/>
              <a:rect l="l" t="t" r="r" b="b"/>
              <a:pathLst>
                <a:path w="280669" h="28575">
                  <a:moveTo>
                    <a:pt x="280117" y="0"/>
                  </a:moveTo>
                  <a:lnTo>
                    <a:pt x="0" y="0"/>
                  </a:lnTo>
                  <a:lnTo>
                    <a:pt x="0" y="28491"/>
                  </a:lnTo>
                  <a:lnTo>
                    <a:pt x="280117" y="28491"/>
                  </a:lnTo>
                  <a:lnTo>
                    <a:pt x="280117" y="0"/>
                  </a:lnTo>
                  <a:close/>
                </a:path>
              </a:pathLst>
            </a:custGeom>
            <a:solidFill>
              <a:srgbClr val="E0EDC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1" name="object 211" descr=""/>
          <p:cNvGrpSpPr/>
          <p:nvPr/>
        </p:nvGrpSpPr>
        <p:grpSpPr>
          <a:xfrm>
            <a:off x="12976861" y="7556210"/>
            <a:ext cx="1508760" cy="2254885"/>
            <a:chOff x="12976861" y="7556210"/>
            <a:chExt cx="1508760" cy="2254885"/>
          </a:xfrm>
        </p:grpSpPr>
        <p:sp>
          <p:nvSpPr>
            <p:cNvPr id="212" name="object 212" descr=""/>
            <p:cNvSpPr/>
            <p:nvPr/>
          </p:nvSpPr>
          <p:spPr>
            <a:xfrm>
              <a:off x="13339761" y="7720424"/>
              <a:ext cx="939165" cy="69850"/>
            </a:xfrm>
            <a:custGeom>
              <a:avLst/>
              <a:gdLst/>
              <a:ahLst/>
              <a:cxnLst/>
              <a:rect l="l" t="t" r="r" b="b"/>
              <a:pathLst>
                <a:path w="939165" h="69850">
                  <a:moveTo>
                    <a:pt x="939091" y="0"/>
                  </a:moveTo>
                  <a:lnTo>
                    <a:pt x="0" y="0"/>
                  </a:lnTo>
                  <a:lnTo>
                    <a:pt x="0" y="69285"/>
                  </a:lnTo>
                  <a:lnTo>
                    <a:pt x="939091" y="69285"/>
                  </a:lnTo>
                  <a:lnTo>
                    <a:pt x="939091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 descr=""/>
            <p:cNvSpPr/>
            <p:nvPr/>
          </p:nvSpPr>
          <p:spPr>
            <a:xfrm>
              <a:off x="13339761" y="7755062"/>
              <a:ext cx="939165" cy="27940"/>
            </a:xfrm>
            <a:custGeom>
              <a:avLst/>
              <a:gdLst/>
              <a:ahLst/>
              <a:cxnLst/>
              <a:rect l="l" t="t" r="r" b="b"/>
              <a:pathLst>
                <a:path w="939165" h="27940">
                  <a:moveTo>
                    <a:pt x="939091" y="0"/>
                  </a:moveTo>
                  <a:lnTo>
                    <a:pt x="0" y="0"/>
                  </a:lnTo>
                  <a:lnTo>
                    <a:pt x="0" y="27370"/>
                  </a:lnTo>
                  <a:lnTo>
                    <a:pt x="939091" y="27370"/>
                  </a:lnTo>
                  <a:lnTo>
                    <a:pt x="939091" y="0"/>
                  </a:lnTo>
                  <a:close/>
                </a:path>
              </a:pathLst>
            </a:custGeom>
            <a:solidFill>
              <a:srgbClr val="CDCDCD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 descr=""/>
            <p:cNvSpPr/>
            <p:nvPr/>
          </p:nvSpPr>
          <p:spPr>
            <a:xfrm>
              <a:off x="12976861" y="7782433"/>
              <a:ext cx="1508760" cy="2028825"/>
            </a:xfrm>
            <a:custGeom>
              <a:avLst/>
              <a:gdLst/>
              <a:ahLst/>
              <a:cxnLst/>
              <a:rect l="l" t="t" r="r" b="b"/>
              <a:pathLst>
                <a:path w="1508759" h="2028825">
                  <a:moveTo>
                    <a:pt x="1508592" y="0"/>
                  </a:moveTo>
                  <a:lnTo>
                    <a:pt x="0" y="0"/>
                  </a:lnTo>
                  <a:lnTo>
                    <a:pt x="0" y="2028587"/>
                  </a:lnTo>
                  <a:lnTo>
                    <a:pt x="1508592" y="2028587"/>
                  </a:lnTo>
                  <a:lnTo>
                    <a:pt x="1508592" y="0"/>
                  </a:lnTo>
                  <a:close/>
                </a:path>
              </a:pathLst>
            </a:custGeom>
            <a:solidFill>
              <a:srgbClr val="CDEB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 descr=""/>
            <p:cNvSpPr/>
            <p:nvPr/>
          </p:nvSpPr>
          <p:spPr>
            <a:xfrm>
              <a:off x="12976861" y="9059138"/>
              <a:ext cx="1508760" cy="349885"/>
            </a:xfrm>
            <a:custGeom>
              <a:avLst/>
              <a:gdLst/>
              <a:ahLst/>
              <a:cxnLst/>
              <a:rect l="l" t="t" r="r" b="b"/>
              <a:pathLst>
                <a:path w="1508759" h="349884">
                  <a:moveTo>
                    <a:pt x="1508592" y="0"/>
                  </a:moveTo>
                  <a:lnTo>
                    <a:pt x="0" y="0"/>
                  </a:lnTo>
                  <a:lnTo>
                    <a:pt x="0" y="349444"/>
                  </a:lnTo>
                  <a:lnTo>
                    <a:pt x="1508592" y="349444"/>
                  </a:lnTo>
                  <a:lnTo>
                    <a:pt x="1508592" y="0"/>
                  </a:lnTo>
                  <a:close/>
                </a:path>
              </a:pathLst>
            </a:custGeom>
            <a:solidFill>
              <a:srgbClr val="E0ED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 descr=""/>
            <p:cNvSpPr/>
            <p:nvPr/>
          </p:nvSpPr>
          <p:spPr>
            <a:xfrm>
              <a:off x="12976860" y="9360871"/>
              <a:ext cx="1508760" cy="450215"/>
            </a:xfrm>
            <a:custGeom>
              <a:avLst/>
              <a:gdLst/>
              <a:ahLst/>
              <a:cxnLst/>
              <a:rect l="l" t="t" r="r" b="b"/>
              <a:pathLst>
                <a:path w="1508759" h="450215">
                  <a:moveTo>
                    <a:pt x="1508582" y="226301"/>
                  </a:moveTo>
                  <a:lnTo>
                    <a:pt x="0" y="226301"/>
                  </a:lnTo>
                  <a:lnTo>
                    <a:pt x="0" y="450151"/>
                  </a:lnTo>
                  <a:lnTo>
                    <a:pt x="1508582" y="450151"/>
                  </a:lnTo>
                  <a:lnTo>
                    <a:pt x="1508582" y="226301"/>
                  </a:lnTo>
                  <a:close/>
                </a:path>
                <a:path w="1508759" h="450215">
                  <a:moveTo>
                    <a:pt x="1508582" y="0"/>
                  </a:moveTo>
                  <a:lnTo>
                    <a:pt x="0" y="0"/>
                  </a:lnTo>
                  <a:lnTo>
                    <a:pt x="0" y="113563"/>
                  </a:lnTo>
                  <a:lnTo>
                    <a:pt x="1508582" y="113563"/>
                  </a:lnTo>
                  <a:lnTo>
                    <a:pt x="1508582" y="0"/>
                  </a:lnTo>
                  <a:close/>
                </a:path>
              </a:pathLst>
            </a:custGeom>
            <a:solidFill>
              <a:srgbClr val="CDCDCD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 descr=""/>
            <p:cNvSpPr/>
            <p:nvPr/>
          </p:nvSpPr>
          <p:spPr>
            <a:xfrm>
              <a:off x="13520268" y="7556214"/>
              <a:ext cx="564515" cy="164465"/>
            </a:xfrm>
            <a:custGeom>
              <a:avLst/>
              <a:gdLst/>
              <a:ahLst/>
              <a:cxnLst/>
              <a:rect l="l" t="t" r="r" b="b"/>
              <a:pathLst>
                <a:path w="564515" h="164465">
                  <a:moveTo>
                    <a:pt x="447598" y="136105"/>
                  </a:moveTo>
                  <a:lnTo>
                    <a:pt x="325589" y="136105"/>
                  </a:lnTo>
                  <a:lnTo>
                    <a:pt x="325589" y="0"/>
                  </a:lnTo>
                  <a:lnTo>
                    <a:pt x="295744" y="0"/>
                  </a:lnTo>
                  <a:lnTo>
                    <a:pt x="295744" y="136105"/>
                  </a:lnTo>
                  <a:lnTo>
                    <a:pt x="0" y="136105"/>
                  </a:lnTo>
                  <a:lnTo>
                    <a:pt x="0" y="164211"/>
                  </a:lnTo>
                  <a:lnTo>
                    <a:pt x="447598" y="164211"/>
                  </a:lnTo>
                  <a:lnTo>
                    <a:pt x="447598" y="136105"/>
                  </a:lnTo>
                  <a:close/>
                </a:path>
                <a:path w="564515" h="164465">
                  <a:moveTo>
                    <a:pt x="564134" y="50787"/>
                  </a:moveTo>
                  <a:lnTo>
                    <a:pt x="535114" y="50787"/>
                  </a:lnTo>
                  <a:lnTo>
                    <a:pt x="535114" y="164211"/>
                  </a:lnTo>
                  <a:lnTo>
                    <a:pt x="564134" y="164211"/>
                  </a:lnTo>
                  <a:lnTo>
                    <a:pt x="564134" y="50787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 descr=""/>
            <p:cNvSpPr/>
            <p:nvPr/>
          </p:nvSpPr>
          <p:spPr>
            <a:xfrm>
              <a:off x="12976861" y="7782433"/>
              <a:ext cx="309245" cy="2028825"/>
            </a:xfrm>
            <a:custGeom>
              <a:avLst/>
              <a:gdLst/>
              <a:ahLst/>
              <a:cxnLst/>
              <a:rect l="l" t="t" r="r" b="b"/>
              <a:pathLst>
                <a:path w="309244" h="2028825">
                  <a:moveTo>
                    <a:pt x="308953" y="0"/>
                  </a:moveTo>
                  <a:lnTo>
                    <a:pt x="0" y="0"/>
                  </a:lnTo>
                  <a:lnTo>
                    <a:pt x="0" y="2028587"/>
                  </a:lnTo>
                  <a:lnTo>
                    <a:pt x="308953" y="2028587"/>
                  </a:lnTo>
                  <a:lnTo>
                    <a:pt x="308953" y="0"/>
                  </a:lnTo>
                  <a:close/>
                </a:path>
              </a:pathLst>
            </a:custGeom>
            <a:solidFill>
              <a:srgbClr val="CDCDCD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9" name="object 219" descr=""/>
          <p:cNvSpPr/>
          <p:nvPr/>
        </p:nvSpPr>
        <p:spPr>
          <a:xfrm>
            <a:off x="11997038" y="9217788"/>
            <a:ext cx="460375" cy="567690"/>
          </a:xfrm>
          <a:custGeom>
            <a:avLst/>
            <a:gdLst/>
            <a:ahLst/>
            <a:cxnLst/>
            <a:rect l="l" t="t" r="r" b="b"/>
            <a:pathLst>
              <a:path w="460375" h="567690">
                <a:moveTo>
                  <a:pt x="157826" y="0"/>
                </a:moveTo>
                <a:lnTo>
                  <a:pt x="71788" y="5964"/>
                </a:lnTo>
                <a:lnTo>
                  <a:pt x="0" y="567434"/>
                </a:lnTo>
                <a:lnTo>
                  <a:pt x="439222" y="567434"/>
                </a:lnTo>
                <a:lnTo>
                  <a:pt x="460143" y="185927"/>
                </a:lnTo>
                <a:lnTo>
                  <a:pt x="438352" y="163520"/>
                </a:lnTo>
                <a:lnTo>
                  <a:pt x="385183" y="120769"/>
                </a:lnTo>
                <a:lnTo>
                  <a:pt x="318940" y="94381"/>
                </a:lnTo>
                <a:lnTo>
                  <a:pt x="257929" y="121060"/>
                </a:lnTo>
                <a:lnTo>
                  <a:pt x="233446" y="46757"/>
                </a:lnTo>
                <a:lnTo>
                  <a:pt x="205895" y="10001"/>
                </a:lnTo>
                <a:lnTo>
                  <a:pt x="157826" y="0"/>
                </a:lnTo>
                <a:close/>
              </a:path>
            </a:pathLst>
          </a:custGeom>
          <a:solidFill>
            <a:srgbClr val="C7C7C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20" name="object 220" descr=""/>
          <p:cNvGrpSpPr/>
          <p:nvPr/>
        </p:nvGrpSpPr>
        <p:grpSpPr>
          <a:xfrm>
            <a:off x="3990873" y="9107423"/>
            <a:ext cx="842010" cy="708025"/>
            <a:chOff x="3990873" y="9107423"/>
            <a:chExt cx="842010" cy="708025"/>
          </a:xfrm>
        </p:grpSpPr>
        <p:sp>
          <p:nvSpPr>
            <p:cNvPr id="221" name="object 221" descr=""/>
            <p:cNvSpPr/>
            <p:nvPr/>
          </p:nvSpPr>
          <p:spPr>
            <a:xfrm>
              <a:off x="3990873" y="9107423"/>
              <a:ext cx="842010" cy="693420"/>
            </a:xfrm>
            <a:custGeom>
              <a:avLst/>
              <a:gdLst/>
              <a:ahLst/>
              <a:cxnLst/>
              <a:rect l="l" t="t" r="r" b="b"/>
              <a:pathLst>
                <a:path w="842010" h="693420">
                  <a:moveTo>
                    <a:pt x="245718" y="199540"/>
                  </a:moveTo>
                  <a:lnTo>
                    <a:pt x="192158" y="224443"/>
                  </a:lnTo>
                  <a:lnTo>
                    <a:pt x="160503" y="287131"/>
                  </a:lnTo>
                  <a:lnTo>
                    <a:pt x="158655" y="333473"/>
                  </a:lnTo>
                  <a:lnTo>
                    <a:pt x="169200" y="390256"/>
                  </a:lnTo>
                  <a:lnTo>
                    <a:pt x="28947" y="404594"/>
                  </a:lnTo>
                  <a:lnTo>
                    <a:pt x="0" y="421405"/>
                  </a:lnTo>
                  <a:lnTo>
                    <a:pt x="0" y="635526"/>
                  </a:lnTo>
                  <a:lnTo>
                    <a:pt x="17456" y="693126"/>
                  </a:lnTo>
                  <a:lnTo>
                    <a:pt x="803391" y="693126"/>
                  </a:lnTo>
                  <a:lnTo>
                    <a:pt x="816061" y="662767"/>
                  </a:lnTo>
                  <a:lnTo>
                    <a:pt x="837177" y="571369"/>
                  </a:lnTo>
                  <a:lnTo>
                    <a:pt x="841398" y="418447"/>
                  </a:lnTo>
                  <a:lnTo>
                    <a:pt x="807575" y="227234"/>
                  </a:lnTo>
                  <a:lnTo>
                    <a:pt x="326777" y="227234"/>
                  </a:lnTo>
                  <a:lnTo>
                    <a:pt x="302736" y="209771"/>
                  </a:lnTo>
                  <a:lnTo>
                    <a:pt x="274947" y="200429"/>
                  </a:lnTo>
                  <a:lnTo>
                    <a:pt x="245718" y="199540"/>
                  </a:lnTo>
                  <a:close/>
                </a:path>
                <a:path w="842010" h="693420">
                  <a:moveTo>
                    <a:pt x="586487" y="0"/>
                  </a:moveTo>
                  <a:lnTo>
                    <a:pt x="518950" y="5884"/>
                  </a:lnTo>
                  <a:lnTo>
                    <a:pt x="455153" y="30079"/>
                  </a:lnTo>
                  <a:lnTo>
                    <a:pt x="399631" y="70388"/>
                  </a:lnTo>
                  <a:lnTo>
                    <a:pt x="356916" y="124612"/>
                  </a:lnTo>
                  <a:lnTo>
                    <a:pt x="331543" y="190555"/>
                  </a:lnTo>
                  <a:lnTo>
                    <a:pt x="326777" y="227234"/>
                  </a:lnTo>
                  <a:lnTo>
                    <a:pt x="807575" y="227234"/>
                  </a:lnTo>
                  <a:lnTo>
                    <a:pt x="786879" y="155327"/>
                  </a:lnTo>
                  <a:lnTo>
                    <a:pt x="766213" y="114185"/>
                  </a:lnTo>
                  <a:lnTo>
                    <a:pt x="741948" y="79819"/>
                  </a:lnTo>
                  <a:lnTo>
                    <a:pt x="714652" y="51953"/>
                  </a:lnTo>
                  <a:lnTo>
                    <a:pt x="653233" y="14623"/>
                  </a:lnTo>
                  <a:lnTo>
                    <a:pt x="586487" y="0"/>
                  </a:lnTo>
                  <a:close/>
                </a:path>
              </a:pathLst>
            </a:custGeom>
            <a:solidFill>
              <a:srgbClr val="DFEB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 descr=""/>
            <p:cNvSpPr/>
            <p:nvPr/>
          </p:nvSpPr>
          <p:spPr>
            <a:xfrm>
              <a:off x="4057486" y="9511163"/>
              <a:ext cx="534670" cy="304165"/>
            </a:xfrm>
            <a:custGeom>
              <a:avLst/>
              <a:gdLst/>
              <a:ahLst/>
              <a:cxnLst/>
              <a:rect l="l" t="t" r="r" b="b"/>
              <a:pathLst>
                <a:path w="534670" h="304165">
                  <a:moveTo>
                    <a:pt x="367315" y="0"/>
                  </a:moveTo>
                  <a:lnTo>
                    <a:pt x="312337" y="74829"/>
                  </a:lnTo>
                  <a:lnTo>
                    <a:pt x="290353" y="57515"/>
                  </a:lnTo>
                  <a:lnTo>
                    <a:pt x="259723" y="42831"/>
                  </a:lnTo>
                  <a:lnTo>
                    <a:pt x="224541" y="34057"/>
                  </a:lnTo>
                  <a:lnTo>
                    <a:pt x="188903" y="34479"/>
                  </a:lnTo>
                  <a:lnTo>
                    <a:pt x="156906" y="47379"/>
                  </a:lnTo>
                  <a:lnTo>
                    <a:pt x="132645" y="76041"/>
                  </a:lnTo>
                  <a:lnTo>
                    <a:pt x="120217" y="123749"/>
                  </a:lnTo>
                  <a:lnTo>
                    <a:pt x="67677" y="131191"/>
                  </a:lnTo>
                  <a:lnTo>
                    <a:pt x="32922" y="154633"/>
                  </a:lnTo>
                  <a:lnTo>
                    <a:pt x="12414" y="188017"/>
                  </a:lnTo>
                  <a:lnTo>
                    <a:pt x="2619" y="225289"/>
                  </a:lnTo>
                  <a:lnTo>
                    <a:pt x="0" y="260390"/>
                  </a:lnTo>
                  <a:lnTo>
                    <a:pt x="1021" y="287265"/>
                  </a:lnTo>
                  <a:lnTo>
                    <a:pt x="2147" y="299858"/>
                  </a:lnTo>
                  <a:lnTo>
                    <a:pt x="484447" y="303858"/>
                  </a:lnTo>
                  <a:lnTo>
                    <a:pt x="534487" y="65708"/>
                  </a:lnTo>
                  <a:lnTo>
                    <a:pt x="506532" y="42665"/>
                  </a:lnTo>
                  <a:lnTo>
                    <a:pt x="441427" y="5020"/>
                  </a:lnTo>
                  <a:lnTo>
                    <a:pt x="367315" y="0"/>
                  </a:lnTo>
                  <a:close/>
                </a:path>
              </a:pathLst>
            </a:custGeom>
            <a:solidFill>
              <a:srgbClr val="CAE7E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3" name="object 223" descr=""/>
          <p:cNvGrpSpPr/>
          <p:nvPr/>
        </p:nvGrpSpPr>
        <p:grpSpPr>
          <a:xfrm>
            <a:off x="8891551" y="7090747"/>
            <a:ext cx="586740" cy="1790064"/>
            <a:chOff x="8891551" y="7090747"/>
            <a:chExt cx="586740" cy="1790064"/>
          </a:xfrm>
        </p:grpSpPr>
        <p:sp>
          <p:nvSpPr>
            <p:cNvPr id="224" name="object 224" descr=""/>
            <p:cNvSpPr/>
            <p:nvPr/>
          </p:nvSpPr>
          <p:spPr>
            <a:xfrm>
              <a:off x="8891551" y="7090747"/>
              <a:ext cx="586740" cy="1778635"/>
            </a:xfrm>
            <a:custGeom>
              <a:avLst/>
              <a:gdLst/>
              <a:ahLst/>
              <a:cxnLst/>
              <a:rect l="l" t="t" r="r" b="b"/>
              <a:pathLst>
                <a:path w="586740" h="1778634">
                  <a:moveTo>
                    <a:pt x="586264" y="0"/>
                  </a:moveTo>
                  <a:lnTo>
                    <a:pt x="0" y="0"/>
                  </a:lnTo>
                  <a:lnTo>
                    <a:pt x="0" y="1778259"/>
                  </a:lnTo>
                  <a:lnTo>
                    <a:pt x="586264" y="1778259"/>
                  </a:lnTo>
                  <a:lnTo>
                    <a:pt x="586264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 descr=""/>
            <p:cNvSpPr/>
            <p:nvPr/>
          </p:nvSpPr>
          <p:spPr>
            <a:xfrm>
              <a:off x="8935440" y="7131627"/>
              <a:ext cx="305435" cy="719455"/>
            </a:xfrm>
            <a:custGeom>
              <a:avLst/>
              <a:gdLst/>
              <a:ahLst/>
              <a:cxnLst/>
              <a:rect l="l" t="t" r="r" b="b"/>
              <a:pathLst>
                <a:path w="305434" h="719454">
                  <a:moveTo>
                    <a:pt x="305117" y="664362"/>
                  </a:moveTo>
                  <a:lnTo>
                    <a:pt x="0" y="664362"/>
                  </a:lnTo>
                  <a:lnTo>
                    <a:pt x="0" y="719251"/>
                  </a:lnTo>
                  <a:lnTo>
                    <a:pt x="305117" y="719251"/>
                  </a:lnTo>
                  <a:lnTo>
                    <a:pt x="305117" y="664362"/>
                  </a:lnTo>
                  <a:close/>
                </a:path>
                <a:path w="305434" h="719454">
                  <a:moveTo>
                    <a:pt x="305117" y="553631"/>
                  </a:moveTo>
                  <a:lnTo>
                    <a:pt x="0" y="553631"/>
                  </a:lnTo>
                  <a:lnTo>
                    <a:pt x="0" y="608520"/>
                  </a:lnTo>
                  <a:lnTo>
                    <a:pt x="305117" y="608520"/>
                  </a:lnTo>
                  <a:lnTo>
                    <a:pt x="305117" y="553631"/>
                  </a:lnTo>
                  <a:close/>
                </a:path>
                <a:path w="305434" h="719454">
                  <a:moveTo>
                    <a:pt x="305117" y="442912"/>
                  </a:moveTo>
                  <a:lnTo>
                    <a:pt x="0" y="442912"/>
                  </a:lnTo>
                  <a:lnTo>
                    <a:pt x="0" y="497801"/>
                  </a:lnTo>
                  <a:lnTo>
                    <a:pt x="305117" y="497801"/>
                  </a:lnTo>
                  <a:lnTo>
                    <a:pt x="305117" y="442912"/>
                  </a:lnTo>
                  <a:close/>
                </a:path>
                <a:path w="305434" h="719454">
                  <a:moveTo>
                    <a:pt x="305117" y="332181"/>
                  </a:moveTo>
                  <a:lnTo>
                    <a:pt x="0" y="332181"/>
                  </a:lnTo>
                  <a:lnTo>
                    <a:pt x="0" y="387070"/>
                  </a:lnTo>
                  <a:lnTo>
                    <a:pt x="305117" y="387070"/>
                  </a:lnTo>
                  <a:lnTo>
                    <a:pt x="305117" y="332181"/>
                  </a:lnTo>
                  <a:close/>
                </a:path>
                <a:path w="305434" h="719454">
                  <a:moveTo>
                    <a:pt x="305117" y="221462"/>
                  </a:moveTo>
                  <a:lnTo>
                    <a:pt x="0" y="221462"/>
                  </a:lnTo>
                  <a:lnTo>
                    <a:pt x="0" y="276352"/>
                  </a:lnTo>
                  <a:lnTo>
                    <a:pt x="305117" y="276352"/>
                  </a:lnTo>
                  <a:lnTo>
                    <a:pt x="305117" y="221462"/>
                  </a:lnTo>
                  <a:close/>
                </a:path>
                <a:path w="305434" h="719454">
                  <a:moveTo>
                    <a:pt x="305117" y="110731"/>
                  </a:moveTo>
                  <a:lnTo>
                    <a:pt x="0" y="110731"/>
                  </a:lnTo>
                  <a:lnTo>
                    <a:pt x="0" y="165620"/>
                  </a:lnTo>
                  <a:lnTo>
                    <a:pt x="305117" y="165620"/>
                  </a:lnTo>
                  <a:lnTo>
                    <a:pt x="305117" y="110731"/>
                  </a:lnTo>
                  <a:close/>
                </a:path>
                <a:path w="305434" h="719454">
                  <a:moveTo>
                    <a:pt x="305117" y="0"/>
                  </a:moveTo>
                  <a:lnTo>
                    <a:pt x="0" y="0"/>
                  </a:lnTo>
                  <a:lnTo>
                    <a:pt x="0" y="54889"/>
                  </a:lnTo>
                  <a:lnTo>
                    <a:pt x="305117" y="54889"/>
                  </a:lnTo>
                  <a:lnTo>
                    <a:pt x="305117" y="0"/>
                  </a:lnTo>
                  <a:close/>
                </a:path>
              </a:pathLst>
            </a:custGeom>
            <a:solidFill>
              <a:srgbClr val="FFFFFF">
                <a:alpha val="3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 descr=""/>
            <p:cNvSpPr/>
            <p:nvPr/>
          </p:nvSpPr>
          <p:spPr>
            <a:xfrm>
              <a:off x="9332815" y="7090747"/>
              <a:ext cx="145415" cy="1790064"/>
            </a:xfrm>
            <a:custGeom>
              <a:avLst/>
              <a:gdLst/>
              <a:ahLst/>
              <a:cxnLst/>
              <a:rect l="l" t="t" r="r" b="b"/>
              <a:pathLst>
                <a:path w="145415" h="1790065">
                  <a:moveTo>
                    <a:pt x="145000" y="0"/>
                  </a:moveTo>
                  <a:lnTo>
                    <a:pt x="0" y="0"/>
                  </a:lnTo>
                  <a:lnTo>
                    <a:pt x="0" y="1789537"/>
                  </a:lnTo>
                  <a:lnTo>
                    <a:pt x="145000" y="1789537"/>
                  </a:lnTo>
                  <a:lnTo>
                    <a:pt x="145000" y="0"/>
                  </a:lnTo>
                  <a:close/>
                </a:path>
              </a:pathLst>
            </a:custGeom>
            <a:solidFill>
              <a:srgbClr val="CDEBE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7" name="object 227" descr=""/>
          <p:cNvGrpSpPr/>
          <p:nvPr/>
        </p:nvGrpSpPr>
        <p:grpSpPr>
          <a:xfrm>
            <a:off x="12478687" y="8043619"/>
            <a:ext cx="395605" cy="1040130"/>
            <a:chOff x="12478687" y="8043619"/>
            <a:chExt cx="395605" cy="1040130"/>
          </a:xfrm>
        </p:grpSpPr>
        <p:sp>
          <p:nvSpPr>
            <p:cNvPr id="228" name="object 228" descr=""/>
            <p:cNvSpPr/>
            <p:nvPr/>
          </p:nvSpPr>
          <p:spPr>
            <a:xfrm>
              <a:off x="12478687" y="8043619"/>
              <a:ext cx="395605" cy="1040130"/>
            </a:xfrm>
            <a:custGeom>
              <a:avLst/>
              <a:gdLst/>
              <a:ahLst/>
              <a:cxnLst/>
              <a:rect l="l" t="t" r="r" b="b"/>
              <a:pathLst>
                <a:path w="395604" h="1040129">
                  <a:moveTo>
                    <a:pt x="395485" y="0"/>
                  </a:moveTo>
                  <a:lnTo>
                    <a:pt x="0" y="0"/>
                  </a:lnTo>
                  <a:lnTo>
                    <a:pt x="0" y="1039968"/>
                  </a:lnTo>
                  <a:lnTo>
                    <a:pt x="395485" y="1039968"/>
                  </a:lnTo>
                  <a:lnTo>
                    <a:pt x="395485" y="0"/>
                  </a:lnTo>
                  <a:close/>
                </a:path>
              </a:pathLst>
            </a:custGeom>
            <a:solidFill>
              <a:srgbClr val="CDEB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 descr=""/>
            <p:cNvSpPr/>
            <p:nvPr/>
          </p:nvSpPr>
          <p:spPr>
            <a:xfrm>
              <a:off x="12478687" y="8043619"/>
              <a:ext cx="395605" cy="224790"/>
            </a:xfrm>
            <a:custGeom>
              <a:avLst/>
              <a:gdLst/>
              <a:ahLst/>
              <a:cxnLst/>
              <a:rect l="l" t="t" r="r" b="b"/>
              <a:pathLst>
                <a:path w="395604" h="224790">
                  <a:moveTo>
                    <a:pt x="395485" y="0"/>
                  </a:moveTo>
                  <a:lnTo>
                    <a:pt x="0" y="0"/>
                  </a:lnTo>
                  <a:lnTo>
                    <a:pt x="0" y="224506"/>
                  </a:lnTo>
                  <a:lnTo>
                    <a:pt x="395485" y="224506"/>
                  </a:lnTo>
                  <a:lnTo>
                    <a:pt x="395485" y="0"/>
                  </a:lnTo>
                  <a:close/>
                </a:path>
              </a:pathLst>
            </a:custGeom>
            <a:solidFill>
              <a:srgbClr val="CDCDCD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 descr=""/>
            <p:cNvSpPr/>
            <p:nvPr/>
          </p:nvSpPr>
          <p:spPr>
            <a:xfrm>
              <a:off x="12478687" y="8043619"/>
              <a:ext cx="395605" cy="30480"/>
            </a:xfrm>
            <a:custGeom>
              <a:avLst/>
              <a:gdLst/>
              <a:ahLst/>
              <a:cxnLst/>
              <a:rect l="l" t="t" r="r" b="b"/>
              <a:pathLst>
                <a:path w="395604" h="30479">
                  <a:moveTo>
                    <a:pt x="395485" y="0"/>
                  </a:moveTo>
                  <a:lnTo>
                    <a:pt x="0" y="0"/>
                  </a:lnTo>
                  <a:lnTo>
                    <a:pt x="0" y="30250"/>
                  </a:lnTo>
                  <a:lnTo>
                    <a:pt x="395485" y="30250"/>
                  </a:lnTo>
                  <a:lnTo>
                    <a:pt x="3954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 descr=""/>
            <p:cNvSpPr/>
            <p:nvPr/>
          </p:nvSpPr>
          <p:spPr>
            <a:xfrm>
              <a:off x="12543244" y="8130165"/>
              <a:ext cx="271780" cy="476250"/>
            </a:xfrm>
            <a:custGeom>
              <a:avLst/>
              <a:gdLst/>
              <a:ahLst/>
              <a:cxnLst/>
              <a:rect l="l" t="t" r="r" b="b"/>
              <a:pathLst>
                <a:path w="271779" h="476250">
                  <a:moveTo>
                    <a:pt x="58445" y="0"/>
                  </a:moveTo>
                  <a:lnTo>
                    <a:pt x="0" y="0"/>
                  </a:lnTo>
                  <a:lnTo>
                    <a:pt x="0" y="476097"/>
                  </a:lnTo>
                  <a:lnTo>
                    <a:pt x="58445" y="476097"/>
                  </a:lnTo>
                  <a:lnTo>
                    <a:pt x="58445" y="0"/>
                  </a:lnTo>
                  <a:close/>
                </a:path>
                <a:path w="271779" h="476250">
                  <a:moveTo>
                    <a:pt x="164858" y="0"/>
                  </a:moveTo>
                  <a:lnTo>
                    <a:pt x="106400" y="0"/>
                  </a:lnTo>
                  <a:lnTo>
                    <a:pt x="106400" y="476097"/>
                  </a:lnTo>
                  <a:lnTo>
                    <a:pt x="164858" y="476097"/>
                  </a:lnTo>
                  <a:lnTo>
                    <a:pt x="164858" y="0"/>
                  </a:lnTo>
                  <a:close/>
                </a:path>
                <a:path w="271779" h="476250">
                  <a:moveTo>
                    <a:pt x="271272" y="0"/>
                  </a:moveTo>
                  <a:lnTo>
                    <a:pt x="212826" y="0"/>
                  </a:lnTo>
                  <a:lnTo>
                    <a:pt x="212826" y="476097"/>
                  </a:lnTo>
                  <a:lnTo>
                    <a:pt x="271272" y="476097"/>
                  </a:lnTo>
                  <a:lnTo>
                    <a:pt x="271272" y="0"/>
                  </a:lnTo>
                  <a:close/>
                </a:path>
              </a:pathLst>
            </a:custGeom>
            <a:solidFill>
              <a:srgbClr val="FFFFFF">
                <a:alpha val="31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2" name="object 232" descr=""/>
          <p:cNvGrpSpPr/>
          <p:nvPr/>
        </p:nvGrpSpPr>
        <p:grpSpPr>
          <a:xfrm>
            <a:off x="5409835" y="8008405"/>
            <a:ext cx="613410" cy="1792605"/>
            <a:chOff x="5409835" y="8008405"/>
            <a:chExt cx="613410" cy="1792605"/>
          </a:xfrm>
        </p:grpSpPr>
        <p:sp>
          <p:nvSpPr>
            <p:cNvPr id="233" name="object 233" descr=""/>
            <p:cNvSpPr/>
            <p:nvPr/>
          </p:nvSpPr>
          <p:spPr>
            <a:xfrm>
              <a:off x="5409845" y="8008405"/>
              <a:ext cx="390525" cy="1724660"/>
            </a:xfrm>
            <a:custGeom>
              <a:avLst/>
              <a:gdLst/>
              <a:ahLst/>
              <a:cxnLst/>
              <a:rect l="l" t="t" r="r" b="b"/>
              <a:pathLst>
                <a:path w="390525" h="1724659">
                  <a:moveTo>
                    <a:pt x="389935" y="0"/>
                  </a:moveTo>
                  <a:lnTo>
                    <a:pt x="0" y="0"/>
                  </a:lnTo>
                  <a:lnTo>
                    <a:pt x="0" y="1724649"/>
                  </a:lnTo>
                  <a:lnTo>
                    <a:pt x="389935" y="1724649"/>
                  </a:lnTo>
                  <a:lnTo>
                    <a:pt x="389935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 descr=""/>
            <p:cNvSpPr/>
            <p:nvPr/>
          </p:nvSpPr>
          <p:spPr>
            <a:xfrm>
              <a:off x="5469394" y="8048060"/>
              <a:ext cx="301625" cy="697865"/>
            </a:xfrm>
            <a:custGeom>
              <a:avLst/>
              <a:gdLst/>
              <a:ahLst/>
              <a:cxnLst/>
              <a:rect l="l" t="t" r="r" b="b"/>
              <a:pathLst>
                <a:path w="301625" h="697865">
                  <a:moveTo>
                    <a:pt x="301129" y="644334"/>
                  </a:moveTo>
                  <a:lnTo>
                    <a:pt x="0" y="644334"/>
                  </a:lnTo>
                  <a:lnTo>
                    <a:pt x="0" y="697560"/>
                  </a:lnTo>
                  <a:lnTo>
                    <a:pt x="301129" y="697560"/>
                  </a:lnTo>
                  <a:lnTo>
                    <a:pt x="301129" y="644334"/>
                  </a:lnTo>
                  <a:close/>
                </a:path>
                <a:path w="301625" h="697865">
                  <a:moveTo>
                    <a:pt x="301129" y="536943"/>
                  </a:moveTo>
                  <a:lnTo>
                    <a:pt x="0" y="536943"/>
                  </a:lnTo>
                  <a:lnTo>
                    <a:pt x="0" y="590181"/>
                  </a:lnTo>
                  <a:lnTo>
                    <a:pt x="301129" y="590181"/>
                  </a:lnTo>
                  <a:lnTo>
                    <a:pt x="301129" y="536943"/>
                  </a:lnTo>
                  <a:close/>
                </a:path>
                <a:path w="301625" h="697865">
                  <a:moveTo>
                    <a:pt x="301129" y="429552"/>
                  </a:moveTo>
                  <a:lnTo>
                    <a:pt x="0" y="429552"/>
                  </a:lnTo>
                  <a:lnTo>
                    <a:pt x="0" y="482790"/>
                  </a:lnTo>
                  <a:lnTo>
                    <a:pt x="301129" y="482790"/>
                  </a:lnTo>
                  <a:lnTo>
                    <a:pt x="301129" y="429552"/>
                  </a:lnTo>
                  <a:close/>
                </a:path>
                <a:path w="301625" h="697865">
                  <a:moveTo>
                    <a:pt x="301129" y="322160"/>
                  </a:moveTo>
                  <a:lnTo>
                    <a:pt x="0" y="322160"/>
                  </a:lnTo>
                  <a:lnTo>
                    <a:pt x="0" y="375399"/>
                  </a:lnTo>
                  <a:lnTo>
                    <a:pt x="301129" y="375399"/>
                  </a:lnTo>
                  <a:lnTo>
                    <a:pt x="301129" y="322160"/>
                  </a:lnTo>
                  <a:close/>
                </a:path>
                <a:path w="301625" h="697865">
                  <a:moveTo>
                    <a:pt x="301129" y="214769"/>
                  </a:moveTo>
                  <a:lnTo>
                    <a:pt x="0" y="214769"/>
                  </a:lnTo>
                  <a:lnTo>
                    <a:pt x="0" y="268008"/>
                  </a:lnTo>
                  <a:lnTo>
                    <a:pt x="301129" y="268008"/>
                  </a:lnTo>
                  <a:lnTo>
                    <a:pt x="301129" y="214769"/>
                  </a:lnTo>
                  <a:close/>
                </a:path>
                <a:path w="301625" h="697865">
                  <a:moveTo>
                    <a:pt x="301129" y="107378"/>
                  </a:moveTo>
                  <a:lnTo>
                    <a:pt x="0" y="107378"/>
                  </a:lnTo>
                  <a:lnTo>
                    <a:pt x="0" y="160616"/>
                  </a:lnTo>
                  <a:lnTo>
                    <a:pt x="301129" y="160616"/>
                  </a:lnTo>
                  <a:lnTo>
                    <a:pt x="301129" y="107378"/>
                  </a:lnTo>
                  <a:close/>
                </a:path>
                <a:path w="301625" h="697865">
                  <a:moveTo>
                    <a:pt x="301129" y="0"/>
                  </a:moveTo>
                  <a:lnTo>
                    <a:pt x="0" y="0"/>
                  </a:lnTo>
                  <a:lnTo>
                    <a:pt x="0" y="53225"/>
                  </a:lnTo>
                  <a:lnTo>
                    <a:pt x="301129" y="53225"/>
                  </a:lnTo>
                  <a:lnTo>
                    <a:pt x="301129" y="0"/>
                  </a:lnTo>
                  <a:close/>
                </a:path>
              </a:pathLst>
            </a:custGeom>
            <a:solidFill>
              <a:srgbClr val="FFFFFF">
                <a:alpha val="3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5409835" y="8008405"/>
              <a:ext cx="168910" cy="1724660"/>
            </a:xfrm>
            <a:custGeom>
              <a:avLst/>
              <a:gdLst/>
              <a:ahLst/>
              <a:cxnLst/>
              <a:rect l="l" t="t" r="r" b="b"/>
              <a:pathLst>
                <a:path w="168910" h="1724659">
                  <a:moveTo>
                    <a:pt x="168298" y="0"/>
                  </a:moveTo>
                  <a:lnTo>
                    <a:pt x="0" y="0"/>
                  </a:lnTo>
                  <a:lnTo>
                    <a:pt x="0" y="1724649"/>
                  </a:lnTo>
                  <a:lnTo>
                    <a:pt x="168298" y="1724649"/>
                  </a:lnTo>
                  <a:lnTo>
                    <a:pt x="168298" y="0"/>
                  </a:lnTo>
                  <a:close/>
                </a:path>
              </a:pathLst>
            </a:custGeom>
            <a:solidFill>
              <a:srgbClr val="CDCDCD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5669544" y="8566640"/>
              <a:ext cx="353695" cy="1234440"/>
            </a:xfrm>
            <a:custGeom>
              <a:avLst/>
              <a:gdLst/>
              <a:ahLst/>
              <a:cxnLst/>
              <a:rect l="l" t="t" r="r" b="b"/>
              <a:pathLst>
                <a:path w="353695" h="1234440">
                  <a:moveTo>
                    <a:pt x="353120" y="0"/>
                  </a:moveTo>
                  <a:lnTo>
                    <a:pt x="0" y="0"/>
                  </a:lnTo>
                  <a:lnTo>
                    <a:pt x="0" y="1233910"/>
                  </a:lnTo>
                  <a:lnTo>
                    <a:pt x="353120" y="1233910"/>
                  </a:lnTo>
                  <a:lnTo>
                    <a:pt x="353120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 descr=""/>
            <p:cNvSpPr/>
            <p:nvPr/>
          </p:nvSpPr>
          <p:spPr>
            <a:xfrm>
              <a:off x="5722175" y="8606466"/>
              <a:ext cx="257175" cy="1111250"/>
            </a:xfrm>
            <a:custGeom>
              <a:avLst/>
              <a:gdLst/>
              <a:ahLst/>
              <a:cxnLst/>
              <a:rect l="l" t="t" r="r" b="b"/>
              <a:pathLst>
                <a:path w="257175" h="1111250">
                  <a:moveTo>
                    <a:pt x="256552" y="1092415"/>
                  </a:moveTo>
                  <a:lnTo>
                    <a:pt x="0" y="1092415"/>
                  </a:lnTo>
                  <a:lnTo>
                    <a:pt x="0" y="1111161"/>
                  </a:lnTo>
                  <a:lnTo>
                    <a:pt x="256552" y="1111161"/>
                  </a:lnTo>
                  <a:lnTo>
                    <a:pt x="256552" y="1092415"/>
                  </a:lnTo>
                  <a:close/>
                </a:path>
                <a:path w="257175" h="1111250">
                  <a:moveTo>
                    <a:pt x="256552" y="1031722"/>
                  </a:moveTo>
                  <a:lnTo>
                    <a:pt x="0" y="1031722"/>
                  </a:lnTo>
                  <a:lnTo>
                    <a:pt x="0" y="1050467"/>
                  </a:lnTo>
                  <a:lnTo>
                    <a:pt x="256552" y="1050467"/>
                  </a:lnTo>
                  <a:lnTo>
                    <a:pt x="256552" y="1031722"/>
                  </a:lnTo>
                  <a:close/>
                </a:path>
                <a:path w="257175" h="1111250">
                  <a:moveTo>
                    <a:pt x="256552" y="971042"/>
                  </a:moveTo>
                  <a:lnTo>
                    <a:pt x="0" y="971042"/>
                  </a:lnTo>
                  <a:lnTo>
                    <a:pt x="0" y="989787"/>
                  </a:lnTo>
                  <a:lnTo>
                    <a:pt x="256552" y="989787"/>
                  </a:lnTo>
                  <a:lnTo>
                    <a:pt x="256552" y="971042"/>
                  </a:lnTo>
                  <a:close/>
                </a:path>
                <a:path w="257175" h="1111250">
                  <a:moveTo>
                    <a:pt x="256552" y="910348"/>
                  </a:moveTo>
                  <a:lnTo>
                    <a:pt x="0" y="910348"/>
                  </a:lnTo>
                  <a:lnTo>
                    <a:pt x="0" y="929093"/>
                  </a:lnTo>
                  <a:lnTo>
                    <a:pt x="256552" y="929093"/>
                  </a:lnTo>
                  <a:lnTo>
                    <a:pt x="256552" y="910348"/>
                  </a:lnTo>
                  <a:close/>
                </a:path>
                <a:path w="257175" h="1111250">
                  <a:moveTo>
                    <a:pt x="256552" y="849655"/>
                  </a:moveTo>
                  <a:lnTo>
                    <a:pt x="0" y="849655"/>
                  </a:lnTo>
                  <a:lnTo>
                    <a:pt x="0" y="868400"/>
                  </a:lnTo>
                  <a:lnTo>
                    <a:pt x="256552" y="868400"/>
                  </a:lnTo>
                  <a:lnTo>
                    <a:pt x="256552" y="849655"/>
                  </a:lnTo>
                  <a:close/>
                </a:path>
                <a:path w="257175" h="1111250">
                  <a:moveTo>
                    <a:pt x="256552" y="788974"/>
                  </a:moveTo>
                  <a:lnTo>
                    <a:pt x="0" y="788974"/>
                  </a:lnTo>
                  <a:lnTo>
                    <a:pt x="0" y="807720"/>
                  </a:lnTo>
                  <a:lnTo>
                    <a:pt x="256552" y="807720"/>
                  </a:lnTo>
                  <a:lnTo>
                    <a:pt x="256552" y="788974"/>
                  </a:lnTo>
                  <a:close/>
                </a:path>
                <a:path w="257175" h="1111250">
                  <a:moveTo>
                    <a:pt x="256552" y="728281"/>
                  </a:moveTo>
                  <a:lnTo>
                    <a:pt x="0" y="728281"/>
                  </a:lnTo>
                  <a:lnTo>
                    <a:pt x="0" y="747026"/>
                  </a:lnTo>
                  <a:lnTo>
                    <a:pt x="256552" y="747026"/>
                  </a:lnTo>
                  <a:lnTo>
                    <a:pt x="256552" y="728281"/>
                  </a:lnTo>
                  <a:close/>
                </a:path>
                <a:path w="257175" h="1111250">
                  <a:moveTo>
                    <a:pt x="256552" y="667588"/>
                  </a:moveTo>
                  <a:lnTo>
                    <a:pt x="0" y="667588"/>
                  </a:lnTo>
                  <a:lnTo>
                    <a:pt x="0" y="686333"/>
                  </a:lnTo>
                  <a:lnTo>
                    <a:pt x="256552" y="686333"/>
                  </a:lnTo>
                  <a:lnTo>
                    <a:pt x="256552" y="667588"/>
                  </a:lnTo>
                  <a:close/>
                </a:path>
                <a:path w="257175" h="1111250">
                  <a:moveTo>
                    <a:pt x="256552" y="606907"/>
                  </a:moveTo>
                  <a:lnTo>
                    <a:pt x="0" y="606907"/>
                  </a:lnTo>
                  <a:lnTo>
                    <a:pt x="0" y="625652"/>
                  </a:lnTo>
                  <a:lnTo>
                    <a:pt x="256552" y="625652"/>
                  </a:lnTo>
                  <a:lnTo>
                    <a:pt x="256552" y="606907"/>
                  </a:lnTo>
                  <a:close/>
                </a:path>
                <a:path w="257175" h="1111250">
                  <a:moveTo>
                    <a:pt x="256552" y="546214"/>
                  </a:moveTo>
                  <a:lnTo>
                    <a:pt x="0" y="546214"/>
                  </a:lnTo>
                  <a:lnTo>
                    <a:pt x="0" y="564959"/>
                  </a:lnTo>
                  <a:lnTo>
                    <a:pt x="256552" y="564959"/>
                  </a:lnTo>
                  <a:lnTo>
                    <a:pt x="256552" y="546214"/>
                  </a:lnTo>
                  <a:close/>
                </a:path>
                <a:path w="257175" h="1111250">
                  <a:moveTo>
                    <a:pt x="256552" y="485521"/>
                  </a:moveTo>
                  <a:lnTo>
                    <a:pt x="0" y="485521"/>
                  </a:lnTo>
                  <a:lnTo>
                    <a:pt x="0" y="504266"/>
                  </a:lnTo>
                  <a:lnTo>
                    <a:pt x="256552" y="504266"/>
                  </a:lnTo>
                  <a:lnTo>
                    <a:pt x="256552" y="485521"/>
                  </a:lnTo>
                  <a:close/>
                </a:path>
                <a:path w="257175" h="1111250">
                  <a:moveTo>
                    <a:pt x="256552" y="424840"/>
                  </a:moveTo>
                  <a:lnTo>
                    <a:pt x="0" y="424840"/>
                  </a:lnTo>
                  <a:lnTo>
                    <a:pt x="0" y="443572"/>
                  </a:lnTo>
                  <a:lnTo>
                    <a:pt x="256552" y="443572"/>
                  </a:lnTo>
                  <a:lnTo>
                    <a:pt x="256552" y="424840"/>
                  </a:lnTo>
                  <a:close/>
                </a:path>
                <a:path w="257175" h="1111250">
                  <a:moveTo>
                    <a:pt x="256552" y="364147"/>
                  </a:moveTo>
                  <a:lnTo>
                    <a:pt x="0" y="364147"/>
                  </a:lnTo>
                  <a:lnTo>
                    <a:pt x="0" y="382892"/>
                  </a:lnTo>
                  <a:lnTo>
                    <a:pt x="256552" y="382892"/>
                  </a:lnTo>
                  <a:lnTo>
                    <a:pt x="256552" y="364147"/>
                  </a:lnTo>
                  <a:close/>
                </a:path>
                <a:path w="257175" h="1111250">
                  <a:moveTo>
                    <a:pt x="256552" y="303453"/>
                  </a:moveTo>
                  <a:lnTo>
                    <a:pt x="0" y="303453"/>
                  </a:lnTo>
                  <a:lnTo>
                    <a:pt x="0" y="322199"/>
                  </a:lnTo>
                  <a:lnTo>
                    <a:pt x="256552" y="322199"/>
                  </a:lnTo>
                  <a:lnTo>
                    <a:pt x="256552" y="303453"/>
                  </a:lnTo>
                  <a:close/>
                </a:path>
                <a:path w="257175" h="1111250">
                  <a:moveTo>
                    <a:pt x="256552" y="242760"/>
                  </a:moveTo>
                  <a:lnTo>
                    <a:pt x="0" y="242760"/>
                  </a:lnTo>
                  <a:lnTo>
                    <a:pt x="0" y="261505"/>
                  </a:lnTo>
                  <a:lnTo>
                    <a:pt x="256552" y="261505"/>
                  </a:lnTo>
                  <a:lnTo>
                    <a:pt x="256552" y="242760"/>
                  </a:lnTo>
                  <a:close/>
                </a:path>
                <a:path w="257175" h="1111250">
                  <a:moveTo>
                    <a:pt x="256552" y="182067"/>
                  </a:moveTo>
                  <a:lnTo>
                    <a:pt x="0" y="182067"/>
                  </a:lnTo>
                  <a:lnTo>
                    <a:pt x="0" y="200812"/>
                  </a:lnTo>
                  <a:lnTo>
                    <a:pt x="256552" y="200812"/>
                  </a:lnTo>
                  <a:lnTo>
                    <a:pt x="256552" y="182067"/>
                  </a:lnTo>
                  <a:close/>
                </a:path>
                <a:path w="257175" h="1111250">
                  <a:moveTo>
                    <a:pt x="256552" y="121373"/>
                  </a:moveTo>
                  <a:lnTo>
                    <a:pt x="0" y="121373"/>
                  </a:lnTo>
                  <a:lnTo>
                    <a:pt x="0" y="140119"/>
                  </a:lnTo>
                  <a:lnTo>
                    <a:pt x="256552" y="140119"/>
                  </a:lnTo>
                  <a:lnTo>
                    <a:pt x="256552" y="121373"/>
                  </a:lnTo>
                  <a:close/>
                </a:path>
                <a:path w="257175" h="1111250">
                  <a:moveTo>
                    <a:pt x="256552" y="60693"/>
                  </a:moveTo>
                  <a:lnTo>
                    <a:pt x="0" y="60693"/>
                  </a:lnTo>
                  <a:lnTo>
                    <a:pt x="0" y="79438"/>
                  </a:lnTo>
                  <a:lnTo>
                    <a:pt x="256552" y="79438"/>
                  </a:lnTo>
                  <a:lnTo>
                    <a:pt x="256552" y="60693"/>
                  </a:lnTo>
                  <a:close/>
                </a:path>
                <a:path w="257175" h="1111250">
                  <a:moveTo>
                    <a:pt x="256552" y="0"/>
                  </a:moveTo>
                  <a:lnTo>
                    <a:pt x="0" y="0"/>
                  </a:lnTo>
                  <a:lnTo>
                    <a:pt x="0" y="18745"/>
                  </a:lnTo>
                  <a:lnTo>
                    <a:pt x="256552" y="18745"/>
                  </a:lnTo>
                  <a:lnTo>
                    <a:pt x="2565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 descr=""/>
            <p:cNvSpPr/>
            <p:nvPr/>
          </p:nvSpPr>
          <p:spPr>
            <a:xfrm>
              <a:off x="5669555" y="8566640"/>
              <a:ext cx="180975" cy="1234440"/>
            </a:xfrm>
            <a:custGeom>
              <a:avLst/>
              <a:gdLst/>
              <a:ahLst/>
              <a:cxnLst/>
              <a:rect l="l" t="t" r="r" b="b"/>
              <a:pathLst>
                <a:path w="180975" h="1234440">
                  <a:moveTo>
                    <a:pt x="180936" y="0"/>
                  </a:moveTo>
                  <a:lnTo>
                    <a:pt x="0" y="0"/>
                  </a:lnTo>
                  <a:lnTo>
                    <a:pt x="0" y="1233910"/>
                  </a:lnTo>
                  <a:lnTo>
                    <a:pt x="180936" y="1233910"/>
                  </a:lnTo>
                  <a:lnTo>
                    <a:pt x="180936" y="0"/>
                  </a:lnTo>
                  <a:close/>
                </a:path>
              </a:pathLst>
            </a:custGeom>
            <a:solidFill>
              <a:srgbClr val="CDCDCD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 descr=""/>
            <p:cNvSpPr/>
            <p:nvPr/>
          </p:nvSpPr>
          <p:spPr>
            <a:xfrm>
              <a:off x="5886158" y="8423179"/>
              <a:ext cx="106045" cy="143510"/>
            </a:xfrm>
            <a:custGeom>
              <a:avLst/>
              <a:gdLst/>
              <a:ahLst/>
              <a:cxnLst/>
              <a:rect l="l" t="t" r="r" b="b"/>
              <a:pathLst>
                <a:path w="106045" h="143509">
                  <a:moveTo>
                    <a:pt x="105803" y="118452"/>
                  </a:moveTo>
                  <a:lnTo>
                    <a:pt x="37033" y="118452"/>
                  </a:lnTo>
                  <a:lnTo>
                    <a:pt x="37033" y="0"/>
                  </a:lnTo>
                  <a:lnTo>
                    <a:pt x="29095" y="0"/>
                  </a:lnTo>
                  <a:lnTo>
                    <a:pt x="29095" y="118452"/>
                  </a:lnTo>
                  <a:lnTo>
                    <a:pt x="0" y="118452"/>
                  </a:lnTo>
                  <a:lnTo>
                    <a:pt x="0" y="143471"/>
                  </a:lnTo>
                  <a:lnTo>
                    <a:pt x="105803" y="143471"/>
                  </a:lnTo>
                  <a:lnTo>
                    <a:pt x="105803" y="118452"/>
                  </a:lnTo>
                  <a:close/>
                </a:path>
              </a:pathLst>
            </a:custGeom>
            <a:solidFill>
              <a:srgbClr val="E0EDC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0" name="object 240" descr=""/>
          <p:cNvGrpSpPr/>
          <p:nvPr/>
        </p:nvGrpSpPr>
        <p:grpSpPr>
          <a:xfrm>
            <a:off x="4583912" y="7198817"/>
            <a:ext cx="630555" cy="2602230"/>
            <a:chOff x="4583912" y="7198817"/>
            <a:chExt cx="630555" cy="2602230"/>
          </a:xfrm>
        </p:grpSpPr>
        <p:sp>
          <p:nvSpPr>
            <p:cNvPr id="241" name="object 241" descr=""/>
            <p:cNvSpPr/>
            <p:nvPr/>
          </p:nvSpPr>
          <p:spPr>
            <a:xfrm>
              <a:off x="4696739" y="7198823"/>
              <a:ext cx="404495" cy="747395"/>
            </a:xfrm>
            <a:custGeom>
              <a:avLst/>
              <a:gdLst/>
              <a:ahLst/>
              <a:cxnLst/>
              <a:rect l="l" t="t" r="r" b="b"/>
              <a:pathLst>
                <a:path w="404495" h="747395">
                  <a:moveTo>
                    <a:pt x="404456" y="527583"/>
                  </a:moveTo>
                  <a:lnTo>
                    <a:pt x="306666" y="527583"/>
                  </a:lnTo>
                  <a:lnTo>
                    <a:pt x="306666" y="330492"/>
                  </a:lnTo>
                  <a:lnTo>
                    <a:pt x="223799" y="330492"/>
                  </a:lnTo>
                  <a:lnTo>
                    <a:pt x="223799" y="0"/>
                  </a:lnTo>
                  <a:lnTo>
                    <a:pt x="180632" y="0"/>
                  </a:lnTo>
                  <a:lnTo>
                    <a:pt x="180632" y="330492"/>
                  </a:lnTo>
                  <a:lnTo>
                    <a:pt x="97802" y="330492"/>
                  </a:lnTo>
                  <a:lnTo>
                    <a:pt x="97802" y="527583"/>
                  </a:lnTo>
                  <a:lnTo>
                    <a:pt x="0" y="527583"/>
                  </a:lnTo>
                  <a:lnTo>
                    <a:pt x="0" y="746848"/>
                  </a:lnTo>
                  <a:lnTo>
                    <a:pt x="404456" y="746848"/>
                  </a:lnTo>
                  <a:lnTo>
                    <a:pt x="404456" y="527583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 descr=""/>
            <p:cNvSpPr/>
            <p:nvPr/>
          </p:nvSpPr>
          <p:spPr>
            <a:xfrm>
              <a:off x="4696747" y="7779197"/>
              <a:ext cx="404495" cy="167005"/>
            </a:xfrm>
            <a:custGeom>
              <a:avLst/>
              <a:gdLst/>
              <a:ahLst/>
              <a:cxnLst/>
              <a:rect l="l" t="t" r="r" b="b"/>
              <a:pathLst>
                <a:path w="404495" h="167004">
                  <a:moveTo>
                    <a:pt x="404458" y="0"/>
                  </a:moveTo>
                  <a:lnTo>
                    <a:pt x="0" y="0"/>
                  </a:lnTo>
                  <a:lnTo>
                    <a:pt x="0" y="166466"/>
                  </a:lnTo>
                  <a:lnTo>
                    <a:pt x="404458" y="166466"/>
                  </a:lnTo>
                  <a:lnTo>
                    <a:pt x="404458" y="0"/>
                  </a:lnTo>
                  <a:close/>
                </a:path>
              </a:pathLst>
            </a:custGeom>
            <a:solidFill>
              <a:srgbClr val="CDCDCD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 descr=""/>
            <p:cNvSpPr/>
            <p:nvPr/>
          </p:nvSpPr>
          <p:spPr>
            <a:xfrm>
              <a:off x="4583912" y="7836109"/>
              <a:ext cx="630555" cy="1964689"/>
            </a:xfrm>
            <a:custGeom>
              <a:avLst/>
              <a:gdLst/>
              <a:ahLst/>
              <a:cxnLst/>
              <a:rect l="l" t="t" r="r" b="b"/>
              <a:pathLst>
                <a:path w="630554" h="1964690">
                  <a:moveTo>
                    <a:pt x="629970" y="78638"/>
                  </a:moveTo>
                  <a:lnTo>
                    <a:pt x="553720" y="78638"/>
                  </a:lnTo>
                  <a:lnTo>
                    <a:pt x="553720" y="0"/>
                  </a:lnTo>
                  <a:lnTo>
                    <a:pt x="76250" y="0"/>
                  </a:lnTo>
                  <a:lnTo>
                    <a:pt x="76250" y="78638"/>
                  </a:lnTo>
                  <a:lnTo>
                    <a:pt x="0" y="78638"/>
                  </a:lnTo>
                  <a:lnTo>
                    <a:pt x="0" y="1964448"/>
                  </a:lnTo>
                  <a:lnTo>
                    <a:pt x="629970" y="1964448"/>
                  </a:lnTo>
                  <a:lnTo>
                    <a:pt x="629970" y="78638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 descr=""/>
            <p:cNvSpPr/>
            <p:nvPr/>
          </p:nvSpPr>
          <p:spPr>
            <a:xfrm>
              <a:off x="4660172" y="8005525"/>
              <a:ext cx="477520" cy="1795145"/>
            </a:xfrm>
            <a:custGeom>
              <a:avLst/>
              <a:gdLst/>
              <a:ahLst/>
              <a:cxnLst/>
              <a:rect l="l" t="t" r="r" b="b"/>
              <a:pathLst>
                <a:path w="477520" h="1795145">
                  <a:moveTo>
                    <a:pt x="477461" y="0"/>
                  </a:moveTo>
                  <a:lnTo>
                    <a:pt x="0" y="0"/>
                  </a:lnTo>
                  <a:lnTo>
                    <a:pt x="0" y="1795023"/>
                  </a:lnTo>
                  <a:lnTo>
                    <a:pt x="477461" y="1795023"/>
                  </a:lnTo>
                  <a:lnTo>
                    <a:pt x="477461" y="0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 descr=""/>
            <p:cNvSpPr/>
            <p:nvPr/>
          </p:nvSpPr>
          <p:spPr>
            <a:xfrm>
              <a:off x="4967579" y="7726787"/>
              <a:ext cx="246379" cy="2073910"/>
            </a:xfrm>
            <a:custGeom>
              <a:avLst/>
              <a:gdLst/>
              <a:ahLst/>
              <a:cxnLst/>
              <a:rect l="l" t="t" r="r" b="b"/>
              <a:pathLst>
                <a:path w="246379" h="2073909">
                  <a:moveTo>
                    <a:pt x="246316" y="187960"/>
                  </a:moveTo>
                  <a:lnTo>
                    <a:pt x="170053" y="187960"/>
                  </a:lnTo>
                  <a:lnTo>
                    <a:pt x="170053" y="109220"/>
                  </a:lnTo>
                  <a:lnTo>
                    <a:pt x="133616" y="109220"/>
                  </a:lnTo>
                  <a:lnTo>
                    <a:pt x="133616" y="0"/>
                  </a:lnTo>
                  <a:lnTo>
                    <a:pt x="0" y="0"/>
                  </a:lnTo>
                  <a:lnTo>
                    <a:pt x="0" y="109220"/>
                  </a:lnTo>
                  <a:lnTo>
                    <a:pt x="0" y="187960"/>
                  </a:lnTo>
                  <a:lnTo>
                    <a:pt x="0" y="2073910"/>
                  </a:lnTo>
                  <a:lnTo>
                    <a:pt x="246316" y="2073910"/>
                  </a:lnTo>
                  <a:lnTo>
                    <a:pt x="246316" y="187960"/>
                  </a:lnTo>
                  <a:close/>
                </a:path>
              </a:pathLst>
            </a:custGeom>
            <a:solidFill>
              <a:srgbClr val="C8EAE3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6" name="object 246" descr=""/>
          <p:cNvSpPr/>
          <p:nvPr/>
        </p:nvSpPr>
        <p:spPr>
          <a:xfrm>
            <a:off x="4967592" y="7529930"/>
            <a:ext cx="36195" cy="196850"/>
          </a:xfrm>
          <a:custGeom>
            <a:avLst/>
            <a:gdLst/>
            <a:ahLst/>
            <a:cxnLst/>
            <a:rect l="l" t="t" r="r" b="b"/>
            <a:pathLst>
              <a:path w="36195" h="196850">
                <a:moveTo>
                  <a:pt x="0" y="196849"/>
                </a:moveTo>
                <a:lnTo>
                  <a:pt x="35810" y="196849"/>
                </a:lnTo>
                <a:lnTo>
                  <a:pt x="35810" y="0"/>
                </a:lnTo>
                <a:lnTo>
                  <a:pt x="0" y="0"/>
                </a:lnTo>
                <a:lnTo>
                  <a:pt x="0" y="196849"/>
                </a:lnTo>
                <a:close/>
              </a:path>
            </a:pathLst>
          </a:custGeom>
          <a:solidFill>
            <a:srgbClr val="C8EAE3">
              <a:alpha val="59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47" name="object 247" descr=""/>
          <p:cNvGrpSpPr/>
          <p:nvPr/>
        </p:nvGrpSpPr>
        <p:grpSpPr>
          <a:xfrm>
            <a:off x="5162952" y="8720163"/>
            <a:ext cx="613410" cy="1080770"/>
            <a:chOff x="5162952" y="8720163"/>
            <a:chExt cx="613410" cy="1080770"/>
          </a:xfrm>
        </p:grpSpPr>
        <p:sp>
          <p:nvSpPr>
            <p:cNvPr id="248" name="object 248" descr=""/>
            <p:cNvSpPr/>
            <p:nvPr/>
          </p:nvSpPr>
          <p:spPr>
            <a:xfrm>
              <a:off x="5162943" y="8720169"/>
              <a:ext cx="613410" cy="1080770"/>
            </a:xfrm>
            <a:custGeom>
              <a:avLst/>
              <a:gdLst/>
              <a:ahLst/>
              <a:cxnLst/>
              <a:rect l="l" t="t" r="r" b="b"/>
              <a:pathLst>
                <a:path w="613410" h="1080770">
                  <a:moveTo>
                    <a:pt x="612902" y="137477"/>
                  </a:moveTo>
                  <a:lnTo>
                    <a:pt x="349288" y="137477"/>
                  </a:lnTo>
                  <a:lnTo>
                    <a:pt x="349288" y="0"/>
                  </a:lnTo>
                  <a:lnTo>
                    <a:pt x="118630" y="0"/>
                  </a:lnTo>
                  <a:lnTo>
                    <a:pt x="118630" y="137477"/>
                  </a:lnTo>
                  <a:lnTo>
                    <a:pt x="0" y="137477"/>
                  </a:lnTo>
                  <a:lnTo>
                    <a:pt x="0" y="1080389"/>
                  </a:lnTo>
                  <a:lnTo>
                    <a:pt x="612902" y="1080389"/>
                  </a:lnTo>
                  <a:lnTo>
                    <a:pt x="612902" y="137477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 descr=""/>
            <p:cNvSpPr/>
            <p:nvPr/>
          </p:nvSpPr>
          <p:spPr>
            <a:xfrm>
              <a:off x="5433149" y="8720169"/>
              <a:ext cx="342900" cy="1080770"/>
            </a:xfrm>
            <a:custGeom>
              <a:avLst/>
              <a:gdLst/>
              <a:ahLst/>
              <a:cxnLst/>
              <a:rect l="l" t="t" r="r" b="b"/>
              <a:pathLst>
                <a:path w="342900" h="1080770">
                  <a:moveTo>
                    <a:pt x="79082" y="0"/>
                  </a:moveTo>
                  <a:lnTo>
                    <a:pt x="0" y="0"/>
                  </a:lnTo>
                  <a:lnTo>
                    <a:pt x="0" y="137477"/>
                  </a:lnTo>
                  <a:lnTo>
                    <a:pt x="79082" y="137477"/>
                  </a:lnTo>
                  <a:lnTo>
                    <a:pt x="79082" y="0"/>
                  </a:lnTo>
                  <a:close/>
                </a:path>
                <a:path w="342900" h="1080770">
                  <a:moveTo>
                    <a:pt x="342696" y="137477"/>
                  </a:moveTo>
                  <a:lnTo>
                    <a:pt x="144983" y="137477"/>
                  </a:lnTo>
                  <a:lnTo>
                    <a:pt x="144983" y="1080389"/>
                  </a:lnTo>
                  <a:lnTo>
                    <a:pt x="342696" y="1080389"/>
                  </a:lnTo>
                  <a:lnTo>
                    <a:pt x="342696" y="137477"/>
                  </a:lnTo>
                  <a:close/>
                </a:path>
              </a:pathLst>
            </a:custGeom>
            <a:solidFill>
              <a:srgbClr val="E7F6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 descr=""/>
            <p:cNvSpPr/>
            <p:nvPr/>
          </p:nvSpPr>
          <p:spPr>
            <a:xfrm>
              <a:off x="5215661" y="8903049"/>
              <a:ext cx="297180" cy="797560"/>
            </a:xfrm>
            <a:custGeom>
              <a:avLst/>
              <a:gdLst/>
              <a:ahLst/>
              <a:cxnLst/>
              <a:rect l="l" t="t" r="r" b="b"/>
              <a:pathLst>
                <a:path w="297179" h="797559">
                  <a:moveTo>
                    <a:pt x="296570" y="717689"/>
                  </a:moveTo>
                  <a:lnTo>
                    <a:pt x="0" y="717689"/>
                  </a:lnTo>
                  <a:lnTo>
                    <a:pt x="0" y="797483"/>
                  </a:lnTo>
                  <a:lnTo>
                    <a:pt x="296570" y="797483"/>
                  </a:lnTo>
                  <a:lnTo>
                    <a:pt x="296570" y="717689"/>
                  </a:lnTo>
                  <a:close/>
                </a:path>
                <a:path w="297179" h="797559">
                  <a:moveTo>
                    <a:pt x="296570" y="574141"/>
                  </a:moveTo>
                  <a:lnTo>
                    <a:pt x="0" y="574141"/>
                  </a:lnTo>
                  <a:lnTo>
                    <a:pt x="0" y="653935"/>
                  </a:lnTo>
                  <a:lnTo>
                    <a:pt x="296570" y="653935"/>
                  </a:lnTo>
                  <a:lnTo>
                    <a:pt x="296570" y="574141"/>
                  </a:lnTo>
                  <a:close/>
                </a:path>
                <a:path w="297179" h="797559">
                  <a:moveTo>
                    <a:pt x="296570" y="430606"/>
                  </a:moveTo>
                  <a:lnTo>
                    <a:pt x="0" y="430606"/>
                  </a:lnTo>
                  <a:lnTo>
                    <a:pt x="0" y="510400"/>
                  </a:lnTo>
                  <a:lnTo>
                    <a:pt x="296570" y="510400"/>
                  </a:lnTo>
                  <a:lnTo>
                    <a:pt x="296570" y="430606"/>
                  </a:lnTo>
                  <a:close/>
                </a:path>
                <a:path w="297179" h="797559">
                  <a:moveTo>
                    <a:pt x="296570" y="287070"/>
                  </a:moveTo>
                  <a:lnTo>
                    <a:pt x="0" y="287070"/>
                  </a:lnTo>
                  <a:lnTo>
                    <a:pt x="0" y="366864"/>
                  </a:lnTo>
                  <a:lnTo>
                    <a:pt x="296570" y="366864"/>
                  </a:lnTo>
                  <a:lnTo>
                    <a:pt x="296570" y="287070"/>
                  </a:lnTo>
                  <a:close/>
                </a:path>
                <a:path w="297179" h="797559">
                  <a:moveTo>
                    <a:pt x="296570" y="143535"/>
                  </a:moveTo>
                  <a:lnTo>
                    <a:pt x="0" y="143535"/>
                  </a:lnTo>
                  <a:lnTo>
                    <a:pt x="0" y="223316"/>
                  </a:lnTo>
                  <a:lnTo>
                    <a:pt x="296570" y="223316"/>
                  </a:lnTo>
                  <a:lnTo>
                    <a:pt x="296570" y="143535"/>
                  </a:lnTo>
                  <a:close/>
                </a:path>
                <a:path w="297179" h="797559">
                  <a:moveTo>
                    <a:pt x="296570" y="0"/>
                  </a:moveTo>
                  <a:lnTo>
                    <a:pt x="0" y="0"/>
                  </a:lnTo>
                  <a:lnTo>
                    <a:pt x="0" y="79781"/>
                  </a:lnTo>
                  <a:lnTo>
                    <a:pt x="296570" y="79781"/>
                  </a:lnTo>
                  <a:lnTo>
                    <a:pt x="296570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1" name="object 251" descr=""/>
          <p:cNvGrpSpPr/>
          <p:nvPr/>
        </p:nvGrpSpPr>
        <p:grpSpPr>
          <a:xfrm>
            <a:off x="12361654" y="8584031"/>
            <a:ext cx="773430" cy="1229360"/>
            <a:chOff x="12361654" y="8584031"/>
            <a:chExt cx="773430" cy="1229360"/>
          </a:xfrm>
        </p:grpSpPr>
        <p:sp>
          <p:nvSpPr>
            <p:cNvPr id="252" name="object 252" descr=""/>
            <p:cNvSpPr/>
            <p:nvPr/>
          </p:nvSpPr>
          <p:spPr>
            <a:xfrm>
              <a:off x="12361654" y="8584031"/>
              <a:ext cx="773430" cy="1229360"/>
            </a:xfrm>
            <a:custGeom>
              <a:avLst/>
              <a:gdLst/>
              <a:ahLst/>
              <a:cxnLst/>
              <a:rect l="l" t="t" r="r" b="b"/>
              <a:pathLst>
                <a:path w="773430" h="1229359">
                  <a:moveTo>
                    <a:pt x="773264" y="0"/>
                  </a:moveTo>
                  <a:lnTo>
                    <a:pt x="0" y="0"/>
                  </a:lnTo>
                  <a:lnTo>
                    <a:pt x="0" y="1229041"/>
                  </a:lnTo>
                  <a:lnTo>
                    <a:pt x="773264" y="1229041"/>
                  </a:lnTo>
                  <a:lnTo>
                    <a:pt x="773264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 descr=""/>
            <p:cNvSpPr/>
            <p:nvPr/>
          </p:nvSpPr>
          <p:spPr>
            <a:xfrm>
              <a:off x="12361654" y="8584031"/>
              <a:ext cx="249554" cy="1229360"/>
            </a:xfrm>
            <a:custGeom>
              <a:avLst/>
              <a:gdLst/>
              <a:ahLst/>
              <a:cxnLst/>
              <a:rect l="l" t="t" r="r" b="b"/>
              <a:pathLst>
                <a:path w="249554" h="1229359">
                  <a:moveTo>
                    <a:pt x="249437" y="0"/>
                  </a:moveTo>
                  <a:lnTo>
                    <a:pt x="0" y="0"/>
                  </a:lnTo>
                  <a:lnTo>
                    <a:pt x="0" y="1229041"/>
                  </a:lnTo>
                  <a:lnTo>
                    <a:pt x="249437" y="1229041"/>
                  </a:lnTo>
                  <a:lnTo>
                    <a:pt x="2494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 descr=""/>
            <p:cNvSpPr/>
            <p:nvPr/>
          </p:nvSpPr>
          <p:spPr>
            <a:xfrm>
              <a:off x="12666751" y="8657393"/>
              <a:ext cx="99060" cy="478790"/>
            </a:xfrm>
            <a:custGeom>
              <a:avLst/>
              <a:gdLst/>
              <a:ahLst/>
              <a:cxnLst/>
              <a:rect l="l" t="t" r="r" b="b"/>
              <a:pathLst>
                <a:path w="99059" h="478790">
                  <a:moveTo>
                    <a:pt x="98793" y="374205"/>
                  </a:moveTo>
                  <a:lnTo>
                    <a:pt x="0" y="374205"/>
                  </a:lnTo>
                  <a:lnTo>
                    <a:pt x="0" y="478205"/>
                  </a:lnTo>
                  <a:lnTo>
                    <a:pt x="98793" y="478205"/>
                  </a:lnTo>
                  <a:lnTo>
                    <a:pt x="98793" y="374205"/>
                  </a:lnTo>
                  <a:close/>
                </a:path>
                <a:path w="99059" h="478790">
                  <a:moveTo>
                    <a:pt x="98793" y="187096"/>
                  </a:moveTo>
                  <a:lnTo>
                    <a:pt x="0" y="187096"/>
                  </a:lnTo>
                  <a:lnTo>
                    <a:pt x="0" y="291109"/>
                  </a:lnTo>
                  <a:lnTo>
                    <a:pt x="98793" y="291109"/>
                  </a:lnTo>
                  <a:lnTo>
                    <a:pt x="98793" y="187096"/>
                  </a:lnTo>
                  <a:close/>
                </a:path>
                <a:path w="99059" h="478790">
                  <a:moveTo>
                    <a:pt x="98793" y="0"/>
                  </a:moveTo>
                  <a:lnTo>
                    <a:pt x="0" y="0"/>
                  </a:lnTo>
                  <a:lnTo>
                    <a:pt x="0" y="104013"/>
                  </a:lnTo>
                  <a:lnTo>
                    <a:pt x="98793" y="104013"/>
                  </a:lnTo>
                  <a:lnTo>
                    <a:pt x="98793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 descr=""/>
            <p:cNvSpPr/>
            <p:nvPr/>
          </p:nvSpPr>
          <p:spPr>
            <a:xfrm>
              <a:off x="12666755" y="9218693"/>
              <a:ext cx="99060" cy="104139"/>
            </a:xfrm>
            <a:custGeom>
              <a:avLst/>
              <a:gdLst/>
              <a:ahLst/>
              <a:cxnLst/>
              <a:rect l="l" t="t" r="r" b="b"/>
              <a:pathLst>
                <a:path w="99059" h="104140">
                  <a:moveTo>
                    <a:pt x="98792" y="0"/>
                  </a:moveTo>
                  <a:lnTo>
                    <a:pt x="0" y="0"/>
                  </a:lnTo>
                  <a:lnTo>
                    <a:pt x="0" y="103996"/>
                  </a:lnTo>
                  <a:lnTo>
                    <a:pt x="98792" y="103996"/>
                  </a:lnTo>
                  <a:lnTo>
                    <a:pt x="98792" y="0"/>
                  </a:lnTo>
                  <a:close/>
                </a:path>
              </a:pathLst>
            </a:custGeom>
            <a:solidFill>
              <a:srgbClr val="C4E8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 descr=""/>
            <p:cNvSpPr/>
            <p:nvPr/>
          </p:nvSpPr>
          <p:spPr>
            <a:xfrm>
              <a:off x="12666751" y="8657393"/>
              <a:ext cx="257175" cy="1039494"/>
            </a:xfrm>
            <a:custGeom>
              <a:avLst/>
              <a:gdLst/>
              <a:ahLst/>
              <a:cxnLst/>
              <a:rect l="l" t="t" r="r" b="b"/>
              <a:pathLst>
                <a:path w="257175" h="1039495">
                  <a:moveTo>
                    <a:pt x="98793" y="935494"/>
                  </a:moveTo>
                  <a:lnTo>
                    <a:pt x="0" y="935494"/>
                  </a:lnTo>
                  <a:lnTo>
                    <a:pt x="0" y="1039495"/>
                  </a:lnTo>
                  <a:lnTo>
                    <a:pt x="98793" y="1039495"/>
                  </a:lnTo>
                  <a:lnTo>
                    <a:pt x="98793" y="935494"/>
                  </a:lnTo>
                  <a:close/>
                </a:path>
                <a:path w="257175" h="1039495">
                  <a:moveTo>
                    <a:pt x="98793" y="748385"/>
                  </a:moveTo>
                  <a:lnTo>
                    <a:pt x="0" y="748385"/>
                  </a:lnTo>
                  <a:lnTo>
                    <a:pt x="0" y="852398"/>
                  </a:lnTo>
                  <a:lnTo>
                    <a:pt x="98793" y="852398"/>
                  </a:lnTo>
                  <a:lnTo>
                    <a:pt x="98793" y="748385"/>
                  </a:lnTo>
                  <a:close/>
                </a:path>
                <a:path w="257175" h="1039495">
                  <a:moveTo>
                    <a:pt x="256806" y="0"/>
                  </a:moveTo>
                  <a:lnTo>
                    <a:pt x="158013" y="0"/>
                  </a:lnTo>
                  <a:lnTo>
                    <a:pt x="158013" y="104013"/>
                  </a:lnTo>
                  <a:lnTo>
                    <a:pt x="256806" y="104013"/>
                  </a:lnTo>
                  <a:lnTo>
                    <a:pt x="256806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 descr=""/>
            <p:cNvSpPr/>
            <p:nvPr/>
          </p:nvSpPr>
          <p:spPr>
            <a:xfrm>
              <a:off x="12824771" y="8844484"/>
              <a:ext cx="99060" cy="104139"/>
            </a:xfrm>
            <a:custGeom>
              <a:avLst/>
              <a:gdLst/>
              <a:ahLst/>
              <a:cxnLst/>
              <a:rect l="l" t="t" r="r" b="b"/>
              <a:pathLst>
                <a:path w="99059" h="104140">
                  <a:moveTo>
                    <a:pt x="98792" y="0"/>
                  </a:moveTo>
                  <a:lnTo>
                    <a:pt x="0" y="0"/>
                  </a:lnTo>
                  <a:lnTo>
                    <a:pt x="0" y="104007"/>
                  </a:lnTo>
                  <a:lnTo>
                    <a:pt x="98792" y="104007"/>
                  </a:lnTo>
                  <a:lnTo>
                    <a:pt x="98792" y="0"/>
                  </a:lnTo>
                  <a:close/>
                </a:path>
              </a:pathLst>
            </a:custGeom>
            <a:solidFill>
              <a:srgbClr val="C4E8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 descr=""/>
            <p:cNvSpPr/>
            <p:nvPr/>
          </p:nvSpPr>
          <p:spPr>
            <a:xfrm>
              <a:off x="12824765" y="8657393"/>
              <a:ext cx="257175" cy="1039494"/>
            </a:xfrm>
            <a:custGeom>
              <a:avLst/>
              <a:gdLst/>
              <a:ahLst/>
              <a:cxnLst/>
              <a:rect l="l" t="t" r="r" b="b"/>
              <a:pathLst>
                <a:path w="257175" h="1039495">
                  <a:moveTo>
                    <a:pt x="98793" y="935494"/>
                  </a:moveTo>
                  <a:lnTo>
                    <a:pt x="0" y="935494"/>
                  </a:lnTo>
                  <a:lnTo>
                    <a:pt x="0" y="1039495"/>
                  </a:lnTo>
                  <a:lnTo>
                    <a:pt x="98793" y="1039495"/>
                  </a:lnTo>
                  <a:lnTo>
                    <a:pt x="98793" y="935494"/>
                  </a:lnTo>
                  <a:close/>
                </a:path>
                <a:path w="257175" h="1039495">
                  <a:moveTo>
                    <a:pt x="98793" y="748385"/>
                  </a:moveTo>
                  <a:lnTo>
                    <a:pt x="0" y="748385"/>
                  </a:lnTo>
                  <a:lnTo>
                    <a:pt x="0" y="852398"/>
                  </a:lnTo>
                  <a:lnTo>
                    <a:pt x="98793" y="852398"/>
                  </a:lnTo>
                  <a:lnTo>
                    <a:pt x="98793" y="748385"/>
                  </a:lnTo>
                  <a:close/>
                </a:path>
                <a:path w="257175" h="1039495">
                  <a:moveTo>
                    <a:pt x="98793" y="561301"/>
                  </a:moveTo>
                  <a:lnTo>
                    <a:pt x="0" y="561301"/>
                  </a:lnTo>
                  <a:lnTo>
                    <a:pt x="0" y="665302"/>
                  </a:lnTo>
                  <a:lnTo>
                    <a:pt x="98793" y="665302"/>
                  </a:lnTo>
                  <a:lnTo>
                    <a:pt x="98793" y="561301"/>
                  </a:lnTo>
                  <a:close/>
                </a:path>
                <a:path w="257175" h="1039495">
                  <a:moveTo>
                    <a:pt x="98793" y="374205"/>
                  </a:moveTo>
                  <a:lnTo>
                    <a:pt x="0" y="374205"/>
                  </a:lnTo>
                  <a:lnTo>
                    <a:pt x="0" y="478205"/>
                  </a:lnTo>
                  <a:lnTo>
                    <a:pt x="98793" y="478205"/>
                  </a:lnTo>
                  <a:lnTo>
                    <a:pt x="98793" y="374205"/>
                  </a:lnTo>
                  <a:close/>
                </a:path>
                <a:path w="257175" h="1039495">
                  <a:moveTo>
                    <a:pt x="256806" y="748385"/>
                  </a:moveTo>
                  <a:lnTo>
                    <a:pt x="158013" y="748385"/>
                  </a:lnTo>
                  <a:lnTo>
                    <a:pt x="158013" y="852398"/>
                  </a:lnTo>
                  <a:lnTo>
                    <a:pt x="256806" y="852398"/>
                  </a:lnTo>
                  <a:lnTo>
                    <a:pt x="256806" y="748385"/>
                  </a:lnTo>
                  <a:close/>
                </a:path>
                <a:path w="257175" h="1039495">
                  <a:moveTo>
                    <a:pt x="256806" y="561301"/>
                  </a:moveTo>
                  <a:lnTo>
                    <a:pt x="158013" y="561301"/>
                  </a:lnTo>
                  <a:lnTo>
                    <a:pt x="158013" y="665302"/>
                  </a:lnTo>
                  <a:lnTo>
                    <a:pt x="256806" y="665302"/>
                  </a:lnTo>
                  <a:lnTo>
                    <a:pt x="256806" y="561301"/>
                  </a:lnTo>
                  <a:close/>
                </a:path>
                <a:path w="257175" h="1039495">
                  <a:moveTo>
                    <a:pt x="256806" y="374205"/>
                  </a:moveTo>
                  <a:lnTo>
                    <a:pt x="158013" y="374205"/>
                  </a:lnTo>
                  <a:lnTo>
                    <a:pt x="158013" y="478205"/>
                  </a:lnTo>
                  <a:lnTo>
                    <a:pt x="256806" y="478205"/>
                  </a:lnTo>
                  <a:lnTo>
                    <a:pt x="256806" y="374205"/>
                  </a:lnTo>
                  <a:close/>
                </a:path>
                <a:path w="257175" h="1039495">
                  <a:moveTo>
                    <a:pt x="256806" y="187096"/>
                  </a:moveTo>
                  <a:lnTo>
                    <a:pt x="158013" y="187096"/>
                  </a:lnTo>
                  <a:lnTo>
                    <a:pt x="158013" y="291109"/>
                  </a:lnTo>
                  <a:lnTo>
                    <a:pt x="256806" y="291109"/>
                  </a:lnTo>
                  <a:lnTo>
                    <a:pt x="256806" y="187096"/>
                  </a:lnTo>
                  <a:close/>
                </a:path>
                <a:path w="257175" h="1039495">
                  <a:moveTo>
                    <a:pt x="256806" y="0"/>
                  </a:moveTo>
                  <a:lnTo>
                    <a:pt x="158013" y="0"/>
                  </a:lnTo>
                  <a:lnTo>
                    <a:pt x="158013" y="104013"/>
                  </a:lnTo>
                  <a:lnTo>
                    <a:pt x="256806" y="104013"/>
                  </a:lnTo>
                  <a:lnTo>
                    <a:pt x="256806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 descr=""/>
            <p:cNvSpPr/>
            <p:nvPr/>
          </p:nvSpPr>
          <p:spPr>
            <a:xfrm>
              <a:off x="12982787" y="9592880"/>
              <a:ext cx="99060" cy="104139"/>
            </a:xfrm>
            <a:custGeom>
              <a:avLst/>
              <a:gdLst/>
              <a:ahLst/>
              <a:cxnLst/>
              <a:rect l="l" t="t" r="r" b="b"/>
              <a:pathLst>
                <a:path w="99059" h="104140">
                  <a:moveTo>
                    <a:pt x="98792" y="0"/>
                  </a:moveTo>
                  <a:lnTo>
                    <a:pt x="0" y="0"/>
                  </a:lnTo>
                  <a:lnTo>
                    <a:pt x="0" y="104007"/>
                  </a:lnTo>
                  <a:lnTo>
                    <a:pt x="98792" y="104007"/>
                  </a:lnTo>
                  <a:lnTo>
                    <a:pt x="98792" y="0"/>
                  </a:lnTo>
                  <a:close/>
                </a:path>
              </a:pathLst>
            </a:custGeom>
            <a:solidFill>
              <a:srgbClr val="C4E8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 descr=""/>
            <p:cNvSpPr/>
            <p:nvPr/>
          </p:nvSpPr>
          <p:spPr>
            <a:xfrm>
              <a:off x="12413945" y="8670994"/>
              <a:ext cx="163830" cy="1044575"/>
            </a:xfrm>
            <a:custGeom>
              <a:avLst/>
              <a:gdLst/>
              <a:ahLst/>
              <a:cxnLst/>
              <a:rect l="l" t="t" r="r" b="b"/>
              <a:pathLst>
                <a:path w="163829" h="1044575">
                  <a:moveTo>
                    <a:pt x="163525" y="1001788"/>
                  </a:moveTo>
                  <a:lnTo>
                    <a:pt x="0" y="1001788"/>
                  </a:lnTo>
                  <a:lnTo>
                    <a:pt x="0" y="1044105"/>
                  </a:lnTo>
                  <a:lnTo>
                    <a:pt x="163525" y="1044105"/>
                  </a:lnTo>
                  <a:lnTo>
                    <a:pt x="163525" y="1001788"/>
                  </a:lnTo>
                  <a:close/>
                </a:path>
                <a:path w="163829" h="1044575">
                  <a:moveTo>
                    <a:pt x="163525" y="918298"/>
                  </a:moveTo>
                  <a:lnTo>
                    <a:pt x="0" y="918298"/>
                  </a:lnTo>
                  <a:lnTo>
                    <a:pt x="0" y="960628"/>
                  </a:lnTo>
                  <a:lnTo>
                    <a:pt x="163525" y="960628"/>
                  </a:lnTo>
                  <a:lnTo>
                    <a:pt x="163525" y="918298"/>
                  </a:lnTo>
                  <a:close/>
                </a:path>
                <a:path w="163829" h="1044575">
                  <a:moveTo>
                    <a:pt x="163525" y="834821"/>
                  </a:moveTo>
                  <a:lnTo>
                    <a:pt x="0" y="834821"/>
                  </a:lnTo>
                  <a:lnTo>
                    <a:pt x="0" y="877138"/>
                  </a:lnTo>
                  <a:lnTo>
                    <a:pt x="163525" y="877138"/>
                  </a:lnTo>
                  <a:lnTo>
                    <a:pt x="163525" y="834821"/>
                  </a:lnTo>
                  <a:close/>
                </a:path>
                <a:path w="163829" h="1044575">
                  <a:moveTo>
                    <a:pt x="163525" y="751344"/>
                  </a:moveTo>
                  <a:lnTo>
                    <a:pt x="0" y="751344"/>
                  </a:lnTo>
                  <a:lnTo>
                    <a:pt x="0" y="793661"/>
                  </a:lnTo>
                  <a:lnTo>
                    <a:pt x="163525" y="793661"/>
                  </a:lnTo>
                  <a:lnTo>
                    <a:pt x="163525" y="751344"/>
                  </a:lnTo>
                  <a:close/>
                </a:path>
                <a:path w="163829" h="1044575">
                  <a:moveTo>
                    <a:pt x="163525" y="667854"/>
                  </a:moveTo>
                  <a:lnTo>
                    <a:pt x="0" y="667854"/>
                  </a:lnTo>
                  <a:lnTo>
                    <a:pt x="0" y="710184"/>
                  </a:lnTo>
                  <a:lnTo>
                    <a:pt x="163525" y="710184"/>
                  </a:lnTo>
                  <a:lnTo>
                    <a:pt x="163525" y="667854"/>
                  </a:lnTo>
                  <a:close/>
                </a:path>
                <a:path w="163829" h="1044575">
                  <a:moveTo>
                    <a:pt x="163525" y="584377"/>
                  </a:moveTo>
                  <a:lnTo>
                    <a:pt x="0" y="584377"/>
                  </a:lnTo>
                  <a:lnTo>
                    <a:pt x="0" y="626694"/>
                  </a:lnTo>
                  <a:lnTo>
                    <a:pt x="163525" y="626694"/>
                  </a:lnTo>
                  <a:lnTo>
                    <a:pt x="163525" y="584377"/>
                  </a:lnTo>
                  <a:close/>
                </a:path>
                <a:path w="163829" h="1044575">
                  <a:moveTo>
                    <a:pt x="163525" y="500900"/>
                  </a:moveTo>
                  <a:lnTo>
                    <a:pt x="0" y="500900"/>
                  </a:lnTo>
                  <a:lnTo>
                    <a:pt x="0" y="543217"/>
                  </a:lnTo>
                  <a:lnTo>
                    <a:pt x="163525" y="543217"/>
                  </a:lnTo>
                  <a:lnTo>
                    <a:pt x="163525" y="500900"/>
                  </a:lnTo>
                  <a:close/>
                </a:path>
                <a:path w="163829" h="1044575">
                  <a:moveTo>
                    <a:pt x="163525" y="417410"/>
                  </a:moveTo>
                  <a:lnTo>
                    <a:pt x="0" y="417410"/>
                  </a:lnTo>
                  <a:lnTo>
                    <a:pt x="0" y="459740"/>
                  </a:lnTo>
                  <a:lnTo>
                    <a:pt x="163525" y="459740"/>
                  </a:lnTo>
                  <a:lnTo>
                    <a:pt x="163525" y="417410"/>
                  </a:lnTo>
                  <a:close/>
                </a:path>
                <a:path w="163829" h="1044575">
                  <a:moveTo>
                    <a:pt x="163525" y="333933"/>
                  </a:moveTo>
                  <a:lnTo>
                    <a:pt x="0" y="333933"/>
                  </a:lnTo>
                  <a:lnTo>
                    <a:pt x="0" y="376250"/>
                  </a:lnTo>
                  <a:lnTo>
                    <a:pt x="163525" y="376250"/>
                  </a:lnTo>
                  <a:lnTo>
                    <a:pt x="163525" y="333933"/>
                  </a:lnTo>
                  <a:close/>
                </a:path>
                <a:path w="163829" h="1044575">
                  <a:moveTo>
                    <a:pt x="163525" y="250444"/>
                  </a:moveTo>
                  <a:lnTo>
                    <a:pt x="0" y="250444"/>
                  </a:lnTo>
                  <a:lnTo>
                    <a:pt x="0" y="292773"/>
                  </a:lnTo>
                  <a:lnTo>
                    <a:pt x="163525" y="292773"/>
                  </a:lnTo>
                  <a:lnTo>
                    <a:pt x="163525" y="250444"/>
                  </a:lnTo>
                  <a:close/>
                </a:path>
                <a:path w="163829" h="1044575">
                  <a:moveTo>
                    <a:pt x="163525" y="166966"/>
                  </a:moveTo>
                  <a:lnTo>
                    <a:pt x="0" y="166966"/>
                  </a:lnTo>
                  <a:lnTo>
                    <a:pt x="0" y="209296"/>
                  </a:lnTo>
                  <a:lnTo>
                    <a:pt x="163525" y="209296"/>
                  </a:lnTo>
                  <a:lnTo>
                    <a:pt x="163525" y="166966"/>
                  </a:lnTo>
                  <a:close/>
                </a:path>
                <a:path w="163829" h="1044575">
                  <a:moveTo>
                    <a:pt x="163525" y="83489"/>
                  </a:moveTo>
                  <a:lnTo>
                    <a:pt x="0" y="83489"/>
                  </a:lnTo>
                  <a:lnTo>
                    <a:pt x="0" y="125806"/>
                  </a:lnTo>
                  <a:lnTo>
                    <a:pt x="163525" y="125806"/>
                  </a:lnTo>
                  <a:lnTo>
                    <a:pt x="163525" y="83489"/>
                  </a:lnTo>
                  <a:close/>
                </a:path>
                <a:path w="163829" h="1044575">
                  <a:moveTo>
                    <a:pt x="163525" y="0"/>
                  </a:moveTo>
                  <a:lnTo>
                    <a:pt x="0" y="0"/>
                  </a:lnTo>
                  <a:lnTo>
                    <a:pt x="0" y="42329"/>
                  </a:lnTo>
                  <a:lnTo>
                    <a:pt x="163525" y="42329"/>
                  </a:lnTo>
                  <a:lnTo>
                    <a:pt x="163525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1" name="object 261" descr=""/>
          <p:cNvGrpSpPr/>
          <p:nvPr/>
        </p:nvGrpSpPr>
        <p:grpSpPr>
          <a:xfrm>
            <a:off x="7816149" y="7474327"/>
            <a:ext cx="1280160" cy="2336165"/>
            <a:chOff x="7816149" y="7474327"/>
            <a:chExt cx="1280160" cy="2336165"/>
          </a:xfrm>
        </p:grpSpPr>
        <p:sp>
          <p:nvSpPr>
            <p:cNvPr id="262" name="object 262" descr=""/>
            <p:cNvSpPr/>
            <p:nvPr/>
          </p:nvSpPr>
          <p:spPr>
            <a:xfrm>
              <a:off x="7982280" y="7474327"/>
              <a:ext cx="538480" cy="55244"/>
            </a:xfrm>
            <a:custGeom>
              <a:avLst/>
              <a:gdLst/>
              <a:ahLst/>
              <a:cxnLst/>
              <a:rect l="l" t="t" r="r" b="b"/>
              <a:pathLst>
                <a:path w="538479" h="55245">
                  <a:moveTo>
                    <a:pt x="538203" y="0"/>
                  </a:moveTo>
                  <a:lnTo>
                    <a:pt x="0" y="0"/>
                  </a:lnTo>
                  <a:lnTo>
                    <a:pt x="0" y="54982"/>
                  </a:lnTo>
                  <a:lnTo>
                    <a:pt x="538203" y="54982"/>
                  </a:lnTo>
                  <a:lnTo>
                    <a:pt x="538203" y="0"/>
                  </a:lnTo>
                  <a:close/>
                </a:path>
              </a:pathLst>
            </a:custGeom>
            <a:solidFill>
              <a:srgbClr val="CDEB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 descr=""/>
            <p:cNvSpPr/>
            <p:nvPr/>
          </p:nvSpPr>
          <p:spPr>
            <a:xfrm>
              <a:off x="7816149" y="7529310"/>
              <a:ext cx="1280160" cy="2281555"/>
            </a:xfrm>
            <a:custGeom>
              <a:avLst/>
              <a:gdLst/>
              <a:ahLst/>
              <a:cxnLst/>
              <a:rect l="l" t="t" r="r" b="b"/>
              <a:pathLst>
                <a:path w="1280159" h="2281554">
                  <a:moveTo>
                    <a:pt x="1279615" y="0"/>
                  </a:moveTo>
                  <a:lnTo>
                    <a:pt x="0" y="0"/>
                  </a:lnTo>
                  <a:lnTo>
                    <a:pt x="0" y="2281030"/>
                  </a:lnTo>
                  <a:lnTo>
                    <a:pt x="1279615" y="2281030"/>
                  </a:lnTo>
                  <a:lnTo>
                    <a:pt x="1279615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 descr=""/>
            <p:cNvSpPr/>
            <p:nvPr/>
          </p:nvSpPr>
          <p:spPr>
            <a:xfrm>
              <a:off x="7816149" y="7529310"/>
              <a:ext cx="1280160" cy="228600"/>
            </a:xfrm>
            <a:custGeom>
              <a:avLst/>
              <a:gdLst/>
              <a:ahLst/>
              <a:cxnLst/>
              <a:rect l="l" t="t" r="r" b="b"/>
              <a:pathLst>
                <a:path w="1280159" h="228600">
                  <a:moveTo>
                    <a:pt x="1279615" y="0"/>
                  </a:moveTo>
                  <a:lnTo>
                    <a:pt x="0" y="0"/>
                  </a:lnTo>
                  <a:lnTo>
                    <a:pt x="0" y="228589"/>
                  </a:lnTo>
                  <a:lnTo>
                    <a:pt x="1279615" y="228589"/>
                  </a:lnTo>
                  <a:lnTo>
                    <a:pt x="1279615" y="0"/>
                  </a:lnTo>
                  <a:close/>
                </a:path>
              </a:pathLst>
            </a:custGeom>
            <a:solidFill>
              <a:srgbClr val="D4E6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 descr=""/>
            <p:cNvSpPr/>
            <p:nvPr/>
          </p:nvSpPr>
          <p:spPr>
            <a:xfrm>
              <a:off x="7872323" y="7606493"/>
              <a:ext cx="1175385" cy="2204085"/>
            </a:xfrm>
            <a:custGeom>
              <a:avLst/>
              <a:gdLst/>
              <a:ahLst/>
              <a:cxnLst/>
              <a:rect l="l" t="t" r="r" b="b"/>
              <a:pathLst>
                <a:path w="1175384" h="2204084">
                  <a:moveTo>
                    <a:pt x="1174775" y="785533"/>
                  </a:moveTo>
                  <a:lnTo>
                    <a:pt x="1093749" y="785533"/>
                  </a:lnTo>
                  <a:lnTo>
                    <a:pt x="989584" y="785520"/>
                  </a:lnTo>
                  <a:lnTo>
                    <a:pt x="0" y="785533"/>
                  </a:lnTo>
                  <a:lnTo>
                    <a:pt x="0" y="820445"/>
                  </a:lnTo>
                  <a:lnTo>
                    <a:pt x="989584" y="820445"/>
                  </a:lnTo>
                  <a:lnTo>
                    <a:pt x="989584" y="872807"/>
                  </a:lnTo>
                  <a:lnTo>
                    <a:pt x="0" y="872807"/>
                  </a:lnTo>
                  <a:lnTo>
                    <a:pt x="0" y="907719"/>
                  </a:lnTo>
                  <a:lnTo>
                    <a:pt x="989584" y="907719"/>
                  </a:lnTo>
                  <a:lnTo>
                    <a:pt x="989584" y="960094"/>
                  </a:lnTo>
                  <a:lnTo>
                    <a:pt x="0" y="960094"/>
                  </a:lnTo>
                  <a:lnTo>
                    <a:pt x="0" y="994994"/>
                  </a:lnTo>
                  <a:lnTo>
                    <a:pt x="989584" y="994994"/>
                  </a:lnTo>
                  <a:lnTo>
                    <a:pt x="989584" y="1047369"/>
                  </a:lnTo>
                  <a:lnTo>
                    <a:pt x="0" y="1047369"/>
                  </a:lnTo>
                  <a:lnTo>
                    <a:pt x="0" y="1082268"/>
                  </a:lnTo>
                  <a:lnTo>
                    <a:pt x="989584" y="1082268"/>
                  </a:lnTo>
                  <a:lnTo>
                    <a:pt x="989584" y="1134656"/>
                  </a:lnTo>
                  <a:lnTo>
                    <a:pt x="0" y="1134656"/>
                  </a:lnTo>
                  <a:lnTo>
                    <a:pt x="0" y="1169555"/>
                  </a:lnTo>
                  <a:lnTo>
                    <a:pt x="989584" y="1169555"/>
                  </a:lnTo>
                  <a:lnTo>
                    <a:pt x="989584" y="1221930"/>
                  </a:lnTo>
                  <a:lnTo>
                    <a:pt x="0" y="1221930"/>
                  </a:lnTo>
                  <a:lnTo>
                    <a:pt x="0" y="1256830"/>
                  </a:lnTo>
                  <a:lnTo>
                    <a:pt x="989584" y="1256830"/>
                  </a:lnTo>
                  <a:lnTo>
                    <a:pt x="989584" y="1309204"/>
                  </a:lnTo>
                  <a:lnTo>
                    <a:pt x="0" y="1309204"/>
                  </a:lnTo>
                  <a:lnTo>
                    <a:pt x="0" y="1344117"/>
                  </a:lnTo>
                  <a:lnTo>
                    <a:pt x="989584" y="1344117"/>
                  </a:lnTo>
                  <a:lnTo>
                    <a:pt x="989584" y="1396492"/>
                  </a:lnTo>
                  <a:lnTo>
                    <a:pt x="0" y="1396492"/>
                  </a:lnTo>
                  <a:lnTo>
                    <a:pt x="0" y="1431404"/>
                  </a:lnTo>
                  <a:lnTo>
                    <a:pt x="989584" y="1431404"/>
                  </a:lnTo>
                  <a:lnTo>
                    <a:pt x="989584" y="1483766"/>
                  </a:lnTo>
                  <a:lnTo>
                    <a:pt x="0" y="1483766"/>
                  </a:lnTo>
                  <a:lnTo>
                    <a:pt x="0" y="1518678"/>
                  </a:lnTo>
                  <a:lnTo>
                    <a:pt x="989584" y="1518678"/>
                  </a:lnTo>
                  <a:lnTo>
                    <a:pt x="989584" y="1571053"/>
                  </a:lnTo>
                  <a:lnTo>
                    <a:pt x="0" y="1571053"/>
                  </a:lnTo>
                  <a:lnTo>
                    <a:pt x="0" y="1605965"/>
                  </a:lnTo>
                  <a:lnTo>
                    <a:pt x="989584" y="1605965"/>
                  </a:lnTo>
                  <a:lnTo>
                    <a:pt x="989584" y="1658327"/>
                  </a:lnTo>
                  <a:lnTo>
                    <a:pt x="0" y="1658327"/>
                  </a:lnTo>
                  <a:lnTo>
                    <a:pt x="0" y="1693240"/>
                  </a:lnTo>
                  <a:lnTo>
                    <a:pt x="989584" y="1693240"/>
                  </a:lnTo>
                  <a:lnTo>
                    <a:pt x="989584" y="1745615"/>
                  </a:lnTo>
                  <a:lnTo>
                    <a:pt x="0" y="1745615"/>
                  </a:lnTo>
                  <a:lnTo>
                    <a:pt x="0" y="1780527"/>
                  </a:lnTo>
                  <a:lnTo>
                    <a:pt x="989584" y="1780527"/>
                  </a:lnTo>
                  <a:lnTo>
                    <a:pt x="989584" y="1832889"/>
                  </a:lnTo>
                  <a:lnTo>
                    <a:pt x="0" y="1832889"/>
                  </a:lnTo>
                  <a:lnTo>
                    <a:pt x="0" y="1867801"/>
                  </a:lnTo>
                  <a:lnTo>
                    <a:pt x="989584" y="1867801"/>
                  </a:lnTo>
                  <a:lnTo>
                    <a:pt x="989584" y="1920176"/>
                  </a:lnTo>
                  <a:lnTo>
                    <a:pt x="0" y="1920176"/>
                  </a:lnTo>
                  <a:lnTo>
                    <a:pt x="0" y="1955088"/>
                  </a:lnTo>
                  <a:lnTo>
                    <a:pt x="989584" y="1955088"/>
                  </a:lnTo>
                  <a:lnTo>
                    <a:pt x="989584" y="2007450"/>
                  </a:lnTo>
                  <a:lnTo>
                    <a:pt x="0" y="2007450"/>
                  </a:lnTo>
                  <a:lnTo>
                    <a:pt x="0" y="2042363"/>
                  </a:lnTo>
                  <a:lnTo>
                    <a:pt x="989584" y="2042363"/>
                  </a:lnTo>
                  <a:lnTo>
                    <a:pt x="989584" y="2094738"/>
                  </a:lnTo>
                  <a:lnTo>
                    <a:pt x="0" y="2094738"/>
                  </a:lnTo>
                  <a:lnTo>
                    <a:pt x="0" y="2129650"/>
                  </a:lnTo>
                  <a:lnTo>
                    <a:pt x="989584" y="2129650"/>
                  </a:lnTo>
                  <a:lnTo>
                    <a:pt x="989584" y="2203856"/>
                  </a:lnTo>
                  <a:lnTo>
                    <a:pt x="1093749" y="2203856"/>
                  </a:lnTo>
                  <a:lnTo>
                    <a:pt x="1093749" y="2129650"/>
                  </a:lnTo>
                  <a:lnTo>
                    <a:pt x="1174775" y="2129650"/>
                  </a:lnTo>
                  <a:lnTo>
                    <a:pt x="1174775" y="2094738"/>
                  </a:lnTo>
                  <a:lnTo>
                    <a:pt x="1093749" y="2094738"/>
                  </a:lnTo>
                  <a:lnTo>
                    <a:pt x="1093749" y="2042363"/>
                  </a:lnTo>
                  <a:lnTo>
                    <a:pt x="1174775" y="2042363"/>
                  </a:lnTo>
                  <a:lnTo>
                    <a:pt x="1174775" y="2007450"/>
                  </a:lnTo>
                  <a:lnTo>
                    <a:pt x="1093749" y="2007450"/>
                  </a:lnTo>
                  <a:lnTo>
                    <a:pt x="1093749" y="1955088"/>
                  </a:lnTo>
                  <a:lnTo>
                    <a:pt x="1174775" y="1955088"/>
                  </a:lnTo>
                  <a:lnTo>
                    <a:pt x="1174775" y="1920176"/>
                  </a:lnTo>
                  <a:lnTo>
                    <a:pt x="1093749" y="1920176"/>
                  </a:lnTo>
                  <a:lnTo>
                    <a:pt x="1093749" y="1867801"/>
                  </a:lnTo>
                  <a:lnTo>
                    <a:pt x="1174775" y="1867801"/>
                  </a:lnTo>
                  <a:lnTo>
                    <a:pt x="1174775" y="1832889"/>
                  </a:lnTo>
                  <a:lnTo>
                    <a:pt x="1093749" y="1832889"/>
                  </a:lnTo>
                  <a:lnTo>
                    <a:pt x="1093749" y="1780527"/>
                  </a:lnTo>
                  <a:lnTo>
                    <a:pt x="1174775" y="1780527"/>
                  </a:lnTo>
                  <a:lnTo>
                    <a:pt x="1174775" y="1745615"/>
                  </a:lnTo>
                  <a:lnTo>
                    <a:pt x="1093749" y="1745615"/>
                  </a:lnTo>
                  <a:lnTo>
                    <a:pt x="1093749" y="1693240"/>
                  </a:lnTo>
                  <a:lnTo>
                    <a:pt x="1174775" y="1693240"/>
                  </a:lnTo>
                  <a:lnTo>
                    <a:pt x="1174775" y="1658327"/>
                  </a:lnTo>
                  <a:lnTo>
                    <a:pt x="1093749" y="1658327"/>
                  </a:lnTo>
                  <a:lnTo>
                    <a:pt x="1093749" y="1605965"/>
                  </a:lnTo>
                  <a:lnTo>
                    <a:pt x="1174775" y="1605965"/>
                  </a:lnTo>
                  <a:lnTo>
                    <a:pt x="1174775" y="1571053"/>
                  </a:lnTo>
                  <a:lnTo>
                    <a:pt x="1093749" y="1571053"/>
                  </a:lnTo>
                  <a:lnTo>
                    <a:pt x="1093749" y="1518678"/>
                  </a:lnTo>
                  <a:lnTo>
                    <a:pt x="1174775" y="1518678"/>
                  </a:lnTo>
                  <a:lnTo>
                    <a:pt x="1174775" y="1483766"/>
                  </a:lnTo>
                  <a:lnTo>
                    <a:pt x="1093749" y="1483766"/>
                  </a:lnTo>
                  <a:lnTo>
                    <a:pt x="1093749" y="1431404"/>
                  </a:lnTo>
                  <a:lnTo>
                    <a:pt x="1174775" y="1431404"/>
                  </a:lnTo>
                  <a:lnTo>
                    <a:pt x="1174775" y="1396492"/>
                  </a:lnTo>
                  <a:lnTo>
                    <a:pt x="1093749" y="1396492"/>
                  </a:lnTo>
                  <a:lnTo>
                    <a:pt x="1093749" y="1344117"/>
                  </a:lnTo>
                  <a:lnTo>
                    <a:pt x="1174775" y="1344117"/>
                  </a:lnTo>
                  <a:lnTo>
                    <a:pt x="1174775" y="1309204"/>
                  </a:lnTo>
                  <a:lnTo>
                    <a:pt x="1093749" y="1309204"/>
                  </a:lnTo>
                  <a:lnTo>
                    <a:pt x="1093749" y="1256830"/>
                  </a:lnTo>
                  <a:lnTo>
                    <a:pt x="1174775" y="1256830"/>
                  </a:lnTo>
                  <a:lnTo>
                    <a:pt x="1174775" y="1221930"/>
                  </a:lnTo>
                  <a:lnTo>
                    <a:pt x="1093749" y="1221930"/>
                  </a:lnTo>
                  <a:lnTo>
                    <a:pt x="1093749" y="1169555"/>
                  </a:lnTo>
                  <a:lnTo>
                    <a:pt x="1174775" y="1169555"/>
                  </a:lnTo>
                  <a:lnTo>
                    <a:pt x="1174775" y="1134656"/>
                  </a:lnTo>
                  <a:lnTo>
                    <a:pt x="1093749" y="1134656"/>
                  </a:lnTo>
                  <a:lnTo>
                    <a:pt x="1093749" y="1082268"/>
                  </a:lnTo>
                  <a:lnTo>
                    <a:pt x="1174775" y="1082268"/>
                  </a:lnTo>
                  <a:lnTo>
                    <a:pt x="1174775" y="1047369"/>
                  </a:lnTo>
                  <a:lnTo>
                    <a:pt x="1093749" y="1047369"/>
                  </a:lnTo>
                  <a:lnTo>
                    <a:pt x="1093749" y="994994"/>
                  </a:lnTo>
                  <a:lnTo>
                    <a:pt x="1174775" y="994994"/>
                  </a:lnTo>
                  <a:lnTo>
                    <a:pt x="1174775" y="960094"/>
                  </a:lnTo>
                  <a:lnTo>
                    <a:pt x="1093749" y="960094"/>
                  </a:lnTo>
                  <a:lnTo>
                    <a:pt x="1093749" y="907719"/>
                  </a:lnTo>
                  <a:lnTo>
                    <a:pt x="1174775" y="907719"/>
                  </a:lnTo>
                  <a:lnTo>
                    <a:pt x="1174775" y="872807"/>
                  </a:lnTo>
                  <a:lnTo>
                    <a:pt x="1093749" y="872807"/>
                  </a:lnTo>
                  <a:lnTo>
                    <a:pt x="1093749" y="820445"/>
                  </a:lnTo>
                  <a:lnTo>
                    <a:pt x="1174775" y="820445"/>
                  </a:lnTo>
                  <a:lnTo>
                    <a:pt x="1174775" y="785533"/>
                  </a:lnTo>
                  <a:close/>
                </a:path>
                <a:path w="1175384" h="2204084">
                  <a:moveTo>
                    <a:pt x="1174775" y="698246"/>
                  </a:moveTo>
                  <a:lnTo>
                    <a:pt x="0" y="698246"/>
                  </a:lnTo>
                  <a:lnTo>
                    <a:pt x="0" y="733158"/>
                  </a:lnTo>
                  <a:lnTo>
                    <a:pt x="1174775" y="733158"/>
                  </a:lnTo>
                  <a:lnTo>
                    <a:pt x="1174775" y="698246"/>
                  </a:lnTo>
                  <a:close/>
                </a:path>
                <a:path w="1175384" h="2204084">
                  <a:moveTo>
                    <a:pt x="1174775" y="610971"/>
                  </a:moveTo>
                  <a:lnTo>
                    <a:pt x="0" y="610971"/>
                  </a:lnTo>
                  <a:lnTo>
                    <a:pt x="0" y="645883"/>
                  </a:lnTo>
                  <a:lnTo>
                    <a:pt x="1174775" y="645883"/>
                  </a:lnTo>
                  <a:lnTo>
                    <a:pt x="1174775" y="610971"/>
                  </a:lnTo>
                  <a:close/>
                </a:path>
                <a:path w="1175384" h="2204084">
                  <a:moveTo>
                    <a:pt x="1174775" y="523684"/>
                  </a:moveTo>
                  <a:lnTo>
                    <a:pt x="0" y="523684"/>
                  </a:lnTo>
                  <a:lnTo>
                    <a:pt x="0" y="558596"/>
                  </a:lnTo>
                  <a:lnTo>
                    <a:pt x="1174775" y="558596"/>
                  </a:lnTo>
                  <a:lnTo>
                    <a:pt x="1174775" y="523684"/>
                  </a:lnTo>
                  <a:close/>
                </a:path>
                <a:path w="1175384" h="2204084">
                  <a:moveTo>
                    <a:pt x="1174775" y="436410"/>
                  </a:moveTo>
                  <a:lnTo>
                    <a:pt x="0" y="436410"/>
                  </a:lnTo>
                  <a:lnTo>
                    <a:pt x="0" y="471322"/>
                  </a:lnTo>
                  <a:lnTo>
                    <a:pt x="1174775" y="471322"/>
                  </a:lnTo>
                  <a:lnTo>
                    <a:pt x="1174775" y="436410"/>
                  </a:lnTo>
                  <a:close/>
                </a:path>
                <a:path w="1175384" h="2204084">
                  <a:moveTo>
                    <a:pt x="1174775" y="349123"/>
                  </a:moveTo>
                  <a:lnTo>
                    <a:pt x="0" y="349123"/>
                  </a:lnTo>
                  <a:lnTo>
                    <a:pt x="0" y="384035"/>
                  </a:lnTo>
                  <a:lnTo>
                    <a:pt x="1174775" y="384035"/>
                  </a:lnTo>
                  <a:lnTo>
                    <a:pt x="1174775" y="349123"/>
                  </a:lnTo>
                  <a:close/>
                </a:path>
                <a:path w="1175384" h="2204084">
                  <a:moveTo>
                    <a:pt x="1174775" y="261835"/>
                  </a:moveTo>
                  <a:lnTo>
                    <a:pt x="0" y="261835"/>
                  </a:lnTo>
                  <a:lnTo>
                    <a:pt x="0" y="296748"/>
                  </a:lnTo>
                  <a:lnTo>
                    <a:pt x="1174775" y="296748"/>
                  </a:lnTo>
                  <a:lnTo>
                    <a:pt x="1174775" y="261835"/>
                  </a:lnTo>
                  <a:close/>
                </a:path>
                <a:path w="1175384" h="2204084">
                  <a:moveTo>
                    <a:pt x="1174775" y="174561"/>
                  </a:moveTo>
                  <a:lnTo>
                    <a:pt x="0" y="174561"/>
                  </a:lnTo>
                  <a:lnTo>
                    <a:pt x="0" y="209473"/>
                  </a:lnTo>
                  <a:lnTo>
                    <a:pt x="1174775" y="209473"/>
                  </a:lnTo>
                  <a:lnTo>
                    <a:pt x="1174775" y="174561"/>
                  </a:lnTo>
                  <a:close/>
                </a:path>
                <a:path w="1175384" h="2204084">
                  <a:moveTo>
                    <a:pt x="1174775" y="87274"/>
                  </a:moveTo>
                  <a:lnTo>
                    <a:pt x="0" y="87274"/>
                  </a:lnTo>
                  <a:lnTo>
                    <a:pt x="0" y="122186"/>
                  </a:lnTo>
                  <a:lnTo>
                    <a:pt x="1174775" y="122186"/>
                  </a:lnTo>
                  <a:lnTo>
                    <a:pt x="1174775" y="87274"/>
                  </a:lnTo>
                  <a:close/>
                </a:path>
                <a:path w="1175384" h="2204084">
                  <a:moveTo>
                    <a:pt x="1174775" y="0"/>
                  </a:moveTo>
                  <a:lnTo>
                    <a:pt x="0" y="0"/>
                  </a:lnTo>
                  <a:lnTo>
                    <a:pt x="0" y="34912"/>
                  </a:lnTo>
                  <a:lnTo>
                    <a:pt x="1174775" y="34912"/>
                  </a:lnTo>
                  <a:lnTo>
                    <a:pt x="1174775" y="0"/>
                  </a:lnTo>
                  <a:close/>
                </a:path>
              </a:pathLst>
            </a:custGeom>
            <a:solidFill>
              <a:srgbClr val="CDCDCD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 descr=""/>
            <p:cNvSpPr/>
            <p:nvPr/>
          </p:nvSpPr>
          <p:spPr>
            <a:xfrm>
              <a:off x="7982280" y="9052457"/>
              <a:ext cx="335915" cy="758190"/>
            </a:xfrm>
            <a:custGeom>
              <a:avLst/>
              <a:gdLst/>
              <a:ahLst/>
              <a:cxnLst/>
              <a:rect l="l" t="t" r="r" b="b"/>
              <a:pathLst>
                <a:path w="335915" h="758190">
                  <a:moveTo>
                    <a:pt x="335654" y="0"/>
                  </a:moveTo>
                  <a:lnTo>
                    <a:pt x="0" y="0"/>
                  </a:lnTo>
                  <a:lnTo>
                    <a:pt x="0" y="757882"/>
                  </a:lnTo>
                  <a:lnTo>
                    <a:pt x="335654" y="757882"/>
                  </a:lnTo>
                  <a:lnTo>
                    <a:pt x="335654" y="0"/>
                  </a:lnTo>
                  <a:close/>
                </a:path>
              </a:pathLst>
            </a:custGeom>
            <a:solidFill>
              <a:srgbClr val="CDEB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 descr=""/>
            <p:cNvSpPr/>
            <p:nvPr/>
          </p:nvSpPr>
          <p:spPr>
            <a:xfrm>
              <a:off x="8028571" y="7529315"/>
              <a:ext cx="1067435" cy="2281555"/>
            </a:xfrm>
            <a:custGeom>
              <a:avLst/>
              <a:gdLst/>
              <a:ahLst/>
              <a:cxnLst/>
              <a:rect l="l" t="t" r="r" b="b"/>
              <a:pathLst>
                <a:path w="1067434" h="2281554">
                  <a:moveTo>
                    <a:pt x="30378" y="2049716"/>
                  </a:moveTo>
                  <a:lnTo>
                    <a:pt x="0" y="2049716"/>
                  </a:lnTo>
                  <a:lnTo>
                    <a:pt x="0" y="2172678"/>
                  </a:lnTo>
                  <a:lnTo>
                    <a:pt x="30378" y="2172678"/>
                  </a:lnTo>
                  <a:lnTo>
                    <a:pt x="30378" y="2049716"/>
                  </a:lnTo>
                  <a:close/>
                </a:path>
                <a:path w="1067434" h="2281554">
                  <a:moveTo>
                    <a:pt x="30378" y="1892604"/>
                  </a:moveTo>
                  <a:lnTo>
                    <a:pt x="0" y="1892604"/>
                  </a:lnTo>
                  <a:lnTo>
                    <a:pt x="0" y="2015566"/>
                  </a:lnTo>
                  <a:lnTo>
                    <a:pt x="30378" y="2015566"/>
                  </a:lnTo>
                  <a:lnTo>
                    <a:pt x="30378" y="1892604"/>
                  </a:lnTo>
                  <a:close/>
                </a:path>
                <a:path w="1067434" h="2281554">
                  <a:moveTo>
                    <a:pt x="30378" y="1735493"/>
                  </a:moveTo>
                  <a:lnTo>
                    <a:pt x="0" y="1735493"/>
                  </a:lnTo>
                  <a:lnTo>
                    <a:pt x="0" y="1858454"/>
                  </a:lnTo>
                  <a:lnTo>
                    <a:pt x="30378" y="1858454"/>
                  </a:lnTo>
                  <a:lnTo>
                    <a:pt x="30378" y="1735493"/>
                  </a:lnTo>
                  <a:close/>
                </a:path>
                <a:path w="1067434" h="2281554">
                  <a:moveTo>
                    <a:pt x="30378" y="1578406"/>
                  </a:moveTo>
                  <a:lnTo>
                    <a:pt x="0" y="1578406"/>
                  </a:lnTo>
                  <a:lnTo>
                    <a:pt x="0" y="1701368"/>
                  </a:lnTo>
                  <a:lnTo>
                    <a:pt x="30378" y="1701368"/>
                  </a:lnTo>
                  <a:lnTo>
                    <a:pt x="30378" y="1578406"/>
                  </a:lnTo>
                  <a:close/>
                </a:path>
                <a:path w="1067434" h="2281554">
                  <a:moveTo>
                    <a:pt x="101282" y="2049716"/>
                  </a:moveTo>
                  <a:lnTo>
                    <a:pt x="70891" y="2049716"/>
                  </a:lnTo>
                  <a:lnTo>
                    <a:pt x="70891" y="2172678"/>
                  </a:lnTo>
                  <a:lnTo>
                    <a:pt x="101282" y="2172678"/>
                  </a:lnTo>
                  <a:lnTo>
                    <a:pt x="101282" y="2049716"/>
                  </a:lnTo>
                  <a:close/>
                </a:path>
                <a:path w="1067434" h="2281554">
                  <a:moveTo>
                    <a:pt x="101282" y="1892604"/>
                  </a:moveTo>
                  <a:lnTo>
                    <a:pt x="70891" y="1892604"/>
                  </a:lnTo>
                  <a:lnTo>
                    <a:pt x="70891" y="2015566"/>
                  </a:lnTo>
                  <a:lnTo>
                    <a:pt x="101282" y="2015566"/>
                  </a:lnTo>
                  <a:lnTo>
                    <a:pt x="101282" y="1892604"/>
                  </a:lnTo>
                  <a:close/>
                </a:path>
                <a:path w="1067434" h="2281554">
                  <a:moveTo>
                    <a:pt x="101282" y="1735493"/>
                  </a:moveTo>
                  <a:lnTo>
                    <a:pt x="70891" y="1735493"/>
                  </a:lnTo>
                  <a:lnTo>
                    <a:pt x="70891" y="1858454"/>
                  </a:lnTo>
                  <a:lnTo>
                    <a:pt x="101282" y="1858454"/>
                  </a:lnTo>
                  <a:lnTo>
                    <a:pt x="101282" y="1735493"/>
                  </a:lnTo>
                  <a:close/>
                </a:path>
                <a:path w="1067434" h="2281554">
                  <a:moveTo>
                    <a:pt x="101282" y="1578406"/>
                  </a:moveTo>
                  <a:lnTo>
                    <a:pt x="70891" y="1578406"/>
                  </a:lnTo>
                  <a:lnTo>
                    <a:pt x="70891" y="1701368"/>
                  </a:lnTo>
                  <a:lnTo>
                    <a:pt x="101282" y="1701368"/>
                  </a:lnTo>
                  <a:lnTo>
                    <a:pt x="101282" y="1578406"/>
                  </a:lnTo>
                  <a:close/>
                </a:path>
                <a:path w="1067434" h="2281554">
                  <a:moveTo>
                    <a:pt x="172161" y="2049716"/>
                  </a:moveTo>
                  <a:lnTo>
                    <a:pt x="141782" y="2049716"/>
                  </a:lnTo>
                  <a:lnTo>
                    <a:pt x="141782" y="2172678"/>
                  </a:lnTo>
                  <a:lnTo>
                    <a:pt x="172161" y="2172678"/>
                  </a:lnTo>
                  <a:lnTo>
                    <a:pt x="172161" y="2049716"/>
                  </a:lnTo>
                  <a:close/>
                </a:path>
                <a:path w="1067434" h="2281554">
                  <a:moveTo>
                    <a:pt x="172161" y="1892604"/>
                  </a:moveTo>
                  <a:lnTo>
                    <a:pt x="141782" y="1892604"/>
                  </a:lnTo>
                  <a:lnTo>
                    <a:pt x="141782" y="2015566"/>
                  </a:lnTo>
                  <a:lnTo>
                    <a:pt x="172161" y="2015566"/>
                  </a:lnTo>
                  <a:lnTo>
                    <a:pt x="172161" y="1892604"/>
                  </a:lnTo>
                  <a:close/>
                </a:path>
                <a:path w="1067434" h="2281554">
                  <a:moveTo>
                    <a:pt x="172161" y="1735493"/>
                  </a:moveTo>
                  <a:lnTo>
                    <a:pt x="141782" y="1735493"/>
                  </a:lnTo>
                  <a:lnTo>
                    <a:pt x="141782" y="1858454"/>
                  </a:lnTo>
                  <a:lnTo>
                    <a:pt x="172161" y="1858454"/>
                  </a:lnTo>
                  <a:lnTo>
                    <a:pt x="172161" y="1735493"/>
                  </a:lnTo>
                  <a:close/>
                </a:path>
                <a:path w="1067434" h="2281554">
                  <a:moveTo>
                    <a:pt x="172161" y="1578406"/>
                  </a:moveTo>
                  <a:lnTo>
                    <a:pt x="141782" y="1578406"/>
                  </a:lnTo>
                  <a:lnTo>
                    <a:pt x="141782" y="1701368"/>
                  </a:lnTo>
                  <a:lnTo>
                    <a:pt x="172161" y="1701368"/>
                  </a:lnTo>
                  <a:lnTo>
                    <a:pt x="172161" y="1578406"/>
                  </a:lnTo>
                  <a:close/>
                </a:path>
                <a:path w="1067434" h="2281554">
                  <a:moveTo>
                    <a:pt x="243065" y="2049716"/>
                  </a:moveTo>
                  <a:lnTo>
                    <a:pt x="212674" y="2049716"/>
                  </a:lnTo>
                  <a:lnTo>
                    <a:pt x="212674" y="2172678"/>
                  </a:lnTo>
                  <a:lnTo>
                    <a:pt x="243065" y="2172678"/>
                  </a:lnTo>
                  <a:lnTo>
                    <a:pt x="243065" y="2049716"/>
                  </a:lnTo>
                  <a:close/>
                </a:path>
                <a:path w="1067434" h="2281554">
                  <a:moveTo>
                    <a:pt x="243065" y="1892604"/>
                  </a:moveTo>
                  <a:lnTo>
                    <a:pt x="212674" y="1892604"/>
                  </a:lnTo>
                  <a:lnTo>
                    <a:pt x="212674" y="2015566"/>
                  </a:lnTo>
                  <a:lnTo>
                    <a:pt x="243065" y="2015566"/>
                  </a:lnTo>
                  <a:lnTo>
                    <a:pt x="243065" y="1892604"/>
                  </a:lnTo>
                  <a:close/>
                </a:path>
                <a:path w="1067434" h="2281554">
                  <a:moveTo>
                    <a:pt x="243065" y="1735493"/>
                  </a:moveTo>
                  <a:lnTo>
                    <a:pt x="212674" y="1735493"/>
                  </a:lnTo>
                  <a:lnTo>
                    <a:pt x="212674" y="1858454"/>
                  </a:lnTo>
                  <a:lnTo>
                    <a:pt x="243065" y="1858454"/>
                  </a:lnTo>
                  <a:lnTo>
                    <a:pt x="243065" y="1735493"/>
                  </a:lnTo>
                  <a:close/>
                </a:path>
                <a:path w="1067434" h="2281554">
                  <a:moveTo>
                    <a:pt x="243065" y="1578406"/>
                  </a:moveTo>
                  <a:lnTo>
                    <a:pt x="212674" y="1578406"/>
                  </a:lnTo>
                  <a:lnTo>
                    <a:pt x="212674" y="1701368"/>
                  </a:lnTo>
                  <a:lnTo>
                    <a:pt x="243065" y="1701368"/>
                  </a:lnTo>
                  <a:lnTo>
                    <a:pt x="243065" y="1578406"/>
                  </a:lnTo>
                  <a:close/>
                </a:path>
                <a:path w="1067434" h="2281554">
                  <a:moveTo>
                    <a:pt x="1067181" y="0"/>
                  </a:moveTo>
                  <a:lnTo>
                    <a:pt x="625017" y="0"/>
                  </a:lnTo>
                  <a:lnTo>
                    <a:pt x="625017" y="2281034"/>
                  </a:lnTo>
                  <a:lnTo>
                    <a:pt x="1067181" y="2281034"/>
                  </a:lnTo>
                  <a:lnTo>
                    <a:pt x="1067181" y="0"/>
                  </a:lnTo>
                  <a:close/>
                </a:path>
              </a:pathLst>
            </a:custGeom>
            <a:solidFill>
              <a:srgbClr val="C8EAE3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8" name="object 268" descr=""/>
          <p:cNvGrpSpPr/>
          <p:nvPr/>
        </p:nvGrpSpPr>
        <p:grpSpPr>
          <a:xfrm>
            <a:off x="5945651" y="7053272"/>
            <a:ext cx="1751330" cy="2757170"/>
            <a:chOff x="5945651" y="7053272"/>
            <a:chExt cx="1751330" cy="2757170"/>
          </a:xfrm>
        </p:grpSpPr>
        <p:sp>
          <p:nvSpPr>
            <p:cNvPr id="269" name="object 269" descr=""/>
            <p:cNvSpPr/>
            <p:nvPr/>
          </p:nvSpPr>
          <p:spPr>
            <a:xfrm>
              <a:off x="7238581" y="7090746"/>
              <a:ext cx="458470" cy="2719705"/>
            </a:xfrm>
            <a:custGeom>
              <a:avLst/>
              <a:gdLst/>
              <a:ahLst/>
              <a:cxnLst/>
              <a:rect l="l" t="t" r="r" b="b"/>
              <a:pathLst>
                <a:path w="458470" h="2719704">
                  <a:moveTo>
                    <a:pt x="458050" y="0"/>
                  </a:moveTo>
                  <a:lnTo>
                    <a:pt x="316471" y="0"/>
                  </a:lnTo>
                  <a:lnTo>
                    <a:pt x="0" y="12"/>
                  </a:lnTo>
                  <a:lnTo>
                    <a:pt x="0" y="2719616"/>
                  </a:lnTo>
                  <a:lnTo>
                    <a:pt x="458050" y="2719616"/>
                  </a:lnTo>
                  <a:lnTo>
                    <a:pt x="458050" y="12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 descr=""/>
            <p:cNvSpPr/>
            <p:nvPr/>
          </p:nvSpPr>
          <p:spPr>
            <a:xfrm>
              <a:off x="7284377" y="7186530"/>
              <a:ext cx="208279" cy="2572385"/>
            </a:xfrm>
            <a:custGeom>
              <a:avLst/>
              <a:gdLst/>
              <a:ahLst/>
              <a:cxnLst/>
              <a:rect l="l" t="t" r="r" b="b"/>
              <a:pathLst>
                <a:path w="208279" h="2572384">
                  <a:moveTo>
                    <a:pt x="33324" y="1307820"/>
                  </a:moveTo>
                  <a:lnTo>
                    <a:pt x="0" y="1307820"/>
                  </a:lnTo>
                  <a:lnTo>
                    <a:pt x="0" y="2571851"/>
                  </a:lnTo>
                  <a:lnTo>
                    <a:pt x="33324" y="2571851"/>
                  </a:lnTo>
                  <a:lnTo>
                    <a:pt x="33324" y="1307820"/>
                  </a:lnTo>
                  <a:close/>
                </a:path>
                <a:path w="208279" h="2572384">
                  <a:moveTo>
                    <a:pt x="33324" y="0"/>
                  </a:moveTo>
                  <a:lnTo>
                    <a:pt x="0" y="0"/>
                  </a:lnTo>
                  <a:lnTo>
                    <a:pt x="0" y="1264031"/>
                  </a:lnTo>
                  <a:lnTo>
                    <a:pt x="33324" y="1264031"/>
                  </a:lnTo>
                  <a:lnTo>
                    <a:pt x="33324" y="0"/>
                  </a:lnTo>
                  <a:close/>
                </a:path>
                <a:path w="208279" h="2572384">
                  <a:moveTo>
                    <a:pt x="120764" y="1307820"/>
                  </a:moveTo>
                  <a:lnTo>
                    <a:pt x="87452" y="1307820"/>
                  </a:lnTo>
                  <a:lnTo>
                    <a:pt x="87452" y="2571851"/>
                  </a:lnTo>
                  <a:lnTo>
                    <a:pt x="120764" y="2571851"/>
                  </a:lnTo>
                  <a:lnTo>
                    <a:pt x="120764" y="1307820"/>
                  </a:lnTo>
                  <a:close/>
                </a:path>
                <a:path w="208279" h="2572384">
                  <a:moveTo>
                    <a:pt x="120764" y="0"/>
                  </a:moveTo>
                  <a:lnTo>
                    <a:pt x="87452" y="0"/>
                  </a:lnTo>
                  <a:lnTo>
                    <a:pt x="87452" y="1264031"/>
                  </a:lnTo>
                  <a:lnTo>
                    <a:pt x="120764" y="1264031"/>
                  </a:lnTo>
                  <a:lnTo>
                    <a:pt x="120764" y="0"/>
                  </a:lnTo>
                  <a:close/>
                </a:path>
                <a:path w="208279" h="2572384">
                  <a:moveTo>
                    <a:pt x="208216" y="1307820"/>
                  </a:moveTo>
                  <a:lnTo>
                    <a:pt x="174904" y="1307820"/>
                  </a:lnTo>
                  <a:lnTo>
                    <a:pt x="174904" y="2571851"/>
                  </a:lnTo>
                  <a:lnTo>
                    <a:pt x="208216" y="2571851"/>
                  </a:lnTo>
                  <a:lnTo>
                    <a:pt x="208216" y="1307820"/>
                  </a:lnTo>
                  <a:close/>
                </a:path>
                <a:path w="208279" h="2572384">
                  <a:moveTo>
                    <a:pt x="208216" y="0"/>
                  </a:moveTo>
                  <a:lnTo>
                    <a:pt x="174904" y="0"/>
                  </a:lnTo>
                  <a:lnTo>
                    <a:pt x="174904" y="1264031"/>
                  </a:lnTo>
                  <a:lnTo>
                    <a:pt x="208216" y="1264031"/>
                  </a:lnTo>
                  <a:lnTo>
                    <a:pt x="208216" y="0"/>
                  </a:lnTo>
                  <a:close/>
                </a:path>
              </a:pathLst>
            </a:custGeom>
            <a:solidFill>
              <a:srgbClr val="CDEB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 descr=""/>
            <p:cNvSpPr/>
            <p:nvPr/>
          </p:nvSpPr>
          <p:spPr>
            <a:xfrm>
              <a:off x="7555052" y="7232326"/>
              <a:ext cx="141605" cy="2511425"/>
            </a:xfrm>
            <a:custGeom>
              <a:avLst/>
              <a:gdLst/>
              <a:ahLst/>
              <a:cxnLst/>
              <a:rect l="l" t="t" r="r" b="b"/>
              <a:pathLst>
                <a:path w="141604" h="2511425">
                  <a:moveTo>
                    <a:pt x="141579" y="2473464"/>
                  </a:moveTo>
                  <a:lnTo>
                    <a:pt x="0" y="2473464"/>
                  </a:lnTo>
                  <a:lnTo>
                    <a:pt x="0" y="2510942"/>
                  </a:lnTo>
                  <a:lnTo>
                    <a:pt x="141579" y="2510942"/>
                  </a:lnTo>
                  <a:lnTo>
                    <a:pt x="141579" y="2473464"/>
                  </a:lnTo>
                  <a:close/>
                </a:path>
                <a:path w="141604" h="2511425">
                  <a:moveTo>
                    <a:pt x="141579" y="2381859"/>
                  </a:moveTo>
                  <a:lnTo>
                    <a:pt x="0" y="2381859"/>
                  </a:lnTo>
                  <a:lnTo>
                    <a:pt x="0" y="2419337"/>
                  </a:lnTo>
                  <a:lnTo>
                    <a:pt x="141579" y="2419337"/>
                  </a:lnTo>
                  <a:lnTo>
                    <a:pt x="141579" y="2381859"/>
                  </a:lnTo>
                  <a:close/>
                </a:path>
                <a:path w="141604" h="2511425">
                  <a:moveTo>
                    <a:pt x="141579" y="2290254"/>
                  </a:moveTo>
                  <a:lnTo>
                    <a:pt x="0" y="2290254"/>
                  </a:lnTo>
                  <a:lnTo>
                    <a:pt x="0" y="2327719"/>
                  </a:lnTo>
                  <a:lnTo>
                    <a:pt x="141579" y="2327719"/>
                  </a:lnTo>
                  <a:lnTo>
                    <a:pt x="141579" y="2290254"/>
                  </a:lnTo>
                  <a:close/>
                </a:path>
                <a:path w="141604" h="2511425">
                  <a:moveTo>
                    <a:pt x="141579" y="2198636"/>
                  </a:moveTo>
                  <a:lnTo>
                    <a:pt x="0" y="2198636"/>
                  </a:lnTo>
                  <a:lnTo>
                    <a:pt x="0" y="2236114"/>
                  </a:lnTo>
                  <a:lnTo>
                    <a:pt x="141579" y="2236114"/>
                  </a:lnTo>
                  <a:lnTo>
                    <a:pt x="141579" y="2198636"/>
                  </a:lnTo>
                  <a:close/>
                </a:path>
                <a:path w="141604" h="2511425">
                  <a:moveTo>
                    <a:pt x="141579" y="2107031"/>
                  </a:moveTo>
                  <a:lnTo>
                    <a:pt x="0" y="2107031"/>
                  </a:lnTo>
                  <a:lnTo>
                    <a:pt x="0" y="2144509"/>
                  </a:lnTo>
                  <a:lnTo>
                    <a:pt x="141579" y="2144509"/>
                  </a:lnTo>
                  <a:lnTo>
                    <a:pt x="141579" y="2107031"/>
                  </a:lnTo>
                  <a:close/>
                </a:path>
                <a:path w="141604" h="2511425">
                  <a:moveTo>
                    <a:pt x="141579" y="2015413"/>
                  </a:moveTo>
                  <a:lnTo>
                    <a:pt x="0" y="2015413"/>
                  </a:lnTo>
                  <a:lnTo>
                    <a:pt x="0" y="2052891"/>
                  </a:lnTo>
                  <a:lnTo>
                    <a:pt x="141579" y="2052891"/>
                  </a:lnTo>
                  <a:lnTo>
                    <a:pt x="141579" y="2015413"/>
                  </a:lnTo>
                  <a:close/>
                </a:path>
                <a:path w="141604" h="2511425">
                  <a:moveTo>
                    <a:pt x="141579" y="1923808"/>
                  </a:moveTo>
                  <a:lnTo>
                    <a:pt x="0" y="1923808"/>
                  </a:lnTo>
                  <a:lnTo>
                    <a:pt x="0" y="1961286"/>
                  </a:lnTo>
                  <a:lnTo>
                    <a:pt x="141579" y="1961286"/>
                  </a:lnTo>
                  <a:lnTo>
                    <a:pt x="141579" y="1923808"/>
                  </a:lnTo>
                  <a:close/>
                </a:path>
                <a:path w="141604" h="2511425">
                  <a:moveTo>
                    <a:pt x="141579" y="1832203"/>
                  </a:moveTo>
                  <a:lnTo>
                    <a:pt x="0" y="1832203"/>
                  </a:lnTo>
                  <a:lnTo>
                    <a:pt x="0" y="1869681"/>
                  </a:lnTo>
                  <a:lnTo>
                    <a:pt x="141579" y="1869681"/>
                  </a:lnTo>
                  <a:lnTo>
                    <a:pt x="141579" y="1832203"/>
                  </a:lnTo>
                  <a:close/>
                </a:path>
                <a:path w="141604" h="2511425">
                  <a:moveTo>
                    <a:pt x="141579" y="1740585"/>
                  </a:moveTo>
                  <a:lnTo>
                    <a:pt x="0" y="1740585"/>
                  </a:lnTo>
                  <a:lnTo>
                    <a:pt x="0" y="1778063"/>
                  </a:lnTo>
                  <a:lnTo>
                    <a:pt x="141579" y="1778063"/>
                  </a:lnTo>
                  <a:lnTo>
                    <a:pt x="141579" y="1740585"/>
                  </a:lnTo>
                  <a:close/>
                </a:path>
                <a:path w="141604" h="2511425">
                  <a:moveTo>
                    <a:pt x="141579" y="1648980"/>
                  </a:moveTo>
                  <a:lnTo>
                    <a:pt x="0" y="1648980"/>
                  </a:lnTo>
                  <a:lnTo>
                    <a:pt x="0" y="1686458"/>
                  </a:lnTo>
                  <a:lnTo>
                    <a:pt x="141579" y="1686458"/>
                  </a:lnTo>
                  <a:lnTo>
                    <a:pt x="141579" y="1648980"/>
                  </a:lnTo>
                  <a:close/>
                </a:path>
                <a:path w="141604" h="2511425">
                  <a:moveTo>
                    <a:pt x="141579" y="1557375"/>
                  </a:moveTo>
                  <a:lnTo>
                    <a:pt x="0" y="1557375"/>
                  </a:lnTo>
                  <a:lnTo>
                    <a:pt x="0" y="1594840"/>
                  </a:lnTo>
                  <a:lnTo>
                    <a:pt x="141579" y="1594840"/>
                  </a:lnTo>
                  <a:lnTo>
                    <a:pt x="141579" y="1557375"/>
                  </a:lnTo>
                  <a:close/>
                </a:path>
                <a:path w="141604" h="2511425">
                  <a:moveTo>
                    <a:pt x="141579" y="1465757"/>
                  </a:moveTo>
                  <a:lnTo>
                    <a:pt x="0" y="1465757"/>
                  </a:lnTo>
                  <a:lnTo>
                    <a:pt x="0" y="1503235"/>
                  </a:lnTo>
                  <a:lnTo>
                    <a:pt x="141579" y="1503235"/>
                  </a:lnTo>
                  <a:lnTo>
                    <a:pt x="141579" y="1465757"/>
                  </a:lnTo>
                  <a:close/>
                </a:path>
                <a:path w="141604" h="2511425">
                  <a:moveTo>
                    <a:pt x="141579" y="1374152"/>
                  </a:moveTo>
                  <a:lnTo>
                    <a:pt x="0" y="1374152"/>
                  </a:lnTo>
                  <a:lnTo>
                    <a:pt x="0" y="1411630"/>
                  </a:lnTo>
                  <a:lnTo>
                    <a:pt x="141579" y="1411630"/>
                  </a:lnTo>
                  <a:lnTo>
                    <a:pt x="141579" y="1374152"/>
                  </a:lnTo>
                  <a:close/>
                </a:path>
                <a:path w="141604" h="2511425">
                  <a:moveTo>
                    <a:pt x="141579" y="1282547"/>
                  </a:moveTo>
                  <a:lnTo>
                    <a:pt x="0" y="1282547"/>
                  </a:lnTo>
                  <a:lnTo>
                    <a:pt x="0" y="1320012"/>
                  </a:lnTo>
                  <a:lnTo>
                    <a:pt x="141579" y="1320012"/>
                  </a:lnTo>
                  <a:lnTo>
                    <a:pt x="141579" y="1282547"/>
                  </a:lnTo>
                  <a:close/>
                </a:path>
                <a:path w="141604" h="2511425">
                  <a:moveTo>
                    <a:pt x="141579" y="1190929"/>
                  </a:moveTo>
                  <a:lnTo>
                    <a:pt x="0" y="1190929"/>
                  </a:lnTo>
                  <a:lnTo>
                    <a:pt x="0" y="1228407"/>
                  </a:lnTo>
                  <a:lnTo>
                    <a:pt x="141579" y="1228407"/>
                  </a:lnTo>
                  <a:lnTo>
                    <a:pt x="141579" y="1190929"/>
                  </a:lnTo>
                  <a:close/>
                </a:path>
                <a:path w="141604" h="2511425">
                  <a:moveTo>
                    <a:pt x="141579" y="1099324"/>
                  </a:moveTo>
                  <a:lnTo>
                    <a:pt x="0" y="1099324"/>
                  </a:lnTo>
                  <a:lnTo>
                    <a:pt x="0" y="1136802"/>
                  </a:lnTo>
                  <a:lnTo>
                    <a:pt x="141579" y="1136802"/>
                  </a:lnTo>
                  <a:lnTo>
                    <a:pt x="141579" y="1099324"/>
                  </a:lnTo>
                  <a:close/>
                </a:path>
                <a:path w="141604" h="2511425">
                  <a:moveTo>
                    <a:pt x="141579" y="1007706"/>
                  </a:moveTo>
                  <a:lnTo>
                    <a:pt x="0" y="1007706"/>
                  </a:lnTo>
                  <a:lnTo>
                    <a:pt x="0" y="1045184"/>
                  </a:lnTo>
                  <a:lnTo>
                    <a:pt x="141579" y="1045184"/>
                  </a:lnTo>
                  <a:lnTo>
                    <a:pt x="141579" y="1007706"/>
                  </a:lnTo>
                  <a:close/>
                </a:path>
                <a:path w="141604" h="2511425">
                  <a:moveTo>
                    <a:pt x="141579" y="916101"/>
                  </a:moveTo>
                  <a:lnTo>
                    <a:pt x="0" y="916101"/>
                  </a:lnTo>
                  <a:lnTo>
                    <a:pt x="0" y="953579"/>
                  </a:lnTo>
                  <a:lnTo>
                    <a:pt x="141579" y="953579"/>
                  </a:lnTo>
                  <a:lnTo>
                    <a:pt x="141579" y="916101"/>
                  </a:lnTo>
                  <a:close/>
                </a:path>
                <a:path w="141604" h="2511425">
                  <a:moveTo>
                    <a:pt x="141579" y="824496"/>
                  </a:moveTo>
                  <a:lnTo>
                    <a:pt x="0" y="824496"/>
                  </a:lnTo>
                  <a:lnTo>
                    <a:pt x="0" y="861961"/>
                  </a:lnTo>
                  <a:lnTo>
                    <a:pt x="141579" y="861961"/>
                  </a:lnTo>
                  <a:lnTo>
                    <a:pt x="141579" y="824496"/>
                  </a:lnTo>
                  <a:close/>
                </a:path>
                <a:path w="141604" h="2511425">
                  <a:moveTo>
                    <a:pt x="141579" y="732878"/>
                  </a:moveTo>
                  <a:lnTo>
                    <a:pt x="0" y="732878"/>
                  </a:lnTo>
                  <a:lnTo>
                    <a:pt x="0" y="770356"/>
                  </a:lnTo>
                  <a:lnTo>
                    <a:pt x="141579" y="770356"/>
                  </a:lnTo>
                  <a:lnTo>
                    <a:pt x="141579" y="732878"/>
                  </a:lnTo>
                  <a:close/>
                </a:path>
                <a:path w="141604" h="2511425">
                  <a:moveTo>
                    <a:pt x="141579" y="641273"/>
                  </a:moveTo>
                  <a:lnTo>
                    <a:pt x="0" y="641273"/>
                  </a:lnTo>
                  <a:lnTo>
                    <a:pt x="0" y="678751"/>
                  </a:lnTo>
                  <a:lnTo>
                    <a:pt x="141579" y="678751"/>
                  </a:lnTo>
                  <a:lnTo>
                    <a:pt x="141579" y="641273"/>
                  </a:lnTo>
                  <a:close/>
                </a:path>
                <a:path w="141604" h="2511425">
                  <a:moveTo>
                    <a:pt x="141579" y="549668"/>
                  </a:moveTo>
                  <a:lnTo>
                    <a:pt x="0" y="549668"/>
                  </a:lnTo>
                  <a:lnTo>
                    <a:pt x="0" y="587133"/>
                  </a:lnTo>
                  <a:lnTo>
                    <a:pt x="141579" y="587133"/>
                  </a:lnTo>
                  <a:lnTo>
                    <a:pt x="141579" y="549668"/>
                  </a:lnTo>
                  <a:close/>
                </a:path>
                <a:path w="141604" h="2511425">
                  <a:moveTo>
                    <a:pt x="141579" y="458050"/>
                  </a:moveTo>
                  <a:lnTo>
                    <a:pt x="0" y="458050"/>
                  </a:lnTo>
                  <a:lnTo>
                    <a:pt x="0" y="495528"/>
                  </a:lnTo>
                  <a:lnTo>
                    <a:pt x="141579" y="495528"/>
                  </a:lnTo>
                  <a:lnTo>
                    <a:pt x="141579" y="458050"/>
                  </a:lnTo>
                  <a:close/>
                </a:path>
                <a:path w="141604" h="2511425">
                  <a:moveTo>
                    <a:pt x="141579" y="366445"/>
                  </a:moveTo>
                  <a:lnTo>
                    <a:pt x="0" y="366445"/>
                  </a:lnTo>
                  <a:lnTo>
                    <a:pt x="0" y="403923"/>
                  </a:lnTo>
                  <a:lnTo>
                    <a:pt x="141579" y="403923"/>
                  </a:lnTo>
                  <a:lnTo>
                    <a:pt x="141579" y="366445"/>
                  </a:lnTo>
                  <a:close/>
                </a:path>
                <a:path w="141604" h="2511425">
                  <a:moveTo>
                    <a:pt x="141579" y="274828"/>
                  </a:moveTo>
                  <a:lnTo>
                    <a:pt x="0" y="274828"/>
                  </a:lnTo>
                  <a:lnTo>
                    <a:pt x="0" y="312305"/>
                  </a:lnTo>
                  <a:lnTo>
                    <a:pt x="141579" y="312305"/>
                  </a:lnTo>
                  <a:lnTo>
                    <a:pt x="141579" y="274828"/>
                  </a:lnTo>
                  <a:close/>
                </a:path>
                <a:path w="141604" h="2511425">
                  <a:moveTo>
                    <a:pt x="141579" y="183222"/>
                  </a:moveTo>
                  <a:lnTo>
                    <a:pt x="0" y="183222"/>
                  </a:lnTo>
                  <a:lnTo>
                    <a:pt x="0" y="220700"/>
                  </a:lnTo>
                  <a:lnTo>
                    <a:pt x="141579" y="220700"/>
                  </a:lnTo>
                  <a:lnTo>
                    <a:pt x="141579" y="183222"/>
                  </a:lnTo>
                  <a:close/>
                </a:path>
                <a:path w="141604" h="2511425">
                  <a:moveTo>
                    <a:pt x="141579" y="91617"/>
                  </a:moveTo>
                  <a:lnTo>
                    <a:pt x="0" y="91617"/>
                  </a:lnTo>
                  <a:lnTo>
                    <a:pt x="0" y="129095"/>
                  </a:lnTo>
                  <a:lnTo>
                    <a:pt x="141579" y="129095"/>
                  </a:lnTo>
                  <a:lnTo>
                    <a:pt x="141579" y="91617"/>
                  </a:lnTo>
                  <a:close/>
                </a:path>
                <a:path w="141604" h="2511425">
                  <a:moveTo>
                    <a:pt x="141579" y="0"/>
                  </a:moveTo>
                  <a:lnTo>
                    <a:pt x="0" y="0"/>
                  </a:lnTo>
                  <a:lnTo>
                    <a:pt x="0" y="37477"/>
                  </a:lnTo>
                  <a:lnTo>
                    <a:pt x="141579" y="37477"/>
                  </a:lnTo>
                  <a:lnTo>
                    <a:pt x="1415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 descr=""/>
            <p:cNvSpPr/>
            <p:nvPr/>
          </p:nvSpPr>
          <p:spPr>
            <a:xfrm>
              <a:off x="7338519" y="7053272"/>
              <a:ext cx="287655" cy="38100"/>
            </a:xfrm>
            <a:custGeom>
              <a:avLst/>
              <a:gdLst/>
              <a:ahLst/>
              <a:cxnLst/>
              <a:rect l="l" t="t" r="r" b="b"/>
              <a:pathLst>
                <a:path w="287654" h="38100">
                  <a:moveTo>
                    <a:pt x="287321" y="0"/>
                  </a:moveTo>
                  <a:lnTo>
                    <a:pt x="0" y="0"/>
                  </a:lnTo>
                  <a:lnTo>
                    <a:pt x="0" y="37475"/>
                  </a:lnTo>
                  <a:lnTo>
                    <a:pt x="287321" y="37475"/>
                  </a:lnTo>
                  <a:lnTo>
                    <a:pt x="287321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 descr=""/>
            <p:cNvSpPr/>
            <p:nvPr/>
          </p:nvSpPr>
          <p:spPr>
            <a:xfrm>
              <a:off x="5945644" y="8698350"/>
              <a:ext cx="1432560" cy="1112520"/>
            </a:xfrm>
            <a:custGeom>
              <a:avLst/>
              <a:gdLst/>
              <a:ahLst/>
              <a:cxnLst/>
              <a:rect l="l" t="t" r="r" b="b"/>
              <a:pathLst>
                <a:path w="1432559" h="1112520">
                  <a:moveTo>
                    <a:pt x="1186764" y="0"/>
                  </a:moveTo>
                  <a:lnTo>
                    <a:pt x="245681" y="0"/>
                  </a:lnTo>
                  <a:lnTo>
                    <a:pt x="245681" y="426821"/>
                  </a:lnTo>
                  <a:lnTo>
                    <a:pt x="1186764" y="426821"/>
                  </a:lnTo>
                  <a:lnTo>
                    <a:pt x="1186764" y="0"/>
                  </a:lnTo>
                  <a:close/>
                </a:path>
                <a:path w="1432559" h="1112520">
                  <a:moveTo>
                    <a:pt x="1432433" y="428015"/>
                  </a:moveTo>
                  <a:lnTo>
                    <a:pt x="0" y="428015"/>
                  </a:lnTo>
                  <a:lnTo>
                    <a:pt x="0" y="1111999"/>
                  </a:lnTo>
                  <a:lnTo>
                    <a:pt x="1432433" y="1111999"/>
                  </a:lnTo>
                  <a:lnTo>
                    <a:pt x="1432433" y="428015"/>
                  </a:lnTo>
                  <a:close/>
                </a:path>
              </a:pathLst>
            </a:custGeom>
            <a:solidFill>
              <a:srgbClr val="E0ED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 descr=""/>
            <p:cNvSpPr/>
            <p:nvPr/>
          </p:nvSpPr>
          <p:spPr>
            <a:xfrm>
              <a:off x="5945644" y="8698350"/>
              <a:ext cx="1432560" cy="512445"/>
            </a:xfrm>
            <a:custGeom>
              <a:avLst/>
              <a:gdLst/>
              <a:ahLst/>
              <a:cxnLst/>
              <a:rect l="l" t="t" r="r" b="b"/>
              <a:pathLst>
                <a:path w="1432559" h="512445">
                  <a:moveTo>
                    <a:pt x="1186764" y="0"/>
                  </a:moveTo>
                  <a:lnTo>
                    <a:pt x="245681" y="0"/>
                  </a:lnTo>
                  <a:lnTo>
                    <a:pt x="245681" y="73825"/>
                  </a:lnTo>
                  <a:lnTo>
                    <a:pt x="1186764" y="73825"/>
                  </a:lnTo>
                  <a:lnTo>
                    <a:pt x="1186764" y="0"/>
                  </a:lnTo>
                  <a:close/>
                </a:path>
                <a:path w="1432559" h="512445">
                  <a:moveTo>
                    <a:pt x="1432433" y="428028"/>
                  </a:moveTo>
                  <a:lnTo>
                    <a:pt x="0" y="428028"/>
                  </a:lnTo>
                  <a:lnTo>
                    <a:pt x="0" y="511822"/>
                  </a:lnTo>
                  <a:lnTo>
                    <a:pt x="1432433" y="511822"/>
                  </a:lnTo>
                  <a:lnTo>
                    <a:pt x="1432433" y="4280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 descr=""/>
            <p:cNvSpPr/>
            <p:nvPr/>
          </p:nvSpPr>
          <p:spPr>
            <a:xfrm>
              <a:off x="6264211" y="8514175"/>
              <a:ext cx="795655" cy="612775"/>
            </a:xfrm>
            <a:custGeom>
              <a:avLst/>
              <a:gdLst/>
              <a:ahLst/>
              <a:cxnLst/>
              <a:rect l="l" t="t" r="r" b="b"/>
              <a:pathLst>
                <a:path w="795654" h="612775">
                  <a:moveTo>
                    <a:pt x="183527" y="308102"/>
                  </a:moveTo>
                  <a:lnTo>
                    <a:pt x="86169" y="308102"/>
                  </a:lnTo>
                  <a:lnTo>
                    <a:pt x="86169" y="612190"/>
                  </a:lnTo>
                  <a:lnTo>
                    <a:pt x="183527" y="612190"/>
                  </a:lnTo>
                  <a:lnTo>
                    <a:pt x="183527" y="308102"/>
                  </a:lnTo>
                  <a:close/>
                </a:path>
                <a:path w="795654" h="612775">
                  <a:moveTo>
                    <a:pt x="795274" y="0"/>
                  </a:moveTo>
                  <a:lnTo>
                    <a:pt x="0" y="0"/>
                  </a:lnTo>
                  <a:lnTo>
                    <a:pt x="0" y="184200"/>
                  </a:lnTo>
                  <a:lnTo>
                    <a:pt x="795274" y="184200"/>
                  </a:lnTo>
                  <a:lnTo>
                    <a:pt x="795274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 descr=""/>
            <p:cNvSpPr/>
            <p:nvPr/>
          </p:nvSpPr>
          <p:spPr>
            <a:xfrm>
              <a:off x="6366129" y="8841670"/>
              <a:ext cx="64769" cy="255904"/>
            </a:xfrm>
            <a:custGeom>
              <a:avLst/>
              <a:gdLst/>
              <a:ahLst/>
              <a:cxnLst/>
              <a:rect l="l" t="t" r="r" b="b"/>
              <a:pathLst>
                <a:path w="64770" h="255904">
                  <a:moveTo>
                    <a:pt x="64427" y="210286"/>
                  </a:moveTo>
                  <a:lnTo>
                    <a:pt x="0" y="210286"/>
                  </a:lnTo>
                  <a:lnTo>
                    <a:pt x="0" y="255841"/>
                  </a:lnTo>
                  <a:lnTo>
                    <a:pt x="64427" y="255841"/>
                  </a:lnTo>
                  <a:lnTo>
                    <a:pt x="64427" y="210286"/>
                  </a:lnTo>
                  <a:close/>
                </a:path>
                <a:path w="64770" h="255904">
                  <a:moveTo>
                    <a:pt x="64427" y="140182"/>
                  </a:moveTo>
                  <a:lnTo>
                    <a:pt x="0" y="140182"/>
                  </a:lnTo>
                  <a:lnTo>
                    <a:pt x="0" y="185750"/>
                  </a:lnTo>
                  <a:lnTo>
                    <a:pt x="64427" y="185750"/>
                  </a:lnTo>
                  <a:lnTo>
                    <a:pt x="64427" y="140182"/>
                  </a:lnTo>
                  <a:close/>
                </a:path>
                <a:path w="64770" h="255904">
                  <a:moveTo>
                    <a:pt x="64427" y="70091"/>
                  </a:moveTo>
                  <a:lnTo>
                    <a:pt x="0" y="70091"/>
                  </a:lnTo>
                  <a:lnTo>
                    <a:pt x="0" y="115658"/>
                  </a:lnTo>
                  <a:lnTo>
                    <a:pt x="64427" y="115658"/>
                  </a:lnTo>
                  <a:lnTo>
                    <a:pt x="64427" y="70091"/>
                  </a:lnTo>
                  <a:close/>
                </a:path>
                <a:path w="64770" h="255904">
                  <a:moveTo>
                    <a:pt x="64427" y="0"/>
                  </a:moveTo>
                  <a:lnTo>
                    <a:pt x="0" y="0"/>
                  </a:lnTo>
                  <a:lnTo>
                    <a:pt x="0" y="45567"/>
                  </a:lnTo>
                  <a:lnTo>
                    <a:pt x="64427" y="45567"/>
                  </a:lnTo>
                  <a:lnTo>
                    <a:pt x="64427" y="0"/>
                  </a:lnTo>
                  <a:close/>
                </a:path>
              </a:pathLst>
            </a:custGeom>
            <a:solidFill>
              <a:srgbClr val="C4E8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 descr=""/>
            <p:cNvSpPr/>
            <p:nvPr/>
          </p:nvSpPr>
          <p:spPr>
            <a:xfrm>
              <a:off x="6522188" y="8822265"/>
              <a:ext cx="97790" cy="304165"/>
            </a:xfrm>
            <a:custGeom>
              <a:avLst/>
              <a:gdLst/>
              <a:ahLst/>
              <a:cxnLst/>
              <a:rect l="l" t="t" r="r" b="b"/>
              <a:pathLst>
                <a:path w="97790" h="304165">
                  <a:moveTo>
                    <a:pt x="97358" y="0"/>
                  </a:moveTo>
                  <a:lnTo>
                    <a:pt x="0" y="0"/>
                  </a:lnTo>
                  <a:lnTo>
                    <a:pt x="0" y="304095"/>
                  </a:lnTo>
                  <a:lnTo>
                    <a:pt x="97358" y="304095"/>
                  </a:lnTo>
                  <a:lnTo>
                    <a:pt x="97358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 descr=""/>
            <p:cNvSpPr/>
            <p:nvPr/>
          </p:nvSpPr>
          <p:spPr>
            <a:xfrm>
              <a:off x="6537934" y="8841670"/>
              <a:ext cx="64769" cy="255904"/>
            </a:xfrm>
            <a:custGeom>
              <a:avLst/>
              <a:gdLst/>
              <a:ahLst/>
              <a:cxnLst/>
              <a:rect l="l" t="t" r="r" b="b"/>
              <a:pathLst>
                <a:path w="64770" h="255904">
                  <a:moveTo>
                    <a:pt x="64427" y="210286"/>
                  </a:moveTo>
                  <a:lnTo>
                    <a:pt x="0" y="210286"/>
                  </a:lnTo>
                  <a:lnTo>
                    <a:pt x="0" y="255841"/>
                  </a:lnTo>
                  <a:lnTo>
                    <a:pt x="64427" y="255841"/>
                  </a:lnTo>
                  <a:lnTo>
                    <a:pt x="64427" y="210286"/>
                  </a:lnTo>
                  <a:close/>
                </a:path>
                <a:path w="64770" h="255904">
                  <a:moveTo>
                    <a:pt x="64427" y="140182"/>
                  </a:moveTo>
                  <a:lnTo>
                    <a:pt x="0" y="140182"/>
                  </a:lnTo>
                  <a:lnTo>
                    <a:pt x="0" y="185750"/>
                  </a:lnTo>
                  <a:lnTo>
                    <a:pt x="64427" y="185750"/>
                  </a:lnTo>
                  <a:lnTo>
                    <a:pt x="64427" y="140182"/>
                  </a:lnTo>
                  <a:close/>
                </a:path>
                <a:path w="64770" h="255904">
                  <a:moveTo>
                    <a:pt x="64427" y="70091"/>
                  </a:moveTo>
                  <a:lnTo>
                    <a:pt x="0" y="70091"/>
                  </a:lnTo>
                  <a:lnTo>
                    <a:pt x="0" y="115658"/>
                  </a:lnTo>
                  <a:lnTo>
                    <a:pt x="64427" y="115658"/>
                  </a:lnTo>
                  <a:lnTo>
                    <a:pt x="64427" y="70091"/>
                  </a:lnTo>
                  <a:close/>
                </a:path>
                <a:path w="64770" h="255904">
                  <a:moveTo>
                    <a:pt x="64427" y="0"/>
                  </a:moveTo>
                  <a:lnTo>
                    <a:pt x="0" y="0"/>
                  </a:lnTo>
                  <a:lnTo>
                    <a:pt x="0" y="45567"/>
                  </a:lnTo>
                  <a:lnTo>
                    <a:pt x="64427" y="45567"/>
                  </a:lnTo>
                  <a:lnTo>
                    <a:pt x="64427" y="0"/>
                  </a:lnTo>
                  <a:close/>
                </a:path>
              </a:pathLst>
            </a:custGeom>
            <a:solidFill>
              <a:srgbClr val="C4E8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 descr=""/>
            <p:cNvSpPr/>
            <p:nvPr/>
          </p:nvSpPr>
          <p:spPr>
            <a:xfrm>
              <a:off x="6693995" y="8822265"/>
              <a:ext cx="97790" cy="304165"/>
            </a:xfrm>
            <a:custGeom>
              <a:avLst/>
              <a:gdLst/>
              <a:ahLst/>
              <a:cxnLst/>
              <a:rect l="l" t="t" r="r" b="b"/>
              <a:pathLst>
                <a:path w="97790" h="304165">
                  <a:moveTo>
                    <a:pt x="97358" y="0"/>
                  </a:moveTo>
                  <a:lnTo>
                    <a:pt x="0" y="0"/>
                  </a:lnTo>
                  <a:lnTo>
                    <a:pt x="0" y="304095"/>
                  </a:lnTo>
                  <a:lnTo>
                    <a:pt x="97358" y="304095"/>
                  </a:lnTo>
                  <a:lnTo>
                    <a:pt x="97358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 descr=""/>
            <p:cNvSpPr/>
            <p:nvPr/>
          </p:nvSpPr>
          <p:spPr>
            <a:xfrm>
              <a:off x="6709740" y="8841670"/>
              <a:ext cx="64769" cy="255904"/>
            </a:xfrm>
            <a:custGeom>
              <a:avLst/>
              <a:gdLst/>
              <a:ahLst/>
              <a:cxnLst/>
              <a:rect l="l" t="t" r="r" b="b"/>
              <a:pathLst>
                <a:path w="64770" h="255904">
                  <a:moveTo>
                    <a:pt x="64427" y="210286"/>
                  </a:moveTo>
                  <a:lnTo>
                    <a:pt x="0" y="210286"/>
                  </a:lnTo>
                  <a:lnTo>
                    <a:pt x="0" y="255841"/>
                  </a:lnTo>
                  <a:lnTo>
                    <a:pt x="64427" y="255841"/>
                  </a:lnTo>
                  <a:lnTo>
                    <a:pt x="64427" y="210286"/>
                  </a:lnTo>
                  <a:close/>
                </a:path>
                <a:path w="64770" h="255904">
                  <a:moveTo>
                    <a:pt x="64427" y="140182"/>
                  </a:moveTo>
                  <a:lnTo>
                    <a:pt x="0" y="140182"/>
                  </a:lnTo>
                  <a:lnTo>
                    <a:pt x="0" y="185750"/>
                  </a:lnTo>
                  <a:lnTo>
                    <a:pt x="64427" y="185750"/>
                  </a:lnTo>
                  <a:lnTo>
                    <a:pt x="64427" y="140182"/>
                  </a:lnTo>
                  <a:close/>
                </a:path>
                <a:path w="64770" h="255904">
                  <a:moveTo>
                    <a:pt x="64427" y="70091"/>
                  </a:moveTo>
                  <a:lnTo>
                    <a:pt x="0" y="70091"/>
                  </a:lnTo>
                  <a:lnTo>
                    <a:pt x="0" y="115658"/>
                  </a:lnTo>
                  <a:lnTo>
                    <a:pt x="64427" y="115658"/>
                  </a:lnTo>
                  <a:lnTo>
                    <a:pt x="64427" y="70091"/>
                  </a:lnTo>
                  <a:close/>
                </a:path>
                <a:path w="64770" h="255904">
                  <a:moveTo>
                    <a:pt x="64427" y="0"/>
                  </a:moveTo>
                  <a:lnTo>
                    <a:pt x="0" y="0"/>
                  </a:lnTo>
                  <a:lnTo>
                    <a:pt x="0" y="45567"/>
                  </a:lnTo>
                  <a:lnTo>
                    <a:pt x="64427" y="45567"/>
                  </a:lnTo>
                  <a:lnTo>
                    <a:pt x="64427" y="0"/>
                  </a:lnTo>
                  <a:close/>
                </a:path>
              </a:pathLst>
            </a:custGeom>
            <a:solidFill>
              <a:srgbClr val="C4E8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 descr=""/>
            <p:cNvSpPr/>
            <p:nvPr/>
          </p:nvSpPr>
          <p:spPr>
            <a:xfrm>
              <a:off x="6865811" y="8822265"/>
              <a:ext cx="97790" cy="304165"/>
            </a:xfrm>
            <a:custGeom>
              <a:avLst/>
              <a:gdLst/>
              <a:ahLst/>
              <a:cxnLst/>
              <a:rect l="l" t="t" r="r" b="b"/>
              <a:pathLst>
                <a:path w="97790" h="304165">
                  <a:moveTo>
                    <a:pt x="97358" y="0"/>
                  </a:moveTo>
                  <a:lnTo>
                    <a:pt x="0" y="0"/>
                  </a:lnTo>
                  <a:lnTo>
                    <a:pt x="0" y="304095"/>
                  </a:lnTo>
                  <a:lnTo>
                    <a:pt x="97358" y="304095"/>
                  </a:lnTo>
                  <a:lnTo>
                    <a:pt x="97358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 descr=""/>
            <p:cNvSpPr/>
            <p:nvPr/>
          </p:nvSpPr>
          <p:spPr>
            <a:xfrm>
              <a:off x="5945644" y="8698350"/>
              <a:ext cx="1426210" cy="457834"/>
            </a:xfrm>
            <a:custGeom>
              <a:avLst/>
              <a:gdLst/>
              <a:ahLst/>
              <a:cxnLst/>
              <a:rect l="l" t="t" r="r" b="b"/>
              <a:pathLst>
                <a:path w="1426209" h="457834">
                  <a:moveTo>
                    <a:pt x="1000340" y="353606"/>
                  </a:moveTo>
                  <a:lnTo>
                    <a:pt x="935913" y="353606"/>
                  </a:lnTo>
                  <a:lnTo>
                    <a:pt x="935913" y="399161"/>
                  </a:lnTo>
                  <a:lnTo>
                    <a:pt x="1000340" y="399161"/>
                  </a:lnTo>
                  <a:lnTo>
                    <a:pt x="1000340" y="353606"/>
                  </a:lnTo>
                  <a:close/>
                </a:path>
                <a:path w="1426209" h="457834">
                  <a:moveTo>
                    <a:pt x="1000340" y="283502"/>
                  </a:moveTo>
                  <a:lnTo>
                    <a:pt x="935913" y="283502"/>
                  </a:lnTo>
                  <a:lnTo>
                    <a:pt x="935913" y="329069"/>
                  </a:lnTo>
                  <a:lnTo>
                    <a:pt x="1000340" y="329069"/>
                  </a:lnTo>
                  <a:lnTo>
                    <a:pt x="1000340" y="283502"/>
                  </a:lnTo>
                  <a:close/>
                </a:path>
                <a:path w="1426209" h="457834">
                  <a:moveTo>
                    <a:pt x="1000340" y="213410"/>
                  </a:moveTo>
                  <a:lnTo>
                    <a:pt x="935913" y="213410"/>
                  </a:lnTo>
                  <a:lnTo>
                    <a:pt x="935913" y="258978"/>
                  </a:lnTo>
                  <a:lnTo>
                    <a:pt x="1000340" y="258978"/>
                  </a:lnTo>
                  <a:lnTo>
                    <a:pt x="1000340" y="213410"/>
                  </a:lnTo>
                  <a:close/>
                </a:path>
                <a:path w="1426209" h="457834">
                  <a:moveTo>
                    <a:pt x="1000340" y="143319"/>
                  </a:moveTo>
                  <a:lnTo>
                    <a:pt x="935913" y="143319"/>
                  </a:lnTo>
                  <a:lnTo>
                    <a:pt x="935913" y="188887"/>
                  </a:lnTo>
                  <a:lnTo>
                    <a:pt x="1000340" y="188887"/>
                  </a:lnTo>
                  <a:lnTo>
                    <a:pt x="1000340" y="143319"/>
                  </a:lnTo>
                  <a:close/>
                </a:path>
                <a:path w="1426209" h="457834">
                  <a:moveTo>
                    <a:pt x="1184440" y="0"/>
                  </a:moveTo>
                  <a:lnTo>
                    <a:pt x="245681" y="0"/>
                  </a:lnTo>
                  <a:lnTo>
                    <a:pt x="245681" y="21818"/>
                  </a:lnTo>
                  <a:lnTo>
                    <a:pt x="1184440" y="21818"/>
                  </a:lnTo>
                  <a:lnTo>
                    <a:pt x="1184440" y="0"/>
                  </a:lnTo>
                  <a:close/>
                </a:path>
                <a:path w="1426209" h="457834">
                  <a:moveTo>
                    <a:pt x="1426184" y="428028"/>
                  </a:moveTo>
                  <a:lnTo>
                    <a:pt x="0" y="428028"/>
                  </a:lnTo>
                  <a:lnTo>
                    <a:pt x="0" y="457784"/>
                  </a:lnTo>
                  <a:lnTo>
                    <a:pt x="1426184" y="457784"/>
                  </a:lnTo>
                  <a:lnTo>
                    <a:pt x="1426184" y="428028"/>
                  </a:lnTo>
                  <a:close/>
                </a:path>
              </a:pathLst>
            </a:custGeom>
            <a:solidFill>
              <a:srgbClr val="C4E8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 descr=""/>
            <p:cNvSpPr/>
            <p:nvPr/>
          </p:nvSpPr>
          <p:spPr>
            <a:xfrm>
              <a:off x="6322568" y="8304739"/>
              <a:ext cx="452120" cy="247650"/>
            </a:xfrm>
            <a:custGeom>
              <a:avLst/>
              <a:gdLst/>
              <a:ahLst/>
              <a:cxnLst/>
              <a:rect l="l" t="t" r="r" b="b"/>
              <a:pathLst>
                <a:path w="452120" h="247650">
                  <a:moveTo>
                    <a:pt x="66484" y="137299"/>
                  </a:moveTo>
                  <a:lnTo>
                    <a:pt x="0" y="137299"/>
                  </a:lnTo>
                  <a:lnTo>
                    <a:pt x="0" y="228841"/>
                  </a:lnTo>
                  <a:lnTo>
                    <a:pt x="66484" y="228841"/>
                  </a:lnTo>
                  <a:lnTo>
                    <a:pt x="66484" y="137299"/>
                  </a:lnTo>
                  <a:close/>
                </a:path>
                <a:path w="452120" h="247650">
                  <a:moveTo>
                    <a:pt x="360997" y="183007"/>
                  </a:moveTo>
                  <a:lnTo>
                    <a:pt x="107937" y="183007"/>
                  </a:lnTo>
                  <a:lnTo>
                    <a:pt x="107937" y="247624"/>
                  </a:lnTo>
                  <a:lnTo>
                    <a:pt x="360997" y="247624"/>
                  </a:lnTo>
                  <a:lnTo>
                    <a:pt x="360997" y="183007"/>
                  </a:lnTo>
                  <a:close/>
                </a:path>
                <a:path w="452120" h="247650">
                  <a:moveTo>
                    <a:pt x="451599" y="0"/>
                  </a:moveTo>
                  <a:lnTo>
                    <a:pt x="431749" y="0"/>
                  </a:lnTo>
                  <a:lnTo>
                    <a:pt x="431749" y="236893"/>
                  </a:lnTo>
                  <a:lnTo>
                    <a:pt x="451599" y="236893"/>
                  </a:lnTo>
                  <a:lnTo>
                    <a:pt x="451599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 descr=""/>
            <p:cNvSpPr/>
            <p:nvPr/>
          </p:nvSpPr>
          <p:spPr>
            <a:xfrm>
              <a:off x="5967158" y="8441785"/>
              <a:ext cx="1372870" cy="1334135"/>
            </a:xfrm>
            <a:custGeom>
              <a:avLst/>
              <a:gdLst/>
              <a:ahLst/>
              <a:cxnLst/>
              <a:rect l="l" t="t" r="r" b="b"/>
              <a:pathLst>
                <a:path w="1372870" h="1334134">
                  <a:moveTo>
                    <a:pt x="111036" y="1314945"/>
                  </a:moveTo>
                  <a:lnTo>
                    <a:pt x="0" y="1314945"/>
                  </a:lnTo>
                  <a:lnTo>
                    <a:pt x="0" y="1333677"/>
                  </a:lnTo>
                  <a:lnTo>
                    <a:pt x="111036" y="1333677"/>
                  </a:lnTo>
                  <a:lnTo>
                    <a:pt x="111036" y="1314945"/>
                  </a:lnTo>
                  <a:close/>
                </a:path>
                <a:path w="1372870" h="1334134">
                  <a:moveTo>
                    <a:pt x="111036" y="1257757"/>
                  </a:moveTo>
                  <a:lnTo>
                    <a:pt x="0" y="1257757"/>
                  </a:lnTo>
                  <a:lnTo>
                    <a:pt x="0" y="1276502"/>
                  </a:lnTo>
                  <a:lnTo>
                    <a:pt x="111036" y="1276502"/>
                  </a:lnTo>
                  <a:lnTo>
                    <a:pt x="111036" y="1257757"/>
                  </a:lnTo>
                  <a:close/>
                </a:path>
                <a:path w="1372870" h="1334134">
                  <a:moveTo>
                    <a:pt x="111036" y="1200581"/>
                  </a:moveTo>
                  <a:lnTo>
                    <a:pt x="0" y="1200581"/>
                  </a:lnTo>
                  <a:lnTo>
                    <a:pt x="0" y="1219314"/>
                  </a:lnTo>
                  <a:lnTo>
                    <a:pt x="111036" y="1219314"/>
                  </a:lnTo>
                  <a:lnTo>
                    <a:pt x="111036" y="1200581"/>
                  </a:lnTo>
                  <a:close/>
                </a:path>
                <a:path w="1372870" h="1334134">
                  <a:moveTo>
                    <a:pt x="111036" y="1143393"/>
                  </a:moveTo>
                  <a:lnTo>
                    <a:pt x="0" y="1143393"/>
                  </a:lnTo>
                  <a:lnTo>
                    <a:pt x="0" y="1162138"/>
                  </a:lnTo>
                  <a:lnTo>
                    <a:pt x="111036" y="1162138"/>
                  </a:lnTo>
                  <a:lnTo>
                    <a:pt x="111036" y="1143393"/>
                  </a:lnTo>
                  <a:close/>
                </a:path>
                <a:path w="1372870" h="1334134">
                  <a:moveTo>
                    <a:pt x="111036" y="1086218"/>
                  </a:moveTo>
                  <a:lnTo>
                    <a:pt x="0" y="1086218"/>
                  </a:lnTo>
                  <a:lnTo>
                    <a:pt x="0" y="1104950"/>
                  </a:lnTo>
                  <a:lnTo>
                    <a:pt x="111036" y="1104950"/>
                  </a:lnTo>
                  <a:lnTo>
                    <a:pt x="111036" y="1086218"/>
                  </a:lnTo>
                  <a:close/>
                </a:path>
                <a:path w="1372870" h="1334134">
                  <a:moveTo>
                    <a:pt x="111036" y="1029030"/>
                  </a:moveTo>
                  <a:lnTo>
                    <a:pt x="0" y="1029030"/>
                  </a:lnTo>
                  <a:lnTo>
                    <a:pt x="0" y="1047775"/>
                  </a:lnTo>
                  <a:lnTo>
                    <a:pt x="111036" y="1047775"/>
                  </a:lnTo>
                  <a:lnTo>
                    <a:pt x="111036" y="1029030"/>
                  </a:lnTo>
                  <a:close/>
                </a:path>
                <a:path w="1372870" h="1334134">
                  <a:moveTo>
                    <a:pt x="111036" y="971854"/>
                  </a:moveTo>
                  <a:lnTo>
                    <a:pt x="0" y="971854"/>
                  </a:lnTo>
                  <a:lnTo>
                    <a:pt x="0" y="990587"/>
                  </a:lnTo>
                  <a:lnTo>
                    <a:pt x="111036" y="990587"/>
                  </a:lnTo>
                  <a:lnTo>
                    <a:pt x="111036" y="971854"/>
                  </a:lnTo>
                  <a:close/>
                </a:path>
                <a:path w="1372870" h="1334134">
                  <a:moveTo>
                    <a:pt x="111036" y="914666"/>
                  </a:moveTo>
                  <a:lnTo>
                    <a:pt x="0" y="914666"/>
                  </a:lnTo>
                  <a:lnTo>
                    <a:pt x="0" y="933411"/>
                  </a:lnTo>
                  <a:lnTo>
                    <a:pt x="111036" y="933411"/>
                  </a:lnTo>
                  <a:lnTo>
                    <a:pt x="111036" y="914666"/>
                  </a:lnTo>
                  <a:close/>
                </a:path>
                <a:path w="1372870" h="1334134">
                  <a:moveTo>
                    <a:pt x="111036" y="857491"/>
                  </a:moveTo>
                  <a:lnTo>
                    <a:pt x="0" y="857491"/>
                  </a:lnTo>
                  <a:lnTo>
                    <a:pt x="0" y="876236"/>
                  </a:lnTo>
                  <a:lnTo>
                    <a:pt x="111036" y="876236"/>
                  </a:lnTo>
                  <a:lnTo>
                    <a:pt x="111036" y="857491"/>
                  </a:lnTo>
                  <a:close/>
                </a:path>
                <a:path w="1372870" h="1334134">
                  <a:moveTo>
                    <a:pt x="111036" y="800303"/>
                  </a:moveTo>
                  <a:lnTo>
                    <a:pt x="0" y="800303"/>
                  </a:lnTo>
                  <a:lnTo>
                    <a:pt x="0" y="819048"/>
                  </a:lnTo>
                  <a:lnTo>
                    <a:pt x="111036" y="819048"/>
                  </a:lnTo>
                  <a:lnTo>
                    <a:pt x="111036" y="800303"/>
                  </a:lnTo>
                  <a:close/>
                </a:path>
                <a:path w="1372870" h="1334134">
                  <a:moveTo>
                    <a:pt x="758113" y="72390"/>
                  </a:moveTo>
                  <a:lnTo>
                    <a:pt x="716419" y="72390"/>
                  </a:lnTo>
                  <a:lnTo>
                    <a:pt x="716419" y="45720"/>
                  </a:lnTo>
                  <a:lnTo>
                    <a:pt x="463346" y="45720"/>
                  </a:lnTo>
                  <a:lnTo>
                    <a:pt x="463346" y="72390"/>
                  </a:lnTo>
                  <a:lnTo>
                    <a:pt x="421894" y="72390"/>
                  </a:lnTo>
                  <a:lnTo>
                    <a:pt x="421894" y="45720"/>
                  </a:lnTo>
                  <a:lnTo>
                    <a:pt x="421894" y="0"/>
                  </a:lnTo>
                  <a:lnTo>
                    <a:pt x="355396" y="0"/>
                  </a:lnTo>
                  <a:lnTo>
                    <a:pt x="355396" y="45720"/>
                  </a:lnTo>
                  <a:lnTo>
                    <a:pt x="355396" y="72390"/>
                  </a:lnTo>
                  <a:lnTo>
                    <a:pt x="297053" y="72390"/>
                  </a:lnTo>
                  <a:lnTo>
                    <a:pt x="297053" y="256540"/>
                  </a:lnTo>
                  <a:lnTo>
                    <a:pt x="366522" y="256540"/>
                  </a:lnTo>
                  <a:lnTo>
                    <a:pt x="480834" y="256565"/>
                  </a:lnTo>
                  <a:lnTo>
                    <a:pt x="563892" y="256540"/>
                  </a:lnTo>
                  <a:lnTo>
                    <a:pt x="678218" y="256565"/>
                  </a:lnTo>
                  <a:lnTo>
                    <a:pt x="758113" y="256540"/>
                  </a:lnTo>
                  <a:lnTo>
                    <a:pt x="758113" y="72390"/>
                  </a:lnTo>
                  <a:close/>
                </a:path>
                <a:path w="1372870" h="1334134">
                  <a:moveTo>
                    <a:pt x="1372743" y="1314945"/>
                  </a:moveTo>
                  <a:lnTo>
                    <a:pt x="1261706" y="1314945"/>
                  </a:lnTo>
                  <a:lnTo>
                    <a:pt x="1261706" y="1333677"/>
                  </a:lnTo>
                  <a:lnTo>
                    <a:pt x="1372743" y="1333677"/>
                  </a:lnTo>
                  <a:lnTo>
                    <a:pt x="1372743" y="1314945"/>
                  </a:lnTo>
                  <a:close/>
                </a:path>
                <a:path w="1372870" h="1334134">
                  <a:moveTo>
                    <a:pt x="1372743" y="1257757"/>
                  </a:moveTo>
                  <a:lnTo>
                    <a:pt x="1261706" y="1257757"/>
                  </a:lnTo>
                  <a:lnTo>
                    <a:pt x="1261706" y="1276502"/>
                  </a:lnTo>
                  <a:lnTo>
                    <a:pt x="1372743" y="1276502"/>
                  </a:lnTo>
                  <a:lnTo>
                    <a:pt x="1372743" y="1257757"/>
                  </a:lnTo>
                  <a:close/>
                </a:path>
                <a:path w="1372870" h="1334134">
                  <a:moveTo>
                    <a:pt x="1372743" y="1200581"/>
                  </a:moveTo>
                  <a:lnTo>
                    <a:pt x="1261706" y="1200581"/>
                  </a:lnTo>
                  <a:lnTo>
                    <a:pt x="1261706" y="1219314"/>
                  </a:lnTo>
                  <a:lnTo>
                    <a:pt x="1372743" y="1219314"/>
                  </a:lnTo>
                  <a:lnTo>
                    <a:pt x="1372743" y="1200581"/>
                  </a:lnTo>
                  <a:close/>
                </a:path>
                <a:path w="1372870" h="1334134">
                  <a:moveTo>
                    <a:pt x="1372743" y="1143393"/>
                  </a:moveTo>
                  <a:lnTo>
                    <a:pt x="1261706" y="1143393"/>
                  </a:lnTo>
                  <a:lnTo>
                    <a:pt x="1261706" y="1162138"/>
                  </a:lnTo>
                  <a:lnTo>
                    <a:pt x="1372743" y="1162138"/>
                  </a:lnTo>
                  <a:lnTo>
                    <a:pt x="1372743" y="1143393"/>
                  </a:lnTo>
                  <a:close/>
                </a:path>
                <a:path w="1372870" h="1334134">
                  <a:moveTo>
                    <a:pt x="1372743" y="1086218"/>
                  </a:moveTo>
                  <a:lnTo>
                    <a:pt x="1261706" y="1086218"/>
                  </a:lnTo>
                  <a:lnTo>
                    <a:pt x="1261706" y="1104950"/>
                  </a:lnTo>
                  <a:lnTo>
                    <a:pt x="1372743" y="1104950"/>
                  </a:lnTo>
                  <a:lnTo>
                    <a:pt x="1372743" y="1086218"/>
                  </a:lnTo>
                  <a:close/>
                </a:path>
                <a:path w="1372870" h="1334134">
                  <a:moveTo>
                    <a:pt x="1372743" y="1029030"/>
                  </a:moveTo>
                  <a:lnTo>
                    <a:pt x="1261706" y="1029030"/>
                  </a:lnTo>
                  <a:lnTo>
                    <a:pt x="1261706" y="1047775"/>
                  </a:lnTo>
                  <a:lnTo>
                    <a:pt x="1372743" y="1047775"/>
                  </a:lnTo>
                  <a:lnTo>
                    <a:pt x="1372743" y="1029030"/>
                  </a:lnTo>
                  <a:close/>
                </a:path>
                <a:path w="1372870" h="1334134">
                  <a:moveTo>
                    <a:pt x="1372743" y="971854"/>
                  </a:moveTo>
                  <a:lnTo>
                    <a:pt x="1261706" y="971854"/>
                  </a:lnTo>
                  <a:lnTo>
                    <a:pt x="1261706" y="990587"/>
                  </a:lnTo>
                  <a:lnTo>
                    <a:pt x="1372743" y="990587"/>
                  </a:lnTo>
                  <a:lnTo>
                    <a:pt x="1372743" y="971854"/>
                  </a:lnTo>
                  <a:close/>
                </a:path>
                <a:path w="1372870" h="1334134">
                  <a:moveTo>
                    <a:pt x="1372743" y="914666"/>
                  </a:moveTo>
                  <a:lnTo>
                    <a:pt x="1261706" y="914666"/>
                  </a:lnTo>
                  <a:lnTo>
                    <a:pt x="1261706" y="933411"/>
                  </a:lnTo>
                  <a:lnTo>
                    <a:pt x="1372743" y="933411"/>
                  </a:lnTo>
                  <a:lnTo>
                    <a:pt x="1372743" y="914666"/>
                  </a:lnTo>
                  <a:close/>
                </a:path>
                <a:path w="1372870" h="1334134">
                  <a:moveTo>
                    <a:pt x="1372743" y="857491"/>
                  </a:moveTo>
                  <a:lnTo>
                    <a:pt x="1261706" y="857491"/>
                  </a:lnTo>
                  <a:lnTo>
                    <a:pt x="1261706" y="876236"/>
                  </a:lnTo>
                  <a:lnTo>
                    <a:pt x="1372743" y="876236"/>
                  </a:lnTo>
                  <a:lnTo>
                    <a:pt x="1372743" y="857491"/>
                  </a:lnTo>
                  <a:close/>
                </a:path>
                <a:path w="1372870" h="1334134">
                  <a:moveTo>
                    <a:pt x="1372743" y="800303"/>
                  </a:moveTo>
                  <a:lnTo>
                    <a:pt x="1261706" y="800303"/>
                  </a:lnTo>
                  <a:lnTo>
                    <a:pt x="1261706" y="819048"/>
                  </a:lnTo>
                  <a:lnTo>
                    <a:pt x="1372743" y="819048"/>
                  </a:lnTo>
                  <a:lnTo>
                    <a:pt x="1372743" y="800303"/>
                  </a:lnTo>
                  <a:close/>
                </a:path>
              </a:pathLst>
            </a:custGeom>
            <a:solidFill>
              <a:srgbClr val="CDCDCD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5" name="object 285" descr=""/>
          <p:cNvGrpSpPr/>
          <p:nvPr/>
        </p:nvGrpSpPr>
        <p:grpSpPr>
          <a:xfrm>
            <a:off x="8774947" y="7621275"/>
            <a:ext cx="1619885" cy="2189480"/>
            <a:chOff x="8774947" y="7621275"/>
            <a:chExt cx="1619885" cy="2189480"/>
          </a:xfrm>
        </p:grpSpPr>
        <p:sp>
          <p:nvSpPr>
            <p:cNvPr id="286" name="object 286" descr=""/>
            <p:cNvSpPr/>
            <p:nvPr/>
          </p:nvSpPr>
          <p:spPr>
            <a:xfrm>
              <a:off x="9240564" y="7621275"/>
              <a:ext cx="683895" cy="683895"/>
            </a:xfrm>
            <a:custGeom>
              <a:avLst/>
              <a:gdLst/>
              <a:ahLst/>
              <a:cxnLst/>
              <a:rect l="l" t="t" r="r" b="b"/>
              <a:pathLst>
                <a:path w="683895" h="683895">
                  <a:moveTo>
                    <a:pt x="341727" y="0"/>
                  </a:moveTo>
                  <a:lnTo>
                    <a:pt x="295358" y="3119"/>
                  </a:lnTo>
                  <a:lnTo>
                    <a:pt x="250884" y="12207"/>
                  </a:lnTo>
                  <a:lnTo>
                    <a:pt x="208713" y="26855"/>
                  </a:lnTo>
                  <a:lnTo>
                    <a:pt x="169252" y="46656"/>
                  </a:lnTo>
                  <a:lnTo>
                    <a:pt x="132909" y="71204"/>
                  </a:lnTo>
                  <a:lnTo>
                    <a:pt x="100091" y="100091"/>
                  </a:lnTo>
                  <a:lnTo>
                    <a:pt x="71204" y="132909"/>
                  </a:lnTo>
                  <a:lnTo>
                    <a:pt x="46656" y="169252"/>
                  </a:lnTo>
                  <a:lnTo>
                    <a:pt x="26855" y="208713"/>
                  </a:lnTo>
                  <a:lnTo>
                    <a:pt x="12207" y="250884"/>
                  </a:lnTo>
                  <a:lnTo>
                    <a:pt x="3119" y="295358"/>
                  </a:lnTo>
                  <a:lnTo>
                    <a:pt x="0" y="341727"/>
                  </a:lnTo>
                  <a:lnTo>
                    <a:pt x="3119" y="388097"/>
                  </a:lnTo>
                  <a:lnTo>
                    <a:pt x="12207" y="432571"/>
                  </a:lnTo>
                  <a:lnTo>
                    <a:pt x="26855" y="474742"/>
                  </a:lnTo>
                  <a:lnTo>
                    <a:pt x="46656" y="514202"/>
                  </a:lnTo>
                  <a:lnTo>
                    <a:pt x="71204" y="550545"/>
                  </a:lnTo>
                  <a:lnTo>
                    <a:pt x="100091" y="583364"/>
                  </a:lnTo>
                  <a:lnTo>
                    <a:pt x="132909" y="612251"/>
                  </a:lnTo>
                  <a:lnTo>
                    <a:pt x="169252" y="636798"/>
                  </a:lnTo>
                  <a:lnTo>
                    <a:pt x="208713" y="656600"/>
                  </a:lnTo>
                  <a:lnTo>
                    <a:pt x="250884" y="671248"/>
                  </a:lnTo>
                  <a:lnTo>
                    <a:pt x="295358" y="680335"/>
                  </a:lnTo>
                  <a:lnTo>
                    <a:pt x="341727" y="683455"/>
                  </a:lnTo>
                  <a:lnTo>
                    <a:pt x="388097" y="680335"/>
                  </a:lnTo>
                  <a:lnTo>
                    <a:pt x="432571" y="671248"/>
                  </a:lnTo>
                  <a:lnTo>
                    <a:pt x="474742" y="656600"/>
                  </a:lnTo>
                  <a:lnTo>
                    <a:pt x="514202" y="636798"/>
                  </a:lnTo>
                  <a:lnTo>
                    <a:pt x="550545" y="612251"/>
                  </a:lnTo>
                  <a:lnTo>
                    <a:pt x="583364" y="583364"/>
                  </a:lnTo>
                  <a:lnTo>
                    <a:pt x="612251" y="550545"/>
                  </a:lnTo>
                  <a:lnTo>
                    <a:pt x="636798" y="514202"/>
                  </a:lnTo>
                  <a:lnTo>
                    <a:pt x="656600" y="474742"/>
                  </a:lnTo>
                  <a:lnTo>
                    <a:pt x="671248" y="432571"/>
                  </a:lnTo>
                  <a:lnTo>
                    <a:pt x="680335" y="388097"/>
                  </a:lnTo>
                  <a:lnTo>
                    <a:pt x="683455" y="341727"/>
                  </a:lnTo>
                  <a:lnTo>
                    <a:pt x="680335" y="295358"/>
                  </a:lnTo>
                  <a:lnTo>
                    <a:pt x="671248" y="250884"/>
                  </a:lnTo>
                  <a:lnTo>
                    <a:pt x="656600" y="208713"/>
                  </a:lnTo>
                  <a:lnTo>
                    <a:pt x="636798" y="169252"/>
                  </a:lnTo>
                  <a:lnTo>
                    <a:pt x="612251" y="132909"/>
                  </a:lnTo>
                  <a:lnTo>
                    <a:pt x="583364" y="100091"/>
                  </a:lnTo>
                  <a:lnTo>
                    <a:pt x="550545" y="71204"/>
                  </a:lnTo>
                  <a:lnTo>
                    <a:pt x="514202" y="46656"/>
                  </a:lnTo>
                  <a:lnTo>
                    <a:pt x="474742" y="26855"/>
                  </a:lnTo>
                  <a:lnTo>
                    <a:pt x="432571" y="12207"/>
                  </a:lnTo>
                  <a:lnTo>
                    <a:pt x="388097" y="3119"/>
                  </a:lnTo>
                  <a:lnTo>
                    <a:pt x="341727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 descr=""/>
            <p:cNvSpPr/>
            <p:nvPr/>
          </p:nvSpPr>
          <p:spPr>
            <a:xfrm>
              <a:off x="9175966" y="7807039"/>
              <a:ext cx="812800" cy="281940"/>
            </a:xfrm>
            <a:custGeom>
              <a:avLst/>
              <a:gdLst/>
              <a:ahLst/>
              <a:cxnLst/>
              <a:rect l="l" t="t" r="r" b="b"/>
              <a:pathLst>
                <a:path w="812800" h="281940">
                  <a:moveTo>
                    <a:pt x="812634" y="85293"/>
                  </a:moveTo>
                  <a:lnTo>
                    <a:pt x="773353" y="85293"/>
                  </a:lnTo>
                  <a:lnTo>
                    <a:pt x="773353" y="0"/>
                  </a:lnTo>
                  <a:lnTo>
                    <a:pt x="39281" y="0"/>
                  </a:lnTo>
                  <a:lnTo>
                    <a:pt x="39281" y="85293"/>
                  </a:lnTo>
                  <a:lnTo>
                    <a:pt x="0" y="85293"/>
                  </a:lnTo>
                  <a:lnTo>
                    <a:pt x="0" y="281673"/>
                  </a:lnTo>
                  <a:lnTo>
                    <a:pt x="812634" y="281673"/>
                  </a:lnTo>
                  <a:lnTo>
                    <a:pt x="812634" y="85293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 descr=""/>
            <p:cNvSpPr/>
            <p:nvPr/>
          </p:nvSpPr>
          <p:spPr>
            <a:xfrm>
              <a:off x="8795944" y="8002682"/>
              <a:ext cx="1598930" cy="1807845"/>
            </a:xfrm>
            <a:custGeom>
              <a:avLst/>
              <a:gdLst/>
              <a:ahLst/>
              <a:cxnLst/>
              <a:rect l="l" t="t" r="r" b="b"/>
              <a:pathLst>
                <a:path w="1598929" h="1807845">
                  <a:moveTo>
                    <a:pt x="1598345" y="209308"/>
                  </a:moveTo>
                  <a:lnTo>
                    <a:pt x="1402549" y="209308"/>
                  </a:lnTo>
                  <a:lnTo>
                    <a:pt x="1402549" y="186524"/>
                  </a:lnTo>
                  <a:lnTo>
                    <a:pt x="1402549" y="0"/>
                  </a:lnTo>
                  <a:lnTo>
                    <a:pt x="170129" y="0"/>
                  </a:lnTo>
                  <a:lnTo>
                    <a:pt x="170129" y="186524"/>
                  </a:lnTo>
                  <a:lnTo>
                    <a:pt x="170129" y="209308"/>
                  </a:lnTo>
                  <a:lnTo>
                    <a:pt x="0" y="209308"/>
                  </a:lnTo>
                  <a:lnTo>
                    <a:pt x="0" y="243509"/>
                  </a:lnTo>
                  <a:lnTo>
                    <a:pt x="0" y="1807667"/>
                  </a:lnTo>
                  <a:lnTo>
                    <a:pt x="1598345" y="1807667"/>
                  </a:lnTo>
                  <a:lnTo>
                    <a:pt x="1598345" y="243509"/>
                  </a:lnTo>
                  <a:lnTo>
                    <a:pt x="1598345" y="209308"/>
                  </a:lnTo>
                  <a:close/>
                </a:path>
              </a:pathLst>
            </a:custGeom>
            <a:solidFill>
              <a:srgbClr val="C1E7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 descr=""/>
            <p:cNvSpPr/>
            <p:nvPr/>
          </p:nvSpPr>
          <p:spPr>
            <a:xfrm>
              <a:off x="8966073" y="7963007"/>
              <a:ext cx="1232535" cy="249554"/>
            </a:xfrm>
            <a:custGeom>
              <a:avLst/>
              <a:gdLst/>
              <a:ahLst/>
              <a:cxnLst/>
              <a:rect l="l" t="t" r="r" b="b"/>
              <a:pathLst>
                <a:path w="1232534" h="249554">
                  <a:moveTo>
                    <a:pt x="1022527" y="0"/>
                  </a:moveTo>
                  <a:lnTo>
                    <a:pt x="209892" y="0"/>
                  </a:lnTo>
                  <a:lnTo>
                    <a:pt x="209892" y="39674"/>
                  </a:lnTo>
                  <a:lnTo>
                    <a:pt x="1022527" y="39674"/>
                  </a:lnTo>
                  <a:lnTo>
                    <a:pt x="1022527" y="0"/>
                  </a:lnTo>
                  <a:close/>
                </a:path>
                <a:path w="1232534" h="249554">
                  <a:moveTo>
                    <a:pt x="1232420" y="185420"/>
                  </a:moveTo>
                  <a:lnTo>
                    <a:pt x="0" y="185420"/>
                  </a:lnTo>
                  <a:lnTo>
                    <a:pt x="0" y="226199"/>
                  </a:lnTo>
                  <a:lnTo>
                    <a:pt x="0" y="248996"/>
                  </a:lnTo>
                  <a:lnTo>
                    <a:pt x="1232420" y="248996"/>
                  </a:lnTo>
                  <a:lnTo>
                    <a:pt x="1232420" y="226199"/>
                  </a:lnTo>
                  <a:lnTo>
                    <a:pt x="1232420" y="185420"/>
                  </a:lnTo>
                  <a:close/>
                </a:path>
              </a:pathLst>
            </a:custGeom>
            <a:solidFill>
              <a:srgbClr val="CDCDCD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 descr=""/>
            <p:cNvSpPr/>
            <p:nvPr/>
          </p:nvSpPr>
          <p:spPr>
            <a:xfrm>
              <a:off x="9042603" y="8041328"/>
              <a:ext cx="1080135" cy="77470"/>
            </a:xfrm>
            <a:custGeom>
              <a:avLst/>
              <a:gdLst/>
              <a:ahLst/>
              <a:cxnLst/>
              <a:rect l="l" t="t" r="r" b="b"/>
              <a:pathLst>
                <a:path w="1080134" h="77470">
                  <a:moveTo>
                    <a:pt x="42113" y="0"/>
                  </a:moveTo>
                  <a:lnTo>
                    <a:pt x="0" y="0"/>
                  </a:lnTo>
                  <a:lnTo>
                    <a:pt x="0" y="77254"/>
                  </a:lnTo>
                  <a:lnTo>
                    <a:pt x="42113" y="77254"/>
                  </a:lnTo>
                  <a:lnTo>
                    <a:pt x="42113" y="0"/>
                  </a:lnTo>
                  <a:close/>
                </a:path>
                <a:path w="1080134" h="77470">
                  <a:moveTo>
                    <a:pt x="145884" y="0"/>
                  </a:moveTo>
                  <a:lnTo>
                    <a:pt x="103771" y="0"/>
                  </a:lnTo>
                  <a:lnTo>
                    <a:pt x="103771" y="77254"/>
                  </a:lnTo>
                  <a:lnTo>
                    <a:pt x="145884" y="77254"/>
                  </a:lnTo>
                  <a:lnTo>
                    <a:pt x="145884" y="0"/>
                  </a:lnTo>
                  <a:close/>
                </a:path>
                <a:path w="1080134" h="77470">
                  <a:moveTo>
                    <a:pt x="249656" y="0"/>
                  </a:moveTo>
                  <a:lnTo>
                    <a:pt x="207543" y="0"/>
                  </a:lnTo>
                  <a:lnTo>
                    <a:pt x="207543" y="77254"/>
                  </a:lnTo>
                  <a:lnTo>
                    <a:pt x="249656" y="77254"/>
                  </a:lnTo>
                  <a:lnTo>
                    <a:pt x="249656" y="0"/>
                  </a:lnTo>
                  <a:close/>
                </a:path>
                <a:path w="1080134" h="77470">
                  <a:moveTo>
                    <a:pt x="353428" y="0"/>
                  </a:moveTo>
                  <a:lnTo>
                    <a:pt x="311315" y="0"/>
                  </a:lnTo>
                  <a:lnTo>
                    <a:pt x="311315" y="77254"/>
                  </a:lnTo>
                  <a:lnTo>
                    <a:pt x="353428" y="77254"/>
                  </a:lnTo>
                  <a:lnTo>
                    <a:pt x="353428" y="0"/>
                  </a:lnTo>
                  <a:close/>
                </a:path>
                <a:path w="1080134" h="77470">
                  <a:moveTo>
                    <a:pt x="457200" y="0"/>
                  </a:moveTo>
                  <a:lnTo>
                    <a:pt x="415086" y="0"/>
                  </a:lnTo>
                  <a:lnTo>
                    <a:pt x="415086" y="77254"/>
                  </a:lnTo>
                  <a:lnTo>
                    <a:pt x="457200" y="77254"/>
                  </a:lnTo>
                  <a:lnTo>
                    <a:pt x="457200" y="0"/>
                  </a:lnTo>
                  <a:close/>
                </a:path>
                <a:path w="1080134" h="77470">
                  <a:moveTo>
                    <a:pt x="560984" y="0"/>
                  </a:moveTo>
                  <a:lnTo>
                    <a:pt x="518871" y="0"/>
                  </a:lnTo>
                  <a:lnTo>
                    <a:pt x="518871" y="77254"/>
                  </a:lnTo>
                  <a:lnTo>
                    <a:pt x="560984" y="77254"/>
                  </a:lnTo>
                  <a:lnTo>
                    <a:pt x="560984" y="0"/>
                  </a:lnTo>
                  <a:close/>
                </a:path>
                <a:path w="1080134" h="77470">
                  <a:moveTo>
                    <a:pt x="664743" y="0"/>
                  </a:moveTo>
                  <a:lnTo>
                    <a:pt x="622630" y="0"/>
                  </a:lnTo>
                  <a:lnTo>
                    <a:pt x="622630" y="77254"/>
                  </a:lnTo>
                  <a:lnTo>
                    <a:pt x="664743" y="77254"/>
                  </a:lnTo>
                  <a:lnTo>
                    <a:pt x="664743" y="0"/>
                  </a:lnTo>
                  <a:close/>
                </a:path>
                <a:path w="1080134" h="77470">
                  <a:moveTo>
                    <a:pt x="768527" y="0"/>
                  </a:moveTo>
                  <a:lnTo>
                    <a:pt x="726414" y="0"/>
                  </a:lnTo>
                  <a:lnTo>
                    <a:pt x="726414" y="77254"/>
                  </a:lnTo>
                  <a:lnTo>
                    <a:pt x="768527" y="77254"/>
                  </a:lnTo>
                  <a:lnTo>
                    <a:pt x="768527" y="0"/>
                  </a:lnTo>
                  <a:close/>
                </a:path>
                <a:path w="1080134" h="77470">
                  <a:moveTo>
                    <a:pt x="872299" y="0"/>
                  </a:moveTo>
                  <a:lnTo>
                    <a:pt x="830186" y="0"/>
                  </a:lnTo>
                  <a:lnTo>
                    <a:pt x="830186" y="77254"/>
                  </a:lnTo>
                  <a:lnTo>
                    <a:pt x="872299" y="77254"/>
                  </a:lnTo>
                  <a:lnTo>
                    <a:pt x="872299" y="0"/>
                  </a:lnTo>
                  <a:close/>
                </a:path>
                <a:path w="1080134" h="77470">
                  <a:moveTo>
                    <a:pt x="976071" y="0"/>
                  </a:moveTo>
                  <a:lnTo>
                    <a:pt x="933958" y="0"/>
                  </a:lnTo>
                  <a:lnTo>
                    <a:pt x="933958" y="77254"/>
                  </a:lnTo>
                  <a:lnTo>
                    <a:pt x="976071" y="77254"/>
                  </a:lnTo>
                  <a:lnTo>
                    <a:pt x="976071" y="0"/>
                  </a:lnTo>
                  <a:close/>
                </a:path>
                <a:path w="1080134" h="77470">
                  <a:moveTo>
                    <a:pt x="1079842" y="0"/>
                  </a:moveTo>
                  <a:lnTo>
                    <a:pt x="1037729" y="0"/>
                  </a:lnTo>
                  <a:lnTo>
                    <a:pt x="1037729" y="77254"/>
                  </a:lnTo>
                  <a:lnTo>
                    <a:pt x="1079842" y="77254"/>
                  </a:lnTo>
                  <a:lnTo>
                    <a:pt x="1079842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 descr=""/>
            <p:cNvSpPr/>
            <p:nvPr/>
          </p:nvSpPr>
          <p:spPr>
            <a:xfrm>
              <a:off x="8843594" y="8266106"/>
              <a:ext cx="1246505" cy="497840"/>
            </a:xfrm>
            <a:custGeom>
              <a:avLst/>
              <a:gdLst/>
              <a:ahLst/>
              <a:cxnLst/>
              <a:rect l="l" t="t" r="r" b="b"/>
              <a:pathLst>
                <a:path w="1246504" h="497840">
                  <a:moveTo>
                    <a:pt x="19456" y="354152"/>
                  </a:moveTo>
                  <a:lnTo>
                    <a:pt x="0" y="354152"/>
                  </a:lnTo>
                  <a:lnTo>
                    <a:pt x="0" y="497522"/>
                  </a:lnTo>
                  <a:lnTo>
                    <a:pt x="19456" y="497522"/>
                  </a:lnTo>
                  <a:lnTo>
                    <a:pt x="19456" y="354152"/>
                  </a:lnTo>
                  <a:close/>
                </a:path>
                <a:path w="1246504" h="497840">
                  <a:moveTo>
                    <a:pt x="19456" y="177076"/>
                  </a:moveTo>
                  <a:lnTo>
                    <a:pt x="0" y="177076"/>
                  </a:lnTo>
                  <a:lnTo>
                    <a:pt x="0" y="320446"/>
                  </a:lnTo>
                  <a:lnTo>
                    <a:pt x="19456" y="320446"/>
                  </a:lnTo>
                  <a:lnTo>
                    <a:pt x="19456" y="177076"/>
                  </a:lnTo>
                  <a:close/>
                </a:path>
                <a:path w="1246504" h="497840">
                  <a:moveTo>
                    <a:pt x="19456" y="0"/>
                  </a:moveTo>
                  <a:lnTo>
                    <a:pt x="0" y="0"/>
                  </a:lnTo>
                  <a:lnTo>
                    <a:pt x="0" y="143370"/>
                  </a:lnTo>
                  <a:lnTo>
                    <a:pt x="19456" y="143370"/>
                  </a:lnTo>
                  <a:lnTo>
                    <a:pt x="19456" y="0"/>
                  </a:lnTo>
                  <a:close/>
                </a:path>
                <a:path w="1246504" h="497840">
                  <a:moveTo>
                    <a:pt x="67411" y="354152"/>
                  </a:moveTo>
                  <a:lnTo>
                    <a:pt x="47955" y="354152"/>
                  </a:lnTo>
                  <a:lnTo>
                    <a:pt x="47955" y="497522"/>
                  </a:lnTo>
                  <a:lnTo>
                    <a:pt x="67411" y="497522"/>
                  </a:lnTo>
                  <a:lnTo>
                    <a:pt x="67411" y="354152"/>
                  </a:lnTo>
                  <a:close/>
                </a:path>
                <a:path w="1246504" h="497840">
                  <a:moveTo>
                    <a:pt x="67411" y="177076"/>
                  </a:moveTo>
                  <a:lnTo>
                    <a:pt x="47955" y="177076"/>
                  </a:lnTo>
                  <a:lnTo>
                    <a:pt x="47955" y="320446"/>
                  </a:lnTo>
                  <a:lnTo>
                    <a:pt x="67411" y="320446"/>
                  </a:lnTo>
                  <a:lnTo>
                    <a:pt x="67411" y="177076"/>
                  </a:lnTo>
                  <a:close/>
                </a:path>
                <a:path w="1246504" h="497840">
                  <a:moveTo>
                    <a:pt x="67411" y="0"/>
                  </a:moveTo>
                  <a:lnTo>
                    <a:pt x="47955" y="0"/>
                  </a:lnTo>
                  <a:lnTo>
                    <a:pt x="47955" y="143370"/>
                  </a:lnTo>
                  <a:lnTo>
                    <a:pt x="67411" y="143370"/>
                  </a:lnTo>
                  <a:lnTo>
                    <a:pt x="67411" y="0"/>
                  </a:lnTo>
                  <a:close/>
                </a:path>
                <a:path w="1246504" h="497840">
                  <a:moveTo>
                    <a:pt x="115354" y="354152"/>
                  </a:moveTo>
                  <a:lnTo>
                    <a:pt x="95897" y="354152"/>
                  </a:lnTo>
                  <a:lnTo>
                    <a:pt x="95897" y="497522"/>
                  </a:lnTo>
                  <a:lnTo>
                    <a:pt x="115354" y="497522"/>
                  </a:lnTo>
                  <a:lnTo>
                    <a:pt x="115354" y="354152"/>
                  </a:lnTo>
                  <a:close/>
                </a:path>
                <a:path w="1246504" h="497840">
                  <a:moveTo>
                    <a:pt x="115354" y="177076"/>
                  </a:moveTo>
                  <a:lnTo>
                    <a:pt x="95897" y="177076"/>
                  </a:lnTo>
                  <a:lnTo>
                    <a:pt x="95897" y="320446"/>
                  </a:lnTo>
                  <a:lnTo>
                    <a:pt x="115354" y="320446"/>
                  </a:lnTo>
                  <a:lnTo>
                    <a:pt x="115354" y="177076"/>
                  </a:lnTo>
                  <a:close/>
                </a:path>
                <a:path w="1246504" h="497840">
                  <a:moveTo>
                    <a:pt x="115354" y="0"/>
                  </a:moveTo>
                  <a:lnTo>
                    <a:pt x="95897" y="0"/>
                  </a:lnTo>
                  <a:lnTo>
                    <a:pt x="95897" y="143370"/>
                  </a:lnTo>
                  <a:lnTo>
                    <a:pt x="115354" y="143370"/>
                  </a:lnTo>
                  <a:lnTo>
                    <a:pt x="115354" y="0"/>
                  </a:lnTo>
                  <a:close/>
                </a:path>
                <a:path w="1246504" h="497840">
                  <a:moveTo>
                    <a:pt x="163296" y="354152"/>
                  </a:moveTo>
                  <a:lnTo>
                    <a:pt x="143840" y="354152"/>
                  </a:lnTo>
                  <a:lnTo>
                    <a:pt x="143840" y="497522"/>
                  </a:lnTo>
                  <a:lnTo>
                    <a:pt x="163296" y="497522"/>
                  </a:lnTo>
                  <a:lnTo>
                    <a:pt x="163296" y="354152"/>
                  </a:lnTo>
                  <a:close/>
                </a:path>
                <a:path w="1246504" h="497840">
                  <a:moveTo>
                    <a:pt x="163296" y="177076"/>
                  </a:moveTo>
                  <a:lnTo>
                    <a:pt x="143840" y="177076"/>
                  </a:lnTo>
                  <a:lnTo>
                    <a:pt x="143840" y="320446"/>
                  </a:lnTo>
                  <a:lnTo>
                    <a:pt x="163296" y="320446"/>
                  </a:lnTo>
                  <a:lnTo>
                    <a:pt x="163296" y="177076"/>
                  </a:lnTo>
                  <a:close/>
                </a:path>
                <a:path w="1246504" h="497840">
                  <a:moveTo>
                    <a:pt x="163296" y="0"/>
                  </a:moveTo>
                  <a:lnTo>
                    <a:pt x="143840" y="0"/>
                  </a:lnTo>
                  <a:lnTo>
                    <a:pt x="143840" y="143370"/>
                  </a:lnTo>
                  <a:lnTo>
                    <a:pt x="163296" y="143370"/>
                  </a:lnTo>
                  <a:lnTo>
                    <a:pt x="163296" y="0"/>
                  </a:lnTo>
                  <a:close/>
                </a:path>
                <a:path w="1246504" h="497840">
                  <a:moveTo>
                    <a:pt x="211251" y="354152"/>
                  </a:moveTo>
                  <a:lnTo>
                    <a:pt x="191795" y="354152"/>
                  </a:lnTo>
                  <a:lnTo>
                    <a:pt x="191795" y="497522"/>
                  </a:lnTo>
                  <a:lnTo>
                    <a:pt x="211251" y="497522"/>
                  </a:lnTo>
                  <a:lnTo>
                    <a:pt x="211251" y="354152"/>
                  </a:lnTo>
                  <a:close/>
                </a:path>
                <a:path w="1246504" h="497840">
                  <a:moveTo>
                    <a:pt x="211251" y="177076"/>
                  </a:moveTo>
                  <a:lnTo>
                    <a:pt x="191795" y="177076"/>
                  </a:lnTo>
                  <a:lnTo>
                    <a:pt x="191795" y="320446"/>
                  </a:lnTo>
                  <a:lnTo>
                    <a:pt x="211251" y="320446"/>
                  </a:lnTo>
                  <a:lnTo>
                    <a:pt x="211251" y="177076"/>
                  </a:lnTo>
                  <a:close/>
                </a:path>
                <a:path w="1246504" h="497840">
                  <a:moveTo>
                    <a:pt x="211251" y="0"/>
                  </a:moveTo>
                  <a:lnTo>
                    <a:pt x="191795" y="0"/>
                  </a:lnTo>
                  <a:lnTo>
                    <a:pt x="191795" y="143370"/>
                  </a:lnTo>
                  <a:lnTo>
                    <a:pt x="211251" y="143370"/>
                  </a:lnTo>
                  <a:lnTo>
                    <a:pt x="211251" y="0"/>
                  </a:lnTo>
                  <a:close/>
                </a:path>
                <a:path w="1246504" h="497840">
                  <a:moveTo>
                    <a:pt x="259207" y="354152"/>
                  </a:moveTo>
                  <a:lnTo>
                    <a:pt x="239750" y="354152"/>
                  </a:lnTo>
                  <a:lnTo>
                    <a:pt x="239750" y="497522"/>
                  </a:lnTo>
                  <a:lnTo>
                    <a:pt x="259207" y="497522"/>
                  </a:lnTo>
                  <a:lnTo>
                    <a:pt x="259207" y="354152"/>
                  </a:lnTo>
                  <a:close/>
                </a:path>
                <a:path w="1246504" h="497840">
                  <a:moveTo>
                    <a:pt x="259207" y="177076"/>
                  </a:moveTo>
                  <a:lnTo>
                    <a:pt x="239750" y="177076"/>
                  </a:lnTo>
                  <a:lnTo>
                    <a:pt x="239750" y="320446"/>
                  </a:lnTo>
                  <a:lnTo>
                    <a:pt x="259207" y="320446"/>
                  </a:lnTo>
                  <a:lnTo>
                    <a:pt x="259207" y="177076"/>
                  </a:lnTo>
                  <a:close/>
                </a:path>
                <a:path w="1246504" h="497840">
                  <a:moveTo>
                    <a:pt x="259207" y="0"/>
                  </a:moveTo>
                  <a:lnTo>
                    <a:pt x="239750" y="0"/>
                  </a:lnTo>
                  <a:lnTo>
                    <a:pt x="239750" y="143370"/>
                  </a:lnTo>
                  <a:lnTo>
                    <a:pt x="259207" y="143370"/>
                  </a:lnTo>
                  <a:lnTo>
                    <a:pt x="259207" y="0"/>
                  </a:lnTo>
                  <a:close/>
                </a:path>
                <a:path w="1246504" h="497840">
                  <a:moveTo>
                    <a:pt x="307149" y="354152"/>
                  </a:moveTo>
                  <a:lnTo>
                    <a:pt x="287693" y="354152"/>
                  </a:lnTo>
                  <a:lnTo>
                    <a:pt x="287693" y="497522"/>
                  </a:lnTo>
                  <a:lnTo>
                    <a:pt x="307149" y="497522"/>
                  </a:lnTo>
                  <a:lnTo>
                    <a:pt x="307149" y="354152"/>
                  </a:lnTo>
                  <a:close/>
                </a:path>
                <a:path w="1246504" h="497840">
                  <a:moveTo>
                    <a:pt x="307149" y="177076"/>
                  </a:moveTo>
                  <a:lnTo>
                    <a:pt x="287693" y="177076"/>
                  </a:lnTo>
                  <a:lnTo>
                    <a:pt x="287693" y="320446"/>
                  </a:lnTo>
                  <a:lnTo>
                    <a:pt x="307149" y="320446"/>
                  </a:lnTo>
                  <a:lnTo>
                    <a:pt x="307149" y="177076"/>
                  </a:lnTo>
                  <a:close/>
                </a:path>
                <a:path w="1246504" h="497840">
                  <a:moveTo>
                    <a:pt x="307149" y="0"/>
                  </a:moveTo>
                  <a:lnTo>
                    <a:pt x="287693" y="0"/>
                  </a:lnTo>
                  <a:lnTo>
                    <a:pt x="287693" y="143370"/>
                  </a:lnTo>
                  <a:lnTo>
                    <a:pt x="307149" y="143370"/>
                  </a:lnTo>
                  <a:lnTo>
                    <a:pt x="307149" y="0"/>
                  </a:lnTo>
                  <a:close/>
                </a:path>
                <a:path w="1246504" h="497840">
                  <a:moveTo>
                    <a:pt x="355092" y="354152"/>
                  </a:moveTo>
                  <a:lnTo>
                    <a:pt x="335635" y="354152"/>
                  </a:lnTo>
                  <a:lnTo>
                    <a:pt x="335635" y="497522"/>
                  </a:lnTo>
                  <a:lnTo>
                    <a:pt x="355092" y="497522"/>
                  </a:lnTo>
                  <a:lnTo>
                    <a:pt x="355092" y="354152"/>
                  </a:lnTo>
                  <a:close/>
                </a:path>
                <a:path w="1246504" h="497840">
                  <a:moveTo>
                    <a:pt x="355092" y="177076"/>
                  </a:moveTo>
                  <a:lnTo>
                    <a:pt x="335635" y="177076"/>
                  </a:lnTo>
                  <a:lnTo>
                    <a:pt x="335635" y="320446"/>
                  </a:lnTo>
                  <a:lnTo>
                    <a:pt x="355092" y="320446"/>
                  </a:lnTo>
                  <a:lnTo>
                    <a:pt x="355092" y="177076"/>
                  </a:lnTo>
                  <a:close/>
                </a:path>
                <a:path w="1246504" h="497840">
                  <a:moveTo>
                    <a:pt x="355092" y="0"/>
                  </a:moveTo>
                  <a:lnTo>
                    <a:pt x="335635" y="0"/>
                  </a:lnTo>
                  <a:lnTo>
                    <a:pt x="335635" y="143370"/>
                  </a:lnTo>
                  <a:lnTo>
                    <a:pt x="355092" y="143370"/>
                  </a:lnTo>
                  <a:lnTo>
                    <a:pt x="355092" y="0"/>
                  </a:lnTo>
                  <a:close/>
                </a:path>
                <a:path w="1246504" h="497840">
                  <a:moveTo>
                    <a:pt x="403034" y="354152"/>
                  </a:moveTo>
                  <a:lnTo>
                    <a:pt x="383590" y="354152"/>
                  </a:lnTo>
                  <a:lnTo>
                    <a:pt x="383590" y="497522"/>
                  </a:lnTo>
                  <a:lnTo>
                    <a:pt x="403034" y="497522"/>
                  </a:lnTo>
                  <a:lnTo>
                    <a:pt x="403034" y="354152"/>
                  </a:lnTo>
                  <a:close/>
                </a:path>
                <a:path w="1246504" h="497840">
                  <a:moveTo>
                    <a:pt x="403034" y="177076"/>
                  </a:moveTo>
                  <a:lnTo>
                    <a:pt x="383590" y="177076"/>
                  </a:lnTo>
                  <a:lnTo>
                    <a:pt x="383590" y="320446"/>
                  </a:lnTo>
                  <a:lnTo>
                    <a:pt x="403034" y="320446"/>
                  </a:lnTo>
                  <a:lnTo>
                    <a:pt x="403034" y="177076"/>
                  </a:lnTo>
                  <a:close/>
                </a:path>
                <a:path w="1246504" h="497840">
                  <a:moveTo>
                    <a:pt x="403034" y="0"/>
                  </a:moveTo>
                  <a:lnTo>
                    <a:pt x="383590" y="0"/>
                  </a:lnTo>
                  <a:lnTo>
                    <a:pt x="383590" y="143370"/>
                  </a:lnTo>
                  <a:lnTo>
                    <a:pt x="403034" y="143370"/>
                  </a:lnTo>
                  <a:lnTo>
                    <a:pt x="403034" y="0"/>
                  </a:lnTo>
                  <a:close/>
                </a:path>
                <a:path w="1246504" h="497840">
                  <a:moveTo>
                    <a:pt x="451002" y="354152"/>
                  </a:moveTo>
                  <a:lnTo>
                    <a:pt x="431546" y="354152"/>
                  </a:lnTo>
                  <a:lnTo>
                    <a:pt x="431546" y="497522"/>
                  </a:lnTo>
                  <a:lnTo>
                    <a:pt x="451002" y="497522"/>
                  </a:lnTo>
                  <a:lnTo>
                    <a:pt x="451002" y="354152"/>
                  </a:lnTo>
                  <a:close/>
                </a:path>
                <a:path w="1246504" h="497840">
                  <a:moveTo>
                    <a:pt x="451002" y="177076"/>
                  </a:moveTo>
                  <a:lnTo>
                    <a:pt x="431546" y="177076"/>
                  </a:lnTo>
                  <a:lnTo>
                    <a:pt x="431546" y="320446"/>
                  </a:lnTo>
                  <a:lnTo>
                    <a:pt x="451002" y="320446"/>
                  </a:lnTo>
                  <a:lnTo>
                    <a:pt x="451002" y="177076"/>
                  </a:lnTo>
                  <a:close/>
                </a:path>
                <a:path w="1246504" h="497840">
                  <a:moveTo>
                    <a:pt x="451002" y="0"/>
                  </a:moveTo>
                  <a:lnTo>
                    <a:pt x="431546" y="0"/>
                  </a:lnTo>
                  <a:lnTo>
                    <a:pt x="431546" y="143370"/>
                  </a:lnTo>
                  <a:lnTo>
                    <a:pt x="451002" y="143370"/>
                  </a:lnTo>
                  <a:lnTo>
                    <a:pt x="451002" y="0"/>
                  </a:lnTo>
                  <a:close/>
                </a:path>
                <a:path w="1246504" h="497840">
                  <a:moveTo>
                    <a:pt x="498944" y="354152"/>
                  </a:moveTo>
                  <a:lnTo>
                    <a:pt x="479488" y="354152"/>
                  </a:lnTo>
                  <a:lnTo>
                    <a:pt x="479488" y="497522"/>
                  </a:lnTo>
                  <a:lnTo>
                    <a:pt x="498944" y="497522"/>
                  </a:lnTo>
                  <a:lnTo>
                    <a:pt x="498944" y="354152"/>
                  </a:lnTo>
                  <a:close/>
                </a:path>
                <a:path w="1246504" h="497840">
                  <a:moveTo>
                    <a:pt x="498944" y="177076"/>
                  </a:moveTo>
                  <a:lnTo>
                    <a:pt x="479488" y="177076"/>
                  </a:lnTo>
                  <a:lnTo>
                    <a:pt x="479488" y="320446"/>
                  </a:lnTo>
                  <a:lnTo>
                    <a:pt x="498944" y="320446"/>
                  </a:lnTo>
                  <a:lnTo>
                    <a:pt x="498944" y="177076"/>
                  </a:lnTo>
                  <a:close/>
                </a:path>
                <a:path w="1246504" h="497840">
                  <a:moveTo>
                    <a:pt x="498944" y="0"/>
                  </a:moveTo>
                  <a:lnTo>
                    <a:pt x="479488" y="0"/>
                  </a:lnTo>
                  <a:lnTo>
                    <a:pt x="479488" y="143370"/>
                  </a:lnTo>
                  <a:lnTo>
                    <a:pt x="498944" y="143370"/>
                  </a:lnTo>
                  <a:lnTo>
                    <a:pt x="498944" y="0"/>
                  </a:lnTo>
                  <a:close/>
                </a:path>
                <a:path w="1246504" h="497840">
                  <a:moveTo>
                    <a:pt x="548055" y="354152"/>
                  </a:moveTo>
                  <a:lnTo>
                    <a:pt x="528599" y="354152"/>
                  </a:lnTo>
                  <a:lnTo>
                    <a:pt x="528599" y="497522"/>
                  </a:lnTo>
                  <a:lnTo>
                    <a:pt x="548055" y="497522"/>
                  </a:lnTo>
                  <a:lnTo>
                    <a:pt x="548055" y="354152"/>
                  </a:lnTo>
                  <a:close/>
                </a:path>
                <a:path w="1246504" h="497840">
                  <a:moveTo>
                    <a:pt x="548055" y="177076"/>
                  </a:moveTo>
                  <a:lnTo>
                    <a:pt x="528599" y="177076"/>
                  </a:lnTo>
                  <a:lnTo>
                    <a:pt x="528599" y="320446"/>
                  </a:lnTo>
                  <a:lnTo>
                    <a:pt x="548055" y="320446"/>
                  </a:lnTo>
                  <a:lnTo>
                    <a:pt x="548055" y="177076"/>
                  </a:lnTo>
                  <a:close/>
                </a:path>
                <a:path w="1246504" h="497840">
                  <a:moveTo>
                    <a:pt x="548055" y="0"/>
                  </a:moveTo>
                  <a:lnTo>
                    <a:pt x="528599" y="0"/>
                  </a:lnTo>
                  <a:lnTo>
                    <a:pt x="528599" y="143370"/>
                  </a:lnTo>
                  <a:lnTo>
                    <a:pt x="548055" y="143370"/>
                  </a:lnTo>
                  <a:lnTo>
                    <a:pt x="548055" y="0"/>
                  </a:lnTo>
                  <a:close/>
                </a:path>
                <a:path w="1246504" h="497840">
                  <a:moveTo>
                    <a:pt x="595998" y="354152"/>
                  </a:moveTo>
                  <a:lnTo>
                    <a:pt x="576541" y="354152"/>
                  </a:lnTo>
                  <a:lnTo>
                    <a:pt x="576541" y="497522"/>
                  </a:lnTo>
                  <a:lnTo>
                    <a:pt x="595998" y="497522"/>
                  </a:lnTo>
                  <a:lnTo>
                    <a:pt x="595998" y="354152"/>
                  </a:lnTo>
                  <a:close/>
                </a:path>
                <a:path w="1246504" h="497840">
                  <a:moveTo>
                    <a:pt x="595998" y="177076"/>
                  </a:moveTo>
                  <a:lnTo>
                    <a:pt x="576541" y="177076"/>
                  </a:lnTo>
                  <a:lnTo>
                    <a:pt x="576541" y="320446"/>
                  </a:lnTo>
                  <a:lnTo>
                    <a:pt x="595998" y="320446"/>
                  </a:lnTo>
                  <a:lnTo>
                    <a:pt x="595998" y="177076"/>
                  </a:lnTo>
                  <a:close/>
                </a:path>
                <a:path w="1246504" h="497840">
                  <a:moveTo>
                    <a:pt x="595998" y="0"/>
                  </a:moveTo>
                  <a:lnTo>
                    <a:pt x="576541" y="0"/>
                  </a:lnTo>
                  <a:lnTo>
                    <a:pt x="576541" y="143370"/>
                  </a:lnTo>
                  <a:lnTo>
                    <a:pt x="595998" y="143370"/>
                  </a:lnTo>
                  <a:lnTo>
                    <a:pt x="595998" y="0"/>
                  </a:lnTo>
                  <a:close/>
                </a:path>
                <a:path w="1246504" h="497840">
                  <a:moveTo>
                    <a:pt x="643940" y="354152"/>
                  </a:moveTo>
                  <a:lnTo>
                    <a:pt x="624484" y="354152"/>
                  </a:lnTo>
                  <a:lnTo>
                    <a:pt x="624484" y="497522"/>
                  </a:lnTo>
                  <a:lnTo>
                    <a:pt x="643940" y="497522"/>
                  </a:lnTo>
                  <a:lnTo>
                    <a:pt x="643940" y="354152"/>
                  </a:lnTo>
                  <a:close/>
                </a:path>
                <a:path w="1246504" h="497840">
                  <a:moveTo>
                    <a:pt x="643940" y="177076"/>
                  </a:moveTo>
                  <a:lnTo>
                    <a:pt x="624484" y="177076"/>
                  </a:lnTo>
                  <a:lnTo>
                    <a:pt x="624484" y="320446"/>
                  </a:lnTo>
                  <a:lnTo>
                    <a:pt x="643940" y="320446"/>
                  </a:lnTo>
                  <a:lnTo>
                    <a:pt x="643940" y="177076"/>
                  </a:lnTo>
                  <a:close/>
                </a:path>
                <a:path w="1246504" h="497840">
                  <a:moveTo>
                    <a:pt x="643940" y="0"/>
                  </a:moveTo>
                  <a:lnTo>
                    <a:pt x="624484" y="0"/>
                  </a:lnTo>
                  <a:lnTo>
                    <a:pt x="624484" y="143370"/>
                  </a:lnTo>
                  <a:lnTo>
                    <a:pt x="643940" y="143370"/>
                  </a:lnTo>
                  <a:lnTo>
                    <a:pt x="643940" y="0"/>
                  </a:lnTo>
                  <a:close/>
                </a:path>
                <a:path w="1246504" h="497840">
                  <a:moveTo>
                    <a:pt x="691883" y="354152"/>
                  </a:moveTo>
                  <a:lnTo>
                    <a:pt x="672439" y="354152"/>
                  </a:lnTo>
                  <a:lnTo>
                    <a:pt x="672439" y="497522"/>
                  </a:lnTo>
                  <a:lnTo>
                    <a:pt x="691883" y="497522"/>
                  </a:lnTo>
                  <a:lnTo>
                    <a:pt x="691883" y="354152"/>
                  </a:lnTo>
                  <a:close/>
                </a:path>
                <a:path w="1246504" h="497840">
                  <a:moveTo>
                    <a:pt x="691883" y="177076"/>
                  </a:moveTo>
                  <a:lnTo>
                    <a:pt x="672439" y="177076"/>
                  </a:lnTo>
                  <a:lnTo>
                    <a:pt x="672439" y="320446"/>
                  </a:lnTo>
                  <a:lnTo>
                    <a:pt x="691883" y="320446"/>
                  </a:lnTo>
                  <a:lnTo>
                    <a:pt x="691883" y="177076"/>
                  </a:lnTo>
                  <a:close/>
                </a:path>
                <a:path w="1246504" h="497840">
                  <a:moveTo>
                    <a:pt x="691883" y="0"/>
                  </a:moveTo>
                  <a:lnTo>
                    <a:pt x="672439" y="0"/>
                  </a:lnTo>
                  <a:lnTo>
                    <a:pt x="672439" y="143370"/>
                  </a:lnTo>
                  <a:lnTo>
                    <a:pt x="691883" y="143370"/>
                  </a:lnTo>
                  <a:lnTo>
                    <a:pt x="691883" y="0"/>
                  </a:lnTo>
                  <a:close/>
                </a:path>
                <a:path w="1246504" h="497840">
                  <a:moveTo>
                    <a:pt x="739838" y="354152"/>
                  </a:moveTo>
                  <a:lnTo>
                    <a:pt x="720382" y="354152"/>
                  </a:lnTo>
                  <a:lnTo>
                    <a:pt x="720382" y="497522"/>
                  </a:lnTo>
                  <a:lnTo>
                    <a:pt x="739838" y="497522"/>
                  </a:lnTo>
                  <a:lnTo>
                    <a:pt x="739838" y="354152"/>
                  </a:lnTo>
                  <a:close/>
                </a:path>
                <a:path w="1246504" h="497840">
                  <a:moveTo>
                    <a:pt x="739838" y="177076"/>
                  </a:moveTo>
                  <a:lnTo>
                    <a:pt x="720382" y="177076"/>
                  </a:lnTo>
                  <a:lnTo>
                    <a:pt x="720382" y="320446"/>
                  </a:lnTo>
                  <a:lnTo>
                    <a:pt x="739838" y="320446"/>
                  </a:lnTo>
                  <a:lnTo>
                    <a:pt x="739838" y="177076"/>
                  </a:lnTo>
                  <a:close/>
                </a:path>
                <a:path w="1246504" h="497840">
                  <a:moveTo>
                    <a:pt x="739838" y="0"/>
                  </a:moveTo>
                  <a:lnTo>
                    <a:pt x="720382" y="0"/>
                  </a:lnTo>
                  <a:lnTo>
                    <a:pt x="720382" y="143370"/>
                  </a:lnTo>
                  <a:lnTo>
                    <a:pt x="739838" y="143370"/>
                  </a:lnTo>
                  <a:lnTo>
                    <a:pt x="739838" y="0"/>
                  </a:lnTo>
                  <a:close/>
                </a:path>
                <a:path w="1246504" h="497840">
                  <a:moveTo>
                    <a:pt x="787793" y="177076"/>
                  </a:moveTo>
                  <a:lnTo>
                    <a:pt x="768337" y="177076"/>
                  </a:lnTo>
                  <a:lnTo>
                    <a:pt x="768337" y="320446"/>
                  </a:lnTo>
                  <a:lnTo>
                    <a:pt x="787793" y="320446"/>
                  </a:lnTo>
                  <a:lnTo>
                    <a:pt x="787793" y="177076"/>
                  </a:lnTo>
                  <a:close/>
                </a:path>
                <a:path w="1246504" h="497840">
                  <a:moveTo>
                    <a:pt x="787793" y="0"/>
                  </a:moveTo>
                  <a:lnTo>
                    <a:pt x="768337" y="0"/>
                  </a:lnTo>
                  <a:lnTo>
                    <a:pt x="768337" y="143370"/>
                  </a:lnTo>
                  <a:lnTo>
                    <a:pt x="787793" y="143370"/>
                  </a:lnTo>
                  <a:lnTo>
                    <a:pt x="787793" y="0"/>
                  </a:lnTo>
                  <a:close/>
                </a:path>
                <a:path w="1246504" h="497840">
                  <a:moveTo>
                    <a:pt x="835736" y="177076"/>
                  </a:moveTo>
                  <a:lnTo>
                    <a:pt x="816279" y="177076"/>
                  </a:lnTo>
                  <a:lnTo>
                    <a:pt x="816279" y="280873"/>
                  </a:lnTo>
                  <a:lnTo>
                    <a:pt x="816279" y="320446"/>
                  </a:lnTo>
                  <a:lnTo>
                    <a:pt x="835736" y="320446"/>
                  </a:lnTo>
                  <a:lnTo>
                    <a:pt x="835736" y="280873"/>
                  </a:lnTo>
                  <a:lnTo>
                    <a:pt x="835736" y="177076"/>
                  </a:lnTo>
                  <a:close/>
                </a:path>
                <a:path w="1246504" h="497840">
                  <a:moveTo>
                    <a:pt x="835736" y="0"/>
                  </a:moveTo>
                  <a:lnTo>
                    <a:pt x="816279" y="0"/>
                  </a:lnTo>
                  <a:lnTo>
                    <a:pt x="816279" y="143370"/>
                  </a:lnTo>
                  <a:lnTo>
                    <a:pt x="835736" y="143370"/>
                  </a:lnTo>
                  <a:lnTo>
                    <a:pt x="835736" y="0"/>
                  </a:lnTo>
                  <a:close/>
                </a:path>
                <a:path w="1246504" h="497840">
                  <a:moveTo>
                    <a:pt x="883678" y="177076"/>
                  </a:moveTo>
                  <a:lnTo>
                    <a:pt x="864235" y="177076"/>
                  </a:lnTo>
                  <a:lnTo>
                    <a:pt x="864235" y="280873"/>
                  </a:lnTo>
                  <a:lnTo>
                    <a:pt x="883678" y="280873"/>
                  </a:lnTo>
                  <a:lnTo>
                    <a:pt x="883678" y="177076"/>
                  </a:lnTo>
                  <a:close/>
                </a:path>
                <a:path w="1246504" h="497840">
                  <a:moveTo>
                    <a:pt x="883678" y="0"/>
                  </a:moveTo>
                  <a:lnTo>
                    <a:pt x="864235" y="0"/>
                  </a:lnTo>
                  <a:lnTo>
                    <a:pt x="864235" y="143370"/>
                  </a:lnTo>
                  <a:lnTo>
                    <a:pt x="883678" y="143370"/>
                  </a:lnTo>
                  <a:lnTo>
                    <a:pt x="883678" y="0"/>
                  </a:lnTo>
                  <a:close/>
                </a:path>
                <a:path w="1246504" h="497840">
                  <a:moveTo>
                    <a:pt x="931633" y="177076"/>
                  </a:moveTo>
                  <a:lnTo>
                    <a:pt x="912177" y="177076"/>
                  </a:lnTo>
                  <a:lnTo>
                    <a:pt x="912177" y="217741"/>
                  </a:lnTo>
                  <a:lnTo>
                    <a:pt x="931633" y="217741"/>
                  </a:lnTo>
                  <a:lnTo>
                    <a:pt x="931633" y="177076"/>
                  </a:lnTo>
                  <a:close/>
                </a:path>
                <a:path w="1246504" h="497840">
                  <a:moveTo>
                    <a:pt x="931633" y="0"/>
                  </a:moveTo>
                  <a:lnTo>
                    <a:pt x="912177" y="0"/>
                  </a:lnTo>
                  <a:lnTo>
                    <a:pt x="912177" y="143370"/>
                  </a:lnTo>
                  <a:lnTo>
                    <a:pt x="931633" y="143370"/>
                  </a:lnTo>
                  <a:lnTo>
                    <a:pt x="931633" y="0"/>
                  </a:lnTo>
                  <a:close/>
                </a:path>
                <a:path w="1246504" h="497840">
                  <a:moveTo>
                    <a:pt x="979589" y="177076"/>
                  </a:moveTo>
                  <a:lnTo>
                    <a:pt x="960132" y="177076"/>
                  </a:lnTo>
                  <a:lnTo>
                    <a:pt x="960132" y="217741"/>
                  </a:lnTo>
                  <a:lnTo>
                    <a:pt x="979589" y="217741"/>
                  </a:lnTo>
                  <a:lnTo>
                    <a:pt x="979589" y="177076"/>
                  </a:lnTo>
                  <a:close/>
                </a:path>
                <a:path w="1246504" h="497840">
                  <a:moveTo>
                    <a:pt x="979589" y="0"/>
                  </a:moveTo>
                  <a:lnTo>
                    <a:pt x="960132" y="0"/>
                  </a:lnTo>
                  <a:lnTo>
                    <a:pt x="960132" y="143370"/>
                  </a:lnTo>
                  <a:lnTo>
                    <a:pt x="979589" y="143370"/>
                  </a:lnTo>
                  <a:lnTo>
                    <a:pt x="979589" y="0"/>
                  </a:lnTo>
                  <a:close/>
                </a:path>
                <a:path w="1246504" h="497840">
                  <a:moveTo>
                    <a:pt x="1027531" y="177076"/>
                  </a:moveTo>
                  <a:lnTo>
                    <a:pt x="1008075" y="177076"/>
                  </a:lnTo>
                  <a:lnTo>
                    <a:pt x="1008075" y="217741"/>
                  </a:lnTo>
                  <a:lnTo>
                    <a:pt x="1027531" y="217741"/>
                  </a:lnTo>
                  <a:lnTo>
                    <a:pt x="1027531" y="177076"/>
                  </a:lnTo>
                  <a:close/>
                </a:path>
                <a:path w="1246504" h="497840">
                  <a:moveTo>
                    <a:pt x="1027531" y="0"/>
                  </a:moveTo>
                  <a:lnTo>
                    <a:pt x="1008075" y="0"/>
                  </a:lnTo>
                  <a:lnTo>
                    <a:pt x="1008075" y="143370"/>
                  </a:lnTo>
                  <a:lnTo>
                    <a:pt x="1027531" y="143370"/>
                  </a:lnTo>
                  <a:lnTo>
                    <a:pt x="1027531" y="0"/>
                  </a:lnTo>
                  <a:close/>
                </a:path>
                <a:path w="1246504" h="497840">
                  <a:moveTo>
                    <a:pt x="1070698" y="177076"/>
                  </a:moveTo>
                  <a:lnTo>
                    <a:pt x="1051242" y="177076"/>
                  </a:lnTo>
                  <a:lnTo>
                    <a:pt x="1051242" y="217741"/>
                  </a:lnTo>
                  <a:lnTo>
                    <a:pt x="1070698" y="217741"/>
                  </a:lnTo>
                  <a:lnTo>
                    <a:pt x="1070698" y="177076"/>
                  </a:lnTo>
                  <a:close/>
                </a:path>
                <a:path w="1246504" h="497840">
                  <a:moveTo>
                    <a:pt x="1070698" y="0"/>
                  </a:moveTo>
                  <a:lnTo>
                    <a:pt x="1051242" y="0"/>
                  </a:lnTo>
                  <a:lnTo>
                    <a:pt x="1051242" y="143370"/>
                  </a:lnTo>
                  <a:lnTo>
                    <a:pt x="1070698" y="143370"/>
                  </a:lnTo>
                  <a:lnTo>
                    <a:pt x="1070698" y="0"/>
                  </a:lnTo>
                  <a:close/>
                </a:path>
                <a:path w="1246504" h="497840">
                  <a:moveTo>
                    <a:pt x="1118641" y="177076"/>
                  </a:moveTo>
                  <a:lnTo>
                    <a:pt x="1099185" y="177076"/>
                  </a:lnTo>
                  <a:lnTo>
                    <a:pt x="1099185" y="217741"/>
                  </a:lnTo>
                  <a:lnTo>
                    <a:pt x="1118641" y="217741"/>
                  </a:lnTo>
                  <a:lnTo>
                    <a:pt x="1118641" y="177076"/>
                  </a:lnTo>
                  <a:close/>
                </a:path>
                <a:path w="1246504" h="497840">
                  <a:moveTo>
                    <a:pt x="1118641" y="0"/>
                  </a:moveTo>
                  <a:lnTo>
                    <a:pt x="1099185" y="0"/>
                  </a:lnTo>
                  <a:lnTo>
                    <a:pt x="1099185" y="143370"/>
                  </a:lnTo>
                  <a:lnTo>
                    <a:pt x="1118641" y="143370"/>
                  </a:lnTo>
                  <a:lnTo>
                    <a:pt x="1118641" y="0"/>
                  </a:lnTo>
                  <a:close/>
                </a:path>
                <a:path w="1246504" h="497840">
                  <a:moveTo>
                    <a:pt x="1166596" y="177076"/>
                  </a:moveTo>
                  <a:lnTo>
                    <a:pt x="1147140" y="177076"/>
                  </a:lnTo>
                  <a:lnTo>
                    <a:pt x="1147140" y="217741"/>
                  </a:lnTo>
                  <a:lnTo>
                    <a:pt x="1166596" y="217741"/>
                  </a:lnTo>
                  <a:lnTo>
                    <a:pt x="1166596" y="177076"/>
                  </a:lnTo>
                  <a:close/>
                </a:path>
                <a:path w="1246504" h="497840">
                  <a:moveTo>
                    <a:pt x="1166596" y="0"/>
                  </a:moveTo>
                  <a:lnTo>
                    <a:pt x="1147140" y="0"/>
                  </a:lnTo>
                  <a:lnTo>
                    <a:pt x="1147140" y="143370"/>
                  </a:lnTo>
                  <a:lnTo>
                    <a:pt x="1166596" y="143370"/>
                  </a:lnTo>
                  <a:lnTo>
                    <a:pt x="1166596" y="0"/>
                  </a:lnTo>
                  <a:close/>
                </a:path>
                <a:path w="1246504" h="497840">
                  <a:moveTo>
                    <a:pt x="1214539" y="177076"/>
                  </a:moveTo>
                  <a:lnTo>
                    <a:pt x="1195082" y="177076"/>
                  </a:lnTo>
                  <a:lnTo>
                    <a:pt x="1195082" y="217741"/>
                  </a:lnTo>
                  <a:lnTo>
                    <a:pt x="1214539" y="217741"/>
                  </a:lnTo>
                  <a:lnTo>
                    <a:pt x="1214539" y="177076"/>
                  </a:lnTo>
                  <a:close/>
                </a:path>
                <a:path w="1246504" h="497840">
                  <a:moveTo>
                    <a:pt x="1214539" y="0"/>
                  </a:moveTo>
                  <a:lnTo>
                    <a:pt x="1195082" y="0"/>
                  </a:lnTo>
                  <a:lnTo>
                    <a:pt x="1195082" y="143370"/>
                  </a:lnTo>
                  <a:lnTo>
                    <a:pt x="1214539" y="143370"/>
                  </a:lnTo>
                  <a:lnTo>
                    <a:pt x="1214539" y="0"/>
                  </a:lnTo>
                  <a:close/>
                </a:path>
                <a:path w="1246504" h="497840">
                  <a:moveTo>
                    <a:pt x="1246187" y="177076"/>
                  </a:moveTo>
                  <a:lnTo>
                    <a:pt x="1243037" y="177076"/>
                  </a:lnTo>
                  <a:lnTo>
                    <a:pt x="1243037" y="217741"/>
                  </a:lnTo>
                  <a:lnTo>
                    <a:pt x="1246187" y="217741"/>
                  </a:lnTo>
                  <a:lnTo>
                    <a:pt x="1246187" y="177076"/>
                  </a:lnTo>
                  <a:close/>
                </a:path>
                <a:path w="1246504" h="497840">
                  <a:moveTo>
                    <a:pt x="1246187" y="0"/>
                  </a:moveTo>
                  <a:lnTo>
                    <a:pt x="1243037" y="0"/>
                  </a:lnTo>
                  <a:lnTo>
                    <a:pt x="1243037" y="143370"/>
                  </a:lnTo>
                  <a:lnTo>
                    <a:pt x="1246187" y="143370"/>
                  </a:lnTo>
                  <a:lnTo>
                    <a:pt x="1246187" y="0"/>
                  </a:lnTo>
                  <a:close/>
                </a:path>
              </a:pathLst>
            </a:custGeom>
            <a:solidFill>
              <a:srgbClr val="CDCDCD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 descr=""/>
            <p:cNvSpPr/>
            <p:nvPr/>
          </p:nvSpPr>
          <p:spPr>
            <a:xfrm>
              <a:off x="8795944" y="8620258"/>
              <a:ext cx="865505" cy="1190625"/>
            </a:xfrm>
            <a:custGeom>
              <a:avLst/>
              <a:gdLst/>
              <a:ahLst/>
              <a:cxnLst/>
              <a:rect l="l" t="t" r="r" b="b"/>
              <a:pathLst>
                <a:path w="865504" h="1190625">
                  <a:moveTo>
                    <a:pt x="67106" y="177076"/>
                  </a:moveTo>
                  <a:lnTo>
                    <a:pt x="47650" y="177076"/>
                  </a:lnTo>
                  <a:lnTo>
                    <a:pt x="47650" y="320433"/>
                  </a:lnTo>
                  <a:lnTo>
                    <a:pt x="67106" y="320433"/>
                  </a:lnTo>
                  <a:lnTo>
                    <a:pt x="67106" y="177076"/>
                  </a:lnTo>
                  <a:close/>
                </a:path>
                <a:path w="865504" h="1190625">
                  <a:moveTo>
                    <a:pt x="115062" y="177076"/>
                  </a:moveTo>
                  <a:lnTo>
                    <a:pt x="95605" y="177076"/>
                  </a:lnTo>
                  <a:lnTo>
                    <a:pt x="95605" y="320433"/>
                  </a:lnTo>
                  <a:lnTo>
                    <a:pt x="115062" y="320433"/>
                  </a:lnTo>
                  <a:lnTo>
                    <a:pt x="115062" y="177076"/>
                  </a:lnTo>
                  <a:close/>
                </a:path>
                <a:path w="865504" h="1190625">
                  <a:moveTo>
                    <a:pt x="163004" y="177076"/>
                  </a:moveTo>
                  <a:lnTo>
                    <a:pt x="143548" y="177076"/>
                  </a:lnTo>
                  <a:lnTo>
                    <a:pt x="143548" y="320433"/>
                  </a:lnTo>
                  <a:lnTo>
                    <a:pt x="163004" y="320433"/>
                  </a:lnTo>
                  <a:lnTo>
                    <a:pt x="163004" y="177076"/>
                  </a:lnTo>
                  <a:close/>
                </a:path>
                <a:path w="865504" h="1190625">
                  <a:moveTo>
                    <a:pt x="210947" y="177076"/>
                  </a:moveTo>
                  <a:lnTo>
                    <a:pt x="191490" y="177076"/>
                  </a:lnTo>
                  <a:lnTo>
                    <a:pt x="191490" y="320433"/>
                  </a:lnTo>
                  <a:lnTo>
                    <a:pt x="210947" y="320433"/>
                  </a:lnTo>
                  <a:lnTo>
                    <a:pt x="210947" y="177076"/>
                  </a:lnTo>
                  <a:close/>
                </a:path>
                <a:path w="865504" h="1190625">
                  <a:moveTo>
                    <a:pt x="258902" y="177076"/>
                  </a:moveTo>
                  <a:lnTo>
                    <a:pt x="239445" y="177076"/>
                  </a:lnTo>
                  <a:lnTo>
                    <a:pt x="239445" y="320433"/>
                  </a:lnTo>
                  <a:lnTo>
                    <a:pt x="258902" y="320433"/>
                  </a:lnTo>
                  <a:lnTo>
                    <a:pt x="258902" y="177076"/>
                  </a:lnTo>
                  <a:close/>
                </a:path>
                <a:path w="865504" h="1190625">
                  <a:moveTo>
                    <a:pt x="306857" y="177076"/>
                  </a:moveTo>
                  <a:lnTo>
                    <a:pt x="287401" y="177076"/>
                  </a:lnTo>
                  <a:lnTo>
                    <a:pt x="287401" y="320433"/>
                  </a:lnTo>
                  <a:lnTo>
                    <a:pt x="306857" y="320433"/>
                  </a:lnTo>
                  <a:lnTo>
                    <a:pt x="306857" y="177076"/>
                  </a:lnTo>
                  <a:close/>
                </a:path>
                <a:path w="865504" h="1190625">
                  <a:moveTo>
                    <a:pt x="354799" y="177076"/>
                  </a:moveTo>
                  <a:lnTo>
                    <a:pt x="335343" y="177076"/>
                  </a:lnTo>
                  <a:lnTo>
                    <a:pt x="335343" y="320433"/>
                  </a:lnTo>
                  <a:lnTo>
                    <a:pt x="354799" y="320433"/>
                  </a:lnTo>
                  <a:lnTo>
                    <a:pt x="354799" y="177076"/>
                  </a:lnTo>
                  <a:close/>
                </a:path>
                <a:path w="865504" h="1190625">
                  <a:moveTo>
                    <a:pt x="402742" y="177076"/>
                  </a:moveTo>
                  <a:lnTo>
                    <a:pt x="383286" y="177076"/>
                  </a:lnTo>
                  <a:lnTo>
                    <a:pt x="383286" y="320433"/>
                  </a:lnTo>
                  <a:lnTo>
                    <a:pt x="402742" y="320433"/>
                  </a:lnTo>
                  <a:lnTo>
                    <a:pt x="402742" y="177076"/>
                  </a:lnTo>
                  <a:close/>
                </a:path>
                <a:path w="865504" h="1190625">
                  <a:moveTo>
                    <a:pt x="450684" y="177076"/>
                  </a:moveTo>
                  <a:lnTo>
                    <a:pt x="431241" y="177076"/>
                  </a:lnTo>
                  <a:lnTo>
                    <a:pt x="431241" y="320433"/>
                  </a:lnTo>
                  <a:lnTo>
                    <a:pt x="450684" y="320433"/>
                  </a:lnTo>
                  <a:lnTo>
                    <a:pt x="450684" y="177076"/>
                  </a:lnTo>
                  <a:close/>
                </a:path>
                <a:path w="865504" h="1190625">
                  <a:moveTo>
                    <a:pt x="498652" y="177076"/>
                  </a:moveTo>
                  <a:lnTo>
                    <a:pt x="479196" y="177076"/>
                  </a:lnTo>
                  <a:lnTo>
                    <a:pt x="479196" y="320433"/>
                  </a:lnTo>
                  <a:lnTo>
                    <a:pt x="498652" y="320433"/>
                  </a:lnTo>
                  <a:lnTo>
                    <a:pt x="498652" y="177076"/>
                  </a:lnTo>
                  <a:close/>
                </a:path>
                <a:path w="865504" h="1190625">
                  <a:moveTo>
                    <a:pt x="546595" y="177076"/>
                  </a:moveTo>
                  <a:lnTo>
                    <a:pt x="527138" y="177076"/>
                  </a:lnTo>
                  <a:lnTo>
                    <a:pt x="527138" y="320433"/>
                  </a:lnTo>
                  <a:lnTo>
                    <a:pt x="546595" y="320433"/>
                  </a:lnTo>
                  <a:lnTo>
                    <a:pt x="546595" y="177076"/>
                  </a:lnTo>
                  <a:close/>
                </a:path>
                <a:path w="865504" h="1190625">
                  <a:moveTo>
                    <a:pt x="595706" y="177076"/>
                  </a:moveTo>
                  <a:lnTo>
                    <a:pt x="576249" y="177076"/>
                  </a:lnTo>
                  <a:lnTo>
                    <a:pt x="576249" y="320433"/>
                  </a:lnTo>
                  <a:lnTo>
                    <a:pt x="595706" y="320433"/>
                  </a:lnTo>
                  <a:lnTo>
                    <a:pt x="595706" y="177076"/>
                  </a:lnTo>
                  <a:close/>
                </a:path>
                <a:path w="865504" h="1190625">
                  <a:moveTo>
                    <a:pt x="643648" y="177076"/>
                  </a:moveTo>
                  <a:lnTo>
                    <a:pt x="624192" y="177076"/>
                  </a:lnTo>
                  <a:lnTo>
                    <a:pt x="624192" y="320433"/>
                  </a:lnTo>
                  <a:lnTo>
                    <a:pt x="643648" y="320433"/>
                  </a:lnTo>
                  <a:lnTo>
                    <a:pt x="643648" y="177076"/>
                  </a:lnTo>
                  <a:close/>
                </a:path>
                <a:path w="865504" h="1190625">
                  <a:moveTo>
                    <a:pt x="691591" y="177076"/>
                  </a:moveTo>
                  <a:lnTo>
                    <a:pt x="672134" y="177076"/>
                  </a:lnTo>
                  <a:lnTo>
                    <a:pt x="672134" y="320433"/>
                  </a:lnTo>
                  <a:lnTo>
                    <a:pt x="691591" y="320433"/>
                  </a:lnTo>
                  <a:lnTo>
                    <a:pt x="691591" y="177076"/>
                  </a:lnTo>
                  <a:close/>
                </a:path>
                <a:path w="865504" h="1190625">
                  <a:moveTo>
                    <a:pt x="739533" y="177076"/>
                  </a:moveTo>
                  <a:lnTo>
                    <a:pt x="720090" y="177076"/>
                  </a:lnTo>
                  <a:lnTo>
                    <a:pt x="720090" y="320433"/>
                  </a:lnTo>
                  <a:lnTo>
                    <a:pt x="739533" y="320433"/>
                  </a:lnTo>
                  <a:lnTo>
                    <a:pt x="739533" y="177076"/>
                  </a:lnTo>
                  <a:close/>
                </a:path>
                <a:path w="865504" h="1190625">
                  <a:moveTo>
                    <a:pt x="787488" y="177076"/>
                  </a:moveTo>
                  <a:lnTo>
                    <a:pt x="768032" y="177076"/>
                  </a:lnTo>
                  <a:lnTo>
                    <a:pt x="768032" y="217500"/>
                  </a:lnTo>
                  <a:lnTo>
                    <a:pt x="768032" y="285280"/>
                  </a:lnTo>
                  <a:lnTo>
                    <a:pt x="768032" y="320433"/>
                  </a:lnTo>
                  <a:lnTo>
                    <a:pt x="787488" y="320433"/>
                  </a:lnTo>
                  <a:lnTo>
                    <a:pt x="787488" y="285280"/>
                  </a:lnTo>
                  <a:lnTo>
                    <a:pt x="787488" y="217500"/>
                  </a:lnTo>
                  <a:lnTo>
                    <a:pt x="787488" y="177076"/>
                  </a:lnTo>
                  <a:close/>
                </a:path>
                <a:path w="865504" h="1190625">
                  <a:moveTo>
                    <a:pt x="787488" y="0"/>
                  </a:moveTo>
                  <a:lnTo>
                    <a:pt x="768032" y="0"/>
                  </a:lnTo>
                  <a:lnTo>
                    <a:pt x="768032" y="143370"/>
                  </a:lnTo>
                  <a:lnTo>
                    <a:pt x="787488" y="143370"/>
                  </a:lnTo>
                  <a:lnTo>
                    <a:pt x="787488" y="0"/>
                  </a:lnTo>
                  <a:close/>
                </a:path>
                <a:path w="865504" h="1190625">
                  <a:moveTo>
                    <a:pt x="835444" y="217500"/>
                  </a:moveTo>
                  <a:lnTo>
                    <a:pt x="815987" y="217500"/>
                  </a:lnTo>
                  <a:lnTo>
                    <a:pt x="815987" y="285280"/>
                  </a:lnTo>
                  <a:lnTo>
                    <a:pt x="835444" y="285280"/>
                  </a:lnTo>
                  <a:lnTo>
                    <a:pt x="835444" y="217500"/>
                  </a:lnTo>
                  <a:close/>
                </a:path>
                <a:path w="865504" h="1190625">
                  <a:moveTo>
                    <a:pt x="835444" y="95580"/>
                  </a:moveTo>
                  <a:lnTo>
                    <a:pt x="815987" y="95580"/>
                  </a:lnTo>
                  <a:lnTo>
                    <a:pt x="815987" y="143370"/>
                  </a:lnTo>
                  <a:lnTo>
                    <a:pt x="835444" y="143370"/>
                  </a:lnTo>
                  <a:lnTo>
                    <a:pt x="835444" y="95580"/>
                  </a:lnTo>
                  <a:close/>
                </a:path>
                <a:path w="865504" h="1190625">
                  <a:moveTo>
                    <a:pt x="835444" y="0"/>
                  </a:moveTo>
                  <a:lnTo>
                    <a:pt x="815987" y="0"/>
                  </a:lnTo>
                  <a:lnTo>
                    <a:pt x="815987" y="41440"/>
                  </a:lnTo>
                  <a:lnTo>
                    <a:pt x="835444" y="41440"/>
                  </a:lnTo>
                  <a:lnTo>
                    <a:pt x="835444" y="0"/>
                  </a:lnTo>
                  <a:close/>
                </a:path>
                <a:path w="865504" h="1190625">
                  <a:moveTo>
                    <a:pt x="865136" y="382714"/>
                  </a:moveTo>
                  <a:lnTo>
                    <a:pt x="0" y="382714"/>
                  </a:lnTo>
                  <a:lnTo>
                    <a:pt x="0" y="1190091"/>
                  </a:lnTo>
                  <a:lnTo>
                    <a:pt x="865136" y="1190091"/>
                  </a:lnTo>
                  <a:lnTo>
                    <a:pt x="865136" y="382714"/>
                  </a:lnTo>
                  <a:close/>
                </a:path>
                <a:path w="865504" h="1190625">
                  <a:moveTo>
                    <a:pt x="865136" y="217500"/>
                  </a:moveTo>
                  <a:lnTo>
                    <a:pt x="863930" y="217500"/>
                  </a:lnTo>
                  <a:lnTo>
                    <a:pt x="863930" y="285280"/>
                  </a:lnTo>
                  <a:lnTo>
                    <a:pt x="865136" y="285280"/>
                  </a:lnTo>
                  <a:lnTo>
                    <a:pt x="865136" y="217500"/>
                  </a:lnTo>
                  <a:close/>
                </a:path>
                <a:path w="865504" h="1190625">
                  <a:moveTo>
                    <a:pt x="865136" y="95580"/>
                  </a:moveTo>
                  <a:lnTo>
                    <a:pt x="863930" y="95580"/>
                  </a:lnTo>
                  <a:lnTo>
                    <a:pt x="863930" y="143370"/>
                  </a:lnTo>
                  <a:lnTo>
                    <a:pt x="865136" y="143370"/>
                  </a:lnTo>
                  <a:lnTo>
                    <a:pt x="865136" y="95580"/>
                  </a:lnTo>
                  <a:close/>
                </a:path>
                <a:path w="865504" h="1190625">
                  <a:moveTo>
                    <a:pt x="865136" y="0"/>
                  </a:moveTo>
                  <a:lnTo>
                    <a:pt x="863930" y="0"/>
                  </a:lnTo>
                  <a:lnTo>
                    <a:pt x="863930" y="41440"/>
                  </a:lnTo>
                  <a:lnTo>
                    <a:pt x="865136" y="41440"/>
                  </a:lnTo>
                  <a:lnTo>
                    <a:pt x="865136" y="0"/>
                  </a:lnTo>
                  <a:close/>
                </a:path>
              </a:pathLst>
            </a:custGeom>
            <a:solidFill>
              <a:srgbClr val="CDCDCD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 descr=""/>
            <p:cNvSpPr/>
            <p:nvPr/>
          </p:nvSpPr>
          <p:spPr>
            <a:xfrm>
              <a:off x="8774947" y="8981150"/>
              <a:ext cx="886460" cy="22860"/>
            </a:xfrm>
            <a:custGeom>
              <a:avLst/>
              <a:gdLst/>
              <a:ahLst/>
              <a:cxnLst/>
              <a:rect l="l" t="t" r="r" b="b"/>
              <a:pathLst>
                <a:path w="886459" h="22859">
                  <a:moveTo>
                    <a:pt x="0" y="22376"/>
                  </a:moveTo>
                  <a:lnTo>
                    <a:pt x="886140" y="22376"/>
                  </a:lnTo>
                  <a:lnTo>
                    <a:pt x="886140" y="0"/>
                  </a:lnTo>
                  <a:lnTo>
                    <a:pt x="0" y="0"/>
                  </a:lnTo>
                  <a:lnTo>
                    <a:pt x="0" y="22376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4" name="object 294" descr=""/>
          <p:cNvGrpSpPr/>
          <p:nvPr/>
        </p:nvGrpSpPr>
        <p:grpSpPr>
          <a:xfrm>
            <a:off x="11259416" y="7798503"/>
            <a:ext cx="689610" cy="551815"/>
            <a:chOff x="11259416" y="7798503"/>
            <a:chExt cx="689610" cy="551815"/>
          </a:xfrm>
        </p:grpSpPr>
        <p:sp>
          <p:nvSpPr>
            <p:cNvPr id="295" name="object 295" descr=""/>
            <p:cNvSpPr/>
            <p:nvPr/>
          </p:nvSpPr>
          <p:spPr>
            <a:xfrm>
              <a:off x="11292732" y="7798505"/>
              <a:ext cx="622935" cy="459105"/>
            </a:xfrm>
            <a:custGeom>
              <a:avLst/>
              <a:gdLst/>
              <a:ahLst/>
              <a:cxnLst/>
              <a:rect l="l" t="t" r="r" b="b"/>
              <a:pathLst>
                <a:path w="622934" h="459104">
                  <a:moveTo>
                    <a:pt x="316398" y="0"/>
                  </a:moveTo>
                  <a:lnTo>
                    <a:pt x="0" y="164497"/>
                  </a:lnTo>
                  <a:lnTo>
                    <a:pt x="0" y="458907"/>
                  </a:lnTo>
                  <a:lnTo>
                    <a:pt x="622724" y="458907"/>
                  </a:lnTo>
                  <a:lnTo>
                    <a:pt x="622724" y="164497"/>
                  </a:lnTo>
                  <a:lnTo>
                    <a:pt x="316398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 descr=""/>
            <p:cNvSpPr/>
            <p:nvPr/>
          </p:nvSpPr>
          <p:spPr>
            <a:xfrm>
              <a:off x="11292733" y="7798503"/>
              <a:ext cx="316865" cy="387985"/>
            </a:xfrm>
            <a:custGeom>
              <a:avLst/>
              <a:gdLst/>
              <a:ahLst/>
              <a:cxnLst/>
              <a:rect l="l" t="t" r="r" b="b"/>
              <a:pathLst>
                <a:path w="316865" h="387984">
                  <a:moveTo>
                    <a:pt x="316398" y="0"/>
                  </a:moveTo>
                  <a:lnTo>
                    <a:pt x="0" y="164497"/>
                  </a:lnTo>
                  <a:lnTo>
                    <a:pt x="0" y="387391"/>
                  </a:lnTo>
                  <a:lnTo>
                    <a:pt x="205669" y="387391"/>
                  </a:lnTo>
                  <a:lnTo>
                    <a:pt x="205669" y="157105"/>
                  </a:lnTo>
                  <a:lnTo>
                    <a:pt x="316398" y="0"/>
                  </a:lnTo>
                  <a:close/>
                </a:path>
              </a:pathLst>
            </a:custGeom>
            <a:solidFill>
              <a:srgbClr val="CDCDCD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 descr=""/>
            <p:cNvSpPr/>
            <p:nvPr/>
          </p:nvSpPr>
          <p:spPr>
            <a:xfrm>
              <a:off x="11259416" y="8183290"/>
              <a:ext cx="689610" cy="167005"/>
            </a:xfrm>
            <a:custGeom>
              <a:avLst/>
              <a:gdLst/>
              <a:ahLst/>
              <a:cxnLst/>
              <a:rect l="l" t="t" r="r" b="b"/>
              <a:pathLst>
                <a:path w="689609" h="167004">
                  <a:moveTo>
                    <a:pt x="689361" y="0"/>
                  </a:moveTo>
                  <a:lnTo>
                    <a:pt x="0" y="0"/>
                  </a:lnTo>
                  <a:lnTo>
                    <a:pt x="0" y="166591"/>
                  </a:lnTo>
                  <a:lnTo>
                    <a:pt x="689361" y="166591"/>
                  </a:lnTo>
                  <a:lnTo>
                    <a:pt x="689361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8" name="object 298" descr=""/>
          <p:cNvGrpSpPr/>
          <p:nvPr/>
        </p:nvGrpSpPr>
        <p:grpSpPr>
          <a:xfrm>
            <a:off x="10856748" y="8243235"/>
            <a:ext cx="1510665" cy="1576705"/>
            <a:chOff x="10856748" y="8243235"/>
            <a:chExt cx="1510665" cy="1576705"/>
          </a:xfrm>
        </p:grpSpPr>
        <p:sp>
          <p:nvSpPr>
            <p:cNvPr id="299" name="object 299" descr=""/>
            <p:cNvSpPr/>
            <p:nvPr/>
          </p:nvSpPr>
          <p:spPr>
            <a:xfrm>
              <a:off x="10937037" y="8276900"/>
              <a:ext cx="1356360" cy="1533525"/>
            </a:xfrm>
            <a:custGeom>
              <a:avLst/>
              <a:gdLst/>
              <a:ahLst/>
              <a:cxnLst/>
              <a:rect l="l" t="t" r="r" b="b"/>
              <a:pathLst>
                <a:path w="1356359" h="1533525">
                  <a:moveTo>
                    <a:pt x="1355877" y="177558"/>
                  </a:moveTo>
                  <a:lnTo>
                    <a:pt x="1189786" y="177558"/>
                  </a:lnTo>
                  <a:lnTo>
                    <a:pt x="1189786" y="0"/>
                  </a:lnTo>
                  <a:lnTo>
                    <a:pt x="144322" y="0"/>
                  </a:lnTo>
                  <a:lnTo>
                    <a:pt x="144322" y="177558"/>
                  </a:lnTo>
                  <a:lnTo>
                    <a:pt x="0" y="177558"/>
                  </a:lnTo>
                  <a:lnTo>
                    <a:pt x="0" y="1533448"/>
                  </a:lnTo>
                  <a:lnTo>
                    <a:pt x="1355877" y="1533448"/>
                  </a:lnTo>
                  <a:lnTo>
                    <a:pt x="1355877" y="177558"/>
                  </a:lnTo>
                  <a:close/>
                </a:path>
              </a:pathLst>
            </a:custGeom>
            <a:solidFill>
              <a:srgbClr val="E0ED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 descr=""/>
            <p:cNvSpPr/>
            <p:nvPr/>
          </p:nvSpPr>
          <p:spPr>
            <a:xfrm>
              <a:off x="10978515" y="8243245"/>
              <a:ext cx="1274445" cy="510540"/>
            </a:xfrm>
            <a:custGeom>
              <a:avLst/>
              <a:gdLst/>
              <a:ahLst/>
              <a:cxnLst/>
              <a:rect l="l" t="t" r="r" b="b"/>
              <a:pathLst>
                <a:path w="1274445" h="510540">
                  <a:moveTo>
                    <a:pt x="16510" y="397916"/>
                  </a:moveTo>
                  <a:lnTo>
                    <a:pt x="0" y="397916"/>
                  </a:lnTo>
                  <a:lnTo>
                    <a:pt x="0" y="510540"/>
                  </a:lnTo>
                  <a:lnTo>
                    <a:pt x="16510" y="510540"/>
                  </a:lnTo>
                  <a:lnTo>
                    <a:pt x="16510" y="397916"/>
                  </a:lnTo>
                  <a:close/>
                </a:path>
                <a:path w="1274445" h="510540">
                  <a:moveTo>
                    <a:pt x="16510" y="258800"/>
                  </a:moveTo>
                  <a:lnTo>
                    <a:pt x="0" y="258800"/>
                  </a:lnTo>
                  <a:lnTo>
                    <a:pt x="0" y="371424"/>
                  </a:lnTo>
                  <a:lnTo>
                    <a:pt x="16510" y="371424"/>
                  </a:lnTo>
                  <a:lnTo>
                    <a:pt x="16510" y="258800"/>
                  </a:lnTo>
                  <a:close/>
                </a:path>
                <a:path w="1274445" h="510540">
                  <a:moveTo>
                    <a:pt x="57175" y="397916"/>
                  </a:moveTo>
                  <a:lnTo>
                    <a:pt x="40678" y="397916"/>
                  </a:lnTo>
                  <a:lnTo>
                    <a:pt x="40678" y="510540"/>
                  </a:lnTo>
                  <a:lnTo>
                    <a:pt x="57175" y="510540"/>
                  </a:lnTo>
                  <a:lnTo>
                    <a:pt x="57175" y="397916"/>
                  </a:lnTo>
                  <a:close/>
                </a:path>
                <a:path w="1274445" h="510540">
                  <a:moveTo>
                    <a:pt x="57175" y="258800"/>
                  </a:moveTo>
                  <a:lnTo>
                    <a:pt x="40678" y="258800"/>
                  </a:lnTo>
                  <a:lnTo>
                    <a:pt x="40678" y="371424"/>
                  </a:lnTo>
                  <a:lnTo>
                    <a:pt x="57175" y="371424"/>
                  </a:lnTo>
                  <a:lnTo>
                    <a:pt x="57175" y="258800"/>
                  </a:lnTo>
                  <a:close/>
                </a:path>
                <a:path w="1274445" h="510540">
                  <a:moveTo>
                    <a:pt x="97853" y="397916"/>
                  </a:moveTo>
                  <a:lnTo>
                    <a:pt x="81343" y="397916"/>
                  </a:lnTo>
                  <a:lnTo>
                    <a:pt x="81343" y="510540"/>
                  </a:lnTo>
                  <a:lnTo>
                    <a:pt x="97853" y="510540"/>
                  </a:lnTo>
                  <a:lnTo>
                    <a:pt x="97853" y="397916"/>
                  </a:lnTo>
                  <a:close/>
                </a:path>
                <a:path w="1274445" h="510540">
                  <a:moveTo>
                    <a:pt x="97853" y="258800"/>
                  </a:moveTo>
                  <a:lnTo>
                    <a:pt x="81343" y="258800"/>
                  </a:lnTo>
                  <a:lnTo>
                    <a:pt x="81343" y="371424"/>
                  </a:lnTo>
                  <a:lnTo>
                    <a:pt x="97853" y="371424"/>
                  </a:lnTo>
                  <a:lnTo>
                    <a:pt x="97853" y="258800"/>
                  </a:lnTo>
                  <a:close/>
                </a:path>
                <a:path w="1274445" h="510540">
                  <a:moveTo>
                    <a:pt x="138518" y="397916"/>
                  </a:moveTo>
                  <a:lnTo>
                    <a:pt x="122008" y="397916"/>
                  </a:lnTo>
                  <a:lnTo>
                    <a:pt x="122008" y="510540"/>
                  </a:lnTo>
                  <a:lnTo>
                    <a:pt x="138518" y="510540"/>
                  </a:lnTo>
                  <a:lnTo>
                    <a:pt x="138518" y="397916"/>
                  </a:lnTo>
                  <a:close/>
                </a:path>
                <a:path w="1274445" h="510540">
                  <a:moveTo>
                    <a:pt x="138518" y="258800"/>
                  </a:moveTo>
                  <a:lnTo>
                    <a:pt x="122008" y="258800"/>
                  </a:lnTo>
                  <a:lnTo>
                    <a:pt x="122008" y="371424"/>
                  </a:lnTo>
                  <a:lnTo>
                    <a:pt x="138518" y="371424"/>
                  </a:lnTo>
                  <a:lnTo>
                    <a:pt x="138518" y="258800"/>
                  </a:lnTo>
                  <a:close/>
                </a:path>
                <a:path w="1274445" h="510540">
                  <a:moveTo>
                    <a:pt x="179197" y="397916"/>
                  </a:moveTo>
                  <a:lnTo>
                    <a:pt x="162687" y="397916"/>
                  </a:lnTo>
                  <a:lnTo>
                    <a:pt x="162687" y="510540"/>
                  </a:lnTo>
                  <a:lnTo>
                    <a:pt x="179197" y="510540"/>
                  </a:lnTo>
                  <a:lnTo>
                    <a:pt x="179197" y="397916"/>
                  </a:lnTo>
                  <a:close/>
                </a:path>
                <a:path w="1274445" h="510540">
                  <a:moveTo>
                    <a:pt x="179197" y="258800"/>
                  </a:moveTo>
                  <a:lnTo>
                    <a:pt x="162687" y="258800"/>
                  </a:lnTo>
                  <a:lnTo>
                    <a:pt x="162687" y="371424"/>
                  </a:lnTo>
                  <a:lnTo>
                    <a:pt x="179197" y="371424"/>
                  </a:lnTo>
                  <a:lnTo>
                    <a:pt x="179197" y="258800"/>
                  </a:lnTo>
                  <a:close/>
                </a:path>
                <a:path w="1274445" h="510540">
                  <a:moveTo>
                    <a:pt x="219875" y="397916"/>
                  </a:moveTo>
                  <a:lnTo>
                    <a:pt x="203365" y="397916"/>
                  </a:lnTo>
                  <a:lnTo>
                    <a:pt x="203365" y="510540"/>
                  </a:lnTo>
                  <a:lnTo>
                    <a:pt x="219875" y="510540"/>
                  </a:lnTo>
                  <a:lnTo>
                    <a:pt x="219875" y="397916"/>
                  </a:lnTo>
                  <a:close/>
                </a:path>
                <a:path w="1274445" h="510540">
                  <a:moveTo>
                    <a:pt x="219875" y="258800"/>
                  </a:moveTo>
                  <a:lnTo>
                    <a:pt x="203365" y="258800"/>
                  </a:lnTo>
                  <a:lnTo>
                    <a:pt x="203365" y="371424"/>
                  </a:lnTo>
                  <a:lnTo>
                    <a:pt x="219875" y="371424"/>
                  </a:lnTo>
                  <a:lnTo>
                    <a:pt x="219875" y="258800"/>
                  </a:lnTo>
                  <a:close/>
                </a:path>
                <a:path w="1274445" h="510540">
                  <a:moveTo>
                    <a:pt x="260553" y="397916"/>
                  </a:moveTo>
                  <a:lnTo>
                    <a:pt x="244043" y="397916"/>
                  </a:lnTo>
                  <a:lnTo>
                    <a:pt x="244043" y="510540"/>
                  </a:lnTo>
                  <a:lnTo>
                    <a:pt x="260553" y="510540"/>
                  </a:lnTo>
                  <a:lnTo>
                    <a:pt x="260553" y="397916"/>
                  </a:lnTo>
                  <a:close/>
                </a:path>
                <a:path w="1274445" h="510540">
                  <a:moveTo>
                    <a:pt x="260553" y="258800"/>
                  </a:moveTo>
                  <a:lnTo>
                    <a:pt x="244043" y="258800"/>
                  </a:lnTo>
                  <a:lnTo>
                    <a:pt x="244043" y="371424"/>
                  </a:lnTo>
                  <a:lnTo>
                    <a:pt x="260553" y="371424"/>
                  </a:lnTo>
                  <a:lnTo>
                    <a:pt x="260553" y="258800"/>
                  </a:lnTo>
                  <a:close/>
                </a:path>
                <a:path w="1274445" h="510540">
                  <a:moveTo>
                    <a:pt x="301231" y="397916"/>
                  </a:moveTo>
                  <a:lnTo>
                    <a:pt x="284734" y="397916"/>
                  </a:lnTo>
                  <a:lnTo>
                    <a:pt x="284734" y="510540"/>
                  </a:lnTo>
                  <a:lnTo>
                    <a:pt x="301231" y="510540"/>
                  </a:lnTo>
                  <a:lnTo>
                    <a:pt x="301231" y="397916"/>
                  </a:lnTo>
                  <a:close/>
                </a:path>
                <a:path w="1274445" h="510540">
                  <a:moveTo>
                    <a:pt x="301231" y="258800"/>
                  </a:moveTo>
                  <a:lnTo>
                    <a:pt x="284734" y="258800"/>
                  </a:lnTo>
                  <a:lnTo>
                    <a:pt x="284734" y="371424"/>
                  </a:lnTo>
                  <a:lnTo>
                    <a:pt x="301231" y="371424"/>
                  </a:lnTo>
                  <a:lnTo>
                    <a:pt x="301231" y="258800"/>
                  </a:lnTo>
                  <a:close/>
                </a:path>
                <a:path w="1274445" h="510540">
                  <a:moveTo>
                    <a:pt x="341896" y="397916"/>
                  </a:moveTo>
                  <a:lnTo>
                    <a:pt x="325386" y="397916"/>
                  </a:lnTo>
                  <a:lnTo>
                    <a:pt x="325386" y="510540"/>
                  </a:lnTo>
                  <a:lnTo>
                    <a:pt x="341896" y="510540"/>
                  </a:lnTo>
                  <a:lnTo>
                    <a:pt x="341896" y="397916"/>
                  </a:lnTo>
                  <a:close/>
                </a:path>
                <a:path w="1274445" h="510540">
                  <a:moveTo>
                    <a:pt x="341896" y="258800"/>
                  </a:moveTo>
                  <a:lnTo>
                    <a:pt x="325386" y="258800"/>
                  </a:lnTo>
                  <a:lnTo>
                    <a:pt x="325386" y="371424"/>
                  </a:lnTo>
                  <a:lnTo>
                    <a:pt x="341896" y="371424"/>
                  </a:lnTo>
                  <a:lnTo>
                    <a:pt x="341896" y="258800"/>
                  </a:lnTo>
                  <a:close/>
                </a:path>
                <a:path w="1274445" h="510540">
                  <a:moveTo>
                    <a:pt x="382574" y="397916"/>
                  </a:moveTo>
                  <a:lnTo>
                    <a:pt x="366064" y="397916"/>
                  </a:lnTo>
                  <a:lnTo>
                    <a:pt x="366064" y="510540"/>
                  </a:lnTo>
                  <a:lnTo>
                    <a:pt x="382574" y="510540"/>
                  </a:lnTo>
                  <a:lnTo>
                    <a:pt x="382574" y="397916"/>
                  </a:lnTo>
                  <a:close/>
                </a:path>
                <a:path w="1274445" h="510540">
                  <a:moveTo>
                    <a:pt x="382574" y="258800"/>
                  </a:moveTo>
                  <a:lnTo>
                    <a:pt x="366064" y="258800"/>
                  </a:lnTo>
                  <a:lnTo>
                    <a:pt x="366064" y="371424"/>
                  </a:lnTo>
                  <a:lnTo>
                    <a:pt x="382574" y="371424"/>
                  </a:lnTo>
                  <a:lnTo>
                    <a:pt x="382574" y="258800"/>
                  </a:lnTo>
                  <a:close/>
                </a:path>
                <a:path w="1274445" h="510540">
                  <a:moveTo>
                    <a:pt x="423252" y="397916"/>
                  </a:moveTo>
                  <a:lnTo>
                    <a:pt x="406730" y="397916"/>
                  </a:lnTo>
                  <a:lnTo>
                    <a:pt x="406730" y="510540"/>
                  </a:lnTo>
                  <a:lnTo>
                    <a:pt x="423252" y="510540"/>
                  </a:lnTo>
                  <a:lnTo>
                    <a:pt x="423252" y="397916"/>
                  </a:lnTo>
                  <a:close/>
                </a:path>
                <a:path w="1274445" h="510540">
                  <a:moveTo>
                    <a:pt x="423252" y="258800"/>
                  </a:moveTo>
                  <a:lnTo>
                    <a:pt x="406730" y="258800"/>
                  </a:lnTo>
                  <a:lnTo>
                    <a:pt x="406730" y="371424"/>
                  </a:lnTo>
                  <a:lnTo>
                    <a:pt x="423252" y="371424"/>
                  </a:lnTo>
                  <a:lnTo>
                    <a:pt x="423252" y="258800"/>
                  </a:lnTo>
                  <a:close/>
                </a:path>
                <a:path w="1274445" h="510540">
                  <a:moveTo>
                    <a:pt x="464908" y="397916"/>
                  </a:moveTo>
                  <a:lnTo>
                    <a:pt x="448398" y="397916"/>
                  </a:lnTo>
                  <a:lnTo>
                    <a:pt x="448398" y="510540"/>
                  </a:lnTo>
                  <a:lnTo>
                    <a:pt x="464908" y="510540"/>
                  </a:lnTo>
                  <a:lnTo>
                    <a:pt x="464908" y="397916"/>
                  </a:lnTo>
                  <a:close/>
                </a:path>
                <a:path w="1274445" h="510540">
                  <a:moveTo>
                    <a:pt x="464908" y="258800"/>
                  </a:moveTo>
                  <a:lnTo>
                    <a:pt x="448398" y="258800"/>
                  </a:lnTo>
                  <a:lnTo>
                    <a:pt x="448398" y="371424"/>
                  </a:lnTo>
                  <a:lnTo>
                    <a:pt x="464908" y="371424"/>
                  </a:lnTo>
                  <a:lnTo>
                    <a:pt x="464908" y="258800"/>
                  </a:lnTo>
                  <a:close/>
                </a:path>
                <a:path w="1274445" h="510540">
                  <a:moveTo>
                    <a:pt x="505574" y="397916"/>
                  </a:moveTo>
                  <a:lnTo>
                    <a:pt x="489064" y="397916"/>
                  </a:lnTo>
                  <a:lnTo>
                    <a:pt x="489064" y="510540"/>
                  </a:lnTo>
                  <a:lnTo>
                    <a:pt x="505574" y="510540"/>
                  </a:lnTo>
                  <a:lnTo>
                    <a:pt x="505574" y="397916"/>
                  </a:lnTo>
                  <a:close/>
                </a:path>
                <a:path w="1274445" h="510540">
                  <a:moveTo>
                    <a:pt x="505574" y="258800"/>
                  </a:moveTo>
                  <a:lnTo>
                    <a:pt x="489064" y="258800"/>
                  </a:lnTo>
                  <a:lnTo>
                    <a:pt x="489064" y="371424"/>
                  </a:lnTo>
                  <a:lnTo>
                    <a:pt x="505574" y="371424"/>
                  </a:lnTo>
                  <a:lnTo>
                    <a:pt x="505574" y="258800"/>
                  </a:lnTo>
                  <a:close/>
                </a:path>
                <a:path w="1274445" h="510540">
                  <a:moveTo>
                    <a:pt x="546265" y="397916"/>
                  </a:moveTo>
                  <a:lnTo>
                    <a:pt x="529755" y="397916"/>
                  </a:lnTo>
                  <a:lnTo>
                    <a:pt x="529755" y="510540"/>
                  </a:lnTo>
                  <a:lnTo>
                    <a:pt x="546265" y="510540"/>
                  </a:lnTo>
                  <a:lnTo>
                    <a:pt x="546265" y="397916"/>
                  </a:lnTo>
                  <a:close/>
                </a:path>
                <a:path w="1274445" h="510540">
                  <a:moveTo>
                    <a:pt x="546265" y="258800"/>
                  </a:moveTo>
                  <a:lnTo>
                    <a:pt x="529755" y="258800"/>
                  </a:lnTo>
                  <a:lnTo>
                    <a:pt x="529755" y="371424"/>
                  </a:lnTo>
                  <a:lnTo>
                    <a:pt x="546265" y="371424"/>
                  </a:lnTo>
                  <a:lnTo>
                    <a:pt x="546265" y="258800"/>
                  </a:lnTo>
                  <a:close/>
                </a:path>
                <a:path w="1274445" h="510540">
                  <a:moveTo>
                    <a:pt x="586930" y="397916"/>
                  </a:moveTo>
                  <a:lnTo>
                    <a:pt x="570420" y="397916"/>
                  </a:lnTo>
                  <a:lnTo>
                    <a:pt x="570420" y="510540"/>
                  </a:lnTo>
                  <a:lnTo>
                    <a:pt x="586930" y="510540"/>
                  </a:lnTo>
                  <a:lnTo>
                    <a:pt x="586930" y="397916"/>
                  </a:lnTo>
                  <a:close/>
                </a:path>
                <a:path w="1274445" h="510540">
                  <a:moveTo>
                    <a:pt x="586930" y="258800"/>
                  </a:moveTo>
                  <a:lnTo>
                    <a:pt x="570420" y="258800"/>
                  </a:lnTo>
                  <a:lnTo>
                    <a:pt x="570420" y="371424"/>
                  </a:lnTo>
                  <a:lnTo>
                    <a:pt x="586930" y="371424"/>
                  </a:lnTo>
                  <a:lnTo>
                    <a:pt x="586930" y="258800"/>
                  </a:lnTo>
                  <a:close/>
                </a:path>
                <a:path w="1274445" h="510540">
                  <a:moveTo>
                    <a:pt x="627608" y="397916"/>
                  </a:moveTo>
                  <a:lnTo>
                    <a:pt x="611098" y="397916"/>
                  </a:lnTo>
                  <a:lnTo>
                    <a:pt x="611098" y="510540"/>
                  </a:lnTo>
                  <a:lnTo>
                    <a:pt x="627608" y="510540"/>
                  </a:lnTo>
                  <a:lnTo>
                    <a:pt x="627608" y="397916"/>
                  </a:lnTo>
                  <a:close/>
                </a:path>
                <a:path w="1274445" h="510540">
                  <a:moveTo>
                    <a:pt x="627608" y="258800"/>
                  </a:moveTo>
                  <a:lnTo>
                    <a:pt x="611098" y="258800"/>
                  </a:lnTo>
                  <a:lnTo>
                    <a:pt x="611098" y="371424"/>
                  </a:lnTo>
                  <a:lnTo>
                    <a:pt x="627608" y="371424"/>
                  </a:lnTo>
                  <a:lnTo>
                    <a:pt x="627608" y="258800"/>
                  </a:lnTo>
                  <a:close/>
                </a:path>
                <a:path w="1274445" h="510540">
                  <a:moveTo>
                    <a:pt x="668274" y="397916"/>
                  </a:moveTo>
                  <a:lnTo>
                    <a:pt x="651764" y="397916"/>
                  </a:lnTo>
                  <a:lnTo>
                    <a:pt x="651764" y="510540"/>
                  </a:lnTo>
                  <a:lnTo>
                    <a:pt x="668274" y="510540"/>
                  </a:lnTo>
                  <a:lnTo>
                    <a:pt x="668274" y="397916"/>
                  </a:lnTo>
                  <a:close/>
                </a:path>
                <a:path w="1274445" h="510540">
                  <a:moveTo>
                    <a:pt x="668274" y="258800"/>
                  </a:moveTo>
                  <a:lnTo>
                    <a:pt x="651764" y="258800"/>
                  </a:lnTo>
                  <a:lnTo>
                    <a:pt x="651764" y="371424"/>
                  </a:lnTo>
                  <a:lnTo>
                    <a:pt x="668274" y="371424"/>
                  </a:lnTo>
                  <a:lnTo>
                    <a:pt x="668274" y="258800"/>
                  </a:lnTo>
                  <a:close/>
                </a:path>
                <a:path w="1274445" h="510540">
                  <a:moveTo>
                    <a:pt x="708952" y="397916"/>
                  </a:moveTo>
                  <a:lnTo>
                    <a:pt x="692442" y="397916"/>
                  </a:lnTo>
                  <a:lnTo>
                    <a:pt x="692442" y="510540"/>
                  </a:lnTo>
                  <a:lnTo>
                    <a:pt x="708952" y="510540"/>
                  </a:lnTo>
                  <a:lnTo>
                    <a:pt x="708952" y="397916"/>
                  </a:lnTo>
                  <a:close/>
                </a:path>
                <a:path w="1274445" h="510540">
                  <a:moveTo>
                    <a:pt x="708952" y="258800"/>
                  </a:moveTo>
                  <a:lnTo>
                    <a:pt x="692442" y="258800"/>
                  </a:lnTo>
                  <a:lnTo>
                    <a:pt x="692442" y="371424"/>
                  </a:lnTo>
                  <a:lnTo>
                    <a:pt x="708952" y="371424"/>
                  </a:lnTo>
                  <a:lnTo>
                    <a:pt x="708952" y="258800"/>
                  </a:lnTo>
                  <a:close/>
                </a:path>
                <a:path w="1274445" h="510540">
                  <a:moveTo>
                    <a:pt x="749630" y="397916"/>
                  </a:moveTo>
                  <a:lnTo>
                    <a:pt x="733120" y="397916"/>
                  </a:lnTo>
                  <a:lnTo>
                    <a:pt x="733120" y="510540"/>
                  </a:lnTo>
                  <a:lnTo>
                    <a:pt x="749630" y="510540"/>
                  </a:lnTo>
                  <a:lnTo>
                    <a:pt x="749630" y="397916"/>
                  </a:lnTo>
                  <a:close/>
                </a:path>
                <a:path w="1274445" h="510540">
                  <a:moveTo>
                    <a:pt x="749630" y="258800"/>
                  </a:moveTo>
                  <a:lnTo>
                    <a:pt x="733120" y="258800"/>
                  </a:lnTo>
                  <a:lnTo>
                    <a:pt x="733120" y="371424"/>
                  </a:lnTo>
                  <a:lnTo>
                    <a:pt x="749630" y="371424"/>
                  </a:lnTo>
                  <a:lnTo>
                    <a:pt x="749630" y="258800"/>
                  </a:lnTo>
                  <a:close/>
                </a:path>
                <a:path w="1274445" h="510540">
                  <a:moveTo>
                    <a:pt x="790308" y="397916"/>
                  </a:moveTo>
                  <a:lnTo>
                    <a:pt x="773798" y="397916"/>
                  </a:lnTo>
                  <a:lnTo>
                    <a:pt x="773798" y="510540"/>
                  </a:lnTo>
                  <a:lnTo>
                    <a:pt x="790308" y="510540"/>
                  </a:lnTo>
                  <a:lnTo>
                    <a:pt x="790308" y="397916"/>
                  </a:lnTo>
                  <a:close/>
                </a:path>
                <a:path w="1274445" h="510540">
                  <a:moveTo>
                    <a:pt x="790308" y="258800"/>
                  </a:moveTo>
                  <a:lnTo>
                    <a:pt x="773798" y="258800"/>
                  </a:lnTo>
                  <a:lnTo>
                    <a:pt x="773798" y="371424"/>
                  </a:lnTo>
                  <a:lnTo>
                    <a:pt x="790308" y="371424"/>
                  </a:lnTo>
                  <a:lnTo>
                    <a:pt x="790308" y="258800"/>
                  </a:lnTo>
                  <a:close/>
                </a:path>
                <a:path w="1274445" h="510540">
                  <a:moveTo>
                    <a:pt x="830986" y="397916"/>
                  </a:moveTo>
                  <a:lnTo>
                    <a:pt x="814476" y="397916"/>
                  </a:lnTo>
                  <a:lnTo>
                    <a:pt x="814476" y="510540"/>
                  </a:lnTo>
                  <a:lnTo>
                    <a:pt x="830986" y="510540"/>
                  </a:lnTo>
                  <a:lnTo>
                    <a:pt x="830986" y="397916"/>
                  </a:lnTo>
                  <a:close/>
                </a:path>
                <a:path w="1274445" h="510540">
                  <a:moveTo>
                    <a:pt x="830986" y="258800"/>
                  </a:moveTo>
                  <a:lnTo>
                    <a:pt x="814476" y="258800"/>
                  </a:lnTo>
                  <a:lnTo>
                    <a:pt x="814476" y="371424"/>
                  </a:lnTo>
                  <a:lnTo>
                    <a:pt x="830986" y="371424"/>
                  </a:lnTo>
                  <a:lnTo>
                    <a:pt x="830986" y="258800"/>
                  </a:lnTo>
                  <a:close/>
                </a:path>
                <a:path w="1274445" h="510540">
                  <a:moveTo>
                    <a:pt x="871651" y="397916"/>
                  </a:moveTo>
                  <a:lnTo>
                    <a:pt x="855154" y="397916"/>
                  </a:lnTo>
                  <a:lnTo>
                    <a:pt x="855154" y="510540"/>
                  </a:lnTo>
                  <a:lnTo>
                    <a:pt x="871651" y="510540"/>
                  </a:lnTo>
                  <a:lnTo>
                    <a:pt x="871651" y="397916"/>
                  </a:lnTo>
                  <a:close/>
                </a:path>
                <a:path w="1274445" h="510540">
                  <a:moveTo>
                    <a:pt x="871651" y="258800"/>
                  </a:moveTo>
                  <a:lnTo>
                    <a:pt x="855154" y="258800"/>
                  </a:lnTo>
                  <a:lnTo>
                    <a:pt x="855154" y="371424"/>
                  </a:lnTo>
                  <a:lnTo>
                    <a:pt x="871651" y="371424"/>
                  </a:lnTo>
                  <a:lnTo>
                    <a:pt x="871651" y="258800"/>
                  </a:lnTo>
                  <a:close/>
                </a:path>
                <a:path w="1274445" h="510540">
                  <a:moveTo>
                    <a:pt x="908265" y="397916"/>
                  </a:moveTo>
                  <a:lnTo>
                    <a:pt x="891755" y="397916"/>
                  </a:lnTo>
                  <a:lnTo>
                    <a:pt x="891755" y="510540"/>
                  </a:lnTo>
                  <a:lnTo>
                    <a:pt x="908265" y="510540"/>
                  </a:lnTo>
                  <a:lnTo>
                    <a:pt x="908265" y="397916"/>
                  </a:lnTo>
                  <a:close/>
                </a:path>
                <a:path w="1274445" h="510540">
                  <a:moveTo>
                    <a:pt x="908265" y="258800"/>
                  </a:moveTo>
                  <a:lnTo>
                    <a:pt x="891755" y="258800"/>
                  </a:lnTo>
                  <a:lnTo>
                    <a:pt x="891755" y="371424"/>
                  </a:lnTo>
                  <a:lnTo>
                    <a:pt x="908265" y="371424"/>
                  </a:lnTo>
                  <a:lnTo>
                    <a:pt x="908265" y="258800"/>
                  </a:lnTo>
                  <a:close/>
                </a:path>
                <a:path w="1274445" h="510540">
                  <a:moveTo>
                    <a:pt x="948944" y="397916"/>
                  </a:moveTo>
                  <a:lnTo>
                    <a:pt x="932434" y="397916"/>
                  </a:lnTo>
                  <a:lnTo>
                    <a:pt x="932434" y="510540"/>
                  </a:lnTo>
                  <a:lnTo>
                    <a:pt x="948944" y="510540"/>
                  </a:lnTo>
                  <a:lnTo>
                    <a:pt x="948944" y="397916"/>
                  </a:lnTo>
                  <a:close/>
                </a:path>
                <a:path w="1274445" h="510540">
                  <a:moveTo>
                    <a:pt x="948944" y="258800"/>
                  </a:moveTo>
                  <a:lnTo>
                    <a:pt x="932434" y="258800"/>
                  </a:lnTo>
                  <a:lnTo>
                    <a:pt x="932434" y="371424"/>
                  </a:lnTo>
                  <a:lnTo>
                    <a:pt x="948944" y="371424"/>
                  </a:lnTo>
                  <a:lnTo>
                    <a:pt x="948944" y="258800"/>
                  </a:lnTo>
                  <a:close/>
                </a:path>
                <a:path w="1274445" h="510540">
                  <a:moveTo>
                    <a:pt x="970254" y="0"/>
                  </a:moveTo>
                  <a:lnTo>
                    <a:pt x="280898" y="0"/>
                  </a:lnTo>
                  <a:lnTo>
                    <a:pt x="280898" y="33655"/>
                  </a:lnTo>
                  <a:lnTo>
                    <a:pt x="970254" y="33655"/>
                  </a:lnTo>
                  <a:lnTo>
                    <a:pt x="970254" y="0"/>
                  </a:lnTo>
                  <a:close/>
                </a:path>
                <a:path w="1274445" h="510540">
                  <a:moveTo>
                    <a:pt x="989622" y="397916"/>
                  </a:moveTo>
                  <a:lnTo>
                    <a:pt x="973112" y="397916"/>
                  </a:lnTo>
                  <a:lnTo>
                    <a:pt x="973112" y="510540"/>
                  </a:lnTo>
                  <a:lnTo>
                    <a:pt x="989622" y="510540"/>
                  </a:lnTo>
                  <a:lnTo>
                    <a:pt x="989622" y="397916"/>
                  </a:lnTo>
                  <a:close/>
                </a:path>
                <a:path w="1274445" h="510540">
                  <a:moveTo>
                    <a:pt x="989622" y="258800"/>
                  </a:moveTo>
                  <a:lnTo>
                    <a:pt x="973112" y="258800"/>
                  </a:lnTo>
                  <a:lnTo>
                    <a:pt x="973112" y="371424"/>
                  </a:lnTo>
                  <a:lnTo>
                    <a:pt x="989622" y="371424"/>
                  </a:lnTo>
                  <a:lnTo>
                    <a:pt x="989622" y="258800"/>
                  </a:lnTo>
                  <a:close/>
                </a:path>
                <a:path w="1274445" h="510540">
                  <a:moveTo>
                    <a:pt x="1030300" y="397916"/>
                  </a:moveTo>
                  <a:lnTo>
                    <a:pt x="1013790" y="397916"/>
                  </a:lnTo>
                  <a:lnTo>
                    <a:pt x="1013790" y="510540"/>
                  </a:lnTo>
                  <a:lnTo>
                    <a:pt x="1030300" y="510540"/>
                  </a:lnTo>
                  <a:lnTo>
                    <a:pt x="1030300" y="397916"/>
                  </a:lnTo>
                  <a:close/>
                </a:path>
                <a:path w="1274445" h="510540">
                  <a:moveTo>
                    <a:pt x="1030300" y="258800"/>
                  </a:moveTo>
                  <a:lnTo>
                    <a:pt x="1013790" y="258800"/>
                  </a:lnTo>
                  <a:lnTo>
                    <a:pt x="1013790" y="371424"/>
                  </a:lnTo>
                  <a:lnTo>
                    <a:pt x="1030300" y="371424"/>
                  </a:lnTo>
                  <a:lnTo>
                    <a:pt x="1030300" y="258800"/>
                  </a:lnTo>
                  <a:close/>
                </a:path>
                <a:path w="1274445" h="510540">
                  <a:moveTo>
                    <a:pt x="1070978" y="397916"/>
                  </a:moveTo>
                  <a:lnTo>
                    <a:pt x="1054468" y="397916"/>
                  </a:lnTo>
                  <a:lnTo>
                    <a:pt x="1054468" y="510540"/>
                  </a:lnTo>
                  <a:lnTo>
                    <a:pt x="1070978" y="510540"/>
                  </a:lnTo>
                  <a:lnTo>
                    <a:pt x="1070978" y="397916"/>
                  </a:lnTo>
                  <a:close/>
                </a:path>
                <a:path w="1274445" h="510540">
                  <a:moveTo>
                    <a:pt x="1070978" y="258800"/>
                  </a:moveTo>
                  <a:lnTo>
                    <a:pt x="1054468" y="258800"/>
                  </a:lnTo>
                  <a:lnTo>
                    <a:pt x="1054468" y="371424"/>
                  </a:lnTo>
                  <a:lnTo>
                    <a:pt x="1070978" y="371424"/>
                  </a:lnTo>
                  <a:lnTo>
                    <a:pt x="1070978" y="258800"/>
                  </a:lnTo>
                  <a:close/>
                </a:path>
                <a:path w="1274445" h="510540">
                  <a:moveTo>
                    <a:pt x="1111643" y="397916"/>
                  </a:moveTo>
                  <a:lnTo>
                    <a:pt x="1095146" y="397916"/>
                  </a:lnTo>
                  <a:lnTo>
                    <a:pt x="1095146" y="510540"/>
                  </a:lnTo>
                  <a:lnTo>
                    <a:pt x="1111643" y="510540"/>
                  </a:lnTo>
                  <a:lnTo>
                    <a:pt x="1111643" y="397916"/>
                  </a:lnTo>
                  <a:close/>
                </a:path>
                <a:path w="1274445" h="510540">
                  <a:moveTo>
                    <a:pt x="1111643" y="258800"/>
                  </a:moveTo>
                  <a:lnTo>
                    <a:pt x="1095146" y="258800"/>
                  </a:lnTo>
                  <a:lnTo>
                    <a:pt x="1095146" y="371424"/>
                  </a:lnTo>
                  <a:lnTo>
                    <a:pt x="1111643" y="371424"/>
                  </a:lnTo>
                  <a:lnTo>
                    <a:pt x="1111643" y="258800"/>
                  </a:lnTo>
                  <a:close/>
                </a:path>
                <a:path w="1274445" h="510540">
                  <a:moveTo>
                    <a:pt x="1148308" y="157289"/>
                  </a:moveTo>
                  <a:lnTo>
                    <a:pt x="102844" y="157289"/>
                  </a:lnTo>
                  <a:lnTo>
                    <a:pt x="102844" y="211226"/>
                  </a:lnTo>
                  <a:lnTo>
                    <a:pt x="1148308" y="211226"/>
                  </a:lnTo>
                  <a:lnTo>
                    <a:pt x="1148308" y="157289"/>
                  </a:lnTo>
                  <a:close/>
                </a:path>
                <a:path w="1274445" h="510540">
                  <a:moveTo>
                    <a:pt x="1152321" y="397916"/>
                  </a:moveTo>
                  <a:lnTo>
                    <a:pt x="1135811" y="397916"/>
                  </a:lnTo>
                  <a:lnTo>
                    <a:pt x="1135811" y="510540"/>
                  </a:lnTo>
                  <a:lnTo>
                    <a:pt x="1152321" y="510540"/>
                  </a:lnTo>
                  <a:lnTo>
                    <a:pt x="1152321" y="397916"/>
                  </a:lnTo>
                  <a:close/>
                </a:path>
                <a:path w="1274445" h="510540">
                  <a:moveTo>
                    <a:pt x="1152321" y="258800"/>
                  </a:moveTo>
                  <a:lnTo>
                    <a:pt x="1135811" y="258800"/>
                  </a:lnTo>
                  <a:lnTo>
                    <a:pt x="1135811" y="371424"/>
                  </a:lnTo>
                  <a:lnTo>
                    <a:pt x="1152321" y="371424"/>
                  </a:lnTo>
                  <a:lnTo>
                    <a:pt x="1152321" y="258800"/>
                  </a:lnTo>
                  <a:close/>
                </a:path>
                <a:path w="1274445" h="510540">
                  <a:moveTo>
                    <a:pt x="1192987" y="397916"/>
                  </a:moveTo>
                  <a:lnTo>
                    <a:pt x="1176477" y="397916"/>
                  </a:lnTo>
                  <a:lnTo>
                    <a:pt x="1176477" y="510540"/>
                  </a:lnTo>
                  <a:lnTo>
                    <a:pt x="1192987" y="510540"/>
                  </a:lnTo>
                  <a:lnTo>
                    <a:pt x="1192987" y="397916"/>
                  </a:lnTo>
                  <a:close/>
                </a:path>
                <a:path w="1274445" h="510540">
                  <a:moveTo>
                    <a:pt x="1192987" y="258800"/>
                  </a:moveTo>
                  <a:lnTo>
                    <a:pt x="1176477" y="258800"/>
                  </a:lnTo>
                  <a:lnTo>
                    <a:pt x="1176477" y="371424"/>
                  </a:lnTo>
                  <a:lnTo>
                    <a:pt x="1192987" y="371424"/>
                  </a:lnTo>
                  <a:lnTo>
                    <a:pt x="1192987" y="258800"/>
                  </a:lnTo>
                  <a:close/>
                </a:path>
                <a:path w="1274445" h="510540">
                  <a:moveTo>
                    <a:pt x="1233678" y="397916"/>
                  </a:moveTo>
                  <a:lnTo>
                    <a:pt x="1217155" y="397916"/>
                  </a:lnTo>
                  <a:lnTo>
                    <a:pt x="1217155" y="510540"/>
                  </a:lnTo>
                  <a:lnTo>
                    <a:pt x="1233678" y="510540"/>
                  </a:lnTo>
                  <a:lnTo>
                    <a:pt x="1233678" y="397916"/>
                  </a:lnTo>
                  <a:close/>
                </a:path>
                <a:path w="1274445" h="510540">
                  <a:moveTo>
                    <a:pt x="1233678" y="258800"/>
                  </a:moveTo>
                  <a:lnTo>
                    <a:pt x="1217155" y="258800"/>
                  </a:lnTo>
                  <a:lnTo>
                    <a:pt x="1217155" y="371424"/>
                  </a:lnTo>
                  <a:lnTo>
                    <a:pt x="1233678" y="371424"/>
                  </a:lnTo>
                  <a:lnTo>
                    <a:pt x="1233678" y="258800"/>
                  </a:lnTo>
                  <a:close/>
                </a:path>
                <a:path w="1274445" h="510540">
                  <a:moveTo>
                    <a:pt x="1274343" y="397916"/>
                  </a:moveTo>
                  <a:lnTo>
                    <a:pt x="1257833" y="397916"/>
                  </a:lnTo>
                  <a:lnTo>
                    <a:pt x="1257833" y="510540"/>
                  </a:lnTo>
                  <a:lnTo>
                    <a:pt x="1274343" y="510540"/>
                  </a:lnTo>
                  <a:lnTo>
                    <a:pt x="1274343" y="397916"/>
                  </a:lnTo>
                  <a:close/>
                </a:path>
                <a:path w="1274445" h="510540">
                  <a:moveTo>
                    <a:pt x="1274343" y="258800"/>
                  </a:moveTo>
                  <a:lnTo>
                    <a:pt x="1257833" y="258800"/>
                  </a:lnTo>
                  <a:lnTo>
                    <a:pt x="1257833" y="371424"/>
                  </a:lnTo>
                  <a:lnTo>
                    <a:pt x="1274343" y="371424"/>
                  </a:lnTo>
                  <a:lnTo>
                    <a:pt x="1274343" y="258800"/>
                  </a:lnTo>
                  <a:close/>
                </a:path>
              </a:pathLst>
            </a:custGeom>
            <a:solidFill>
              <a:srgbClr val="CDCDCD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 descr=""/>
            <p:cNvSpPr/>
            <p:nvPr/>
          </p:nvSpPr>
          <p:spPr>
            <a:xfrm>
              <a:off x="10988078" y="8800788"/>
              <a:ext cx="1274445" cy="121920"/>
            </a:xfrm>
            <a:custGeom>
              <a:avLst/>
              <a:gdLst/>
              <a:ahLst/>
              <a:cxnLst/>
              <a:rect l="l" t="t" r="r" b="b"/>
              <a:pathLst>
                <a:path w="1274445" h="121920">
                  <a:moveTo>
                    <a:pt x="16497" y="0"/>
                  </a:moveTo>
                  <a:lnTo>
                    <a:pt x="0" y="0"/>
                  </a:lnTo>
                  <a:lnTo>
                    <a:pt x="0" y="121615"/>
                  </a:lnTo>
                  <a:lnTo>
                    <a:pt x="16497" y="121615"/>
                  </a:lnTo>
                  <a:lnTo>
                    <a:pt x="16497" y="0"/>
                  </a:lnTo>
                  <a:close/>
                </a:path>
                <a:path w="1274445" h="121920">
                  <a:moveTo>
                    <a:pt x="57175" y="0"/>
                  </a:moveTo>
                  <a:lnTo>
                    <a:pt x="40665" y="0"/>
                  </a:lnTo>
                  <a:lnTo>
                    <a:pt x="40665" y="121615"/>
                  </a:lnTo>
                  <a:lnTo>
                    <a:pt x="57175" y="121615"/>
                  </a:lnTo>
                  <a:lnTo>
                    <a:pt x="57175" y="0"/>
                  </a:lnTo>
                  <a:close/>
                </a:path>
                <a:path w="1274445" h="121920">
                  <a:moveTo>
                    <a:pt x="97853" y="0"/>
                  </a:moveTo>
                  <a:lnTo>
                    <a:pt x="81343" y="0"/>
                  </a:lnTo>
                  <a:lnTo>
                    <a:pt x="81343" y="121615"/>
                  </a:lnTo>
                  <a:lnTo>
                    <a:pt x="97853" y="121615"/>
                  </a:lnTo>
                  <a:lnTo>
                    <a:pt x="97853" y="0"/>
                  </a:lnTo>
                  <a:close/>
                </a:path>
                <a:path w="1274445" h="121920">
                  <a:moveTo>
                    <a:pt x="138531" y="0"/>
                  </a:moveTo>
                  <a:lnTo>
                    <a:pt x="122021" y="0"/>
                  </a:lnTo>
                  <a:lnTo>
                    <a:pt x="122021" y="121615"/>
                  </a:lnTo>
                  <a:lnTo>
                    <a:pt x="138531" y="121615"/>
                  </a:lnTo>
                  <a:lnTo>
                    <a:pt x="138531" y="0"/>
                  </a:lnTo>
                  <a:close/>
                </a:path>
                <a:path w="1274445" h="121920">
                  <a:moveTo>
                    <a:pt x="179197" y="0"/>
                  </a:moveTo>
                  <a:lnTo>
                    <a:pt x="162687" y="0"/>
                  </a:lnTo>
                  <a:lnTo>
                    <a:pt x="162687" y="121615"/>
                  </a:lnTo>
                  <a:lnTo>
                    <a:pt x="179197" y="121615"/>
                  </a:lnTo>
                  <a:lnTo>
                    <a:pt x="179197" y="0"/>
                  </a:lnTo>
                  <a:close/>
                </a:path>
                <a:path w="1274445" h="121920">
                  <a:moveTo>
                    <a:pt x="219875" y="0"/>
                  </a:moveTo>
                  <a:lnTo>
                    <a:pt x="203377" y="0"/>
                  </a:lnTo>
                  <a:lnTo>
                    <a:pt x="203377" y="121615"/>
                  </a:lnTo>
                  <a:lnTo>
                    <a:pt x="219875" y="121615"/>
                  </a:lnTo>
                  <a:lnTo>
                    <a:pt x="219875" y="0"/>
                  </a:lnTo>
                  <a:close/>
                </a:path>
                <a:path w="1274445" h="121920">
                  <a:moveTo>
                    <a:pt x="260553" y="0"/>
                  </a:moveTo>
                  <a:lnTo>
                    <a:pt x="244043" y="0"/>
                  </a:lnTo>
                  <a:lnTo>
                    <a:pt x="244043" y="121615"/>
                  </a:lnTo>
                  <a:lnTo>
                    <a:pt x="260553" y="121615"/>
                  </a:lnTo>
                  <a:lnTo>
                    <a:pt x="260553" y="0"/>
                  </a:lnTo>
                  <a:close/>
                </a:path>
                <a:path w="1274445" h="121920">
                  <a:moveTo>
                    <a:pt x="301231" y="0"/>
                  </a:moveTo>
                  <a:lnTo>
                    <a:pt x="284721" y="0"/>
                  </a:lnTo>
                  <a:lnTo>
                    <a:pt x="284721" y="121615"/>
                  </a:lnTo>
                  <a:lnTo>
                    <a:pt x="301231" y="121615"/>
                  </a:lnTo>
                  <a:lnTo>
                    <a:pt x="301231" y="0"/>
                  </a:lnTo>
                  <a:close/>
                </a:path>
                <a:path w="1274445" h="121920">
                  <a:moveTo>
                    <a:pt x="341909" y="0"/>
                  </a:moveTo>
                  <a:lnTo>
                    <a:pt x="325399" y="0"/>
                  </a:lnTo>
                  <a:lnTo>
                    <a:pt x="325399" y="121615"/>
                  </a:lnTo>
                  <a:lnTo>
                    <a:pt x="341909" y="121615"/>
                  </a:lnTo>
                  <a:lnTo>
                    <a:pt x="341909" y="0"/>
                  </a:lnTo>
                  <a:close/>
                </a:path>
                <a:path w="1274445" h="121920">
                  <a:moveTo>
                    <a:pt x="382574" y="0"/>
                  </a:moveTo>
                  <a:lnTo>
                    <a:pt x="366064" y="0"/>
                  </a:lnTo>
                  <a:lnTo>
                    <a:pt x="366064" y="121615"/>
                  </a:lnTo>
                  <a:lnTo>
                    <a:pt x="382574" y="121615"/>
                  </a:lnTo>
                  <a:lnTo>
                    <a:pt x="382574" y="0"/>
                  </a:lnTo>
                  <a:close/>
                </a:path>
                <a:path w="1274445" h="121920">
                  <a:moveTo>
                    <a:pt x="423252" y="0"/>
                  </a:moveTo>
                  <a:lnTo>
                    <a:pt x="406742" y="0"/>
                  </a:lnTo>
                  <a:lnTo>
                    <a:pt x="406742" y="121615"/>
                  </a:lnTo>
                  <a:lnTo>
                    <a:pt x="423252" y="121615"/>
                  </a:lnTo>
                  <a:lnTo>
                    <a:pt x="423252" y="0"/>
                  </a:lnTo>
                  <a:close/>
                </a:path>
                <a:path w="1274445" h="121920">
                  <a:moveTo>
                    <a:pt x="464908" y="0"/>
                  </a:moveTo>
                  <a:lnTo>
                    <a:pt x="448398" y="0"/>
                  </a:lnTo>
                  <a:lnTo>
                    <a:pt x="448398" y="121615"/>
                  </a:lnTo>
                  <a:lnTo>
                    <a:pt x="464908" y="121615"/>
                  </a:lnTo>
                  <a:lnTo>
                    <a:pt x="464908" y="0"/>
                  </a:lnTo>
                  <a:close/>
                </a:path>
                <a:path w="1274445" h="121920">
                  <a:moveTo>
                    <a:pt x="505587" y="0"/>
                  </a:moveTo>
                  <a:lnTo>
                    <a:pt x="489077" y="0"/>
                  </a:lnTo>
                  <a:lnTo>
                    <a:pt x="489077" y="121615"/>
                  </a:lnTo>
                  <a:lnTo>
                    <a:pt x="505587" y="121615"/>
                  </a:lnTo>
                  <a:lnTo>
                    <a:pt x="505587" y="0"/>
                  </a:lnTo>
                  <a:close/>
                </a:path>
                <a:path w="1274445" h="121920">
                  <a:moveTo>
                    <a:pt x="546252" y="0"/>
                  </a:moveTo>
                  <a:lnTo>
                    <a:pt x="529755" y="0"/>
                  </a:lnTo>
                  <a:lnTo>
                    <a:pt x="529755" y="121615"/>
                  </a:lnTo>
                  <a:lnTo>
                    <a:pt x="546252" y="121615"/>
                  </a:lnTo>
                  <a:lnTo>
                    <a:pt x="546252" y="0"/>
                  </a:lnTo>
                  <a:close/>
                </a:path>
                <a:path w="1274445" h="121920">
                  <a:moveTo>
                    <a:pt x="586930" y="0"/>
                  </a:moveTo>
                  <a:lnTo>
                    <a:pt x="570420" y="0"/>
                  </a:lnTo>
                  <a:lnTo>
                    <a:pt x="570420" y="121615"/>
                  </a:lnTo>
                  <a:lnTo>
                    <a:pt x="586930" y="121615"/>
                  </a:lnTo>
                  <a:lnTo>
                    <a:pt x="586930" y="0"/>
                  </a:lnTo>
                  <a:close/>
                </a:path>
                <a:path w="1274445" h="121920">
                  <a:moveTo>
                    <a:pt x="627608" y="0"/>
                  </a:moveTo>
                  <a:lnTo>
                    <a:pt x="611098" y="0"/>
                  </a:lnTo>
                  <a:lnTo>
                    <a:pt x="611098" y="121615"/>
                  </a:lnTo>
                  <a:lnTo>
                    <a:pt x="627608" y="121615"/>
                  </a:lnTo>
                  <a:lnTo>
                    <a:pt x="627608" y="0"/>
                  </a:lnTo>
                  <a:close/>
                </a:path>
                <a:path w="1274445" h="121920">
                  <a:moveTo>
                    <a:pt x="668286" y="0"/>
                  </a:moveTo>
                  <a:lnTo>
                    <a:pt x="651776" y="0"/>
                  </a:lnTo>
                  <a:lnTo>
                    <a:pt x="651776" y="121615"/>
                  </a:lnTo>
                  <a:lnTo>
                    <a:pt x="668286" y="121615"/>
                  </a:lnTo>
                  <a:lnTo>
                    <a:pt x="668286" y="0"/>
                  </a:lnTo>
                  <a:close/>
                </a:path>
                <a:path w="1274445" h="121920">
                  <a:moveTo>
                    <a:pt x="708952" y="0"/>
                  </a:moveTo>
                  <a:lnTo>
                    <a:pt x="692442" y="0"/>
                  </a:lnTo>
                  <a:lnTo>
                    <a:pt x="692442" y="121615"/>
                  </a:lnTo>
                  <a:lnTo>
                    <a:pt x="708952" y="121615"/>
                  </a:lnTo>
                  <a:lnTo>
                    <a:pt x="708952" y="0"/>
                  </a:lnTo>
                  <a:close/>
                </a:path>
                <a:path w="1274445" h="121920">
                  <a:moveTo>
                    <a:pt x="749630" y="0"/>
                  </a:moveTo>
                  <a:lnTo>
                    <a:pt x="733120" y="0"/>
                  </a:lnTo>
                  <a:lnTo>
                    <a:pt x="733120" y="121615"/>
                  </a:lnTo>
                  <a:lnTo>
                    <a:pt x="749630" y="121615"/>
                  </a:lnTo>
                  <a:lnTo>
                    <a:pt x="749630" y="0"/>
                  </a:lnTo>
                  <a:close/>
                </a:path>
                <a:path w="1274445" h="121920">
                  <a:moveTo>
                    <a:pt x="790308" y="0"/>
                  </a:moveTo>
                  <a:lnTo>
                    <a:pt x="773811" y="0"/>
                  </a:lnTo>
                  <a:lnTo>
                    <a:pt x="773811" y="121615"/>
                  </a:lnTo>
                  <a:lnTo>
                    <a:pt x="790308" y="121615"/>
                  </a:lnTo>
                  <a:lnTo>
                    <a:pt x="790308" y="0"/>
                  </a:lnTo>
                  <a:close/>
                </a:path>
                <a:path w="1274445" h="121920">
                  <a:moveTo>
                    <a:pt x="830986" y="0"/>
                  </a:moveTo>
                  <a:lnTo>
                    <a:pt x="814476" y="0"/>
                  </a:lnTo>
                  <a:lnTo>
                    <a:pt x="814476" y="121615"/>
                  </a:lnTo>
                  <a:lnTo>
                    <a:pt x="830986" y="121615"/>
                  </a:lnTo>
                  <a:lnTo>
                    <a:pt x="830986" y="0"/>
                  </a:lnTo>
                  <a:close/>
                </a:path>
                <a:path w="1274445" h="121920">
                  <a:moveTo>
                    <a:pt x="871664" y="0"/>
                  </a:moveTo>
                  <a:lnTo>
                    <a:pt x="855154" y="0"/>
                  </a:lnTo>
                  <a:lnTo>
                    <a:pt x="855154" y="121615"/>
                  </a:lnTo>
                  <a:lnTo>
                    <a:pt x="871664" y="121615"/>
                  </a:lnTo>
                  <a:lnTo>
                    <a:pt x="871664" y="0"/>
                  </a:lnTo>
                  <a:close/>
                </a:path>
                <a:path w="1274445" h="121920">
                  <a:moveTo>
                    <a:pt x="908278" y="0"/>
                  </a:moveTo>
                  <a:lnTo>
                    <a:pt x="891768" y="0"/>
                  </a:lnTo>
                  <a:lnTo>
                    <a:pt x="891768" y="121615"/>
                  </a:lnTo>
                  <a:lnTo>
                    <a:pt x="908278" y="121615"/>
                  </a:lnTo>
                  <a:lnTo>
                    <a:pt x="908278" y="0"/>
                  </a:lnTo>
                  <a:close/>
                </a:path>
                <a:path w="1274445" h="121920">
                  <a:moveTo>
                    <a:pt x="948944" y="0"/>
                  </a:moveTo>
                  <a:lnTo>
                    <a:pt x="932434" y="0"/>
                  </a:lnTo>
                  <a:lnTo>
                    <a:pt x="932434" y="121615"/>
                  </a:lnTo>
                  <a:lnTo>
                    <a:pt x="948944" y="121615"/>
                  </a:lnTo>
                  <a:lnTo>
                    <a:pt x="948944" y="0"/>
                  </a:lnTo>
                  <a:close/>
                </a:path>
                <a:path w="1274445" h="121920">
                  <a:moveTo>
                    <a:pt x="989622" y="0"/>
                  </a:moveTo>
                  <a:lnTo>
                    <a:pt x="973112" y="0"/>
                  </a:lnTo>
                  <a:lnTo>
                    <a:pt x="973112" y="121615"/>
                  </a:lnTo>
                  <a:lnTo>
                    <a:pt x="989622" y="121615"/>
                  </a:lnTo>
                  <a:lnTo>
                    <a:pt x="989622" y="0"/>
                  </a:lnTo>
                  <a:close/>
                </a:path>
                <a:path w="1274445" h="121920">
                  <a:moveTo>
                    <a:pt x="1030287" y="0"/>
                  </a:moveTo>
                  <a:lnTo>
                    <a:pt x="1013790" y="0"/>
                  </a:lnTo>
                  <a:lnTo>
                    <a:pt x="1013790" y="121615"/>
                  </a:lnTo>
                  <a:lnTo>
                    <a:pt x="1030287" y="121615"/>
                  </a:lnTo>
                  <a:lnTo>
                    <a:pt x="1030287" y="0"/>
                  </a:lnTo>
                  <a:close/>
                </a:path>
                <a:path w="1274445" h="121920">
                  <a:moveTo>
                    <a:pt x="1070978" y="0"/>
                  </a:moveTo>
                  <a:lnTo>
                    <a:pt x="1054468" y="0"/>
                  </a:lnTo>
                  <a:lnTo>
                    <a:pt x="1054468" y="121615"/>
                  </a:lnTo>
                  <a:lnTo>
                    <a:pt x="1070978" y="121615"/>
                  </a:lnTo>
                  <a:lnTo>
                    <a:pt x="1070978" y="0"/>
                  </a:lnTo>
                  <a:close/>
                </a:path>
                <a:path w="1274445" h="121920">
                  <a:moveTo>
                    <a:pt x="1111656" y="0"/>
                  </a:moveTo>
                  <a:lnTo>
                    <a:pt x="1095146" y="0"/>
                  </a:lnTo>
                  <a:lnTo>
                    <a:pt x="1095146" y="121615"/>
                  </a:lnTo>
                  <a:lnTo>
                    <a:pt x="1111656" y="121615"/>
                  </a:lnTo>
                  <a:lnTo>
                    <a:pt x="1111656" y="0"/>
                  </a:lnTo>
                  <a:close/>
                </a:path>
                <a:path w="1274445" h="121920">
                  <a:moveTo>
                    <a:pt x="1152321" y="0"/>
                  </a:moveTo>
                  <a:lnTo>
                    <a:pt x="1135811" y="0"/>
                  </a:lnTo>
                  <a:lnTo>
                    <a:pt x="1135811" y="121615"/>
                  </a:lnTo>
                  <a:lnTo>
                    <a:pt x="1152321" y="121615"/>
                  </a:lnTo>
                  <a:lnTo>
                    <a:pt x="1152321" y="0"/>
                  </a:lnTo>
                  <a:close/>
                </a:path>
                <a:path w="1274445" h="121920">
                  <a:moveTo>
                    <a:pt x="1192999" y="0"/>
                  </a:moveTo>
                  <a:lnTo>
                    <a:pt x="1176489" y="0"/>
                  </a:lnTo>
                  <a:lnTo>
                    <a:pt x="1176489" y="121615"/>
                  </a:lnTo>
                  <a:lnTo>
                    <a:pt x="1192999" y="121615"/>
                  </a:lnTo>
                  <a:lnTo>
                    <a:pt x="1192999" y="0"/>
                  </a:lnTo>
                  <a:close/>
                </a:path>
                <a:path w="1274445" h="121920">
                  <a:moveTo>
                    <a:pt x="1233665" y="0"/>
                  </a:moveTo>
                  <a:lnTo>
                    <a:pt x="1217155" y="0"/>
                  </a:lnTo>
                  <a:lnTo>
                    <a:pt x="1217155" y="121615"/>
                  </a:lnTo>
                  <a:lnTo>
                    <a:pt x="1233665" y="121615"/>
                  </a:lnTo>
                  <a:lnTo>
                    <a:pt x="1233665" y="0"/>
                  </a:lnTo>
                  <a:close/>
                </a:path>
                <a:path w="1274445" h="121920">
                  <a:moveTo>
                    <a:pt x="1274343" y="0"/>
                  </a:moveTo>
                  <a:lnTo>
                    <a:pt x="1257833" y="0"/>
                  </a:lnTo>
                  <a:lnTo>
                    <a:pt x="1257833" y="121615"/>
                  </a:lnTo>
                  <a:lnTo>
                    <a:pt x="1274343" y="121615"/>
                  </a:lnTo>
                  <a:lnTo>
                    <a:pt x="1274343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 descr=""/>
            <p:cNvSpPr/>
            <p:nvPr/>
          </p:nvSpPr>
          <p:spPr>
            <a:xfrm>
              <a:off x="10937037" y="9125451"/>
              <a:ext cx="1356360" cy="685165"/>
            </a:xfrm>
            <a:custGeom>
              <a:avLst/>
              <a:gdLst/>
              <a:ahLst/>
              <a:cxnLst/>
              <a:rect l="l" t="t" r="r" b="b"/>
              <a:pathLst>
                <a:path w="1356359" h="685165">
                  <a:moveTo>
                    <a:pt x="1355877" y="0"/>
                  </a:moveTo>
                  <a:lnTo>
                    <a:pt x="0" y="0"/>
                  </a:lnTo>
                  <a:lnTo>
                    <a:pt x="0" y="45694"/>
                  </a:lnTo>
                  <a:lnTo>
                    <a:pt x="0" y="684898"/>
                  </a:lnTo>
                  <a:lnTo>
                    <a:pt x="1355877" y="684898"/>
                  </a:lnTo>
                  <a:lnTo>
                    <a:pt x="1355877" y="45694"/>
                  </a:lnTo>
                  <a:lnTo>
                    <a:pt x="1355877" y="0"/>
                  </a:lnTo>
                  <a:close/>
                </a:path>
              </a:pathLst>
            </a:custGeom>
            <a:solidFill>
              <a:srgbClr val="CDCDCD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 descr=""/>
            <p:cNvSpPr/>
            <p:nvPr/>
          </p:nvSpPr>
          <p:spPr>
            <a:xfrm>
              <a:off x="10856748" y="8800778"/>
              <a:ext cx="1510665" cy="1009650"/>
            </a:xfrm>
            <a:custGeom>
              <a:avLst/>
              <a:gdLst/>
              <a:ahLst/>
              <a:cxnLst/>
              <a:rect l="l" t="t" r="r" b="b"/>
              <a:pathLst>
                <a:path w="1510665" h="1009650">
                  <a:moveTo>
                    <a:pt x="1510173" y="0"/>
                  </a:moveTo>
                  <a:lnTo>
                    <a:pt x="0" y="0"/>
                  </a:lnTo>
                  <a:lnTo>
                    <a:pt x="0" y="1009560"/>
                  </a:lnTo>
                  <a:lnTo>
                    <a:pt x="1510173" y="1009560"/>
                  </a:lnTo>
                  <a:lnTo>
                    <a:pt x="1510173" y="0"/>
                  </a:lnTo>
                  <a:close/>
                </a:path>
              </a:pathLst>
            </a:custGeom>
            <a:solidFill>
              <a:srgbClr val="CDEB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 descr=""/>
            <p:cNvSpPr/>
            <p:nvPr/>
          </p:nvSpPr>
          <p:spPr>
            <a:xfrm>
              <a:off x="10856748" y="8800801"/>
              <a:ext cx="1510665" cy="1019175"/>
            </a:xfrm>
            <a:custGeom>
              <a:avLst/>
              <a:gdLst/>
              <a:ahLst/>
              <a:cxnLst/>
              <a:rect l="l" t="t" r="r" b="b"/>
              <a:pathLst>
                <a:path w="1510665" h="1019175">
                  <a:moveTo>
                    <a:pt x="1510169" y="799668"/>
                  </a:moveTo>
                  <a:lnTo>
                    <a:pt x="153403" y="799668"/>
                  </a:lnTo>
                  <a:lnTo>
                    <a:pt x="153403" y="953452"/>
                  </a:lnTo>
                  <a:lnTo>
                    <a:pt x="62191" y="953452"/>
                  </a:lnTo>
                  <a:lnTo>
                    <a:pt x="62191" y="799668"/>
                  </a:lnTo>
                  <a:lnTo>
                    <a:pt x="0" y="799668"/>
                  </a:lnTo>
                  <a:lnTo>
                    <a:pt x="0" y="953452"/>
                  </a:lnTo>
                  <a:lnTo>
                    <a:pt x="0" y="997927"/>
                  </a:lnTo>
                  <a:lnTo>
                    <a:pt x="0" y="1019086"/>
                  </a:lnTo>
                  <a:lnTo>
                    <a:pt x="1510169" y="1019086"/>
                  </a:lnTo>
                  <a:lnTo>
                    <a:pt x="1510169" y="997927"/>
                  </a:lnTo>
                  <a:lnTo>
                    <a:pt x="1510169" y="953452"/>
                  </a:lnTo>
                  <a:lnTo>
                    <a:pt x="1510169" y="799668"/>
                  </a:lnTo>
                  <a:close/>
                </a:path>
                <a:path w="1510665" h="1019175">
                  <a:moveTo>
                    <a:pt x="1510169" y="0"/>
                  </a:moveTo>
                  <a:lnTo>
                    <a:pt x="0" y="0"/>
                  </a:lnTo>
                  <a:lnTo>
                    <a:pt x="0" y="139890"/>
                  </a:lnTo>
                  <a:lnTo>
                    <a:pt x="1510169" y="139890"/>
                  </a:lnTo>
                  <a:lnTo>
                    <a:pt x="1510169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 descr=""/>
            <p:cNvSpPr/>
            <p:nvPr/>
          </p:nvSpPr>
          <p:spPr>
            <a:xfrm>
              <a:off x="10856748" y="8800778"/>
              <a:ext cx="1510665" cy="45085"/>
            </a:xfrm>
            <a:custGeom>
              <a:avLst/>
              <a:gdLst/>
              <a:ahLst/>
              <a:cxnLst/>
              <a:rect l="l" t="t" r="r" b="b"/>
              <a:pathLst>
                <a:path w="1510665" h="45084">
                  <a:moveTo>
                    <a:pt x="1510173" y="0"/>
                  </a:moveTo>
                  <a:lnTo>
                    <a:pt x="0" y="0"/>
                  </a:lnTo>
                  <a:lnTo>
                    <a:pt x="0" y="45087"/>
                  </a:lnTo>
                  <a:lnTo>
                    <a:pt x="1510173" y="45087"/>
                  </a:lnTo>
                  <a:lnTo>
                    <a:pt x="1510173" y="0"/>
                  </a:lnTo>
                  <a:close/>
                </a:path>
              </a:pathLst>
            </a:custGeom>
            <a:solidFill>
              <a:srgbClr val="C4E8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 descr=""/>
            <p:cNvSpPr/>
            <p:nvPr/>
          </p:nvSpPr>
          <p:spPr>
            <a:xfrm>
              <a:off x="11045228" y="9634035"/>
              <a:ext cx="1170940" cy="142875"/>
            </a:xfrm>
            <a:custGeom>
              <a:avLst/>
              <a:gdLst/>
              <a:ahLst/>
              <a:cxnLst/>
              <a:rect l="l" t="t" r="r" b="b"/>
              <a:pathLst>
                <a:path w="1170940" h="142875">
                  <a:moveTo>
                    <a:pt x="18313" y="0"/>
                  </a:moveTo>
                  <a:lnTo>
                    <a:pt x="0" y="0"/>
                  </a:lnTo>
                  <a:lnTo>
                    <a:pt x="0" y="32131"/>
                  </a:lnTo>
                  <a:lnTo>
                    <a:pt x="18313" y="32131"/>
                  </a:lnTo>
                  <a:lnTo>
                    <a:pt x="18313" y="0"/>
                  </a:lnTo>
                  <a:close/>
                </a:path>
                <a:path w="1170940" h="142875">
                  <a:moveTo>
                    <a:pt x="199390" y="110210"/>
                  </a:moveTo>
                  <a:lnTo>
                    <a:pt x="129794" y="110210"/>
                  </a:lnTo>
                  <a:lnTo>
                    <a:pt x="129794" y="142328"/>
                  </a:lnTo>
                  <a:lnTo>
                    <a:pt x="199390" y="142328"/>
                  </a:lnTo>
                  <a:lnTo>
                    <a:pt x="199390" y="110210"/>
                  </a:lnTo>
                  <a:close/>
                </a:path>
                <a:path w="1170940" h="142875">
                  <a:moveTo>
                    <a:pt x="237998" y="62458"/>
                  </a:moveTo>
                  <a:lnTo>
                    <a:pt x="168414" y="62458"/>
                  </a:lnTo>
                  <a:lnTo>
                    <a:pt x="168414" y="94589"/>
                  </a:lnTo>
                  <a:lnTo>
                    <a:pt x="237998" y="94589"/>
                  </a:lnTo>
                  <a:lnTo>
                    <a:pt x="237998" y="62458"/>
                  </a:lnTo>
                  <a:close/>
                </a:path>
                <a:path w="1170940" h="142875">
                  <a:moveTo>
                    <a:pt x="284175" y="110210"/>
                  </a:moveTo>
                  <a:lnTo>
                    <a:pt x="214579" y="110210"/>
                  </a:lnTo>
                  <a:lnTo>
                    <a:pt x="214579" y="142328"/>
                  </a:lnTo>
                  <a:lnTo>
                    <a:pt x="284175" y="142328"/>
                  </a:lnTo>
                  <a:lnTo>
                    <a:pt x="284175" y="110210"/>
                  </a:lnTo>
                  <a:close/>
                </a:path>
                <a:path w="1170940" h="142875">
                  <a:moveTo>
                    <a:pt x="603542" y="54203"/>
                  </a:moveTo>
                  <a:lnTo>
                    <a:pt x="533958" y="54203"/>
                  </a:lnTo>
                  <a:lnTo>
                    <a:pt x="533958" y="86334"/>
                  </a:lnTo>
                  <a:lnTo>
                    <a:pt x="603542" y="86334"/>
                  </a:lnTo>
                  <a:lnTo>
                    <a:pt x="603542" y="54203"/>
                  </a:lnTo>
                  <a:close/>
                </a:path>
                <a:path w="1170940" h="142875">
                  <a:moveTo>
                    <a:pt x="642162" y="6477"/>
                  </a:moveTo>
                  <a:lnTo>
                    <a:pt x="572566" y="6477"/>
                  </a:lnTo>
                  <a:lnTo>
                    <a:pt x="572566" y="38595"/>
                  </a:lnTo>
                  <a:lnTo>
                    <a:pt x="642162" y="38595"/>
                  </a:lnTo>
                  <a:lnTo>
                    <a:pt x="642162" y="6477"/>
                  </a:lnTo>
                  <a:close/>
                </a:path>
                <a:path w="1170940" h="142875">
                  <a:moveTo>
                    <a:pt x="688327" y="54203"/>
                  </a:moveTo>
                  <a:lnTo>
                    <a:pt x="618718" y="54203"/>
                  </a:lnTo>
                  <a:lnTo>
                    <a:pt x="618718" y="86334"/>
                  </a:lnTo>
                  <a:lnTo>
                    <a:pt x="688327" y="86334"/>
                  </a:lnTo>
                  <a:lnTo>
                    <a:pt x="688327" y="54203"/>
                  </a:lnTo>
                  <a:close/>
                </a:path>
                <a:path w="1170940" h="142875">
                  <a:moveTo>
                    <a:pt x="768324" y="54203"/>
                  </a:moveTo>
                  <a:lnTo>
                    <a:pt x="698728" y="54203"/>
                  </a:lnTo>
                  <a:lnTo>
                    <a:pt x="698728" y="86334"/>
                  </a:lnTo>
                  <a:lnTo>
                    <a:pt x="768324" y="86334"/>
                  </a:lnTo>
                  <a:lnTo>
                    <a:pt x="768324" y="54203"/>
                  </a:lnTo>
                  <a:close/>
                </a:path>
                <a:path w="1170940" h="142875">
                  <a:moveTo>
                    <a:pt x="806945" y="6477"/>
                  </a:moveTo>
                  <a:lnTo>
                    <a:pt x="737349" y="6477"/>
                  </a:lnTo>
                  <a:lnTo>
                    <a:pt x="737349" y="38595"/>
                  </a:lnTo>
                  <a:lnTo>
                    <a:pt x="806945" y="38595"/>
                  </a:lnTo>
                  <a:lnTo>
                    <a:pt x="806945" y="6477"/>
                  </a:lnTo>
                  <a:close/>
                </a:path>
                <a:path w="1170940" h="142875">
                  <a:moveTo>
                    <a:pt x="853109" y="54203"/>
                  </a:moveTo>
                  <a:lnTo>
                    <a:pt x="783513" y="54203"/>
                  </a:lnTo>
                  <a:lnTo>
                    <a:pt x="783513" y="86334"/>
                  </a:lnTo>
                  <a:lnTo>
                    <a:pt x="853109" y="86334"/>
                  </a:lnTo>
                  <a:lnTo>
                    <a:pt x="853109" y="54203"/>
                  </a:lnTo>
                  <a:close/>
                </a:path>
                <a:path w="1170940" h="142875">
                  <a:moveTo>
                    <a:pt x="1007948" y="110210"/>
                  </a:moveTo>
                  <a:lnTo>
                    <a:pt x="938364" y="110210"/>
                  </a:lnTo>
                  <a:lnTo>
                    <a:pt x="938364" y="142328"/>
                  </a:lnTo>
                  <a:lnTo>
                    <a:pt x="1007948" y="142328"/>
                  </a:lnTo>
                  <a:lnTo>
                    <a:pt x="1007948" y="110210"/>
                  </a:lnTo>
                  <a:close/>
                </a:path>
                <a:path w="1170940" h="142875">
                  <a:moveTo>
                    <a:pt x="1089291" y="110210"/>
                  </a:moveTo>
                  <a:lnTo>
                    <a:pt x="1019708" y="110210"/>
                  </a:lnTo>
                  <a:lnTo>
                    <a:pt x="1019708" y="142328"/>
                  </a:lnTo>
                  <a:lnTo>
                    <a:pt x="1089291" y="142328"/>
                  </a:lnTo>
                  <a:lnTo>
                    <a:pt x="1089291" y="110210"/>
                  </a:lnTo>
                  <a:close/>
                </a:path>
                <a:path w="1170940" h="142875">
                  <a:moveTo>
                    <a:pt x="1170647" y="6477"/>
                  </a:moveTo>
                  <a:lnTo>
                    <a:pt x="1101051" y="6477"/>
                  </a:lnTo>
                  <a:lnTo>
                    <a:pt x="1101051" y="38595"/>
                  </a:lnTo>
                  <a:lnTo>
                    <a:pt x="1170647" y="38595"/>
                  </a:lnTo>
                  <a:lnTo>
                    <a:pt x="1170647" y="6477"/>
                  </a:lnTo>
                  <a:close/>
                </a:path>
              </a:pathLst>
            </a:custGeom>
            <a:solidFill>
              <a:srgbClr val="E0ED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 descr=""/>
            <p:cNvSpPr/>
            <p:nvPr/>
          </p:nvSpPr>
          <p:spPr>
            <a:xfrm>
              <a:off x="11126610" y="8320982"/>
              <a:ext cx="956944" cy="45085"/>
            </a:xfrm>
            <a:custGeom>
              <a:avLst/>
              <a:gdLst/>
              <a:ahLst/>
              <a:cxnLst/>
              <a:rect l="l" t="t" r="r" b="b"/>
              <a:pathLst>
                <a:path w="956945" h="45084">
                  <a:moveTo>
                    <a:pt x="451751" y="0"/>
                  </a:moveTo>
                  <a:lnTo>
                    <a:pt x="0" y="0"/>
                  </a:lnTo>
                  <a:lnTo>
                    <a:pt x="0" y="44691"/>
                  </a:lnTo>
                  <a:lnTo>
                    <a:pt x="451751" y="44691"/>
                  </a:lnTo>
                  <a:lnTo>
                    <a:pt x="451751" y="0"/>
                  </a:lnTo>
                  <a:close/>
                </a:path>
                <a:path w="956945" h="45084">
                  <a:moveTo>
                    <a:pt x="956602" y="0"/>
                  </a:moveTo>
                  <a:lnTo>
                    <a:pt x="504850" y="0"/>
                  </a:lnTo>
                  <a:lnTo>
                    <a:pt x="504850" y="44691"/>
                  </a:lnTo>
                  <a:lnTo>
                    <a:pt x="956602" y="44691"/>
                  </a:lnTo>
                  <a:lnTo>
                    <a:pt x="956602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8" name="object 308" descr=""/>
          <p:cNvGrpSpPr/>
          <p:nvPr/>
        </p:nvGrpSpPr>
        <p:grpSpPr>
          <a:xfrm>
            <a:off x="9661087" y="8189206"/>
            <a:ext cx="1137920" cy="1628139"/>
            <a:chOff x="9661087" y="8189206"/>
            <a:chExt cx="1137920" cy="1628139"/>
          </a:xfrm>
        </p:grpSpPr>
        <p:sp>
          <p:nvSpPr>
            <p:cNvPr id="309" name="object 309" descr=""/>
            <p:cNvSpPr/>
            <p:nvPr/>
          </p:nvSpPr>
          <p:spPr>
            <a:xfrm>
              <a:off x="10089786" y="8235738"/>
              <a:ext cx="650240" cy="1581150"/>
            </a:xfrm>
            <a:custGeom>
              <a:avLst/>
              <a:gdLst/>
              <a:ahLst/>
              <a:cxnLst/>
              <a:rect l="l" t="t" r="r" b="b"/>
              <a:pathLst>
                <a:path w="650240" h="1581150">
                  <a:moveTo>
                    <a:pt x="649885" y="0"/>
                  </a:moveTo>
                  <a:lnTo>
                    <a:pt x="0" y="0"/>
                  </a:lnTo>
                  <a:lnTo>
                    <a:pt x="0" y="1581030"/>
                  </a:lnTo>
                  <a:lnTo>
                    <a:pt x="649885" y="1581030"/>
                  </a:lnTo>
                  <a:lnTo>
                    <a:pt x="649885" y="0"/>
                  </a:lnTo>
                  <a:close/>
                </a:path>
              </a:pathLst>
            </a:custGeom>
            <a:solidFill>
              <a:srgbClr val="A3DC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 descr=""/>
            <p:cNvSpPr/>
            <p:nvPr/>
          </p:nvSpPr>
          <p:spPr>
            <a:xfrm>
              <a:off x="10068342" y="8189206"/>
              <a:ext cx="692785" cy="57150"/>
            </a:xfrm>
            <a:custGeom>
              <a:avLst/>
              <a:gdLst/>
              <a:ahLst/>
              <a:cxnLst/>
              <a:rect l="l" t="t" r="r" b="b"/>
              <a:pathLst>
                <a:path w="692784" h="57150">
                  <a:moveTo>
                    <a:pt x="692764" y="0"/>
                  </a:moveTo>
                  <a:lnTo>
                    <a:pt x="0" y="0"/>
                  </a:lnTo>
                  <a:lnTo>
                    <a:pt x="0" y="56982"/>
                  </a:lnTo>
                  <a:lnTo>
                    <a:pt x="692764" y="56982"/>
                  </a:lnTo>
                  <a:lnTo>
                    <a:pt x="692764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 descr=""/>
            <p:cNvSpPr/>
            <p:nvPr/>
          </p:nvSpPr>
          <p:spPr>
            <a:xfrm>
              <a:off x="10127983" y="8279415"/>
              <a:ext cx="574040" cy="845819"/>
            </a:xfrm>
            <a:custGeom>
              <a:avLst/>
              <a:gdLst/>
              <a:ahLst/>
              <a:cxnLst/>
              <a:rect l="l" t="t" r="r" b="b"/>
              <a:pathLst>
                <a:path w="574040" h="845820">
                  <a:moveTo>
                    <a:pt x="118567" y="182130"/>
                  </a:moveTo>
                  <a:lnTo>
                    <a:pt x="0" y="182130"/>
                  </a:lnTo>
                  <a:lnTo>
                    <a:pt x="0" y="204431"/>
                  </a:lnTo>
                  <a:lnTo>
                    <a:pt x="118567" y="204431"/>
                  </a:lnTo>
                  <a:lnTo>
                    <a:pt x="118567" y="182130"/>
                  </a:lnTo>
                  <a:close/>
                </a:path>
                <a:path w="574040" h="845820">
                  <a:moveTo>
                    <a:pt x="118567" y="0"/>
                  </a:moveTo>
                  <a:lnTo>
                    <a:pt x="0" y="0"/>
                  </a:lnTo>
                  <a:lnTo>
                    <a:pt x="0" y="117297"/>
                  </a:lnTo>
                  <a:lnTo>
                    <a:pt x="118567" y="117297"/>
                  </a:lnTo>
                  <a:lnTo>
                    <a:pt x="118567" y="0"/>
                  </a:lnTo>
                  <a:close/>
                </a:path>
                <a:path w="574040" h="845820">
                  <a:moveTo>
                    <a:pt x="270205" y="182130"/>
                  </a:moveTo>
                  <a:lnTo>
                    <a:pt x="151638" y="182130"/>
                  </a:lnTo>
                  <a:lnTo>
                    <a:pt x="151638" y="267563"/>
                  </a:lnTo>
                  <a:lnTo>
                    <a:pt x="270205" y="267563"/>
                  </a:lnTo>
                  <a:lnTo>
                    <a:pt x="270205" y="182130"/>
                  </a:lnTo>
                  <a:close/>
                </a:path>
                <a:path w="574040" h="845820">
                  <a:moveTo>
                    <a:pt x="270205" y="0"/>
                  </a:moveTo>
                  <a:lnTo>
                    <a:pt x="151638" y="0"/>
                  </a:lnTo>
                  <a:lnTo>
                    <a:pt x="151638" y="117297"/>
                  </a:lnTo>
                  <a:lnTo>
                    <a:pt x="270205" y="117297"/>
                  </a:lnTo>
                  <a:lnTo>
                    <a:pt x="270205" y="0"/>
                  </a:lnTo>
                  <a:close/>
                </a:path>
                <a:path w="574040" h="845820">
                  <a:moveTo>
                    <a:pt x="421843" y="728510"/>
                  </a:moveTo>
                  <a:lnTo>
                    <a:pt x="303276" y="728510"/>
                  </a:lnTo>
                  <a:lnTo>
                    <a:pt x="303276" y="845794"/>
                  </a:lnTo>
                  <a:lnTo>
                    <a:pt x="421843" y="845794"/>
                  </a:lnTo>
                  <a:lnTo>
                    <a:pt x="421843" y="728510"/>
                  </a:lnTo>
                  <a:close/>
                </a:path>
                <a:path w="574040" h="845820">
                  <a:moveTo>
                    <a:pt x="421843" y="546379"/>
                  </a:moveTo>
                  <a:lnTo>
                    <a:pt x="303276" y="546379"/>
                  </a:lnTo>
                  <a:lnTo>
                    <a:pt x="303276" y="663663"/>
                  </a:lnTo>
                  <a:lnTo>
                    <a:pt x="421843" y="663663"/>
                  </a:lnTo>
                  <a:lnTo>
                    <a:pt x="421843" y="546379"/>
                  </a:lnTo>
                  <a:close/>
                </a:path>
                <a:path w="574040" h="845820">
                  <a:moveTo>
                    <a:pt x="421843" y="364248"/>
                  </a:moveTo>
                  <a:lnTo>
                    <a:pt x="303276" y="364248"/>
                  </a:lnTo>
                  <a:lnTo>
                    <a:pt x="303276" y="481533"/>
                  </a:lnTo>
                  <a:lnTo>
                    <a:pt x="421843" y="481533"/>
                  </a:lnTo>
                  <a:lnTo>
                    <a:pt x="421843" y="364248"/>
                  </a:lnTo>
                  <a:close/>
                </a:path>
                <a:path w="574040" h="845820">
                  <a:moveTo>
                    <a:pt x="421843" y="182143"/>
                  </a:moveTo>
                  <a:lnTo>
                    <a:pt x="303276" y="182143"/>
                  </a:lnTo>
                  <a:lnTo>
                    <a:pt x="303276" y="299415"/>
                  </a:lnTo>
                  <a:lnTo>
                    <a:pt x="421843" y="299415"/>
                  </a:lnTo>
                  <a:lnTo>
                    <a:pt x="421843" y="182143"/>
                  </a:lnTo>
                  <a:close/>
                </a:path>
                <a:path w="574040" h="845820">
                  <a:moveTo>
                    <a:pt x="421843" y="12"/>
                  </a:moveTo>
                  <a:lnTo>
                    <a:pt x="303276" y="12"/>
                  </a:lnTo>
                  <a:lnTo>
                    <a:pt x="303276" y="117297"/>
                  </a:lnTo>
                  <a:lnTo>
                    <a:pt x="421843" y="117297"/>
                  </a:lnTo>
                  <a:lnTo>
                    <a:pt x="421843" y="12"/>
                  </a:lnTo>
                  <a:close/>
                </a:path>
                <a:path w="574040" h="845820">
                  <a:moveTo>
                    <a:pt x="573481" y="728497"/>
                  </a:moveTo>
                  <a:lnTo>
                    <a:pt x="454901" y="728497"/>
                  </a:lnTo>
                  <a:lnTo>
                    <a:pt x="454901" y="822413"/>
                  </a:lnTo>
                  <a:lnTo>
                    <a:pt x="454901" y="845794"/>
                  </a:lnTo>
                  <a:lnTo>
                    <a:pt x="573481" y="845794"/>
                  </a:lnTo>
                  <a:lnTo>
                    <a:pt x="573481" y="822413"/>
                  </a:lnTo>
                  <a:lnTo>
                    <a:pt x="573481" y="728497"/>
                  </a:lnTo>
                  <a:close/>
                </a:path>
                <a:path w="574040" h="845820">
                  <a:moveTo>
                    <a:pt x="573481" y="546379"/>
                  </a:moveTo>
                  <a:lnTo>
                    <a:pt x="454901" y="546379"/>
                  </a:lnTo>
                  <a:lnTo>
                    <a:pt x="454901" y="663663"/>
                  </a:lnTo>
                  <a:lnTo>
                    <a:pt x="573481" y="663663"/>
                  </a:lnTo>
                  <a:lnTo>
                    <a:pt x="573481" y="546379"/>
                  </a:lnTo>
                  <a:close/>
                </a:path>
                <a:path w="574040" h="845820">
                  <a:moveTo>
                    <a:pt x="573481" y="364248"/>
                  </a:moveTo>
                  <a:lnTo>
                    <a:pt x="454901" y="364248"/>
                  </a:lnTo>
                  <a:lnTo>
                    <a:pt x="454901" y="481533"/>
                  </a:lnTo>
                  <a:lnTo>
                    <a:pt x="573481" y="481533"/>
                  </a:lnTo>
                  <a:lnTo>
                    <a:pt x="573481" y="364248"/>
                  </a:lnTo>
                  <a:close/>
                </a:path>
                <a:path w="574040" h="845820">
                  <a:moveTo>
                    <a:pt x="573481" y="182130"/>
                  </a:moveTo>
                  <a:lnTo>
                    <a:pt x="454901" y="182130"/>
                  </a:lnTo>
                  <a:lnTo>
                    <a:pt x="454901" y="299415"/>
                  </a:lnTo>
                  <a:lnTo>
                    <a:pt x="573481" y="299415"/>
                  </a:lnTo>
                  <a:lnTo>
                    <a:pt x="573481" y="182130"/>
                  </a:lnTo>
                  <a:close/>
                </a:path>
                <a:path w="574040" h="845820">
                  <a:moveTo>
                    <a:pt x="573481" y="0"/>
                  </a:moveTo>
                  <a:lnTo>
                    <a:pt x="454901" y="0"/>
                  </a:lnTo>
                  <a:lnTo>
                    <a:pt x="454901" y="117297"/>
                  </a:lnTo>
                  <a:lnTo>
                    <a:pt x="573481" y="117297"/>
                  </a:lnTo>
                  <a:lnTo>
                    <a:pt x="573481" y="0"/>
                  </a:lnTo>
                  <a:close/>
                </a:path>
              </a:pathLst>
            </a:custGeom>
            <a:solidFill>
              <a:srgbClr val="D5EE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 descr=""/>
            <p:cNvSpPr/>
            <p:nvPr/>
          </p:nvSpPr>
          <p:spPr>
            <a:xfrm>
              <a:off x="9661087" y="8546975"/>
              <a:ext cx="770890" cy="1270000"/>
            </a:xfrm>
            <a:custGeom>
              <a:avLst/>
              <a:gdLst/>
              <a:ahLst/>
              <a:cxnLst/>
              <a:rect l="l" t="t" r="r" b="b"/>
              <a:pathLst>
                <a:path w="770890" h="1270000">
                  <a:moveTo>
                    <a:pt x="770740" y="0"/>
                  </a:moveTo>
                  <a:lnTo>
                    <a:pt x="0" y="0"/>
                  </a:lnTo>
                  <a:lnTo>
                    <a:pt x="0" y="1269793"/>
                  </a:lnTo>
                  <a:lnTo>
                    <a:pt x="770740" y="1269793"/>
                  </a:lnTo>
                  <a:lnTo>
                    <a:pt x="770740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 descr=""/>
            <p:cNvSpPr/>
            <p:nvPr/>
          </p:nvSpPr>
          <p:spPr>
            <a:xfrm>
              <a:off x="10119436" y="9628587"/>
              <a:ext cx="679450" cy="125730"/>
            </a:xfrm>
            <a:custGeom>
              <a:avLst/>
              <a:gdLst/>
              <a:ahLst/>
              <a:cxnLst/>
              <a:rect l="l" t="t" r="r" b="b"/>
              <a:pathLst>
                <a:path w="679450" h="125729">
                  <a:moveTo>
                    <a:pt x="155816" y="0"/>
                  </a:moveTo>
                  <a:lnTo>
                    <a:pt x="0" y="0"/>
                  </a:lnTo>
                  <a:lnTo>
                    <a:pt x="0" y="125666"/>
                  </a:lnTo>
                  <a:lnTo>
                    <a:pt x="155816" y="125666"/>
                  </a:lnTo>
                  <a:lnTo>
                    <a:pt x="155816" y="0"/>
                  </a:lnTo>
                  <a:close/>
                </a:path>
                <a:path w="679450" h="125729">
                  <a:moveTo>
                    <a:pt x="276186" y="0"/>
                  </a:moveTo>
                  <a:lnTo>
                    <a:pt x="247027" y="0"/>
                  </a:lnTo>
                  <a:lnTo>
                    <a:pt x="247027" y="125666"/>
                  </a:lnTo>
                  <a:lnTo>
                    <a:pt x="276186" y="125666"/>
                  </a:lnTo>
                  <a:lnTo>
                    <a:pt x="276186" y="0"/>
                  </a:lnTo>
                  <a:close/>
                </a:path>
                <a:path w="679450" h="125729">
                  <a:moveTo>
                    <a:pt x="558749" y="0"/>
                  </a:moveTo>
                  <a:lnTo>
                    <a:pt x="367398" y="0"/>
                  </a:lnTo>
                  <a:lnTo>
                    <a:pt x="367398" y="125666"/>
                  </a:lnTo>
                  <a:lnTo>
                    <a:pt x="558749" y="125666"/>
                  </a:lnTo>
                  <a:lnTo>
                    <a:pt x="558749" y="0"/>
                  </a:lnTo>
                  <a:close/>
                </a:path>
                <a:path w="679450" h="125729">
                  <a:moveTo>
                    <a:pt x="679119" y="0"/>
                  </a:moveTo>
                  <a:lnTo>
                    <a:pt x="649960" y="0"/>
                  </a:lnTo>
                  <a:lnTo>
                    <a:pt x="649960" y="125666"/>
                  </a:lnTo>
                  <a:lnTo>
                    <a:pt x="679119" y="125666"/>
                  </a:lnTo>
                  <a:lnTo>
                    <a:pt x="679119" y="0"/>
                  </a:lnTo>
                  <a:close/>
                </a:path>
              </a:pathLst>
            </a:custGeom>
            <a:solidFill>
              <a:srgbClr val="E0EDC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4" name="object 314" descr=""/>
          <p:cNvSpPr/>
          <p:nvPr/>
        </p:nvSpPr>
        <p:spPr>
          <a:xfrm>
            <a:off x="10889773" y="9628586"/>
            <a:ext cx="29209" cy="125730"/>
          </a:xfrm>
          <a:custGeom>
            <a:avLst/>
            <a:gdLst/>
            <a:ahLst/>
            <a:cxnLst/>
            <a:rect l="l" t="t" r="r" b="b"/>
            <a:pathLst>
              <a:path w="29209" h="125729">
                <a:moveTo>
                  <a:pt x="0" y="125661"/>
                </a:moveTo>
                <a:lnTo>
                  <a:pt x="29171" y="125661"/>
                </a:lnTo>
                <a:lnTo>
                  <a:pt x="29171" y="0"/>
                </a:lnTo>
                <a:lnTo>
                  <a:pt x="0" y="0"/>
                </a:lnTo>
                <a:lnTo>
                  <a:pt x="0" y="125661"/>
                </a:lnTo>
                <a:close/>
              </a:path>
            </a:pathLst>
          </a:custGeom>
          <a:solidFill>
            <a:srgbClr val="E0EDC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15" name="object 315" descr=""/>
          <p:cNvGrpSpPr/>
          <p:nvPr/>
        </p:nvGrpSpPr>
        <p:grpSpPr>
          <a:xfrm>
            <a:off x="10119440" y="9101817"/>
            <a:ext cx="925830" cy="697230"/>
            <a:chOff x="10119440" y="9101817"/>
            <a:chExt cx="925830" cy="697230"/>
          </a:xfrm>
        </p:grpSpPr>
        <p:sp>
          <p:nvSpPr>
            <p:cNvPr id="316" name="object 316" descr=""/>
            <p:cNvSpPr/>
            <p:nvPr/>
          </p:nvSpPr>
          <p:spPr>
            <a:xfrm>
              <a:off x="10119436" y="9171146"/>
              <a:ext cx="925830" cy="628015"/>
            </a:xfrm>
            <a:custGeom>
              <a:avLst/>
              <a:gdLst/>
              <a:ahLst/>
              <a:cxnLst/>
              <a:rect l="l" t="t" r="r" b="b"/>
              <a:pathLst>
                <a:path w="925829" h="628015">
                  <a:moveTo>
                    <a:pt x="925791" y="0"/>
                  </a:moveTo>
                  <a:lnTo>
                    <a:pt x="0" y="0"/>
                  </a:lnTo>
                  <a:lnTo>
                    <a:pt x="0" y="420712"/>
                  </a:lnTo>
                  <a:lnTo>
                    <a:pt x="0" y="457441"/>
                  </a:lnTo>
                  <a:lnTo>
                    <a:pt x="155816" y="457441"/>
                  </a:lnTo>
                  <a:lnTo>
                    <a:pt x="155816" y="420712"/>
                  </a:lnTo>
                  <a:lnTo>
                    <a:pt x="247027" y="420712"/>
                  </a:lnTo>
                  <a:lnTo>
                    <a:pt x="247027" y="457441"/>
                  </a:lnTo>
                  <a:lnTo>
                    <a:pt x="276186" y="457441"/>
                  </a:lnTo>
                  <a:lnTo>
                    <a:pt x="276186" y="420712"/>
                  </a:lnTo>
                  <a:lnTo>
                    <a:pt x="367398" y="420712"/>
                  </a:lnTo>
                  <a:lnTo>
                    <a:pt x="367398" y="457441"/>
                  </a:lnTo>
                  <a:lnTo>
                    <a:pt x="558749" y="457441"/>
                  </a:lnTo>
                  <a:lnTo>
                    <a:pt x="558749" y="420712"/>
                  </a:lnTo>
                  <a:lnTo>
                    <a:pt x="649960" y="420712"/>
                  </a:lnTo>
                  <a:lnTo>
                    <a:pt x="649960" y="457441"/>
                  </a:lnTo>
                  <a:lnTo>
                    <a:pt x="679119" y="457441"/>
                  </a:lnTo>
                  <a:lnTo>
                    <a:pt x="679119" y="420712"/>
                  </a:lnTo>
                  <a:lnTo>
                    <a:pt x="770331" y="420712"/>
                  </a:lnTo>
                  <a:lnTo>
                    <a:pt x="770331" y="457441"/>
                  </a:lnTo>
                  <a:lnTo>
                    <a:pt x="799503" y="457441"/>
                  </a:lnTo>
                  <a:lnTo>
                    <a:pt x="799503" y="420712"/>
                  </a:lnTo>
                  <a:lnTo>
                    <a:pt x="890714" y="420712"/>
                  </a:lnTo>
                  <a:lnTo>
                    <a:pt x="890714" y="457441"/>
                  </a:lnTo>
                  <a:lnTo>
                    <a:pt x="890714" y="583107"/>
                  </a:lnTo>
                  <a:lnTo>
                    <a:pt x="0" y="583107"/>
                  </a:lnTo>
                  <a:lnTo>
                    <a:pt x="0" y="627583"/>
                  </a:lnTo>
                  <a:lnTo>
                    <a:pt x="925791" y="627583"/>
                  </a:lnTo>
                  <a:lnTo>
                    <a:pt x="925791" y="583107"/>
                  </a:lnTo>
                  <a:lnTo>
                    <a:pt x="925791" y="457441"/>
                  </a:lnTo>
                  <a:lnTo>
                    <a:pt x="925791" y="420712"/>
                  </a:lnTo>
                  <a:lnTo>
                    <a:pt x="925791" y="0"/>
                  </a:lnTo>
                  <a:close/>
                </a:path>
              </a:pathLst>
            </a:custGeom>
            <a:solidFill>
              <a:srgbClr val="E0ED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 descr=""/>
            <p:cNvSpPr/>
            <p:nvPr/>
          </p:nvSpPr>
          <p:spPr>
            <a:xfrm>
              <a:off x="10625655" y="9101817"/>
              <a:ext cx="365125" cy="69850"/>
            </a:xfrm>
            <a:custGeom>
              <a:avLst/>
              <a:gdLst/>
              <a:ahLst/>
              <a:cxnLst/>
              <a:rect l="l" t="t" r="r" b="b"/>
              <a:pathLst>
                <a:path w="365125" h="69850">
                  <a:moveTo>
                    <a:pt x="364847" y="0"/>
                  </a:moveTo>
                  <a:lnTo>
                    <a:pt x="0" y="0"/>
                  </a:lnTo>
                  <a:lnTo>
                    <a:pt x="0" y="69317"/>
                  </a:lnTo>
                  <a:lnTo>
                    <a:pt x="364847" y="69317"/>
                  </a:lnTo>
                  <a:lnTo>
                    <a:pt x="364847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8" name="object 318" descr=""/>
          <p:cNvSpPr/>
          <p:nvPr/>
        </p:nvSpPr>
        <p:spPr>
          <a:xfrm>
            <a:off x="9747745" y="8483835"/>
            <a:ext cx="597535" cy="63500"/>
          </a:xfrm>
          <a:custGeom>
            <a:avLst/>
            <a:gdLst/>
            <a:ahLst/>
            <a:cxnLst/>
            <a:rect l="l" t="t" r="r" b="b"/>
            <a:pathLst>
              <a:path w="597534" h="63500">
                <a:moveTo>
                  <a:pt x="597437" y="0"/>
                </a:moveTo>
                <a:lnTo>
                  <a:pt x="0" y="0"/>
                </a:lnTo>
                <a:lnTo>
                  <a:pt x="0" y="63149"/>
                </a:lnTo>
                <a:lnTo>
                  <a:pt x="597437" y="63149"/>
                </a:lnTo>
                <a:lnTo>
                  <a:pt x="597437" y="0"/>
                </a:lnTo>
                <a:close/>
              </a:path>
            </a:pathLst>
          </a:custGeom>
          <a:solidFill>
            <a:srgbClr val="C6C6C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19" name="object 31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06805" y="8103423"/>
            <a:ext cx="215846" cy="213511"/>
          </a:xfrm>
          <a:prstGeom prst="rect">
            <a:avLst/>
          </a:prstGeom>
        </p:spPr>
      </p:pic>
      <p:sp>
        <p:nvSpPr>
          <p:cNvPr id="320" name="object 320" descr=""/>
          <p:cNvSpPr/>
          <p:nvPr/>
        </p:nvSpPr>
        <p:spPr>
          <a:xfrm>
            <a:off x="9694929" y="8589529"/>
            <a:ext cx="184150" cy="54610"/>
          </a:xfrm>
          <a:custGeom>
            <a:avLst/>
            <a:gdLst/>
            <a:ahLst/>
            <a:cxnLst/>
            <a:rect l="l" t="t" r="r" b="b"/>
            <a:pathLst>
              <a:path w="184150" h="54609">
                <a:moveTo>
                  <a:pt x="183931" y="0"/>
                </a:moveTo>
                <a:lnTo>
                  <a:pt x="0" y="0"/>
                </a:lnTo>
                <a:lnTo>
                  <a:pt x="0" y="54134"/>
                </a:lnTo>
                <a:lnTo>
                  <a:pt x="183931" y="54134"/>
                </a:lnTo>
                <a:lnTo>
                  <a:pt x="183931" y="0"/>
                </a:lnTo>
                <a:close/>
              </a:path>
            </a:pathLst>
          </a:custGeom>
          <a:solidFill>
            <a:srgbClr val="CFCF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1" name="object 321" descr=""/>
          <p:cNvSpPr/>
          <p:nvPr/>
        </p:nvSpPr>
        <p:spPr>
          <a:xfrm>
            <a:off x="9694929" y="8711431"/>
            <a:ext cx="184150" cy="54610"/>
          </a:xfrm>
          <a:custGeom>
            <a:avLst/>
            <a:gdLst/>
            <a:ahLst/>
            <a:cxnLst/>
            <a:rect l="l" t="t" r="r" b="b"/>
            <a:pathLst>
              <a:path w="184150" h="54609">
                <a:moveTo>
                  <a:pt x="183931" y="0"/>
                </a:moveTo>
                <a:lnTo>
                  <a:pt x="0" y="0"/>
                </a:lnTo>
                <a:lnTo>
                  <a:pt x="0" y="54144"/>
                </a:lnTo>
                <a:lnTo>
                  <a:pt x="183931" y="54144"/>
                </a:lnTo>
                <a:lnTo>
                  <a:pt x="183931" y="0"/>
                </a:lnTo>
                <a:close/>
              </a:path>
            </a:pathLst>
          </a:custGeom>
          <a:solidFill>
            <a:srgbClr val="CFCF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2" name="object 322" descr=""/>
          <p:cNvSpPr/>
          <p:nvPr/>
        </p:nvSpPr>
        <p:spPr>
          <a:xfrm>
            <a:off x="9694929" y="8833353"/>
            <a:ext cx="184150" cy="54610"/>
          </a:xfrm>
          <a:custGeom>
            <a:avLst/>
            <a:gdLst/>
            <a:ahLst/>
            <a:cxnLst/>
            <a:rect l="l" t="t" r="r" b="b"/>
            <a:pathLst>
              <a:path w="184150" h="54609">
                <a:moveTo>
                  <a:pt x="183931" y="0"/>
                </a:moveTo>
                <a:lnTo>
                  <a:pt x="0" y="0"/>
                </a:lnTo>
                <a:lnTo>
                  <a:pt x="0" y="54124"/>
                </a:lnTo>
                <a:lnTo>
                  <a:pt x="183931" y="54124"/>
                </a:lnTo>
                <a:lnTo>
                  <a:pt x="183931" y="0"/>
                </a:lnTo>
                <a:close/>
              </a:path>
            </a:pathLst>
          </a:custGeom>
          <a:solidFill>
            <a:srgbClr val="CFCF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3" name="object 323" descr=""/>
          <p:cNvSpPr/>
          <p:nvPr/>
        </p:nvSpPr>
        <p:spPr>
          <a:xfrm>
            <a:off x="9694929" y="8955266"/>
            <a:ext cx="184150" cy="54610"/>
          </a:xfrm>
          <a:custGeom>
            <a:avLst/>
            <a:gdLst/>
            <a:ahLst/>
            <a:cxnLst/>
            <a:rect l="l" t="t" r="r" b="b"/>
            <a:pathLst>
              <a:path w="184150" h="54609">
                <a:moveTo>
                  <a:pt x="183931" y="0"/>
                </a:moveTo>
                <a:lnTo>
                  <a:pt x="0" y="0"/>
                </a:lnTo>
                <a:lnTo>
                  <a:pt x="0" y="54124"/>
                </a:lnTo>
                <a:lnTo>
                  <a:pt x="183931" y="54124"/>
                </a:lnTo>
                <a:lnTo>
                  <a:pt x="183931" y="0"/>
                </a:lnTo>
                <a:close/>
              </a:path>
            </a:pathLst>
          </a:custGeom>
          <a:solidFill>
            <a:srgbClr val="CFCF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4" name="object 324" descr=""/>
          <p:cNvSpPr/>
          <p:nvPr/>
        </p:nvSpPr>
        <p:spPr>
          <a:xfrm>
            <a:off x="9694929" y="9077179"/>
            <a:ext cx="184150" cy="54610"/>
          </a:xfrm>
          <a:custGeom>
            <a:avLst/>
            <a:gdLst/>
            <a:ahLst/>
            <a:cxnLst/>
            <a:rect l="l" t="t" r="r" b="b"/>
            <a:pathLst>
              <a:path w="184150" h="54609">
                <a:moveTo>
                  <a:pt x="183931" y="0"/>
                </a:moveTo>
                <a:lnTo>
                  <a:pt x="0" y="0"/>
                </a:lnTo>
                <a:lnTo>
                  <a:pt x="0" y="54113"/>
                </a:lnTo>
                <a:lnTo>
                  <a:pt x="183931" y="54113"/>
                </a:lnTo>
                <a:lnTo>
                  <a:pt x="183931" y="0"/>
                </a:lnTo>
                <a:close/>
              </a:path>
            </a:pathLst>
          </a:custGeom>
          <a:solidFill>
            <a:srgbClr val="CFCF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5" name="object 325" descr=""/>
          <p:cNvSpPr/>
          <p:nvPr/>
        </p:nvSpPr>
        <p:spPr>
          <a:xfrm>
            <a:off x="9694929" y="9199081"/>
            <a:ext cx="184150" cy="54610"/>
          </a:xfrm>
          <a:custGeom>
            <a:avLst/>
            <a:gdLst/>
            <a:ahLst/>
            <a:cxnLst/>
            <a:rect l="l" t="t" r="r" b="b"/>
            <a:pathLst>
              <a:path w="184150" h="54609">
                <a:moveTo>
                  <a:pt x="183931" y="0"/>
                </a:moveTo>
                <a:lnTo>
                  <a:pt x="0" y="0"/>
                </a:lnTo>
                <a:lnTo>
                  <a:pt x="0" y="54124"/>
                </a:lnTo>
                <a:lnTo>
                  <a:pt x="183931" y="54124"/>
                </a:lnTo>
                <a:lnTo>
                  <a:pt x="183931" y="0"/>
                </a:lnTo>
                <a:close/>
              </a:path>
            </a:pathLst>
          </a:custGeom>
          <a:solidFill>
            <a:srgbClr val="CFCF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6" name="object 326" descr=""/>
          <p:cNvSpPr/>
          <p:nvPr/>
        </p:nvSpPr>
        <p:spPr>
          <a:xfrm>
            <a:off x="9694929" y="9320993"/>
            <a:ext cx="184150" cy="54610"/>
          </a:xfrm>
          <a:custGeom>
            <a:avLst/>
            <a:gdLst/>
            <a:ahLst/>
            <a:cxnLst/>
            <a:rect l="l" t="t" r="r" b="b"/>
            <a:pathLst>
              <a:path w="184150" h="54609">
                <a:moveTo>
                  <a:pt x="183931" y="0"/>
                </a:moveTo>
                <a:lnTo>
                  <a:pt x="0" y="0"/>
                </a:lnTo>
                <a:lnTo>
                  <a:pt x="0" y="54124"/>
                </a:lnTo>
                <a:lnTo>
                  <a:pt x="183931" y="54124"/>
                </a:lnTo>
                <a:lnTo>
                  <a:pt x="183931" y="0"/>
                </a:lnTo>
                <a:close/>
              </a:path>
            </a:pathLst>
          </a:custGeom>
          <a:solidFill>
            <a:srgbClr val="CFCF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7" name="object 327" descr=""/>
          <p:cNvSpPr/>
          <p:nvPr/>
        </p:nvSpPr>
        <p:spPr>
          <a:xfrm>
            <a:off x="9694929" y="9442916"/>
            <a:ext cx="184150" cy="54610"/>
          </a:xfrm>
          <a:custGeom>
            <a:avLst/>
            <a:gdLst/>
            <a:ahLst/>
            <a:cxnLst/>
            <a:rect l="l" t="t" r="r" b="b"/>
            <a:pathLst>
              <a:path w="184150" h="54609">
                <a:moveTo>
                  <a:pt x="183931" y="0"/>
                </a:moveTo>
                <a:lnTo>
                  <a:pt x="0" y="0"/>
                </a:lnTo>
                <a:lnTo>
                  <a:pt x="0" y="54124"/>
                </a:lnTo>
                <a:lnTo>
                  <a:pt x="183931" y="54124"/>
                </a:lnTo>
                <a:lnTo>
                  <a:pt x="183931" y="0"/>
                </a:lnTo>
                <a:close/>
              </a:path>
            </a:pathLst>
          </a:custGeom>
          <a:solidFill>
            <a:srgbClr val="CFCF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8" name="object 328" descr=""/>
          <p:cNvSpPr/>
          <p:nvPr/>
        </p:nvSpPr>
        <p:spPr>
          <a:xfrm>
            <a:off x="9694929" y="9564797"/>
            <a:ext cx="184150" cy="54610"/>
          </a:xfrm>
          <a:custGeom>
            <a:avLst/>
            <a:gdLst/>
            <a:ahLst/>
            <a:cxnLst/>
            <a:rect l="l" t="t" r="r" b="b"/>
            <a:pathLst>
              <a:path w="184150" h="54609">
                <a:moveTo>
                  <a:pt x="183931" y="0"/>
                </a:moveTo>
                <a:lnTo>
                  <a:pt x="0" y="0"/>
                </a:lnTo>
                <a:lnTo>
                  <a:pt x="0" y="54134"/>
                </a:lnTo>
                <a:lnTo>
                  <a:pt x="183931" y="54134"/>
                </a:lnTo>
                <a:lnTo>
                  <a:pt x="183931" y="0"/>
                </a:lnTo>
                <a:close/>
              </a:path>
            </a:pathLst>
          </a:custGeom>
          <a:solidFill>
            <a:srgbClr val="CFCF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9" name="object 329" descr=""/>
          <p:cNvSpPr/>
          <p:nvPr/>
        </p:nvSpPr>
        <p:spPr>
          <a:xfrm>
            <a:off x="9694929" y="9686710"/>
            <a:ext cx="184150" cy="54610"/>
          </a:xfrm>
          <a:custGeom>
            <a:avLst/>
            <a:gdLst/>
            <a:ahLst/>
            <a:cxnLst/>
            <a:rect l="l" t="t" r="r" b="b"/>
            <a:pathLst>
              <a:path w="184150" h="54609">
                <a:moveTo>
                  <a:pt x="183931" y="0"/>
                </a:moveTo>
                <a:lnTo>
                  <a:pt x="0" y="0"/>
                </a:lnTo>
                <a:lnTo>
                  <a:pt x="0" y="54144"/>
                </a:lnTo>
                <a:lnTo>
                  <a:pt x="183931" y="54144"/>
                </a:lnTo>
                <a:lnTo>
                  <a:pt x="183931" y="0"/>
                </a:lnTo>
                <a:close/>
              </a:path>
            </a:pathLst>
          </a:custGeom>
          <a:solidFill>
            <a:srgbClr val="CFCF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0" name="object 330" descr=""/>
          <p:cNvSpPr/>
          <p:nvPr/>
        </p:nvSpPr>
        <p:spPr>
          <a:xfrm>
            <a:off x="9567593" y="8661694"/>
            <a:ext cx="93980" cy="54610"/>
          </a:xfrm>
          <a:custGeom>
            <a:avLst/>
            <a:gdLst/>
            <a:ahLst/>
            <a:cxnLst/>
            <a:rect l="l" t="t" r="r" b="b"/>
            <a:pathLst>
              <a:path w="93979" h="54609">
                <a:moveTo>
                  <a:pt x="93494" y="0"/>
                </a:moveTo>
                <a:lnTo>
                  <a:pt x="0" y="0"/>
                </a:lnTo>
                <a:lnTo>
                  <a:pt x="0" y="54134"/>
                </a:lnTo>
                <a:lnTo>
                  <a:pt x="93494" y="54134"/>
                </a:lnTo>
                <a:lnTo>
                  <a:pt x="93494" y="0"/>
                </a:lnTo>
                <a:close/>
              </a:path>
            </a:pathLst>
          </a:custGeom>
          <a:solidFill>
            <a:srgbClr val="C6C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1" name="object 331" descr=""/>
          <p:cNvSpPr/>
          <p:nvPr/>
        </p:nvSpPr>
        <p:spPr>
          <a:xfrm>
            <a:off x="9567593" y="8783607"/>
            <a:ext cx="93980" cy="54610"/>
          </a:xfrm>
          <a:custGeom>
            <a:avLst/>
            <a:gdLst/>
            <a:ahLst/>
            <a:cxnLst/>
            <a:rect l="l" t="t" r="r" b="b"/>
            <a:pathLst>
              <a:path w="93979" h="54609">
                <a:moveTo>
                  <a:pt x="93494" y="0"/>
                </a:moveTo>
                <a:lnTo>
                  <a:pt x="0" y="0"/>
                </a:lnTo>
                <a:lnTo>
                  <a:pt x="0" y="54144"/>
                </a:lnTo>
                <a:lnTo>
                  <a:pt x="93494" y="54144"/>
                </a:lnTo>
                <a:lnTo>
                  <a:pt x="93494" y="0"/>
                </a:lnTo>
                <a:close/>
              </a:path>
            </a:pathLst>
          </a:custGeom>
          <a:solidFill>
            <a:srgbClr val="C6C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2" name="object 332" descr=""/>
          <p:cNvSpPr/>
          <p:nvPr/>
        </p:nvSpPr>
        <p:spPr>
          <a:xfrm>
            <a:off x="9567593" y="8905530"/>
            <a:ext cx="93980" cy="54610"/>
          </a:xfrm>
          <a:custGeom>
            <a:avLst/>
            <a:gdLst/>
            <a:ahLst/>
            <a:cxnLst/>
            <a:rect l="l" t="t" r="r" b="b"/>
            <a:pathLst>
              <a:path w="93979" h="54609">
                <a:moveTo>
                  <a:pt x="93494" y="0"/>
                </a:moveTo>
                <a:lnTo>
                  <a:pt x="0" y="0"/>
                </a:lnTo>
                <a:lnTo>
                  <a:pt x="0" y="54124"/>
                </a:lnTo>
                <a:lnTo>
                  <a:pt x="93494" y="54124"/>
                </a:lnTo>
                <a:lnTo>
                  <a:pt x="93494" y="0"/>
                </a:lnTo>
                <a:close/>
              </a:path>
            </a:pathLst>
          </a:custGeom>
          <a:solidFill>
            <a:srgbClr val="C6C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3" name="object 333" descr=""/>
          <p:cNvSpPr/>
          <p:nvPr/>
        </p:nvSpPr>
        <p:spPr>
          <a:xfrm>
            <a:off x="9567593" y="9027442"/>
            <a:ext cx="93980" cy="54610"/>
          </a:xfrm>
          <a:custGeom>
            <a:avLst/>
            <a:gdLst/>
            <a:ahLst/>
            <a:cxnLst/>
            <a:rect l="l" t="t" r="r" b="b"/>
            <a:pathLst>
              <a:path w="93979" h="54609">
                <a:moveTo>
                  <a:pt x="93494" y="0"/>
                </a:moveTo>
                <a:lnTo>
                  <a:pt x="0" y="0"/>
                </a:lnTo>
                <a:lnTo>
                  <a:pt x="0" y="54124"/>
                </a:lnTo>
                <a:lnTo>
                  <a:pt x="93494" y="54124"/>
                </a:lnTo>
                <a:lnTo>
                  <a:pt x="93494" y="0"/>
                </a:lnTo>
                <a:close/>
              </a:path>
            </a:pathLst>
          </a:custGeom>
          <a:solidFill>
            <a:srgbClr val="C6C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4" name="object 334" descr=""/>
          <p:cNvSpPr/>
          <p:nvPr/>
        </p:nvSpPr>
        <p:spPr>
          <a:xfrm>
            <a:off x="9567593" y="9149354"/>
            <a:ext cx="93980" cy="54610"/>
          </a:xfrm>
          <a:custGeom>
            <a:avLst/>
            <a:gdLst/>
            <a:ahLst/>
            <a:cxnLst/>
            <a:rect l="l" t="t" r="r" b="b"/>
            <a:pathLst>
              <a:path w="93979" h="54609">
                <a:moveTo>
                  <a:pt x="93494" y="0"/>
                </a:moveTo>
                <a:lnTo>
                  <a:pt x="0" y="0"/>
                </a:lnTo>
                <a:lnTo>
                  <a:pt x="0" y="54113"/>
                </a:lnTo>
                <a:lnTo>
                  <a:pt x="93494" y="54113"/>
                </a:lnTo>
                <a:lnTo>
                  <a:pt x="93494" y="0"/>
                </a:lnTo>
                <a:close/>
              </a:path>
            </a:pathLst>
          </a:custGeom>
          <a:solidFill>
            <a:srgbClr val="C6C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5" name="object 335" descr=""/>
          <p:cNvSpPr/>
          <p:nvPr/>
        </p:nvSpPr>
        <p:spPr>
          <a:xfrm>
            <a:off x="9567593" y="9271257"/>
            <a:ext cx="93980" cy="54610"/>
          </a:xfrm>
          <a:custGeom>
            <a:avLst/>
            <a:gdLst/>
            <a:ahLst/>
            <a:cxnLst/>
            <a:rect l="l" t="t" r="r" b="b"/>
            <a:pathLst>
              <a:path w="93979" h="54609">
                <a:moveTo>
                  <a:pt x="93494" y="0"/>
                </a:moveTo>
                <a:lnTo>
                  <a:pt x="0" y="0"/>
                </a:lnTo>
                <a:lnTo>
                  <a:pt x="0" y="54124"/>
                </a:lnTo>
                <a:lnTo>
                  <a:pt x="93494" y="54124"/>
                </a:lnTo>
                <a:lnTo>
                  <a:pt x="93494" y="0"/>
                </a:lnTo>
                <a:close/>
              </a:path>
            </a:pathLst>
          </a:custGeom>
          <a:solidFill>
            <a:srgbClr val="C6C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6" name="object 336" descr=""/>
          <p:cNvSpPr/>
          <p:nvPr/>
        </p:nvSpPr>
        <p:spPr>
          <a:xfrm>
            <a:off x="9567593" y="9393169"/>
            <a:ext cx="93980" cy="54610"/>
          </a:xfrm>
          <a:custGeom>
            <a:avLst/>
            <a:gdLst/>
            <a:ahLst/>
            <a:cxnLst/>
            <a:rect l="l" t="t" r="r" b="b"/>
            <a:pathLst>
              <a:path w="93979" h="54609">
                <a:moveTo>
                  <a:pt x="93494" y="0"/>
                </a:moveTo>
                <a:lnTo>
                  <a:pt x="0" y="0"/>
                </a:lnTo>
                <a:lnTo>
                  <a:pt x="0" y="54124"/>
                </a:lnTo>
                <a:lnTo>
                  <a:pt x="93494" y="54124"/>
                </a:lnTo>
                <a:lnTo>
                  <a:pt x="93494" y="0"/>
                </a:lnTo>
                <a:close/>
              </a:path>
            </a:pathLst>
          </a:custGeom>
          <a:solidFill>
            <a:srgbClr val="C6C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7" name="object 337" descr=""/>
          <p:cNvSpPr/>
          <p:nvPr/>
        </p:nvSpPr>
        <p:spPr>
          <a:xfrm>
            <a:off x="9567593" y="9515082"/>
            <a:ext cx="93980" cy="54610"/>
          </a:xfrm>
          <a:custGeom>
            <a:avLst/>
            <a:gdLst/>
            <a:ahLst/>
            <a:cxnLst/>
            <a:rect l="l" t="t" r="r" b="b"/>
            <a:pathLst>
              <a:path w="93979" h="54609">
                <a:moveTo>
                  <a:pt x="93494" y="0"/>
                </a:moveTo>
                <a:lnTo>
                  <a:pt x="0" y="0"/>
                </a:lnTo>
                <a:lnTo>
                  <a:pt x="0" y="54124"/>
                </a:lnTo>
                <a:lnTo>
                  <a:pt x="93494" y="54124"/>
                </a:lnTo>
                <a:lnTo>
                  <a:pt x="93494" y="0"/>
                </a:lnTo>
                <a:close/>
              </a:path>
            </a:pathLst>
          </a:custGeom>
          <a:solidFill>
            <a:srgbClr val="C6C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8" name="object 338" descr=""/>
          <p:cNvSpPr/>
          <p:nvPr/>
        </p:nvSpPr>
        <p:spPr>
          <a:xfrm>
            <a:off x="9567593" y="9636973"/>
            <a:ext cx="93980" cy="54610"/>
          </a:xfrm>
          <a:custGeom>
            <a:avLst/>
            <a:gdLst/>
            <a:ahLst/>
            <a:cxnLst/>
            <a:rect l="l" t="t" r="r" b="b"/>
            <a:pathLst>
              <a:path w="93979" h="54609">
                <a:moveTo>
                  <a:pt x="93494" y="0"/>
                </a:moveTo>
                <a:lnTo>
                  <a:pt x="0" y="0"/>
                </a:lnTo>
                <a:lnTo>
                  <a:pt x="0" y="54134"/>
                </a:lnTo>
                <a:lnTo>
                  <a:pt x="93494" y="54134"/>
                </a:lnTo>
                <a:lnTo>
                  <a:pt x="93494" y="0"/>
                </a:lnTo>
                <a:close/>
              </a:path>
            </a:pathLst>
          </a:custGeom>
          <a:solidFill>
            <a:srgbClr val="C6C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9" name="object 339" descr=""/>
          <p:cNvSpPr/>
          <p:nvPr/>
        </p:nvSpPr>
        <p:spPr>
          <a:xfrm>
            <a:off x="10204202" y="8589529"/>
            <a:ext cx="184150" cy="54610"/>
          </a:xfrm>
          <a:custGeom>
            <a:avLst/>
            <a:gdLst/>
            <a:ahLst/>
            <a:cxnLst/>
            <a:rect l="l" t="t" r="r" b="b"/>
            <a:pathLst>
              <a:path w="184150" h="54609">
                <a:moveTo>
                  <a:pt x="183931" y="0"/>
                </a:moveTo>
                <a:lnTo>
                  <a:pt x="0" y="0"/>
                </a:lnTo>
                <a:lnTo>
                  <a:pt x="0" y="54134"/>
                </a:lnTo>
                <a:lnTo>
                  <a:pt x="183931" y="54134"/>
                </a:lnTo>
                <a:lnTo>
                  <a:pt x="183931" y="0"/>
                </a:lnTo>
                <a:close/>
              </a:path>
            </a:pathLst>
          </a:custGeom>
          <a:solidFill>
            <a:srgbClr val="CFCF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0" name="object 340" descr=""/>
          <p:cNvSpPr/>
          <p:nvPr/>
        </p:nvSpPr>
        <p:spPr>
          <a:xfrm>
            <a:off x="10204202" y="8711431"/>
            <a:ext cx="184150" cy="54610"/>
          </a:xfrm>
          <a:custGeom>
            <a:avLst/>
            <a:gdLst/>
            <a:ahLst/>
            <a:cxnLst/>
            <a:rect l="l" t="t" r="r" b="b"/>
            <a:pathLst>
              <a:path w="184150" h="54609">
                <a:moveTo>
                  <a:pt x="183931" y="0"/>
                </a:moveTo>
                <a:lnTo>
                  <a:pt x="0" y="0"/>
                </a:lnTo>
                <a:lnTo>
                  <a:pt x="0" y="54144"/>
                </a:lnTo>
                <a:lnTo>
                  <a:pt x="183931" y="54144"/>
                </a:lnTo>
                <a:lnTo>
                  <a:pt x="183931" y="0"/>
                </a:lnTo>
                <a:close/>
              </a:path>
            </a:pathLst>
          </a:custGeom>
          <a:solidFill>
            <a:srgbClr val="CFCF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1" name="object 341" descr=""/>
          <p:cNvSpPr/>
          <p:nvPr/>
        </p:nvSpPr>
        <p:spPr>
          <a:xfrm>
            <a:off x="10204202" y="8833353"/>
            <a:ext cx="184150" cy="54610"/>
          </a:xfrm>
          <a:custGeom>
            <a:avLst/>
            <a:gdLst/>
            <a:ahLst/>
            <a:cxnLst/>
            <a:rect l="l" t="t" r="r" b="b"/>
            <a:pathLst>
              <a:path w="184150" h="54609">
                <a:moveTo>
                  <a:pt x="183931" y="0"/>
                </a:moveTo>
                <a:lnTo>
                  <a:pt x="0" y="0"/>
                </a:lnTo>
                <a:lnTo>
                  <a:pt x="0" y="54124"/>
                </a:lnTo>
                <a:lnTo>
                  <a:pt x="183931" y="54124"/>
                </a:lnTo>
                <a:lnTo>
                  <a:pt x="183931" y="0"/>
                </a:lnTo>
                <a:close/>
              </a:path>
            </a:pathLst>
          </a:custGeom>
          <a:solidFill>
            <a:srgbClr val="CFCF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2" name="object 342" descr=""/>
          <p:cNvSpPr/>
          <p:nvPr/>
        </p:nvSpPr>
        <p:spPr>
          <a:xfrm>
            <a:off x="10204202" y="8955266"/>
            <a:ext cx="184150" cy="54610"/>
          </a:xfrm>
          <a:custGeom>
            <a:avLst/>
            <a:gdLst/>
            <a:ahLst/>
            <a:cxnLst/>
            <a:rect l="l" t="t" r="r" b="b"/>
            <a:pathLst>
              <a:path w="184150" h="54609">
                <a:moveTo>
                  <a:pt x="183931" y="0"/>
                </a:moveTo>
                <a:lnTo>
                  <a:pt x="0" y="0"/>
                </a:lnTo>
                <a:lnTo>
                  <a:pt x="0" y="54124"/>
                </a:lnTo>
                <a:lnTo>
                  <a:pt x="183931" y="54124"/>
                </a:lnTo>
                <a:lnTo>
                  <a:pt x="183931" y="0"/>
                </a:lnTo>
                <a:close/>
              </a:path>
            </a:pathLst>
          </a:custGeom>
          <a:solidFill>
            <a:srgbClr val="CFCF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3" name="object 343" descr=""/>
          <p:cNvSpPr/>
          <p:nvPr/>
        </p:nvSpPr>
        <p:spPr>
          <a:xfrm>
            <a:off x="10204202" y="9077179"/>
            <a:ext cx="184150" cy="54610"/>
          </a:xfrm>
          <a:custGeom>
            <a:avLst/>
            <a:gdLst/>
            <a:ahLst/>
            <a:cxnLst/>
            <a:rect l="l" t="t" r="r" b="b"/>
            <a:pathLst>
              <a:path w="184150" h="54609">
                <a:moveTo>
                  <a:pt x="183931" y="0"/>
                </a:moveTo>
                <a:lnTo>
                  <a:pt x="0" y="0"/>
                </a:lnTo>
                <a:lnTo>
                  <a:pt x="0" y="54113"/>
                </a:lnTo>
                <a:lnTo>
                  <a:pt x="183931" y="54113"/>
                </a:lnTo>
                <a:lnTo>
                  <a:pt x="183931" y="0"/>
                </a:lnTo>
                <a:close/>
              </a:path>
            </a:pathLst>
          </a:custGeom>
          <a:solidFill>
            <a:srgbClr val="CFCF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4" name="object 344" descr=""/>
          <p:cNvSpPr/>
          <p:nvPr/>
        </p:nvSpPr>
        <p:spPr>
          <a:xfrm>
            <a:off x="9918840" y="8578818"/>
            <a:ext cx="255270" cy="1202690"/>
          </a:xfrm>
          <a:custGeom>
            <a:avLst/>
            <a:gdLst/>
            <a:ahLst/>
            <a:cxnLst/>
            <a:rect l="l" t="t" r="r" b="b"/>
            <a:pathLst>
              <a:path w="255270" h="1202690">
                <a:moveTo>
                  <a:pt x="45618" y="1085227"/>
                </a:moveTo>
                <a:lnTo>
                  <a:pt x="0" y="1085227"/>
                </a:lnTo>
                <a:lnTo>
                  <a:pt x="0" y="1202499"/>
                </a:lnTo>
                <a:lnTo>
                  <a:pt x="45618" y="1202499"/>
                </a:lnTo>
                <a:lnTo>
                  <a:pt x="45618" y="1085227"/>
                </a:lnTo>
                <a:close/>
              </a:path>
              <a:path w="255270" h="1202690">
                <a:moveTo>
                  <a:pt x="45618" y="775169"/>
                </a:moveTo>
                <a:lnTo>
                  <a:pt x="0" y="775169"/>
                </a:lnTo>
                <a:lnTo>
                  <a:pt x="0" y="892454"/>
                </a:lnTo>
                <a:lnTo>
                  <a:pt x="45618" y="892454"/>
                </a:lnTo>
                <a:lnTo>
                  <a:pt x="45618" y="775169"/>
                </a:lnTo>
                <a:close/>
              </a:path>
              <a:path w="255270" h="1202690">
                <a:moveTo>
                  <a:pt x="45618" y="310083"/>
                </a:moveTo>
                <a:lnTo>
                  <a:pt x="0" y="310083"/>
                </a:lnTo>
                <a:lnTo>
                  <a:pt x="0" y="427367"/>
                </a:lnTo>
                <a:lnTo>
                  <a:pt x="45618" y="427367"/>
                </a:lnTo>
                <a:lnTo>
                  <a:pt x="45618" y="310083"/>
                </a:lnTo>
                <a:close/>
              </a:path>
              <a:path w="255270" h="1202690">
                <a:moveTo>
                  <a:pt x="45618" y="155041"/>
                </a:moveTo>
                <a:lnTo>
                  <a:pt x="0" y="155041"/>
                </a:lnTo>
                <a:lnTo>
                  <a:pt x="0" y="272326"/>
                </a:lnTo>
                <a:lnTo>
                  <a:pt x="45618" y="272326"/>
                </a:lnTo>
                <a:lnTo>
                  <a:pt x="45618" y="155041"/>
                </a:lnTo>
                <a:close/>
              </a:path>
              <a:path w="255270" h="1202690">
                <a:moveTo>
                  <a:pt x="45618" y="0"/>
                </a:moveTo>
                <a:lnTo>
                  <a:pt x="0" y="0"/>
                </a:lnTo>
                <a:lnTo>
                  <a:pt x="0" y="117284"/>
                </a:lnTo>
                <a:lnTo>
                  <a:pt x="45618" y="117284"/>
                </a:lnTo>
                <a:lnTo>
                  <a:pt x="45618" y="0"/>
                </a:lnTo>
                <a:close/>
              </a:path>
              <a:path w="255270" h="1202690">
                <a:moveTo>
                  <a:pt x="45631" y="930198"/>
                </a:moveTo>
                <a:lnTo>
                  <a:pt x="0" y="930198"/>
                </a:lnTo>
                <a:lnTo>
                  <a:pt x="0" y="1047483"/>
                </a:lnTo>
                <a:lnTo>
                  <a:pt x="45631" y="1047483"/>
                </a:lnTo>
                <a:lnTo>
                  <a:pt x="45631" y="930198"/>
                </a:lnTo>
                <a:close/>
              </a:path>
              <a:path w="255270" h="1202690">
                <a:moveTo>
                  <a:pt x="45631" y="620141"/>
                </a:moveTo>
                <a:lnTo>
                  <a:pt x="0" y="620141"/>
                </a:lnTo>
                <a:lnTo>
                  <a:pt x="0" y="737425"/>
                </a:lnTo>
                <a:lnTo>
                  <a:pt x="45631" y="737425"/>
                </a:lnTo>
                <a:lnTo>
                  <a:pt x="45631" y="620141"/>
                </a:lnTo>
                <a:close/>
              </a:path>
              <a:path w="255270" h="1202690">
                <a:moveTo>
                  <a:pt x="45631" y="465112"/>
                </a:moveTo>
                <a:lnTo>
                  <a:pt x="0" y="465112"/>
                </a:lnTo>
                <a:lnTo>
                  <a:pt x="0" y="582396"/>
                </a:lnTo>
                <a:lnTo>
                  <a:pt x="45631" y="582396"/>
                </a:lnTo>
                <a:lnTo>
                  <a:pt x="45631" y="465112"/>
                </a:lnTo>
                <a:close/>
              </a:path>
              <a:path w="255270" h="1202690">
                <a:moveTo>
                  <a:pt x="115493" y="1085227"/>
                </a:moveTo>
                <a:lnTo>
                  <a:pt x="69875" y="1085227"/>
                </a:lnTo>
                <a:lnTo>
                  <a:pt x="69875" y="1202499"/>
                </a:lnTo>
                <a:lnTo>
                  <a:pt x="115493" y="1202499"/>
                </a:lnTo>
                <a:lnTo>
                  <a:pt x="115493" y="1085227"/>
                </a:lnTo>
                <a:close/>
              </a:path>
              <a:path w="255270" h="1202690">
                <a:moveTo>
                  <a:pt x="115493" y="930198"/>
                </a:moveTo>
                <a:lnTo>
                  <a:pt x="69875" y="930198"/>
                </a:lnTo>
                <a:lnTo>
                  <a:pt x="69875" y="1047483"/>
                </a:lnTo>
                <a:lnTo>
                  <a:pt x="115493" y="1047483"/>
                </a:lnTo>
                <a:lnTo>
                  <a:pt x="115493" y="930198"/>
                </a:lnTo>
                <a:close/>
              </a:path>
              <a:path w="255270" h="1202690">
                <a:moveTo>
                  <a:pt x="115493" y="775169"/>
                </a:moveTo>
                <a:lnTo>
                  <a:pt x="69875" y="775169"/>
                </a:lnTo>
                <a:lnTo>
                  <a:pt x="69875" y="892441"/>
                </a:lnTo>
                <a:lnTo>
                  <a:pt x="115493" y="892441"/>
                </a:lnTo>
                <a:lnTo>
                  <a:pt x="115493" y="775169"/>
                </a:lnTo>
                <a:close/>
              </a:path>
              <a:path w="255270" h="1202690">
                <a:moveTo>
                  <a:pt x="115493" y="620141"/>
                </a:moveTo>
                <a:lnTo>
                  <a:pt x="69875" y="620141"/>
                </a:lnTo>
                <a:lnTo>
                  <a:pt x="69875" y="737400"/>
                </a:lnTo>
                <a:lnTo>
                  <a:pt x="115493" y="737400"/>
                </a:lnTo>
                <a:lnTo>
                  <a:pt x="115493" y="620141"/>
                </a:lnTo>
                <a:close/>
              </a:path>
              <a:path w="255270" h="1202690">
                <a:moveTo>
                  <a:pt x="115493" y="465124"/>
                </a:moveTo>
                <a:lnTo>
                  <a:pt x="69875" y="465124"/>
                </a:lnTo>
                <a:lnTo>
                  <a:pt x="69875" y="582383"/>
                </a:lnTo>
                <a:lnTo>
                  <a:pt x="115493" y="582383"/>
                </a:lnTo>
                <a:lnTo>
                  <a:pt x="115493" y="465124"/>
                </a:lnTo>
                <a:close/>
              </a:path>
              <a:path w="255270" h="1202690">
                <a:moveTo>
                  <a:pt x="115493" y="310083"/>
                </a:moveTo>
                <a:lnTo>
                  <a:pt x="69875" y="310083"/>
                </a:lnTo>
                <a:lnTo>
                  <a:pt x="69875" y="427342"/>
                </a:lnTo>
                <a:lnTo>
                  <a:pt x="115493" y="427342"/>
                </a:lnTo>
                <a:lnTo>
                  <a:pt x="115493" y="310083"/>
                </a:lnTo>
                <a:close/>
              </a:path>
              <a:path w="255270" h="1202690">
                <a:moveTo>
                  <a:pt x="115493" y="155028"/>
                </a:moveTo>
                <a:lnTo>
                  <a:pt x="69875" y="155028"/>
                </a:lnTo>
                <a:lnTo>
                  <a:pt x="69875" y="272313"/>
                </a:lnTo>
                <a:lnTo>
                  <a:pt x="115493" y="272313"/>
                </a:lnTo>
                <a:lnTo>
                  <a:pt x="115493" y="155028"/>
                </a:lnTo>
                <a:close/>
              </a:path>
              <a:path w="255270" h="1202690">
                <a:moveTo>
                  <a:pt x="115493" y="12"/>
                </a:moveTo>
                <a:lnTo>
                  <a:pt x="69875" y="12"/>
                </a:lnTo>
                <a:lnTo>
                  <a:pt x="69875" y="117284"/>
                </a:lnTo>
                <a:lnTo>
                  <a:pt x="115493" y="117284"/>
                </a:lnTo>
                <a:lnTo>
                  <a:pt x="115493" y="12"/>
                </a:lnTo>
                <a:close/>
              </a:path>
              <a:path w="255270" h="1202690">
                <a:moveTo>
                  <a:pt x="185343" y="1085227"/>
                </a:moveTo>
                <a:lnTo>
                  <a:pt x="139738" y="1085227"/>
                </a:lnTo>
                <a:lnTo>
                  <a:pt x="139738" y="1202499"/>
                </a:lnTo>
                <a:lnTo>
                  <a:pt x="185343" y="1202499"/>
                </a:lnTo>
                <a:lnTo>
                  <a:pt x="185343" y="1085227"/>
                </a:lnTo>
                <a:close/>
              </a:path>
              <a:path w="255270" h="1202690">
                <a:moveTo>
                  <a:pt x="185343" y="930198"/>
                </a:moveTo>
                <a:lnTo>
                  <a:pt x="139738" y="930198"/>
                </a:lnTo>
                <a:lnTo>
                  <a:pt x="139738" y="1047483"/>
                </a:lnTo>
                <a:lnTo>
                  <a:pt x="185343" y="1047483"/>
                </a:lnTo>
                <a:lnTo>
                  <a:pt x="185343" y="930198"/>
                </a:lnTo>
                <a:close/>
              </a:path>
              <a:path w="255270" h="1202690">
                <a:moveTo>
                  <a:pt x="185343" y="775169"/>
                </a:moveTo>
                <a:lnTo>
                  <a:pt x="139738" y="775169"/>
                </a:lnTo>
                <a:lnTo>
                  <a:pt x="139738" y="892454"/>
                </a:lnTo>
                <a:lnTo>
                  <a:pt x="185343" y="892454"/>
                </a:lnTo>
                <a:lnTo>
                  <a:pt x="185343" y="775169"/>
                </a:lnTo>
                <a:close/>
              </a:path>
              <a:path w="255270" h="1202690">
                <a:moveTo>
                  <a:pt x="185343" y="620141"/>
                </a:moveTo>
                <a:lnTo>
                  <a:pt x="139738" y="620141"/>
                </a:lnTo>
                <a:lnTo>
                  <a:pt x="139738" y="737425"/>
                </a:lnTo>
                <a:lnTo>
                  <a:pt x="185343" y="737425"/>
                </a:lnTo>
                <a:lnTo>
                  <a:pt x="185343" y="620141"/>
                </a:lnTo>
                <a:close/>
              </a:path>
              <a:path w="255270" h="1202690">
                <a:moveTo>
                  <a:pt x="185343" y="465112"/>
                </a:moveTo>
                <a:lnTo>
                  <a:pt x="139738" y="465112"/>
                </a:lnTo>
                <a:lnTo>
                  <a:pt x="139738" y="582396"/>
                </a:lnTo>
                <a:lnTo>
                  <a:pt x="185343" y="582396"/>
                </a:lnTo>
                <a:lnTo>
                  <a:pt x="185343" y="465112"/>
                </a:lnTo>
                <a:close/>
              </a:path>
              <a:path w="255270" h="1202690">
                <a:moveTo>
                  <a:pt x="185343" y="310083"/>
                </a:moveTo>
                <a:lnTo>
                  <a:pt x="139738" y="310083"/>
                </a:lnTo>
                <a:lnTo>
                  <a:pt x="139738" y="427367"/>
                </a:lnTo>
                <a:lnTo>
                  <a:pt x="185343" y="427367"/>
                </a:lnTo>
                <a:lnTo>
                  <a:pt x="185343" y="310083"/>
                </a:lnTo>
                <a:close/>
              </a:path>
              <a:path w="255270" h="1202690">
                <a:moveTo>
                  <a:pt x="185343" y="155041"/>
                </a:moveTo>
                <a:lnTo>
                  <a:pt x="139738" y="155041"/>
                </a:lnTo>
                <a:lnTo>
                  <a:pt x="139738" y="272326"/>
                </a:lnTo>
                <a:lnTo>
                  <a:pt x="185343" y="272326"/>
                </a:lnTo>
                <a:lnTo>
                  <a:pt x="185343" y="155041"/>
                </a:lnTo>
                <a:close/>
              </a:path>
              <a:path w="255270" h="1202690">
                <a:moveTo>
                  <a:pt x="185343" y="0"/>
                </a:moveTo>
                <a:lnTo>
                  <a:pt x="139738" y="0"/>
                </a:lnTo>
                <a:lnTo>
                  <a:pt x="139738" y="117284"/>
                </a:lnTo>
                <a:lnTo>
                  <a:pt x="185343" y="117284"/>
                </a:lnTo>
                <a:lnTo>
                  <a:pt x="185343" y="0"/>
                </a:lnTo>
                <a:close/>
              </a:path>
              <a:path w="255270" h="1202690">
                <a:moveTo>
                  <a:pt x="255206" y="465112"/>
                </a:moveTo>
                <a:lnTo>
                  <a:pt x="209626" y="465112"/>
                </a:lnTo>
                <a:lnTo>
                  <a:pt x="209626" y="582396"/>
                </a:lnTo>
                <a:lnTo>
                  <a:pt x="255206" y="582396"/>
                </a:lnTo>
                <a:lnTo>
                  <a:pt x="255206" y="465112"/>
                </a:lnTo>
                <a:close/>
              </a:path>
              <a:path w="255270" h="1202690">
                <a:moveTo>
                  <a:pt x="255206" y="310083"/>
                </a:moveTo>
                <a:lnTo>
                  <a:pt x="209600" y="310083"/>
                </a:lnTo>
                <a:lnTo>
                  <a:pt x="209600" y="427367"/>
                </a:lnTo>
                <a:lnTo>
                  <a:pt x="255206" y="427367"/>
                </a:lnTo>
                <a:lnTo>
                  <a:pt x="255206" y="310083"/>
                </a:lnTo>
                <a:close/>
              </a:path>
              <a:path w="255270" h="1202690">
                <a:moveTo>
                  <a:pt x="255206" y="155041"/>
                </a:moveTo>
                <a:lnTo>
                  <a:pt x="209600" y="155041"/>
                </a:lnTo>
                <a:lnTo>
                  <a:pt x="209600" y="272326"/>
                </a:lnTo>
                <a:lnTo>
                  <a:pt x="255206" y="272326"/>
                </a:lnTo>
                <a:lnTo>
                  <a:pt x="255206" y="155041"/>
                </a:lnTo>
                <a:close/>
              </a:path>
              <a:path w="255270" h="1202690">
                <a:moveTo>
                  <a:pt x="255206" y="0"/>
                </a:moveTo>
                <a:lnTo>
                  <a:pt x="209600" y="0"/>
                </a:lnTo>
                <a:lnTo>
                  <a:pt x="209600" y="117284"/>
                </a:lnTo>
                <a:lnTo>
                  <a:pt x="255206" y="117284"/>
                </a:lnTo>
                <a:lnTo>
                  <a:pt x="255206" y="0"/>
                </a:lnTo>
                <a:close/>
              </a:path>
            </a:pathLst>
          </a:custGeom>
          <a:solidFill>
            <a:srgbClr val="C6C6C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45" name="object 345" descr=""/>
          <p:cNvGrpSpPr/>
          <p:nvPr/>
        </p:nvGrpSpPr>
        <p:grpSpPr>
          <a:xfrm>
            <a:off x="9470308" y="9591854"/>
            <a:ext cx="1654175" cy="243204"/>
            <a:chOff x="9470308" y="9591854"/>
            <a:chExt cx="1654175" cy="243204"/>
          </a:xfrm>
        </p:grpSpPr>
        <p:sp>
          <p:nvSpPr>
            <p:cNvPr id="346" name="object 346" descr=""/>
            <p:cNvSpPr/>
            <p:nvPr/>
          </p:nvSpPr>
          <p:spPr>
            <a:xfrm>
              <a:off x="10523617" y="9628586"/>
              <a:ext cx="118745" cy="188595"/>
            </a:xfrm>
            <a:custGeom>
              <a:avLst/>
              <a:gdLst/>
              <a:ahLst/>
              <a:cxnLst/>
              <a:rect l="l" t="t" r="r" b="b"/>
              <a:pathLst>
                <a:path w="118745" h="188595">
                  <a:moveTo>
                    <a:pt x="118572" y="0"/>
                  </a:moveTo>
                  <a:lnTo>
                    <a:pt x="0" y="0"/>
                  </a:lnTo>
                  <a:lnTo>
                    <a:pt x="0" y="188182"/>
                  </a:lnTo>
                  <a:lnTo>
                    <a:pt x="118572" y="188182"/>
                  </a:lnTo>
                  <a:lnTo>
                    <a:pt x="118572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 descr=""/>
            <p:cNvSpPr/>
            <p:nvPr/>
          </p:nvSpPr>
          <p:spPr>
            <a:xfrm>
              <a:off x="9470308" y="9798728"/>
              <a:ext cx="1654175" cy="36195"/>
            </a:xfrm>
            <a:custGeom>
              <a:avLst/>
              <a:gdLst/>
              <a:ahLst/>
              <a:cxnLst/>
              <a:rect l="l" t="t" r="r" b="b"/>
              <a:pathLst>
                <a:path w="1654175" h="36195">
                  <a:moveTo>
                    <a:pt x="1653960" y="0"/>
                  </a:moveTo>
                  <a:lnTo>
                    <a:pt x="0" y="0"/>
                  </a:lnTo>
                  <a:lnTo>
                    <a:pt x="0" y="36093"/>
                  </a:lnTo>
                  <a:lnTo>
                    <a:pt x="1653960" y="36093"/>
                  </a:lnTo>
                  <a:lnTo>
                    <a:pt x="1653960" y="0"/>
                  </a:lnTo>
                  <a:close/>
                </a:path>
              </a:pathLst>
            </a:custGeom>
            <a:solidFill>
              <a:srgbClr val="E0ED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 descr=""/>
            <p:cNvSpPr/>
            <p:nvPr/>
          </p:nvSpPr>
          <p:spPr>
            <a:xfrm>
              <a:off x="10154882" y="9591859"/>
              <a:ext cx="855344" cy="162560"/>
            </a:xfrm>
            <a:custGeom>
              <a:avLst/>
              <a:gdLst/>
              <a:ahLst/>
              <a:cxnLst/>
              <a:rect l="l" t="t" r="r" b="b"/>
              <a:pathLst>
                <a:path w="855345" h="162559">
                  <a:moveTo>
                    <a:pt x="91211" y="0"/>
                  </a:moveTo>
                  <a:lnTo>
                    <a:pt x="0" y="0"/>
                  </a:lnTo>
                  <a:lnTo>
                    <a:pt x="0" y="162394"/>
                  </a:lnTo>
                  <a:lnTo>
                    <a:pt x="91211" y="162394"/>
                  </a:lnTo>
                  <a:lnTo>
                    <a:pt x="91211" y="0"/>
                  </a:lnTo>
                  <a:close/>
                </a:path>
                <a:path w="855345" h="162559">
                  <a:moveTo>
                    <a:pt x="331952" y="0"/>
                  </a:moveTo>
                  <a:lnTo>
                    <a:pt x="240741" y="0"/>
                  </a:lnTo>
                  <a:lnTo>
                    <a:pt x="240741" y="162394"/>
                  </a:lnTo>
                  <a:lnTo>
                    <a:pt x="331952" y="162394"/>
                  </a:lnTo>
                  <a:lnTo>
                    <a:pt x="331952" y="0"/>
                  </a:lnTo>
                  <a:close/>
                </a:path>
                <a:path w="855345" h="162559">
                  <a:moveTo>
                    <a:pt x="614514" y="0"/>
                  </a:moveTo>
                  <a:lnTo>
                    <a:pt x="523303" y="0"/>
                  </a:lnTo>
                  <a:lnTo>
                    <a:pt x="523303" y="162394"/>
                  </a:lnTo>
                  <a:lnTo>
                    <a:pt x="614514" y="162394"/>
                  </a:lnTo>
                  <a:lnTo>
                    <a:pt x="614514" y="0"/>
                  </a:lnTo>
                  <a:close/>
                </a:path>
                <a:path w="855345" h="162559">
                  <a:moveTo>
                    <a:pt x="734885" y="0"/>
                  </a:moveTo>
                  <a:lnTo>
                    <a:pt x="643674" y="0"/>
                  </a:lnTo>
                  <a:lnTo>
                    <a:pt x="643674" y="162394"/>
                  </a:lnTo>
                  <a:lnTo>
                    <a:pt x="734885" y="162394"/>
                  </a:lnTo>
                  <a:lnTo>
                    <a:pt x="734885" y="0"/>
                  </a:lnTo>
                  <a:close/>
                </a:path>
                <a:path w="855345" h="162559">
                  <a:moveTo>
                    <a:pt x="855268" y="0"/>
                  </a:moveTo>
                  <a:lnTo>
                    <a:pt x="764057" y="0"/>
                  </a:lnTo>
                  <a:lnTo>
                    <a:pt x="764057" y="162394"/>
                  </a:lnTo>
                  <a:lnTo>
                    <a:pt x="855268" y="162394"/>
                  </a:lnTo>
                  <a:lnTo>
                    <a:pt x="855268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9" name="object 349" descr=""/>
          <p:cNvSpPr/>
          <p:nvPr/>
        </p:nvSpPr>
        <p:spPr>
          <a:xfrm>
            <a:off x="10154109" y="9321003"/>
            <a:ext cx="241935" cy="54610"/>
          </a:xfrm>
          <a:custGeom>
            <a:avLst/>
            <a:gdLst/>
            <a:ahLst/>
            <a:cxnLst/>
            <a:rect l="l" t="t" r="r" b="b"/>
            <a:pathLst>
              <a:path w="241934" h="54609">
                <a:moveTo>
                  <a:pt x="241521" y="0"/>
                </a:moveTo>
                <a:lnTo>
                  <a:pt x="0" y="0"/>
                </a:lnTo>
                <a:lnTo>
                  <a:pt x="0" y="54113"/>
                </a:lnTo>
                <a:lnTo>
                  <a:pt x="241521" y="54113"/>
                </a:lnTo>
                <a:lnTo>
                  <a:pt x="241521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0" name="object 350" descr=""/>
          <p:cNvSpPr/>
          <p:nvPr/>
        </p:nvSpPr>
        <p:spPr>
          <a:xfrm>
            <a:off x="10461377" y="9321003"/>
            <a:ext cx="241935" cy="54610"/>
          </a:xfrm>
          <a:custGeom>
            <a:avLst/>
            <a:gdLst/>
            <a:ahLst/>
            <a:cxnLst/>
            <a:rect l="l" t="t" r="r" b="b"/>
            <a:pathLst>
              <a:path w="241934" h="54609">
                <a:moveTo>
                  <a:pt x="241521" y="0"/>
                </a:moveTo>
                <a:lnTo>
                  <a:pt x="0" y="0"/>
                </a:lnTo>
                <a:lnTo>
                  <a:pt x="0" y="54113"/>
                </a:lnTo>
                <a:lnTo>
                  <a:pt x="241521" y="54113"/>
                </a:lnTo>
                <a:lnTo>
                  <a:pt x="241521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1" name="object 351" descr=""/>
          <p:cNvSpPr/>
          <p:nvPr/>
        </p:nvSpPr>
        <p:spPr>
          <a:xfrm>
            <a:off x="10768656" y="9321003"/>
            <a:ext cx="241935" cy="54610"/>
          </a:xfrm>
          <a:custGeom>
            <a:avLst/>
            <a:gdLst/>
            <a:ahLst/>
            <a:cxnLst/>
            <a:rect l="l" t="t" r="r" b="b"/>
            <a:pathLst>
              <a:path w="241934" h="54609">
                <a:moveTo>
                  <a:pt x="241500" y="0"/>
                </a:moveTo>
                <a:lnTo>
                  <a:pt x="0" y="0"/>
                </a:lnTo>
                <a:lnTo>
                  <a:pt x="0" y="54113"/>
                </a:lnTo>
                <a:lnTo>
                  <a:pt x="241500" y="54113"/>
                </a:lnTo>
                <a:lnTo>
                  <a:pt x="241500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2" name="object 352" descr=""/>
          <p:cNvSpPr/>
          <p:nvPr/>
        </p:nvSpPr>
        <p:spPr>
          <a:xfrm>
            <a:off x="10154109" y="9409011"/>
            <a:ext cx="241935" cy="54610"/>
          </a:xfrm>
          <a:custGeom>
            <a:avLst/>
            <a:gdLst/>
            <a:ahLst/>
            <a:cxnLst/>
            <a:rect l="l" t="t" r="r" b="b"/>
            <a:pathLst>
              <a:path w="241934" h="54609">
                <a:moveTo>
                  <a:pt x="241521" y="0"/>
                </a:moveTo>
                <a:lnTo>
                  <a:pt x="0" y="0"/>
                </a:lnTo>
                <a:lnTo>
                  <a:pt x="0" y="54124"/>
                </a:lnTo>
                <a:lnTo>
                  <a:pt x="241521" y="54124"/>
                </a:lnTo>
                <a:lnTo>
                  <a:pt x="241521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3" name="object 353" descr=""/>
          <p:cNvSpPr/>
          <p:nvPr/>
        </p:nvSpPr>
        <p:spPr>
          <a:xfrm>
            <a:off x="10461377" y="9409011"/>
            <a:ext cx="241935" cy="54610"/>
          </a:xfrm>
          <a:custGeom>
            <a:avLst/>
            <a:gdLst/>
            <a:ahLst/>
            <a:cxnLst/>
            <a:rect l="l" t="t" r="r" b="b"/>
            <a:pathLst>
              <a:path w="241934" h="54609">
                <a:moveTo>
                  <a:pt x="241521" y="0"/>
                </a:moveTo>
                <a:lnTo>
                  <a:pt x="0" y="0"/>
                </a:lnTo>
                <a:lnTo>
                  <a:pt x="0" y="54124"/>
                </a:lnTo>
                <a:lnTo>
                  <a:pt x="241521" y="54124"/>
                </a:lnTo>
                <a:lnTo>
                  <a:pt x="241521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4" name="object 354" descr=""/>
          <p:cNvSpPr/>
          <p:nvPr/>
        </p:nvSpPr>
        <p:spPr>
          <a:xfrm>
            <a:off x="10768656" y="9409011"/>
            <a:ext cx="241935" cy="54610"/>
          </a:xfrm>
          <a:custGeom>
            <a:avLst/>
            <a:gdLst/>
            <a:ahLst/>
            <a:cxnLst/>
            <a:rect l="l" t="t" r="r" b="b"/>
            <a:pathLst>
              <a:path w="241934" h="54609">
                <a:moveTo>
                  <a:pt x="241500" y="0"/>
                </a:moveTo>
                <a:lnTo>
                  <a:pt x="0" y="0"/>
                </a:lnTo>
                <a:lnTo>
                  <a:pt x="0" y="54124"/>
                </a:lnTo>
                <a:lnTo>
                  <a:pt x="241500" y="54124"/>
                </a:lnTo>
                <a:lnTo>
                  <a:pt x="241500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5" name="object 355" descr=""/>
          <p:cNvSpPr/>
          <p:nvPr/>
        </p:nvSpPr>
        <p:spPr>
          <a:xfrm>
            <a:off x="10154109" y="9497030"/>
            <a:ext cx="241935" cy="54610"/>
          </a:xfrm>
          <a:custGeom>
            <a:avLst/>
            <a:gdLst/>
            <a:ahLst/>
            <a:cxnLst/>
            <a:rect l="l" t="t" r="r" b="b"/>
            <a:pathLst>
              <a:path w="241934" h="54609">
                <a:moveTo>
                  <a:pt x="241521" y="0"/>
                </a:moveTo>
                <a:lnTo>
                  <a:pt x="0" y="0"/>
                </a:lnTo>
                <a:lnTo>
                  <a:pt x="0" y="54113"/>
                </a:lnTo>
                <a:lnTo>
                  <a:pt x="241521" y="54113"/>
                </a:lnTo>
                <a:lnTo>
                  <a:pt x="241521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6" name="object 356" descr=""/>
          <p:cNvSpPr/>
          <p:nvPr/>
        </p:nvSpPr>
        <p:spPr>
          <a:xfrm>
            <a:off x="10461377" y="9497030"/>
            <a:ext cx="241935" cy="54610"/>
          </a:xfrm>
          <a:custGeom>
            <a:avLst/>
            <a:gdLst/>
            <a:ahLst/>
            <a:cxnLst/>
            <a:rect l="l" t="t" r="r" b="b"/>
            <a:pathLst>
              <a:path w="241934" h="54609">
                <a:moveTo>
                  <a:pt x="241521" y="0"/>
                </a:moveTo>
                <a:lnTo>
                  <a:pt x="0" y="0"/>
                </a:lnTo>
                <a:lnTo>
                  <a:pt x="0" y="54113"/>
                </a:lnTo>
                <a:lnTo>
                  <a:pt x="241521" y="54113"/>
                </a:lnTo>
                <a:lnTo>
                  <a:pt x="241521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7" name="object 357" descr=""/>
          <p:cNvSpPr/>
          <p:nvPr/>
        </p:nvSpPr>
        <p:spPr>
          <a:xfrm>
            <a:off x="10768656" y="9497030"/>
            <a:ext cx="241935" cy="54610"/>
          </a:xfrm>
          <a:custGeom>
            <a:avLst/>
            <a:gdLst/>
            <a:ahLst/>
            <a:cxnLst/>
            <a:rect l="l" t="t" r="r" b="b"/>
            <a:pathLst>
              <a:path w="241934" h="54609">
                <a:moveTo>
                  <a:pt x="241500" y="0"/>
                </a:moveTo>
                <a:lnTo>
                  <a:pt x="0" y="0"/>
                </a:lnTo>
                <a:lnTo>
                  <a:pt x="0" y="54113"/>
                </a:lnTo>
                <a:lnTo>
                  <a:pt x="241500" y="54113"/>
                </a:lnTo>
                <a:lnTo>
                  <a:pt x="241500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8" name="object 358" descr=""/>
          <p:cNvSpPr txBox="1"/>
          <p:nvPr/>
        </p:nvSpPr>
        <p:spPr>
          <a:xfrm>
            <a:off x="624158" y="728636"/>
            <a:ext cx="218821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Two</a:t>
            </a:r>
            <a:r>
              <a:rPr dirty="0" sz="1700" spc="4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building</a:t>
            </a:r>
            <a:r>
              <a:rPr dirty="0" sz="1700" spc="5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clusters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20104100" cy="8138159"/>
          </a:xfrm>
          <a:custGeom>
            <a:avLst/>
            <a:gdLst/>
            <a:ahLst/>
            <a:cxnLst/>
            <a:rect l="l" t="t" r="r" b="b"/>
            <a:pathLst>
              <a:path w="20104100" h="8138159">
                <a:moveTo>
                  <a:pt x="20104099" y="0"/>
                </a:moveTo>
                <a:lnTo>
                  <a:pt x="0" y="0"/>
                </a:lnTo>
                <a:lnTo>
                  <a:pt x="0" y="8137615"/>
                </a:lnTo>
                <a:lnTo>
                  <a:pt x="20104099" y="8137615"/>
                </a:lnTo>
                <a:lnTo>
                  <a:pt x="20104099" y="0"/>
                </a:lnTo>
                <a:close/>
              </a:path>
            </a:pathLst>
          </a:custGeom>
          <a:solidFill>
            <a:srgbClr val="1DA2DC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5247912" y="9059985"/>
            <a:ext cx="1062355" cy="9525"/>
          </a:xfrm>
          <a:custGeom>
            <a:avLst/>
            <a:gdLst/>
            <a:ahLst/>
            <a:cxnLst/>
            <a:rect l="l" t="t" r="r" b="b"/>
            <a:pathLst>
              <a:path w="1062355" h="9525">
                <a:moveTo>
                  <a:pt x="1062061" y="0"/>
                </a:moveTo>
                <a:lnTo>
                  <a:pt x="0" y="0"/>
                </a:lnTo>
                <a:lnTo>
                  <a:pt x="0" y="9025"/>
                </a:lnTo>
                <a:lnTo>
                  <a:pt x="1062061" y="9025"/>
                </a:lnTo>
                <a:lnTo>
                  <a:pt x="1062061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2225711" y="9158003"/>
            <a:ext cx="278765" cy="9525"/>
          </a:xfrm>
          <a:custGeom>
            <a:avLst/>
            <a:gdLst/>
            <a:ahLst/>
            <a:cxnLst/>
            <a:rect l="l" t="t" r="r" b="b"/>
            <a:pathLst>
              <a:path w="278765" h="9525">
                <a:moveTo>
                  <a:pt x="278755" y="0"/>
                </a:moveTo>
                <a:lnTo>
                  <a:pt x="0" y="0"/>
                </a:lnTo>
                <a:lnTo>
                  <a:pt x="0" y="9025"/>
                </a:lnTo>
                <a:lnTo>
                  <a:pt x="278755" y="9025"/>
                </a:lnTo>
                <a:lnTo>
                  <a:pt x="278755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4600414" y="8724551"/>
            <a:ext cx="615950" cy="9525"/>
          </a:xfrm>
          <a:custGeom>
            <a:avLst/>
            <a:gdLst/>
            <a:ahLst/>
            <a:cxnLst/>
            <a:rect l="l" t="t" r="r" b="b"/>
            <a:pathLst>
              <a:path w="615950" h="9525">
                <a:moveTo>
                  <a:pt x="615415" y="0"/>
                </a:moveTo>
                <a:lnTo>
                  <a:pt x="0" y="0"/>
                </a:lnTo>
                <a:lnTo>
                  <a:pt x="0" y="9025"/>
                </a:lnTo>
                <a:lnTo>
                  <a:pt x="615415" y="9025"/>
                </a:lnTo>
                <a:lnTo>
                  <a:pt x="615415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3565964" y="8785240"/>
            <a:ext cx="1385570" cy="9525"/>
          </a:xfrm>
          <a:custGeom>
            <a:avLst/>
            <a:gdLst/>
            <a:ahLst/>
            <a:cxnLst/>
            <a:rect l="l" t="t" r="r" b="b"/>
            <a:pathLst>
              <a:path w="1385570" h="9525">
                <a:moveTo>
                  <a:pt x="1385004" y="0"/>
                </a:moveTo>
                <a:lnTo>
                  <a:pt x="0" y="0"/>
                </a:lnTo>
                <a:lnTo>
                  <a:pt x="0" y="9025"/>
                </a:lnTo>
                <a:lnTo>
                  <a:pt x="1385004" y="9025"/>
                </a:lnTo>
                <a:lnTo>
                  <a:pt x="1385004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5236458" y="8785240"/>
            <a:ext cx="203200" cy="9525"/>
          </a:xfrm>
          <a:custGeom>
            <a:avLst/>
            <a:gdLst/>
            <a:ahLst/>
            <a:cxnLst/>
            <a:rect l="l" t="t" r="r" b="b"/>
            <a:pathLst>
              <a:path w="203200" h="9525">
                <a:moveTo>
                  <a:pt x="203061" y="0"/>
                </a:moveTo>
                <a:lnTo>
                  <a:pt x="0" y="0"/>
                </a:lnTo>
                <a:lnTo>
                  <a:pt x="0" y="9025"/>
                </a:lnTo>
                <a:lnTo>
                  <a:pt x="203061" y="9025"/>
                </a:lnTo>
                <a:lnTo>
                  <a:pt x="203061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6099510" y="8937759"/>
            <a:ext cx="3004185" cy="9525"/>
          </a:xfrm>
          <a:custGeom>
            <a:avLst/>
            <a:gdLst/>
            <a:ahLst/>
            <a:cxnLst/>
            <a:rect l="l" t="t" r="r" b="b"/>
            <a:pathLst>
              <a:path w="3004184" h="9525">
                <a:moveTo>
                  <a:pt x="3003709" y="0"/>
                </a:moveTo>
                <a:lnTo>
                  <a:pt x="0" y="0"/>
                </a:lnTo>
                <a:lnTo>
                  <a:pt x="0" y="9025"/>
                </a:lnTo>
                <a:lnTo>
                  <a:pt x="3003709" y="9025"/>
                </a:lnTo>
                <a:lnTo>
                  <a:pt x="3003709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883858" y="8660438"/>
            <a:ext cx="14462125" cy="8255"/>
          </a:xfrm>
          <a:custGeom>
            <a:avLst/>
            <a:gdLst/>
            <a:ahLst/>
            <a:cxnLst/>
            <a:rect l="l" t="t" r="r" b="b"/>
            <a:pathLst>
              <a:path w="14462125" h="8254">
                <a:moveTo>
                  <a:pt x="0" y="7769"/>
                </a:moveTo>
                <a:lnTo>
                  <a:pt x="14461905" y="7769"/>
                </a:lnTo>
                <a:lnTo>
                  <a:pt x="14461905" y="0"/>
                </a:lnTo>
                <a:lnTo>
                  <a:pt x="0" y="0"/>
                </a:lnTo>
                <a:lnTo>
                  <a:pt x="0" y="7769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7353891" y="6205769"/>
            <a:ext cx="1104900" cy="1919605"/>
          </a:xfrm>
          <a:custGeom>
            <a:avLst/>
            <a:gdLst/>
            <a:ahLst/>
            <a:cxnLst/>
            <a:rect l="l" t="t" r="r" b="b"/>
            <a:pathLst>
              <a:path w="1104900" h="1919604">
                <a:moveTo>
                  <a:pt x="0" y="1919575"/>
                </a:moveTo>
                <a:lnTo>
                  <a:pt x="1104343" y="1919575"/>
                </a:lnTo>
                <a:lnTo>
                  <a:pt x="1104343" y="0"/>
                </a:lnTo>
                <a:lnTo>
                  <a:pt x="0" y="0"/>
                </a:lnTo>
                <a:lnTo>
                  <a:pt x="0" y="1919575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" name="object 11" descr=""/>
          <p:cNvGrpSpPr/>
          <p:nvPr/>
        </p:nvGrpSpPr>
        <p:grpSpPr>
          <a:xfrm>
            <a:off x="6448442" y="4482753"/>
            <a:ext cx="2044064" cy="1320165"/>
            <a:chOff x="6448442" y="4482753"/>
            <a:chExt cx="2044064" cy="1320165"/>
          </a:xfrm>
        </p:grpSpPr>
        <p:sp>
          <p:nvSpPr>
            <p:cNvPr id="12" name="object 12" descr=""/>
            <p:cNvSpPr/>
            <p:nvPr/>
          </p:nvSpPr>
          <p:spPr>
            <a:xfrm>
              <a:off x="6810921" y="4622310"/>
              <a:ext cx="1647825" cy="1180465"/>
            </a:xfrm>
            <a:custGeom>
              <a:avLst/>
              <a:gdLst/>
              <a:ahLst/>
              <a:cxnLst/>
              <a:rect l="l" t="t" r="r" b="b"/>
              <a:pathLst>
                <a:path w="1647825" h="1180464">
                  <a:moveTo>
                    <a:pt x="1330947" y="0"/>
                  </a:moveTo>
                  <a:lnTo>
                    <a:pt x="316344" y="0"/>
                  </a:lnTo>
                  <a:lnTo>
                    <a:pt x="316344" y="398056"/>
                  </a:lnTo>
                  <a:lnTo>
                    <a:pt x="1330947" y="398056"/>
                  </a:lnTo>
                  <a:lnTo>
                    <a:pt x="1330947" y="0"/>
                  </a:lnTo>
                  <a:close/>
                </a:path>
                <a:path w="1647825" h="1180464">
                  <a:moveTo>
                    <a:pt x="1647304" y="398081"/>
                  </a:moveTo>
                  <a:lnTo>
                    <a:pt x="0" y="398081"/>
                  </a:lnTo>
                  <a:lnTo>
                    <a:pt x="0" y="1180109"/>
                  </a:lnTo>
                  <a:lnTo>
                    <a:pt x="1647304" y="1180109"/>
                  </a:lnTo>
                  <a:lnTo>
                    <a:pt x="1647304" y="398081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916369" y="4794624"/>
              <a:ext cx="1437005" cy="925830"/>
            </a:xfrm>
            <a:custGeom>
              <a:avLst/>
              <a:gdLst/>
              <a:ahLst/>
              <a:cxnLst/>
              <a:rect l="l" t="t" r="r" b="b"/>
              <a:pathLst>
                <a:path w="1437004" h="925829">
                  <a:moveTo>
                    <a:pt x="210908" y="714413"/>
                  </a:moveTo>
                  <a:lnTo>
                    <a:pt x="0" y="714413"/>
                  </a:lnTo>
                  <a:lnTo>
                    <a:pt x="0" y="925309"/>
                  </a:lnTo>
                  <a:lnTo>
                    <a:pt x="210908" y="925309"/>
                  </a:lnTo>
                  <a:lnTo>
                    <a:pt x="210908" y="714413"/>
                  </a:lnTo>
                  <a:close/>
                </a:path>
                <a:path w="1437004" h="925829">
                  <a:moveTo>
                    <a:pt x="210908" y="331216"/>
                  </a:moveTo>
                  <a:lnTo>
                    <a:pt x="0" y="331216"/>
                  </a:lnTo>
                  <a:lnTo>
                    <a:pt x="0" y="542124"/>
                  </a:lnTo>
                  <a:lnTo>
                    <a:pt x="210908" y="542124"/>
                  </a:lnTo>
                  <a:lnTo>
                    <a:pt x="210908" y="331216"/>
                  </a:lnTo>
                  <a:close/>
                </a:path>
                <a:path w="1437004" h="925829">
                  <a:moveTo>
                    <a:pt x="619404" y="714413"/>
                  </a:moveTo>
                  <a:lnTo>
                    <a:pt x="408495" y="714413"/>
                  </a:lnTo>
                  <a:lnTo>
                    <a:pt x="408495" y="925309"/>
                  </a:lnTo>
                  <a:lnTo>
                    <a:pt x="619404" y="925309"/>
                  </a:lnTo>
                  <a:lnTo>
                    <a:pt x="619404" y="714413"/>
                  </a:lnTo>
                  <a:close/>
                </a:path>
                <a:path w="1437004" h="925829">
                  <a:moveTo>
                    <a:pt x="619404" y="331216"/>
                  </a:moveTo>
                  <a:lnTo>
                    <a:pt x="408495" y="331216"/>
                  </a:lnTo>
                  <a:lnTo>
                    <a:pt x="408495" y="542124"/>
                  </a:lnTo>
                  <a:lnTo>
                    <a:pt x="619404" y="542124"/>
                  </a:lnTo>
                  <a:lnTo>
                    <a:pt x="619404" y="331216"/>
                  </a:lnTo>
                  <a:close/>
                </a:path>
                <a:path w="1437004" h="925829">
                  <a:moveTo>
                    <a:pt x="619404" y="0"/>
                  </a:moveTo>
                  <a:lnTo>
                    <a:pt x="408495" y="0"/>
                  </a:lnTo>
                  <a:lnTo>
                    <a:pt x="408495" y="210896"/>
                  </a:lnTo>
                  <a:lnTo>
                    <a:pt x="619404" y="210896"/>
                  </a:lnTo>
                  <a:lnTo>
                    <a:pt x="619404" y="0"/>
                  </a:lnTo>
                  <a:close/>
                </a:path>
                <a:path w="1437004" h="925829">
                  <a:moveTo>
                    <a:pt x="1027912" y="714413"/>
                  </a:moveTo>
                  <a:lnTo>
                    <a:pt x="817003" y="714413"/>
                  </a:lnTo>
                  <a:lnTo>
                    <a:pt x="817003" y="925309"/>
                  </a:lnTo>
                  <a:lnTo>
                    <a:pt x="1027912" y="925309"/>
                  </a:lnTo>
                  <a:lnTo>
                    <a:pt x="1027912" y="714413"/>
                  </a:lnTo>
                  <a:close/>
                </a:path>
                <a:path w="1437004" h="925829">
                  <a:moveTo>
                    <a:pt x="1027912" y="331216"/>
                  </a:moveTo>
                  <a:lnTo>
                    <a:pt x="817003" y="331216"/>
                  </a:lnTo>
                  <a:lnTo>
                    <a:pt x="817003" y="542124"/>
                  </a:lnTo>
                  <a:lnTo>
                    <a:pt x="1027912" y="542124"/>
                  </a:lnTo>
                  <a:lnTo>
                    <a:pt x="1027912" y="331216"/>
                  </a:lnTo>
                  <a:close/>
                </a:path>
                <a:path w="1437004" h="925829">
                  <a:moveTo>
                    <a:pt x="1027912" y="0"/>
                  </a:moveTo>
                  <a:lnTo>
                    <a:pt x="817003" y="0"/>
                  </a:lnTo>
                  <a:lnTo>
                    <a:pt x="817003" y="210896"/>
                  </a:lnTo>
                  <a:lnTo>
                    <a:pt x="1027912" y="210896"/>
                  </a:lnTo>
                  <a:lnTo>
                    <a:pt x="1027912" y="0"/>
                  </a:lnTo>
                  <a:close/>
                </a:path>
                <a:path w="1437004" h="925829">
                  <a:moveTo>
                    <a:pt x="1436408" y="714413"/>
                  </a:moveTo>
                  <a:lnTo>
                    <a:pt x="1225499" y="714413"/>
                  </a:lnTo>
                  <a:lnTo>
                    <a:pt x="1225499" y="925309"/>
                  </a:lnTo>
                  <a:lnTo>
                    <a:pt x="1436408" y="925309"/>
                  </a:lnTo>
                  <a:lnTo>
                    <a:pt x="1436408" y="714413"/>
                  </a:lnTo>
                  <a:close/>
                </a:path>
                <a:path w="1437004" h="925829">
                  <a:moveTo>
                    <a:pt x="1436408" y="331216"/>
                  </a:moveTo>
                  <a:lnTo>
                    <a:pt x="1225499" y="331216"/>
                  </a:lnTo>
                  <a:lnTo>
                    <a:pt x="1225499" y="542124"/>
                  </a:lnTo>
                  <a:lnTo>
                    <a:pt x="1436408" y="542124"/>
                  </a:lnTo>
                  <a:lnTo>
                    <a:pt x="1436408" y="331216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856733" y="4979523"/>
              <a:ext cx="1635760" cy="43180"/>
            </a:xfrm>
            <a:custGeom>
              <a:avLst/>
              <a:gdLst/>
              <a:ahLst/>
              <a:cxnLst/>
              <a:rect l="l" t="t" r="r" b="b"/>
              <a:pathLst>
                <a:path w="1635759" h="43179">
                  <a:moveTo>
                    <a:pt x="0" y="43014"/>
                  </a:moveTo>
                  <a:lnTo>
                    <a:pt x="1635510" y="43014"/>
                  </a:lnTo>
                  <a:lnTo>
                    <a:pt x="1635510" y="0"/>
                  </a:lnTo>
                  <a:lnTo>
                    <a:pt x="0" y="0"/>
                  </a:lnTo>
                  <a:lnTo>
                    <a:pt x="0" y="43014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448442" y="4482753"/>
              <a:ext cx="408305" cy="1320165"/>
            </a:xfrm>
            <a:custGeom>
              <a:avLst/>
              <a:gdLst/>
              <a:ahLst/>
              <a:cxnLst/>
              <a:rect l="l" t="t" r="r" b="b"/>
              <a:pathLst>
                <a:path w="408304" h="1320164">
                  <a:moveTo>
                    <a:pt x="0" y="1319656"/>
                  </a:moveTo>
                  <a:lnTo>
                    <a:pt x="408291" y="1319656"/>
                  </a:lnTo>
                  <a:lnTo>
                    <a:pt x="408291" y="0"/>
                  </a:lnTo>
                  <a:lnTo>
                    <a:pt x="0" y="0"/>
                  </a:lnTo>
                  <a:lnTo>
                    <a:pt x="0" y="1319656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 descr=""/>
          <p:cNvGrpSpPr/>
          <p:nvPr/>
        </p:nvGrpSpPr>
        <p:grpSpPr>
          <a:xfrm>
            <a:off x="4858082" y="3958434"/>
            <a:ext cx="2039620" cy="527050"/>
            <a:chOff x="4858082" y="3958434"/>
            <a:chExt cx="2039620" cy="527050"/>
          </a:xfrm>
        </p:grpSpPr>
        <p:sp>
          <p:nvSpPr>
            <p:cNvPr id="17" name="object 17" descr=""/>
            <p:cNvSpPr/>
            <p:nvPr/>
          </p:nvSpPr>
          <p:spPr>
            <a:xfrm>
              <a:off x="6072373" y="4009537"/>
              <a:ext cx="408305" cy="424815"/>
            </a:xfrm>
            <a:custGeom>
              <a:avLst/>
              <a:gdLst/>
              <a:ahLst/>
              <a:cxnLst/>
              <a:rect l="l" t="t" r="r" b="b"/>
              <a:pathLst>
                <a:path w="408304" h="424814">
                  <a:moveTo>
                    <a:pt x="0" y="424652"/>
                  </a:moveTo>
                  <a:lnTo>
                    <a:pt x="408291" y="424652"/>
                  </a:lnTo>
                  <a:lnTo>
                    <a:pt x="408291" y="0"/>
                  </a:lnTo>
                  <a:lnTo>
                    <a:pt x="0" y="0"/>
                  </a:lnTo>
                  <a:lnTo>
                    <a:pt x="0" y="424652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858080" y="3958443"/>
              <a:ext cx="2039620" cy="527050"/>
            </a:xfrm>
            <a:custGeom>
              <a:avLst/>
              <a:gdLst/>
              <a:ahLst/>
              <a:cxnLst/>
              <a:rect l="l" t="t" r="r" b="b"/>
              <a:pathLst>
                <a:path w="2039620" h="527050">
                  <a:moveTo>
                    <a:pt x="1673809" y="0"/>
                  </a:moveTo>
                  <a:lnTo>
                    <a:pt x="365252" y="0"/>
                  </a:lnTo>
                  <a:lnTo>
                    <a:pt x="365252" y="51130"/>
                  </a:lnTo>
                  <a:lnTo>
                    <a:pt x="1673809" y="51130"/>
                  </a:lnTo>
                  <a:lnTo>
                    <a:pt x="1673809" y="0"/>
                  </a:lnTo>
                  <a:close/>
                </a:path>
                <a:path w="2039620" h="527050">
                  <a:moveTo>
                    <a:pt x="2039073" y="475754"/>
                  </a:moveTo>
                  <a:lnTo>
                    <a:pt x="0" y="475754"/>
                  </a:lnTo>
                  <a:lnTo>
                    <a:pt x="0" y="526884"/>
                  </a:lnTo>
                  <a:lnTo>
                    <a:pt x="2039073" y="526884"/>
                  </a:lnTo>
                  <a:lnTo>
                    <a:pt x="2039073" y="475754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 descr=""/>
          <p:cNvGrpSpPr/>
          <p:nvPr/>
        </p:nvGrpSpPr>
        <p:grpSpPr>
          <a:xfrm>
            <a:off x="4449791" y="3958434"/>
            <a:ext cx="2039620" cy="4167504"/>
            <a:chOff x="4449791" y="3958434"/>
            <a:chExt cx="2039620" cy="4167504"/>
          </a:xfrm>
        </p:grpSpPr>
        <p:sp>
          <p:nvSpPr>
            <p:cNvPr id="20" name="object 20" descr=""/>
            <p:cNvSpPr/>
            <p:nvPr/>
          </p:nvSpPr>
          <p:spPr>
            <a:xfrm>
              <a:off x="4490199" y="4009548"/>
              <a:ext cx="1958339" cy="4116070"/>
            </a:xfrm>
            <a:custGeom>
              <a:avLst/>
              <a:gdLst/>
              <a:ahLst/>
              <a:cxnLst/>
              <a:rect l="l" t="t" r="r" b="b"/>
              <a:pathLst>
                <a:path w="1958339" h="4116070">
                  <a:moveTo>
                    <a:pt x="1582166" y="0"/>
                  </a:moveTo>
                  <a:lnTo>
                    <a:pt x="376059" y="0"/>
                  </a:lnTo>
                  <a:lnTo>
                    <a:pt x="376059" y="473189"/>
                  </a:lnTo>
                  <a:lnTo>
                    <a:pt x="1582166" y="473189"/>
                  </a:lnTo>
                  <a:lnTo>
                    <a:pt x="1582166" y="0"/>
                  </a:lnTo>
                  <a:close/>
                </a:path>
                <a:path w="1958339" h="4116070">
                  <a:moveTo>
                    <a:pt x="1958238" y="473214"/>
                  </a:moveTo>
                  <a:lnTo>
                    <a:pt x="0" y="473214"/>
                  </a:lnTo>
                  <a:lnTo>
                    <a:pt x="0" y="2196211"/>
                  </a:lnTo>
                  <a:lnTo>
                    <a:pt x="0" y="4115803"/>
                  </a:lnTo>
                  <a:lnTo>
                    <a:pt x="1958238" y="4115803"/>
                  </a:lnTo>
                  <a:lnTo>
                    <a:pt x="1958238" y="2196211"/>
                  </a:lnTo>
                  <a:lnTo>
                    <a:pt x="1958238" y="473214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615561" y="4214386"/>
              <a:ext cx="1707514" cy="3378200"/>
            </a:xfrm>
            <a:custGeom>
              <a:avLst/>
              <a:gdLst/>
              <a:ahLst/>
              <a:cxnLst/>
              <a:rect l="l" t="t" r="r" b="b"/>
              <a:pathLst>
                <a:path w="1707514" h="3378200">
                  <a:moveTo>
                    <a:pt x="250698" y="3126879"/>
                  </a:moveTo>
                  <a:lnTo>
                    <a:pt x="0" y="3126879"/>
                  </a:lnTo>
                  <a:lnTo>
                    <a:pt x="0" y="3377590"/>
                  </a:lnTo>
                  <a:lnTo>
                    <a:pt x="250698" y="3377590"/>
                  </a:lnTo>
                  <a:lnTo>
                    <a:pt x="250698" y="3126879"/>
                  </a:lnTo>
                  <a:close/>
                </a:path>
                <a:path w="1707514" h="3378200">
                  <a:moveTo>
                    <a:pt x="250698" y="2671356"/>
                  </a:moveTo>
                  <a:lnTo>
                    <a:pt x="0" y="2671356"/>
                  </a:lnTo>
                  <a:lnTo>
                    <a:pt x="0" y="2922066"/>
                  </a:lnTo>
                  <a:lnTo>
                    <a:pt x="250698" y="2922066"/>
                  </a:lnTo>
                  <a:lnTo>
                    <a:pt x="250698" y="2671356"/>
                  </a:lnTo>
                  <a:close/>
                </a:path>
                <a:path w="1707514" h="3378200">
                  <a:moveTo>
                    <a:pt x="250698" y="2215832"/>
                  </a:moveTo>
                  <a:lnTo>
                    <a:pt x="0" y="2215832"/>
                  </a:lnTo>
                  <a:lnTo>
                    <a:pt x="0" y="2466530"/>
                  </a:lnTo>
                  <a:lnTo>
                    <a:pt x="250698" y="2466530"/>
                  </a:lnTo>
                  <a:lnTo>
                    <a:pt x="250698" y="2215832"/>
                  </a:lnTo>
                  <a:close/>
                </a:path>
                <a:path w="1707514" h="3378200">
                  <a:moveTo>
                    <a:pt x="250698" y="1760308"/>
                  </a:moveTo>
                  <a:lnTo>
                    <a:pt x="0" y="1760308"/>
                  </a:lnTo>
                  <a:lnTo>
                    <a:pt x="0" y="2011006"/>
                  </a:lnTo>
                  <a:lnTo>
                    <a:pt x="250698" y="2011006"/>
                  </a:lnTo>
                  <a:lnTo>
                    <a:pt x="250698" y="1760308"/>
                  </a:lnTo>
                  <a:close/>
                </a:path>
                <a:path w="1707514" h="3378200">
                  <a:moveTo>
                    <a:pt x="250698" y="1304785"/>
                  </a:moveTo>
                  <a:lnTo>
                    <a:pt x="0" y="1304785"/>
                  </a:lnTo>
                  <a:lnTo>
                    <a:pt x="0" y="1555483"/>
                  </a:lnTo>
                  <a:lnTo>
                    <a:pt x="250698" y="1555483"/>
                  </a:lnTo>
                  <a:lnTo>
                    <a:pt x="250698" y="1304785"/>
                  </a:lnTo>
                  <a:close/>
                </a:path>
                <a:path w="1707514" h="3378200">
                  <a:moveTo>
                    <a:pt x="250698" y="849249"/>
                  </a:moveTo>
                  <a:lnTo>
                    <a:pt x="0" y="849249"/>
                  </a:lnTo>
                  <a:lnTo>
                    <a:pt x="0" y="1099959"/>
                  </a:lnTo>
                  <a:lnTo>
                    <a:pt x="250698" y="1099959"/>
                  </a:lnTo>
                  <a:lnTo>
                    <a:pt x="250698" y="849249"/>
                  </a:lnTo>
                  <a:close/>
                </a:path>
                <a:path w="1707514" h="3378200">
                  <a:moveTo>
                    <a:pt x="250698" y="393725"/>
                  </a:moveTo>
                  <a:lnTo>
                    <a:pt x="0" y="393725"/>
                  </a:lnTo>
                  <a:lnTo>
                    <a:pt x="0" y="644436"/>
                  </a:lnTo>
                  <a:lnTo>
                    <a:pt x="250698" y="644436"/>
                  </a:lnTo>
                  <a:lnTo>
                    <a:pt x="250698" y="393725"/>
                  </a:lnTo>
                  <a:close/>
                </a:path>
                <a:path w="1707514" h="3378200">
                  <a:moveTo>
                    <a:pt x="673735" y="3126879"/>
                  </a:moveTo>
                  <a:lnTo>
                    <a:pt x="485609" y="3126879"/>
                  </a:lnTo>
                  <a:lnTo>
                    <a:pt x="485609" y="3377590"/>
                  </a:lnTo>
                  <a:lnTo>
                    <a:pt x="673735" y="3377590"/>
                  </a:lnTo>
                  <a:lnTo>
                    <a:pt x="673735" y="3126879"/>
                  </a:lnTo>
                  <a:close/>
                </a:path>
                <a:path w="1707514" h="3378200">
                  <a:moveTo>
                    <a:pt x="673735" y="2671356"/>
                  </a:moveTo>
                  <a:lnTo>
                    <a:pt x="485609" y="2671356"/>
                  </a:lnTo>
                  <a:lnTo>
                    <a:pt x="485609" y="2922066"/>
                  </a:lnTo>
                  <a:lnTo>
                    <a:pt x="673735" y="2922066"/>
                  </a:lnTo>
                  <a:lnTo>
                    <a:pt x="673735" y="2671356"/>
                  </a:lnTo>
                  <a:close/>
                </a:path>
                <a:path w="1707514" h="3378200">
                  <a:moveTo>
                    <a:pt x="673735" y="2215832"/>
                  </a:moveTo>
                  <a:lnTo>
                    <a:pt x="485609" y="2215832"/>
                  </a:lnTo>
                  <a:lnTo>
                    <a:pt x="485609" y="2466530"/>
                  </a:lnTo>
                  <a:lnTo>
                    <a:pt x="673735" y="2466530"/>
                  </a:lnTo>
                  <a:lnTo>
                    <a:pt x="673735" y="2215832"/>
                  </a:lnTo>
                  <a:close/>
                </a:path>
                <a:path w="1707514" h="3378200">
                  <a:moveTo>
                    <a:pt x="736307" y="1760308"/>
                  </a:moveTo>
                  <a:lnTo>
                    <a:pt x="485609" y="1760308"/>
                  </a:lnTo>
                  <a:lnTo>
                    <a:pt x="485609" y="2011006"/>
                  </a:lnTo>
                  <a:lnTo>
                    <a:pt x="736307" y="2011006"/>
                  </a:lnTo>
                  <a:lnTo>
                    <a:pt x="736307" y="1760308"/>
                  </a:lnTo>
                  <a:close/>
                </a:path>
                <a:path w="1707514" h="3378200">
                  <a:moveTo>
                    <a:pt x="736307" y="1304785"/>
                  </a:moveTo>
                  <a:lnTo>
                    <a:pt x="485609" y="1304785"/>
                  </a:lnTo>
                  <a:lnTo>
                    <a:pt x="485609" y="1555483"/>
                  </a:lnTo>
                  <a:lnTo>
                    <a:pt x="736307" y="1555483"/>
                  </a:lnTo>
                  <a:lnTo>
                    <a:pt x="736307" y="1304785"/>
                  </a:lnTo>
                  <a:close/>
                </a:path>
                <a:path w="1707514" h="3378200">
                  <a:moveTo>
                    <a:pt x="736307" y="849249"/>
                  </a:moveTo>
                  <a:lnTo>
                    <a:pt x="485609" y="849249"/>
                  </a:lnTo>
                  <a:lnTo>
                    <a:pt x="485609" y="1099959"/>
                  </a:lnTo>
                  <a:lnTo>
                    <a:pt x="736307" y="1099959"/>
                  </a:lnTo>
                  <a:lnTo>
                    <a:pt x="736307" y="849249"/>
                  </a:lnTo>
                  <a:close/>
                </a:path>
                <a:path w="1707514" h="3378200">
                  <a:moveTo>
                    <a:pt x="736307" y="393725"/>
                  </a:moveTo>
                  <a:lnTo>
                    <a:pt x="485609" y="393725"/>
                  </a:lnTo>
                  <a:lnTo>
                    <a:pt x="485609" y="644436"/>
                  </a:lnTo>
                  <a:lnTo>
                    <a:pt x="736307" y="644436"/>
                  </a:lnTo>
                  <a:lnTo>
                    <a:pt x="736307" y="393725"/>
                  </a:lnTo>
                  <a:close/>
                </a:path>
                <a:path w="1707514" h="3378200">
                  <a:moveTo>
                    <a:pt x="736307" y="0"/>
                  </a:moveTo>
                  <a:lnTo>
                    <a:pt x="485609" y="0"/>
                  </a:lnTo>
                  <a:lnTo>
                    <a:pt x="485609" y="219811"/>
                  </a:lnTo>
                  <a:lnTo>
                    <a:pt x="736307" y="219811"/>
                  </a:lnTo>
                  <a:lnTo>
                    <a:pt x="736307" y="0"/>
                  </a:lnTo>
                  <a:close/>
                </a:path>
                <a:path w="1707514" h="3378200">
                  <a:moveTo>
                    <a:pt x="1221905" y="1991385"/>
                  </a:moveTo>
                  <a:lnTo>
                    <a:pt x="971207" y="1991385"/>
                  </a:lnTo>
                  <a:lnTo>
                    <a:pt x="971207" y="2011006"/>
                  </a:lnTo>
                  <a:lnTo>
                    <a:pt x="1221905" y="2011006"/>
                  </a:lnTo>
                  <a:lnTo>
                    <a:pt x="1221905" y="1991385"/>
                  </a:lnTo>
                  <a:close/>
                </a:path>
                <a:path w="1707514" h="3378200">
                  <a:moveTo>
                    <a:pt x="1221905" y="1760308"/>
                  </a:moveTo>
                  <a:lnTo>
                    <a:pt x="971207" y="1760308"/>
                  </a:lnTo>
                  <a:lnTo>
                    <a:pt x="971207" y="1893798"/>
                  </a:lnTo>
                  <a:lnTo>
                    <a:pt x="1221905" y="1893798"/>
                  </a:lnTo>
                  <a:lnTo>
                    <a:pt x="1221905" y="1760308"/>
                  </a:lnTo>
                  <a:close/>
                </a:path>
                <a:path w="1707514" h="3378200">
                  <a:moveTo>
                    <a:pt x="1221905" y="1304785"/>
                  </a:moveTo>
                  <a:lnTo>
                    <a:pt x="971207" y="1304785"/>
                  </a:lnTo>
                  <a:lnTo>
                    <a:pt x="971207" y="1555483"/>
                  </a:lnTo>
                  <a:lnTo>
                    <a:pt x="1221905" y="1555483"/>
                  </a:lnTo>
                  <a:lnTo>
                    <a:pt x="1221905" y="1304785"/>
                  </a:lnTo>
                  <a:close/>
                </a:path>
                <a:path w="1707514" h="3378200">
                  <a:moveTo>
                    <a:pt x="1221905" y="849249"/>
                  </a:moveTo>
                  <a:lnTo>
                    <a:pt x="971207" y="849249"/>
                  </a:lnTo>
                  <a:lnTo>
                    <a:pt x="971207" y="1099959"/>
                  </a:lnTo>
                  <a:lnTo>
                    <a:pt x="1221905" y="1099959"/>
                  </a:lnTo>
                  <a:lnTo>
                    <a:pt x="1221905" y="849249"/>
                  </a:lnTo>
                  <a:close/>
                </a:path>
                <a:path w="1707514" h="3378200">
                  <a:moveTo>
                    <a:pt x="1221905" y="393725"/>
                  </a:moveTo>
                  <a:lnTo>
                    <a:pt x="971207" y="393725"/>
                  </a:lnTo>
                  <a:lnTo>
                    <a:pt x="971207" y="644436"/>
                  </a:lnTo>
                  <a:lnTo>
                    <a:pt x="1221905" y="644436"/>
                  </a:lnTo>
                  <a:lnTo>
                    <a:pt x="1221905" y="393725"/>
                  </a:lnTo>
                  <a:close/>
                </a:path>
                <a:path w="1707514" h="3378200">
                  <a:moveTo>
                    <a:pt x="1221905" y="0"/>
                  </a:moveTo>
                  <a:lnTo>
                    <a:pt x="971207" y="0"/>
                  </a:lnTo>
                  <a:lnTo>
                    <a:pt x="971207" y="219811"/>
                  </a:lnTo>
                  <a:lnTo>
                    <a:pt x="1221905" y="219811"/>
                  </a:lnTo>
                  <a:lnTo>
                    <a:pt x="1221905" y="0"/>
                  </a:lnTo>
                  <a:close/>
                </a:path>
                <a:path w="1707514" h="3378200">
                  <a:moveTo>
                    <a:pt x="1707515" y="1991385"/>
                  </a:moveTo>
                  <a:lnTo>
                    <a:pt x="1456817" y="1991385"/>
                  </a:lnTo>
                  <a:lnTo>
                    <a:pt x="1456817" y="2011006"/>
                  </a:lnTo>
                  <a:lnTo>
                    <a:pt x="1707515" y="2011006"/>
                  </a:lnTo>
                  <a:lnTo>
                    <a:pt x="1707515" y="1991385"/>
                  </a:lnTo>
                  <a:close/>
                </a:path>
                <a:path w="1707514" h="3378200">
                  <a:moveTo>
                    <a:pt x="1707515" y="1760308"/>
                  </a:moveTo>
                  <a:lnTo>
                    <a:pt x="1456817" y="1760308"/>
                  </a:lnTo>
                  <a:lnTo>
                    <a:pt x="1456817" y="1893798"/>
                  </a:lnTo>
                  <a:lnTo>
                    <a:pt x="1707515" y="1893798"/>
                  </a:lnTo>
                  <a:lnTo>
                    <a:pt x="1707515" y="1760308"/>
                  </a:lnTo>
                  <a:close/>
                </a:path>
                <a:path w="1707514" h="3378200">
                  <a:moveTo>
                    <a:pt x="1707515" y="1304785"/>
                  </a:moveTo>
                  <a:lnTo>
                    <a:pt x="1456817" y="1304785"/>
                  </a:lnTo>
                  <a:lnTo>
                    <a:pt x="1456817" y="1555483"/>
                  </a:lnTo>
                  <a:lnTo>
                    <a:pt x="1707515" y="1555483"/>
                  </a:lnTo>
                  <a:lnTo>
                    <a:pt x="1707515" y="1304785"/>
                  </a:lnTo>
                  <a:close/>
                </a:path>
                <a:path w="1707514" h="3378200">
                  <a:moveTo>
                    <a:pt x="1707515" y="849249"/>
                  </a:moveTo>
                  <a:lnTo>
                    <a:pt x="1456817" y="849249"/>
                  </a:lnTo>
                  <a:lnTo>
                    <a:pt x="1456817" y="1099959"/>
                  </a:lnTo>
                  <a:lnTo>
                    <a:pt x="1707515" y="1099959"/>
                  </a:lnTo>
                  <a:lnTo>
                    <a:pt x="1707515" y="849249"/>
                  </a:lnTo>
                  <a:close/>
                </a:path>
                <a:path w="1707514" h="3378200">
                  <a:moveTo>
                    <a:pt x="1707515" y="393725"/>
                  </a:moveTo>
                  <a:lnTo>
                    <a:pt x="1456817" y="393725"/>
                  </a:lnTo>
                  <a:lnTo>
                    <a:pt x="1456817" y="644436"/>
                  </a:lnTo>
                  <a:lnTo>
                    <a:pt x="1707515" y="644436"/>
                  </a:lnTo>
                  <a:lnTo>
                    <a:pt x="1707515" y="3937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449788" y="3958443"/>
              <a:ext cx="2039620" cy="527050"/>
            </a:xfrm>
            <a:custGeom>
              <a:avLst/>
              <a:gdLst/>
              <a:ahLst/>
              <a:cxnLst/>
              <a:rect l="l" t="t" r="r" b="b"/>
              <a:pathLst>
                <a:path w="2039620" h="527050">
                  <a:moveTo>
                    <a:pt x="1673809" y="0"/>
                  </a:moveTo>
                  <a:lnTo>
                    <a:pt x="365252" y="0"/>
                  </a:lnTo>
                  <a:lnTo>
                    <a:pt x="365252" y="51130"/>
                  </a:lnTo>
                  <a:lnTo>
                    <a:pt x="1673809" y="51130"/>
                  </a:lnTo>
                  <a:lnTo>
                    <a:pt x="1673809" y="0"/>
                  </a:lnTo>
                  <a:close/>
                </a:path>
                <a:path w="2039620" h="527050">
                  <a:moveTo>
                    <a:pt x="2039073" y="475754"/>
                  </a:moveTo>
                  <a:lnTo>
                    <a:pt x="0" y="475754"/>
                  </a:lnTo>
                  <a:lnTo>
                    <a:pt x="0" y="526884"/>
                  </a:lnTo>
                  <a:lnTo>
                    <a:pt x="2039073" y="526884"/>
                  </a:lnTo>
                  <a:lnTo>
                    <a:pt x="2039073" y="475754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 descr=""/>
          <p:cNvGrpSpPr/>
          <p:nvPr/>
        </p:nvGrpSpPr>
        <p:grpSpPr>
          <a:xfrm>
            <a:off x="2408504" y="5369186"/>
            <a:ext cx="2076450" cy="2741930"/>
            <a:chOff x="2408504" y="5369186"/>
            <a:chExt cx="2076450" cy="2741930"/>
          </a:xfrm>
        </p:grpSpPr>
        <p:sp>
          <p:nvSpPr>
            <p:cNvPr id="24" name="object 24" descr=""/>
            <p:cNvSpPr/>
            <p:nvPr/>
          </p:nvSpPr>
          <p:spPr>
            <a:xfrm>
              <a:off x="2408504" y="5369186"/>
              <a:ext cx="1749425" cy="2741930"/>
            </a:xfrm>
            <a:custGeom>
              <a:avLst/>
              <a:gdLst/>
              <a:ahLst/>
              <a:cxnLst/>
              <a:rect l="l" t="t" r="r" b="b"/>
              <a:pathLst>
                <a:path w="1749425" h="2741929">
                  <a:moveTo>
                    <a:pt x="1749349" y="0"/>
                  </a:moveTo>
                  <a:lnTo>
                    <a:pt x="1096176" y="763442"/>
                  </a:lnTo>
                  <a:lnTo>
                    <a:pt x="0" y="763442"/>
                  </a:lnTo>
                  <a:lnTo>
                    <a:pt x="0" y="2741623"/>
                  </a:lnTo>
                  <a:lnTo>
                    <a:pt x="1749349" y="2741623"/>
                  </a:lnTo>
                  <a:lnTo>
                    <a:pt x="1749349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157862" y="5369187"/>
              <a:ext cx="327025" cy="2741930"/>
            </a:xfrm>
            <a:custGeom>
              <a:avLst/>
              <a:gdLst/>
              <a:ahLst/>
              <a:cxnLst/>
              <a:rect l="l" t="t" r="r" b="b"/>
              <a:pathLst>
                <a:path w="327025" h="2741929">
                  <a:moveTo>
                    <a:pt x="326471" y="0"/>
                  </a:moveTo>
                  <a:lnTo>
                    <a:pt x="0" y="0"/>
                  </a:lnTo>
                  <a:lnTo>
                    <a:pt x="0" y="2741623"/>
                  </a:lnTo>
                  <a:lnTo>
                    <a:pt x="326471" y="2741623"/>
                  </a:lnTo>
                  <a:lnTo>
                    <a:pt x="326471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2490112" y="6481614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4">
                  <a:moveTo>
                    <a:pt x="260358" y="0"/>
                  </a:moveTo>
                  <a:lnTo>
                    <a:pt x="0" y="0"/>
                  </a:lnTo>
                  <a:lnTo>
                    <a:pt x="0" y="260358"/>
                  </a:lnTo>
                  <a:lnTo>
                    <a:pt x="260358" y="260358"/>
                  </a:lnTo>
                  <a:lnTo>
                    <a:pt x="260358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2519096" y="6481614"/>
              <a:ext cx="231775" cy="260985"/>
            </a:xfrm>
            <a:custGeom>
              <a:avLst/>
              <a:gdLst/>
              <a:ahLst/>
              <a:cxnLst/>
              <a:rect l="l" t="t" r="r" b="b"/>
              <a:pathLst>
                <a:path w="231775" h="260984">
                  <a:moveTo>
                    <a:pt x="231375" y="0"/>
                  </a:moveTo>
                  <a:lnTo>
                    <a:pt x="0" y="0"/>
                  </a:lnTo>
                  <a:lnTo>
                    <a:pt x="0" y="260358"/>
                  </a:lnTo>
                  <a:lnTo>
                    <a:pt x="231375" y="260358"/>
                  </a:lnTo>
                  <a:lnTo>
                    <a:pt x="231375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2490112" y="6919621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4">
                  <a:moveTo>
                    <a:pt x="260358" y="0"/>
                  </a:moveTo>
                  <a:lnTo>
                    <a:pt x="0" y="0"/>
                  </a:lnTo>
                  <a:lnTo>
                    <a:pt x="0" y="260358"/>
                  </a:lnTo>
                  <a:lnTo>
                    <a:pt x="260358" y="260358"/>
                  </a:lnTo>
                  <a:lnTo>
                    <a:pt x="260358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2519096" y="6919621"/>
              <a:ext cx="231775" cy="260985"/>
            </a:xfrm>
            <a:custGeom>
              <a:avLst/>
              <a:gdLst/>
              <a:ahLst/>
              <a:cxnLst/>
              <a:rect l="l" t="t" r="r" b="b"/>
              <a:pathLst>
                <a:path w="231775" h="260984">
                  <a:moveTo>
                    <a:pt x="231375" y="0"/>
                  </a:moveTo>
                  <a:lnTo>
                    <a:pt x="0" y="0"/>
                  </a:lnTo>
                  <a:lnTo>
                    <a:pt x="0" y="260358"/>
                  </a:lnTo>
                  <a:lnTo>
                    <a:pt x="231375" y="260358"/>
                  </a:lnTo>
                  <a:lnTo>
                    <a:pt x="231375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2490112" y="7357639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4">
                  <a:moveTo>
                    <a:pt x="260358" y="0"/>
                  </a:moveTo>
                  <a:lnTo>
                    <a:pt x="0" y="0"/>
                  </a:lnTo>
                  <a:lnTo>
                    <a:pt x="0" y="260358"/>
                  </a:lnTo>
                  <a:lnTo>
                    <a:pt x="260358" y="260358"/>
                  </a:lnTo>
                  <a:lnTo>
                    <a:pt x="260358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2519096" y="7357639"/>
              <a:ext cx="231775" cy="260985"/>
            </a:xfrm>
            <a:custGeom>
              <a:avLst/>
              <a:gdLst/>
              <a:ahLst/>
              <a:cxnLst/>
              <a:rect l="l" t="t" r="r" b="b"/>
              <a:pathLst>
                <a:path w="231775" h="260984">
                  <a:moveTo>
                    <a:pt x="231375" y="0"/>
                  </a:moveTo>
                  <a:lnTo>
                    <a:pt x="0" y="0"/>
                  </a:lnTo>
                  <a:lnTo>
                    <a:pt x="0" y="260358"/>
                  </a:lnTo>
                  <a:lnTo>
                    <a:pt x="231375" y="260358"/>
                  </a:lnTo>
                  <a:lnTo>
                    <a:pt x="231375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2519106" y="7357608"/>
              <a:ext cx="260350" cy="260350"/>
            </a:xfrm>
            <a:custGeom>
              <a:avLst/>
              <a:gdLst/>
              <a:ahLst/>
              <a:cxnLst/>
              <a:rect l="l" t="t" r="r" b="b"/>
              <a:pathLst>
                <a:path w="260350" h="260350">
                  <a:moveTo>
                    <a:pt x="260264" y="0"/>
                  </a:moveTo>
                  <a:lnTo>
                    <a:pt x="0" y="0"/>
                  </a:lnTo>
                  <a:lnTo>
                    <a:pt x="0" y="260264"/>
                  </a:lnTo>
                  <a:lnTo>
                    <a:pt x="260264" y="260264"/>
                  </a:lnTo>
                  <a:lnTo>
                    <a:pt x="260264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2928978" y="6481614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4">
                  <a:moveTo>
                    <a:pt x="260358" y="0"/>
                  </a:moveTo>
                  <a:lnTo>
                    <a:pt x="0" y="0"/>
                  </a:lnTo>
                  <a:lnTo>
                    <a:pt x="0" y="260358"/>
                  </a:lnTo>
                  <a:lnTo>
                    <a:pt x="260358" y="260358"/>
                  </a:lnTo>
                  <a:lnTo>
                    <a:pt x="260358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2957962" y="6481614"/>
              <a:ext cx="231775" cy="260985"/>
            </a:xfrm>
            <a:custGeom>
              <a:avLst/>
              <a:gdLst/>
              <a:ahLst/>
              <a:cxnLst/>
              <a:rect l="l" t="t" r="r" b="b"/>
              <a:pathLst>
                <a:path w="231775" h="260984">
                  <a:moveTo>
                    <a:pt x="231375" y="0"/>
                  </a:moveTo>
                  <a:lnTo>
                    <a:pt x="0" y="0"/>
                  </a:lnTo>
                  <a:lnTo>
                    <a:pt x="0" y="260358"/>
                  </a:lnTo>
                  <a:lnTo>
                    <a:pt x="231375" y="260358"/>
                  </a:lnTo>
                  <a:lnTo>
                    <a:pt x="231375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2928978" y="6919621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4">
                  <a:moveTo>
                    <a:pt x="260358" y="0"/>
                  </a:moveTo>
                  <a:lnTo>
                    <a:pt x="0" y="0"/>
                  </a:lnTo>
                  <a:lnTo>
                    <a:pt x="0" y="260358"/>
                  </a:lnTo>
                  <a:lnTo>
                    <a:pt x="260358" y="260358"/>
                  </a:lnTo>
                  <a:lnTo>
                    <a:pt x="260358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2957962" y="6919621"/>
              <a:ext cx="231775" cy="260985"/>
            </a:xfrm>
            <a:custGeom>
              <a:avLst/>
              <a:gdLst/>
              <a:ahLst/>
              <a:cxnLst/>
              <a:rect l="l" t="t" r="r" b="b"/>
              <a:pathLst>
                <a:path w="231775" h="260984">
                  <a:moveTo>
                    <a:pt x="231375" y="0"/>
                  </a:moveTo>
                  <a:lnTo>
                    <a:pt x="0" y="0"/>
                  </a:lnTo>
                  <a:lnTo>
                    <a:pt x="0" y="260358"/>
                  </a:lnTo>
                  <a:lnTo>
                    <a:pt x="231375" y="260358"/>
                  </a:lnTo>
                  <a:lnTo>
                    <a:pt x="231375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2928978" y="7357639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4">
                  <a:moveTo>
                    <a:pt x="260358" y="0"/>
                  </a:moveTo>
                  <a:lnTo>
                    <a:pt x="0" y="0"/>
                  </a:lnTo>
                  <a:lnTo>
                    <a:pt x="0" y="260358"/>
                  </a:lnTo>
                  <a:lnTo>
                    <a:pt x="260358" y="260358"/>
                  </a:lnTo>
                  <a:lnTo>
                    <a:pt x="260358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2957962" y="7357639"/>
              <a:ext cx="231775" cy="260985"/>
            </a:xfrm>
            <a:custGeom>
              <a:avLst/>
              <a:gdLst/>
              <a:ahLst/>
              <a:cxnLst/>
              <a:rect l="l" t="t" r="r" b="b"/>
              <a:pathLst>
                <a:path w="231775" h="260984">
                  <a:moveTo>
                    <a:pt x="231375" y="0"/>
                  </a:moveTo>
                  <a:lnTo>
                    <a:pt x="0" y="0"/>
                  </a:lnTo>
                  <a:lnTo>
                    <a:pt x="0" y="260358"/>
                  </a:lnTo>
                  <a:lnTo>
                    <a:pt x="231375" y="260358"/>
                  </a:lnTo>
                  <a:lnTo>
                    <a:pt x="231375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2957972" y="7357608"/>
              <a:ext cx="260350" cy="260350"/>
            </a:xfrm>
            <a:custGeom>
              <a:avLst/>
              <a:gdLst/>
              <a:ahLst/>
              <a:cxnLst/>
              <a:rect l="l" t="t" r="r" b="b"/>
              <a:pathLst>
                <a:path w="260350" h="260350">
                  <a:moveTo>
                    <a:pt x="260264" y="0"/>
                  </a:moveTo>
                  <a:lnTo>
                    <a:pt x="0" y="0"/>
                  </a:lnTo>
                  <a:lnTo>
                    <a:pt x="0" y="260264"/>
                  </a:lnTo>
                  <a:lnTo>
                    <a:pt x="260264" y="260264"/>
                  </a:lnTo>
                  <a:lnTo>
                    <a:pt x="260264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3367845" y="6481614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4">
                  <a:moveTo>
                    <a:pt x="260358" y="0"/>
                  </a:moveTo>
                  <a:lnTo>
                    <a:pt x="0" y="0"/>
                  </a:lnTo>
                  <a:lnTo>
                    <a:pt x="0" y="260358"/>
                  </a:lnTo>
                  <a:lnTo>
                    <a:pt x="260358" y="260358"/>
                  </a:lnTo>
                  <a:lnTo>
                    <a:pt x="260358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3396828" y="6481614"/>
              <a:ext cx="231775" cy="260985"/>
            </a:xfrm>
            <a:custGeom>
              <a:avLst/>
              <a:gdLst/>
              <a:ahLst/>
              <a:cxnLst/>
              <a:rect l="l" t="t" r="r" b="b"/>
              <a:pathLst>
                <a:path w="231775" h="260984">
                  <a:moveTo>
                    <a:pt x="231375" y="0"/>
                  </a:moveTo>
                  <a:lnTo>
                    <a:pt x="0" y="0"/>
                  </a:lnTo>
                  <a:lnTo>
                    <a:pt x="0" y="260358"/>
                  </a:lnTo>
                  <a:lnTo>
                    <a:pt x="231375" y="260358"/>
                  </a:lnTo>
                  <a:lnTo>
                    <a:pt x="231375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3367845" y="6919621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4">
                  <a:moveTo>
                    <a:pt x="260358" y="0"/>
                  </a:moveTo>
                  <a:lnTo>
                    <a:pt x="0" y="0"/>
                  </a:lnTo>
                  <a:lnTo>
                    <a:pt x="0" y="260358"/>
                  </a:lnTo>
                  <a:lnTo>
                    <a:pt x="260358" y="260358"/>
                  </a:lnTo>
                  <a:lnTo>
                    <a:pt x="260358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3396828" y="6919621"/>
              <a:ext cx="231775" cy="260985"/>
            </a:xfrm>
            <a:custGeom>
              <a:avLst/>
              <a:gdLst/>
              <a:ahLst/>
              <a:cxnLst/>
              <a:rect l="l" t="t" r="r" b="b"/>
              <a:pathLst>
                <a:path w="231775" h="260984">
                  <a:moveTo>
                    <a:pt x="231375" y="0"/>
                  </a:moveTo>
                  <a:lnTo>
                    <a:pt x="0" y="0"/>
                  </a:lnTo>
                  <a:lnTo>
                    <a:pt x="0" y="260358"/>
                  </a:lnTo>
                  <a:lnTo>
                    <a:pt x="231375" y="260358"/>
                  </a:lnTo>
                  <a:lnTo>
                    <a:pt x="231375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3367845" y="7357639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4">
                  <a:moveTo>
                    <a:pt x="260358" y="0"/>
                  </a:moveTo>
                  <a:lnTo>
                    <a:pt x="0" y="0"/>
                  </a:lnTo>
                  <a:lnTo>
                    <a:pt x="0" y="260358"/>
                  </a:lnTo>
                  <a:lnTo>
                    <a:pt x="260358" y="260358"/>
                  </a:lnTo>
                  <a:lnTo>
                    <a:pt x="260358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3396828" y="7357639"/>
              <a:ext cx="231775" cy="260985"/>
            </a:xfrm>
            <a:custGeom>
              <a:avLst/>
              <a:gdLst/>
              <a:ahLst/>
              <a:cxnLst/>
              <a:rect l="l" t="t" r="r" b="b"/>
              <a:pathLst>
                <a:path w="231775" h="260984">
                  <a:moveTo>
                    <a:pt x="231375" y="0"/>
                  </a:moveTo>
                  <a:lnTo>
                    <a:pt x="0" y="0"/>
                  </a:lnTo>
                  <a:lnTo>
                    <a:pt x="0" y="260358"/>
                  </a:lnTo>
                  <a:lnTo>
                    <a:pt x="231375" y="260358"/>
                  </a:lnTo>
                  <a:lnTo>
                    <a:pt x="231375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3396838" y="7357608"/>
              <a:ext cx="260350" cy="260350"/>
            </a:xfrm>
            <a:custGeom>
              <a:avLst/>
              <a:gdLst/>
              <a:ahLst/>
              <a:cxnLst/>
              <a:rect l="l" t="t" r="r" b="b"/>
              <a:pathLst>
                <a:path w="260350" h="260350">
                  <a:moveTo>
                    <a:pt x="260264" y="0"/>
                  </a:moveTo>
                  <a:lnTo>
                    <a:pt x="0" y="0"/>
                  </a:lnTo>
                  <a:lnTo>
                    <a:pt x="0" y="260264"/>
                  </a:lnTo>
                  <a:lnTo>
                    <a:pt x="260264" y="260264"/>
                  </a:lnTo>
                  <a:lnTo>
                    <a:pt x="260264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3806711" y="6481614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4">
                  <a:moveTo>
                    <a:pt x="260358" y="0"/>
                  </a:moveTo>
                  <a:lnTo>
                    <a:pt x="0" y="0"/>
                  </a:lnTo>
                  <a:lnTo>
                    <a:pt x="0" y="260358"/>
                  </a:lnTo>
                  <a:lnTo>
                    <a:pt x="260358" y="260358"/>
                  </a:lnTo>
                  <a:lnTo>
                    <a:pt x="260358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3835694" y="6481614"/>
              <a:ext cx="231775" cy="260985"/>
            </a:xfrm>
            <a:custGeom>
              <a:avLst/>
              <a:gdLst/>
              <a:ahLst/>
              <a:cxnLst/>
              <a:rect l="l" t="t" r="r" b="b"/>
              <a:pathLst>
                <a:path w="231775" h="260984">
                  <a:moveTo>
                    <a:pt x="231375" y="0"/>
                  </a:moveTo>
                  <a:lnTo>
                    <a:pt x="0" y="0"/>
                  </a:lnTo>
                  <a:lnTo>
                    <a:pt x="0" y="260358"/>
                  </a:lnTo>
                  <a:lnTo>
                    <a:pt x="231375" y="260358"/>
                  </a:lnTo>
                  <a:lnTo>
                    <a:pt x="231375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3806711" y="6919621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4">
                  <a:moveTo>
                    <a:pt x="260358" y="0"/>
                  </a:moveTo>
                  <a:lnTo>
                    <a:pt x="0" y="0"/>
                  </a:lnTo>
                  <a:lnTo>
                    <a:pt x="0" y="260358"/>
                  </a:lnTo>
                  <a:lnTo>
                    <a:pt x="260358" y="260358"/>
                  </a:lnTo>
                  <a:lnTo>
                    <a:pt x="260358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3835694" y="6919621"/>
              <a:ext cx="231775" cy="260985"/>
            </a:xfrm>
            <a:custGeom>
              <a:avLst/>
              <a:gdLst/>
              <a:ahLst/>
              <a:cxnLst/>
              <a:rect l="l" t="t" r="r" b="b"/>
              <a:pathLst>
                <a:path w="231775" h="260984">
                  <a:moveTo>
                    <a:pt x="231375" y="0"/>
                  </a:moveTo>
                  <a:lnTo>
                    <a:pt x="0" y="0"/>
                  </a:lnTo>
                  <a:lnTo>
                    <a:pt x="0" y="260358"/>
                  </a:lnTo>
                  <a:lnTo>
                    <a:pt x="231375" y="260358"/>
                  </a:lnTo>
                  <a:lnTo>
                    <a:pt x="231375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3806711" y="7357639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4">
                  <a:moveTo>
                    <a:pt x="260358" y="0"/>
                  </a:moveTo>
                  <a:lnTo>
                    <a:pt x="0" y="0"/>
                  </a:lnTo>
                  <a:lnTo>
                    <a:pt x="0" y="260358"/>
                  </a:lnTo>
                  <a:lnTo>
                    <a:pt x="260358" y="260358"/>
                  </a:lnTo>
                  <a:lnTo>
                    <a:pt x="260358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3835694" y="7357639"/>
              <a:ext cx="231775" cy="260985"/>
            </a:xfrm>
            <a:custGeom>
              <a:avLst/>
              <a:gdLst/>
              <a:ahLst/>
              <a:cxnLst/>
              <a:rect l="l" t="t" r="r" b="b"/>
              <a:pathLst>
                <a:path w="231775" h="260984">
                  <a:moveTo>
                    <a:pt x="231375" y="0"/>
                  </a:moveTo>
                  <a:lnTo>
                    <a:pt x="0" y="0"/>
                  </a:lnTo>
                  <a:lnTo>
                    <a:pt x="0" y="260358"/>
                  </a:lnTo>
                  <a:lnTo>
                    <a:pt x="231375" y="260358"/>
                  </a:lnTo>
                  <a:lnTo>
                    <a:pt x="231375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3835705" y="7357608"/>
              <a:ext cx="260350" cy="260350"/>
            </a:xfrm>
            <a:custGeom>
              <a:avLst/>
              <a:gdLst/>
              <a:ahLst/>
              <a:cxnLst/>
              <a:rect l="l" t="t" r="r" b="b"/>
              <a:pathLst>
                <a:path w="260350" h="260350">
                  <a:moveTo>
                    <a:pt x="260264" y="0"/>
                  </a:moveTo>
                  <a:lnTo>
                    <a:pt x="0" y="0"/>
                  </a:lnTo>
                  <a:lnTo>
                    <a:pt x="0" y="260264"/>
                  </a:lnTo>
                  <a:lnTo>
                    <a:pt x="260264" y="260264"/>
                  </a:lnTo>
                  <a:lnTo>
                    <a:pt x="260264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4" name="object 54" descr=""/>
          <p:cNvGrpSpPr/>
          <p:nvPr/>
        </p:nvGrpSpPr>
        <p:grpSpPr>
          <a:xfrm>
            <a:off x="16305691" y="4916635"/>
            <a:ext cx="3113405" cy="3209290"/>
            <a:chOff x="16305691" y="4916635"/>
            <a:chExt cx="3113405" cy="3209290"/>
          </a:xfrm>
        </p:grpSpPr>
        <p:sp>
          <p:nvSpPr>
            <p:cNvPr id="55" name="object 55" descr=""/>
            <p:cNvSpPr/>
            <p:nvPr/>
          </p:nvSpPr>
          <p:spPr>
            <a:xfrm>
              <a:off x="18123878" y="5427846"/>
              <a:ext cx="1268730" cy="2698115"/>
            </a:xfrm>
            <a:custGeom>
              <a:avLst/>
              <a:gdLst/>
              <a:ahLst/>
              <a:cxnLst/>
              <a:rect l="l" t="t" r="r" b="b"/>
              <a:pathLst>
                <a:path w="1268730" h="2698115">
                  <a:moveTo>
                    <a:pt x="1024877" y="0"/>
                  </a:moveTo>
                  <a:lnTo>
                    <a:pt x="243586" y="0"/>
                  </a:lnTo>
                  <a:lnTo>
                    <a:pt x="243586" y="306527"/>
                  </a:lnTo>
                  <a:lnTo>
                    <a:pt x="1024877" y="306527"/>
                  </a:lnTo>
                  <a:lnTo>
                    <a:pt x="1024877" y="0"/>
                  </a:lnTo>
                  <a:close/>
                </a:path>
                <a:path w="1268730" h="2698115">
                  <a:moveTo>
                    <a:pt x="1268501" y="306539"/>
                  </a:moveTo>
                  <a:lnTo>
                    <a:pt x="0" y="306539"/>
                  </a:lnTo>
                  <a:lnTo>
                    <a:pt x="0" y="2697505"/>
                  </a:lnTo>
                  <a:lnTo>
                    <a:pt x="1268501" y="2697505"/>
                  </a:lnTo>
                  <a:lnTo>
                    <a:pt x="1268501" y="306539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18205069" y="5560535"/>
              <a:ext cx="1106170" cy="2188210"/>
            </a:xfrm>
            <a:custGeom>
              <a:avLst/>
              <a:gdLst/>
              <a:ahLst/>
              <a:cxnLst/>
              <a:rect l="l" t="t" r="r" b="b"/>
              <a:pathLst>
                <a:path w="1106169" h="2188209">
                  <a:moveTo>
                    <a:pt x="162394" y="2025548"/>
                  </a:moveTo>
                  <a:lnTo>
                    <a:pt x="0" y="2025548"/>
                  </a:lnTo>
                  <a:lnTo>
                    <a:pt x="0" y="2187943"/>
                  </a:lnTo>
                  <a:lnTo>
                    <a:pt x="162394" y="2187943"/>
                  </a:lnTo>
                  <a:lnTo>
                    <a:pt x="162394" y="2025548"/>
                  </a:lnTo>
                  <a:close/>
                </a:path>
                <a:path w="1106169" h="2188209">
                  <a:moveTo>
                    <a:pt x="162394" y="1730451"/>
                  </a:moveTo>
                  <a:lnTo>
                    <a:pt x="0" y="1730451"/>
                  </a:lnTo>
                  <a:lnTo>
                    <a:pt x="0" y="1892858"/>
                  </a:lnTo>
                  <a:lnTo>
                    <a:pt x="162394" y="1892858"/>
                  </a:lnTo>
                  <a:lnTo>
                    <a:pt x="162394" y="1730451"/>
                  </a:lnTo>
                  <a:close/>
                </a:path>
                <a:path w="1106169" h="2188209">
                  <a:moveTo>
                    <a:pt x="162394" y="1435379"/>
                  </a:moveTo>
                  <a:lnTo>
                    <a:pt x="0" y="1435379"/>
                  </a:lnTo>
                  <a:lnTo>
                    <a:pt x="0" y="1597787"/>
                  </a:lnTo>
                  <a:lnTo>
                    <a:pt x="162394" y="1597787"/>
                  </a:lnTo>
                  <a:lnTo>
                    <a:pt x="162394" y="1435379"/>
                  </a:lnTo>
                  <a:close/>
                </a:path>
                <a:path w="1106169" h="2188209">
                  <a:moveTo>
                    <a:pt x="162394" y="1140294"/>
                  </a:moveTo>
                  <a:lnTo>
                    <a:pt x="0" y="1140294"/>
                  </a:lnTo>
                  <a:lnTo>
                    <a:pt x="0" y="1302689"/>
                  </a:lnTo>
                  <a:lnTo>
                    <a:pt x="162394" y="1302689"/>
                  </a:lnTo>
                  <a:lnTo>
                    <a:pt x="162394" y="1140294"/>
                  </a:lnTo>
                  <a:close/>
                </a:path>
                <a:path w="1106169" h="2188209">
                  <a:moveTo>
                    <a:pt x="162394" y="845210"/>
                  </a:moveTo>
                  <a:lnTo>
                    <a:pt x="0" y="845210"/>
                  </a:lnTo>
                  <a:lnTo>
                    <a:pt x="0" y="1007618"/>
                  </a:lnTo>
                  <a:lnTo>
                    <a:pt x="162394" y="1007618"/>
                  </a:lnTo>
                  <a:lnTo>
                    <a:pt x="162394" y="845210"/>
                  </a:lnTo>
                  <a:close/>
                </a:path>
                <a:path w="1106169" h="2188209">
                  <a:moveTo>
                    <a:pt x="162394" y="550125"/>
                  </a:moveTo>
                  <a:lnTo>
                    <a:pt x="0" y="550125"/>
                  </a:lnTo>
                  <a:lnTo>
                    <a:pt x="0" y="712533"/>
                  </a:lnTo>
                  <a:lnTo>
                    <a:pt x="162394" y="712533"/>
                  </a:lnTo>
                  <a:lnTo>
                    <a:pt x="162394" y="550125"/>
                  </a:lnTo>
                  <a:close/>
                </a:path>
                <a:path w="1106169" h="2188209">
                  <a:moveTo>
                    <a:pt x="162394" y="255054"/>
                  </a:moveTo>
                  <a:lnTo>
                    <a:pt x="0" y="255054"/>
                  </a:lnTo>
                  <a:lnTo>
                    <a:pt x="0" y="417461"/>
                  </a:lnTo>
                  <a:lnTo>
                    <a:pt x="162394" y="417461"/>
                  </a:lnTo>
                  <a:lnTo>
                    <a:pt x="162394" y="255054"/>
                  </a:lnTo>
                  <a:close/>
                </a:path>
                <a:path w="1106169" h="2188209">
                  <a:moveTo>
                    <a:pt x="476961" y="2025548"/>
                  </a:moveTo>
                  <a:lnTo>
                    <a:pt x="314566" y="2025548"/>
                  </a:lnTo>
                  <a:lnTo>
                    <a:pt x="314566" y="2187943"/>
                  </a:lnTo>
                  <a:lnTo>
                    <a:pt x="476961" y="2187943"/>
                  </a:lnTo>
                  <a:lnTo>
                    <a:pt x="476961" y="2025548"/>
                  </a:lnTo>
                  <a:close/>
                </a:path>
                <a:path w="1106169" h="2188209">
                  <a:moveTo>
                    <a:pt x="476961" y="1730451"/>
                  </a:moveTo>
                  <a:lnTo>
                    <a:pt x="314566" y="1730451"/>
                  </a:lnTo>
                  <a:lnTo>
                    <a:pt x="314566" y="1892858"/>
                  </a:lnTo>
                  <a:lnTo>
                    <a:pt x="476961" y="1892858"/>
                  </a:lnTo>
                  <a:lnTo>
                    <a:pt x="476961" y="1730451"/>
                  </a:lnTo>
                  <a:close/>
                </a:path>
                <a:path w="1106169" h="2188209">
                  <a:moveTo>
                    <a:pt x="476961" y="1435379"/>
                  </a:moveTo>
                  <a:lnTo>
                    <a:pt x="314566" y="1435379"/>
                  </a:lnTo>
                  <a:lnTo>
                    <a:pt x="314566" y="1597787"/>
                  </a:lnTo>
                  <a:lnTo>
                    <a:pt x="476961" y="1597787"/>
                  </a:lnTo>
                  <a:lnTo>
                    <a:pt x="476961" y="1435379"/>
                  </a:lnTo>
                  <a:close/>
                </a:path>
                <a:path w="1106169" h="2188209">
                  <a:moveTo>
                    <a:pt x="476961" y="1140294"/>
                  </a:moveTo>
                  <a:lnTo>
                    <a:pt x="314566" y="1140294"/>
                  </a:lnTo>
                  <a:lnTo>
                    <a:pt x="314566" y="1302689"/>
                  </a:lnTo>
                  <a:lnTo>
                    <a:pt x="476961" y="1302689"/>
                  </a:lnTo>
                  <a:lnTo>
                    <a:pt x="476961" y="1140294"/>
                  </a:lnTo>
                  <a:close/>
                </a:path>
                <a:path w="1106169" h="2188209">
                  <a:moveTo>
                    <a:pt x="476961" y="845210"/>
                  </a:moveTo>
                  <a:lnTo>
                    <a:pt x="314566" y="845210"/>
                  </a:lnTo>
                  <a:lnTo>
                    <a:pt x="314566" y="1007618"/>
                  </a:lnTo>
                  <a:lnTo>
                    <a:pt x="476961" y="1007618"/>
                  </a:lnTo>
                  <a:lnTo>
                    <a:pt x="476961" y="845210"/>
                  </a:lnTo>
                  <a:close/>
                </a:path>
                <a:path w="1106169" h="2188209">
                  <a:moveTo>
                    <a:pt x="476961" y="550125"/>
                  </a:moveTo>
                  <a:lnTo>
                    <a:pt x="314566" y="550125"/>
                  </a:lnTo>
                  <a:lnTo>
                    <a:pt x="314566" y="712533"/>
                  </a:lnTo>
                  <a:lnTo>
                    <a:pt x="476961" y="712533"/>
                  </a:lnTo>
                  <a:lnTo>
                    <a:pt x="476961" y="550125"/>
                  </a:lnTo>
                  <a:close/>
                </a:path>
                <a:path w="1106169" h="2188209">
                  <a:moveTo>
                    <a:pt x="476961" y="255054"/>
                  </a:moveTo>
                  <a:lnTo>
                    <a:pt x="314566" y="255054"/>
                  </a:lnTo>
                  <a:lnTo>
                    <a:pt x="314566" y="417461"/>
                  </a:lnTo>
                  <a:lnTo>
                    <a:pt x="476961" y="417461"/>
                  </a:lnTo>
                  <a:lnTo>
                    <a:pt x="476961" y="255054"/>
                  </a:lnTo>
                  <a:close/>
                </a:path>
                <a:path w="1106169" h="2188209">
                  <a:moveTo>
                    <a:pt x="476961" y="0"/>
                  </a:moveTo>
                  <a:lnTo>
                    <a:pt x="314566" y="0"/>
                  </a:lnTo>
                  <a:lnTo>
                    <a:pt x="314566" y="162407"/>
                  </a:lnTo>
                  <a:lnTo>
                    <a:pt x="476961" y="162407"/>
                  </a:lnTo>
                  <a:lnTo>
                    <a:pt x="476961" y="0"/>
                  </a:lnTo>
                  <a:close/>
                </a:path>
                <a:path w="1106169" h="2188209">
                  <a:moveTo>
                    <a:pt x="791527" y="2025548"/>
                  </a:moveTo>
                  <a:lnTo>
                    <a:pt x="629132" y="2025548"/>
                  </a:lnTo>
                  <a:lnTo>
                    <a:pt x="629132" y="2187943"/>
                  </a:lnTo>
                  <a:lnTo>
                    <a:pt x="791527" y="2187943"/>
                  </a:lnTo>
                  <a:lnTo>
                    <a:pt x="791527" y="2025548"/>
                  </a:lnTo>
                  <a:close/>
                </a:path>
                <a:path w="1106169" h="2188209">
                  <a:moveTo>
                    <a:pt x="791527" y="1730451"/>
                  </a:moveTo>
                  <a:lnTo>
                    <a:pt x="629132" y="1730451"/>
                  </a:lnTo>
                  <a:lnTo>
                    <a:pt x="629132" y="1892858"/>
                  </a:lnTo>
                  <a:lnTo>
                    <a:pt x="791527" y="1892858"/>
                  </a:lnTo>
                  <a:lnTo>
                    <a:pt x="791527" y="1730451"/>
                  </a:lnTo>
                  <a:close/>
                </a:path>
                <a:path w="1106169" h="2188209">
                  <a:moveTo>
                    <a:pt x="791527" y="1435379"/>
                  </a:moveTo>
                  <a:lnTo>
                    <a:pt x="629132" y="1435379"/>
                  </a:lnTo>
                  <a:lnTo>
                    <a:pt x="629132" y="1597787"/>
                  </a:lnTo>
                  <a:lnTo>
                    <a:pt x="791527" y="1597787"/>
                  </a:lnTo>
                  <a:lnTo>
                    <a:pt x="791527" y="1435379"/>
                  </a:lnTo>
                  <a:close/>
                </a:path>
                <a:path w="1106169" h="2188209">
                  <a:moveTo>
                    <a:pt x="791527" y="1140294"/>
                  </a:moveTo>
                  <a:lnTo>
                    <a:pt x="629132" y="1140294"/>
                  </a:lnTo>
                  <a:lnTo>
                    <a:pt x="629132" y="1302689"/>
                  </a:lnTo>
                  <a:lnTo>
                    <a:pt x="791527" y="1302689"/>
                  </a:lnTo>
                  <a:lnTo>
                    <a:pt x="791527" y="1140294"/>
                  </a:lnTo>
                  <a:close/>
                </a:path>
                <a:path w="1106169" h="2188209">
                  <a:moveTo>
                    <a:pt x="791527" y="845210"/>
                  </a:moveTo>
                  <a:lnTo>
                    <a:pt x="629132" y="845210"/>
                  </a:lnTo>
                  <a:lnTo>
                    <a:pt x="629132" y="1007618"/>
                  </a:lnTo>
                  <a:lnTo>
                    <a:pt x="791527" y="1007618"/>
                  </a:lnTo>
                  <a:lnTo>
                    <a:pt x="791527" y="845210"/>
                  </a:lnTo>
                  <a:close/>
                </a:path>
                <a:path w="1106169" h="2188209">
                  <a:moveTo>
                    <a:pt x="791527" y="550125"/>
                  </a:moveTo>
                  <a:lnTo>
                    <a:pt x="629132" y="550125"/>
                  </a:lnTo>
                  <a:lnTo>
                    <a:pt x="629132" y="712533"/>
                  </a:lnTo>
                  <a:lnTo>
                    <a:pt x="791527" y="712533"/>
                  </a:lnTo>
                  <a:lnTo>
                    <a:pt x="791527" y="550125"/>
                  </a:lnTo>
                  <a:close/>
                </a:path>
                <a:path w="1106169" h="2188209">
                  <a:moveTo>
                    <a:pt x="791527" y="255054"/>
                  </a:moveTo>
                  <a:lnTo>
                    <a:pt x="629132" y="255054"/>
                  </a:lnTo>
                  <a:lnTo>
                    <a:pt x="629132" y="417461"/>
                  </a:lnTo>
                  <a:lnTo>
                    <a:pt x="791527" y="417461"/>
                  </a:lnTo>
                  <a:lnTo>
                    <a:pt x="791527" y="255054"/>
                  </a:lnTo>
                  <a:close/>
                </a:path>
                <a:path w="1106169" h="2188209">
                  <a:moveTo>
                    <a:pt x="791527" y="0"/>
                  </a:moveTo>
                  <a:lnTo>
                    <a:pt x="629132" y="0"/>
                  </a:lnTo>
                  <a:lnTo>
                    <a:pt x="629132" y="162407"/>
                  </a:lnTo>
                  <a:lnTo>
                    <a:pt x="791527" y="162407"/>
                  </a:lnTo>
                  <a:lnTo>
                    <a:pt x="791527" y="0"/>
                  </a:lnTo>
                  <a:close/>
                </a:path>
                <a:path w="1106169" h="2188209">
                  <a:moveTo>
                    <a:pt x="1106093" y="2025548"/>
                  </a:moveTo>
                  <a:lnTo>
                    <a:pt x="943698" y="2025548"/>
                  </a:lnTo>
                  <a:lnTo>
                    <a:pt x="943698" y="2187943"/>
                  </a:lnTo>
                  <a:lnTo>
                    <a:pt x="1106093" y="2187943"/>
                  </a:lnTo>
                  <a:lnTo>
                    <a:pt x="1106093" y="2025548"/>
                  </a:lnTo>
                  <a:close/>
                </a:path>
                <a:path w="1106169" h="2188209">
                  <a:moveTo>
                    <a:pt x="1106093" y="1730451"/>
                  </a:moveTo>
                  <a:lnTo>
                    <a:pt x="943698" y="1730451"/>
                  </a:lnTo>
                  <a:lnTo>
                    <a:pt x="943698" y="1892858"/>
                  </a:lnTo>
                  <a:lnTo>
                    <a:pt x="1106093" y="1892858"/>
                  </a:lnTo>
                  <a:lnTo>
                    <a:pt x="1106093" y="1730451"/>
                  </a:lnTo>
                  <a:close/>
                </a:path>
                <a:path w="1106169" h="2188209">
                  <a:moveTo>
                    <a:pt x="1106093" y="1435379"/>
                  </a:moveTo>
                  <a:lnTo>
                    <a:pt x="943698" y="1435379"/>
                  </a:lnTo>
                  <a:lnTo>
                    <a:pt x="943698" y="1597787"/>
                  </a:lnTo>
                  <a:lnTo>
                    <a:pt x="1106093" y="1597787"/>
                  </a:lnTo>
                  <a:lnTo>
                    <a:pt x="1106093" y="1435379"/>
                  </a:lnTo>
                  <a:close/>
                </a:path>
                <a:path w="1106169" h="2188209">
                  <a:moveTo>
                    <a:pt x="1106093" y="1140294"/>
                  </a:moveTo>
                  <a:lnTo>
                    <a:pt x="943698" y="1140294"/>
                  </a:lnTo>
                  <a:lnTo>
                    <a:pt x="943698" y="1302689"/>
                  </a:lnTo>
                  <a:lnTo>
                    <a:pt x="1106093" y="1302689"/>
                  </a:lnTo>
                  <a:lnTo>
                    <a:pt x="1106093" y="1140294"/>
                  </a:lnTo>
                  <a:close/>
                </a:path>
                <a:path w="1106169" h="2188209">
                  <a:moveTo>
                    <a:pt x="1106093" y="845210"/>
                  </a:moveTo>
                  <a:lnTo>
                    <a:pt x="943698" y="845210"/>
                  </a:lnTo>
                  <a:lnTo>
                    <a:pt x="943698" y="1007618"/>
                  </a:lnTo>
                  <a:lnTo>
                    <a:pt x="1106093" y="1007618"/>
                  </a:lnTo>
                  <a:lnTo>
                    <a:pt x="1106093" y="845210"/>
                  </a:lnTo>
                  <a:close/>
                </a:path>
                <a:path w="1106169" h="2188209">
                  <a:moveTo>
                    <a:pt x="1106093" y="550125"/>
                  </a:moveTo>
                  <a:lnTo>
                    <a:pt x="943698" y="550125"/>
                  </a:lnTo>
                  <a:lnTo>
                    <a:pt x="943698" y="712533"/>
                  </a:lnTo>
                  <a:lnTo>
                    <a:pt x="1106093" y="712533"/>
                  </a:lnTo>
                  <a:lnTo>
                    <a:pt x="1106093" y="550125"/>
                  </a:lnTo>
                  <a:close/>
                </a:path>
                <a:path w="1106169" h="2188209">
                  <a:moveTo>
                    <a:pt x="1106093" y="255054"/>
                  </a:moveTo>
                  <a:lnTo>
                    <a:pt x="943698" y="255054"/>
                  </a:lnTo>
                  <a:lnTo>
                    <a:pt x="943698" y="417461"/>
                  </a:lnTo>
                  <a:lnTo>
                    <a:pt x="1106093" y="417461"/>
                  </a:lnTo>
                  <a:lnTo>
                    <a:pt x="1106093" y="255054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18159142" y="5702925"/>
              <a:ext cx="1259840" cy="33655"/>
            </a:xfrm>
            <a:custGeom>
              <a:avLst/>
              <a:gdLst/>
              <a:ahLst/>
              <a:cxnLst/>
              <a:rect l="l" t="t" r="r" b="b"/>
              <a:pathLst>
                <a:path w="1259840" h="33654">
                  <a:moveTo>
                    <a:pt x="0" y="33119"/>
                  </a:moveTo>
                  <a:lnTo>
                    <a:pt x="1259417" y="33119"/>
                  </a:lnTo>
                  <a:lnTo>
                    <a:pt x="1259417" y="0"/>
                  </a:lnTo>
                  <a:lnTo>
                    <a:pt x="0" y="0"/>
                  </a:lnTo>
                  <a:lnTo>
                    <a:pt x="0" y="33119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17555146" y="4955990"/>
              <a:ext cx="604520" cy="3169920"/>
            </a:xfrm>
            <a:custGeom>
              <a:avLst/>
              <a:gdLst/>
              <a:ahLst/>
              <a:cxnLst/>
              <a:rect l="l" t="t" r="r" b="b"/>
              <a:pathLst>
                <a:path w="604519" h="3169920">
                  <a:moveTo>
                    <a:pt x="314401" y="0"/>
                  </a:moveTo>
                  <a:lnTo>
                    <a:pt x="0" y="0"/>
                  </a:lnTo>
                  <a:lnTo>
                    <a:pt x="0" y="364375"/>
                  </a:lnTo>
                  <a:lnTo>
                    <a:pt x="314401" y="364375"/>
                  </a:lnTo>
                  <a:lnTo>
                    <a:pt x="314401" y="0"/>
                  </a:lnTo>
                  <a:close/>
                </a:path>
                <a:path w="604519" h="3169920">
                  <a:moveTo>
                    <a:pt x="603986" y="364401"/>
                  </a:moveTo>
                  <a:lnTo>
                    <a:pt x="289598" y="364401"/>
                  </a:lnTo>
                  <a:lnTo>
                    <a:pt x="289598" y="3169361"/>
                  </a:lnTo>
                  <a:lnTo>
                    <a:pt x="603986" y="3169361"/>
                  </a:lnTo>
                  <a:lnTo>
                    <a:pt x="603986" y="364401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16620083" y="4916645"/>
              <a:ext cx="1570355" cy="405765"/>
            </a:xfrm>
            <a:custGeom>
              <a:avLst/>
              <a:gdLst/>
              <a:ahLst/>
              <a:cxnLst/>
              <a:rect l="l" t="t" r="r" b="b"/>
              <a:pathLst>
                <a:path w="1570355" h="405764">
                  <a:moveTo>
                    <a:pt x="1288923" y="0"/>
                  </a:moveTo>
                  <a:lnTo>
                    <a:pt x="281266" y="0"/>
                  </a:lnTo>
                  <a:lnTo>
                    <a:pt x="281266" y="39370"/>
                  </a:lnTo>
                  <a:lnTo>
                    <a:pt x="1288923" y="39370"/>
                  </a:lnTo>
                  <a:lnTo>
                    <a:pt x="1288923" y="0"/>
                  </a:lnTo>
                  <a:close/>
                </a:path>
                <a:path w="1570355" h="405764">
                  <a:moveTo>
                    <a:pt x="1570189" y="366356"/>
                  </a:moveTo>
                  <a:lnTo>
                    <a:pt x="0" y="366356"/>
                  </a:lnTo>
                  <a:lnTo>
                    <a:pt x="0" y="405726"/>
                  </a:lnTo>
                  <a:lnTo>
                    <a:pt x="1570189" y="405726"/>
                  </a:lnTo>
                  <a:lnTo>
                    <a:pt x="1570189" y="366356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16336810" y="4955990"/>
              <a:ext cx="1508125" cy="3169920"/>
            </a:xfrm>
            <a:custGeom>
              <a:avLst/>
              <a:gdLst/>
              <a:ahLst/>
              <a:cxnLst/>
              <a:rect l="l" t="t" r="r" b="b"/>
              <a:pathLst>
                <a:path w="1508125" h="3169920">
                  <a:moveTo>
                    <a:pt x="1218336" y="0"/>
                  </a:moveTo>
                  <a:lnTo>
                    <a:pt x="289572" y="0"/>
                  </a:lnTo>
                  <a:lnTo>
                    <a:pt x="289572" y="364375"/>
                  </a:lnTo>
                  <a:lnTo>
                    <a:pt x="1218336" y="364375"/>
                  </a:lnTo>
                  <a:lnTo>
                    <a:pt x="1218336" y="0"/>
                  </a:lnTo>
                  <a:close/>
                </a:path>
                <a:path w="1508125" h="3169920">
                  <a:moveTo>
                    <a:pt x="1507934" y="364401"/>
                  </a:moveTo>
                  <a:lnTo>
                    <a:pt x="0" y="364401"/>
                  </a:lnTo>
                  <a:lnTo>
                    <a:pt x="0" y="3169361"/>
                  </a:lnTo>
                  <a:lnTo>
                    <a:pt x="1507934" y="3169361"/>
                  </a:lnTo>
                  <a:lnTo>
                    <a:pt x="1507934" y="364401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16433343" y="5113737"/>
              <a:ext cx="1315085" cy="2600960"/>
            </a:xfrm>
            <a:custGeom>
              <a:avLst/>
              <a:gdLst/>
              <a:ahLst/>
              <a:cxnLst/>
              <a:rect l="l" t="t" r="r" b="b"/>
              <a:pathLst>
                <a:path w="1315084" h="2600959">
                  <a:moveTo>
                    <a:pt x="193052" y="2407831"/>
                  </a:moveTo>
                  <a:lnTo>
                    <a:pt x="0" y="2407831"/>
                  </a:lnTo>
                  <a:lnTo>
                    <a:pt x="0" y="2600896"/>
                  </a:lnTo>
                  <a:lnTo>
                    <a:pt x="193052" y="2600896"/>
                  </a:lnTo>
                  <a:lnTo>
                    <a:pt x="193052" y="2407831"/>
                  </a:lnTo>
                  <a:close/>
                </a:path>
                <a:path w="1315084" h="2600959">
                  <a:moveTo>
                    <a:pt x="193052" y="2057069"/>
                  </a:moveTo>
                  <a:lnTo>
                    <a:pt x="0" y="2057069"/>
                  </a:lnTo>
                  <a:lnTo>
                    <a:pt x="0" y="2250122"/>
                  </a:lnTo>
                  <a:lnTo>
                    <a:pt x="193052" y="2250122"/>
                  </a:lnTo>
                  <a:lnTo>
                    <a:pt x="193052" y="2057069"/>
                  </a:lnTo>
                  <a:close/>
                </a:path>
                <a:path w="1315084" h="2600959">
                  <a:moveTo>
                    <a:pt x="193052" y="1706295"/>
                  </a:moveTo>
                  <a:lnTo>
                    <a:pt x="0" y="1706295"/>
                  </a:lnTo>
                  <a:lnTo>
                    <a:pt x="0" y="1899348"/>
                  </a:lnTo>
                  <a:lnTo>
                    <a:pt x="193052" y="1899348"/>
                  </a:lnTo>
                  <a:lnTo>
                    <a:pt x="193052" y="1706295"/>
                  </a:lnTo>
                  <a:close/>
                </a:path>
                <a:path w="1315084" h="2600959">
                  <a:moveTo>
                    <a:pt x="193052" y="1355509"/>
                  </a:moveTo>
                  <a:lnTo>
                    <a:pt x="0" y="1355509"/>
                  </a:lnTo>
                  <a:lnTo>
                    <a:pt x="0" y="1548561"/>
                  </a:lnTo>
                  <a:lnTo>
                    <a:pt x="193052" y="1548561"/>
                  </a:lnTo>
                  <a:lnTo>
                    <a:pt x="193052" y="1355509"/>
                  </a:lnTo>
                  <a:close/>
                </a:path>
                <a:path w="1315084" h="2600959">
                  <a:moveTo>
                    <a:pt x="193052" y="1004747"/>
                  </a:moveTo>
                  <a:lnTo>
                    <a:pt x="0" y="1004747"/>
                  </a:lnTo>
                  <a:lnTo>
                    <a:pt x="0" y="1197787"/>
                  </a:lnTo>
                  <a:lnTo>
                    <a:pt x="193052" y="1197787"/>
                  </a:lnTo>
                  <a:lnTo>
                    <a:pt x="193052" y="1004747"/>
                  </a:lnTo>
                  <a:close/>
                </a:path>
                <a:path w="1315084" h="2600959">
                  <a:moveTo>
                    <a:pt x="193052" y="653961"/>
                  </a:moveTo>
                  <a:lnTo>
                    <a:pt x="0" y="653961"/>
                  </a:lnTo>
                  <a:lnTo>
                    <a:pt x="0" y="847013"/>
                  </a:lnTo>
                  <a:lnTo>
                    <a:pt x="193052" y="847013"/>
                  </a:lnTo>
                  <a:lnTo>
                    <a:pt x="193052" y="653961"/>
                  </a:lnTo>
                  <a:close/>
                </a:path>
                <a:path w="1315084" h="2600959">
                  <a:moveTo>
                    <a:pt x="193052" y="303187"/>
                  </a:moveTo>
                  <a:lnTo>
                    <a:pt x="0" y="303187"/>
                  </a:lnTo>
                  <a:lnTo>
                    <a:pt x="0" y="496239"/>
                  </a:lnTo>
                  <a:lnTo>
                    <a:pt x="193052" y="496239"/>
                  </a:lnTo>
                  <a:lnTo>
                    <a:pt x="193052" y="303187"/>
                  </a:lnTo>
                  <a:close/>
                </a:path>
                <a:path w="1315084" h="2600959">
                  <a:moveTo>
                    <a:pt x="566991" y="2407831"/>
                  </a:moveTo>
                  <a:lnTo>
                    <a:pt x="373938" y="2407831"/>
                  </a:lnTo>
                  <a:lnTo>
                    <a:pt x="373938" y="2600896"/>
                  </a:lnTo>
                  <a:lnTo>
                    <a:pt x="566991" y="2600896"/>
                  </a:lnTo>
                  <a:lnTo>
                    <a:pt x="566991" y="2407831"/>
                  </a:lnTo>
                  <a:close/>
                </a:path>
                <a:path w="1315084" h="2600959">
                  <a:moveTo>
                    <a:pt x="566991" y="2057069"/>
                  </a:moveTo>
                  <a:lnTo>
                    <a:pt x="373938" y="2057069"/>
                  </a:lnTo>
                  <a:lnTo>
                    <a:pt x="373938" y="2250122"/>
                  </a:lnTo>
                  <a:lnTo>
                    <a:pt x="566991" y="2250122"/>
                  </a:lnTo>
                  <a:lnTo>
                    <a:pt x="566991" y="2057069"/>
                  </a:lnTo>
                  <a:close/>
                </a:path>
                <a:path w="1315084" h="2600959">
                  <a:moveTo>
                    <a:pt x="566991" y="1706295"/>
                  </a:moveTo>
                  <a:lnTo>
                    <a:pt x="373938" y="1706295"/>
                  </a:lnTo>
                  <a:lnTo>
                    <a:pt x="373938" y="1899348"/>
                  </a:lnTo>
                  <a:lnTo>
                    <a:pt x="566991" y="1899348"/>
                  </a:lnTo>
                  <a:lnTo>
                    <a:pt x="566991" y="1706295"/>
                  </a:lnTo>
                  <a:close/>
                </a:path>
                <a:path w="1315084" h="2600959">
                  <a:moveTo>
                    <a:pt x="566991" y="1355509"/>
                  </a:moveTo>
                  <a:lnTo>
                    <a:pt x="373938" y="1355509"/>
                  </a:lnTo>
                  <a:lnTo>
                    <a:pt x="373938" y="1548561"/>
                  </a:lnTo>
                  <a:lnTo>
                    <a:pt x="566991" y="1548561"/>
                  </a:lnTo>
                  <a:lnTo>
                    <a:pt x="566991" y="1355509"/>
                  </a:lnTo>
                  <a:close/>
                </a:path>
                <a:path w="1315084" h="2600959">
                  <a:moveTo>
                    <a:pt x="566991" y="1004747"/>
                  </a:moveTo>
                  <a:lnTo>
                    <a:pt x="373938" y="1004747"/>
                  </a:lnTo>
                  <a:lnTo>
                    <a:pt x="373938" y="1197787"/>
                  </a:lnTo>
                  <a:lnTo>
                    <a:pt x="566991" y="1197787"/>
                  </a:lnTo>
                  <a:lnTo>
                    <a:pt x="566991" y="1004747"/>
                  </a:lnTo>
                  <a:close/>
                </a:path>
                <a:path w="1315084" h="2600959">
                  <a:moveTo>
                    <a:pt x="566991" y="653961"/>
                  </a:moveTo>
                  <a:lnTo>
                    <a:pt x="373938" y="653961"/>
                  </a:lnTo>
                  <a:lnTo>
                    <a:pt x="373938" y="847013"/>
                  </a:lnTo>
                  <a:lnTo>
                    <a:pt x="566991" y="847013"/>
                  </a:lnTo>
                  <a:lnTo>
                    <a:pt x="566991" y="653961"/>
                  </a:lnTo>
                  <a:close/>
                </a:path>
                <a:path w="1315084" h="2600959">
                  <a:moveTo>
                    <a:pt x="566991" y="303187"/>
                  </a:moveTo>
                  <a:lnTo>
                    <a:pt x="373938" y="303187"/>
                  </a:lnTo>
                  <a:lnTo>
                    <a:pt x="373938" y="496239"/>
                  </a:lnTo>
                  <a:lnTo>
                    <a:pt x="566991" y="496239"/>
                  </a:lnTo>
                  <a:lnTo>
                    <a:pt x="566991" y="303187"/>
                  </a:lnTo>
                  <a:close/>
                </a:path>
                <a:path w="1315084" h="2600959">
                  <a:moveTo>
                    <a:pt x="566991" y="0"/>
                  </a:moveTo>
                  <a:lnTo>
                    <a:pt x="373938" y="0"/>
                  </a:lnTo>
                  <a:lnTo>
                    <a:pt x="373938" y="193052"/>
                  </a:lnTo>
                  <a:lnTo>
                    <a:pt x="566991" y="193052"/>
                  </a:lnTo>
                  <a:lnTo>
                    <a:pt x="566991" y="0"/>
                  </a:lnTo>
                  <a:close/>
                </a:path>
                <a:path w="1315084" h="2600959">
                  <a:moveTo>
                    <a:pt x="940930" y="2407831"/>
                  </a:moveTo>
                  <a:lnTo>
                    <a:pt x="747877" y="2407831"/>
                  </a:lnTo>
                  <a:lnTo>
                    <a:pt x="747877" y="2600896"/>
                  </a:lnTo>
                  <a:lnTo>
                    <a:pt x="940930" y="2600896"/>
                  </a:lnTo>
                  <a:lnTo>
                    <a:pt x="940930" y="2407831"/>
                  </a:lnTo>
                  <a:close/>
                </a:path>
                <a:path w="1315084" h="2600959">
                  <a:moveTo>
                    <a:pt x="940930" y="2057069"/>
                  </a:moveTo>
                  <a:lnTo>
                    <a:pt x="747877" y="2057069"/>
                  </a:lnTo>
                  <a:lnTo>
                    <a:pt x="747877" y="2250122"/>
                  </a:lnTo>
                  <a:lnTo>
                    <a:pt x="940930" y="2250122"/>
                  </a:lnTo>
                  <a:lnTo>
                    <a:pt x="940930" y="2057069"/>
                  </a:lnTo>
                  <a:close/>
                </a:path>
                <a:path w="1315084" h="2600959">
                  <a:moveTo>
                    <a:pt x="940930" y="1706295"/>
                  </a:moveTo>
                  <a:lnTo>
                    <a:pt x="747877" y="1706295"/>
                  </a:lnTo>
                  <a:lnTo>
                    <a:pt x="747877" y="1899348"/>
                  </a:lnTo>
                  <a:lnTo>
                    <a:pt x="940930" y="1899348"/>
                  </a:lnTo>
                  <a:lnTo>
                    <a:pt x="940930" y="1706295"/>
                  </a:lnTo>
                  <a:close/>
                </a:path>
                <a:path w="1315084" h="2600959">
                  <a:moveTo>
                    <a:pt x="940930" y="1355509"/>
                  </a:moveTo>
                  <a:lnTo>
                    <a:pt x="747877" y="1355509"/>
                  </a:lnTo>
                  <a:lnTo>
                    <a:pt x="747877" y="1548561"/>
                  </a:lnTo>
                  <a:lnTo>
                    <a:pt x="940930" y="1548561"/>
                  </a:lnTo>
                  <a:lnTo>
                    <a:pt x="940930" y="1355509"/>
                  </a:lnTo>
                  <a:close/>
                </a:path>
                <a:path w="1315084" h="2600959">
                  <a:moveTo>
                    <a:pt x="940930" y="1004747"/>
                  </a:moveTo>
                  <a:lnTo>
                    <a:pt x="747877" y="1004747"/>
                  </a:lnTo>
                  <a:lnTo>
                    <a:pt x="747877" y="1197787"/>
                  </a:lnTo>
                  <a:lnTo>
                    <a:pt x="940930" y="1197787"/>
                  </a:lnTo>
                  <a:lnTo>
                    <a:pt x="940930" y="1004747"/>
                  </a:lnTo>
                  <a:close/>
                </a:path>
                <a:path w="1315084" h="2600959">
                  <a:moveTo>
                    <a:pt x="940930" y="653961"/>
                  </a:moveTo>
                  <a:lnTo>
                    <a:pt x="747877" y="653961"/>
                  </a:lnTo>
                  <a:lnTo>
                    <a:pt x="747877" y="847013"/>
                  </a:lnTo>
                  <a:lnTo>
                    <a:pt x="940930" y="847013"/>
                  </a:lnTo>
                  <a:lnTo>
                    <a:pt x="940930" y="653961"/>
                  </a:lnTo>
                  <a:close/>
                </a:path>
                <a:path w="1315084" h="2600959">
                  <a:moveTo>
                    <a:pt x="940930" y="303187"/>
                  </a:moveTo>
                  <a:lnTo>
                    <a:pt x="747877" y="303187"/>
                  </a:lnTo>
                  <a:lnTo>
                    <a:pt x="747877" y="496239"/>
                  </a:lnTo>
                  <a:lnTo>
                    <a:pt x="940930" y="496239"/>
                  </a:lnTo>
                  <a:lnTo>
                    <a:pt x="940930" y="303187"/>
                  </a:lnTo>
                  <a:close/>
                </a:path>
                <a:path w="1315084" h="2600959">
                  <a:moveTo>
                    <a:pt x="940930" y="0"/>
                  </a:moveTo>
                  <a:lnTo>
                    <a:pt x="747877" y="0"/>
                  </a:lnTo>
                  <a:lnTo>
                    <a:pt x="747877" y="193052"/>
                  </a:lnTo>
                  <a:lnTo>
                    <a:pt x="940930" y="193052"/>
                  </a:lnTo>
                  <a:lnTo>
                    <a:pt x="940930" y="0"/>
                  </a:lnTo>
                  <a:close/>
                </a:path>
                <a:path w="1315084" h="2600959">
                  <a:moveTo>
                    <a:pt x="1314869" y="2407831"/>
                  </a:moveTo>
                  <a:lnTo>
                    <a:pt x="1121816" y="2407831"/>
                  </a:lnTo>
                  <a:lnTo>
                    <a:pt x="1121816" y="2600896"/>
                  </a:lnTo>
                  <a:lnTo>
                    <a:pt x="1314869" y="2600896"/>
                  </a:lnTo>
                  <a:lnTo>
                    <a:pt x="1314869" y="2407831"/>
                  </a:lnTo>
                  <a:close/>
                </a:path>
                <a:path w="1315084" h="2600959">
                  <a:moveTo>
                    <a:pt x="1314869" y="2057069"/>
                  </a:moveTo>
                  <a:lnTo>
                    <a:pt x="1121816" y="2057069"/>
                  </a:lnTo>
                  <a:lnTo>
                    <a:pt x="1121816" y="2250122"/>
                  </a:lnTo>
                  <a:lnTo>
                    <a:pt x="1314869" y="2250122"/>
                  </a:lnTo>
                  <a:lnTo>
                    <a:pt x="1314869" y="2057069"/>
                  </a:lnTo>
                  <a:close/>
                </a:path>
                <a:path w="1315084" h="2600959">
                  <a:moveTo>
                    <a:pt x="1314869" y="1706295"/>
                  </a:moveTo>
                  <a:lnTo>
                    <a:pt x="1121816" y="1706295"/>
                  </a:lnTo>
                  <a:lnTo>
                    <a:pt x="1121816" y="1899348"/>
                  </a:lnTo>
                  <a:lnTo>
                    <a:pt x="1314869" y="1899348"/>
                  </a:lnTo>
                  <a:lnTo>
                    <a:pt x="1314869" y="1706295"/>
                  </a:lnTo>
                  <a:close/>
                </a:path>
                <a:path w="1315084" h="2600959">
                  <a:moveTo>
                    <a:pt x="1314869" y="1355509"/>
                  </a:moveTo>
                  <a:lnTo>
                    <a:pt x="1121816" y="1355509"/>
                  </a:lnTo>
                  <a:lnTo>
                    <a:pt x="1121816" y="1548561"/>
                  </a:lnTo>
                  <a:lnTo>
                    <a:pt x="1314869" y="1548561"/>
                  </a:lnTo>
                  <a:lnTo>
                    <a:pt x="1314869" y="1355509"/>
                  </a:lnTo>
                  <a:close/>
                </a:path>
                <a:path w="1315084" h="2600959">
                  <a:moveTo>
                    <a:pt x="1314869" y="1004747"/>
                  </a:moveTo>
                  <a:lnTo>
                    <a:pt x="1121816" y="1004747"/>
                  </a:lnTo>
                  <a:lnTo>
                    <a:pt x="1121816" y="1197787"/>
                  </a:lnTo>
                  <a:lnTo>
                    <a:pt x="1314869" y="1197787"/>
                  </a:lnTo>
                  <a:lnTo>
                    <a:pt x="1314869" y="1004747"/>
                  </a:lnTo>
                  <a:close/>
                </a:path>
                <a:path w="1315084" h="2600959">
                  <a:moveTo>
                    <a:pt x="1314869" y="653961"/>
                  </a:moveTo>
                  <a:lnTo>
                    <a:pt x="1121816" y="653961"/>
                  </a:lnTo>
                  <a:lnTo>
                    <a:pt x="1121816" y="847013"/>
                  </a:lnTo>
                  <a:lnTo>
                    <a:pt x="1314869" y="847013"/>
                  </a:lnTo>
                  <a:lnTo>
                    <a:pt x="1314869" y="653961"/>
                  </a:lnTo>
                  <a:close/>
                </a:path>
                <a:path w="1315084" h="2600959">
                  <a:moveTo>
                    <a:pt x="1314869" y="303187"/>
                  </a:moveTo>
                  <a:lnTo>
                    <a:pt x="1121816" y="303187"/>
                  </a:lnTo>
                  <a:lnTo>
                    <a:pt x="1121816" y="496239"/>
                  </a:lnTo>
                  <a:lnTo>
                    <a:pt x="1314869" y="496239"/>
                  </a:lnTo>
                  <a:lnTo>
                    <a:pt x="1314869" y="3031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16305682" y="4916645"/>
              <a:ext cx="1570355" cy="405765"/>
            </a:xfrm>
            <a:custGeom>
              <a:avLst/>
              <a:gdLst/>
              <a:ahLst/>
              <a:cxnLst/>
              <a:rect l="l" t="t" r="r" b="b"/>
              <a:pathLst>
                <a:path w="1570355" h="405764">
                  <a:moveTo>
                    <a:pt x="1288923" y="0"/>
                  </a:moveTo>
                  <a:lnTo>
                    <a:pt x="281266" y="0"/>
                  </a:lnTo>
                  <a:lnTo>
                    <a:pt x="281266" y="39370"/>
                  </a:lnTo>
                  <a:lnTo>
                    <a:pt x="1288923" y="39370"/>
                  </a:lnTo>
                  <a:lnTo>
                    <a:pt x="1288923" y="0"/>
                  </a:lnTo>
                  <a:close/>
                </a:path>
                <a:path w="1570355" h="405764">
                  <a:moveTo>
                    <a:pt x="1570189" y="366356"/>
                  </a:moveTo>
                  <a:lnTo>
                    <a:pt x="0" y="366356"/>
                  </a:lnTo>
                  <a:lnTo>
                    <a:pt x="0" y="405726"/>
                  </a:lnTo>
                  <a:lnTo>
                    <a:pt x="1570189" y="405726"/>
                  </a:lnTo>
                  <a:lnTo>
                    <a:pt x="1570189" y="366356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3" name="object 63" descr=""/>
          <p:cNvGrpSpPr/>
          <p:nvPr/>
        </p:nvGrpSpPr>
        <p:grpSpPr>
          <a:xfrm>
            <a:off x="14733815" y="6002976"/>
            <a:ext cx="1598930" cy="2111375"/>
            <a:chOff x="14733815" y="6002976"/>
            <a:chExt cx="1598930" cy="2111375"/>
          </a:xfrm>
        </p:grpSpPr>
        <p:sp>
          <p:nvSpPr>
            <p:cNvPr id="64" name="object 64" descr=""/>
            <p:cNvSpPr/>
            <p:nvPr/>
          </p:nvSpPr>
          <p:spPr>
            <a:xfrm>
              <a:off x="14733815" y="6002976"/>
              <a:ext cx="1347470" cy="2111375"/>
            </a:xfrm>
            <a:custGeom>
              <a:avLst/>
              <a:gdLst/>
              <a:ahLst/>
              <a:cxnLst/>
              <a:rect l="l" t="t" r="r" b="b"/>
              <a:pathLst>
                <a:path w="1347469" h="2111375">
                  <a:moveTo>
                    <a:pt x="1347079" y="0"/>
                  </a:moveTo>
                  <a:lnTo>
                    <a:pt x="844099" y="587887"/>
                  </a:lnTo>
                  <a:lnTo>
                    <a:pt x="0" y="587887"/>
                  </a:lnTo>
                  <a:lnTo>
                    <a:pt x="0" y="2111171"/>
                  </a:lnTo>
                  <a:lnTo>
                    <a:pt x="1347079" y="2111171"/>
                  </a:lnTo>
                  <a:lnTo>
                    <a:pt x="1347079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16080892" y="6002979"/>
              <a:ext cx="251460" cy="2111375"/>
            </a:xfrm>
            <a:custGeom>
              <a:avLst/>
              <a:gdLst/>
              <a:ahLst/>
              <a:cxnLst/>
              <a:rect l="l" t="t" r="r" b="b"/>
              <a:pathLst>
                <a:path w="251459" h="2111375">
                  <a:moveTo>
                    <a:pt x="251395" y="0"/>
                  </a:moveTo>
                  <a:lnTo>
                    <a:pt x="0" y="0"/>
                  </a:lnTo>
                  <a:lnTo>
                    <a:pt x="0" y="2111171"/>
                  </a:lnTo>
                  <a:lnTo>
                    <a:pt x="251395" y="2111171"/>
                  </a:lnTo>
                  <a:lnTo>
                    <a:pt x="251395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14812138" y="6859592"/>
              <a:ext cx="185420" cy="200660"/>
            </a:xfrm>
            <a:custGeom>
              <a:avLst/>
              <a:gdLst/>
              <a:ahLst/>
              <a:cxnLst/>
              <a:rect l="l" t="t" r="r" b="b"/>
              <a:pathLst>
                <a:path w="185419" h="200659">
                  <a:moveTo>
                    <a:pt x="0" y="200486"/>
                  </a:moveTo>
                  <a:lnTo>
                    <a:pt x="185006" y="200486"/>
                  </a:lnTo>
                  <a:lnTo>
                    <a:pt x="185006" y="0"/>
                  </a:lnTo>
                  <a:lnTo>
                    <a:pt x="0" y="0"/>
                  </a:lnTo>
                  <a:lnTo>
                    <a:pt x="0" y="200486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14818972" y="6859592"/>
              <a:ext cx="178435" cy="200660"/>
            </a:xfrm>
            <a:custGeom>
              <a:avLst/>
              <a:gdLst/>
              <a:ahLst/>
              <a:cxnLst/>
              <a:rect l="l" t="t" r="r" b="b"/>
              <a:pathLst>
                <a:path w="178434" h="200659">
                  <a:moveTo>
                    <a:pt x="178172" y="0"/>
                  </a:moveTo>
                  <a:lnTo>
                    <a:pt x="0" y="0"/>
                  </a:lnTo>
                  <a:lnTo>
                    <a:pt x="0" y="200486"/>
                  </a:lnTo>
                  <a:lnTo>
                    <a:pt x="178172" y="200486"/>
                  </a:lnTo>
                  <a:lnTo>
                    <a:pt x="178172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14812138" y="7196890"/>
              <a:ext cx="185420" cy="200660"/>
            </a:xfrm>
            <a:custGeom>
              <a:avLst/>
              <a:gdLst/>
              <a:ahLst/>
              <a:cxnLst/>
              <a:rect l="l" t="t" r="r" b="b"/>
              <a:pathLst>
                <a:path w="185419" h="200659">
                  <a:moveTo>
                    <a:pt x="0" y="200486"/>
                  </a:moveTo>
                  <a:lnTo>
                    <a:pt x="185006" y="200486"/>
                  </a:lnTo>
                  <a:lnTo>
                    <a:pt x="185006" y="0"/>
                  </a:lnTo>
                  <a:lnTo>
                    <a:pt x="0" y="0"/>
                  </a:lnTo>
                  <a:lnTo>
                    <a:pt x="0" y="200486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14818972" y="7196890"/>
              <a:ext cx="178435" cy="200660"/>
            </a:xfrm>
            <a:custGeom>
              <a:avLst/>
              <a:gdLst/>
              <a:ahLst/>
              <a:cxnLst/>
              <a:rect l="l" t="t" r="r" b="b"/>
              <a:pathLst>
                <a:path w="178434" h="200659">
                  <a:moveTo>
                    <a:pt x="178172" y="0"/>
                  </a:moveTo>
                  <a:lnTo>
                    <a:pt x="0" y="0"/>
                  </a:lnTo>
                  <a:lnTo>
                    <a:pt x="0" y="200486"/>
                  </a:lnTo>
                  <a:lnTo>
                    <a:pt x="178172" y="200486"/>
                  </a:lnTo>
                  <a:lnTo>
                    <a:pt x="178172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14812138" y="7534178"/>
              <a:ext cx="185420" cy="200660"/>
            </a:xfrm>
            <a:custGeom>
              <a:avLst/>
              <a:gdLst/>
              <a:ahLst/>
              <a:cxnLst/>
              <a:rect l="l" t="t" r="r" b="b"/>
              <a:pathLst>
                <a:path w="185419" h="200659">
                  <a:moveTo>
                    <a:pt x="0" y="200486"/>
                  </a:moveTo>
                  <a:lnTo>
                    <a:pt x="185006" y="200486"/>
                  </a:lnTo>
                  <a:lnTo>
                    <a:pt x="185006" y="0"/>
                  </a:lnTo>
                  <a:lnTo>
                    <a:pt x="0" y="0"/>
                  </a:lnTo>
                  <a:lnTo>
                    <a:pt x="0" y="200486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14818972" y="7534178"/>
              <a:ext cx="178435" cy="200660"/>
            </a:xfrm>
            <a:custGeom>
              <a:avLst/>
              <a:gdLst/>
              <a:ahLst/>
              <a:cxnLst/>
              <a:rect l="l" t="t" r="r" b="b"/>
              <a:pathLst>
                <a:path w="178434" h="200659">
                  <a:moveTo>
                    <a:pt x="178172" y="0"/>
                  </a:moveTo>
                  <a:lnTo>
                    <a:pt x="0" y="0"/>
                  </a:lnTo>
                  <a:lnTo>
                    <a:pt x="0" y="200486"/>
                  </a:lnTo>
                  <a:lnTo>
                    <a:pt x="178172" y="200486"/>
                  </a:lnTo>
                  <a:lnTo>
                    <a:pt x="178172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14818972" y="7534157"/>
              <a:ext cx="200660" cy="200660"/>
            </a:xfrm>
            <a:custGeom>
              <a:avLst/>
              <a:gdLst/>
              <a:ahLst/>
              <a:cxnLst/>
              <a:rect l="l" t="t" r="r" b="b"/>
              <a:pathLst>
                <a:path w="200659" h="200659">
                  <a:moveTo>
                    <a:pt x="200412" y="0"/>
                  </a:moveTo>
                  <a:lnTo>
                    <a:pt x="0" y="0"/>
                  </a:lnTo>
                  <a:lnTo>
                    <a:pt x="0" y="200412"/>
                  </a:lnTo>
                  <a:lnTo>
                    <a:pt x="200412" y="200412"/>
                  </a:lnTo>
                  <a:lnTo>
                    <a:pt x="200412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15134596" y="6859592"/>
              <a:ext cx="200660" cy="200660"/>
            </a:xfrm>
            <a:custGeom>
              <a:avLst/>
              <a:gdLst/>
              <a:ahLst/>
              <a:cxnLst/>
              <a:rect l="l" t="t" r="r" b="b"/>
              <a:pathLst>
                <a:path w="200659" h="200659">
                  <a:moveTo>
                    <a:pt x="200486" y="0"/>
                  </a:moveTo>
                  <a:lnTo>
                    <a:pt x="0" y="0"/>
                  </a:lnTo>
                  <a:lnTo>
                    <a:pt x="0" y="200486"/>
                  </a:lnTo>
                  <a:lnTo>
                    <a:pt x="200486" y="200486"/>
                  </a:lnTo>
                  <a:lnTo>
                    <a:pt x="200486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15156910" y="6859592"/>
              <a:ext cx="178435" cy="200660"/>
            </a:xfrm>
            <a:custGeom>
              <a:avLst/>
              <a:gdLst/>
              <a:ahLst/>
              <a:cxnLst/>
              <a:rect l="l" t="t" r="r" b="b"/>
              <a:pathLst>
                <a:path w="178434" h="200659">
                  <a:moveTo>
                    <a:pt x="178172" y="0"/>
                  </a:moveTo>
                  <a:lnTo>
                    <a:pt x="0" y="0"/>
                  </a:lnTo>
                  <a:lnTo>
                    <a:pt x="0" y="200486"/>
                  </a:lnTo>
                  <a:lnTo>
                    <a:pt x="178172" y="200486"/>
                  </a:lnTo>
                  <a:lnTo>
                    <a:pt x="178172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15134596" y="7196890"/>
              <a:ext cx="200660" cy="200660"/>
            </a:xfrm>
            <a:custGeom>
              <a:avLst/>
              <a:gdLst/>
              <a:ahLst/>
              <a:cxnLst/>
              <a:rect l="l" t="t" r="r" b="b"/>
              <a:pathLst>
                <a:path w="200659" h="200659">
                  <a:moveTo>
                    <a:pt x="200486" y="0"/>
                  </a:moveTo>
                  <a:lnTo>
                    <a:pt x="0" y="0"/>
                  </a:lnTo>
                  <a:lnTo>
                    <a:pt x="0" y="200486"/>
                  </a:lnTo>
                  <a:lnTo>
                    <a:pt x="200486" y="200486"/>
                  </a:lnTo>
                  <a:lnTo>
                    <a:pt x="200486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15156910" y="7196890"/>
              <a:ext cx="178435" cy="200660"/>
            </a:xfrm>
            <a:custGeom>
              <a:avLst/>
              <a:gdLst/>
              <a:ahLst/>
              <a:cxnLst/>
              <a:rect l="l" t="t" r="r" b="b"/>
              <a:pathLst>
                <a:path w="178434" h="200659">
                  <a:moveTo>
                    <a:pt x="178172" y="0"/>
                  </a:moveTo>
                  <a:lnTo>
                    <a:pt x="0" y="0"/>
                  </a:lnTo>
                  <a:lnTo>
                    <a:pt x="0" y="200486"/>
                  </a:lnTo>
                  <a:lnTo>
                    <a:pt x="178172" y="200486"/>
                  </a:lnTo>
                  <a:lnTo>
                    <a:pt x="178172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15134596" y="7534178"/>
              <a:ext cx="200660" cy="200660"/>
            </a:xfrm>
            <a:custGeom>
              <a:avLst/>
              <a:gdLst/>
              <a:ahLst/>
              <a:cxnLst/>
              <a:rect l="l" t="t" r="r" b="b"/>
              <a:pathLst>
                <a:path w="200659" h="200659">
                  <a:moveTo>
                    <a:pt x="200486" y="0"/>
                  </a:moveTo>
                  <a:lnTo>
                    <a:pt x="0" y="0"/>
                  </a:lnTo>
                  <a:lnTo>
                    <a:pt x="0" y="200486"/>
                  </a:lnTo>
                  <a:lnTo>
                    <a:pt x="200486" y="200486"/>
                  </a:lnTo>
                  <a:lnTo>
                    <a:pt x="200486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15156910" y="7534178"/>
              <a:ext cx="178435" cy="200660"/>
            </a:xfrm>
            <a:custGeom>
              <a:avLst/>
              <a:gdLst/>
              <a:ahLst/>
              <a:cxnLst/>
              <a:rect l="l" t="t" r="r" b="b"/>
              <a:pathLst>
                <a:path w="178434" h="200659">
                  <a:moveTo>
                    <a:pt x="178172" y="0"/>
                  </a:moveTo>
                  <a:lnTo>
                    <a:pt x="0" y="0"/>
                  </a:lnTo>
                  <a:lnTo>
                    <a:pt x="0" y="200486"/>
                  </a:lnTo>
                  <a:lnTo>
                    <a:pt x="178172" y="200486"/>
                  </a:lnTo>
                  <a:lnTo>
                    <a:pt x="178172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15156920" y="7534157"/>
              <a:ext cx="200660" cy="200660"/>
            </a:xfrm>
            <a:custGeom>
              <a:avLst/>
              <a:gdLst/>
              <a:ahLst/>
              <a:cxnLst/>
              <a:rect l="l" t="t" r="r" b="b"/>
              <a:pathLst>
                <a:path w="200659" h="200659">
                  <a:moveTo>
                    <a:pt x="200412" y="0"/>
                  </a:moveTo>
                  <a:lnTo>
                    <a:pt x="0" y="0"/>
                  </a:lnTo>
                  <a:lnTo>
                    <a:pt x="0" y="200412"/>
                  </a:lnTo>
                  <a:lnTo>
                    <a:pt x="200412" y="200412"/>
                  </a:lnTo>
                  <a:lnTo>
                    <a:pt x="200412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15472544" y="6859592"/>
              <a:ext cx="200660" cy="200660"/>
            </a:xfrm>
            <a:custGeom>
              <a:avLst/>
              <a:gdLst/>
              <a:ahLst/>
              <a:cxnLst/>
              <a:rect l="l" t="t" r="r" b="b"/>
              <a:pathLst>
                <a:path w="200659" h="200659">
                  <a:moveTo>
                    <a:pt x="200486" y="0"/>
                  </a:moveTo>
                  <a:lnTo>
                    <a:pt x="0" y="0"/>
                  </a:lnTo>
                  <a:lnTo>
                    <a:pt x="0" y="200486"/>
                  </a:lnTo>
                  <a:lnTo>
                    <a:pt x="200486" y="200486"/>
                  </a:lnTo>
                  <a:lnTo>
                    <a:pt x="200486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15494858" y="6859592"/>
              <a:ext cx="178435" cy="200660"/>
            </a:xfrm>
            <a:custGeom>
              <a:avLst/>
              <a:gdLst/>
              <a:ahLst/>
              <a:cxnLst/>
              <a:rect l="l" t="t" r="r" b="b"/>
              <a:pathLst>
                <a:path w="178434" h="200659">
                  <a:moveTo>
                    <a:pt x="178172" y="0"/>
                  </a:moveTo>
                  <a:lnTo>
                    <a:pt x="0" y="0"/>
                  </a:lnTo>
                  <a:lnTo>
                    <a:pt x="0" y="200486"/>
                  </a:lnTo>
                  <a:lnTo>
                    <a:pt x="178172" y="200486"/>
                  </a:lnTo>
                  <a:lnTo>
                    <a:pt x="178172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15472544" y="7196890"/>
              <a:ext cx="200660" cy="200660"/>
            </a:xfrm>
            <a:custGeom>
              <a:avLst/>
              <a:gdLst/>
              <a:ahLst/>
              <a:cxnLst/>
              <a:rect l="l" t="t" r="r" b="b"/>
              <a:pathLst>
                <a:path w="200659" h="200659">
                  <a:moveTo>
                    <a:pt x="200486" y="0"/>
                  </a:moveTo>
                  <a:lnTo>
                    <a:pt x="0" y="0"/>
                  </a:lnTo>
                  <a:lnTo>
                    <a:pt x="0" y="200486"/>
                  </a:lnTo>
                  <a:lnTo>
                    <a:pt x="200486" y="200486"/>
                  </a:lnTo>
                  <a:lnTo>
                    <a:pt x="200486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15494858" y="7196890"/>
              <a:ext cx="178435" cy="200660"/>
            </a:xfrm>
            <a:custGeom>
              <a:avLst/>
              <a:gdLst/>
              <a:ahLst/>
              <a:cxnLst/>
              <a:rect l="l" t="t" r="r" b="b"/>
              <a:pathLst>
                <a:path w="178434" h="200659">
                  <a:moveTo>
                    <a:pt x="178172" y="0"/>
                  </a:moveTo>
                  <a:lnTo>
                    <a:pt x="0" y="0"/>
                  </a:lnTo>
                  <a:lnTo>
                    <a:pt x="0" y="200486"/>
                  </a:lnTo>
                  <a:lnTo>
                    <a:pt x="178172" y="200486"/>
                  </a:lnTo>
                  <a:lnTo>
                    <a:pt x="178172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15472544" y="7534178"/>
              <a:ext cx="200660" cy="200660"/>
            </a:xfrm>
            <a:custGeom>
              <a:avLst/>
              <a:gdLst/>
              <a:ahLst/>
              <a:cxnLst/>
              <a:rect l="l" t="t" r="r" b="b"/>
              <a:pathLst>
                <a:path w="200659" h="200659">
                  <a:moveTo>
                    <a:pt x="200486" y="0"/>
                  </a:moveTo>
                  <a:lnTo>
                    <a:pt x="0" y="0"/>
                  </a:lnTo>
                  <a:lnTo>
                    <a:pt x="0" y="200486"/>
                  </a:lnTo>
                  <a:lnTo>
                    <a:pt x="200486" y="200486"/>
                  </a:lnTo>
                  <a:lnTo>
                    <a:pt x="200486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15494858" y="7534178"/>
              <a:ext cx="178435" cy="200660"/>
            </a:xfrm>
            <a:custGeom>
              <a:avLst/>
              <a:gdLst/>
              <a:ahLst/>
              <a:cxnLst/>
              <a:rect l="l" t="t" r="r" b="b"/>
              <a:pathLst>
                <a:path w="178434" h="200659">
                  <a:moveTo>
                    <a:pt x="178172" y="0"/>
                  </a:moveTo>
                  <a:lnTo>
                    <a:pt x="0" y="0"/>
                  </a:lnTo>
                  <a:lnTo>
                    <a:pt x="0" y="200486"/>
                  </a:lnTo>
                  <a:lnTo>
                    <a:pt x="178172" y="200486"/>
                  </a:lnTo>
                  <a:lnTo>
                    <a:pt x="178172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15494868" y="7534157"/>
              <a:ext cx="200660" cy="200660"/>
            </a:xfrm>
            <a:custGeom>
              <a:avLst/>
              <a:gdLst/>
              <a:ahLst/>
              <a:cxnLst/>
              <a:rect l="l" t="t" r="r" b="b"/>
              <a:pathLst>
                <a:path w="200659" h="200659">
                  <a:moveTo>
                    <a:pt x="200412" y="0"/>
                  </a:moveTo>
                  <a:lnTo>
                    <a:pt x="0" y="0"/>
                  </a:lnTo>
                  <a:lnTo>
                    <a:pt x="0" y="200412"/>
                  </a:lnTo>
                  <a:lnTo>
                    <a:pt x="200412" y="200412"/>
                  </a:lnTo>
                  <a:lnTo>
                    <a:pt x="200412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15810492" y="6859592"/>
              <a:ext cx="200660" cy="200660"/>
            </a:xfrm>
            <a:custGeom>
              <a:avLst/>
              <a:gdLst/>
              <a:ahLst/>
              <a:cxnLst/>
              <a:rect l="l" t="t" r="r" b="b"/>
              <a:pathLst>
                <a:path w="200659" h="200659">
                  <a:moveTo>
                    <a:pt x="200486" y="0"/>
                  </a:moveTo>
                  <a:lnTo>
                    <a:pt x="0" y="0"/>
                  </a:lnTo>
                  <a:lnTo>
                    <a:pt x="0" y="200486"/>
                  </a:lnTo>
                  <a:lnTo>
                    <a:pt x="200486" y="200486"/>
                  </a:lnTo>
                  <a:lnTo>
                    <a:pt x="200486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15832805" y="6859592"/>
              <a:ext cx="178435" cy="200660"/>
            </a:xfrm>
            <a:custGeom>
              <a:avLst/>
              <a:gdLst/>
              <a:ahLst/>
              <a:cxnLst/>
              <a:rect l="l" t="t" r="r" b="b"/>
              <a:pathLst>
                <a:path w="178434" h="200659">
                  <a:moveTo>
                    <a:pt x="178172" y="0"/>
                  </a:moveTo>
                  <a:lnTo>
                    <a:pt x="0" y="0"/>
                  </a:lnTo>
                  <a:lnTo>
                    <a:pt x="0" y="200486"/>
                  </a:lnTo>
                  <a:lnTo>
                    <a:pt x="178172" y="200486"/>
                  </a:lnTo>
                  <a:lnTo>
                    <a:pt x="178172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15810492" y="7196890"/>
              <a:ext cx="200660" cy="200660"/>
            </a:xfrm>
            <a:custGeom>
              <a:avLst/>
              <a:gdLst/>
              <a:ahLst/>
              <a:cxnLst/>
              <a:rect l="l" t="t" r="r" b="b"/>
              <a:pathLst>
                <a:path w="200659" h="200659">
                  <a:moveTo>
                    <a:pt x="200486" y="0"/>
                  </a:moveTo>
                  <a:lnTo>
                    <a:pt x="0" y="0"/>
                  </a:lnTo>
                  <a:lnTo>
                    <a:pt x="0" y="200486"/>
                  </a:lnTo>
                  <a:lnTo>
                    <a:pt x="200486" y="200486"/>
                  </a:lnTo>
                  <a:lnTo>
                    <a:pt x="200486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15832805" y="7196890"/>
              <a:ext cx="178435" cy="200660"/>
            </a:xfrm>
            <a:custGeom>
              <a:avLst/>
              <a:gdLst/>
              <a:ahLst/>
              <a:cxnLst/>
              <a:rect l="l" t="t" r="r" b="b"/>
              <a:pathLst>
                <a:path w="178434" h="200659">
                  <a:moveTo>
                    <a:pt x="178172" y="0"/>
                  </a:moveTo>
                  <a:lnTo>
                    <a:pt x="0" y="0"/>
                  </a:lnTo>
                  <a:lnTo>
                    <a:pt x="0" y="200486"/>
                  </a:lnTo>
                  <a:lnTo>
                    <a:pt x="178172" y="200486"/>
                  </a:lnTo>
                  <a:lnTo>
                    <a:pt x="178172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15810492" y="7534178"/>
              <a:ext cx="200660" cy="200660"/>
            </a:xfrm>
            <a:custGeom>
              <a:avLst/>
              <a:gdLst/>
              <a:ahLst/>
              <a:cxnLst/>
              <a:rect l="l" t="t" r="r" b="b"/>
              <a:pathLst>
                <a:path w="200659" h="200659">
                  <a:moveTo>
                    <a:pt x="200486" y="0"/>
                  </a:moveTo>
                  <a:lnTo>
                    <a:pt x="0" y="0"/>
                  </a:lnTo>
                  <a:lnTo>
                    <a:pt x="0" y="200486"/>
                  </a:lnTo>
                  <a:lnTo>
                    <a:pt x="200486" y="200486"/>
                  </a:lnTo>
                  <a:lnTo>
                    <a:pt x="200486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15832805" y="7534178"/>
              <a:ext cx="178435" cy="200660"/>
            </a:xfrm>
            <a:custGeom>
              <a:avLst/>
              <a:gdLst/>
              <a:ahLst/>
              <a:cxnLst/>
              <a:rect l="l" t="t" r="r" b="b"/>
              <a:pathLst>
                <a:path w="178434" h="200659">
                  <a:moveTo>
                    <a:pt x="178172" y="0"/>
                  </a:moveTo>
                  <a:lnTo>
                    <a:pt x="0" y="0"/>
                  </a:lnTo>
                  <a:lnTo>
                    <a:pt x="0" y="200486"/>
                  </a:lnTo>
                  <a:lnTo>
                    <a:pt x="178172" y="200486"/>
                  </a:lnTo>
                  <a:lnTo>
                    <a:pt x="178172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15832816" y="7534157"/>
              <a:ext cx="200660" cy="200660"/>
            </a:xfrm>
            <a:custGeom>
              <a:avLst/>
              <a:gdLst/>
              <a:ahLst/>
              <a:cxnLst/>
              <a:rect l="l" t="t" r="r" b="b"/>
              <a:pathLst>
                <a:path w="200659" h="200659">
                  <a:moveTo>
                    <a:pt x="200412" y="0"/>
                  </a:moveTo>
                  <a:lnTo>
                    <a:pt x="0" y="0"/>
                  </a:lnTo>
                  <a:lnTo>
                    <a:pt x="0" y="200412"/>
                  </a:lnTo>
                  <a:lnTo>
                    <a:pt x="200412" y="200412"/>
                  </a:lnTo>
                  <a:lnTo>
                    <a:pt x="200412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4" name="object 94" descr=""/>
          <p:cNvSpPr/>
          <p:nvPr/>
        </p:nvSpPr>
        <p:spPr>
          <a:xfrm>
            <a:off x="14918278" y="8145071"/>
            <a:ext cx="4241800" cy="277495"/>
          </a:xfrm>
          <a:custGeom>
            <a:avLst/>
            <a:gdLst/>
            <a:ahLst/>
            <a:cxnLst/>
            <a:rect l="l" t="t" r="r" b="b"/>
            <a:pathLst>
              <a:path w="4241800" h="277495">
                <a:moveTo>
                  <a:pt x="0" y="277488"/>
                </a:moveTo>
                <a:lnTo>
                  <a:pt x="4241326" y="277488"/>
                </a:lnTo>
                <a:lnTo>
                  <a:pt x="4241326" y="0"/>
                </a:lnTo>
                <a:lnTo>
                  <a:pt x="0" y="0"/>
                </a:lnTo>
                <a:lnTo>
                  <a:pt x="0" y="277488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 descr=""/>
          <p:cNvSpPr/>
          <p:nvPr/>
        </p:nvSpPr>
        <p:spPr>
          <a:xfrm>
            <a:off x="1132195" y="8145071"/>
            <a:ext cx="4076065" cy="277495"/>
          </a:xfrm>
          <a:custGeom>
            <a:avLst/>
            <a:gdLst/>
            <a:ahLst/>
            <a:cxnLst/>
            <a:rect l="l" t="t" r="r" b="b"/>
            <a:pathLst>
              <a:path w="4076065" h="277495">
                <a:moveTo>
                  <a:pt x="0" y="277488"/>
                </a:moveTo>
                <a:lnTo>
                  <a:pt x="4075792" y="277488"/>
                </a:lnTo>
                <a:lnTo>
                  <a:pt x="4075792" y="0"/>
                </a:lnTo>
                <a:lnTo>
                  <a:pt x="0" y="0"/>
                </a:lnTo>
                <a:lnTo>
                  <a:pt x="0" y="277488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 descr=""/>
          <p:cNvSpPr/>
          <p:nvPr/>
        </p:nvSpPr>
        <p:spPr>
          <a:xfrm>
            <a:off x="42463" y="8145071"/>
            <a:ext cx="1042035" cy="277495"/>
          </a:xfrm>
          <a:custGeom>
            <a:avLst/>
            <a:gdLst/>
            <a:ahLst/>
            <a:cxnLst/>
            <a:rect l="l" t="t" r="r" b="b"/>
            <a:pathLst>
              <a:path w="1042035" h="277495">
                <a:moveTo>
                  <a:pt x="0" y="277488"/>
                </a:moveTo>
                <a:lnTo>
                  <a:pt x="1041649" y="277488"/>
                </a:lnTo>
                <a:lnTo>
                  <a:pt x="1041649" y="0"/>
                </a:lnTo>
                <a:lnTo>
                  <a:pt x="0" y="0"/>
                </a:lnTo>
                <a:lnTo>
                  <a:pt x="0" y="277488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 descr=""/>
          <p:cNvSpPr/>
          <p:nvPr/>
        </p:nvSpPr>
        <p:spPr>
          <a:xfrm>
            <a:off x="19207688" y="8145071"/>
            <a:ext cx="896619" cy="277495"/>
          </a:xfrm>
          <a:custGeom>
            <a:avLst/>
            <a:gdLst/>
            <a:ahLst/>
            <a:cxnLst/>
            <a:rect l="l" t="t" r="r" b="b"/>
            <a:pathLst>
              <a:path w="896619" h="277495">
                <a:moveTo>
                  <a:pt x="0" y="277488"/>
                </a:moveTo>
                <a:lnTo>
                  <a:pt x="896406" y="277488"/>
                </a:lnTo>
                <a:lnTo>
                  <a:pt x="896406" y="0"/>
                </a:lnTo>
                <a:lnTo>
                  <a:pt x="0" y="0"/>
                </a:lnTo>
                <a:lnTo>
                  <a:pt x="0" y="277488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 descr=""/>
          <p:cNvSpPr/>
          <p:nvPr/>
        </p:nvSpPr>
        <p:spPr>
          <a:xfrm>
            <a:off x="14918278" y="8145081"/>
            <a:ext cx="4241800" cy="277495"/>
          </a:xfrm>
          <a:custGeom>
            <a:avLst/>
            <a:gdLst/>
            <a:ahLst/>
            <a:cxnLst/>
            <a:rect l="l" t="t" r="r" b="b"/>
            <a:pathLst>
              <a:path w="4241800" h="277495">
                <a:moveTo>
                  <a:pt x="0" y="277473"/>
                </a:moveTo>
                <a:lnTo>
                  <a:pt x="4241326" y="277473"/>
                </a:lnTo>
                <a:lnTo>
                  <a:pt x="4241326" y="0"/>
                </a:lnTo>
                <a:lnTo>
                  <a:pt x="0" y="0"/>
                </a:lnTo>
                <a:lnTo>
                  <a:pt x="0" y="277473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 descr=""/>
          <p:cNvSpPr/>
          <p:nvPr/>
        </p:nvSpPr>
        <p:spPr>
          <a:xfrm>
            <a:off x="3715363" y="8145081"/>
            <a:ext cx="1492885" cy="1270"/>
          </a:xfrm>
          <a:custGeom>
            <a:avLst/>
            <a:gdLst/>
            <a:ahLst/>
            <a:cxnLst/>
            <a:rect l="l" t="t" r="r" b="b"/>
            <a:pathLst>
              <a:path w="1492885" h="1270">
                <a:moveTo>
                  <a:pt x="0" y="1015"/>
                </a:moveTo>
                <a:lnTo>
                  <a:pt x="1492624" y="1015"/>
                </a:lnTo>
                <a:lnTo>
                  <a:pt x="1492624" y="0"/>
                </a:lnTo>
                <a:lnTo>
                  <a:pt x="0" y="0"/>
                </a:lnTo>
                <a:lnTo>
                  <a:pt x="0" y="1015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 descr=""/>
          <p:cNvSpPr/>
          <p:nvPr/>
        </p:nvSpPr>
        <p:spPr>
          <a:xfrm>
            <a:off x="2190362" y="8146097"/>
            <a:ext cx="1463675" cy="9525"/>
          </a:xfrm>
          <a:custGeom>
            <a:avLst/>
            <a:gdLst/>
            <a:ahLst/>
            <a:cxnLst/>
            <a:rect l="l" t="t" r="r" b="b"/>
            <a:pathLst>
              <a:path w="1463675" h="9525">
                <a:moveTo>
                  <a:pt x="0" y="9392"/>
                </a:moveTo>
                <a:lnTo>
                  <a:pt x="1463568" y="9392"/>
                </a:lnTo>
                <a:lnTo>
                  <a:pt x="1463568" y="0"/>
                </a:lnTo>
                <a:lnTo>
                  <a:pt x="0" y="0"/>
                </a:lnTo>
                <a:lnTo>
                  <a:pt x="0" y="9392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 descr=""/>
          <p:cNvSpPr/>
          <p:nvPr/>
        </p:nvSpPr>
        <p:spPr>
          <a:xfrm>
            <a:off x="2190362" y="8145081"/>
            <a:ext cx="1463675" cy="1270"/>
          </a:xfrm>
          <a:custGeom>
            <a:avLst/>
            <a:gdLst/>
            <a:ahLst/>
            <a:cxnLst/>
            <a:rect l="l" t="t" r="r" b="b"/>
            <a:pathLst>
              <a:path w="1463675" h="1270">
                <a:moveTo>
                  <a:pt x="0" y="1015"/>
                </a:moveTo>
                <a:lnTo>
                  <a:pt x="1463568" y="1015"/>
                </a:lnTo>
                <a:lnTo>
                  <a:pt x="1463568" y="0"/>
                </a:lnTo>
                <a:lnTo>
                  <a:pt x="0" y="0"/>
                </a:lnTo>
                <a:lnTo>
                  <a:pt x="0" y="1015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 descr=""/>
          <p:cNvSpPr/>
          <p:nvPr/>
        </p:nvSpPr>
        <p:spPr>
          <a:xfrm>
            <a:off x="1132195" y="8155489"/>
            <a:ext cx="996950" cy="1905"/>
          </a:xfrm>
          <a:custGeom>
            <a:avLst/>
            <a:gdLst/>
            <a:ahLst/>
            <a:cxnLst/>
            <a:rect l="l" t="t" r="r" b="b"/>
            <a:pathLst>
              <a:path w="996950" h="1904">
                <a:moveTo>
                  <a:pt x="0" y="1497"/>
                </a:moveTo>
                <a:lnTo>
                  <a:pt x="996744" y="1497"/>
                </a:lnTo>
                <a:lnTo>
                  <a:pt x="996744" y="0"/>
                </a:lnTo>
                <a:lnTo>
                  <a:pt x="0" y="0"/>
                </a:lnTo>
                <a:lnTo>
                  <a:pt x="0" y="1497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 descr=""/>
          <p:cNvSpPr/>
          <p:nvPr/>
        </p:nvSpPr>
        <p:spPr>
          <a:xfrm>
            <a:off x="3715363" y="8155489"/>
            <a:ext cx="1492885" cy="1905"/>
          </a:xfrm>
          <a:custGeom>
            <a:avLst/>
            <a:gdLst/>
            <a:ahLst/>
            <a:cxnLst/>
            <a:rect l="l" t="t" r="r" b="b"/>
            <a:pathLst>
              <a:path w="1492885" h="1904">
                <a:moveTo>
                  <a:pt x="0" y="1497"/>
                </a:moveTo>
                <a:lnTo>
                  <a:pt x="1492624" y="1497"/>
                </a:lnTo>
                <a:lnTo>
                  <a:pt x="1492624" y="0"/>
                </a:lnTo>
                <a:lnTo>
                  <a:pt x="0" y="0"/>
                </a:lnTo>
                <a:lnTo>
                  <a:pt x="0" y="1497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 descr=""/>
          <p:cNvSpPr/>
          <p:nvPr/>
        </p:nvSpPr>
        <p:spPr>
          <a:xfrm>
            <a:off x="1132195" y="8146097"/>
            <a:ext cx="996950" cy="9525"/>
          </a:xfrm>
          <a:custGeom>
            <a:avLst/>
            <a:gdLst/>
            <a:ahLst/>
            <a:cxnLst/>
            <a:rect l="l" t="t" r="r" b="b"/>
            <a:pathLst>
              <a:path w="996950" h="9525">
                <a:moveTo>
                  <a:pt x="0" y="9392"/>
                </a:moveTo>
                <a:lnTo>
                  <a:pt x="996744" y="9392"/>
                </a:lnTo>
                <a:lnTo>
                  <a:pt x="996744" y="0"/>
                </a:lnTo>
                <a:lnTo>
                  <a:pt x="0" y="0"/>
                </a:lnTo>
                <a:lnTo>
                  <a:pt x="0" y="9392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 descr=""/>
          <p:cNvSpPr/>
          <p:nvPr/>
        </p:nvSpPr>
        <p:spPr>
          <a:xfrm>
            <a:off x="3715363" y="8146097"/>
            <a:ext cx="1492885" cy="9525"/>
          </a:xfrm>
          <a:custGeom>
            <a:avLst/>
            <a:gdLst/>
            <a:ahLst/>
            <a:cxnLst/>
            <a:rect l="l" t="t" r="r" b="b"/>
            <a:pathLst>
              <a:path w="1492885" h="9525">
                <a:moveTo>
                  <a:pt x="0" y="9392"/>
                </a:moveTo>
                <a:lnTo>
                  <a:pt x="1492624" y="9392"/>
                </a:lnTo>
                <a:lnTo>
                  <a:pt x="1492624" y="0"/>
                </a:lnTo>
                <a:lnTo>
                  <a:pt x="0" y="0"/>
                </a:lnTo>
                <a:lnTo>
                  <a:pt x="0" y="9392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 descr=""/>
          <p:cNvSpPr/>
          <p:nvPr/>
        </p:nvSpPr>
        <p:spPr>
          <a:xfrm>
            <a:off x="1132195" y="8145081"/>
            <a:ext cx="996950" cy="1270"/>
          </a:xfrm>
          <a:custGeom>
            <a:avLst/>
            <a:gdLst/>
            <a:ahLst/>
            <a:cxnLst/>
            <a:rect l="l" t="t" r="r" b="b"/>
            <a:pathLst>
              <a:path w="996950" h="1270">
                <a:moveTo>
                  <a:pt x="0" y="1015"/>
                </a:moveTo>
                <a:lnTo>
                  <a:pt x="996744" y="1015"/>
                </a:lnTo>
                <a:lnTo>
                  <a:pt x="996744" y="0"/>
                </a:lnTo>
                <a:lnTo>
                  <a:pt x="0" y="0"/>
                </a:lnTo>
                <a:lnTo>
                  <a:pt x="0" y="1015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 descr=""/>
          <p:cNvSpPr/>
          <p:nvPr/>
        </p:nvSpPr>
        <p:spPr>
          <a:xfrm>
            <a:off x="1132195" y="8156987"/>
            <a:ext cx="996950" cy="74930"/>
          </a:xfrm>
          <a:custGeom>
            <a:avLst/>
            <a:gdLst/>
            <a:ahLst/>
            <a:cxnLst/>
            <a:rect l="l" t="t" r="r" b="b"/>
            <a:pathLst>
              <a:path w="996950" h="74929">
                <a:moveTo>
                  <a:pt x="0" y="74908"/>
                </a:moveTo>
                <a:lnTo>
                  <a:pt x="996744" y="74908"/>
                </a:lnTo>
                <a:lnTo>
                  <a:pt x="996744" y="0"/>
                </a:lnTo>
                <a:lnTo>
                  <a:pt x="0" y="0"/>
                </a:lnTo>
                <a:lnTo>
                  <a:pt x="0" y="74908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 descr=""/>
          <p:cNvSpPr/>
          <p:nvPr/>
        </p:nvSpPr>
        <p:spPr>
          <a:xfrm>
            <a:off x="2190362" y="8156987"/>
            <a:ext cx="34925" cy="74930"/>
          </a:xfrm>
          <a:custGeom>
            <a:avLst/>
            <a:gdLst/>
            <a:ahLst/>
            <a:cxnLst/>
            <a:rect l="l" t="t" r="r" b="b"/>
            <a:pathLst>
              <a:path w="34925" h="74929">
                <a:moveTo>
                  <a:pt x="0" y="74908"/>
                </a:moveTo>
                <a:lnTo>
                  <a:pt x="34354" y="74908"/>
                </a:lnTo>
                <a:lnTo>
                  <a:pt x="34354" y="0"/>
                </a:lnTo>
                <a:lnTo>
                  <a:pt x="0" y="0"/>
                </a:lnTo>
                <a:lnTo>
                  <a:pt x="0" y="74908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 descr=""/>
          <p:cNvSpPr/>
          <p:nvPr/>
        </p:nvSpPr>
        <p:spPr>
          <a:xfrm>
            <a:off x="1132195" y="8231895"/>
            <a:ext cx="996950" cy="191135"/>
          </a:xfrm>
          <a:custGeom>
            <a:avLst/>
            <a:gdLst/>
            <a:ahLst/>
            <a:cxnLst/>
            <a:rect l="l" t="t" r="r" b="b"/>
            <a:pathLst>
              <a:path w="996950" h="191134">
                <a:moveTo>
                  <a:pt x="0" y="190659"/>
                </a:moveTo>
                <a:lnTo>
                  <a:pt x="996744" y="190659"/>
                </a:lnTo>
                <a:lnTo>
                  <a:pt x="996744" y="0"/>
                </a:lnTo>
                <a:lnTo>
                  <a:pt x="0" y="0"/>
                </a:lnTo>
                <a:lnTo>
                  <a:pt x="0" y="190659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 descr=""/>
          <p:cNvSpPr/>
          <p:nvPr/>
        </p:nvSpPr>
        <p:spPr>
          <a:xfrm>
            <a:off x="2190362" y="8231895"/>
            <a:ext cx="34925" cy="191135"/>
          </a:xfrm>
          <a:custGeom>
            <a:avLst/>
            <a:gdLst/>
            <a:ahLst/>
            <a:cxnLst/>
            <a:rect l="l" t="t" r="r" b="b"/>
            <a:pathLst>
              <a:path w="34925" h="191134">
                <a:moveTo>
                  <a:pt x="0" y="190659"/>
                </a:moveTo>
                <a:lnTo>
                  <a:pt x="34354" y="190659"/>
                </a:lnTo>
                <a:lnTo>
                  <a:pt x="34354" y="0"/>
                </a:lnTo>
                <a:lnTo>
                  <a:pt x="0" y="0"/>
                </a:lnTo>
                <a:lnTo>
                  <a:pt x="0" y="190659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 descr=""/>
          <p:cNvSpPr/>
          <p:nvPr/>
        </p:nvSpPr>
        <p:spPr>
          <a:xfrm>
            <a:off x="2286139" y="8231895"/>
            <a:ext cx="1278890" cy="191135"/>
          </a:xfrm>
          <a:custGeom>
            <a:avLst/>
            <a:gdLst/>
            <a:ahLst/>
            <a:cxnLst/>
            <a:rect l="l" t="t" r="r" b="b"/>
            <a:pathLst>
              <a:path w="1278889" h="191134">
                <a:moveTo>
                  <a:pt x="0" y="190659"/>
                </a:moveTo>
                <a:lnTo>
                  <a:pt x="1278788" y="190659"/>
                </a:lnTo>
                <a:lnTo>
                  <a:pt x="1278788" y="0"/>
                </a:lnTo>
                <a:lnTo>
                  <a:pt x="0" y="0"/>
                </a:lnTo>
                <a:lnTo>
                  <a:pt x="0" y="190659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 descr=""/>
          <p:cNvSpPr/>
          <p:nvPr/>
        </p:nvSpPr>
        <p:spPr>
          <a:xfrm>
            <a:off x="3626350" y="8156987"/>
            <a:ext cx="27940" cy="74930"/>
          </a:xfrm>
          <a:custGeom>
            <a:avLst/>
            <a:gdLst/>
            <a:ahLst/>
            <a:cxnLst/>
            <a:rect l="l" t="t" r="r" b="b"/>
            <a:pathLst>
              <a:path w="27939" h="74929">
                <a:moveTo>
                  <a:pt x="0" y="74908"/>
                </a:moveTo>
                <a:lnTo>
                  <a:pt x="27580" y="74908"/>
                </a:lnTo>
                <a:lnTo>
                  <a:pt x="27580" y="0"/>
                </a:lnTo>
                <a:lnTo>
                  <a:pt x="0" y="0"/>
                </a:lnTo>
                <a:lnTo>
                  <a:pt x="0" y="74908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 descr=""/>
          <p:cNvSpPr/>
          <p:nvPr/>
        </p:nvSpPr>
        <p:spPr>
          <a:xfrm>
            <a:off x="3715363" y="8156987"/>
            <a:ext cx="1492885" cy="74930"/>
          </a:xfrm>
          <a:custGeom>
            <a:avLst/>
            <a:gdLst/>
            <a:ahLst/>
            <a:cxnLst/>
            <a:rect l="l" t="t" r="r" b="b"/>
            <a:pathLst>
              <a:path w="1492885" h="74929">
                <a:moveTo>
                  <a:pt x="0" y="74908"/>
                </a:moveTo>
                <a:lnTo>
                  <a:pt x="1492624" y="74908"/>
                </a:lnTo>
                <a:lnTo>
                  <a:pt x="1492624" y="0"/>
                </a:lnTo>
                <a:lnTo>
                  <a:pt x="0" y="0"/>
                </a:lnTo>
                <a:lnTo>
                  <a:pt x="0" y="74908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 descr=""/>
          <p:cNvSpPr/>
          <p:nvPr/>
        </p:nvSpPr>
        <p:spPr>
          <a:xfrm>
            <a:off x="3626350" y="8231895"/>
            <a:ext cx="27940" cy="191135"/>
          </a:xfrm>
          <a:custGeom>
            <a:avLst/>
            <a:gdLst/>
            <a:ahLst/>
            <a:cxnLst/>
            <a:rect l="l" t="t" r="r" b="b"/>
            <a:pathLst>
              <a:path w="27939" h="191134">
                <a:moveTo>
                  <a:pt x="0" y="190659"/>
                </a:moveTo>
                <a:lnTo>
                  <a:pt x="27580" y="190659"/>
                </a:lnTo>
                <a:lnTo>
                  <a:pt x="27580" y="0"/>
                </a:lnTo>
                <a:lnTo>
                  <a:pt x="0" y="0"/>
                </a:lnTo>
                <a:lnTo>
                  <a:pt x="0" y="190659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 descr=""/>
          <p:cNvSpPr/>
          <p:nvPr/>
        </p:nvSpPr>
        <p:spPr>
          <a:xfrm>
            <a:off x="3715363" y="8231895"/>
            <a:ext cx="1492885" cy="191135"/>
          </a:xfrm>
          <a:custGeom>
            <a:avLst/>
            <a:gdLst/>
            <a:ahLst/>
            <a:cxnLst/>
            <a:rect l="l" t="t" r="r" b="b"/>
            <a:pathLst>
              <a:path w="1492885" h="191134">
                <a:moveTo>
                  <a:pt x="0" y="190659"/>
                </a:moveTo>
                <a:lnTo>
                  <a:pt x="1492624" y="190659"/>
                </a:lnTo>
                <a:lnTo>
                  <a:pt x="1492624" y="0"/>
                </a:lnTo>
                <a:lnTo>
                  <a:pt x="0" y="0"/>
                </a:lnTo>
                <a:lnTo>
                  <a:pt x="0" y="190659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 descr=""/>
          <p:cNvSpPr/>
          <p:nvPr/>
        </p:nvSpPr>
        <p:spPr>
          <a:xfrm>
            <a:off x="42470" y="8145081"/>
            <a:ext cx="1042035" cy="277495"/>
          </a:xfrm>
          <a:custGeom>
            <a:avLst/>
            <a:gdLst/>
            <a:ahLst/>
            <a:cxnLst/>
            <a:rect l="l" t="t" r="r" b="b"/>
            <a:pathLst>
              <a:path w="1042035" h="277495">
                <a:moveTo>
                  <a:pt x="0" y="277473"/>
                </a:moveTo>
                <a:lnTo>
                  <a:pt x="1041643" y="277473"/>
                </a:lnTo>
                <a:lnTo>
                  <a:pt x="1041643" y="0"/>
                </a:lnTo>
                <a:lnTo>
                  <a:pt x="0" y="0"/>
                </a:lnTo>
                <a:lnTo>
                  <a:pt x="0" y="277473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 descr=""/>
          <p:cNvSpPr/>
          <p:nvPr/>
        </p:nvSpPr>
        <p:spPr>
          <a:xfrm>
            <a:off x="19207688" y="8145081"/>
            <a:ext cx="896619" cy="277495"/>
          </a:xfrm>
          <a:custGeom>
            <a:avLst/>
            <a:gdLst/>
            <a:ahLst/>
            <a:cxnLst/>
            <a:rect l="l" t="t" r="r" b="b"/>
            <a:pathLst>
              <a:path w="896619" h="277495">
                <a:moveTo>
                  <a:pt x="0" y="277473"/>
                </a:moveTo>
                <a:lnTo>
                  <a:pt x="896411" y="277473"/>
                </a:lnTo>
                <a:lnTo>
                  <a:pt x="896411" y="0"/>
                </a:lnTo>
                <a:lnTo>
                  <a:pt x="0" y="0"/>
                </a:lnTo>
                <a:lnTo>
                  <a:pt x="0" y="277473"/>
                </a:lnTo>
                <a:close/>
              </a:path>
            </a:pathLst>
          </a:custGeom>
          <a:solidFill>
            <a:srgbClr val="FFFFFF">
              <a:alpha val="69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8" name="object 118" descr=""/>
          <p:cNvGrpSpPr/>
          <p:nvPr/>
        </p:nvGrpSpPr>
        <p:grpSpPr>
          <a:xfrm>
            <a:off x="6375732" y="4982518"/>
            <a:ext cx="8544560" cy="3162935"/>
            <a:chOff x="6375732" y="4982518"/>
            <a:chExt cx="8544560" cy="3162935"/>
          </a:xfrm>
        </p:grpSpPr>
        <p:sp>
          <p:nvSpPr>
            <p:cNvPr id="119" name="object 119" descr=""/>
            <p:cNvSpPr/>
            <p:nvPr/>
          </p:nvSpPr>
          <p:spPr>
            <a:xfrm>
              <a:off x="8943706" y="4982518"/>
              <a:ext cx="2214245" cy="820419"/>
            </a:xfrm>
            <a:custGeom>
              <a:avLst/>
              <a:gdLst/>
              <a:ahLst/>
              <a:cxnLst/>
              <a:rect l="l" t="t" r="r" b="b"/>
              <a:pathLst>
                <a:path w="2214245" h="820420">
                  <a:moveTo>
                    <a:pt x="0" y="819891"/>
                  </a:moveTo>
                  <a:lnTo>
                    <a:pt x="2213964" y="819891"/>
                  </a:lnTo>
                  <a:lnTo>
                    <a:pt x="2213964" y="0"/>
                  </a:lnTo>
                  <a:lnTo>
                    <a:pt x="0" y="0"/>
                  </a:lnTo>
                  <a:lnTo>
                    <a:pt x="0" y="819891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6375732" y="5802409"/>
              <a:ext cx="7350125" cy="403860"/>
            </a:xfrm>
            <a:custGeom>
              <a:avLst/>
              <a:gdLst/>
              <a:ahLst/>
              <a:cxnLst/>
              <a:rect l="l" t="t" r="r" b="b"/>
              <a:pathLst>
                <a:path w="7350125" h="403860">
                  <a:moveTo>
                    <a:pt x="7349985" y="0"/>
                  </a:moveTo>
                  <a:lnTo>
                    <a:pt x="0" y="0"/>
                  </a:lnTo>
                  <a:lnTo>
                    <a:pt x="0" y="403359"/>
                  </a:lnTo>
                  <a:lnTo>
                    <a:pt x="7349985" y="403359"/>
                  </a:lnTo>
                  <a:lnTo>
                    <a:pt x="7349985" y="0"/>
                  </a:lnTo>
                  <a:close/>
                </a:path>
              </a:pathLst>
            </a:custGeom>
            <a:solidFill>
              <a:srgbClr val="CDEB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11497252" y="6205748"/>
              <a:ext cx="1250315" cy="1939925"/>
            </a:xfrm>
            <a:custGeom>
              <a:avLst/>
              <a:gdLst/>
              <a:ahLst/>
              <a:cxnLst/>
              <a:rect l="l" t="t" r="r" b="b"/>
              <a:pathLst>
                <a:path w="1250315" h="1939925">
                  <a:moveTo>
                    <a:pt x="0" y="1939417"/>
                  </a:moveTo>
                  <a:lnTo>
                    <a:pt x="1250286" y="1939417"/>
                  </a:lnTo>
                  <a:lnTo>
                    <a:pt x="1250286" y="0"/>
                  </a:lnTo>
                  <a:lnTo>
                    <a:pt x="0" y="0"/>
                  </a:lnTo>
                  <a:lnTo>
                    <a:pt x="0" y="193941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11511238" y="7143443"/>
              <a:ext cx="561340" cy="1002030"/>
            </a:xfrm>
            <a:custGeom>
              <a:avLst/>
              <a:gdLst/>
              <a:ahLst/>
              <a:cxnLst/>
              <a:rect l="l" t="t" r="r" b="b"/>
              <a:pathLst>
                <a:path w="561340" h="1002029">
                  <a:moveTo>
                    <a:pt x="280441" y="0"/>
                  </a:moveTo>
                  <a:lnTo>
                    <a:pt x="235097" y="3718"/>
                  </a:lnTo>
                  <a:lnTo>
                    <a:pt x="192029" y="14476"/>
                  </a:lnTo>
                  <a:lnTo>
                    <a:pt x="151825" y="31682"/>
                  </a:lnTo>
                  <a:lnTo>
                    <a:pt x="115073" y="54741"/>
                  </a:lnTo>
                  <a:lnTo>
                    <a:pt x="82362" y="83061"/>
                  </a:lnTo>
                  <a:lnTo>
                    <a:pt x="54280" y="116048"/>
                  </a:lnTo>
                  <a:lnTo>
                    <a:pt x="31414" y="153108"/>
                  </a:lnTo>
                  <a:lnTo>
                    <a:pt x="14354" y="193649"/>
                  </a:lnTo>
                  <a:lnTo>
                    <a:pt x="3686" y="237076"/>
                  </a:lnTo>
                  <a:lnTo>
                    <a:pt x="0" y="282797"/>
                  </a:lnTo>
                  <a:lnTo>
                    <a:pt x="0" y="1001718"/>
                  </a:lnTo>
                  <a:lnTo>
                    <a:pt x="555543" y="1001718"/>
                  </a:lnTo>
                  <a:lnTo>
                    <a:pt x="558464" y="1001718"/>
                  </a:lnTo>
                  <a:lnTo>
                    <a:pt x="560778" y="999383"/>
                  </a:lnTo>
                  <a:lnTo>
                    <a:pt x="560778" y="282797"/>
                  </a:lnTo>
                  <a:lnTo>
                    <a:pt x="557092" y="237076"/>
                  </a:lnTo>
                  <a:lnTo>
                    <a:pt x="546425" y="193649"/>
                  </a:lnTo>
                  <a:lnTo>
                    <a:pt x="529366" y="153108"/>
                  </a:lnTo>
                  <a:lnTo>
                    <a:pt x="506505" y="116048"/>
                  </a:lnTo>
                  <a:lnTo>
                    <a:pt x="478429" y="83061"/>
                  </a:lnTo>
                  <a:lnTo>
                    <a:pt x="445727" y="54741"/>
                  </a:lnTo>
                  <a:lnTo>
                    <a:pt x="408989" y="31682"/>
                  </a:lnTo>
                  <a:lnTo>
                    <a:pt x="368803" y="14476"/>
                  </a:lnTo>
                  <a:lnTo>
                    <a:pt x="325757" y="3718"/>
                  </a:lnTo>
                  <a:lnTo>
                    <a:pt x="280441" y="0"/>
                  </a:lnTo>
                  <a:close/>
                </a:path>
              </a:pathLst>
            </a:custGeom>
            <a:solidFill>
              <a:srgbClr val="FBFB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11633011" y="6205772"/>
              <a:ext cx="964565" cy="57150"/>
            </a:xfrm>
            <a:custGeom>
              <a:avLst/>
              <a:gdLst/>
              <a:ahLst/>
              <a:cxnLst/>
              <a:rect l="l" t="t" r="r" b="b"/>
              <a:pathLst>
                <a:path w="964565" h="57150">
                  <a:moveTo>
                    <a:pt x="964473" y="0"/>
                  </a:moveTo>
                  <a:lnTo>
                    <a:pt x="0" y="0"/>
                  </a:lnTo>
                  <a:lnTo>
                    <a:pt x="0" y="28323"/>
                  </a:lnTo>
                  <a:lnTo>
                    <a:pt x="2215" y="39334"/>
                  </a:lnTo>
                  <a:lnTo>
                    <a:pt x="8243" y="48346"/>
                  </a:lnTo>
                  <a:lnTo>
                    <a:pt x="17157" y="54433"/>
                  </a:lnTo>
                  <a:lnTo>
                    <a:pt x="28030" y="56668"/>
                  </a:lnTo>
                  <a:lnTo>
                    <a:pt x="936390" y="56668"/>
                  </a:lnTo>
                  <a:lnTo>
                    <a:pt x="947302" y="54433"/>
                  </a:lnTo>
                  <a:lnTo>
                    <a:pt x="956231" y="48346"/>
                  </a:lnTo>
                  <a:lnTo>
                    <a:pt x="962260" y="39334"/>
                  </a:lnTo>
                  <a:lnTo>
                    <a:pt x="964473" y="28323"/>
                  </a:lnTo>
                  <a:lnTo>
                    <a:pt x="964473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12210898" y="6205759"/>
              <a:ext cx="2466340" cy="1939925"/>
            </a:xfrm>
            <a:custGeom>
              <a:avLst/>
              <a:gdLst/>
              <a:ahLst/>
              <a:cxnLst/>
              <a:rect l="l" t="t" r="r" b="b"/>
              <a:pathLst>
                <a:path w="2466340" h="1939925">
                  <a:moveTo>
                    <a:pt x="2466302" y="0"/>
                  </a:moveTo>
                  <a:lnTo>
                    <a:pt x="536651" y="0"/>
                  </a:lnTo>
                  <a:lnTo>
                    <a:pt x="536651" y="1108075"/>
                  </a:lnTo>
                  <a:lnTo>
                    <a:pt x="529386" y="1090803"/>
                  </a:lnTo>
                  <a:lnTo>
                    <a:pt x="506526" y="1053744"/>
                  </a:lnTo>
                  <a:lnTo>
                    <a:pt x="478447" y="1020749"/>
                  </a:lnTo>
                  <a:lnTo>
                    <a:pt x="445731" y="992428"/>
                  </a:lnTo>
                  <a:lnTo>
                    <a:pt x="408990" y="969378"/>
                  </a:lnTo>
                  <a:lnTo>
                    <a:pt x="368808" y="952169"/>
                  </a:lnTo>
                  <a:lnTo>
                    <a:pt x="325755" y="941412"/>
                  </a:lnTo>
                  <a:lnTo>
                    <a:pt x="280428" y="937691"/>
                  </a:lnTo>
                  <a:lnTo>
                    <a:pt x="235102" y="941412"/>
                  </a:lnTo>
                  <a:lnTo>
                    <a:pt x="192036" y="952169"/>
                  </a:lnTo>
                  <a:lnTo>
                    <a:pt x="151828" y="969378"/>
                  </a:lnTo>
                  <a:lnTo>
                    <a:pt x="115087" y="992428"/>
                  </a:lnTo>
                  <a:lnTo>
                    <a:pt x="82372" y="1020749"/>
                  </a:lnTo>
                  <a:lnTo>
                    <a:pt x="54292" y="1053744"/>
                  </a:lnTo>
                  <a:lnTo>
                    <a:pt x="31419" y="1090803"/>
                  </a:lnTo>
                  <a:lnTo>
                    <a:pt x="14363" y="1131341"/>
                  </a:lnTo>
                  <a:lnTo>
                    <a:pt x="3695" y="1174762"/>
                  </a:lnTo>
                  <a:lnTo>
                    <a:pt x="0" y="1220482"/>
                  </a:lnTo>
                  <a:lnTo>
                    <a:pt x="0" y="1939404"/>
                  </a:lnTo>
                  <a:lnTo>
                    <a:pt x="536651" y="1939404"/>
                  </a:lnTo>
                  <a:lnTo>
                    <a:pt x="2466302" y="1939417"/>
                  </a:lnTo>
                  <a:lnTo>
                    <a:pt x="2466302" y="0"/>
                  </a:lnTo>
                  <a:close/>
                </a:path>
              </a:pathLst>
            </a:custGeom>
            <a:solidFill>
              <a:srgbClr val="FBFB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12531148" y="5536252"/>
              <a:ext cx="2389505" cy="572135"/>
            </a:xfrm>
            <a:custGeom>
              <a:avLst/>
              <a:gdLst/>
              <a:ahLst/>
              <a:cxnLst/>
              <a:rect l="l" t="t" r="r" b="b"/>
              <a:pathLst>
                <a:path w="2389505" h="572135">
                  <a:moveTo>
                    <a:pt x="1194539" y="0"/>
                  </a:moveTo>
                  <a:lnTo>
                    <a:pt x="0" y="520340"/>
                  </a:lnTo>
                  <a:lnTo>
                    <a:pt x="73" y="571930"/>
                  </a:lnTo>
                  <a:lnTo>
                    <a:pt x="2388932" y="571930"/>
                  </a:lnTo>
                  <a:lnTo>
                    <a:pt x="2389005" y="520266"/>
                  </a:lnTo>
                  <a:lnTo>
                    <a:pt x="119453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12597473" y="5584361"/>
              <a:ext cx="2256790" cy="621665"/>
            </a:xfrm>
            <a:custGeom>
              <a:avLst/>
              <a:gdLst/>
              <a:ahLst/>
              <a:cxnLst/>
              <a:rect l="l" t="t" r="r" b="b"/>
              <a:pathLst>
                <a:path w="2256790" h="621664">
                  <a:moveTo>
                    <a:pt x="2220341" y="475729"/>
                  </a:moveTo>
                  <a:lnTo>
                    <a:pt x="1128217" y="0"/>
                  </a:lnTo>
                  <a:lnTo>
                    <a:pt x="36106" y="475729"/>
                  </a:lnTo>
                  <a:lnTo>
                    <a:pt x="2220341" y="475729"/>
                  </a:lnTo>
                  <a:close/>
                </a:path>
                <a:path w="2256790" h="621664">
                  <a:moveTo>
                    <a:pt x="2256409" y="523824"/>
                  </a:moveTo>
                  <a:lnTo>
                    <a:pt x="0" y="523824"/>
                  </a:lnTo>
                  <a:lnTo>
                    <a:pt x="0" y="621411"/>
                  </a:lnTo>
                  <a:lnTo>
                    <a:pt x="2256409" y="621411"/>
                  </a:lnTo>
                  <a:lnTo>
                    <a:pt x="2256409" y="523824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14553777" y="6205772"/>
              <a:ext cx="300355" cy="56515"/>
            </a:xfrm>
            <a:custGeom>
              <a:avLst/>
              <a:gdLst/>
              <a:ahLst/>
              <a:cxnLst/>
              <a:rect l="l" t="t" r="r" b="b"/>
              <a:pathLst>
                <a:path w="300355" h="56514">
                  <a:moveTo>
                    <a:pt x="300116" y="0"/>
                  </a:moveTo>
                  <a:lnTo>
                    <a:pt x="0" y="0"/>
                  </a:lnTo>
                  <a:lnTo>
                    <a:pt x="0" y="28082"/>
                  </a:lnTo>
                  <a:lnTo>
                    <a:pt x="2187" y="38961"/>
                  </a:lnTo>
                  <a:lnTo>
                    <a:pt x="8147" y="47855"/>
                  </a:lnTo>
                  <a:lnTo>
                    <a:pt x="16976" y="53858"/>
                  </a:lnTo>
                  <a:lnTo>
                    <a:pt x="27768" y="56061"/>
                  </a:lnTo>
                  <a:lnTo>
                    <a:pt x="272368" y="56061"/>
                  </a:lnTo>
                  <a:lnTo>
                    <a:pt x="283118" y="53858"/>
                  </a:lnTo>
                  <a:lnTo>
                    <a:pt x="291943" y="47855"/>
                  </a:lnTo>
                  <a:lnTo>
                    <a:pt x="297918" y="38961"/>
                  </a:lnTo>
                  <a:lnTo>
                    <a:pt x="300116" y="28082"/>
                  </a:lnTo>
                  <a:lnTo>
                    <a:pt x="30011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14595548" y="6261830"/>
              <a:ext cx="217170" cy="1670050"/>
            </a:xfrm>
            <a:custGeom>
              <a:avLst/>
              <a:gdLst/>
              <a:ahLst/>
              <a:cxnLst/>
              <a:rect l="l" t="t" r="r" b="b"/>
              <a:pathLst>
                <a:path w="217169" h="1670050">
                  <a:moveTo>
                    <a:pt x="206014" y="0"/>
                  </a:moveTo>
                  <a:lnTo>
                    <a:pt x="10575" y="0"/>
                  </a:lnTo>
                  <a:lnTo>
                    <a:pt x="0" y="1669938"/>
                  </a:lnTo>
                  <a:lnTo>
                    <a:pt x="216590" y="1669938"/>
                  </a:lnTo>
                  <a:lnTo>
                    <a:pt x="206014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12930111" y="6205772"/>
              <a:ext cx="1910714" cy="1939925"/>
            </a:xfrm>
            <a:custGeom>
              <a:avLst/>
              <a:gdLst/>
              <a:ahLst/>
              <a:cxnLst/>
              <a:rect l="l" t="t" r="r" b="b"/>
              <a:pathLst>
                <a:path w="1910715" h="1939925">
                  <a:moveTo>
                    <a:pt x="300113" y="0"/>
                  </a:moveTo>
                  <a:lnTo>
                    <a:pt x="0" y="0"/>
                  </a:lnTo>
                  <a:lnTo>
                    <a:pt x="0" y="28092"/>
                  </a:lnTo>
                  <a:lnTo>
                    <a:pt x="2184" y="38963"/>
                  </a:lnTo>
                  <a:lnTo>
                    <a:pt x="8128" y="47866"/>
                  </a:lnTo>
                  <a:lnTo>
                    <a:pt x="16954" y="53860"/>
                  </a:lnTo>
                  <a:lnTo>
                    <a:pt x="27749" y="56070"/>
                  </a:lnTo>
                  <a:lnTo>
                    <a:pt x="272275" y="56070"/>
                  </a:lnTo>
                  <a:lnTo>
                    <a:pt x="283070" y="53860"/>
                  </a:lnTo>
                  <a:lnTo>
                    <a:pt x="291934" y="47866"/>
                  </a:lnTo>
                  <a:lnTo>
                    <a:pt x="297916" y="38963"/>
                  </a:lnTo>
                  <a:lnTo>
                    <a:pt x="300113" y="28092"/>
                  </a:lnTo>
                  <a:lnTo>
                    <a:pt x="300113" y="0"/>
                  </a:lnTo>
                  <a:close/>
                </a:path>
                <a:path w="1910715" h="1939925">
                  <a:moveTo>
                    <a:pt x="1910638" y="1726018"/>
                  </a:moveTo>
                  <a:lnTo>
                    <a:pt x="1636801" y="1726018"/>
                  </a:lnTo>
                  <a:lnTo>
                    <a:pt x="1636801" y="1939404"/>
                  </a:lnTo>
                  <a:lnTo>
                    <a:pt x="1910638" y="1939404"/>
                  </a:lnTo>
                  <a:lnTo>
                    <a:pt x="1910638" y="1726018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12971864" y="6261830"/>
              <a:ext cx="216535" cy="1670050"/>
            </a:xfrm>
            <a:custGeom>
              <a:avLst/>
              <a:gdLst/>
              <a:ahLst/>
              <a:cxnLst/>
              <a:rect l="l" t="t" r="r" b="b"/>
              <a:pathLst>
                <a:path w="216534" h="1670050">
                  <a:moveTo>
                    <a:pt x="205941" y="0"/>
                  </a:moveTo>
                  <a:lnTo>
                    <a:pt x="10575" y="0"/>
                  </a:lnTo>
                  <a:lnTo>
                    <a:pt x="0" y="1669938"/>
                  </a:lnTo>
                  <a:lnTo>
                    <a:pt x="216516" y="1669938"/>
                  </a:lnTo>
                  <a:lnTo>
                    <a:pt x="205941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12597473" y="6205772"/>
              <a:ext cx="619760" cy="1939925"/>
            </a:xfrm>
            <a:custGeom>
              <a:avLst/>
              <a:gdLst/>
              <a:ahLst/>
              <a:cxnLst/>
              <a:rect l="l" t="t" r="r" b="b"/>
              <a:pathLst>
                <a:path w="619759" h="1939925">
                  <a:moveTo>
                    <a:pt x="300062" y="0"/>
                  </a:moveTo>
                  <a:lnTo>
                    <a:pt x="0" y="0"/>
                  </a:lnTo>
                  <a:lnTo>
                    <a:pt x="0" y="28092"/>
                  </a:lnTo>
                  <a:lnTo>
                    <a:pt x="2197" y="38963"/>
                  </a:lnTo>
                  <a:lnTo>
                    <a:pt x="8153" y="47866"/>
                  </a:lnTo>
                  <a:lnTo>
                    <a:pt x="16992" y="53860"/>
                  </a:lnTo>
                  <a:lnTo>
                    <a:pt x="27787" y="56070"/>
                  </a:lnTo>
                  <a:lnTo>
                    <a:pt x="272275" y="56070"/>
                  </a:lnTo>
                  <a:lnTo>
                    <a:pt x="283083" y="53860"/>
                  </a:lnTo>
                  <a:lnTo>
                    <a:pt x="291909" y="47866"/>
                  </a:lnTo>
                  <a:lnTo>
                    <a:pt x="297865" y="38963"/>
                  </a:lnTo>
                  <a:lnTo>
                    <a:pt x="300062" y="28092"/>
                  </a:lnTo>
                  <a:lnTo>
                    <a:pt x="300062" y="0"/>
                  </a:lnTo>
                  <a:close/>
                </a:path>
                <a:path w="619759" h="1939925">
                  <a:moveTo>
                    <a:pt x="619620" y="1726018"/>
                  </a:moveTo>
                  <a:lnTo>
                    <a:pt x="345757" y="1726018"/>
                  </a:lnTo>
                  <a:lnTo>
                    <a:pt x="345757" y="1939404"/>
                  </a:lnTo>
                  <a:lnTo>
                    <a:pt x="619620" y="1939404"/>
                  </a:lnTo>
                  <a:lnTo>
                    <a:pt x="619620" y="1726018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12639269" y="6261830"/>
              <a:ext cx="216535" cy="1670050"/>
            </a:xfrm>
            <a:custGeom>
              <a:avLst/>
              <a:gdLst/>
              <a:ahLst/>
              <a:cxnLst/>
              <a:rect l="l" t="t" r="r" b="b"/>
              <a:pathLst>
                <a:path w="216534" h="1670050">
                  <a:moveTo>
                    <a:pt x="205909" y="0"/>
                  </a:moveTo>
                  <a:lnTo>
                    <a:pt x="10575" y="0"/>
                  </a:lnTo>
                  <a:lnTo>
                    <a:pt x="0" y="1669938"/>
                  </a:lnTo>
                  <a:lnTo>
                    <a:pt x="216485" y="1669938"/>
                  </a:lnTo>
                  <a:lnTo>
                    <a:pt x="205909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12610630" y="6205772"/>
              <a:ext cx="1906270" cy="1939925"/>
            </a:xfrm>
            <a:custGeom>
              <a:avLst/>
              <a:gdLst/>
              <a:ahLst/>
              <a:cxnLst/>
              <a:rect l="l" t="t" r="r" b="b"/>
              <a:pathLst>
                <a:path w="1906269" h="1939925">
                  <a:moveTo>
                    <a:pt x="273824" y="1726018"/>
                  </a:moveTo>
                  <a:lnTo>
                    <a:pt x="0" y="1726018"/>
                  </a:lnTo>
                  <a:lnTo>
                    <a:pt x="0" y="1939404"/>
                  </a:lnTo>
                  <a:lnTo>
                    <a:pt x="273824" y="1939404"/>
                  </a:lnTo>
                  <a:lnTo>
                    <a:pt x="273824" y="1726018"/>
                  </a:lnTo>
                  <a:close/>
                </a:path>
                <a:path w="1906269" h="1939925">
                  <a:moveTo>
                    <a:pt x="1906270" y="0"/>
                  </a:moveTo>
                  <a:lnTo>
                    <a:pt x="1606156" y="0"/>
                  </a:lnTo>
                  <a:lnTo>
                    <a:pt x="1606156" y="28092"/>
                  </a:lnTo>
                  <a:lnTo>
                    <a:pt x="1608340" y="38963"/>
                  </a:lnTo>
                  <a:lnTo>
                    <a:pt x="1614297" y="47866"/>
                  </a:lnTo>
                  <a:lnTo>
                    <a:pt x="1623136" y="53860"/>
                  </a:lnTo>
                  <a:lnTo>
                    <a:pt x="1633931" y="56070"/>
                  </a:lnTo>
                  <a:lnTo>
                    <a:pt x="1878431" y="56070"/>
                  </a:lnTo>
                  <a:lnTo>
                    <a:pt x="1889239" y="53860"/>
                  </a:lnTo>
                  <a:lnTo>
                    <a:pt x="1898091" y="47866"/>
                  </a:lnTo>
                  <a:lnTo>
                    <a:pt x="1904072" y="38963"/>
                  </a:lnTo>
                  <a:lnTo>
                    <a:pt x="1906270" y="28092"/>
                  </a:lnTo>
                  <a:lnTo>
                    <a:pt x="190627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14258564" y="6261830"/>
              <a:ext cx="217170" cy="1670050"/>
            </a:xfrm>
            <a:custGeom>
              <a:avLst/>
              <a:gdLst/>
              <a:ahLst/>
              <a:cxnLst/>
              <a:rect l="l" t="t" r="r" b="b"/>
              <a:pathLst>
                <a:path w="217169" h="1670050">
                  <a:moveTo>
                    <a:pt x="205920" y="0"/>
                  </a:moveTo>
                  <a:lnTo>
                    <a:pt x="10554" y="0"/>
                  </a:lnTo>
                  <a:lnTo>
                    <a:pt x="0" y="1669938"/>
                  </a:lnTo>
                  <a:lnTo>
                    <a:pt x="216590" y="1669938"/>
                  </a:lnTo>
                  <a:lnTo>
                    <a:pt x="205920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14229943" y="7931779"/>
              <a:ext cx="274320" cy="213995"/>
            </a:xfrm>
            <a:custGeom>
              <a:avLst/>
              <a:gdLst/>
              <a:ahLst/>
              <a:cxnLst/>
              <a:rect l="l" t="t" r="r" b="b"/>
              <a:pathLst>
                <a:path w="274319" h="213995">
                  <a:moveTo>
                    <a:pt x="273803" y="0"/>
                  </a:moveTo>
                  <a:lnTo>
                    <a:pt x="0" y="0"/>
                  </a:lnTo>
                  <a:lnTo>
                    <a:pt x="0" y="213386"/>
                  </a:lnTo>
                  <a:lnTo>
                    <a:pt x="273803" y="213386"/>
                  </a:lnTo>
                  <a:lnTo>
                    <a:pt x="273803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13513593" y="6328754"/>
              <a:ext cx="397510" cy="708025"/>
            </a:xfrm>
            <a:custGeom>
              <a:avLst/>
              <a:gdLst/>
              <a:ahLst/>
              <a:cxnLst/>
              <a:rect l="l" t="t" r="r" b="b"/>
              <a:pathLst>
                <a:path w="397509" h="708025">
                  <a:moveTo>
                    <a:pt x="198789" y="0"/>
                  </a:moveTo>
                  <a:lnTo>
                    <a:pt x="153351" y="5314"/>
                  </a:lnTo>
                  <a:lnTo>
                    <a:pt x="111564" y="20440"/>
                  </a:lnTo>
                  <a:lnTo>
                    <a:pt x="74646" y="44152"/>
                  </a:lnTo>
                  <a:lnTo>
                    <a:pt x="43814" y="75227"/>
                  </a:lnTo>
                  <a:lnTo>
                    <a:pt x="20284" y="112438"/>
                  </a:lnTo>
                  <a:lnTo>
                    <a:pt x="5273" y="154561"/>
                  </a:lnTo>
                  <a:lnTo>
                    <a:pt x="0" y="200370"/>
                  </a:lnTo>
                  <a:lnTo>
                    <a:pt x="0" y="707915"/>
                  </a:lnTo>
                  <a:lnTo>
                    <a:pt x="397495" y="707915"/>
                  </a:lnTo>
                  <a:lnTo>
                    <a:pt x="397495" y="200370"/>
                  </a:lnTo>
                  <a:lnTo>
                    <a:pt x="392225" y="154561"/>
                  </a:lnTo>
                  <a:lnTo>
                    <a:pt x="377224" y="112438"/>
                  </a:lnTo>
                  <a:lnTo>
                    <a:pt x="353708" y="75227"/>
                  </a:lnTo>
                  <a:lnTo>
                    <a:pt x="322891" y="44152"/>
                  </a:lnTo>
                  <a:lnTo>
                    <a:pt x="285989" y="20440"/>
                  </a:lnTo>
                  <a:lnTo>
                    <a:pt x="244217" y="5314"/>
                  </a:lnTo>
                  <a:lnTo>
                    <a:pt x="198789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13553034" y="6369381"/>
              <a:ext cx="318770" cy="633730"/>
            </a:xfrm>
            <a:custGeom>
              <a:avLst/>
              <a:gdLst/>
              <a:ahLst/>
              <a:cxnLst/>
              <a:rect l="l" t="t" r="r" b="b"/>
              <a:pathLst>
                <a:path w="318769" h="633729">
                  <a:moveTo>
                    <a:pt x="159345" y="0"/>
                  </a:moveTo>
                  <a:lnTo>
                    <a:pt x="109107" y="8225"/>
                  </a:lnTo>
                  <a:lnTo>
                    <a:pt x="65381" y="31105"/>
                  </a:lnTo>
                  <a:lnTo>
                    <a:pt x="30840" y="65942"/>
                  </a:lnTo>
                  <a:lnTo>
                    <a:pt x="8155" y="110041"/>
                  </a:lnTo>
                  <a:lnTo>
                    <a:pt x="0" y="160707"/>
                  </a:lnTo>
                  <a:lnTo>
                    <a:pt x="0" y="633383"/>
                  </a:lnTo>
                  <a:lnTo>
                    <a:pt x="318608" y="633383"/>
                  </a:lnTo>
                  <a:lnTo>
                    <a:pt x="318608" y="160707"/>
                  </a:lnTo>
                  <a:lnTo>
                    <a:pt x="310451" y="110041"/>
                  </a:lnTo>
                  <a:lnTo>
                    <a:pt x="287767" y="65942"/>
                  </a:lnTo>
                  <a:lnTo>
                    <a:pt x="253235" y="31105"/>
                  </a:lnTo>
                  <a:lnTo>
                    <a:pt x="209535" y="8225"/>
                  </a:lnTo>
                  <a:lnTo>
                    <a:pt x="159345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13513588" y="6517506"/>
              <a:ext cx="397510" cy="1478280"/>
            </a:xfrm>
            <a:custGeom>
              <a:avLst/>
              <a:gdLst/>
              <a:ahLst/>
              <a:cxnLst/>
              <a:rect l="l" t="t" r="r" b="b"/>
              <a:pathLst>
                <a:path w="397509" h="1478279">
                  <a:moveTo>
                    <a:pt x="378320" y="0"/>
                  </a:moveTo>
                  <a:lnTo>
                    <a:pt x="19151" y="0"/>
                  </a:lnTo>
                  <a:lnTo>
                    <a:pt x="19151" y="25831"/>
                  </a:lnTo>
                  <a:lnTo>
                    <a:pt x="186486" y="25831"/>
                  </a:lnTo>
                  <a:lnTo>
                    <a:pt x="186486" y="485254"/>
                  </a:lnTo>
                  <a:lnTo>
                    <a:pt x="210972" y="485254"/>
                  </a:lnTo>
                  <a:lnTo>
                    <a:pt x="210972" y="25831"/>
                  </a:lnTo>
                  <a:lnTo>
                    <a:pt x="378320" y="25831"/>
                  </a:lnTo>
                  <a:lnTo>
                    <a:pt x="378320" y="0"/>
                  </a:lnTo>
                  <a:close/>
                </a:path>
                <a:path w="397509" h="1478279">
                  <a:moveTo>
                    <a:pt x="397497" y="970457"/>
                  </a:moveTo>
                  <a:lnTo>
                    <a:pt x="392226" y="924636"/>
                  </a:lnTo>
                  <a:lnTo>
                    <a:pt x="377228" y="882510"/>
                  </a:lnTo>
                  <a:lnTo>
                    <a:pt x="353707" y="845299"/>
                  </a:lnTo>
                  <a:lnTo>
                    <a:pt x="322897" y="814222"/>
                  </a:lnTo>
                  <a:lnTo>
                    <a:pt x="285991" y="790511"/>
                  </a:lnTo>
                  <a:lnTo>
                    <a:pt x="244221" y="775398"/>
                  </a:lnTo>
                  <a:lnTo>
                    <a:pt x="198793" y="770077"/>
                  </a:lnTo>
                  <a:lnTo>
                    <a:pt x="153352" y="775398"/>
                  </a:lnTo>
                  <a:lnTo>
                    <a:pt x="111569" y="790511"/>
                  </a:lnTo>
                  <a:lnTo>
                    <a:pt x="74650" y="814222"/>
                  </a:lnTo>
                  <a:lnTo>
                    <a:pt x="43815" y="845299"/>
                  </a:lnTo>
                  <a:lnTo>
                    <a:pt x="20281" y="882510"/>
                  </a:lnTo>
                  <a:lnTo>
                    <a:pt x="5270" y="924636"/>
                  </a:lnTo>
                  <a:lnTo>
                    <a:pt x="0" y="970457"/>
                  </a:lnTo>
                  <a:lnTo>
                    <a:pt x="0" y="1477975"/>
                  </a:lnTo>
                  <a:lnTo>
                    <a:pt x="397497" y="1477975"/>
                  </a:lnTo>
                  <a:lnTo>
                    <a:pt x="397497" y="970457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13553034" y="7328212"/>
              <a:ext cx="318770" cy="633730"/>
            </a:xfrm>
            <a:custGeom>
              <a:avLst/>
              <a:gdLst/>
              <a:ahLst/>
              <a:cxnLst/>
              <a:rect l="l" t="t" r="r" b="b"/>
              <a:pathLst>
                <a:path w="318769" h="633729">
                  <a:moveTo>
                    <a:pt x="159345" y="0"/>
                  </a:moveTo>
                  <a:lnTo>
                    <a:pt x="109107" y="8224"/>
                  </a:lnTo>
                  <a:lnTo>
                    <a:pt x="65381" y="31101"/>
                  </a:lnTo>
                  <a:lnTo>
                    <a:pt x="30840" y="65935"/>
                  </a:lnTo>
                  <a:lnTo>
                    <a:pt x="8155" y="110032"/>
                  </a:lnTo>
                  <a:lnTo>
                    <a:pt x="0" y="160696"/>
                  </a:lnTo>
                  <a:lnTo>
                    <a:pt x="0" y="633383"/>
                  </a:lnTo>
                  <a:lnTo>
                    <a:pt x="318608" y="633383"/>
                  </a:lnTo>
                  <a:lnTo>
                    <a:pt x="318608" y="160696"/>
                  </a:lnTo>
                  <a:lnTo>
                    <a:pt x="310451" y="110032"/>
                  </a:lnTo>
                  <a:lnTo>
                    <a:pt x="287767" y="65935"/>
                  </a:lnTo>
                  <a:lnTo>
                    <a:pt x="253235" y="31101"/>
                  </a:lnTo>
                  <a:lnTo>
                    <a:pt x="209535" y="8224"/>
                  </a:lnTo>
                  <a:lnTo>
                    <a:pt x="159345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13532739" y="7476330"/>
              <a:ext cx="359410" cy="485775"/>
            </a:xfrm>
            <a:custGeom>
              <a:avLst/>
              <a:gdLst/>
              <a:ahLst/>
              <a:cxnLst/>
              <a:rect l="l" t="t" r="r" b="b"/>
              <a:pathLst>
                <a:path w="359409" h="485775">
                  <a:moveTo>
                    <a:pt x="359168" y="0"/>
                  </a:moveTo>
                  <a:lnTo>
                    <a:pt x="0" y="0"/>
                  </a:lnTo>
                  <a:lnTo>
                    <a:pt x="0" y="25819"/>
                  </a:lnTo>
                  <a:lnTo>
                    <a:pt x="167335" y="25819"/>
                  </a:lnTo>
                  <a:lnTo>
                    <a:pt x="167335" y="485279"/>
                  </a:lnTo>
                  <a:lnTo>
                    <a:pt x="191820" y="485279"/>
                  </a:lnTo>
                  <a:lnTo>
                    <a:pt x="191820" y="25819"/>
                  </a:lnTo>
                  <a:lnTo>
                    <a:pt x="359168" y="25819"/>
                  </a:lnTo>
                  <a:lnTo>
                    <a:pt x="359168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7353880" y="6205748"/>
              <a:ext cx="1264920" cy="1939925"/>
            </a:xfrm>
            <a:custGeom>
              <a:avLst/>
              <a:gdLst/>
              <a:ahLst/>
              <a:cxnLst/>
              <a:rect l="l" t="t" r="r" b="b"/>
              <a:pathLst>
                <a:path w="1264920" h="1939925">
                  <a:moveTo>
                    <a:pt x="1264610" y="0"/>
                  </a:moveTo>
                  <a:lnTo>
                    <a:pt x="0" y="0"/>
                  </a:lnTo>
                  <a:lnTo>
                    <a:pt x="0" y="1939417"/>
                  </a:lnTo>
                  <a:lnTo>
                    <a:pt x="1264610" y="1939417"/>
                  </a:lnTo>
                  <a:lnTo>
                    <a:pt x="126461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8029397" y="6205759"/>
              <a:ext cx="3468370" cy="1939925"/>
            </a:xfrm>
            <a:custGeom>
              <a:avLst/>
              <a:gdLst/>
              <a:ahLst/>
              <a:cxnLst/>
              <a:rect l="l" t="t" r="r" b="b"/>
              <a:pathLst>
                <a:path w="3468370" h="1939925">
                  <a:moveTo>
                    <a:pt x="560806" y="1220482"/>
                  </a:moveTo>
                  <a:lnTo>
                    <a:pt x="557123" y="1174762"/>
                  </a:lnTo>
                  <a:lnTo>
                    <a:pt x="546442" y="1131341"/>
                  </a:lnTo>
                  <a:lnTo>
                    <a:pt x="529386" y="1090803"/>
                  </a:lnTo>
                  <a:lnTo>
                    <a:pt x="506514" y="1053744"/>
                  </a:lnTo>
                  <a:lnTo>
                    <a:pt x="478434" y="1020749"/>
                  </a:lnTo>
                  <a:lnTo>
                    <a:pt x="445719" y="992428"/>
                  </a:lnTo>
                  <a:lnTo>
                    <a:pt x="408965" y="969378"/>
                  </a:lnTo>
                  <a:lnTo>
                    <a:pt x="368769" y="952169"/>
                  </a:lnTo>
                  <a:lnTo>
                    <a:pt x="325704" y="941412"/>
                  </a:lnTo>
                  <a:lnTo>
                    <a:pt x="280365" y="937691"/>
                  </a:lnTo>
                  <a:lnTo>
                    <a:pt x="235051" y="941412"/>
                  </a:lnTo>
                  <a:lnTo>
                    <a:pt x="191998" y="952169"/>
                  </a:lnTo>
                  <a:lnTo>
                    <a:pt x="151815" y="969378"/>
                  </a:lnTo>
                  <a:lnTo>
                    <a:pt x="115062" y="992428"/>
                  </a:lnTo>
                  <a:lnTo>
                    <a:pt x="82359" y="1020749"/>
                  </a:lnTo>
                  <a:lnTo>
                    <a:pt x="54279" y="1053744"/>
                  </a:lnTo>
                  <a:lnTo>
                    <a:pt x="31419" y="1090803"/>
                  </a:lnTo>
                  <a:lnTo>
                    <a:pt x="14351" y="1131341"/>
                  </a:lnTo>
                  <a:lnTo>
                    <a:pt x="3683" y="1174762"/>
                  </a:lnTo>
                  <a:lnTo>
                    <a:pt x="0" y="1220482"/>
                  </a:lnTo>
                  <a:lnTo>
                    <a:pt x="0" y="1937067"/>
                  </a:lnTo>
                  <a:lnTo>
                    <a:pt x="2336" y="1939404"/>
                  </a:lnTo>
                  <a:lnTo>
                    <a:pt x="5245" y="1939404"/>
                  </a:lnTo>
                  <a:lnTo>
                    <a:pt x="560806" y="1939404"/>
                  </a:lnTo>
                  <a:lnTo>
                    <a:pt x="560806" y="1220482"/>
                  </a:lnTo>
                  <a:close/>
                </a:path>
                <a:path w="3468370" h="1939925">
                  <a:moveTo>
                    <a:pt x="3467849" y="0"/>
                  </a:moveTo>
                  <a:lnTo>
                    <a:pt x="589089" y="0"/>
                  </a:lnTo>
                  <a:lnTo>
                    <a:pt x="589089" y="1939417"/>
                  </a:lnTo>
                  <a:lnTo>
                    <a:pt x="3467849" y="1939417"/>
                  </a:lnTo>
                  <a:lnTo>
                    <a:pt x="3467849" y="0"/>
                  </a:lnTo>
                  <a:close/>
                </a:path>
              </a:pathLst>
            </a:custGeom>
            <a:solidFill>
              <a:srgbClr val="FBFB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8468422" y="6068851"/>
              <a:ext cx="3164840" cy="137160"/>
            </a:xfrm>
            <a:custGeom>
              <a:avLst/>
              <a:gdLst/>
              <a:ahLst/>
              <a:cxnLst/>
              <a:rect l="l" t="t" r="r" b="b"/>
              <a:pathLst>
                <a:path w="3164840" h="137160">
                  <a:moveTo>
                    <a:pt x="3164563" y="0"/>
                  </a:moveTo>
                  <a:lnTo>
                    <a:pt x="0" y="0"/>
                  </a:lnTo>
                  <a:lnTo>
                    <a:pt x="0" y="136917"/>
                  </a:lnTo>
                  <a:lnTo>
                    <a:pt x="3164563" y="136917"/>
                  </a:lnTo>
                  <a:lnTo>
                    <a:pt x="3164563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8468421" y="6205772"/>
              <a:ext cx="300355" cy="56515"/>
            </a:xfrm>
            <a:custGeom>
              <a:avLst/>
              <a:gdLst/>
              <a:ahLst/>
              <a:cxnLst/>
              <a:rect l="l" t="t" r="r" b="b"/>
              <a:pathLst>
                <a:path w="300354" h="56514">
                  <a:moveTo>
                    <a:pt x="300116" y="0"/>
                  </a:moveTo>
                  <a:lnTo>
                    <a:pt x="0" y="0"/>
                  </a:lnTo>
                  <a:lnTo>
                    <a:pt x="0" y="28082"/>
                  </a:lnTo>
                  <a:lnTo>
                    <a:pt x="2197" y="38961"/>
                  </a:lnTo>
                  <a:lnTo>
                    <a:pt x="8175" y="47855"/>
                  </a:lnTo>
                  <a:lnTo>
                    <a:pt x="17007" y="53858"/>
                  </a:lnTo>
                  <a:lnTo>
                    <a:pt x="27768" y="56061"/>
                  </a:lnTo>
                  <a:lnTo>
                    <a:pt x="272368" y="56061"/>
                  </a:lnTo>
                  <a:lnTo>
                    <a:pt x="283158" y="53858"/>
                  </a:lnTo>
                  <a:lnTo>
                    <a:pt x="291979" y="47855"/>
                  </a:lnTo>
                  <a:lnTo>
                    <a:pt x="297932" y="38961"/>
                  </a:lnTo>
                  <a:lnTo>
                    <a:pt x="300116" y="28082"/>
                  </a:lnTo>
                  <a:lnTo>
                    <a:pt x="30011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8510194" y="6261830"/>
              <a:ext cx="217170" cy="1670050"/>
            </a:xfrm>
            <a:custGeom>
              <a:avLst/>
              <a:gdLst/>
              <a:ahLst/>
              <a:cxnLst/>
              <a:rect l="l" t="t" r="r" b="b"/>
              <a:pathLst>
                <a:path w="217170" h="1670050">
                  <a:moveTo>
                    <a:pt x="206014" y="0"/>
                  </a:moveTo>
                  <a:lnTo>
                    <a:pt x="10575" y="0"/>
                  </a:lnTo>
                  <a:lnTo>
                    <a:pt x="0" y="1669938"/>
                  </a:lnTo>
                  <a:lnTo>
                    <a:pt x="216590" y="1669938"/>
                  </a:lnTo>
                  <a:lnTo>
                    <a:pt x="206014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8481568" y="6205772"/>
              <a:ext cx="3151505" cy="1939925"/>
            </a:xfrm>
            <a:custGeom>
              <a:avLst/>
              <a:gdLst/>
              <a:ahLst/>
              <a:cxnLst/>
              <a:rect l="l" t="t" r="r" b="b"/>
              <a:pathLst>
                <a:path w="3151504" h="1939925">
                  <a:moveTo>
                    <a:pt x="273812" y="1726018"/>
                  </a:moveTo>
                  <a:lnTo>
                    <a:pt x="0" y="1726018"/>
                  </a:lnTo>
                  <a:lnTo>
                    <a:pt x="0" y="1939404"/>
                  </a:lnTo>
                  <a:lnTo>
                    <a:pt x="273812" y="1939404"/>
                  </a:lnTo>
                  <a:lnTo>
                    <a:pt x="273812" y="1726018"/>
                  </a:lnTo>
                  <a:close/>
                </a:path>
                <a:path w="3151504" h="1939925">
                  <a:moveTo>
                    <a:pt x="3151428" y="0"/>
                  </a:moveTo>
                  <a:lnTo>
                    <a:pt x="2851315" y="0"/>
                  </a:lnTo>
                  <a:lnTo>
                    <a:pt x="2851315" y="28092"/>
                  </a:lnTo>
                  <a:lnTo>
                    <a:pt x="2853499" y="38963"/>
                  </a:lnTo>
                  <a:lnTo>
                    <a:pt x="2859455" y="47866"/>
                  </a:lnTo>
                  <a:lnTo>
                    <a:pt x="2868282" y="53860"/>
                  </a:lnTo>
                  <a:lnTo>
                    <a:pt x="2879077" y="56070"/>
                  </a:lnTo>
                  <a:lnTo>
                    <a:pt x="3123679" y="56070"/>
                  </a:lnTo>
                  <a:lnTo>
                    <a:pt x="3134423" y="53860"/>
                  </a:lnTo>
                  <a:lnTo>
                    <a:pt x="3143250" y="47866"/>
                  </a:lnTo>
                  <a:lnTo>
                    <a:pt x="3149231" y="38963"/>
                  </a:lnTo>
                  <a:lnTo>
                    <a:pt x="3151428" y="28092"/>
                  </a:lnTo>
                  <a:lnTo>
                    <a:pt x="315142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11374658" y="6261830"/>
              <a:ext cx="217170" cy="1670050"/>
            </a:xfrm>
            <a:custGeom>
              <a:avLst/>
              <a:gdLst/>
              <a:ahLst/>
              <a:cxnLst/>
              <a:rect l="l" t="t" r="r" b="b"/>
              <a:pathLst>
                <a:path w="217170" h="1670050">
                  <a:moveTo>
                    <a:pt x="206014" y="0"/>
                  </a:moveTo>
                  <a:lnTo>
                    <a:pt x="10575" y="0"/>
                  </a:lnTo>
                  <a:lnTo>
                    <a:pt x="0" y="1669938"/>
                  </a:lnTo>
                  <a:lnTo>
                    <a:pt x="216590" y="1669938"/>
                  </a:lnTo>
                  <a:lnTo>
                    <a:pt x="206014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10392118" y="6205772"/>
              <a:ext cx="1228090" cy="1939925"/>
            </a:xfrm>
            <a:custGeom>
              <a:avLst/>
              <a:gdLst/>
              <a:ahLst/>
              <a:cxnLst/>
              <a:rect l="l" t="t" r="r" b="b"/>
              <a:pathLst>
                <a:path w="1228090" h="1939925">
                  <a:moveTo>
                    <a:pt x="300113" y="0"/>
                  </a:moveTo>
                  <a:lnTo>
                    <a:pt x="0" y="0"/>
                  </a:lnTo>
                  <a:lnTo>
                    <a:pt x="0" y="28092"/>
                  </a:lnTo>
                  <a:lnTo>
                    <a:pt x="2197" y="38963"/>
                  </a:lnTo>
                  <a:lnTo>
                    <a:pt x="8191" y="47866"/>
                  </a:lnTo>
                  <a:lnTo>
                    <a:pt x="17043" y="53860"/>
                  </a:lnTo>
                  <a:lnTo>
                    <a:pt x="27838" y="56070"/>
                  </a:lnTo>
                  <a:lnTo>
                    <a:pt x="272376" y="56070"/>
                  </a:lnTo>
                  <a:lnTo>
                    <a:pt x="283159" y="53860"/>
                  </a:lnTo>
                  <a:lnTo>
                    <a:pt x="291985" y="47866"/>
                  </a:lnTo>
                  <a:lnTo>
                    <a:pt x="297929" y="38963"/>
                  </a:lnTo>
                  <a:lnTo>
                    <a:pt x="300113" y="28092"/>
                  </a:lnTo>
                  <a:lnTo>
                    <a:pt x="300113" y="0"/>
                  </a:lnTo>
                  <a:close/>
                </a:path>
                <a:path w="1228090" h="1939925">
                  <a:moveTo>
                    <a:pt x="1227772" y="1726018"/>
                  </a:moveTo>
                  <a:lnTo>
                    <a:pt x="953909" y="1726018"/>
                  </a:lnTo>
                  <a:lnTo>
                    <a:pt x="953909" y="1939404"/>
                  </a:lnTo>
                  <a:lnTo>
                    <a:pt x="1227772" y="1939404"/>
                  </a:lnTo>
                  <a:lnTo>
                    <a:pt x="1227772" y="1726018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10433977" y="6261830"/>
              <a:ext cx="216535" cy="1670050"/>
            </a:xfrm>
            <a:custGeom>
              <a:avLst/>
              <a:gdLst/>
              <a:ahLst/>
              <a:cxnLst/>
              <a:rect l="l" t="t" r="r" b="b"/>
              <a:pathLst>
                <a:path w="216534" h="1670050">
                  <a:moveTo>
                    <a:pt x="205941" y="0"/>
                  </a:moveTo>
                  <a:lnTo>
                    <a:pt x="10575" y="0"/>
                  </a:lnTo>
                  <a:lnTo>
                    <a:pt x="0" y="1669938"/>
                  </a:lnTo>
                  <a:lnTo>
                    <a:pt x="216506" y="1669938"/>
                  </a:lnTo>
                  <a:lnTo>
                    <a:pt x="205941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9422930" y="6205772"/>
              <a:ext cx="1256665" cy="1939925"/>
            </a:xfrm>
            <a:custGeom>
              <a:avLst/>
              <a:gdLst/>
              <a:ahLst/>
              <a:cxnLst/>
              <a:rect l="l" t="t" r="r" b="b"/>
              <a:pathLst>
                <a:path w="1256665" h="1939925">
                  <a:moveTo>
                    <a:pt x="300113" y="0"/>
                  </a:moveTo>
                  <a:lnTo>
                    <a:pt x="0" y="0"/>
                  </a:lnTo>
                  <a:lnTo>
                    <a:pt x="0" y="28092"/>
                  </a:lnTo>
                  <a:lnTo>
                    <a:pt x="2197" y="38963"/>
                  </a:lnTo>
                  <a:lnTo>
                    <a:pt x="8178" y="47866"/>
                  </a:lnTo>
                  <a:lnTo>
                    <a:pt x="17005" y="53860"/>
                  </a:lnTo>
                  <a:lnTo>
                    <a:pt x="27749" y="56070"/>
                  </a:lnTo>
                  <a:lnTo>
                    <a:pt x="272351" y="56070"/>
                  </a:lnTo>
                  <a:lnTo>
                    <a:pt x="283108" y="53860"/>
                  </a:lnTo>
                  <a:lnTo>
                    <a:pt x="291947" y="47866"/>
                  </a:lnTo>
                  <a:lnTo>
                    <a:pt x="297916" y="38963"/>
                  </a:lnTo>
                  <a:lnTo>
                    <a:pt x="300113" y="28092"/>
                  </a:lnTo>
                  <a:lnTo>
                    <a:pt x="300113" y="0"/>
                  </a:lnTo>
                  <a:close/>
                </a:path>
                <a:path w="1256665" h="1939925">
                  <a:moveTo>
                    <a:pt x="1256182" y="1726018"/>
                  </a:moveTo>
                  <a:lnTo>
                    <a:pt x="982446" y="1726018"/>
                  </a:lnTo>
                  <a:lnTo>
                    <a:pt x="982446" y="1939404"/>
                  </a:lnTo>
                  <a:lnTo>
                    <a:pt x="1256182" y="1939404"/>
                  </a:lnTo>
                  <a:lnTo>
                    <a:pt x="1256182" y="1726018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9464696" y="6261830"/>
              <a:ext cx="217170" cy="1670050"/>
            </a:xfrm>
            <a:custGeom>
              <a:avLst/>
              <a:gdLst/>
              <a:ahLst/>
              <a:cxnLst/>
              <a:rect l="l" t="t" r="r" b="b"/>
              <a:pathLst>
                <a:path w="217170" h="1670050">
                  <a:moveTo>
                    <a:pt x="206004" y="0"/>
                  </a:moveTo>
                  <a:lnTo>
                    <a:pt x="10575" y="0"/>
                  </a:lnTo>
                  <a:lnTo>
                    <a:pt x="0" y="1669938"/>
                  </a:lnTo>
                  <a:lnTo>
                    <a:pt x="216590" y="1669938"/>
                  </a:lnTo>
                  <a:lnTo>
                    <a:pt x="206004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9436068" y="7931779"/>
              <a:ext cx="274320" cy="213995"/>
            </a:xfrm>
            <a:custGeom>
              <a:avLst/>
              <a:gdLst/>
              <a:ahLst/>
              <a:cxnLst/>
              <a:rect l="l" t="t" r="r" b="b"/>
              <a:pathLst>
                <a:path w="274320" h="213995">
                  <a:moveTo>
                    <a:pt x="273834" y="0"/>
                  </a:moveTo>
                  <a:lnTo>
                    <a:pt x="0" y="0"/>
                  </a:lnTo>
                  <a:lnTo>
                    <a:pt x="0" y="213386"/>
                  </a:lnTo>
                  <a:lnTo>
                    <a:pt x="273834" y="213386"/>
                  </a:lnTo>
                  <a:lnTo>
                    <a:pt x="27383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8820188" y="7143451"/>
              <a:ext cx="2472055" cy="1002030"/>
            </a:xfrm>
            <a:custGeom>
              <a:avLst/>
              <a:gdLst/>
              <a:ahLst/>
              <a:cxnLst/>
              <a:rect l="l" t="t" r="r" b="b"/>
              <a:pathLst>
                <a:path w="2472054" h="1002029">
                  <a:moveTo>
                    <a:pt x="560793" y="282790"/>
                  </a:moveTo>
                  <a:lnTo>
                    <a:pt x="557110" y="237070"/>
                  </a:lnTo>
                  <a:lnTo>
                    <a:pt x="546442" y="193649"/>
                  </a:lnTo>
                  <a:lnTo>
                    <a:pt x="529374" y="153111"/>
                  </a:lnTo>
                  <a:lnTo>
                    <a:pt x="506514" y="116052"/>
                  </a:lnTo>
                  <a:lnTo>
                    <a:pt x="478421" y="83058"/>
                  </a:lnTo>
                  <a:lnTo>
                    <a:pt x="445706" y="54737"/>
                  </a:lnTo>
                  <a:lnTo>
                    <a:pt x="408965" y="31686"/>
                  </a:lnTo>
                  <a:lnTo>
                    <a:pt x="368757" y="14478"/>
                  </a:lnTo>
                  <a:lnTo>
                    <a:pt x="325691" y="3721"/>
                  </a:lnTo>
                  <a:lnTo>
                    <a:pt x="280352" y="0"/>
                  </a:lnTo>
                  <a:lnTo>
                    <a:pt x="235038" y="3721"/>
                  </a:lnTo>
                  <a:lnTo>
                    <a:pt x="191985" y="14478"/>
                  </a:lnTo>
                  <a:lnTo>
                    <a:pt x="151803" y="31686"/>
                  </a:lnTo>
                  <a:lnTo>
                    <a:pt x="115062" y="54737"/>
                  </a:lnTo>
                  <a:lnTo>
                    <a:pt x="82359" y="83058"/>
                  </a:lnTo>
                  <a:lnTo>
                    <a:pt x="54279" y="116052"/>
                  </a:lnTo>
                  <a:lnTo>
                    <a:pt x="31407" y="153111"/>
                  </a:lnTo>
                  <a:lnTo>
                    <a:pt x="14351" y="193649"/>
                  </a:lnTo>
                  <a:lnTo>
                    <a:pt x="3683" y="237070"/>
                  </a:lnTo>
                  <a:lnTo>
                    <a:pt x="0" y="282790"/>
                  </a:lnTo>
                  <a:lnTo>
                    <a:pt x="0" y="999375"/>
                  </a:lnTo>
                  <a:lnTo>
                    <a:pt x="2336" y="1001712"/>
                  </a:lnTo>
                  <a:lnTo>
                    <a:pt x="5257" y="1001712"/>
                  </a:lnTo>
                  <a:lnTo>
                    <a:pt x="560793" y="1001712"/>
                  </a:lnTo>
                  <a:lnTo>
                    <a:pt x="560793" y="282790"/>
                  </a:lnTo>
                  <a:close/>
                </a:path>
                <a:path w="2472054" h="1002029">
                  <a:moveTo>
                    <a:pt x="1520723" y="282790"/>
                  </a:moveTo>
                  <a:lnTo>
                    <a:pt x="1517040" y="237070"/>
                  </a:lnTo>
                  <a:lnTo>
                    <a:pt x="1506372" y="193649"/>
                  </a:lnTo>
                  <a:lnTo>
                    <a:pt x="1489303" y="153111"/>
                  </a:lnTo>
                  <a:lnTo>
                    <a:pt x="1466443" y="116052"/>
                  </a:lnTo>
                  <a:lnTo>
                    <a:pt x="1438351" y="83058"/>
                  </a:lnTo>
                  <a:lnTo>
                    <a:pt x="1405648" y="54737"/>
                  </a:lnTo>
                  <a:lnTo>
                    <a:pt x="1368894" y="31686"/>
                  </a:lnTo>
                  <a:lnTo>
                    <a:pt x="1328686" y="14478"/>
                  </a:lnTo>
                  <a:lnTo>
                    <a:pt x="1285633" y="3721"/>
                  </a:lnTo>
                  <a:lnTo>
                    <a:pt x="1240294" y="0"/>
                  </a:lnTo>
                  <a:lnTo>
                    <a:pt x="1194968" y="3721"/>
                  </a:lnTo>
                  <a:lnTo>
                    <a:pt x="1151928" y="14478"/>
                  </a:lnTo>
                  <a:lnTo>
                    <a:pt x="1111732" y="31686"/>
                  </a:lnTo>
                  <a:lnTo>
                    <a:pt x="1074991" y="54737"/>
                  </a:lnTo>
                  <a:lnTo>
                    <a:pt x="1042289" y="83058"/>
                  </a:lnTo>
                  <a:lnTo>
                    <a:pt x="1014209" y="116052"/>
                  </a:lnTo>
                  <a:lnTo>
                    <a:pt x="991336" y="153111"/>
                  </a:lnTo>
                  <a:lnTo>
                    <a:pt x="974280" y="193649"/>
                  </a:lnTo>
                  <a:lnTo>
                    <a:pt x="963612" y="237070"/>
                  </a:lnTo>
                  <a:lnTo>
                    <a:pt x="959929" y="282790"/>
                  </a:lnTo>
                  <a:lnTo>
                    <a:pt x="959929" y="999375"/>
                  </a:lnTo>
                  <a:lnTo>
                    <a:pt x="962240" y="1001712"/>
                  </a:lnTo>
                  <a:lnTo>
                    <a:pt x="965161" y="1001712"/>
                  </a:lnTo>
                  <a:lnTo>
                    <a:pt x="1520723" y="1001712"/>
                  </a:lnTo>
                  <a:lnTo>
                    <a:pt x="1520723" y="282790"/>
                  </a:lnTo>
                  <a:close/>
                </a:path>
                <a:path w="2472054" h="1002029">
                  <a:moveTo>
                    <a:pt x="2471712" y="282790"/>
                  </a:moveTo>
                  <a:lnTo>
                    <a:pt x="2468016" y="237070"/>
                  </a:lnTo>
                  <a:lnTo>
                    <a:pt x="2457348" y="193649"/>
                  </a:lnTo>
                  <a:lnTo>
                    <a:pt x="2440292" y="153111"/>
                  </a:lnTo>
                  <a:lnTo>
                    <a:pt x="2417419" y="116052"/>
                  </a:lnTo>
                  <a:lnTo>
                    <a:pt x="2389340" y="83058"/>
                  </a:lnTo>
                  <a:lnTo>
                    <a:pt x="2356624" y="54737"/>
                  </a:lnTo>
                  <a:lnTo>
                    <a:pt x="2319871" y="31686"/>
                  </a:lnTo>
                  <a:lnTo>
                    <a:pt x="2279675" y="14478"/>
                  </a:lnTo>
                  <a:lnTo>
                    <a:pt x="2236609" y="3721"/>
                  </a:lnTo>
                  <a:lnTo>
                    <a:pt x="2191270" y="0"/>
                  </a:lnTo>
                  <a:lnTo>
                    <a:pt x="2145957" y="3721"/>
                  </a:lnTo>
                  <a:lnTo>
                    <a:pt x="2102904" y="14478"/>
                  </a:lnTo>
                  <a:lnTo>
                    <a:pt x="2062721" y="31686"/>
                  </a:lnTo>
                  <a:lnTo>
                    <a:pt x="2025980" y="54737"/>
                  </a:lnTo>
                  <a:lnTo>
                    <a:pt x="1993265" y="83058"/>
                  </a:lnTo>
                  <a:lnTo>
                    <a:pt x="1965185" y="116052"/>
                  </a:lnTo>
                  <a:lnTo>
                    <a:pt x="1942325" y="153111"/>
                  </a:lnTo>
                  <a:lnTo>
                    <a:pt x="1925256" y="193649"/>
                  </a:lnTo>
                  <a:lnTo>
                    <a:pt x="1914588" y="237070"/>
                  </a:lnTo>
                  <a:lnTo>
                    <a:pt x="1910905" y="282790"/>
                  </a:lnTo>
                  <a:lnTo>
                    <a:pt x="1910905" y="999375"/>
                  </a:lnTo>
                  <a:lnTo>
                    <a:pt x="1913216" y="1001712"/>
                  </a:lnTo>
                  <a:lnTo>
                    <a:pt x="1916150" y="1001712"/>
                  </a:lnTo>
                  <a:lnTo>
                    <a:pt x="2471712" y="1001712"/>
                  </a:lnTo>
                  <a:lnTo>
                    <a:pt x="2471712" y="282790"/>
                  </a:lnTo>
                  <a:close/>
                </a:path>
              </a:pathLst>
            </a:custGeom>
            <a:solidFill>
              <a:srgbClr val="3893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10812745" y="6358308"/>
              <a:ext cx="397510" cy="708025"/>
            </a:xfrm>
            <a:custGeom>
              <a:avLst/>
              <a:gdLst/>
              <a:ahLst/>
              <a:cxnLst/>
              <a:rect l="l" t="t" r="r" b="b"/>
              <a:pathLst>
                <a:path w="397509" h="708025">
                  <a:moveTo>
                    <a:pt x="198716" y="0"/>
                  </a:moveTo>
                  <a:lnTo>
                    <a:pt x="153282" y="5318"/>
                  </a:lnTo>
                  <a:lnTo>
                    <a:pt x="111505" y="20456"/>
                  </a:lnTo>
                  <a:lnTo>
                    <a:pt x="74602" y="44185"/>
                  </a:lnTo>
                  <a:lnTo>
                    <a:pt x="43785" y="75278"/>
                  </a:lnTo>
                  <a:lnTo>
                    <a:pt x="20269" y="112505"/>
                  </a:lnTo>
                  <a:lnTo>
                    <a:pt x="5269" y="154640"/>
                  </a:lnTo>
                  <a:lnTo>
                    <a:pt x="0" y="200454"/>
                  </a:lnTo>
                  <a:lnTo>
                    <a:pt x="0" y="707915"/>
                  </a:lnTo>
                  <a:lnTo>
                    <a:pt x="397495" y="707915"/>
                  </a:lnTo>
                  <a:lnTo>
                    <a:pt x="397495" y="200454"/>
                  </a:lnTo>
                  <a:lnTo>
                    <a:pt x="392221" y="154640"/>
                  </a:lnTo>
                  <a:lnTo>
                    <a:pt x="377209" y="112505"/>
                  </a:lnTo>
                  <a:lnTo>
                    <a:pt x="353679" y="75278"/>
                  </a:lnTo>
                  <a:lnTo>
                    <a:pt x="322846" y="44185"/>
                  </a:lnTo>
                  <a:lnTo>
                    <a:pt x="285930" y="20456"/>
                  </a:lnTo>
                  <a:lnTo>
                    <a:pt x="244147" y="5318"/>
                  </a:lnTo>
                  <a:lnTo>
                    <a:pt x="198716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10852208" y="6399040"/>
              <a:ext cx="318770" cy="633730"/>
            </a:xfrm>
            <a:custGeom>
              <a:avLst/>
              <a:gdLst/>
              <a:ahLst/>
              <a:cxnLst/>
              <a:rect l="l" t="t" r="r" b="b"/>
              <a:pathLst>
                <a:path w="318770" h="633729">
                  <a:moveTo>
                    <a:pt x="159262" y="0"/>
                  </a:moveTo>
                  <a:lnTo>
                    <a:pt x="109068" y="8223"/>
                  </a:lnTo>
                  <a:lnTo>
                    <a:pt x="65367" y="31095"/>
                  </a:lnTo>
                  <a:lnTo>
                    <a:pt x="30837" y="65915"/>
                  </a:lnTo>
                  <a:lnTo>
                    <a:pt x="8155" y="109984"/>
                  </a:lnTo>
                  <a:lnTo>
                    <a:pt x="0" y="160602"/>
                  </a:lnTo>
                  <a:lnTo>
                    <a:pt x="0" y="633279"/>
                  </a:lnTo>
                  <a:lnTo>
                    <a:pt x="318513" y="633279"/>
                  </a:lnTo>
                  <a:lnTo>
                    <a:pt x="318513" y="160602"/>
                  </a:lnTo>
                  <a:lnTo>
                    <a:pt x="310366" y="109984"/>
                  </a:lnTo>
                  <a:lnTo>
                    <a:pt x="287700" y="65915"/>
                  </a:lnTo>
                  <a:lnTo>
                    <a:pt x="253184" y="31095"/>
                  </a:lnTo>
                  <a:lnTo>
                    <a:pt x="209482" y="8223"/>
                  </a:lnTo>
                  <a:lnTo>
                    <a:pt x="159262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8901849" y="6358311"/>
              <a:ext cx="2289810" cy="708025"/>
            </a:xfrm>
            <a:custGeom>
              <a:avLst/>
              <a:gdLst/>
              <a:ahLst/>
              <a:cxnLst/>
              <a:rect l="l" t="t" r="r" b="b"/>
              <a:pathLst>
                <a:path w="2289809" h="708025">
                  <a:moveTo>
                    <a:pt x="397497" y="200367"/>
                  </a:moveTo>
                  <a:lnTo>
                    <a:pt x="392214" y="154559"/>
                  </a:lnTo>
                  <a:lnTo>
                    <a:pt x="377202" y="112445"/>
                  </a:lnTo>
                  <a:lnTo>
                    <a:pt x="353669" y="75234"/>
                  </a:lnTo>
                  <a:lnTo>
                    <a:pt x="322834" y="44157"/>
                  </a:lnTo>
                  <a:lnTo>
                    <a:pt x="285915" y="20447"/>
                  </a:lnTo>
                  <a:lnTo>
                    <a:pt x="244132" y="5321"/>
                  </a:lnTo>
                  <a:lnTo>
                    <a:pt x="198691" y="0"/>
                  </a:lnTo>
                  <a:lnTo>
                    <a:pt x="153263" y="5321"/>
                  </a:lnTo>
                  <a:lnTo>
                    <a:pt x="111493" y="20447"/>
                  </a:lnTo>
                  <a:lnTo>
                    <a:pt x="74599" y="44157"/>
                  </a:lnTo>
                  <a:lnTo>
                    <a:pt x="43776" y="75234"/>
                  </a:lnTo>
                  <a:lnTo>
                    <a:pt x="20269" y="112445"/>
                  </a:lnTo>
                  <a:lnTo>
                    <a:pt x="5270" y="154559"/>
                  </a:lnTo>
                  <a:lnTo>
                    <a:pt x="0" y="200367"/>
                  </a:lnTo>
                  <a:lnTo>
                    <a:pt x="0" y="707923"/>
                  </a:lnTo>
                  <a:lnTo>
                    <a:pt x="397497" y="707923"/>
                  </a:lnTo>
                  <a:lnTo>
                    <a:pt x="397497" y="200367"/>
                  </a:lnTo>
                  <a:close/>
                </a:path>
                <a:path w="2289809" h="708025">
                  <a:moveTo>
                    <a:pt x="2289213" y="188747"/>
                  </a:moveTo>
                  <a:lnTo>
                    <a:pt x="1930069" y="188747"/>
                  </a:lnTo>
                  <a:lnTo>
                    <a:pt x="1930069" y="214579"/>
                  </a:lnTo>
                  <a:lnTo>
                    <a:pt x="2097316" y="214579"/>
                  </a:lnTo>
                  <a:lnTo>
                    <a:pt x="2097316" y="674014"/>
                  </a:lnTo>
                  <a:lnTo>
                    <a:pt x="2121903" y="674014"/>
                  </a:lnTo>
                  <a:lnTo>
                    <a:pt x="2121903" y="214579"/>
                  </a:lnTo>
                  <a:lnTo>
                    <a:pt x="2289213" y="214579"/>
                  </a:lnTo>
                  <a:lnTo>
                    <a:pt x="2289213" y="188747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8941296" y="6398935"/>
              <a:ext cx="318770" cy="633730"/>
            </a:xfrm>
            <a:custGeom>
              <a:avLst/>
              <a:gdLst/>
              <a:ahLst/>
              <a:cxnLst/>
              <a:rect l="l" t="t" r="r" b="b"/>
              <a:pathLst>
                <a:path w="318770" h="633729">
                  <a:moveTo>
                    <a:pt x="159251" y="0"/>
                  </a:moveTo>
                  <a:lnTo>
                    <a:pt x="109059" y="8225"/>
                  </a:lnTo>
                  <a:lnTo>
                    <a:pt x="65361" y="31105"/>
                  </a:lnTo>
                  <a:lnTo>
                    <a:pt x="30833" y="65942"/>
                  </a:lnTo>
                  <a:lnTo>
                    <a:pt x="8154" y="110041"/>
                  </a:lnTo>
                  <a:lnTo>
                    <a:pt x="0" y="160707"/>
                  </a:lnTo>
                  <a:lnTo>
                    <a:pt x="0" y="633383"/>
                  </a:lnTo>
                  <a:lnTo>
                    <a:pt x="318587" y="633383"/>
                  </a:lnTo>
                  <a:lnTo>
                    <a:pt x="318587" y="160707"/>
                  </a:lnTo>
                  <a:lnTo>
                    <a:pt x="310430" y="110041"/>
                  </a:lnTo>
                  <a:lnTo>
                    <a:pt x="287744" y="65942"/>
                  </a:lnTo>
                  <a:lnTo>
                    <a:pt x="253203" y="31105"/>
                  </a:lnTo>
                  <a:lnTo>
                    <a:pt x="209480" y="8225"/>
                  </a:lnTo>
                  <a:lnTo>
                    <a:pt x="159251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8921001" y="6358311"/>
              <a:ext cx="1334135" cy="708025"/>
            </a:xfrm>
            <a:custGeom>
              <a:avLst/>
              <a:gdLst/>
              <a:ahLst/>
              <a:cxnLst/>
              <a:rect l="l" t="t" r="r" b="b"/>
              <a:pathLst>
                <a:path w="1334134" h="708025">
                  <a:moveTo>
                    <a:pt x="359168" y="188747"/>
                  </a:moveTo>
                  <a:lnTo>
                    <a:pt x="0" y="188747"/>
                  </a:lnTo>
                  <a:lnTo>
                    <a:pt x="0" y="214579"/>
                  </a:lnTo>
                  <a:lnTo>
                    <a:pt x="167335" y="214579"/>
                  </a:lnTo>
                  <a:lnTo>
                    <a:pt x="167335" y="674014"/>
                  </a:lnTo>
                  <a:lnTo>
                    <a:pt x="191820" y="674014"/>
                  </a:lnTo>
                  <a:lnTo>
                    <a:pt x="191820" y="214579"/>
                  </a:lnTo>
                  <a:lnTo>
                    <a:pt x="359168" y="214579"/>
                  </a:lnTo>
                  <a:lnTo>
                    <a:pt x="359168" y="188747"/>
                  </a:lnTo>
                  <a:close/>
                </a:path>
                <a:path w="1334134" h="708025">
                  <a:moveTo>
                    <a:pt x="1333881" y="200367"/>
                  </a:moveTo>
                  <a:lnTo>
                    <a:pt x="1328610" y="154559"/>
                  </a:lnTo>
                  <a:lnTo>
                    <a:pt x="1313611" y="112445"/>
                  </a:lnTo>
                  <a:lnTo>
                    <a:pt x="1290091" y="75234"/>
                  </a:lnTo>
                  <a:lnTo>
                    <a:pt x="1259281" y="44157"/>
                  </a:lnTo>
                  <a:lnTo>
                    <a:pt x="1222375" y="20447"/>
                  </a:lnTo>
                  <a:lnTo>
                    <a:pt x="1180592" y="5321"/>
                  </a:lnTo>
                  <a:lnTo>
                    <a:pt x="1135151" y="0"/>
                  </a:lnTo>
                  <a:lnTo>
                    <a:pt x="1089723" y="5321"/>
                  </a:lnTo>
                  <a:lnTo>
                    <a:pt x="1047953" y="20447"/>
                  </a:lnTo>
                  <a:lnTo>
                    <a:pt x="1011034" y="44157"/>
                  </a:lnTo>
                  <a:lnTo>
                    <a:pt x="980198" y="75234"/>
                  </a:lnTo>
                  <a:lnTo>
                    <a:pt x="956678" y="112445"/>
                  </a:lnTo>
                  <a:lnTo>
                    <a:pt x="941666" y="154559"/>
                  </a:lnTo>
                  <a:lnTo>
                    <a:pt x="936383" y="200367"/>
                  </a:lnTo>
                  <a:lnTo>
                    <a:pt x="936383" y="707923"/>
                  </a:lnTo>
                  <a:lnTo>
                    <a:pt x="1333881" y="707923"/>
                  </a:lnTo>
                  <a:lnTo>
                    <a:pt x="1333881" y="200367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9896836" y="6398935"/>
              <a:ext cx="318770" cy="633730"/>
            </a:xfrm>
            <a:custGeom>
              <a:avLst/>
              <a:gdLst/>
              <a:ahLst/>
              <a:cxnLst/>
              <a:rect l="l" t="t" r="r" b="b"/>
              <a:pathLst>
                <a:path w="318770" h="633729">
                  <a:moveTo>
                    <a:pt x="159335" y="0"/>
                  </a:moveTo>
                  <a:lnTo>
                    <a:pt x="109102" y="8225"/>
                  </a:lnTo>
                  <a:lnTo>
                    <a:pt x="65379" y="31105"/>
                  </a:lnTo>
                  <a:lnTo>
                    <a:pt x="30839" y="65942"/>
                  </a:lnTo>
                  <a:lnTo>
                    <a:pt x="8155" y="110041"/>
                  </a:lnTo>
                  <a:lnTo>
                    <a:pt x="0" y="160707"/>
                  </a:lnTo>
                  <a:lnTo>
                    <a:pt x="0" y="633383"/>
                  </a:lnTo>
                  <a:lnTo>
                    <a:pt x="318587" y="633383"/>
                  </a:lnTo>
                  <a:lnTo>
                    <a:pt x="318587" y="160707"/>
                  </a:lnTo>
                  <a:lnTo>
                    <a:pt x="310432" y="110041"/>
                  </a:lnTo>
                  <a:lnTo>
                    <a:pt x="287753" y="65942"/>
                  </a:lnTo>
                  <a:lnTo>
                    <a:pt x="253225" y="31105"/>
                  </a:lnTo>
                  <a:lnTo>
                    <a:pt x="209527" y="8225"/>
                  </a:lnTo>
                  <a:lnTo>
                    <a:pt x="159335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7503922" y="6205772"/>
              <a:ext cx="2732405" cy="826769"/>
            </a:xfrm>
            <a:custGeom>
              <a:avLst/>
              <a:gdLst/>
              <a:ahLst/>
              <a:cxnLst/>
              <a:rect l="l" t="t" r="r" b="b"/>
              <a:pathLst>
                <a:path w="2732404" h="826770">
                  <a:moveTo>
                    <a:pt x="964488" y="0"/>
                  </a:moveTo>
                  <a:lnTo>
                    <a:pt x="0" y="0"/>
                  </a:lnTo>
                  <a:lnTo>
                    <a:pt x="0" y="28333"/>
                  </a:lnTo>
                  <a:lnTo>
                    <a:pt x="2222" y="39344"/>
                  </a:lnTo>
                  <a:lnTo>
                    <a:pt x="8255" y="48348"/>
                  </a:lnTo>
                  <a:lnTo>
                    <a:pt x="17195" y="54444"/>
                  </a:lnTo>
                  <a:lnTo>
                    <a:pt x="28117" y="56680"/>
                  </a:lnTo>
                  <a:lnTo>
                    <a:pt x="936485" y="56680"/>
                  </a:lnTo>
                  <a:lnTo>
                    <a:pt x="947343" y="54444"/>
                  </a:lnTo>
                  <a:lnTo>
                    <a:pt x="956259" y="48348"/>
                  </a:lnTo>
                  <a:lnTo>
                    <a:pt x="962279" y="39344"/>
                  </a:lnTo>
                  <a:lnTo>
                    <a:pt x="964488" y="28333"/>
                  </a:lnTo>
                  <a:lnTo>
                    <a:pt x="964488" y="0"/>
                  </a:lnTo>
                  <a:close/>
                </a:path>
                <a:path w="2732404" h="826770">
                  <a:moveTo>
                    <a:pt x="2731782" y="341287"/>
                  </a:moveTo>
                  <a:lnTo>
                    <a:pt x="2372614" y="341287"/>
                  </a:lnTo>
                  <a:lnTo>
                    <a:pt x="2372614" y="367118"/>
                  </a:lnTo>
                  <a:lnTo>
                    <a:pt x="2539949" y="367118"/>
                  </a:lnTo>
                  <a:lnTo>
                    <a:pt x="2539949" y="826554"/>
                  </a:lnTo>
                  <a:lnTo>
                    <a:pt x="2564473" y="826554"/>
                  </a:lnTo>
                  <a:lnTo>
                    <a:pt x="2564473" y="367118"/>
                  </a:lnTo>
                  <a:lnTo>
                    <a:pt x="2731782" y="367118"/>
                  </a:lnTo>
                  <a:lnTo>
                    <a:pt x="2731782" y="341287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1" name="object 161" descr=""/>
          <p:cNvSpPr/>
          <p:nvPr/>
        </p:nvSpPr>
        <p:spPr>
          <a:xfrm>
            <a:off x="5207987" y="8145165"/>
            <a:ext cx="4747260" cy="60960"/>
          </a:xfrm>
          <a:custGeom>
            <a:avLst/>
            <a:gdLst/>
            <a:ahLst/>
            <a:cxnLst/>
            <a:rect l="l" t="t" r="r" b="b"/>
            <a:pathLst>
              <a:path w="4747259" h="60959">
                <a:moveTo>
                  <a:pt x="0" y="60678"/>
                </a:moveTo>
                <a:lnTo>
                  <a:pt x="4746676" y="60678"/>
                </a:lnTo>
                <a:lnTo>
                  <a:pt x="4746676" y="0"/>
                </a:lnTo>
                <a:lnTo>
                  <a:pt x="0" y="0"/>
                </a:lnTo>
                <a:lnTo>
                  <a:pt x="0" y="60678"/>
                </a:lnTo>
                <a:close/>
              </a:path>
            </a:pathLst>
          </a:custGeom>
          <a:solidFill>
            <a:srgbClr val="9FD3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" name="object 162" descr=""/>
          <p:cNvSpPr/>
          <p:nvPr/>
        </p:nvSpPr>
        <p:spPr>
          <a:xfrm>
            <a:off x="10063059" y="8145165"/>
            <a:ext cx="4855845" cy="60960"/>
          </a:xfrm>
          <a:custGeom>
            <a:avLst/>
            <a:gdLst/>
            <a:ahLst/>
            <a:cxnLst/>
            <a:rect l="l" t="t" r="r" b="b"/>
            <a:pathLst>
              <a:path w="4855844" h="60959">
                <a:moveTo>
                  <a:pt x="0" y="60678"/>
                </a:moveTo>
                <a:lnTo>
                  <a:pt x="4855219" y="60678"/>
                </a:lnTo>
                <a:lnTo>
                  <a:pt x="4855219" y="0"/>
                </a:lnTo>
                <a:lnTo>
                  <a:pt x="0" y="0"/>
                </a:lnTo>
                <a:lnTo>
                  <a:pt x="0" y="60678"/>
                </a:lnTo>
                <a:close/>
              </a:path>
            </a:pathLst>
          </a:custGeom>
          <a:solidFill>
            <a:srgbClr val="9FD3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" name="object 163" descr=""/>
          <p:cNvSpPr/>
          <p:nvPr/>
        </p:nvSpPr>
        <p:spPr>
          <a:xfrm>
            <a:off x="5207987" y="8370771"/>
            <a:ext cx="4747260" cy="31115"/>
          </a:xfrm>
          <a:custGeom>
            <a:avLst/>
            <a:gdLst/>
            <a:ahLst/>
            <a:cxnLst/>
            <a:rect l="l" t="t" r="r" b="b"/>
            <a:pathLst>
              <a:path w="4747259" h="31115">
                <a:moveTo>
                  <a:pt x="0" y="30930"/>
                </a:moveTo>
                <a:lnTo>
                  <a:pt x="4746676" y="30930"/>
                </a:lnTo>
                <a:lnTo>
                  <a:pt x="4746676" y="0"/>
                </a:lnTo>
                <a:lnTo>
                  <a:pt x="0" y="0"/>
                </a:lnTo>
                <a:lnTo>
                  <a:pt x="0" y="30930"/>
                </a:lnTo>
                <a:close/>
              </a:path>
            </a:pathLst>
          </a:custGeom>
          <a:solidFill>
            <a:srgbClr val="9FD3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4" name="object 164" descr=""/>
          <p:cNvSpPr/>
          <p:nvPr/>
        </p:nvSpPr>
        <p:spPr>
          <a:xfrm>
            <a:off x="10063059" y="8370771"/>
            <a:ext cx="4855845" cy="31115"/>
          </a:xfrm>
          <a:custGeom>
            <a:avLst/>
            <a:gdLst/>
            <a:ahLst/>
            <a:cxnLst/>
            <a:rect l="l" t="t" r="r" b="b"/>
            <a:pathLst>
              <a:path w="4855844" h="31115">
                <a:moveTo>
                  <a:pt x="0" y="30930"/>
                </a:moveTo>
                <a:lnTo>
                  <a:pt x="4855219" y="30930"/>
                </a:lnTo>
                <a:lnTo>
                  <a:pt x="4855219" y="0"/>
                </a:lnTo>
                <a:lnTo>
                  <a:pt x="0" y="0"/>
                </a:lnTo>
                <a:lnTo>
                  <a:pt x="0" y="30930"/>
                </a:lnTo>
                <a:close/>
              </a:path>
            </a:pathLst>
          </a:custGeom>
          <a:solidFill>
            <a:srgbClr val="9FD3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5" name="object 165" descr=""/>
          <p:cNvSpPr/>
          <p:nvPr/>
        </p:nvSpPr>
        <p:spPr>
          <a:xfrm>
            <a:off x="5207987" y="8267361"/>
            <a:ext cx="4747260" cy="41910"/>
          </a:xfrm>
          <a:custGeom>
            <a:avLst/>
            <a:gdLst/>
            <a:ahLst/>
            <a:cxnLst/>
            <a:rect l="l" t="t" r="r" b="b"/>
            <a:pathLst>
              <a:path w="4747259" h="41909">
                <a:moveTo>
                  <a:pt x="0" y="41894"/>
                </a:moveTo>
                <a:lnTo>
                  <a:pt x="4746676" y="41894"/>
                </a:lnTo>
                <a:lnTo>
                  <a:pt x="4746676" y="0"/>
                </a:lnTo>
                <a:lnTo>
                  <a:pt x="0" y="0"/>
                </a:lnTo>
                <a:lnTo>
                  <a:pt x="0" y="41894"/>
                </a:lnTo>
                <a:close/>
              </a:path>
            </a:pathLst>
          </a:custGeom>
          <a:solidFill>
            <a:srgbClr val="9FD3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" name="object 166" descr=""/>
          <p:cNvSpPr/>
          <p:nvPr/>
        </p:nvSpPr>
        <p:spPr>
          <a:xfrm>
            <a:off x="10063059" y="8267361"/>
            <a:ext cx="4855845" cy="41910"/>
          </a:xfrm>
          <a:custGeom>
            <a:avLst/>
            <a:gdLst/>
            <a:ahLst/>
            <a:cxnLst/>
            <a:rect l="l" t="t" r="r" b="b"/>
            <a:pathLst>
              <a:path w="4855844" h="41909">
                <a:moveTo>
                  <a:pt x="0" y="41894"/>
                </a:moveTo>
                <a:lnTo>
                  <a:pt x="4855219" y="41894"/>
                </a:lnTo>
                <a:lnTo>
                  <a:pt x="4855219" y="0"/>
                </a:lnTo>
                <a:lnTo>
                  <a:pt x="0" y="0"/>
                </a:lnTo>
                <a:lnTo>
                  <a:pt x="0" y="41894"/>
                </a:lnTo>
                <a:close/>
              </a:path>
            </a:pathLst>
          </a:custGeom>
          <a:solidFill>
            <a:srgbClr val="9FD3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7" name="object 167" descr=""/>
          <p:cNvSpPr/>
          <p:nvPr/>
        </p:nvSpPr>
        <p:spPr>
          <a:xfrm>
            <a:off x="5424221" y="6205759"/>
            <a:ext cx="2466340" cy="1939925"/>
          </a:xfrm>
          <a:custGeom>
            <a:avLst/>
            <a:gdLst/>
            <a:ahLst/>
            <a:cxnLst/>
            <a:rect l="l" t="t" r="r" b="b"/>
            <a:pathLst>
              <a:path w="2466340" h="1939925">
                <a:moveTo>
                  <a:pt x="2466289" y="1220482"/>
                </a:moveTo>
                <a:lnTo>
                  <a:pt x="2462606" y="1174762"/>
                </a:lnTo>
                <a:lnTo>
                  <a:pt x="2451938" y="1131341"/>
                </a:lnTo>
                <a:lnTo>
                  <a:pt x="2434882" y="1090803"/>
                </a:lnTo>
                <a:lnTo>
                  <a:pt x="2412009" y="1053744"/>
                </a:lnTo>
                <a:lnTo>
                  <a:pt x="2383929" y="1020749"/>
                </a:lnTo>
                <a:lnTo>
                  <a:pt x="2351214" y="992428"/>
                </a:lnTo>
                <a:lnTo>
                  <a:pt x="2314460" y="969378"/>
                </a:lnTo>
                <a:lnTo>
                  <a:pt x="2274265" y="952169"/>
                </a:lnTo>
                <a:lnTo>
                  <a:pt x="2231199" y="941412"/>
                </a:lnTo>
                <a:lnTo>
                  <a:pt x="2185847" y="937691"/>
                </a:lnTo>
                <a:lnTo>
                  <a:pt x="2140534" y="941412"/>
                </a:lnTo>
                <a:lnTo>
                  <a:pt x="2097481" y="952169"/>
                </a:lnTo>
                <a:lnTo>
                  <a:pt x="2057298" y="969378"/>
                </a:lnTo>
                <a:lnTo>
                  <a:pt x="2020557" y="992428"/>
                </a:lnTo>
                <a:lnTo>
                  <a:pt x="1987867" y="1020749"/>
                </a:lnTo>
                <a:lnTo>
                  <a:pt x="1959787" y="1053744"/>
                </a:lnTo>
                <a:lnTo>
                  <a:pt x="1936927" y="1090803"/>
                </a:lnTo>
                <a:lnTo>
                  <a:pt x="1929663" y="1108075"/>
                </a:lnTo>
                <a:lnTo>
                  <a:pt x="1929663" y="0"/>
                </a:lnTo>
                <a:lnTo>
                  <a:pt x="0" y="0"/>
                </a:lnTo>
                <a:lnTo>
                  <a:pt x="0" y="1939417"/>
                </a:lnTo>
                <a:lnTo>
                  <a:pt x="1929663" y="1939417"/>
                </a:lnTo>
                <a:lnTo>
                  <a:pt x="2466289" y="1939404"/>
                </a:lnTo>
                <a:lnTo>
                  <a:pt x="2466289" y="1220482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68" name="object 168" descr=""/>
          <p:cNvGrpSpPr/>
          <p:nvPr/>
        </p:nvGrpSpPr>
        <p:grpSpPr>
          <a:xfrm>
            <a:off x="5181264" y="5536252"/>
            <a:ext cx="2389505" cy="2609215"/>
            <a:chOff x="5181264" y="5536252"/>
            <a:chExt cx="2389505" cy="2609215"/>
          </a:xfrm>
        </p:grpSpPr>
        <p:sp>
          <p:nvSpPr>
            <p:cNvPr id="169" name="object 169" descr=""/>
            <p:cNvSpPr/>
            <p:nvPr/>
          </p:nvSpPr>
          <p:spPr>
            <a:xfrm>
              <a:off x="5181264" y="5536252"/>
              <a:ext cx="2389505" cy="572135"/>
            </a:xfrm>
            <a:custGeom>
              <a:avLst/>
              <a:gdLst/>
              <a:ahLst/>
              <a:cxnLst/>
              <a:rect l="l" t="t" r="r" b="b"/>
              <a:pathLst>
                <a:path w="2389504" h="572135">
                  <a:moveTo>
                    <a:pt x="1194466" y="0"/>
                  </a:moveTo>
                  <a:lnTo>
                    <a:pt x="0" y="520266"/>
                  </a:lnTo>
                  <a:lnTo>
                    <a:pt x="94" y="571930"/>
                  </a:lnTo>
                  <a:lnTo>
                    <a:pt x="2388932" y="571930"/>
                  </a:lnTo>
                  <a:lnTo>
                    <a:pt x="2389026" y="520340"/>
                  </a:lnTo>
                  <a:lnTo>
                    <a:pt x="119446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5247526" y="5584361"/>
              <a:ext cx="2256790" cy="621665"/>
            </a:xfrm>
            <a:custGeom>
              <a:avLst/>
              <a:gdLst/>
              <a:ahLst/>
              <a:cxnLst/>
              <a:rect l="l" t="t" r="r" b="b"/>
              <a:pathLst>
                <a:path w="2256790" h="621664">
                  <a:moveTo>
                    <a:pt x="2220315" y="475729"/>
                  </a:moveTo>
                  <a:lnTo>
                    <a:pt x="1128191" y="0"/>
                  </a:lnTo>
                  <a:lnTo>
                    <a:pt x="36093" y="475729"/>
                  </a:lnTo>
                  <a:lnTo>
                    <a:pt x="2220315" y="475729"/>
                  </a:lnTo>
                  <a:close/>
                </a:path>
                <a:path w="2256790" h="621664">
                  <a:moveTo>
                    <a:pt x="2256409" y="523824"/>
                  </a:moveTo>
                  <a:lnTo>
                    <a:pt x="0" y="523824"/>
                  </a:lnTo>
                  <a:lnTo>
                    <a:pt x="0" y="621411"/>
                  </a:lnTo>
                  <a:lnTo>
                    <a:pt x="2256409" y="621411"/>
                  </a:lnTo>
                  <a:lnTo>
                    <a:pt x="2256409" y="523824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5247533" y="6205772"/>
              <a:ext cx="300355" cy="56515"/>
            </a:xfrm>
            <a:custGeom>
              <a:avLst/>
              <a:gdLst/>
              <a:ahLst/>
              <a:cxnLst/>
              <a:rect l="l" t="t" r="r" b="b"/>
              <a:pathLst>
                <a:path w="300354" h="56514">
                  <a:moveTo>
                    <a:pt x="300116" y="0"/>
                  </a:moveTo>
                  <a:lnTo>
                    <a:pt x="0" y="0"/>
                  </a:lnTo>
                  <a:lnTo>
                    <a:pt x="0" y="28082"/>
                  </a:lnTo>
                  <a:lnTo>
                    <a:pt x="2196" y="38961"/>
                  </a:lnTo>
                  <a:lnTo>
                    <a:pt x="8171" y="47855"/>
                  </a:lnTo>
                  <a:lnTo>
                    <a:pt x="17002" y="53858"/>
                  </a:lnTo>
                  <a:lnTo>
                    <a:pt x="27768" y="56061"/>
                  </a:lnTo>
                  <a:lnTo>
                    <a:pt x="272368" y="56061"/>
                  </a:lnTo>
                  <a:lnTo>
                    <a:pt x="283158" y="53858"/>
                  </a:lnTo>
                  <a:lnTo>
                    <a:pt x="291979" y="47855"/>
                  </a:lnTo>
                  <a:lnTo>
                    <a:pt x="297932" y="38961"/>
                  </a:lnTo>
                  <a:lnTo>
                    <a:pt x="300116" y="28082"/>
                  </a:lnTo>
                  <a:lnTo>
                    <a:pt x="30011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5289306" y="6261830"/>
              <a:ext cx="217170" cy="1670050"/>
            </a:xfrm>
            <a:custGeom>
              <a:avLst/>
              <a:gdLst/>
              <a:ahLst/>
              <a:cxnLst/>
              <a:rect l="l" t="t" r="r" b="b"/>
              <a:pathLst>
                <a:path w="217170" h="1670050">
                  <a:moveTo>
                    <a:pt x="206014" y="0"/>
                  </a:moveTo>
                  <a:lnTo>
                    <a:pt x="10575" y="0"/>
                  </a:lnTo>
                  <a:lnTo>
                    <a:pt x="0" y="1669938"/>
                  </a:lnTo>
                  <a:lnTo>
                    <a:pt x="216590" y="1669938"/>
                  </a:lnTo>
                  <a:lnTo>
                    <a:pt x="206014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5260683" y="6205772"/>
              <a:ext cx="1910714" cy="1939925"/>
            </a:xfrm>
            <a:custGeom>
              <a:avLst/>
              <a:gdLst/>
              <a:ahLst/>
              <a:cxnLst/>
              <a:rect l="l" t="t" r="r" b="b"/>
              <a:pathLst>
                <a:path w="1910715" h="1939925">
                  <a:moveTo>
                    <a:pt x="273812" y="1726018"/>
                  </a:moveTo>
                  <a:lnTo>
                    <a:pt x="0" y="1726018"/>
                  </a:lnTo>
                  <a:lnTo>
                    <a:pt x="0" y="1939404"/>
                  </a:lnTo>
                  <a:lnTo>
                    <a:pt x="273812" y="1939404"/>
                  </a:lnTo>
                  <a:lnTo>
                    <a:pt x="273812" y="1726018"/>
                  </a:lnTo>
                  <a:close/>
                </a:path>
                <a:path w="1910715" h="1939925">
                  <a:moveTo>
                    <a:pt x="1910638" y="0"/>
                  </a:moveTo>
                  <a:lnTo>
                    <a:pt x="1610525" y="0"/>
                  </a:lnTo>
                  <a:lnTo>
                    <a:pt x="1610525" y="28092"/>
                  </a:lnTo>
                  <a:lnTo>
                    <a:pt x="1612722" y="38963"/>
                  </a:lnTo>
                  <a:lnTo>
                    <a:pt x="1618691" y="47866"/>
                  </a:lnTo>
                  <a:lnTo>
                    <a:pt x="1627517" y="53860"/>
                  </a:lnTo>
                  <a:lnTo>
                    <a:pt x="1638274" y="56070"/>
                  </a:lnTo>
                  <a:lnTo>
                    <a:pt x="1882876" y="56070"/>
                  </a:lnTo>
                  <a:lnTo>
                    <a:pt x="1893658" y="53860"/>
                  </a:lnTo>
                  <a:lnTo>
                    <a:pt x="1902498" y="47866"/>
                  </a:lnTo>
                  <a:lnTo>
                    <a:pt x="1908454" y="38963"/>
                  </a:lnTo>
                  <a:lnTo>
                    <a:pt x="1910638" y="28092"/>
                  </a:lnTo>
                  <a:lnTo>
                    <a:pt x="191063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6912968" y="6261830"/>
              <a:ext cx="217170" cy="1670050"/>
            </a:xfrm>
            <a:custGeom>
              <a:avLst/>
              <a:gdLst/>
              <a:ahLst/>
              <a:cxnLst/>
              <a:rect l="l" t="t" r="r" b="b"/>
              <a:pathLst>
                <a:path w="217170" h="1670050">
                  <a:moveTo>
                    <a:pt x="206035" y="0"/>
                  </a:moveTo>
                  <a:lnTo>
                    <a:pt x="10575" y="0"/>
                  </a:lnTo>
                  <a:lnTo>
                    <a:pt x="0" y="1669938"/>
                  </a:lnTo>
                  <a:lnTo>
                    <a:pt x="216590" y="1669938"/>
                  </a:lnTo>
                  <a:lnTo>
                    <a:pt x="206035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6884365" y="6205772"/>
              <a:ext cx="619760" cy="1939925"/>
            </a:xfrm>
            <a:custGeom>
              <a:avLst/>
              <a:gdLst/>
              <a:ahLst/>
              <a:cxnLst/>
              <a:rect l="l" t="t" r="r" b="b"/>
              <a:pathLst>
                <a:path w="619759" h="1939925">
                  <a:moveTo>
                    <a:pt x="273799" y="1726018"/>
                  </a:moveTo>
                  <a:lnTo>
                    <a:pt x="0" y="1726018"/>
                  </a:lnTo>
                  <a:lnTo>
                    <a:pt x="0" y="1939404"/>
                  </a:lnTo>
                  <a:lnTo>
                    <a:pt x="273799" y="1939404"/>
                  </a:lnTo>
                  <a:lnTo>
                    <a:pt x="273799" y="1726018"/>
                  </a:lnTo>
                  <a:close/>
                </a:path>
                <a:path w="619759" h="1939925">
                  <a:moveTo>
                    <a:pt x="619556" y="0"/>
                  </a:moveTo>
                  <a:lnTo>
                    <a:pt x="319443" y="0"/>
                  </a:lnTo>
                  <a:lnTo>
                    <a:pt x="319443" y="28092"/>
                  </a:lnTo>
                  <a:lnTo>
                    <a:pt x="321640" y="38963"/>
                  </a:lnTo>
                  <a:lnTo>
                    <a:pt x="327634" y="47866"/>
                  </a:lnTo>
                  <a:lnTo>
                    <a:pt x="336486" y="53860"/>
                  </a:lnTo>
                  <a:lnTo>
                    <a:pt x="347281" y="56070"/>
                  </a:lnTo>
                  <a:lnTo>
                    <a:pt x="591807" y="56070"/>
                  </a:lnTo>
                  <a:lnTo>
                    <a:pt x="602602" y="53860"/>
                  </a:lnTo>
                  <a:lnTo>
                    <a:pt x="611416" y="47866"/>
                  </a:lnTo>
                  <a:lnTo>
                    <a:pt x="617372" y="38963"/>
                  </a:lnTo>
                  <a:lnTo>
                    <a:pt x="619556" y="28092"/>
                  </a:lnTo>
                  <a:lnTo>
                    <a:pt x="61955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7245670" y="6261830"/>
              <a:ext cx="216535" cy="1670050"/>
            </a:xfrm>
            <a:custGeom>
              <a:avLst/>
              <a:gdLst/>
              <a:ahLst/>
              <a:cxnLst/>
              <a:rect l="l" t="t" r="r" b="b"/>
              <a:pathLst>
                <a:path w="216534" h="1670050">
                  <a:moveTo>
                    <a:pt x="205930" y="0"/>
                  </a:moveTo>
                  <a:lnTo>
                    <a:pt x="10491" y="0"/>
                  </a:lnTo>
                  <a:lnTo>
                    <a:pt x="0" y="1669938"/>
                  </a:lnTo>
                  <a:lnTo>
                    <a:pt x="216506" y="1669938"/>
                  </a:lnTo>
                  <a:lnTo>
                    <a:pt x="205930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5584533" y="6205772"/>
              <a:ext cx="1906905" cy="1939925"/>
            </a:xfrm>
            <a:custGeom>
              <a:avLst/>
              <a:gdLst/>
              <a:ahLst/>
              <a:cxnLst/>
              <a:rect l="l" t="t" r="r" b="b"/>
              <a:pathLst>
                <a:path w="1906904" h="1939925">
                  <a:moveTo>
                    <a:pt x="300113" y="0"/>
                  </a:moveTo>
                  <a:lnTo>
                    <a:pt x="0" y="0"/>
                  </a:lnTo>
                  <a:lnTo>
                    <a:pt x="0" y="28092"/>
                  </a:lnTo>
                  <a:lnTo>
                    <a:pt x="2197" y="38963"/>
                  </a:lnTo>
                  <a:lnTo>
                    <a:pt x="8178" y="47866"/>
                  </a:lnTo>
                  <a:lnTo>
                    <a:pt x="17030" y="53860"/>
                  </a:lnTo>
                  <a:lnTo>
                    <a:pt x="27838" y="56070"/>
                  </a:lnTo>
                  <a:lnTo>
                    <a:pt x="272338" y="56070"/>
                  </a:lnTo>
                  <a:lnTo>
                    <a:pt x="283133" y="53860"/>
                  </a:lnTo>
                  <a:lnTo>
                    <a:pt x="291960" y="47866"/>
                  </a:lnTo>
                  <a:lnTo>
                    <a:pt x="297929" y="38963"/>
                  </a:lnTo>
                  <a:lnTo>
                    <a:pt x="300113" y="28092"/>
                  </a:lnTo>
                  <a:lnTo>
                    <a:pt x="300113" y="0"/>
                  </a:lnTo>
                  <a:close/>
                </a:path>
                <a:path w="1906904" h="1939925">
                  <a:moveTo>
                    <a:pt x="1906295" y="1726018"/>
                  </a:moveTo>
                  <a:lnTo>
                    <a:pt x="1632419" y="1726018"/>
                  </a:lnTo>
                  <a:lnTo>
                    <a:pt x="1632419" y="1939404"/>
                  </a:lnTo>
                  <a:lnTo>
                    <a:pt x="1906295" y="1939404"/>
                  </a:lnTo>
                  <a:lnTo>
                    <a:pt x="1906295" y="1726018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5626289" y="6261830"/>
              <a:ext cx="217170" cy="1670050"/>
            </a:xfrm>
            <a:custGeom>
              <a:avLst/>
              <a:gdLst/>
              <a:ahLst/>
              <a:cxnLst/>
              <a:rect l="l" t="t" r="r" b="b"/>
              <a:pathLst>
                <a:path w="217170" h="1670050">
                  <a:moveTo>
                    <a:pt x="206014" y="0"/>
                  </a:moveTo>
                  <a:lnTo>
                    <a:pt x="10575" y="0"/>
                  </a:lnTo>
                  <a:lnTo>
                    <a:pt x="0" y="1669938"/>
                  </a:lnTo>
                  <a:lnTo>
                    <a:pt x="216590" y="1669938"/>
                  </a:lnTo>
                  <a:lnTo>
                    <a:pt x="206014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5597662" y="7931779"/>
              <a:ext cx="274320" cy="213995"/>
            </a:xfrm>
            <a:custGeom>
              <a:avLst/>
              <a:gdLst/>
              <a:ahLst/>
              <a:cxnLst/>
              <a:rect l="l" t="t" r="r" b="b"/>
              <a:pathLst>
                <a:path w="274320" h="213995">
                  <a:moveTo>
                    <a:pt x="273855" y="0"/>
                  </a:moveTo>
                  <a:lnTo>
                    <a:pt x="0" y="0"/>
                  </a:lnTo>
                  <a:lnTo>
                    <a:pt x="0" y="213386"/>
                  </a:lnTo>
                  <a:lnTo>
                    <a:pt x="273855" y="213386"/>
                  </a:lnTo>
                  <a:lnTo>
                    <a:pt x="27385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6190355" y="6328754"/>
              <a:ext cx="397510" cy="708025"/>
            </a:xfrm>
            <a:custGeom>
              <a:avLst/>
              <a:gdLst/>
              <a:ahLst/>
              <a:cxnLst/>
              <a:rect l="l" t="t" r="r" b="b"/>
              <a:pathLst>
                <a:path w="397509" h="708025">
                  <a:moveTo>
                    <a:pt x="198705" y="0"/>
                  </a:moveTo>
                  <a:lnTo>
                    <a:pt x="153278" y="5314"/>
                  </a:lnTo>
                  <a:lnTo>
                    <a:pt x="111506" y="20440"/>
                  </a:lnTo>
                  <a:lnTo>
                    <a:pt x="74604" y="44152"/>
                  </a:lnTo>
                  <a:lnTo>
                    <a:pt x="43787" y="75227"/>
                  </a:lnTo>
                  <a:lnTo>
                    <a:pt x="20271" y="112438"/>
                  </a:lnTo>
                  <a:lnTo>
                    <a:pt x="5270" y="154561"/>
                  </a:lnTo>
                  <a:lnTo>
                    <a:pt x="0" y="200370"/>
                  </a:lnTo>
                  <a:lnTo>
                    <a:pt x="0" y="707915"/>
                  </a:lnTo>
                  <a:lnTo>
                    <a:pt x="397495" y="707915"/>
                  </a:lnTo>
                  <a:lnTo>
                    <a:pt x="397495" y="200370"/>
                  </a:lnTo>
                  <a:lnTo>
                    <a:pt x="392220" y="154561"/>
                  </a:lnTo>
                  <a:lnTo>
                    <a:pt x="377207" y="112438"/>
                  </a:lnTo>
                  <a:lnTo>
                    <a:pt x="353675" y="75227"/>
                  </a:lnTo>
                  <a:lnTo>
                    <a:pt x="322840" y="44152"/>
                  </a:lnTo>
                  <a:lnTo>
                    <a:pt x="285922" y="20440"/>
                  </a:lnTo>
                  <a:lnTo>
                    <a:pt x="244137" y="5314"/>
                  </a:lnTo>
                  <a:lnTo>
                    <a:pt x="198705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6229802" y="6369381"/>
              <a:ext cx="318770" cy="633730"/>
            </a:xfrm>
            <a:custGeom>
              <a:avLst/>
              <a:gdLst/>
              <a:ahLst/>
              <a:cxnLst/>
              <a:rect l="l" t="t" r="r" b="b"/>
              <a:pathLst>
                <a:path w="318770" h="633729">
                  <a:moveTo>
                    <a:pt x="159262" y="0"/>
                  </a:moveTo>
                  <a:lnTo>
                    <a:pt x="109064" y="8225"/>
                  </a:lnTo>
                  <a:lnTo>
                    <a:pt x="65363" y="31105"/>
                  </a:lnTo>
                  <a:lnTo>
                    <a:pt x="30834" y="65942"/>
                  </a:lnTo>
                  <a:lnTo>
                    <a:pt x="8154" y="110041"/>
                  </a:lnTo>
                  <a:lnTo>
                    <a:pt x="0" y="160707"/>
                  </a:lnTo>
                  <a:lnTo>
                    <a:pt x="0" y="633383"/>
                  </a:lnTo>
                  <a:lnTo>
                    <a:pt x="318608" y="633383"/>
                  </a:lnTo>
                  <a:lnTo>
                    <a:pt x="318608" y="160707"/>
                  </a:lnTo>
                  <a:lnTo>
                    <a:pt x="310450" y="110041"/>
                  </a:lnTo>
                  <a:lnTo>
                    <a:pt x="287762" y="65942"/>
                  </a:lnTo>
                  <a:lnTo>
                    <a:pt x="253217" y="31105"/>
                  </a:lnTo>
                  <a:lnTo>
                    <a:pt x="209492" y="8225"/>
                  </a:lnTo>
                  <a:lnTo>
                    <a:pt x="159262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6190348" y="6517506"/>
              <a:ext cx="397510" cy="1478280"/>
            </a:xfrm>
            <a:custGeom>
              <a:avLst/>
              <a:gdLst/>
              <a:ahLst/>
              <a:cxnLst/>
              <a:rect l="l" t="t" r="r" b="b"/>
              <a:pathLst>
                <a:path w="397509" h="1478279">
                  <a:moveTo>
                    <a:pt x="378333" y="0"/>
                  </a:moveTo>
                  <a:lnTo>
                    <a:pt x="19177" y="0"/>
                  </a:lnTo>
                  <a:lnTo>
                    <a:pt x="19177" y="25831"/>
                  </a:lnTo>
                  <a:lnTo>
                    <a:pt x="186499" y="25831"/>
                  </a:lnTo>
                  <a:lnTo>
                    <a:pt x="186499" y="485254"/>
                  </a:lnTo>
                  <a:lnTo>
                    <a:pt x="210997" y="485254"/>
                  </a:lnTo>
                  <a:lnTo>
                    <a:pt x="210997" y="25831"/>
                  </a:lnTo>
                  <a:lnTo>
                    <a:pt x="378333" y="25831"/>
                  </a:lnTo>
                  <a:lnTo>
                    <a:pt x="378333" y="0"/>
                  </a:lnTo>
                  <a:close/>
                </a:path>
                <a:path w="397509" h="1478279">
                  <a:moveTo>
                    <a:pt x="397497" y="970457"/>
                  </a:moveTo>
                  <a:lnTo>
                    <a:pt x="392226" y="924636"/>
                  </a:lnTo>
                  <a:lnTo>
                    <a:pt x="377202" y="882510"/>
                  </a:lnTo>
                  <a:lnTo>
                    <a:pt x="353669" y="845299"/>
                  </a:lnTo>
                  <a:lnTo>
                    <a:pt x="322846" y="814222"/>
                  </a:lnTo>
                  <a:lnTo>
                    <a:pt x="285927" y="790511"/>
                  </a:lnTo>
                  <a:lnTo>
                    <a:pt x="244132" y="775398"/>
                  </a:lnTo>
                  <a:lnTo>
                    <a:pt x="198704" y="770077"/>
                  </a:lnTo>
                  <a:lnTo>
                    <a:pt x="153276" y="775398"/>
                  </a:lnTo>
                  <a:lnTo>
                    <a:pt x="111506" y="790511"/>
                  </a:lnTo>
                  <a:lnTo>
                    <a:pt x="74599" y="814222"/>
                  </a:lnTo>
                  <a:lnTo>
                    <a:pt x="43789" y="845299"/>
                  </a:lnTo>
                  <a:lnTo>
                    <a:pt x="20269" y="882510"/>
                  </a:lnTo>
                  <a:lnTo>
                    <a:pt x="5270" y="924636"/>
                  </a:lnTo>
                  <a:lnTo>
                    <a:pt x="0" y="970457"/>
                  </a:lnTo>
                  <a:lnTo>
                    <a:pt x="0" y="1477975"/>
                  </a:lnTo>
                  <a:lnTo>
                    <a:pt x="397497" y="1477975"/>
                  </a:lnTo>
                  <a:lnTo>
                    <a:pt x="397497" y="970457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 descr=""/>
            <p:cNvSpPr/>
            <p:nvPr/>
          </p:nvSpPr>
          <p:spPr>
            <a:xfrm>
              <a:off x="6229802" y="7328212"/>
              <a:ext cx="318770" cy="633730"/>
            </a:xfrm>
            <a:custGeom>
              <a:avLst/>
              <a:gdLst/>
              <a:ahLst/>
              <a:cxnLst/>
              <a:rect l="l" t="t" r="r" b="b"/>
              <a:pathLst>
                <a:path w="318770" h="633729">
                  <a:moveTo>
                    <a:pt x="159262" y="0"/>
                  </a:moveTo>
                  <a:lnTo>
                    <a:pt x="109064" y="8224"/>
                  </a:lnTo>
                  <a:lnTo>
                    <a:pt x="65363" y="31101"/>
                  </a:lnTo>
                  <a:lnTo>
                    <a:pt x="30834" y="65935"/>
                  </a:lnTo>
                  <a:lnTo>
                    <a:pt x="8154" y="110032"/>
                  </a:lnTo>
                  <a:lnTo>
                    <a:pt x="0" y="160696"/>
                  </a:lnTo>
                  <a:lnTo>
                    <a:pt x="0" y="633383"/>
                  </a:lnTo>
                  <a:lnTo>
                    <a:pt x="318608" y="633383"/>
                  </a:lnTo>
                  <a:lnTo>
                    <a:pt x="318608" y="160696"/>
                  </a:lnTo>
                  <a:lnTo>
                    <a:pt x="310450" y="110032"/>
                  </a:lnTo>
                  <a:lnTo>
                    <a:pt x="287762" y="65935"/>
                  </a:lnTo>
                  <a:lnTo>
                    <a:pt x="253217" y="31101"/>
                  </a:lnTo>
                  <a:lnTo>
                    <a:pt x="209492" y="8224"/>
                  </a:lnTo>
                  <a:lnTo>
                    <a:pt x="159262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6209525" y="7476331"/>
              <a:ext cx="359410" cy="485775"/>
            </a:xfrm>
            <a:custGeom>
              <a:avLst/>
              <a:gdLst/>
              <a:ahLst/>
              <a:cxnLst/>
              <a:rect l="l" t="t" r="r" b="b"/>
              <a:pathLst>
                <a:path w="359409" h="485775">
                  <a:moveTo>
                    <a:pt x="359156" y="0"/>
                  </a:moveTo>
                  <a:lnTo>
                    <a:pt x="0" y="0"/>
                  </a:lnTo>
                  <a:lnTo>
                    <a:pt x="0" y="25819"/>
                  </a:lnTo>
                  <a:lnTo>
                    <a:pt x="167322" y="25819"/>
                  </a:lnTo>
                  <a:lnTo>
                    <a:pt x="167322" y="485279"/>
                  </a:lnTo>
                  <a:lnTo>
                    <a:pt x="191820" y="485279"/>
                  </a:lnTo>
                  <a:lnTo>
                    <a:pt x="191820" y="25819"/>
                  </a:lnTo>
                  <a:lnTo>
                    <a:pt x="359156" y="25819"/>
                  </a:lnTo>
                  <a:lnTo>
                    <a:pt x="359156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5" name="object 185" descr=""/>
          <p:cNvSpPr/>
          <p:nvPr/>
        </p:nvSpPr>
        <p:spPr>
          <a:xfrm>
            <a:off x="5207987" y="8205844"/>
            <a:ext cx="4747260" cy="61594"/>
          </a:xfrm>
          <a:custGeom>
            <a:avLst/>
            <a:gdLst/>
            <a:ahLst/>
            <a:cxnLst/>
            <a:rect l="l" t="t" r="r" b="b"/>
            <a:pathLst>
              <a:path w="4747259" h="61595">
                <a:moveTo>
                  <a:pt x="0" y="61516"/>
                </a:moveTo>
                <a:lnTo>
                  <a:pt x="4746676" y="61516"/>
                </a:lnTo>
                <a:lnTo>
                  <a:pt x="4746676" y="0"/>
                </a:lnTo>
                <a:lnTo>
                  <a:pt x="0" y="0"/>
                </a:lnTo>
                <a:lnTo>
                  <a:pt x="0" y="61516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6" name="object 186" descr=""/>
          <p:cNvSpPr/>
          <p:nvPr/>
        </p:nvSpPr>
        <p:spPr>
          <a:xfrm>
            <a:off x="10063059" y="8205844"/>
            <a:ext cx="4855845" cy="61594"/>
          </a:xfrm>
          <a:custGeom>
            <a:avLst/>
            <a:gdLst/>
            <a:ahLst/>
            <a:cxnLst/>
            <a:rect l="l" t="t" r="r" b="b"/>
            <a:pathLst>
              <a:path w="4855844" h="61595">
                <a:moveTo>
                  <a:pt x="0" y="61516"/>
                </a:moveTo>
                <a:lnTo>
                  <a:pt x="4855219" y="61516"/>
                </a:lnTo>
                <a:lnTo>
                  <a:pt x="4855219" y="0"/>
                </a:lnTo>
                <a:lnTo>
                  <a:pt x="0" y="0"/>
                </a:lnTo>
                <a:lnTo>
                  <a:pt x="0" y="61516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7" name="object 187" descr=""/>
          <p:cNvSpPr/>
          <p:nvPr/>
        </p:nvSpPr>
        <p:spPr>
          <a:xfrm>
            <a:off x="5207987" y="8309254"/>
            <a:ext cx="4747260" cy="61594"/>
          </a:xfrm>
          <a:custGeom>
            <a:avLst/>
            <a:gdLst/>
            <a:ahLst/>
            <a:cxnLst/>
            <a:rect l="l" t="t" r="r" b="b"/>
            <a:pathLst>
              <a:path w="4747259" h="61595">
                <a:moveTo>
                  <a:pt x="0" y="61516"/>
                </a:moveTo>
                <a:lnTo>
                  <a:pt x="4746676" y="61516"/>
                </a:lnTo>
                <a:lnTo>
                  <a:pt x="4746676" y="0"/>
                </a:lnTo>
                <a:lnTo>
                  <a:pt x="0" y="0"/>
                </a:lnTo>
                <a:lnTo>
                  <a:pt x="0" y="61516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8" name="object 188" descr=""/>
          <p:cNvSpPr/>
          <p:nvPr/>
        </p:nvSpPr>
        <p:spPr>
          <a:xfrm>
            <a:off x="10063059" y="8309254"/>
            <a:ext cx="4855845" cy="61594"/>
          </a:xfrm>
          <a:custGeom>
            <a:avLst/>
            <a:gdLst/>
            <a:ahLst/>
            <a:cxnLst/>
            <a:rect l="l" t="t" r="r" b="b"/>
            <a:pathLst>
              <a:path w="4855844" h="61595">
                <a:moveTo>
                  <a:pt x="0" y="61516"/>
                </a:moveTo>
                <a:lnTo>
                  <a:pt x="4855219" y="61516"/>
                </a:lnTo>
                <a:lnTo>
                  <a:pt x="4855219" y="0"/>
                </a:lnTo>
                <a:lnTo>
                  <a:pt x="0" y="0"/>
                </a:lnTo>
                <a:lnTo>
                  <a:pt x="0" y="61516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9" name="object 189" descr=""/>
          <p:cNvSpPr/>
          <p:nvPr/>
        </p:nvSpPr>
        <p:spPr>
          <a:xfrm>
            <a:off x="5212542" y="8401702"/>
            <a:ext cx="4742180" cy="61594"/>
          </a:xfrm>
          <a:custGeom>
            <a:avLst/>
            <a:gdLst/>
            <a:ahLst/>
            <a:cxnLst/>
            <a:rect l="l" t="t" r="r" b="b"/>
            <a:pathLst>
              <a:path w="4742180" h="61595">
                <a:moveTo>
                  <a:pt x="0" y="61537"/>
                </a:moveTo>
                <a:lnTo>
                  <a:pt x="4742121" y="61537"/>
                </a:lnTo>
                <a:lnTo>
                  <a:pt x="4742121" y="0"/>
                </a:lnTo>
                <a:lnTo>
                  <a:pt x="0" y="0"/>
                </a:lnTo>
                <a:lnTo>
                  <a:pt x="0" y="61537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0" name="object 190" descr=""/>
          <p:cNvSpPr/>
          <p:nvPr/>
        </p:nvSpPr>
        <p:spPr>
          <a:xfrm>
            <a:off x="10063059" y="8401702"/>
            <a:ext cx="4860290" cy="61594"/>
          </a:xfrm>
          <a:custGeom>
            <a:avLst/>
            <a:gdLst/>
            <a:ahLst/>
            <a:cxnLst/>
            <a:rect l="l" t="t" r="r" b="b"/>
            <a:pathLst>
              <a:path w="4860290" h="61595">
                <a:moveTo>
                  <a:pt x="0" y="61537"/>
                </a:moveTo>
                <a:lnTo>
                  <a:pt x="4859774" y="61537"/>
                </a:lnTo>
                <a:lnTo>
                  <a:pt x="4859774" y="0"/>
                </a:lnTo>
                <a:lnTo>
                  <a:pt x="0" y="0"/>
                </a:lnTo>
                <a:lnTo>
                  <a:pt x="0" y="61537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1" name="object 191" descr=""/>
          <p:cNvGrpSpPr/>
          <p:nvPr/>
        </p:nvGrpSpPr>
        <p:grpSpPr>
          <a:xfrm>
            <a:off x="8375521" y="3755976"/>
            <a:ext cx="3350895" cy="2313305"/>
            <a:chOff x="8375521" y="3755976"/>
            <a:chExt cx="3350895" cy="2313305"/>
          </a:xfrm>
        </p:grpSpPr>
        <p:sp>
          <p:nvSpPr>
            <p:cNvPr id="192" name="object 192" descr=""/>
            <p:cNvSpPr/>
            <p:nvPr/>
          </p:nvSpPr>
          <p:spPr>
            <a:xfrm>
              <a:off x="8880023" y="4872406"/>
              <a:ext cx="2341880" cy="110489"/>
            </a:xfrm>
            <a:custGeom>
              <a:avLst/>
              <a:gdLst/>
              <a:ahLst/>
              <a:cxnLst/>
              <a:rect l="l" t="t" r="r" b="b"/>
              <a:pathLst>
                <a:path w="2341879" h="110489">
                  <a:moveTo>
                    <a:pt x="2341331" y="0"/>
                  </a:moveTo>
                  <a:lnTo>
                    <a:pt x="0" y="0"/>
                  </a:lnTo>
                  <a:lnTo>
                    <a:pt x="0" y="110111"/>
                  </a:lnTo>
                  <a:lnTo>
                    <a:pt x="2341331" y="110111"/>
                  </a:lnTo>
                  <a:lnTo>
                    <a:pt x="2341331" y="0"/>
                  </a:lnTo>
                  <a:close/>
                </a:path>
              </a:pathLst>
            </a:custGeom>
            <a:solidFill>
              <a:srgbClr val="FBFB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 descr=""/>
            <p:cNvSpPr/>
            <p:nvPr/>
          </p:nvSpPr>
          <p:spPr>
            <a:xfrm>
              <a:off x="9089023" y="5007311"/>
              <a:ext cx="198755" cy="354330"/>
            </a:xfrm>
            <a:custGeom>
              <a:avLst/>
              <a:gdLst/>
              <a:ahLst/>
              <a:cxnLst/>
              <a:rect l="l" t="t" r="r" b="b"/>
              <a:pathLst>
                <a:path w="198754" h="354329">
                  <a:moveTo>
                    <a:pt x="99358" y="0"/>
                  </a:moveTo>
                  <a:lnTo>
                    <a:pt x="60779" y="7901"/>
                  </a:lnTo>
                  <a:lnTo>
                    <a:pt x="29186" y="29419"/>
                  </a:lnTo>
                  <a:lnTo>
                    <a:pt x="7839" y="61273"/>
                  </a:lnTo>
                  <a:lnTo>
                    <a:pt x="0" y="100185"/>
                  </a:lnTo>
                  <a:lnTo>
                    <a:pt x="0" y="353947"/>
                  </a:lnTo>
                  <a:lnTo>
                    <a:pt x="198705" y="353947"/>
                  </a:lnTo>
                  <a:lnTo>
                    <a:pt x="198705" y="100185"/>
                  </a:lnTo>
                  <a:lnTo>
                    <a:pt x="190870" y="61273"/>
                  </a:lnTo>
                  <a:lnTo>
                    <a:pt x="169532" y="29419"/>
                  </a:lnTo>
                  <a:lnTo>
                    <a:pt x="137944" y="7901"/>
                  </a:lnTo>
                  <a:lnTo>
                    <a:pt x="9935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 descr=""/>
            <p:cNvSpPr/>
            <p:nvPr/>
          </p:nvSpPr>
          <p:spPr>
            <a:xfrm>
              <a:off x="9108718" y="5027678"/>
              <a:ext cx="159385" cy="316865"/>
            </a:xfrm>
            <a:custGeom>
              <a:avLst/>
              <a:gdLst/>
              <a:ahLst/>
              <a:cxnLst/>
              <a:rect l="l" t="t" r="r" b="b"/>
              <a:pathLst>
                <a:path w="159384" h="316864">
                  <a:moveTo>
                    <a:pt x="79662" y="0"/>
                  </a:moveTo>
                  <a:lnTo>
                    <a:pt x="48719" y="6336"/>
                  </a:lnTo>
                  <a:lnTo>
                    <a:pt x="23390" y="23592"/>
                  </a:lnTo>
                  <a:lnTo>
                    <a:pt x="6282" y="49134"/>
                  </a:lnTo>
                  <a:lnTo>
                    <a:pt x="0" y="80332"/>
                  </a:lnTo>
                  <a:lnTo>
                    <a:pt x="0" y="316670"/>
                  </a:lnTo>
                  <a:lnTo>
                    <a:pt x="159345" y="316670"/>
                  </a:lnTo>
                  <a:lnTo>
                    <a:pt x="159345" y="80332"/>
                  </a:lnTo>
                  <a:lnTo>
                    <a:pt x="153060" y="49134"/>
                  </a:lnTo>
                  <a:lnTo>
                    <a:pt x="135944" y="23592"/>
                  </a:lnTo>
                  <a:lnTo>
                    <a:pt x="110608" y="6336"/>
                  </a:lnTo>
                  <a:lnTo>
                    <a:pt x="79662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 descr=""/>
            <p:cNvSpPr/>
            <p:nvPr/>
          </p:nvSpPr>
          <p:spPr>
            <a:xfrm>
              <a:off x="9098560" y="5007311"/>
              <a:ext cx="433705" cy="354330"/>
            </a:xfrm>
            <a:custGeom>
              <a:avLst/>
              <a:gdLst/>
              <a:ahLst/>
              <a:cxnLst/>
              <a:rect l="l" t="t" r="r" b="b"/>
              <a:pathLst>
                <a:path w="433704" h="354329">
                  <a:moveTo>
                    <a:pt x="179603" y="94386"/>
                  </a:moveTo>
                  <a:lnTo>
                    <a:pt x="0" y="94386"/>
                  </a:lnTo>
                  <a:lnTo>
                    <a:pt x="0" y="107289"/>
                  </a:lnTo>
                  <a:lnTo>
                    <a:pt x="83718" y="107289"/>
                  </a:lnTo>
                  <a:lnTo>
                    <a:pt x="83718" y="337045"/>
                  </a:lnTo>
                  <a:lnTo>
                    <a:pt x="95910" y="337045"/>
                  </a:lnTo>
                  <a:lnTo>
                    <a:pt x="95910" y="107289"/>
                  </a:lnTo>
                  <a:lnTo>
                    <a:pt x="179603" y="107289"/>
                  </a:lnTo>
                  <a:lnTo>
                    <a:pt x="179603" y="94386"/>
                  </a:lnTo>
                  <a:close/>
                </a:path>
                <a:path w="433704" h="354329">
                  <a:moveTo>
                    <a:pt x="433692" y="100190"/>
                  </a:moveTo>
                  <a:lnTo>
                    <a:pt x="425843" y="61277"/>
                  </a:lnTo>
                  <a:lnTo>
                    <a:pt x="404482" y="29425"/>
                  </a:lnTo>
                  <a:lnTo>
                    <a:pt x="372884" y="7912"/>
                  </a:lnTo>
                  <a:lnTo>
                    <a:pt x="334238" y="0"/>
                  </a:lnTo>
                  <a:lnTo>
                    <a:pt x="295656" y="7912"/>
                  </a:lnTo>
                  <a:lnTo>
                    <a:pt x="264071" y="29425"/>
                  </a:lnTo>
                  <a:lnTo>
                    <a:pt x="242722" y="61277"/>
                  </a:lnTo>
                  <a:lnTo>
                    <a:pt x="234886" y="100190"/>
                  </a:lnTo>
                  <a:lnTo>
                    <a:pt x="234886" y="353949"/>
                  </a:lnTo>
                  <a:lnTo>
                    <a:pt x="433692" y="353949"/>
                  </a:lnTo>
                  <a:lnTo>
                    <a:pt x="433692" y="10019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 descr=""/>
            <p:cNvSpPr/>
            <p:nvPr/>
          </p:nvSpPr>
          <p:spPr>
            <a:xfrm>
              <a:off x="9353231" y="5027678"/>
              <a:ext cx="159385" cy="316865"/>
            </a:xfrm>
            <a:custGeom>
              <a:avLst/>
              <a:gdLst/>
              <a:ahLst/>
              <a:cxnLst/>
              <a:rect l="l" t="t" r="r" b="b"/>
              <a:pathLst>
                <a:path w="159384" h="316864">
                  <a:moveTo>
                    <a:pt x="79568" y="0"/>
                  </a:moveTo>
                  <a:lnTo>
                    <a:pt x="48688" y="6336"/>
                  </a:lnTo>
                  <a:lnTo>
                    <a:pt x="23386" y="23592"/>
                  </a:lnTo>
                  <a:lnTo>
                    <a:pt x="6283" y="49134"/>
                  </a:lnTo>
                  <a:lnTo>
                    <a:pt x="0" y="80332"/>
                  </a:lnTo>
                  <a:lnTo>
                    <a:pt x="0" y="316670"/>
                  </a:lnTo>
                  <a:lnTo>
                    <a:pt x="159262" y="316670"/>
                  </a:lnTo>
                  <a:lnTo>
                    <a:pt x="159262" y="80332"/>
                  </a:lnTo>
                  <a:lnTo>
                    <a:pt x="152976" y="49134"/>
                  </a:lnTo>
                  <a:lnTo>
                    <a:pt x="135859" y="23592"/>
                  </a:lnTo>
                  <a:lnTo>
                    <a:pt x="110520" y="6336"/>
                  </a:lnTo>
                  <a:lnTo>
                    <a:pt x="79568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 descr=""/>
            <p:cNvSpPr/>
            <p:nvPr/>
          </p:nvSpPr>
          <p:spPr>
            <a:xfrm>
              <a:off x="9343073" y="5007311"/>
              <a:ext cx="436880" cy="354330"/>
            </a:xfrm>
            <a:custGeom>
              <a:avLst/>
              <a:gdLst/>
              <a:ahLst/>
              <a:cxnLst/>
              <a:rect l="l" t="t" r="r" b="b"/>
              <a:pathLst>
                <a:path w="436879" h="354329">
                  <a:moveTo>
                    <a:pt x="179539" y="94386"/>
                  </a:moveTo>
                  <a:lnTo>
                    <a:pt x="0" y="94386"/>
                  </a:lnTo>
                  <a:lnTo>
                    <a:pt x="0" y="107289"/>
                  </a:lnTo>
                  <a:lnTo>
                    <a:pt x="83629" y="107289"/>
                  </a:lnTo>
                  <a:lnTo>
                    <a:pt x="83629" y="337045"/>
                  </a:lnTo>
                  <a:lnTo>
                    <a:pt x="95910" y="337045"/>
                  </a:lnTo>
                  <a:lnTo>
                    <a:pt x="95910" y="107289"/>
                  </a:lnTo>
                  <a:lnTo>
                    <a:pt x="179539" y="107289"/>
                  </a:lnTo>
                  <a:lnTo>
                    <a:pt x="179539" y="94386"/>
                  </a:lnTo>
                  <a:close/>
                </a:path>
                <a:path w="436879" h="354329">
                  <a:moveTo>
                    <a:pt x="436257" y="100190"/>
                  </a:moveTo>
                  <a:lnTo>
                    <a:pt x="428421" y="61277"/>
                  </a:lnTo>
                  <a:lnTo>
                    <a:pt x="407085" y="29425"/>
                  </a:lnTo>
                  <a:lnTo>
                    <a:pt x="375500" y="7912"/>
                  </a:lnTo>
                  <a:lnTo>
                    <a:pt x="336842" y="0"/>
                  </a:lnTo>
                  <a:lnTo>
                    <a:pt x="298246" y="7912"/>
                  </a:lnTo>
                  <a:lnTo>
                    <a:pt x="266661" y="29425"/>
                  </a:lnTo>
                  <a:lnTo>
                    <a:pt x="245313" y="61277"/>
                  </a:lnTo>
                  <a:lnTo>
                    <a:pt x="237477" y="100190"/>
                  </a:lnTo>
                  <a:lnTo>
                    <a:pt x="237477" y="353949"/>
                  </a:lnTo>
                  <a:lnTo>
                    <a:pt x="436257" y="353949"/>
                  </a:lnTo>
                  <a:lnTo>
                    <a:pt x="436257" y="10019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 descr=""/>
            <p:cNvSpPr/>
            <p:nvPr/>
          </p:nvSpPr>
          <p:spPr>
            <a:xfrm>
              <a:off x="9600326" y="5027678"/>
              <a:ext cx="159385" cy="316865"/>
            </a:xfrm>
            <a:custGeom>
              <a:avLst/>
              <a:gdLst/>
              <a:ahLst/>
              <a:cxnLst/>
              <a:rect l="l" t="t" r="r" b="b"/>
              <a:pathLst>
                <a:path w="159384" h="316864">
                  <a:moveTo>
                    <a:pt x="79652" y="0"/>
                  </a:moveTo>
                  <a:lnTo>
                    <a:pt x="48719" y="6336"/>
                  </a:lnTo>
                  <a:lnTo>
                    <a:pt x="23393" y="23592"/>
                  </a:lnTo>
                  <a:lnTo>
                    <a:pt x="6283" y="49134"/>
                  </a:lnTo>
                  <a:lnTo>
                    <a:pt x="0" y="80332"/>
                  </a:lnTo>
                  <a:lnTo>
                    <a:pt x="0" y="316670"/>
                  </a:lnTo>
                  <a:lnTo>
                    <a:pt x="159251" y="316670"/>
                  </a:lnTo>
                  <a:lnTo>
                    <a:pt x="159251" y="80332"/>
                  </a:lnTo>
                  <a:lnTo>
                    <a:pt x="152967" y="49134"/>
                  </a:lnTo>
                  <a:lnTo>
                    <a:pt x="135861" y="23592"/>
                  </a:lnTo>
                  <a:lnTo>
                    <a:pt x="110549" y="6336"/>
                  </a:lnTo>
                  <a:lnTo>
                    <a:pt x="79652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 descr=""/>
            <p:cNvSpPr/>
            <p:nvPr/>
          </p:nvSpPr>
          <p:spPr>
            <a:xfrm>
              <a:off x="9590189" y="5007311"/>
              <a:ext cx="434340" cy="354330"/>
            </a:xfrm>
            <a:custGeom>
              <a:avLst/>
              <a:gdLst/>
              <a:ahLst/>
              <a:cxnLst/>
              <a:rect l="l" t="t" r="r" b="b"/>
              <a:pathLst>
                <a:path w="434340" h="354329">
                  <a:moveTo>
                    <a:pt x="179514" y="94386"/>
                  </a:moveTo>
                  <a:lnTo>
                    <a:pt x="0" y="94386"/>
                  </a:lnTo>
                  <a:lnTo>
                    <a:pt x="0" y="107289"/>
                  </a:lnTo>
                  <a:lnTo>
                    <a:pt x="83604" y="107289"/>
                  </a:lnTo>
                  <a:lnTo>
                    <a:pt x="83604" y="337045"/>
                  </a:lnTo>
                  <a:lnTo>
                    <a:pt x="95910" y="337045"/>
                  </a:lnTo>
                  <a:lnTo>
                    <a:pt x="95910" y="107289"/>
                  </a:lnTo>
                  <a:lnTo>
                    <a:pt x="179514" y="107289"/>
                  </a:lnTo>
                  <a:lnTo>
                    <a:pt x="179514" y="94386"/>
                  </a:lnTo>
                  <a:close/>
                </a:path>
                <a:path w="434340" h="354329">
                  <a:moveTo>
                    <a:pt x="433832" y="100190"/>
                  </a:moveTo>
                  <a:lnTo>
                    <a:pt x="425996" y="61277"/>
                  </a:lnTo>
                  <a:lnTo>
                    <a:pt x="404660" y="29425"/>
                  </a:lnTo>
                  <a:lnTo>
                    <a:pt x="373075" y="7912"/>
                  </a:lnTo>
                  <a:lnTo>
                    <a:pt x="334492" y="0"/>
                  </a:lnTo>
                  <a:lnTo>
                    <a:pt x="295897" y="7912"/>
                  </a:lnTo>
                  <a:lnTo>
                    <a:pt x="264312" y="29425"/>
                  </a:lnTo>
                  <a:lnTo>
                    <a:pt x="242976" y="61277"/>
                  </a:lnTo>
                  <a:lnTo>
                    <a:pt x="235140" y="100190"/>
                  </a:lnTo>
                  <a:lnTo>
                    <a:pt x="235140" y="353949"/>
                  </a:lnTo>
                  <a:lnTo>
                    <a:pt x="433832" y="353949"/>
                  </a:lnTo>
                  <a:lnTo>
                    <a:pt x="433832" y="10019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 descr=""/>
            <p:cNvSpPr/>
            <p:nvPr/>
          </p:nvSpPr>
          <p:spPr>
            <a:xfrm>
              <a:off x="9845021" y="5027678"/>
              <a:ext cx="159385" cy="316865"/>
            </a:xfrm>
            <a:custGeom>
              <a:avLst/>
              <a:gdLst/>
              <a:ahLst/>
              <a:cxnLst/>
              <a:rect l="l" t="t" r="r" b="b"/>
              <a:pathLst>
                <a:path w="159384" h="316864">
                  <a:moveTo>
                    <a:pt x="79662" y="0"/>
                  </a:moveTo>
                  <a:lnTo>
                    <a:pt x="48723" y="6336"/>
                  </a:lnTo>
                  <a:lnTo>
                    <a:pt x="23394" y="23592"/>
                  </a:lnTo>
                  <a:lnTo>
                    <a:pt x="6283" y="49134"/>
                  </a:lnTo>
                  <a:lnTo>
                    <a:pt x="0" y="80332"/>
                  </a:lnTo>
                  <a:lnTo>
                    <a:pt x="0" y="316670"/>
                  </a:lnTo>
                  <a:lnTo>
                    <a:pt x="159251" y="316670"/>
                  </a:lnTo>
                  <a:lnTo>
                    <a:pt x="159251" y="80332"/>
                  </a:lnTo>
                  <a:lnTo>
                    <a:pt x="152979" y="49134"/>
                  </a:lnTo>
                  <a:lnTo>
                    <a:pt x="135893" y="23592"/>
                  </a:lnTo>
                  <a:lnTo>
                    <a:pt x="110589" y="6336"/>
                  </a:lnTo>
                  <a:lnTo>
                    <a:pt x="79662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 descr=""/>
            <p:cNvSpPr/>
            <p:nvPr/>
          </p:nvSpPr>
          <p:spPr>
            <a:xfrm>
              <a:off x="9834855" y="5007311"/>
              <a:ext cx="442595" cy="354330"/>
            </a:xfrm>
            <a:custGeom>
              <a:avLst/>
              <a:gdLst/>
              <a:ahLst/>
              <a:cxnLst/>
              <a:rect l="l" t="t" r="r" b="b"/>
              <a:pathLst>
                <a:path w="442595" h="354329">
                  <a:moveTo>
                    <a:pt x="179628" y="94386"/>
                  </a:moveTo>
                  <a:lnTo>
                    <a:pt x="0" y="94386"/>
                  </a:lnTo>
                  <a:lnTo>
                    <a:pt x="0" y="107289"/>
                  </a:lnTo>
                  <a:lnTo>
                    <a:pt x="83705" y="107289"/>
                  </a:lnTo>
                  <a:lnTo>
                    <a:pt x="83705" y="337045"/>
                  </a:lnTo>
                  <a:lnTo>
                    <a:pt x="95935" y="337045"/>
                  </a:lnTo>
                  <a:lnTo>
                    <a:pt x="95935" y="107289"/>
                  </a:lnTo>
                  <a:lnTo>
                    <a:pt x="179628" y="107289"/>
                  </a:lnTo>
                  <a:lnTo>
                    <a:pt x="179628" y="94386"/>
                  </a:lnTo>
                  <a:close/>
                </a:path>
                <a:path w="442595" h="354329">
                  <a:moveTo>
                    <a:pt x="442277" y="100190"/>
                  </a:moveTo>
                  <a:lnTo>
                    <a:pt x="434416" y="61277"/>
                  </a:lnTo>
                  <a:lnTo>
                    <a:pt x="413054" y="29425"/>
                  </a:lnTo>
                  <a:lnTo>
                    <a:pt x="381444" y="7912"/>
                  </a:lnTo>
                  <a:lnTo>
                    <a:pt x="342849" y="0"/>
                  </a:lnTo>
                  <a:lnTo>
                    <a:pt x="304266" y="7912"/>
                  </a:lnTo>
                  <a:lnTo>
                    <a:pt x="272669" y="29425"/>
                  </a:lnTo>
                  <a:lnTo>
                    <a:pt x="251333" y="61277"/>
                  </a:lnTo>
                  <a:lnTo>
                    <a:pt x="243497" y="100190"/>
                  </a:lnTo>
                  <a:lnTo>
                    <a:pt x="243497" y="353949"/>
                  </a:lnTo>
                  <a:lnTo>
                    <a:pt x="442277" y="353949"/>
                  </a:lnTo>
                  <a:lnTo>
                    <a:pt x="442277" y="10019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 descr=""/>
            <p:cNvSpPr/>
            <p:nvPr/>
          </p:nvSpPr>
          <p:spPr>
            <a:xfrm>
              <a:off x="10098112" y="5027678"/>
              <a:ext cx="159385" cy="316865"/>
            </a:xfrm>
            <a:custGeom>
              <a:avLst/>
              <a:gdLst/>
              <a:ahLst/>
              <a:cxnLst/>
              <a:rect l="l" t="t" r="r" b="b"/>
              <a:pathLst>
                <a:path w="159384" h="316864">
                  <a:moveTo>
                    <a:pt x="79599" y="0"/>
                  </a:moveTo>
                  <a:lnTo>
                    <a:pt x="48662" y="6336"/>
                  </a:lnTo>
                  <a:lnTo>
                    <a:pt x="23355" y="23592"/>
                  </a:lnTo>
                  <a:lnTo>
                    <a:pt x="6270" y="49134"/>
                  </a:lnTo>
                  <a:lnTo>
                    <a:pt x="0" y="80332"/>
                  </a:lnTo>
                  <a:lnTo>
                    <a:pt x="0" y="316670"/>
                  </a:lnTo>
                  <a:lnTo>
                    <a:pt x="159262" y="316670"/>
                  </a:lnTo>
                  <a:lnTo>
                    <a:pt x="159262" y="80332"/>
                  </a:lnTo>
                  <a:lnTo>
                    <a:pt x="152978" y="49134"/>
                  </a:lnTo>
                  <a:lnTo>
                    <a:pt x="135867" y="23592"/>
                  </a:lnTo>
                  <a:lnTo>
                    <a:pt x="110538" y="6336"/>
                  </a:lnTo>
                  <a:lnTo>
                    <a:pt x="79599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 descr=""/>
            <p:cNvSpPr/>
            <p:nvPr/>
          </p:nvSpPr>
          <p:spPr>
            <a:xfrm>
              <a:off x="10087890" y="5007311"/>
              <a:ext cx="433070" cy="354330"/>
            </a:xfrm>
            <a:custGeom>
              <a:avLst/>
              <a:gdLst/>
              <a:ahLst/>
              <a:cxnLst/>
              <a:rect l="l" t="t" r="r" b="b"/>
              <a:pathLst>
                <a:path w="433070" h="354329">
                  <a:moveTo>
                    <a:pt x="179628" y="94386"/>
                  </a:moveTo>
                  <a:lnTo>
                    <a:pt x="0" y="94386"/>
                  </a:lnTo>
                  <a:lnTo>
                    <a:pt x="0" y="107289"/>
                  </a:lnTo>
                  <a:lnTo>
                    <a:pt x="83705" y="107289"/>
                  </a:lnTo>
                  <a:lnTo>
                    <a:pt x="83705" y="337045"/>
                  </a:lnTo>
                  <a:lnTo>
                    <a:pt x="95935" y="337045"/>
                  </a:lnTo>
                  <a:lnTo>
                    <a:pt x="95935" y="107289"/>
                  </a:lnTo>
                  <a:lnTo>
                    <a:pt x="179628" y="107289"/>
                  </a:lnTo>
                  <a:lnTo>
                    <a:pt x="179628" y="94386"/>
                  </a:lnTo>
                  <a:close/>
                </a:path>
                <a:path w="433070" h="354329">
                  <a:moveTo>
                    <a:pt x="432904" y="100190"/>
                  </a:moveTo>
                  <a:lnTo>
                    <a:pt x="425069" y="61277"/>
                  </a:lnTo>
                  <a:lnTo>
                    <a:pt x="403720" y="29425"/>
                  </a:lnTo>
                  <a:lnTo>
                    <a:pt x="372135" y="7912"/>
                  </a:lnTo>
                  <a:lnTo>
                    <a:pt x="333540" y="0"/>
                  </a:lnTo>
                  <a:lnTo>
                    <a:pt x="294957" y="7912"/>
                  </a:lnTo>
                  <a:lnTo>
                    <a:pt x="263372" y="29425"/>
                  </a:lnTo>
                  <a:lnTo>
                    <a:pt x="242023" y="61277"/>
                  </a:lnTo>
                  <a:lnTo>
                    <a:pt x="234175" y="100190"/>
                  </a:lnTo>
                  <a:lnTo>
                    <a:pt x="234175" y="353949"/>
                  </a:lnTo>
                  <a:lnTo>
                    <a:pt x="432904" y="353949"/>
                  </a:lnTo>
                  <a:lnTo>
                    <a:pt x="432904" y="10019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 descr=""/>
            <p:cNvSpPr/>
            <p:nvPr/>
          </p:nvSpPr>
          <p:spPr>
            <a:xfrm>
              <a:off x="10341777" y="5027678"/>
              <a:ext cx="159385" cy="316865"/>
            </a:xfrm>
            <a:custGeom>
              <a:avLst/>
              <a:gdLst/>
              <a:ahLst/>
              <a:cxnLst/>
              <a:rect l="l" t="t" r="r" b="b"/>
              <a:pathLst>
                <a:path w="159384" h="316864">
                  <a:moveTo>
                    <a:pt x="79662" y="0"/>
                  </a:moveTo>
                  <a:lnTo>
                    <a:pt x="48719" y="6336"/>
                  </a:lnTo>
                  <a:lnTo>
                    <a:pt x="23390" y="23592"/>
                  </a:lnTo>
                  <a:lnTo>
                    <a:pt x="6282" y="49134"/>
                  </a:lnTo>
                  <a:lnTo>
                    <a:pt x="0" y="80332"/>
                  </a:lnTo>
                  <a:lnTo>
                    <a:pt x="0" y="316670"/>
                  </a:lnTo>
                  <a:lnTo>
                    <a:pt x="159345" y="316670"/>
                  </a:lnTo>
                  <a:lnTo>
                    <a:pt x="159345" y="80332"/>
                  </a:lnTo>
                  <a:lnTo>
                    <a:pt x="153060" y="49134"/>
                  </a:lnTo>
                  <a:lnTo>
                    <a:pt x="135944" y="23592"/>
                  </a:lnTo>
                  <a:lnTo>
                    <a:pt x="110608" y="6336"/>
                  </a:lnTo>
                  <a:lnTo>
                    <a:pt x="79662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 descr=""/>
            <p:cNvSpPr/>
            <p:nvPr/>
          </p:nvSpPr>
          <p:spPr>
            <a:xfrm>
              <a:off x="10331628" y="5007311"/>
              <a:ext cx="434340" cy="354330"/>
            </a:xfrm>
            <a:custGeom>
              <a:avLst/>
              <a:gdLst/>
              <a:ahLst/>
              <a:cxnLst/>
              <a:rect l="l" t="t" r="r" b="b"/>
              <a:pathLst>
                <a:path w="434340" h="354329">
                  <a:moveTo>
                    <a:pt x="179590" y="94386"/>
                  </a:moveTo>
                  <a:lnTo>
                    <a:pt x="0" y="94386"/>
                  </a:lnTo>
                  <a:lnTo>
                    <a:pt x="0" y="107289"/>
                  </a:lnTo>
                  <a:lnTo>
                    <a:pt x="83705" y="107289"/>
                  </a:lnTo>
                  <a:lnTo>
                    <a:pt x="83705" y="337045"/>
                  </a:lnTo>
                  <a:lnTo>
                    <a:pt x="95935" y="337045"/>
                  </a:lnTo>
                  <a:lnTo>
                    <a:pt x="95935" y="107289"/>
                  </a:lnTo>
                  <a:lnTo>
                    <a:pt x="179590" y="107289"/>
                  </a:lnTo>
                  <a:lnTo>
                    <a:pt x="179590" y="94386"/>
                  </a:lnTo>
                  <a:close/>
                </a:path>
                <a:path w="434340" h="354329">
                  <a:moveTo>
                    <a:pt x="433946" y="100190"/>
                  </a:moveTo>
                  <a:lnTo>
                    <a:pt x="426110" y="61277"/>
                  </a:lnTo>
                  <a:lnTo>
                    <a:pt x="404761" y="29425"/>
                  </a:lnTo>
                  <a:lnTo>
                    <a:pt x="373164" y="7912"/>
                  </a:lnTo>
                  <a:lnTo>
                    <a:pt x="334505" y="0"/>
                  </a:lnTo>
                  <a:lnTo>
                    <a:pt x="295910" y="7912"/>
                  </a:lnTo>
                  <a:lnTo>
                    <a:pt x="264312" y="29425"/>
                  </a:lnTo>
                  <a:lnTo>
                    <a:pt x="242976" y="61277"/>
                  </a:lnTo>
                  <a:lnTo>
                    <a:pt x="235140" y="100190"/>
                  </a:lnTo>
                  <a:lnTo>
                    <a:pt x="235140" y="353949"/>
                  </a:lnTo>
                  <a:lnTo>
                    <a:pt x="433946" y="353949"/>
                  </a:lnTo>
                  <a:lnTo>
                    <a:pt x="433946" y="10019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 descr=""/>
            <p:cNvSpPr/>
            <p:nvPr/>
          </p:nvSpPr>
          <p:spPr>
            <a:xfrm>
              <a:off x="10586540" y="5027678"/>
              <a:ext cx="159385" cy="316865"/>
            </a:xfrm>
            <a:custGeom>
              <a:avLst/>
              <a:gdLst/>
              <a:ahLst/>
              <a:cxnLst/>
              <a:rect l="l" t="t" r="r" b="b"/>
              <a:pathLst>
                <a:path w="159384" h="316864">
                  <a:moveTo>
                    <a:pt x="79589" y="0"/>
                  </a:moveTo>
                  <a:lnTo>
                    <a:pt x="48693" y="6336"/>
                  </a:lnTo>
                  <a:lnTo>
                    <a:pt x="23385" y="23592"/>
                  </a:lnTo>
                  <a:lnTo>
                    <a:pt x="6282" y="49134"/>
                  </a:lnTo>
                  <a:lnTo>
                    <a:pt x="0" y="80332"/>
                  </a:lnTo>
                  <a:lnTo>
                    <a:pt x="0" y="316670"/>
                  </a:lnTo>
                  <a:lnTo>
                    <a:pt x="159251" y="316670"/>
                  </a:lnTo>
                  <a:lnTo>
                    <a:pt x="159251" y="80332"/>
                  </a:lnTo>
                  <a:lnTo>
                    <a:pt x="152968" y="49134"/>
                  </a:lnTo>
                  <a:lnTo>
                    <a:pt x="135857" y="23592"/>
                  </a:lnTo>
                  <a:lnTo>
                    <a:pt x="110527" y="6336"/>
                  </a:lnTo>
                  <a:lnTo>
                    <a:pt x="79589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 descr=""/>
            <p:cNvSpPr/>
            <p:nvPr/>
          </p:nvSpPr>
          <p:spPr>
            <a:xfrm>
              <a:off x="10576395" y="5007311"/>
              <a:ext cx="433705" cy="354330"/>
            </a:xfrm>
            <a:custGeom>
              <a:avLst/>
              <a:gdLst/>
              <a:ahLst/>
              <a:cxnLst/>
              <a:rect l="l" t="t" r="r" b="b"/>
              <a:pathLst>
                <a:path w="433704" h="354329">
                  <a:moveTo>
                    <a:pt x="179539" y="94386"/>
                  </a:moveTo>
                  <a:lnTo>
                    <a:pt x="0" y="94386"/>
                  </a:lnTo>
                  <a:lnTo>
                    <a:pt x="0" y="107289"/>
                  </a:lnTo>
                  <a:lnTo>
                    <a:pt x="83629" y="107289"/>
                  </a:lnTo>
                  <a:lnTo>
                    <a:pt x="83629" y="337045"/>
                  </a:lnTo>
                  <a:lnTo>
                    <a:pt x="95910" y="337045"/>
                  </a:lnTo>
                  <a:lnTo>
                    <a:pt x="95910" y="107289"/>
                  </a:lnTo>
                  <a:lnTo>
                    <a:pt x="179539" y="107289"/>
                  </a:lnTo>
                  <a:lnTo>
                    <a:pt x="179539" y="94386"/>
                  </a:lnTo>
                  <a:close/>
                </a:path>
                <a:path w="433704" h="354329">
                  <a:moveTo>
                    <a:pt x="433603" y="100190"/>
                  </a:moveTo>
                  <a:lnTo>
                    <a:pt x="425767" y="61277"/>
                  </a:lnTo>
                  <a:lnTo>
                    <a:pt x="404418" y="29425"/>
                  </a:lnTo>
                  <a:lnTo>
                    <a:pt x="372833" y="7912"/>
                  </a:lnTo>
                  <a:lnTo>
                    <a:pt x="334251" y="0"/>
                  </a:lnTo>
                  <a:lnTo>
                    <a:pt x="295656" y="7912"/>
                  </a:lnTo>
                  <a:lnTo>
                    <a:pt x="264058" y="29425"/>
                  </a:lnTo>
                  <a:lnTo>
                    <a:pt x="242709" y="61277"/>
                  </a:lnTo>
                  <a:lnTo>
                    <a:pt x="234873" y="100190"/>
                  </a:lnTo>
                  <a:lnTo>
                    <a:pt x="234873" y="353949"/>
                  </a:lnTo>
                  <a:lnTo>
                    <a:pt x="433603" y="353949"/>
                  </a:lnTo>
                  <a:lnTo>
                    <a:pt x="433603" y="10019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 descr=""/>
            <p:cNvSpPr/>
            <p:nvPr/>
          </p:nvSpPr>
          <p:spPr>
            <a:xfrm>
              <a:off x="10830969" y="5027678"/>
              <a:ext cx="159385" cy="316865"/>
            </a:xfrm>
            <a:custGeom>
              <a:avLst/>
              <a:gdLst/>
              <a:ahLst/>
              <a:cxnLst/>
              <a:rect l="l" t="t" r="r" b="b"/>
              <a:pathLst>
                <a:path w="159384" h="316864">
                  <a:moveTo>
                    <a:pt x="79683" y="0"/>
                  </a:moveTo>
                  <a:lnTo>
                    <a:pt x="48732" y="6336"/>
                  </a:lnTo>
                  <a:lnTo>
                    <a:pt x="23397" y="23592"/>
                  </a:lnTo>
                  <a:lnTo>
                    <a:pt x="6283" y="49134"/>
                  </a:lnTo>
                  <a:lnTo>
                    <a:pt x="0" y="80332"/>
                  </a:lnTo>
                  <a:lnTo>
                    <a:pt x="0" y="316670"/>
                  </a:lnTo>
                  <a:lnTo>
                    <a:pt x="159251" y="316670"/>
                  </a:lnTo>
                  <a:lnTo>
                    <a:pt x="159251" y="80332"/>
                  </a:lnTo>
                  <a:lnTo>
                    <a:pt x="152969" y="49134"/>
                  </a:lnTo>
                  <a:lnTo>
                    <a:pt x="135868" y="23592"/>
                  </a:lnTo>
                  <a:lnTo>
                    <a:pt x="110567" y="6336"/>
                  </a:lnTo>
                  <a:lnTo>
                    <a:pt x="79683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 descr=""/>
            <p:cNvSpPr/>
            <p:nvPr/>
          </p:nvSpPr>
          <p:spPr>
            <a:xfrm>
              <a:off x="8375511" y="5101697"/>
              <a:ext cx="3350895" cy="967740"/>
            </a:xfrm>
            <a:custGeom>
              <a:avLst/>
              <a:gdLst/>
              <a:ahLst/>
              <a:cxnLst/>
              <a:rect l="l" t="t" r="r" b="b"/>
              <a:pathLst>
                <a:path w="3350895" h="967739">
                  <a:moveTo>
                    <a:pt x="2624861" y="0"/>
                  </a:moveTo>
                  <a:lnTo>
                    <a:pt x="2445321" y="0"/>
                  </a:lnTo>
                  <a:lnTo>
                    <a:pt x="2445321" y="12903"/>
                  </a:lnTo>
                  <a:lnTo>
                    <a:pt x="2528951" y="12903"/>
                  </a:lnTo>
                  <a:lnTo>
                    <a:pt x="2528951" y="242658"/>
                  </a:lnTo>
                  <a:lnTo>
                    <a:pt x="2541232" y="242658"/>
                  </a:lnTo>
                  <a:lnTo>
                    <a:pt x="2541232" y="12903"/>
                  </a:lnTo>
                  <a:lnTo>
                    <a:pt x="2624861" y="12903"/>
                  </a:lnTo>
                  <a:lnTo>
                    <a:pt x="2624861" y="0"/>
                  </a:lnTo>
                  <a:close/>
                </a:path>
                <a:path w="3350895" h="967739">
                  <a:moveTo>
                    <a:pt x="3350577" y="894867"/>
                  </a:moveTo>
                  <a:lnTo>
                    <a:pt x="1675168" y="165100"/>
                  </a:lnTo>
                  <a:lnTo>
                    <a:pt x="0" y="894689"/>
                  </a:lnTo>
                  <a:lnTo>
                    <a:pt x="88" y="967130"/>
                  </a:lnTo>
                  <a:lnTo>
                    <a:pt x="3350310" y="967130"/>
                  </a:lnTo>
                  <a:lnTo>
                    <a:pt x="3350577" y="89486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 descr=""/>
            <p:cNvSpPr/>
            <p:nvPr/>
          </p:nvSpPr>
          <p:spPr>
            <a:xfrm>
              <a:off x="8518967" y="5334205"/>
              <a:ext cx="3063875" cy="667385"/>
            </a:xfrm>
            <a:custGeom>
              <a:avLst/>
              <a:gdLst/>
              <a:ahLst/>
              <a:cxnLst/>
              <a:rect l="l" t="t" r="r" b="b"/>
              <a:pathLst>
                <a:path w="3063875" h="667385">
                  <a:moveTo>
                    <a:pt x="1531712" y="0"/>
                  </a:moveTo>
                  <a:lnTo>
                    <a:pt x="0" y="667183"/>
                  </a:lnTo>
                  <a:lnTo>
                    <a:pt x="3063435" y="667183"/>
                  </a:lnTo>
                  <a:lnTo>
                    <a:pt x="1531712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 descr=""/>
            <p:cNvSpPr/>
            <p:nvPr/>
          </p:nvSpPr>
          <p:spPr>
            <a:xfrm>
              <a:off x="8943705" y="5007311"/>
              <a:ext cx="99695" cy="354330"/>
            </a:xfrm>
            <a:custGeom>
              <a:avLst/>
              <a:gdLst/>
              <a:ahLst/>
              <a:cxnLst/>
              <a:rect l="l" t="t" r="r" b="b"/>
              <a:pathLst>
                <a:path w="99695" h="354329">
                  <a:moveTo>
                    <a:pt x="0" y="0"/>
                  </a:moveTo>
                  <a:lnTo>
                    <a:pt x="0" y="353947"/>
                  </a:lnTo>
                  <a:lnTo>
                    <a:pt x="99347" y="353947"/>
                  </a:lnTo>
                  <a:lnTo>
                    <a:pt x="99347" y="100185"/>
                  </a:lnTo>
                  <a:lnTo>
                    <a:pt x="91509" y="61273"/>
                  </a:lnTo>
                  <a:lnTo>
                    <a:pt x="70166" y="29419"/>
                  </a:lnTo>
                  <a:lnTo>
                    <a:pt x="38577" y="79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 descr=""/>
            <p:cNvSpPr/>
            <p:nvPr/>
          </p:nvSpPr>
          <p:spPr>
            <a:xfrm>
              <a:off x="8943703" y="5027678"/>
              <a:ext cx="80010" cy="316865"/>
            </a:xfrm>
            <a:custGeom>
              <a:avLst/>
              <a:gdLst/>
              <a:ahLst/>
              <a:cxnLst/>
              <a:rect l="l" t="t" r="r" b="b"/>
              <a:pathLst>
                <a:path w="80009" h="316864">
                  <a:moveTo>
                    <a:pt x="0" y="0"/>
                  </a:moveTo>
                  <a:lnTo>
                    <a:pt x="0" y="316670"/>
                  </a:lnTo>
                  <a:lnTo>
                    <a:pt x="79589" y="316670"/>
                  </a:lnTo>
                  <a:lnTo>
                    <a:pt x="79589" y="80332"/>
                  </a:lnTo>
                  <a:lnTo>
                    <a:pt x="73303" y="49134"/>
                  </a:lnTo>
                  <a:lnTo>
                    <a:pt x="56195" y="23592"/>
                  </a:lnTo>
                  <a:lnTo>
                    <a:pt x="30887" y="63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 descr=""/>
            <p:cNvSpPr/>
            <p:nvPr/>
          </p:nvSpPr>
          <p:spPr>
            <a:xfrm>
              <a:off x="8943696" y="5007311"/>
              <a:ext cx="2214245" cy="354330"/>
            </a:xfrm>
            <a:custGeom>
              <a:avLst/>
              <a:gdLst/>
              <a:ahLst/>
              <a:cxnLst/>
              <a:rect l="l" t="t" r="r" b="b"/>
              <a:pathLst>
                <a:path w="2214245" h="354329">
                  <a:moveTo>
                    <a:pt x="89725" y="94386"/>
                  </a:moveTo>
                  <a:lnTo>
                    <a:pt x="0" y="94386"/>
                  </a:lnTo>
                  <a:lnTo>
                    <a:pt x="0" y="102946"/>
                  </a:lnTo>
                  <a:lnTo>
                    <a:pt x="0" y="107289"/>
                  </a:lnTo>
                  <a:lnTo>
                    <a:pt x="0" y="337045"/>
                  </a:lnTo>
                  <a:lnTo>
                    <a:pt x="6121" y="337045"/>
                  </a:lnTo>
                  <a:lnTo>
                    <a:pt x="6121" y="107289"/>
                  </a:lnTo>
                  <a:lnTo>
                    <a:pt x="89725" y="107289"/>
                  </a:lnTo>
                  <a:lnTo>
                    <a:pt x="89725" y="94386"/>
                  </a:lnTo>
                  <a:close/>
                </a:path>
                <a:path w="2214245" h="354329">
                  <a:moveTo>
                    <a:pt x="2213940" y="0"/>
                  </a:moveTo>
                  <a:lnTo>
                    <a:pt x="2178253" y="7912"/>
                  </a:lnTo>
                  <a:lnTo>
                    <a:pt x="2149017" y="29425"/>
                  </a:lnTo>
                  <a:lnTo>
                    <a:pt x="2129256" y="61277"/>
                  </a:lnTo>
                  <a:lnTo>
                    <a:pt x="2121992" y="100190"/>
                  </a:lnTo>
                  <a:lnTo>
                    <a:pt x="2121992" y="353949"/>
                  </a:lnTo>
                  <a:lnTo>
                    <a:pt x="2213940" y="353949"/>
                  </a:lnTo>
                  <a:lnTo>
                    <a:pt x="221394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 descr=""/>
            <p:cNvSpPr/>
            <p:nvPr/>
          </p:nvSpPr>
          <p:spPr>
            <a:xfrm>
              <a:off x="11083995" y="5027678"/>
              <a:ext cx="73660" cy="316865"/>
            </a:xfrm>
            <a:custGeom>
              <a:avLst/>
              <a:gdLst/>
              <a:ahLst/>
              <a:cxnLst/>
              <a:rect l="l" t="t" r="r" b="b"/>
              <a:pathLst>
                <a:path w="73659" h="316864">
                  <a:moveTo>
                    <a:pt x="73641" y="0"/>
                  </a:moveTo>
                  <a:lnTo>
                    <a:pt x="45066" y="6336"/>
                  </a:lnTo>
                  <a:lnTo>
                    <a:pt x="21648" y="23592"/>
                  </a:lnTo>
                  <a:lnTo>
                    <a:pt x="5816" y="49134"/>
                  </a:lnTo>
                  <a:lnTo>
                    <a:pt x="0" y="80332"/>
                  </a:lnTo>
                  <a:lnTo>
                    <a:pt x="0" y="316670"/>
                  </a:lnTo>
                  <a:lnTo>
                    <a:pt x="73641" y="316670"/>
                  </a:lnTo>
                  <a:lnTo>
                    <a:pt x="73641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 descr=""/>
            <p:cNvSpPr/>
            <p:nvPr/>
          </p:nvSpPr>
          <p:spPr>
            <a:xfrm>
              <a:off x="11074540" y="5101697"/>
              <a:ext cx="83185" cy="243204"/>
            </a:xfrm>
            <a:custGeom>
              <a:avLst/>
              <a:gdLst/>
              <a:ahLst/>
              <a:cxnLst/>
              <a:rect l="l" t="t" r="r" b="b"/>
              <a:pathLst>
                <a:path w="83184" h="243204">
                  <a:moveTo>
                    <a:pt x="83121" y="0"/>
                  </a:moveTo>
                  <a:lnTo>
                    <a:pt x="0" y="0"/>
                  </a:lnTo>
                  <a:lnTo>
                    <a:pt x="0" y="12903"/>
                  </a:lnTo>
                  <a:lnTo>
                    <a:pt x="77444" y="12903"/>
                  </a:lnTo>
                  <a:lnTo>
                    <a:pt x="77444" y="242658"/>
                  </a:lnTo>
                  <a:lnTo>
                    <a:pt x="83096" y="242658"/>
                  </a:lnTo>
                  <a:lnTo>
                    <a:pt x="83096" y="12903"/>
                  </a:lnTo>
                  <a:lnTo>
                    <a:pt x="8312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 descr=""/>
            <p:cNvSpPr/>
            <p:nvPr/>
          </p:nvSpPr>
          <p:spPr>
            <a:xfrm>
              <a:off x="8943362" y="3755976"/>
              <a:ext cx="2214880" cy="1144905"/>
            </a:xfrm>
            <a:custGeom>
              <a:avLst/>
              <a:gdLst/>
              <a:ahLst/>
              <a:cxnLst/>
              <a:rect l="l" t="t" r="r" b="b"/>
              <a:pathLst>
                <a:path w="2214879" h="1144904">
                  <a:moveTo>
                    <a:pt x="1107149" y="0"/>
                  </a:moveTo>
                  <a:lnTo>
                    <a:pt x="1059119" y="1031"/>
                  </a:lnTo>
                  <a:lnTo>
                    <a:pt x="1011612" y="4097"/>
                  </a:lnTo>
                  <a:lnTo>
                    <a:pt x="964669" y="9156"/>
                  </a:lnTo>
                  <a:lnTo>
                    <a:pt x="918333" y="16167"/>
                  </a:lnTo>
                  <a:lnTo>
                    <a:pt x="872644" y="25087"/>
                  </a:lnTo>
                  <a:lnTo>
                    <a:pt x="827644" y="35874"/>
                  </a:lnTo>
                  <a:lnTo>
                    <a:pt x="783375" y="48486"/>
                  </a:lnTo>
                  <a:lnTo>
                    <a:pt x="739878" y="62882"/>
                  </a:lnTo>
                  <a:lnTo>
                    <a:pt x="697195" y="79020"/>
                  </a:lnTo>
                  <a:lnTo>
                    <a:pt x="655367" y="96858"/>
                  </a:lnTo>
                  <a:lnTo>
                    <a:pt x="614436" y="116354"/>
                  </a:lnTo>
                  <a:lnTo>
                    <a:pt x="574443" y="137466"/>
                  </a:lnTo>
                  <a:lnTo>
                    <a:pt x="535430" y="160152"/>
                  </a:lnTo>
                  <a:lnTo>
                    <a:pt x="497439" y="184371"/>
                  </a:lnTo>
                  <a:lnTo>
                    <a:pt x="460510" y="210080"/>
                  </a:lnTo>
                  <a:lnTo>
                    <a:pt x="424686" y="237238"/>
                  </a:lnTo>
                  <a:lnTo>
                    <a:pt x="390007" y="265802"/>
                  </a:lnTo>
                  <a:lnTo>
                    <a:pt x="356516" y="295732"/>
                  </a:lnTo>
                  <a:lnTo>
                    <a:pt x="324254" y="326984"/>
                  </a:lnTo>
                  <a:lnTo>
                    <a:pt x="293262" y="359518"/>
                  </a:lnTo>
                  <a:lnTo>
                    <a:pt x="263583" y="393291"/>
                  </a:lnTo>
                  <a:lnTo>
                    <a:pt x="235257" y="428261"/>
                  </a:lnTo>
                  <a:lnTo>
                    <a:pt x="208326" y="464387"/>
                  </a:lnTo>
                  <a:lnTo>
                    <a:pt x="182831" y="501626"/>
                  </a:lnTo>
                  <a:lnTo>
                    <a:pt x="158815" y="539937"/>
                  </a:lnTo>
                  <a:lnTo>
                    <a:pt x="136318" y="579278"/>
                  </a:lnTo>
                  <a:lnTo>
                    <a:pt x="115382" y="619607"/>
                  </a:lnTo>
                  <a:lnTo>
                    <a:pt x="96049" y="660882"/>
                  </a:lnTo>
                  <a:lnTo>
                    <a:pt x="78360" y="703061"/>
                  </a:lnTo>
                  <a:lnTo>
                    <a:pt x="62357" y="746103"/>
                  </a:lnTo>
                  <a:lnTo>
                    <a:pt x="48081" y="789965"/>
                  </a:lnTo>
                  <a:lnTo>
                    <a:pt x="35574" y="834606"/>
                  </a:lnTo>
                  <a:lnTo>
                    <a:pt x="24877" y="879984"/>
                  </a:lnTo>
                  <a:lnTo>
                    <a:pt x="16032" y="926056"/>
                  </a:lnTo>
                  <a:lnTo>
                    <a:pt x="9080" y="972782"/>
                  </a:lnTo>
                  <a:lnTo>
                    <a:pt x="4063" y="1020118"/>
                  </a:lnTo>
                  <a:lnTo>
                    <a:pt x="1022" y="1068024"/>
                  </a:lnTo>
                  <a:lnTo>
                    <a:pt x="0" y="1116458"/>
                  </a:lnTo>
                  <a:lnTo>
                    <a:pt x="345" y="1144907"/>
                  </a:lnTo>
                  <a:lnTo>
                    <a:pt x="1107149" y="1116458"/>
                  </a:lnTo>
                  <a:lnTo>
                    <a:pt x="2214278" y="1116458"/>
                  </a:lnTo>
                  <a:lnTo>
                    <a:pt x="2213255" y="1068024"/>
                  </a:lnTo>
                  <a:lnTo>
                    <a:pt x="2210214" y="1020118"/>
                  </a:lnTo>
                  <a:lnTo>
                    <a:pt x="2205197" y="972782"/>
                  </a:lnTo>
                  <a:lnTo>
                    <a:pt x="2198245" y="926056"/>
                  </a:lnTo>
                  <a:lnTo>
                    <a:pt x="2189400" y="879984"/>
                  </a:lnTo>
                  <a:lnTo>
                    <a:pt x="2178703" y="834606"/>
                  </a:lnTo>
                  <a:lnTo>
                    <a:pt x="2166196" y="789965"/>
                  </a:lnTo>
                  <a:lnTo>
                    <a:pt x="2151920" y="746103"/>
                  </a:lnTo>
                  <a:lnTo>
                    <a:pt x="2135917" y="703061"/>
                  </a:lnTo>
                  <a:lnTo>
                    <a:pt x="2118228" y="660882"/>
                  </a:lnTo>
                  <a:lnTo>
                    <a:pt x="2098896" y="619607"/>
                  </a:lnTo>
                  <a:lnTo>
                    <a:pt x="2077960" y="579278"/>
                  </a:lnTo>
                  <a:lnTo>
                    <a:pt x="2055463" y="539937"/>
                  </a:lnTo>
                  <a:lnTo>
                    <a:pt x="2031447" y="501626"/>
                  </a:lnTo>
                  <a:lnTo>
                    <a:pt x="2005953" y="464387"/>
                  </a:lnTo>
                  <a:lnTo>
                    <a:pt x="1979022" y="428261"/>
                  </a:lnTo>
                  <a:lnTo>
                    <a:pt x="1950696" y="393291"/>
                  </a:lnTo>
                  <a:lnTo>
                    <a:pt x="1921017" y="359518"/>
                  </a:lnTo>
                  <a:lnTo>
                    <a:pt x="1890026" y="326984"/>
                  </a:lnTo>
                  <a:lnTo>
                    <a:pt x="1857764" y="295732"/>
                  </a:lnTo>
                  <a:lnTo>
                    <a:pt x="1824273" y="265802"/>
                  </a:lnTo>
                  <a:lnTo>
                    <a:pt x="1789596" y="237238"/>
                  </a:lnTo>
                  <a:lnTo>
                    <a:pt x="1753772" y="210080"/>
                  </a:lnTo>
                  <a:lnTo>
                    <a:pt x="1716844" y="184371"/>
                  </a:lnTo>
                  <a:lnTo>
                    <a:pt x="1678853" y="160152"/>
                  </a:lnTo>
                  <a:lnTo>
                    <a:pt x="1639840" y="137466"/>
                  </a:lnTo>
                  <a:lnTo>
                    <a:pt x="1599848" y="116354"/>
                  </a:lnTo>
                  <a:lnTo>
                    <a:pt x="1558918" y="96858"/>
                  </a:lnTo>
                  <a:lnTo>
                    <a:pt x="1517091" y="79020"/>
                  </a:lnTo>
                  <a:lnTo>
                    <a:pt x="1474409" y="62882"/>
                  </a:lnTo>
                  <a:lnTo>
                    <a:pt x="1430914" y="48486"/>
                  </a:lnTo>
                  <a:lnTo>
                    <a:pt x="1386646" y="35874"/>
                  </a:lnTo>
                  <a:lnTo>
                    <a:pt x="1341647" y="25087"/>
                  </a:lnTo>
                  <a:lnTo>
                    <a:pt x="1295960" y="16167"/>
                  </a:lnTo>
                  <a:lnTo>
                    <a:pt x="1249624" y="9156"/>
                  </a:lnTo>
                  <a:lnTo>
                    <a:pt x="1202683" y="4097"/>
                  </a:lnTo>
                  <a:lnTo>
                    <a:pt x="1155178" y="1031"/>
                  </a:lnTo>
                  <a:lnTo>
                    <a:pt x="1107149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7" name="object 217" descr=""/>
          <p:cNvGrpSpPr/>
          <p:nvPr/>
        </p:nvGrpSpPr>
        <p:grpSpPr>
          <a:xfrm>
            <a:off x="15469821" y="5163151"/>
            <a:ext cx="1973580" cy="2968625"/>
            <a:chOff x="15469821" y="5163151"/>
            <a:chExt cx="1973580" cy="2968625"/>
          </a:xfrm>
        </p:grpSpPr>
        <p:pic>
          <p:nvPicPr>
            <p:cNvPr id="218" name="object 21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469821" y="5163151"/>
              <a:ext cx="1973259" cy="1973259"/>
            </a:xfrm>
            <a:prstGeom prst="rect">
              <a:avLst/>
            </a:prstGeom>
          </p:spPr>
        </p:pic>
        <p:sp>
          <p:nvSpPr>
            <p:cNvPr id="219" name="object 219" descr=""/>
            <p:cNvSpPr/>
            <p:nvPr/>
          </p:nvSpPr>
          <p:spPr>
            <a:xfrm>
              <a:off x="16456450" y="6298406"/>
              <a:ext cx="0" cy="1829435"/>
            </a:xfrm>
            <a:custGeom>
              <a:avLst/>
              <a:gdLst/>
              <a:ahLst/>
              <a:cxnLst/>
              <a:rect l="l" t="t" r="r" b="b"/>
              <a:pathLst>
                <a:path w="0" h="1829434">
                  <a:moveTo>
                    <a:pt x="0" y="0"/>
                  </a:moveTo>
                  <a:lnTo>
                    <a:pt x="0" y="1829211"/>
                  </a:lnTo>
                </a:path>
              </a:pathLst>
            </a:custGeom>
            <a:ln w="7622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 descr=""/>
            <p:cNvSpPr/>
            <p:nvPr/>
          </p:nvSpPr>
          <p:spPr>
            <a:xfrm>
              <a:off x="16165815" y="8127613"/>
              <a:ext cx="555625" cy="0"/>
            </a:xfrm>
            <a:custGeom>
              <a:avLst/>
              <a:gdLst/>
              <a:ahLst/>
              <a:cxnLst/>
              <a:rect l="l" t="t" r="r" b="b"/>
              <a:pathLst>
                <a:path w="555625" h="0">
                  <a:moveTo>
                    <a:pt x="0" y="0"/>
                  </a:moveTo>
                  <a:lnTo>
                    <a:pt x="555291" y="0"/>
                  </a:lnTo>
                </a:path>
              </a:pathLst>
            </a:custGeom>
            <a:ln w="7622">
              <a:solidFill>
                <a:srgbClr val="CFBE8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 descr=""/>
            <p:cNvSpPr/>
            <p:nvPr/>
          </p:nvSpPr>
          <p:spPr>
            <a:xfrm>
              <a:off x="16456450" y="6298406"/>
              <a:ext cx="0" cy="1829435"/>
            </a:xfrm>
            <a:custGeom>
              <a:avLst/>
              <a:gdLst/>
              <a:ahLst/>
              <a:cxnLst/>
              <a:rect l="l" t="t" r="r" b="b"/>
              <a:pathLst>
                <a:path w="0" h="1829434">
                  <a:moveTo>
                    <a:pt x="0" y="0"/>
                  </a:moveTo>
                  <a:lnTo>
                    <a:pt x="0" y="1829211"/>
                  </a:lnTo>
                </a:path>
              </a:pathLst>
            </a:custGeom>
            <a:ln w="7622">
              <a:solidFill>
                <a:srgbClr val="6B3D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 descr=""/>
            <p:cNvSpPr/>
            <p:nvPr/>
          </p:nvSpPr>
          <p:spPr>
            <a:xfrm>
              <a:off x="16165815" y="8127613"/>
              <a:ext cx="555625" cy="0"/>
            </a:xfrm>
            <a:custGeom>
              <a:avLst/>
              <a:gdLst/>
              <a:ahLst/>
              <a:cxnLst/>
              <a:rect l="l" t="t" r="r" b="b"/>
              <a:pathLst>
                <a:path w="555625" h="0">
                  <a:moveTo>
                    <a:pt x="0" y="0"/>
                  </a:moveTo>
                  <a:lnTo>
                    <a:pt x="555291" y="0"/>
                  </a:lnTo>
                </a:path>
              </a:pathLst>
            </a:custGeom>
            <a:ln w="7622">
              <a:solidFill>
                <a:srgbClr val="CFBE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3" name="object 223" descr=""/>
          <p:cNvGrpSpPr/>
          <p:nvPr/>
        </p:nvGrpSpPr>
        <p:grpSpPr>
          <a:xfrm>
            <a:off x="858614" y="5257688"/>
            <a:ext cx="1337310" cy="2874010"/>
            <a:chOff x="858614" y="5257688"/>
            <a:chExt cx="1337310" cy="2874010"/>
          </a:xfrm>
        </p:grpSpPr>
        <p:sp>
          <p:nvSpPr>
            <p:cNvPr id="224" name="object 224" descr=""/>
            <p:cNvSpPr/>
            <p:nvPr/>
          </p:nvSpPr>
          <p:spPr>
            <a:xfrm>
              <a:off x="2134029" y="6199711"/>
              <a:ext cx="0" cy="83185"/>
            </a:xfrm>
            <a:custGeom>
              <a:avLst/>
              <a:gdLst/>
              <a:ahLst/>
              <a:cxnLst/>
              <a:rect l="l" t="t" r="r" b="b"/>
              <a:pathLst>
                <a:path w="0" h="83185">
                  <a:moveTo>
                    <a:pt x="0" y="0"/>
                  </a:moveTo>
                  <a:lnTo>
                    <a:pt x="0" y="82981"/>
                  </a:lnTo>
                </a:path>
              </a:pathLst>
            </a:custGeom>
            <a:ln w="7622">
              <a:solidFill>
                <a:srgbClr val="9FDAD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5" name="object 22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8614" y="5257688"/>
              <a:ext cx="1337069" cy="2314285"/>
            </a:xfrm>
            <a:prstGeom prst="rect">
              <a:avLst/>
            </a:prstGeom>
          </p:spPr>
        </p:pic>
        <p:sp>
          <p:nvSpPr>
            <p:cNvPr id="226" name="object 226" descr=""/>
            <p:cNvSpPr/>
            <p:nvPr/>
          </p:nvSpPr>
          <p:spPr>
            <a:xfrm>
              <a:off x="1527152" y="5613862"/>
              <a:ext cx="0" cy="2513965"/>
            </a:xfrm>
            <a:custGeom>
              <a:avLst/>
              <a:gdLst/>
              <a:ahLst/>
              <a:cxnLst/>
              <a:rect l="l" t="t" r="r" b="b"/>
              <a:pathLst>
                <a:path w="0" h="2513965">
                  <a:moveTo>
                    <a:pt x="0" y="0"/>
                  </a:moveTo>
                  <a:lnTo>
                    <a:pt x="0" y="2513755"/>
                  </a:lnTo>
                </a:path>
              </a:pathLst>
            </a:custGeom>
            <a:ln w="7622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 descr=""/>
            <p:cNvSpPr/>
            <p:nvPr/>
          </p:nvSpPr>
          <p:spPr>
            <a:xfrm>
              <a:off x="1225226" y="8127613"/>
              <a:ext cx="603250" cy="0"/>
            </a:xfrm>
            <a:custGeom>
              <a:avLst/>
              <a:gdLst/>
              <a:ahLst/>
              <a:cxnLst/>
              <a:rect l="l" t="t" r="r" b="b"/>
              <a:pathLst>
                <a:path w="603250" h="0">
                  <a:moveTo>
                    <a:pt x="0" y="0"/>
                  </a:moveTo>
                  <a:lnTo>
                    <a:pt x="602997" y="0"/>
                  </a:lnTo>
                </a:path>
              </a:pathLst>
            </a:custGeom>
            <a:ln w="7622">
              <a:solidFill>
                <a:srgbClr val="CFBE8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 descr=""/>
            <p:cNvSpPr/>
            <p:nvPr/>
          </p:nvSpPr>
          <p:spPr>
            <a:xfrm>
              <a:off x="1527156" y="6005588"/>
              <a:ext cx="135890" cy="217804"/>
            </a:xfrm>
            <a:custGeom>
              <a:avLst/>
              <a:gdLst/>
              <a:ahLst/>
              <a:cxnLst/>
              <a:rect l="l" t="t" r="r" b="b"/>
              <a:pathLst>
                <a:path w="135889" h="217804">
                  <a:moveTo>
                    <a:pt x="135566" y="0"/>
                  </a:moveTo>
                  <a:lnTo>
                    <a:pt x="0" y="217574"/>
                  </a:lnTo>
                </a:path>
              </a:pathLst>
            </a:custGeom>
            <a:ln w="7622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 descr=""/>
            <p:cNvSpPr/>
            <p:nvPr/>
          </p:nvSpPr>
          <p:spPr>
            <a:xfrm>
              <a:off x="1367782" y="6223161"/>
              <a:ext cx="159385" cy="246379"/>
            </a:xfrm>
            <a:custGeom>
              <a:avLst/>
              <a:gdLst/>
              <a:ahLst/>
              <a:cxnLst/>
              <a:rect l="l" t="t" r="r" b="b"/>
              <a:pathLst>
                <a:path w="159384" h="246379">
                  <a:moveTo>
                    <a:pt x="0" y="0"/>
                  </a:moveTo>
                  <a:lnTo>
                    <a:pt x="159366" y="245908"/>
                  </a:lnTo>
                </a:path>
              </a:pathLst>
            </a:custGeom>
            <a:ln w="7622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 descr=""/>
            <p:cNvSpPr/>
            <p:nvPr/>
          </p:nvSpPr>
          <p:spPr>
            <a:xfrm>
              <a:off x="1527156" y="6692267"/>
              <a:ext cx="410845" cy="393700"/>
            </a:xfrm>
            <a:custGeom>
              <a:avLst/>
              <a:gdLst/>
              <a:ahLst/>
              <a:cxnLst/>
              <a:rect l="l" t="t" r="r" b="b"/>
              <a:pathLst>
                <a:path w="410844" h="393700">
                  <a:moveTo>
                    <a:pt x="410846" y="0"/>
                  </a:moveTo>
                  <a:lnTo>
                    <a:pt x="0" y="393642"/>
                  </a:lnTo>
                </a:path>
              </a:pathLst>
            </a:custGeom>
            <a:ln w="7622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1" name="object 231" descr=""/>
          <p:cNvGrpSpPr/>
          <p:nvPr/>
        </p:nvGrpSpPr>
        <p:grpSpPr>
          <a:xfrm>
            <a:off x="17180951" y="5812868"/>
            <a:ext cx="1245870" cy="2319020"/>
            <a:chOff x="17180951" y="5812868"/>
            <a:chExt cx="1245870" cy="2319020"/>
          </a:xfrm>
        </p:grpSpPr>
        <p:pic>
          <p:nvPicPr>
            <p:cNvPr id="232" name="object 23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180951" y="5812868"/>
              <a:ext cx="1245658" cy="1866864"/>
            </a:xfrm>
            <a:prstGeom prst="rect">
              <a:avLst/>
            </a:prstGeom>
          </p:spPr>
        </p:pic>
        <p:sp>
          <p:nvSpPr>
            <p:cNvPr id="233" name="object 233" descr=""/>
            <p:cNvSpPr/>
            <p:nvPr/>
          </p:nvSpPr>
          <p:spPr>
            <a:xfrm>
              <a:off x="17803786" y="6101366"/>
              <a:ext cx="0" cy="2026285"/>
            </a:xfrm>
            <a:custGeom>
              <a:avLst/>
              <a:gdLst/>
              <a:ahLst/>
              <a:cxnLst/>
              <a:rect l="l" t="t" r="r" b="b"/>
              <a:pathLst>
                <a:path w="0" h="2026284">
                  <a:moveTo>
                    <a:pt x="0" y="0"/>
                  </a:moveTo>
                  <a:lnTo>
                    <a:pt x="0" y="2026252"/>
                  </a:lnTo>
                </a:path>
              </a:pathLst>
            </a:custGeom>
            <a:ln w="7622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 descr=""/>
            <p:cNvSpPr/>
            <p:nvPr/>
          </p:nvSpPr>
          <p:spPr>
            <a:xfrm>
              <a:off x="17522501" y="8127613"/>
              <a:ext cx="561975" cy="0"/>
            </a:xfrm>
            <a:custGeom>
              <a:avLst/>
              <a:gdLst/>
              <a:ahLst/>
              <a:cxnLst/>
              <a:rect l="l" t="t" r="r" b="b"/>
              <a:pathLst>
                <a:path w="561975" h="0">
                  <a:moveTo>
                    <a:pt x="0" y="0"/>
                  </a:moveTo>
                  <a:lnTo>
                    <a:pt x="561773" y="0"/>
                  </a:lnTo>
                </a:path>
              </a:pathLst>
            </a:custGeom>
            <a:ln w="7622">
              <a:solidFill>
                <a:srgbClr val="CFBE8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17803788" y="6417122"/>
              <a:ext cx="126364" cy="175895"/>
            </a:xfrm>
            <a:custGeom>
              <a:avLst/>
              <a:gdLst/>
              <a:ahLst/>
              <a:cxnLst/>
              <a:rect l="l" t="t" r="r" b="b"/>
              <a:pathLst>
                <a:path w="126365" h="175895">
                  <a:moveTo>
                    <a:pt x="126299" y="0"/>
                  </a:moveTo>
                  <a:lnTo>
                    <a:pt x="0" y="175376"/>
                  </a:lnTo>
                </a:path>
              </a:pathLst>
            </a:custGeom>
            <a:ln w="7622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17655310" y="6592500"/>
              <a:ext cx="148590" cy="198755"/>
            </a:xfrm>
            <a:custGeom>
              <a:avLst/>
              <a:gdLst/>
              <a:ahLst/>
              <a:cxnLst/>
              <a:rect l="l" t="t" r="r" b="b"/>
              <a:pathLst>
                <a:path w="148590" h="198754">
                  <a:moveTo>
                    <a:pt x="0" y="0"/>
                  </a:moveTo>
                  <a:lnTo>
                    <a:pt x="148477" y="198213"/>
                  </a:lnTo>
                </a:path>
              </a:pathLst>
            </a:custGeom>
            <a:ln w="7622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 descr=""/>
            <p:cNvSpPr/>
            <p:nvPr/>
          </p:nvSpPr>
          <p:spPr>
            <a:xfrm>
              <a:off x="17803784" y="6970630"/>
              <a:ext cx="382905" cy="317500"/>
            </a:xfrm>
            <a:custGeom>
              <a:avLst/>
              <a:gdLst/>
              <a:ahLst/>
              <a:cxnLst/>
              <a:rect l="l" t="t" r="r" b="b"/>
              <a:pathLst>
                <a:path w="382905" h="317500">
                  <a:moveTo>
                    <a:pt x="382763" y="0"/>
                  </a:moveTo>
                  <a:lnTo>
                    <a:pt x="0" y="317299"/>
                  </a:lnTo>
                </a:path>
              </a:pathLst>
            </a:custGeom>
            <a:ln w="7622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8" name="object 238" descr=""/>
          <p:cNvSpPr/>
          <p:nvPr/>
        </p:nvSpPr>
        <p:spPr>
          <a:xfrm>
            <a:off x="2423347" y="4095621"/>
            <a:ext cx="1026160" cy="2315845"/>
          </a:xfrm>
          <a:custGeom>
            <a:avLst/>
            <a:gdLst/>
            <a:ahLst/>
            <a:cxnLst/>
            <a:rect l="l" t="t" r="r" b="b"/>
            <a:pathLst>
              <a:path w="1026160" h="2315845">
                <a:moveTo>
                  <a:pt x="512954" y="0"/>
                </a:moveTo>
                <a:lnTo>
                  <a:pt x="473018" y="10831"/>
                </a:lnTo>
                <a:lnTo>
                  <a:pt x="440541" y="43325"/>
                </a:lnTo>
                <a:lnTo>
                  <a:pt x="413194" y="89519"/>
                </a:lnTo>
                <a:lnTo>
                  <a:pt x="382981" y="143115"/>
                </a:lnTo>
                <a:lnTo>
                  <a:pt x="350513" y="203861"/>
                </a:lnTo>
                <a:lnTo>
                  <a:pt x="316399" y="271504"/>
                </a:lnTo>
                <a:lnTo>
                  <a:pt x="298916" y="307832"/>
                </a:lnTo>
                <a:lnTo>
                  <a:pt x="281250" y="345789"/>
                </a:lnTo>
                <a:lnTo>
                  <a:pt x="263478" y="385343"/>
                </a:lnTo>
                <a:lnTo>
                  <a:pt x="245676" y="426463"/>
                </a:lnTo>
                <a:lnTo>
                  <a:pt x="227920" y="469117"/>
                </a:lnTo>
                <a:lnTo>
                  <a:pt x="210287" y="513274"/>
                </a:lnTo>
                <a:lnTo>
                  <a:pt x="192853" y="558900"/>
                </a:lnTo>
                <a:lnTo>
                  <a:pt x="175694" y="605966"/>
                </a:lnTo>
                <a:lnTo>
                  <a:pt x="158887" y="654439"/>
                </a:lnTo>
                <a:lnTo>
                  <a:pt x="142507" y="704288"/>
                </a:lnTo>
                <a:lnTo>
                  <a:pt x="126631" y="755480"/>
                </a:lnTo>
                <a:lnTo>
                  <a:pt x="111335" y="807984"/>
                </a:lnTo>
                <a:lnTo>
                  <a:pt x="96696" y="861769"/>
                </a:lnTo>
                <a:lnTo>
                  <a:pt x="82790" y="916803"/>
                </a:lnTo>
                <a:lnTo>
                  <a:pt x="69692" y="973054"/>
                </a:lnTo>
                <a:lnTo>
                  <a:pt x="57480" y="1030490"/>
                </a:lnTo>
                <a:lnTo>
                  <a:pt x="46230" y="1089079"/>
                </a:lnTo>
                <a:lnTo>
                  <a:pt x="36018" y="1148791"/>
                </a:lnTo>
                <a:lnTo>
                  <a:pt x="26920" y="1209594"/>
                </a:lnTo>
                <a:lnTo>
                  <a:pt x="19012" y="1271454"/>
                </a:lnTo>
                <a:lnTo>
                  <a:pt x="12371" y="1334342"/>
                </a:lnTo>
                <a:lnTo>
                  <a:pt x="7073" y="1398225"/>
                </a:lnTo>
                <a:lnTo>
                  <a:pt x="3194" y="1463072"/>
                </a:lnTo>
                <a:lnTo>
                  <a:pt x="811" y="1528851"/>
                </a:lnTo>
                <a:lnTo>
                  <a:pt x="0" y="1595529"/>
                </a:lnTo>
                <a:lnTo>
                  <a:pt x="1374" y="1649164"/>
                </a:lnTo>
                <a:lnTo>
                  <a:pt x="5457" y="1702125"/>
                </a:lnTo>
                <a:lnTo>
                  <a:pt x="12183" y="1754212"/>
                </a:lnTo>
                <a:lnTo>
                  <a:pt x="21490" y="1805226"/>
                </a:lnTo>
                <a:lnTo>
                  <a:pt x="33314" y="1854968"/>
                </a:lnTo>
                <a:lnTo>
                  <a:pt x="47591" y="1903239"/>
                </a:lnTo>
                <a:lnTo>
                  <a:pt x="64258" y="1949840"/>
                </a:lnTo>
                <a:lnTo>
                  <a:pt x="83251" y="1994571"/>
                </a:lnTo>
                <a:lnTo>
                  <a:pt x="104507" y="2037233"/>
                </a:lnTo>
                <a:lnTo>
                  <a:pt x="127963" y="2077627"/>
                </a:lnTo>
                <a:lnTo>
                  <a:pt x="153554" y="2115553"/>
                </a:lnTo>
                <a:lnTo>
                  <a:pt x="181217" y="2150813"/>
                </a:lnTo>
                <a:lnTo>
                  <a:pt x="210889" y="2183208"/>
                </a:lnTo>
                <a:lnTo>
                  <a:pt x="242507" y="2212537"/>
                </a:lnTo>
                <a:lnTo>
                  <a:pt x="276006" y="2238602"/>
                </a:lnTo>
                <a:lnTo>
                  <a:pt x="311323" y="2261204"/>
                </a:lnTo>
                <a:lnTo>
                  <a:pt x="348395" y="2280143"/>
                </a:lnTo>
                <a:lnTo>
                  <a:pt x="387158" y="2295220"/>
                </a:lnTo>
                <a:lnTo>
                  <a:pt x="427548" y="2306236"/>
                </a:lnTo>
                <a:lnTo>
                  <a:pt x="469503" y="2312991"/>
                </a:lnTo>
                <a:lnTo>
                  <a:pt x="512958" y="2315288"/>
                </a:lnTo>
                <a:lnTo>
                  <a:pt x="556413" y="2312991"/>
                </a:lnTo>
                <a:lnTo>
                  <a:pt x="598367" y="2306236"/>
                </a:lnTo>
                <a:lnTo>
                  <a:pt x="638758" y="2295220"/>
                </a:lnTo>
                <a:lnTo>
                  <a:pt x="677521" y="2280143"/>
                </a:lnTo>
                <a:lnTo>
                  <a:pt x="714592" y="2261204"/>
                </a:lnTo>
                <a:lnTo>
                  <a:pt x="749910" y="2238602"/>
                </a:lnTo>
                <a:lnTo>
                  <a:pt x="783409" y="2212537"/>
                </a:lnTo>
                <a:lnTo>
                  <a:pt x="815026" y="2183208"/>
                </a:lnTo>
                <a:lnTo>
                  <a:pt x="844698" y="2150813"/>
                </a:lnTo>
                <a:lnTo>
                  <a:pt x="872362" y="2115553"/>
                </a:lnTo>
                <a:lnTo>
                  <a:pt x="897953" y="2077627"/>
                </a:lnTo>
                <a:lnTo>
                  <a:pt x="921408" y="2037233"/>
                </a:lnTo>
                <a:lnTo>
                  <a:pt x="942664" y="1994571"/>
                </a:lnTo>
                <a:lnTo>
                  <a:pt x="961658" y="1949840"/>
                </a:lnTo>
                <a:lnTo>
                  <a:pt x="978325" y="1903239"/>
                </a:lnTo>
                <a:lnTo>
                  <a:pt x="992602" y="1854968"/>
                </a:lnTo>
                <a:lnTo>
                  <a:pt x="1004425" y="1805226"/>
                </a:lnTo>
                <a:lnTo>
                  <a:pt x="1013732" y="1754212"/>
                </a:lnTo>
                <a:lnTo>
                  <a:pt x="1020459" y="1702125"/>
                </a:lnTo>
                <a:lnTo>
                  <a:pt x="1024541" y="1649164"/>
                </a:lnTo>
                <a:lnTo>
                  <a:pt x="1025916" y="1595529"/>
                </a:lnTo>
                <a:lnTo>
                  <a:pt x="1025105" y="1528851"/>
                </a:lnTo>
                <a:lnTo>
                  <a:pt x="1022721" y="1463072"/>
                </a:lnTo>
                <a:lnTo>
                  <a:pt x="1018843" y="1398225"/>
                </a:lnTo>
                <a:lnTo>
                  <a:pt x="1013545" y="1334342"/>
                </a:lnTo>
                <a:lnTo>
                  <a:pt x="1006904" y="1271454"/>
                </a:lnTo>
                <a:lnTo>
                  <a:pt x="998996" y="1209594"/>
                </a:lnTo>
                <a:lnTo>
                  <a:pt x="989898" y="1148791"/>
                </a:lnTo>
                <a:lnTo>
                  <a:pt x="979685" y="1089079"/>
                </a:lnTo>
                <a:lnTo>
                  <a:pt x="968435" y="1030490"/>
                </a:lnTo>
                <a:lnTo>
                  <a:pt x="956223" y="973054"/>
                </a:lnTo>
                <a:lnTo>
                  <a:pt x="943126" y="916803"/>
                </a:lnTo>
                <a:lnTo>
                  <a:pt x="929219" y="861769"/>
                </a:lnTo>
                <a:lnTo>
                  <a:pt x="914580" y="807984"/>
                </a:lnTo>
                <a:lnTo>
                  <a:pt x="899285" y="755480"/>
                </a:lnTo>
                <a:lnTo>
                  <a:pt x="883409" y="704288"/>
                </a:lnTo>
                <a:lnTo>
                  <a:pt x="867029" y="654439"/>
                </a:lnTo>
                <a:lnTo>
                  <a:pt x="850221" y="605966"/>
                </a:lnTo>
                <a:lnTo>
                  <a:pt x="833062" y="558900"/>
                </a:lnTo>
                <a:lnTo>
                  <a:pt x="815628" y="513274"/>
                </a:lnTo>
                <a:lnTo>
                  <a:pt x="797995" y="469117"/>
                </a:lnTo>
                <a:lnTo>
                  <a:pt x="780239" y="426463"/>
                </a:lnTo>
                <a:lnTo>
                  <a:pt x="762437" y="385343"/>
                </a:lnTo>
                <a:lnTo>
                  <a:pt x="744665" y="345789"/>
                </a:lnTo>
                <a:lnTo>
                  <a:pt x="727000" y="307832"/>
                </a:lnTo>
                <a:lnTo>
                  <a:pt x="709516" y="271504"/>
                </a:lnTo>
                <a:lnTo>
                  <a:pt x="692292" y="236836"/>
                </a:lnTo>
                <a:lnTo>
                  <a:pt x="658925" y="172610"/>
                </a:lnTo>
                <a:lnTo>
                  <a:pt x="627508" y="115407"/>
                </a:lnTo>
                <a:lnTo>
                  <a:pt x="598652" y="65481"/>
                </a:lnTo>
                <a:lnTo>
                  <a:pt x="552892" y="10831"/>
                </a:lnTo>
                <a:lnTo>
                  <a:pt x="512954" y="0"/>
                </a:lnTo>
                <a:close/>
              </a:path>
            </a:pathLst>
          </a:custGeom>
          <a:solidFill>
            <a:srgbClr val="3BAA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9" name="object 239" descr=""/>
          <p:cNvSpPr/>
          <p:nvPr/>
        </p:nvSpPr>
        <p:spPr>
          <a:xfrm>
            <a:off x="2936304" y="7980238"/>
            <a:ext cx="0" cy="121920"/>
          </a:xfrm>
          <a:custGeom>
            <a:avLst/>
            <a:gdLst/>
            <a:ahLst/>
            <a:cxnLst/>
            <a:rect l="l" t="t" r="r" b="b"/>
            <a:pathLst>
              <a:path w="0" h="121920">
                <a:moveTo>
                  <a:pt x="0" y="0"/>
                </a:moveTo>
                <a:lnTo>
                  <a:pt x="0" y="121734"/>
                </a:lnTo>
              </a:path>
            </a:pathLst>
          </a:custGeom>
          <a:ln w="7622">
            <a:solidFill>
              <a:srgbClr val="0A2B52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40" name="object 240" descr=""/>
          <p:cNvGrpSpPr/>
          <p:nvPr/>
        </p:nvGrpSpPr>
        <p:grpSpPr>
          <a:xfrm>
            <a:off x="2810208" y="4453422"/>
            <a:ext cx="445770" cy="3260725"/>
            <a:chOff x="2810208" y="4453422"/>
            <a:chExt cx="445770" cy="3260725"/>
          </a:xfrm>
        </p:grpSpPr>
        <p:sp>
          <p:nvSpPr>
            <p:cNvPr id="241" name="object 241" descr=""/>
            <p:cNvSpPr/>
            <p:nvPr/>
          </p:nvSpPr>
          <p:spPr>
            <a:xfrm>
              <a:off x="2936304" y="4453422"/>
              <a:ext cx="0" cy="3260725"/>
            </a:xfrm>
            <a:custGeom>
              <a:avLst/>
              <a:gdLst/>
              <a:ahLst/>
              <a:cxnLst/>
              <a:rect l="l" t="t" r="r" b="b"/>
              <a:pathLst>
                <a:path w="0" h="3260725">
                  <a:moveTo>
                    <a:pt x="0" y="0"/>
                  </a:moveTo>
                  <a:lnTo>
                    <a:pt x="0" y="3260269"/>
                  </a:lnTo>
                </a:path>
              </a:pathLst>
            </a:custGeom>
            <a:ln w="7622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 descr=""/>
            <p:cNvSpPr/>
            <p:nvPr/>
          </p:nvSpPr>
          <p:spPr>
            <a:xfrm>
              <a:off x="2936308" y="4845026"/>
              <a:ext cx="104139" cy="217804"/>
            </a:xfrm>
            <a:custGeom>
              <a:avLst/>
              <a:gdLst/>
              <a:ahLst/>
              <a:cxnLst/>
              <a:rect l="l" t="t" r="r" b="b"/>
              <a:pathLst>
                <a:path w="104139" h="217804">
                  <a:moveTo>
                    <a:pt x="104017" y="0"/>
                  </a:moveTo>
                  <a:lnTo>
                    <a:pt x="0" y="217501"/>
                  </a:lnTo>
                </a:path>
              </a:pathLst>
            </a:custGeom>
            <a:ln w="7622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 descr=""/>
            <p:cNvSpPr/>
            <p:nvPr/>
          </p:nvSpPr>
          <p:spPr>
            <a:xfrm>
              <a:off x="2814020" y="5062529"/>
              <a:ext cx="122555" cy="246379"/>
            </a:xfrm>
            <a:custGeom>
              <a:avLst/>
              <a:gdLst/>
              <a:ahLst/>
              <a:cxnLst/>
              <a:rect l="l" t="t" r="r" b="b"/>
              <a:pathLst>
                <a:path w="122555" h="246379">
                  <a:moveTo>
                    <a:pt x="0" y="0"/>
                  </a:moveTo>
                  <a:lnTo>
                    <a:pt x="122278" y="245824"/>
                  </a:lnTo>
                </a:path>
              </a:pathLst>
            </a:custGeom>
            <a:ln w="7622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 descr=""/>
            <p:cNvSpPr/>
            <p:nvPr/>
          </p:nvSpPr>
          <p:spPr>
            <a:xfrm>
              <a:off x="2936308" y="5531486"/>
              <a:ext cx="315595" cy="393700"/>
            </a:xfrm>
            <a:custGeom>
              <a:avLst/>
              <a:gdLst/>
              <a:ahLst/>
              <a:cxnLst/>
              <a:rect l="l" t="t" r="r" b="b"/>
              <a:pathLst>
                <a:path w="315595" h="393700">
                  <a:moveTo>
                    <a:pt x="315236" y="0"/>
                  </a:moveTo>
                  <a:lnTo>
                    <a:pt x="0" y="393516"/>
                  </a:lnTo>
                </a:path>
              </a:pathLst>
            </a:custGeom>
            <a:ln w="7622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5" name="object 245" descr=""/>
          <p:cNvGrpSpPr/>
          <p:nvPr/>
        </p:nvGrpSpPr>
        <p:grpSpPr>
          <a:xfrm>
            <a:off x="3595294" y="5256858"/>
            <a:ext cx="1026160" cy="2874645"/>
            <a:chOff x="3595294" y="5256858"/>
            <a:chExt cx="1026160" cy="2874645"/>
          </a:xfrm>
        </p:grpSpPr>
        <p:pic>
          <p:nvPicPr>
            <p:cNvPr id="246" name="object 24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95294" y="5256858"/>
              <a:ext cx="1025916" cy="2315280"/>
            </a:xfrm>
            <a:prstGeom prst="rect">
              <a:avLst/>
            </a:prstGeom>
          </p:spPr>
        </p:pic>
        <p:sp>
          <p:nvSpPr>
            <p:cNvPr id="247" name="object 247" descr=""/>
            <p:cNvSpPr/>
            <p:nvPr/>
          </p:nvSpPr>
          <p:spPr>
            <a:xfrm>
              <a:off x="4108252" y="5614652"/>
              <a:ext cx="0" cy="2513330"/>
            </a:xfrm>
            <a:custGeom>
              <a:avLst/>
              <a:gdLst/>
              <a:ahLst/>
              <a:cxnLst/>
              <a:rect l="l" t="t" r="r" b="b"/>
              <a:pathLst>
                <a:path w="0" h="2513329">
                  <a:moveTo>
                    <a:pt x="0" y="0"/>
                  </a:moveTo>
                  <a:lnTo>
                    <a:pt x="0" y="2512960"/>
                  </a:lnTo>
                </a:path>
              </a:pathLst>
            </a:custGeom>
            <a:ln w="7622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 descr=""/>
            <p:cNvSpPr/>
            <p:nvPr/>
          </p:nvSpPr>
          <p:spPr>
            <a:xfrm>
              <a:off x="3876586" y="8127613"/>
              <a:ext cx="462915" cy="0"/>
            </a:xfrm>
            <a:custGeom>
              <a:avLst/>
              <a:gdLst/>
              <a:ahLst/>
              <a:cxnLst/>
              <a:rect l="l" t="t" r="r" b="b"/>
              <a:pathLst>
                <a:path w="462914" h="0">
                  <a:moveTo>
                    <a:pt x="0" y="0"/>
                  </a:moveTo>
                  <a:lnTo>
                    <a:pt x="462677" y="0"/>
                  </a:lnTo>
                </a:path>
              </a:pathLst>
            </a:custGeom>
            <a:ln w="7622">
              <a:solidFill>
                <a:srgbClr val="CFBE8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 descr=""/>
            <p:cNvSpPr/>
            <p:nvPr/>
          </p:nvSpPr>
          <p:spPr>
            <a:xfrm>
              <a:off x="4108257" y="6006254"/>
              <a:ext cx="104139" cy="217804"/>
            </a:xfrm>
            <a:custGeom>
              <a:avLst/>
              <a:gdLst/>
              <a:ahLst/>
              <a:cxnLst/>
              <a:rect l="l" t="t" r="r" b="b"/>
              <a:pathLst>
                <a:path w="104139" h="217804">
                  <a:moveTo>
                    <a:pt x="104017" y="0"/>
                  </a:moveTo>
                  <a:lnTo>
                    <a:pt x="0" y="217501"/>
                  </a:lnTo>
                </a:path>
              </a:pathLst>
            </a:custGeom>
            <a:ln w="7622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 descr=""/>
            <p:cNvSpPr/>
            <p:nvPr/>
          </p:nvSpPr>
          <p:spPr>
            <a:xfrm>
              <a:off x="3985968" y="6223759"/>
              <a:ext cx="122555" cy="246379"/>
            </a:xfrm>
            <a:custGeom>
              <a:avLst/>
              <a:gdLst/>
              <a:ahLst/>
              <a:cxnLst/>
              <a:rect l="l" t="t" r="r" b="b"/>
              <a:pathLst>
                <a:path w="122554" h="246379">
                  <a:moveTo>
                    <a:pt x="0" y="0"/>
                  </a:moveTo>
                  <a:lnTo>
                    <a:pt x="122278" y="245824"/>
                  </a:lnTo>
                </a:path>
              </a:pathLst>
            </a:custGeom>
            <a:ln w="7622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 descr=""/>
            <p:cNvSpPr/>
            <p:nvPr/>
          </p:nvSpPr>
          <p:spPr>
            <a:xfrm>
              <a:off x="4108257" y="6692717"/>
              <a:ext cx="315595" cy="393700"/>
            </a:xfrm>
            <a:custGeom>
              <a:avLst/>
              <a:gdLst/>
              <a:ahLst/>
              <a:cxnLst/>
              <a:rect l="l" t="t" r="r" b="b"/>
              <a:pathLst>
                <a:path w="315595" h="393700">
                  <a:moveTo>
                    <a:pt x="315236" y="0"/>
                  </a:moveTo>
                  <a:lnTo>
                    <a:pt x="0" y="393527"/>
                  </a:lnTo>
                </a:path>
              </a:pathLst>
            </a:custGeom>
            <a:ln w="7622">
              <a:solidFill>
                <a:srgbClr val="0A2B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2" name="object 252" descr=""/>
          <p:cNvGrpSpPr/>
          <p:nvPr/>
        </p:nvGrpSpPr>
        <p:grpSpPr>
          <a:xfrm>
            <a:off x="2255428" y="7693273"/>
            <a:ext cx="61594" cy="453390"/>
            <a:chOff x="2255428" y="7693273"/>
            <a:chExt cx="61594" cy="453390"/>
          </a:xfrm>
        </p:grpSpPr>
        <p:sp>
          <p:nvSpPr>
            <p:cNvPr id="253" name="object 253" descr=""/>
            <p:cNvSpPr/>
            <p:nvPr/>
          </p:nvSpPr>
          <p:spPr>
            <a:xfrm>
              <a:off x="2255428" y="7693273"/>
              <a:ext cx="61594" cy="453390"/>
            </a:xfrm>
            <a:custGeom>
              <a:avLst/>
              <a:gdLst/>
              <a:ahLst/>
              <a:cxnLst/>
              <a:rect l="l" t="t" r="r" b="b"/>
              <a:pathLst>
                <a:path w="61594" h="453390">
                  <a:moveTo>
                    <a:pt x="61422" y="0"/>
                  </a:moveTo>
                  <a:lnTo>
                    <a:pt x="0" y="0"/>
                  </a:lnTo>
                  <a:lnTo>
                    <a:pt x="0" y="452823"/>
                  </a:lnTo>
                  <a:lnTo>
                    <a:pt x="61422" y="452823"/>
                  </a:lnTo>
                  <a:lnTo>
                    <a:pt x="61422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 descr=""/>
            <p:cNvSpPr/>
            <p:nvPr/>
          </p:nvSpPr>
          <p:spPr>
            <a:xfrm>
              <a:off x="2255418" y="7693285"/>
              <a:ext cx="61594" cy="408940"/>
            </a:xfrm>
            <a:custGeom>
              <a:avLst/>
              <a:gdLst/>
              <a:ahLst/>
              <a:cxnLst/>
              <a:rect l="l" t="t" r="r" b="b"/>
              <a:pathLst>
                <a:path w="61594" h="408940">
                  <a:moveTo>
                    <a:pt x="61429" y="286956"/>
                  </a:moveTo>
                  <a:lnTo>
                    <a:pt x="0" y="286956"/>
                  </a:lnTo>
                  <a:lnTo>
                    <a:pt x="0" y="408698"/>
                  </a:lnTo>
                  <a:lnTo>
                    <a:pt x="61429" y="408698"/>
                  </a:lnTo>
                  <a:lnTo>
                    <a:pt x="61429" y="286956"/>
                  </a:lnTo>
                  <a:close/>
                </a:path>
                <a:path w="61594" h="408940">
                  <a:moveTo>
                    <a:pt x="61429" y="0"/>
                  </a:moveTo>
                  <a:lnTo>
                    <a:pt x="0" y="0"/>
                  </a:lnTo>
                  <a:lnTo>
                    <a:pt x="0" y="20408"/>
                  </a:lnTo>
                  <a:lnTo>
                    <a:pt x="61429" y="20408"/>
                  </a:lnTo>
                  <a:lnTo>
                    <a:pt x="61429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5" name="object 255" descr=""/>
          <p:cNvGrpSpPr/>
          <p:nvPr/>
        </p:nvGrpSpPr>
        <p:grpSpPr>
          <a:xfrm>
            <a:off x="2107234" y="7693273"/>
            <a:ext cx="1630045" cy="768985"/>
            <a:chOff x="2107234" y="7693273"/>
            <a:chExt cx="1630045" cy="768985"/>
          </a:xfrm>
        </p:grpSpPr>
        <p:sp>
          <p:nvSpPr>
            <p:cNvPr id="256" name="object 256" descr=""/>
            <p:cNvSpPr/>
            <p:nvPr/>
          </p:nvSpPr>
          <p:spPr>
            <a:xfrm>
              <a:off x="3525746" y="7693273"/>
              <a:ext cx="61594" cy="453390"/>
            </a:xfrm>
            <a:custGeom>
              <a:avLst/>
              <a:gdLst/>
              <a:ahLst/>
              <a:cxnLst/>
              <a:rect l="l" t="t" r="r" b="b"/>
              <a:pathLst>
                <a:path w="61595" h="453390">
                  <a:moveTo>
                    <a:pt x="61432" y="0"/>
                  </a:moveTo>
                  <a:lnTo>
                    <a:pt x="0" y="0"/>
                  </a:lnTo>
                  <a:lnTo>
                    <a:pt x="0" y="452823"/>
                  </a:lnTo>
                  <a:lnTo>
                    <a:pt x="61432" y="452823"/>
                  </a:lnTo>
                  <a:lnTo>
                    <a:pt x="61432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 descr=""/>
            <p:cNvSpPr/>
            <p:nvPr/>
          </p:nvSpPr>
          <p:spPr>
            <a:xfrm>
              <a:off x="3525736" y="7693285"/>
              <a:ext cx="61594" cy="408940"/>
            </a:xfrm>
            <a:custGeom>
              <a:avLst/>
              <a:gdLst/>
              <a:ahLst/>
              <a:cxnLst/>
              <a:rect l="l" t="t" r="r" b="b"/>
              <a:pathLst>
                <a:path w="61595" h="408940">
                  <a:moveTo>
                    <a:pt x="61442" y="286956"/>
                  </a:moveTo>
                  <a:lnTo>
                    <a:pt x="0" y="286956"/>
                  </a:lnTo>
                  <a:lnTo>
                    <a:pt x="0" y="408698"/>
                  </a:lnTo>
                  <a:lnTo>
                    <a:pt x="61442" y="408698"/>
                  </a:lnTo>
                  <a:lnTo>
                    <a:pt x="61442" y="286956"/>
                  </a:lnTo>
                  <a:close/>
                </a:path>
                <a:path w="61595" h="408940">
                  <a:moveTo>
                    <a:pt x="61442" y="0"/>
                  </a:moveTo>
                  <a:lnTo>
                    <a:pt x="0" y="0"/>
                  </a:lnTo>
                  <a:lnTo>
                    <a:pt x="0" y="20408"/>
                  </a:lnTo>
                  <a:lnTo>
                    <a:pt x="61442" y="20408"/>
                  </a:lnTo>
                  <a:lnTo>
                    <a:pt x="61442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 descr=""/>
            <p:cNvSpPr/>
            <p:nvPr/>
          </p:nvSpPr>
          <p:spPr>
            <a:xfrm>
              <a:off x="2188415" y="8101973"/>
              <a:ext cx="1468755" cy="55244"/>
            </a:xfrm>
            <a:custGeom>
              <a:avLst/>
              <a:gdLst/>
              <a:ahLst/>
              <a:cxnLst/>
              <a:rect l="l" t="t" r="r" b="b"/>
              <a:pathLst>
                <a:path w="1468754" h="55245">
                  <a:moveTo>
                    <a:pt x="1468656" y="0"/>
                  </a:moveTo>
                  <a:lnTo>
                    <a:pt x="0" y="0"/>
                  </a:lnTo>
                  <a:lnTo>
                    <a:pt x="0" y="55014"/>
                  </a:lnTo>
                  <a:lnTo>
                    <a:pt x="1468656" y="55014"/>
                  </a:lnTo>
                  <a:lnTo>
                    <a:pt x="1468656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 descr=""/>
            <p:cNvSpPr/>
            <p:nvPr/>
          </p:nvSpPr>
          <p:spPr>
            <a:xfrm>
              <a:off x="2188415" y="8101973"/>
              <a:ext cx="1468755" cy="44450"/>
            </a:xfrm>
            <a:custGeom>
              <a:avLst/>
              <a:gdLst/>
              <a:ahLst/>
              <a:cxnLst/>
              <a:rect l="l" t="t" r="r" b="b"/>
              <a:pathLst>
                <a:path w="1468754" h="44450">
                  <a:moveTo>
                    <a:pt x="0" y="44124"/>
                  </a:moveTo>
                  <a:lnTo>
                    <a:pt x="1468656" y="44124"/>
                  </a:lnTo>
                  <a:lnTo>
                    <a:pt x="1468656" y="0"/>
                  </a:lnTo>
                  <a:lnTo>
                    <a:pt x="0" y="0"/>
                  </a:lnTo>
                  <a:lnTo>
                    <a:pt x="0" y="44124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 descr=""/>
            <p:cNvSpPr/>
            <p:nvPr/>
          </p:nvSpPr>
          <p:spPr>
            <a:xfrm>
              <a:off x="2224717" y="8155490"/>
              <a:ext cx="61594" cy="306705"/>
            </a:xfrm>
            <a:custGeom>
              <a:avLst/>
              <a:gdLst/>
              <a:ahLst/>
              <a:cxnLst/>
              <a:rect l="l" t="t" r="r" b="b"/>
              <a:pathLst>
                <a:path w="61594" h="306704">
                  <a:moveTo>
                    <a:pt x="61422" y="0"/>
                  </a:moveTo>
                  <a:lnTo>
                    <a:pt x="0" y="0"/>
                  </a:lnTo>
                  <a:lnTo>
                    <a:pt x="0" y="306524"/>
                  </a:lnTo>
                  <a:lnTo>
                    <a:pt x="61422" y="306524"/>
                  </a:lnTo>
                  <a:lnTo>
                    <a:pt x="61422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 descr=""/>
            <p:cNvSpPr/>
            <p:nvPr/>
          </p:nvSpPr>
          <p:spPr>
            <a:xfrm>
              <a:off x="2224717" y="8231896"/>
              <a:ext cx="61594" cy="230504"/>
            </a:xfrm>
            <a:custGeom>
              <a:avLst/>
              <a:gdLst/>
              <a:ahLst/>
              <a:cxnLst/>
              <a:rect l="l" t="t" r="r" b="b"/>
              <a:pathLst>
                <a:path w="61594" h="230504">
                  <a:moveTo>
                    <a:pt x="0" y="230118"/>
                  </a:moveTo>
                  <a:lnTo>
                    <a:pt x="61422" y="230118"/>
                  </a:lnTo>
                  <a:lnTo>
                    <a:pt x="61422" y="0"/>
                  </a:lnTo>
                  <a:lnTo>
                    <a:pt x="0" y="0"/>
                  </a:lnTo>
                  <a:lnTo>
                    <a:pt x="0" y="230118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 descr=""/>
            <p:cNvSpPr/>
            <p:nvPr/>
          </p:nvSpPr>
          <p:spPr>
            <a:xfrm>
              <a:off x="3564928" y="8155490"/>
              <a:ext cx="61594" cy="306705"/>
            </a:xfrm>
            <a:custGeom>
              <a:avLst/>
              <a:gdLst/>
              <a:ahLst/>
              <a:cxnLst/>
              <a:rect l="l" t="t" r="r" b="b"/>
              <a:pathLst>
                <a:path w="61595" h="306704">
                  <a:moveTo>
                    <a:pt x="61422" y="0"/>
                  </a:moveTo>
                  <a:lnTo>
                    <a:pt x="0" y="0"/>
                  </a:lnTo>
                  <a:lnTo>
                    <a:pt x="0" y="306524"/>
                  </a:lnTo>
                  <a:lnTo>
                    <a:pt x="61422" y="306524"/>
                  </a:lnTo>
                  <a:lnTo>
                    <a:pt x="61422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 descr=""/>
            <p:cNvSpPr/>
            <p:nvPr/>
          </p:nvSpPr>
          <p:spPr>
            <a:xfrm>
              <a:off x="3564928" y="8231896"/>
              <a:ext cx="61594" cy="230504"/>
            </a:xfrm>
            <a:custGeom>
              <a:avLst/>
              <a:gdLst/>
              <a:ahLst/>
              <a:cxnLst/>
              <a:rect l="l" t="t" r="r" b="b"/>
              <a:pathLst>
                <a:path w="61595" h="230504">
                  <a:moveTo>
                    <a:pt x="0" y="230118"/>
                  </a:moveTo>
                  <a:lnTo>
                    <a:pt x="61422" y="230118"/>
                  </a:lnTo>
                  <a:lnTo>
                    <a:pt x="61422" y="0"/>
                  </a:lnTo>
                  <a:lnTo>
                    <a:pt x="0" y="0"/>
                  </a:lnTo>
                  <a:lnTo>
                    <a:pt x="0" y="230118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 descr=""/>
            <p:cNvSpPr/>
            <p:nvPr/>
          </p:nvSpPr>
          <p:spPr>
            <a:xfrm>
              <a:off x="2188415" y="7713692"/>
              <a:ext cx="1468755" cy="266700"/>
            </a:xfrm>
            <a:custGeom>
              <a:avLst/>
              <a:gdLst/>
              <a:ahLst/>
              <a:cxnLst/>
              <a:rect l="l" t="t" r="r" b="b"/>
              <a:pathLst>
                <a:path w="1468754" h="266700">
                  <a:moveTo>
                    <a:pt x="1468656" y="0"/>
                  </a:moveTo>
                  <a:lnTo>
                    <a:pt x="0" y="0"/>
                  </a:lnTo>
                  <a:lnTo>
                    <a:pt x="0" y="266546"/>
                  </a:lnTo>
                  <a:lnTo>
                    <a:pt x="1468656" y="266546"/>
                  </a:lnTo>
                  <a:lnTo>
                    <a:pt x="1468656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 descr=""/>
            <p:cNvSpPr/>
            <p:nvPr/>
          </p:nvSpPr>
          <p:spPr>
            <a:xfrm>
              <a:off x="2188415" y="7713692"/>
              <a:ext cx="1468755" cy="266700"/>
            </a:xfrm>
            <a:custGeom>
              <a:avLst/>
              <a:gdLst/>
              <a:ahLst/>
              <a:cxnLst/>
              <a:rect l="l" t="t" r="r" b="b"/>
              <a:pathLst>
                <a:path w="1468754" h="266700">
                  <a:moveTo>
                    <a:pt x="1468656" y="0"/>
                  </a:moveTo>
                  <a:lnTo>
                    <a:pt x="0" y="0"/>
                  </a:lnTo>
                  <a:lnTo>
                    <a:pt x="0" y="266546"/>
                  </a:lnTo>
                  <a:lnTo>
                    <a:pt x="1468656" y="266546"/>
                  </a:lnTo>
                  <a:lnTo>
                    <a:pt x="1468656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 descr=""/>
            <p:cNvSpPr/>
            <p:nvPr/>
          </p:nvSpPr>
          <p:spPr>
            <a:xfrm>
              <a:off x="2190373" y="8146097"/>
              <a:ext cx="1463675" cy="86360"/>
            </a:xfrm>
            <a:custGeom>
              <a:avLst/>
              <a:gdLst/>
              <a:ahLst/>
              <a:cxnLst/>
              <a:rect l="l" t="t" r="r" b="b"/>
              <a:pathLst>
                <a:path w="1463675" h="86359">
                  <a:moveTo>
                    <a:pt x="1463557" y="0"/>
                  </a:moveTo>
                  <a:lnTo>
                    <a:pt x="0" y="0"/>
                  </a:lnTo>
                  <a:lnTo>
                    <a:pt x="0" y="85798"/>
                  </a:lnTo>
                  <a:lnTo>
                    <a:pt x="1463557" y="85798"/>
                  </a:lnTo>
                  <a:lnTo>
                    <a:pt x="1463557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 descr=""/>
            <p:cNvSpPr/>
            <p:nvPr/>
          </p:nvSpPr>
          <p:spPr>
            <a:xfrm>
              <a:off x="2190373" y="8146097"/>
              <a:ext cx="1463675" cy="86360"/>
            </a:xfrm>
            <a:custGeom>
              <a:avLst/>
              <a:gdLst/>
              <a:ahLst/>
              <a:cxnLst/>
              <a:rect l="l" t="t" r="r" b="b"/>
              <a:pathLst>
                <a:path w="1463675" h="86359">
                  <a:moveTo>
                    <a:pt x="1463557" y="0"/>
                  </a:moveTo>
                  <a:lnTo>
                    <a:pt x="0" y="0"/>
                  </a:lnTo>
                  <a:lnTo>
                    <a:pt x="0" y="85798"/>
                  </a:lnTo>
                  <a:lnTo>
                    <a:pt x="1463557" y="85798"/>
                  </a:lnTo>
                  <a:lnTo>
                    <a:pt x="1463557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 descr=""/>
            <p:cNvSpPr/>
            <p:nvPr/>
          </p:nvSpPr>
          <p:spPr>
            <a:xfrm>
              <a:off x="2107222" y="7980241"/>
              <a:ext cx="106680" cy="481330"/>
            </a:xfrm>
            <a:custGeom>
              <a:avLst/>
              <a:gdLst/>
              <a:ahLst/>
              <a:cxnLst/>
              <a:rect l="l" t="t" r="r" b="b"/>
              <a:pathLst>
                <a:path w="106680" h="481329">
                  <a:moveTo>
                    <a:pt x="106540" y="0"/>
                  </a:moveTo>
                  <a:lnTo>
                    <a:pt x="0" y="0"/>
                  </a:lnTo>
                  <a:lnTo>
                    <a:pt x="0" y="61239"/>
                  </a:lnTo>
                  <a:lnTo>
                    <a:pt x="21717" y="61239"/>
                  </a:lnTo>
                  <a:lnTo>
                    <a:pt x="21717" y="481215"/>
                  </a:lnTo>
                  <a:lnTo>
                    <a:pt x="83134" y="481215"/>
                  </a:lnTo>
                  <a:lnTo>
                    <a:pt x="83134" y="61239"/>
                  </a:lnTo>
                  <a:lnTo>
                    <a:pt x="106540" y="61239"/>
                  </a:lnTo>
                  <a:lnTo>
                    <a:pt x="106540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 descr=""/>
            <p:cNvSpPr/>
            <p:nvPr/>
          </p:nvSpPr>
          <p:spPr>
            <a:xfrm>
              <a:off x="2107234" y="7980238"/>
              <a:ext cx="106680" cy="61594"/>
            </a:xfrm>
            <a:custGeom>
              <a:avLst/>
              <a:gdLst/>
              <a:ahLst/>
              <a:cxnLst/>
              <a:rect l="l" t="t" r="r" b="b"/>
              <a:pathLst>
                <a:path w="106680" h="61595">
                  <a:moveTo>
                    <a:pt x="106530" y="0"/>
                  </a:moveTo>
                  <a:lnTo>
                    <a:pt x="0" y="0"/>
                  </a:lnTo>
                  <a:lnTo>
                    <a:pt x="0" y="61233"/>
                  </a:lnTo>
                  <a:lnTo>
                    <a:pt x="106530" y="61233"/>
                  </a:lnTo>
                  <a:lnTo>
                    <a:pt x="106530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 descr=""/>
            <p:cNvSpPr/>
            <p:nvPr/>
          </p:nvSpPr>
          <p:spPr>
            <a:xfrm>
              <a:off x="2213762" y="7980241"/>
              <a:ext cx="1523365" cy="481330"/>
            </a:xfrm>
            <a:custGeom>
              <a:avLst/>
              <a:gdLst/>
              <a:ahLst/>
              <a:cxnLst/>
              <a:rect l="l" t="t" r="r" b="b"/>
              <a:pathLst>
                <a:path w="1523364" h="481329">
                  <a:moveTo>
                    <a:pt x="83540" y="0"/>
                  </a:moveTo>
                  <a:lnTo>
                    <a:pt x="0" y="0"/>
                  </a:lnTo>
                  <a:lnTo>
                    <a:pt x="0" y="61239"/>
                  </a:lnTo>
                  <a:lnTo>
                    <a:pt x="83540" y="61239"/>
                  </a:lnTo>
                  <a:lnTo>
                    <a:pt x="83540" y="0"/>
                  </a:lnTo>
                  <a:close/>
                </a:path>
                <a:path w="1523364" h="481329">
                  <a:moveTo>
                    <a:pt x="1523301" y="0"/>
                  </a:moveTo>
                  <a:lnTo>
                    <a:pt x="1416773" y="0"/>
                  </a:lnTo>
                  <a:lnTo>
                    <a:pt x="1416773" y="61239"/>
                  </a:lnTo>
                  <a:lnTo>
                    <a:pt x="1440167" y="61239"/>
                  </a:lnTo>
                  <a:lnTo>
                    <a:pt x="1440167" y="481215"/>
                  </a:lnTo>
                  <a:lnTo>
                    <a:pt x="1501597" y="481215"/>
                  </a:lnTo>
                  <a:lnTo>
                    <a:pt x="1501597" y="61239"/>
                  </a:lnTo>
                  <a:lnTo>
                    <a:pt x="1523301" y="61239"/>
                  </a:lnTo>
                  <a:lnTo>
                    <a:pt x="1523301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 descr=""/>
            <p:cNvSpPr/>
            <p:nvPr/>
          </p:nvSpPr>
          <p:spPr>
            <a:xfrm>
              <a:off x="3630538" y="7980238"/>
              <a:ext cx="106680" cy="61594"/>
            </a:xfrm>
            <a:custGeom>
              <a:avLst/>
              <a:gdLst/>
              <a:ahLst/>
              <a:cxnLst/>
              <a:rect l="l" t="t" r="r" b="b"/>
              <a:pathLst>
                <a:path w="106679" h="61595">
                  <a:moveTo>
                    <a:pt x="106530" y="0"/>
                  </a:moveTo>
                  <a:lnTo>
                    <a:pt x="0" y="0"/>
                  </a:lnTo>
                  <a:lnTo>
                    <a:pt x="0" y="61233"/>
                  </a:lnTo>
                  <a:lnTo>
                    <a:pt x="106530" y="61233"/>
                  </a:lnTo>
                  <a:lnTo>
                    <a:pt x="106530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 descr=""/>
            <p:cNvSpPr/>
            <p:nvPr/>
          </p:nvSpPr>
          <p:spPr>
            <a:xfrm>
              <a:off x="3546991" y="7980238"/>
              <a:ext cx="83820" cy="61594"/>
            </a:xfrm>
            <a:custGeom>
              <a:avLst/>
              <a:gdLst/>
              <a:ahLst/>
              <a:cxnLst/>
              <a:rect l="l" t="t" r="r" b="b"/>
              <a:pathLst>
                <a:path w="83820" h="61595">
                  <a:moveTo>
                    <a:pt x="83547" y="0"/>
                  </a:moveTo>
                  <a:lnTo>
                    <a:pt x="0" y="0"/>
                  </a:lnTo>
                  <a:lnTo>
                    <a:pt x="0" y="61233"/>
                  </a:lnTo>
                  <a:lnTo>
                    <a:pt x="83547" y="61233"/>
                  </a:lnTo>
                  <a:lnTo>
                    <a:pt x="83547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 descr=""/>
            <p:cNvSpPr/>
            <p:nvPr/>
          </p:nvSpPr>
          <p:spPr>
            <a:xfrm>
              <a:off x="2213762" y="7980241"/>
              <a:ext cx="1417320" cy="61594"/>
            </a:xfrm>
            <a:custGeom>
              <a:avLst/>
              <a:gdLst/>
              <a:ahLst/>
              <a:cxnLst/>
              <a:rect l="l" t="t" r="r" b="b"/>
              <a:pathLst>
                <a:path w="1417320" h="61595">
                  <a:moveTo>
                    <a:pt x="83540" y="0"/>
                  </a:moveTo>
                  <a:lnTo>
                    <a:pt x="0" y="0"/>
                  </a:lnTo>
                  <a:lnTo>
                    <a:pt x="0" y="61239"/>
                  </a:lnTo>
                  <a:lnTo>
                    <a:pt x="83540" y="61239"/>
                  </a:lnTo>
                  <a:lnTo>
                    <a:pt x="83540" y="0"/>
                  </a:lnTo>
                  <a:close/>
                </a:path>
                <a:path w="1417320" h="61595">
                  <a:moveTo>
                    <a:pt x="1416773" y="0"/>
                  </a:moveTo>
                  <a:lnTo>
                    <a:pt x="1333220" y="0"/>
                  </a:lnTo>
                  <a:lnTo>
                    <a:pt x="1333220" y="61239"/>
                  </a:lnTo>
                  <a:lnTo>
                    <a:pt x="1416773" y="61239"/>
                  </a:lnTo>
                  <a:lnTo>
                    <a:pt x="1416773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4" name="object 274" descr=""/>
          <p:cNvGrpSpPr/>
          <p:nvPr/>
        </p:nvGrpSpPr>
        <p:grpSpPr>
          <a:xfrm>
            <a:off x="6875580" y="3489147"/>
            <a:ext cx="6493510" cy="6746240"/>
            <a:chOff x="6875580" y="3489147"/>
            <a:chExt cx="6493510" cy="6746240"/>
          </a:xfrm>
        </p:grpSpPr>
        <p:sp>
          <p:nvSpPr>
            <p:cNvPr id="275" name="object 275" descr=""/>
            <p:cNvSpPr/>
            <p:nvPr/>
          </p:nvSpPr>
          <p:spPr>
            <a:xfrm>
              <a:off x="7008765" y="9674199"/>
              <a:ext cx="3587750" cy="560705"/>
            </a:xfrm>
            <a:custGeom>
              <a:avLst/>
              <a:gdLst/>
              <a:ahLst/>
              <a:cxnLst/>
              <a:rect l="l" t="t" r="r" b="b"/>
              <a:pathLst>
                <a:path w="3587750" h="560704">
                  <a:moveTo>
                    <a:pt x="1793599" y="0"/>
                  </a:moveTo>
                  <a:lnTo>
                    <a:pt x="1717781" y="245"/>
                  </a:lnTo>
                  <a:lnTo>
                    <a:pt x="1642766" y="977"/>
                  </a:lnTo>
                  <a:lnTo>
                    <a:pt x="1568614" y="2184"/>
                  </a:lnTo>
                  <a:lnTo>
                    <a:pt x="1495389" y="3857"/>
                  </a:lnTo>
                  <a:lnTo>
                    <a:pt x="1423153" y="5986"/>
                  </a:lnTo>
                  <a:lnTo>
                    <a:pt x="1351968" y="8561"/>
                  </a:lnTo>
                  <a:lnTo>
                    <a:pt x="1281897" y="11574"/>
                  </a:lnTo>
                  <a:lnTo>
                    <a:pt x="1213001" y="15013"/>
                  </a:lnTo>
                  <a:lnTo>
                    <a:pt x="1145343" y="18870"/>
                  </a:lnTo>
                  <a:lnTo>
                    <a:pt x="1078985" y="23134"/>
                  </a:lnTo>
                  <a:lnTo>
                    <a:pt x="1013990" y="27796"/>
                  </a:lnTo>
                  <a:lnTo>
                    <a:pt x="950419" y="32846"/>
                  </a:lnTo>
                  <a:lnTo>
                    <a:pt x="888335" y="38275"/>
                  </a:lnTo>
                  <a:lnTo>
                    <a:pt x="827801" y="44072"/>
                  </a:lnTo>
                  <a:lnTo>
                    <a:pt x="768877" y="50228"/>
                  </a:lnTo>
                  <a:lnTo>
                    <a:pt x="711628" y="56733"/>
                  </a:lnTo>
                  <a:lnTo>
                    <a:pt x="656114" y="63578"/>
                  </a:lnTo>
                  <a:lnTo>
                    <a:pt x="602399" y="70752"/>
                  </a:lnTo>
                  <a:lnTo>
                    <a:pt x="550543" y="78247"/>
                  </a:lnTo>
                  <a:lnTo>
                    <a:pt x="500611" y="86051"/>
                  </a:lnTo>
                  <a:lnTo>
                    <a:pt x="452663" y="94157"/>
                  </a:lnTo>
                  <a:lnTo>
                    <a:pt x="406763" y="102552"/>
                  </a:lnTo>
                  <a:lnTo>
                    <a:pt x="362972" y="111229"/>
                  </a:lnTo>
                  <a:lnTo>
                    <a:pt x="321353" y="120178"/>
                  </a:lnTo>
                  <a:lnTo>
                    <a:pt x="281968" y="129388"/>
                  </a:lnTo>
                  <a:lnTo>
                    <a:pt x="244879" y="138850"/>
                  </a:lnTo>
                  <a:lnTo>
                    <a:pt x="177838" y="158490"/>
                  </a:lnTo>
                  <a:lnTo>
                    <a:pt x="120729" y="179021"/>
                  </a:lnTo>
                  <a:lnTo>
                    <a:pt x="74050" y="200365"/>
                  </a:lnTo>
                  <a:lnTo>
                    <a:pt x="38299" y="222444"/>
                  </a:lnTo>
                  <a:lnTo>
                    <a:pt x="6252" y="256771"/>
                  </a:lnTo>
                  <a:lnTo>
                    <a:pt x="0" y="280347"/>
                  </a:lnTo>
                  <a:lnTo>
                    <a:pt x="1573" y="292198"/>
                  </a:lnTo>
                  <a:lnTo>
                    <a:pt x="24677" y="326959"/>
                  </a:lnTo>
                  <a:lnTo>
                    <a:pt x="74050" y="360329"/>
                  </a:lnTo>
                  <a:lnTo>
                    <a:pt x="120729" y="381673"/>
                  </a:lnTo>
                  <a:lnTo>
                    <a:pt x="177838" y="402204"/>
                  </a:lnTo>
                  <a:lnTo>
                    <a:pt x="244879" y="421844"/>
                  </a:lnTo>
                  <a:lnTo>
                    <a:pt x="281968" y="431306"/>
                  </a:lnTo>
                  <a:lnTo>
                    <a:pt x="321353" y="440516"/>
                  </a:lnTo>
                  <a:lnTo>
                    <a:pt x="362972" y="449464"/>
                  </a:lnTo>
                  <a:lnTo>
                    <a:pt x="406763" y="458141"/>
                  </a:lnTo>
                  <a:lnTo>
                    <a:pt x="452663" y="466537"/>
                  </a:lnTo>
                  <a:lnTo>
                    <a:pt x="500611" y="474643"/>
                  </a:lnTo>
                  <a:lnTo>
                    <a:pt x="550543" y="482447"/>
                  </a:lnTo>
                  <a:lnTo>
                    <a:pt x="602399" y="489942"/>
                  </a:lnTo>
                  <a:lnTo>
                    <a:pt x="656114" y="497116"/>
                  </a:lnTo>
                  <a:lnTo>
                    <a:pt x="711628" y="503961"/>
                  </a:lnTo>
                  <a:lnTo>
                    <a:pt x="768877" y="510466"/>
                  </a:lnTo>
                  <a:lnTo>
                    <a:pt x="827801" y="516622"/>
                  </a:lnTo>
                  <a:lnTo>
                    <a:pt x="888335" y="522419"/>
                  </a:lnTo>
                  <a:lnTo>
                    <a:pt x="950419" y="527848"/>
                  </a:lnTo>
                  <a:lnTo>
                    <a:pt x="1013990" y="532898"/>
                  </a:lnTo>
                  <a:lnTo>
                    <a:pt x="1078985" y="537560"/>
                  </a:lnTo>
                  <a:lnTo>
                    <a:pt x="1145343" y="541824"/>
                  </a:lnTo>
                  <a:lnTo>
                    <a:pt x="1213001" y="545681"/>
                  </a:lnTo>
                  <a:lnTo>
                    <a:pt x="1281897" y="549120"/>
                  </a:lnTo>
                  <a:lnTo>
                    <a:pt x="1351968" y="552132"/>
                  </a:lnTo>
                  <a:lnTo>
                    <a:pt x="1423153" y="554708"/>
                  </a:lnTo>
                  <a:lnTo>
                    <a:pt x="1495389" y="556837"/>
                  </a:lnTo>
                  <a:lnTo>
                    <a:pt x="1568614" y="558510"/>
                  </a:lnTo>
                  <a:lnTo>
                    <a:pt x="1642766" y="559717"/>
                  </a:lnTo>
                  <a:lnTo>
                    <a:pt x="1717781" y="560449"/>
                  </a:lnTo>
                  <a:lnTo>
                    <a:pt x="1793599" y="560694"/>
                  </a:lnTo>
                  <a:lnTo>
                    <a:pt x="1869416" y="560449"/>
                  </a:lnTo>
                  <a:lnTo>
                    <a:pt x="1944432" y="559717"/>
                  </a:lnTo>
                  <a:lnTo>
                    <a:pt x="2018582" y="558510"/>
                  </a:lnTo>
                  <a:lnTo>
                    <a:pt x="2091806" y="556837"/>
                  </a:lnTo>
                  <a:lnTo>
                    <a:pt x="2164042" y="554708"/>
                  </a:lnTo>
                  <a:lnTo>
                    <a:pt x="2235226" y="552132"/>
                  </a:lnTo>
                  <a:lnTo>
                    <a:pt x="2305297" y="549120"/>
                  </a:lnTo>
                  <a:lnTo>
                    <a:pt x="2374192" y="545681"/>
                  </a:lnTo>
                  <a:lnTo>
                    <a:pt x="2441850" y="541824"/>
                  </a:lnTo>
                  <a:lnTo>
                    <a:pt x="2508207" y="537560"/>
                  </a:lnTo>
                  <a:lnTo>
                    <a:pt x="2573202" y="532898"/>
                  </a:lnTo>
                  <a:lnTo>
                    <a:pt x="2636772" y="527848"/>
                  </a:lnTo>
                  <a:lnTo>
                    <a:pt x="2698856" y="522419"/>
                  </a:lnTo>
                  <a:lnTo>
                    <a:pt x="2759390" y="516622"/>
                  </a:lnTo>
                  <a:lnTo>
                    <a:pt x="2818313" y="510466"/>
                  </a:lnTo>
                  <a:lnTo>
                    <a:pt x="2875563" y="503961"/>
                  </a:lnTo>
                  <a:lnTo>
                    <a:pt x="2931076" y="497116"/>
                  </a:lnTo>
                  <a:lnTo>
                    <a:pt x="2984791" y="489942"/>
                  </a:lnTo>
                  <a:lnTo>
                    <a:pt x="3036646" y="482447"/>
                  </a:lnTo>
                  <a:lnTo>
                    <a:pt x="3086578" y="474643"/>
                  </a:lnTo>
                  <a:lnTo>
                    <a:pt x="3134526" y="466537"/>
                  </a:lnTo>
                  <a:lnTo>
                    <a:pt x="3180426" y="458141"/>
                  </a:lnTo>
                  <a:lnTo>
                    <a:pt x="3224217" y="449464"/>
                  </a:lnTo>
                  <a:lnTo>
                    <a:pt x="3265836" y="440516"/>
                  </a:lnTo>
                  <a:lnTo>
                    <a:pt x="3305221" y="431306"/>
                  </a:lnTo>
                  <a:lnTo>
                    <a:pt x="3342310" y="421844"/>
                  </a:lnTo>
                  <a:lnTo>
                    <a:pt x="3409350" y="402204"/>
                  </a:lnTo>
                  <a:lnTo>
                    <a:pt x="3466459" y="381673"/>
                  </a:lnTo>
                  <a:lnTo>
                    <a:pt x="3513138" y="360329"/>
                  </a:lnTo>
                  <a:lnTo>
                    <a:pt x="3548889" y="338250"/>
                  </a:lnTo>
                  <a:lnTo>
                    <a:pt x="3580936" y="303923"/>
                  </a:lnTo>
                  <a:lnTo>
                    <a:pt x="3587189" y="280347"/>
                  </a:lnTo>
                  <a:lnTo>
                    <a:pt x="3585615" y="268496"/>
                  </a:lnTo>
                  <a:lnTo>
                    <a:pt x="3562511" y="233735"/>
                  </a:lnTo>
                  <a:lnTo>
                    <a:pt x="3513138" y="200365"/>
                  </a:lnTo>
                  <a:lnTo>
                    <a:pt x="3466459" y="179021"/>
                  </a:lnTo>
                  <a:lnTo>
                    <a:pt x="3409350" y="158490"/>
                  </a:lnTo>
                  <a:lnTo>
                    <a:pt x="3342310" y="138850"/>
                  </a:lnTo>
                  <a:lnTo>
                    <a:pt x="3305221" y="129388"/>
                  </a:lnTo>
                  <a:lnTo>
                    <a:pt x="3265836" y="120178"/>
                  </a:lnTo>
                  <a:lnTo>
                    <a:pt x="3224217" y="111229"/>
                  </a:lnTo>
                  <a:lnTo>
                    <a:pt x="3180426" y="102552"/>
                  </a:lnTo>
                  <a:lnTo>
                    <a:pt x="3134526" y="94157"/>
                  </a:lnTo>
                  <a:lnTo>
                    <a:pt x="3086578" y="86051"/>
                  </a:lnTo>
                  <a:lnTo>
                    <a:pt x="3036646" y="78247"/>
                  </a:lnTo>
                  <a:lnTo>
                    <a:pt x="2984791" y="70752"/>
                  </a:lnTo>
                  <a:lnTo>
                    <a:pt x="2931076" y="63578"/>
                  </a:lnTo>
                  <a:lnTo>
                    <a:pt x="2875563" y="56733"/>
                  </a:lnTo>
                  <a:lnTo>
                    <a:pt x="2818313" y="50228"/>
                  </a:lnTo>
                  <a:lnTo>
                    <a:pt x="2759390" y="44072"/>
                  </a:lnTo>
                  <a:lnTo>
                    <a:pt x="2698856" y="38275"/>
                  </a:lnTo>
                  <a:lnTo>
                    <a:pt x="2636772" y="32846"/>
                  </a:lnTo>
                  <a:lnTo>
                    <a:pt x="2573202" y="27796"/>
                  </a:lnTo>
                  <a:lnTo>
                    <a:pt x="2508207" y="23134"/>
                  </a:lnTo>
                  <a:lnTo>
                    <a:pt x="2441850" y="18870"/>
                  </a:lnTo>
                  <a:lnTo>
                    <a:pt x="2374192" y="15013"/>
                  </a:lnTo>
                  <a:lnTo>
                    <a:pt x="2305297" y="11574"/>
                  </a:lnTo>
                  <a:lnTo>
                    <a:pt x="2235226" y="8561"/>
                  </a:lnTo>
                  <a:lnTo>
                    <a:pt x="2164042" y="5986"/>
                  </a:lnTo>
                  <a:lnTo>
                    <a:pt x="2091806" y="3857"/>
                  </a:lnTo>
                  <a:lnTo>
                    <a:pt x="2018582" y="2184"/>
                  </a:lnTo>
                  <a:lnTo>
                    <a:pt x="1944432" y="977"/>
                  </a:lnTo>
                  <a:lnTo>
                    <a:pt x="1869416" y="245"/>
                  </a:lnTo>
                  <a:lnTo>
                    <a:pt x="1793599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6" name="object 27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110292" y="3489147"/>
              <a:ext cx="3258757" cy="6671899"/>
            </a:xfrm>
            <a:prstGeom prst="rect">
              <a:avLst/>
            </a:prstGeom>
          </p:spPr>
        </p:pic>
        <p:sp>
          <p:nvSpPr>
            <p:cNvPr id="277" name="object 277" descr=""/>
            <p:cNvSpPr/>
            <p:nvPr/>
          </p:nvSpPr>
          <p:spPr>
            <a:xfrm>
              <a:off x="9832480" y="7519675"/>
              <a:ext cx="360680" cy="2502535"/>
            </a:xfrm>
            <a:custGeom>
              <a:avLst/>
              <a:gdLst/>
              <a:ahLst/>
              <a:cxnLst/>
              <a:rect l="l" t="t" r="r" b="b"/>
              <a:pathLst>
                <a:path w="360679" h="2502534">
                  <a:moveTo>
                    <a:pt x="360578" y="2318321"/>
                  </a:moveTo>
                  <a:lnTo>
                    <a:pt x="353987" y="2269617"/>
                  </a:lnTo>
                  <a:lnTo>
                    <a:pt x="335673" y="2225891"/>
                  </a:lnTo>
                  <a:lnTo>
                    <a:pt x="307365" y="2188883"/>
                  </a:lnTo>
                  <a:lnTo>
                    <a:pt x="270789" y="2160346"/>
                  </a:lnTo>
                  <a:lnTo>
                    <a:pt x="230517" y="2143226"/>
                  </a:lnTo>
                  <a:lnTo>
                    <a:pt x="223748" y="0"/>
                  </a:lnTo>
                  <a:lnTo>
                    <a:pt x="122174" y="330"/>
                  </a:lnTo>
                  <a:lnTo>
                    <a:pt x="128955" y="2143544"/>
                  </a:lnTo>
                  <a:lnTo>
                    <a:pt x="88798" y="2160943"/>
                  </a:lnTo>
                  <a:lnTo>
                    <a:pt x="52400" y="2189721"/>
                  </a:lnTo>
                  <a:lnTo>
                    <a:pt x="24333" y="2226907"/>
                  </a:lnTo>
                  <a:lnTo>
                    <a:pt x="6286" y="2270760"/>
                  </a:lnTo>
                  <a:lnTo>
                    <a:pt x="0" y="2319502"/>
                  </a:lnTo>
                  <a:lnTo>
                    <a:pt x="6604" y="2368207"/>
                  </a:lnTo>
                  <a:lnTo>
                    <a:pt x="24917" y="2411933"/>
                  </a:lnTo>
                  <a:lnTo>
                    <a:pt x="53225" y="2448941"/>
                  </a:lnTo>
                  <a:lnTo>
                    <a:pt x="89801" y="2477478"/>
                  </a:lnTo>
                  <a:lnTo>
                    <a:pt x="132930" y="2495804"/>
                  </a:lnTo>
                  <a:lnTo>
                    <a:pt x="180873" y="2502204"/>
                  </a:lnTo>
                  <a:lnTo>
                    <a:pt x="228777" y="2495499"/>
                  </a:lnTo>
                  <a:lnTo>
                    <a:pt x="271792" y="2476881"/>
                  </a:lnTo>
                  <a:lnTo>
                    <a:pt x="308190" y="2448102"/>
                  </a:lnTo>
                  <a:lnTo>
                    <a:pt x="336257" y="2410917"/>
                  </a:lnTo>
                  <a:lnTo>
                    <a:pt x="354291" y="2367064"/>
                  </a:lnTo>
                  <a:lnTo>
                    <a:pt x="360578" y="2318321"/>
                  </a:lnTo>
                  <a:close/>
                </a:path>
              </a:pathLst>
            </a:custGeom>
            <a:solidFill>
              <a:srgbClr val="084F5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8" name="object 27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950877" y="9775654"/>
              <a:ext cx="123797" cy="125849"/>
            </a:xfrm>
            <a:prstGeom prst="rect">
              <a:avLst/>
            </a:prstGeom>
          </p:spPr>
        </p:pic>
        <p:sp>
          <p:nvSpPr>
            <p:cNvPr id="279" name="object 279" descr=""/>
            <p:cNvSpPr/>
            <p:nvPr/>
          </p:nvSpPr>
          <p:spPr>
            <a:xfrm>
              <a:off x="8273606" y="8378932"/>
              <a:ext cx="1574800" cy="1558925"/>
            </a:xfrm>
            <a:custGeom>
              <a:avLst/>
              <a:gdLst/>
              <a:ahLst/>
              <a:cxnLst/>
              <a:rect l="l" t="t" r="r" b="b"/>
              <a:pathLst>
                <a:path w="1574800" h="1558925">
                  <a:moveTo>
                    <a:pt x="1574584" y="674801"/>
                  </a:moveTo>
                  <a:lnTo>
                    <a:pt x="1529499" y="676871"/>
                  </a:lnTo>
                  <a:lnTo>
                    <a:pt x="1464157" y="683856"/>
                  </a:lnTo>
                  <a:lnTo>
                    <a:pt x="1422476" y="688784"/>
                  </a:lnTo>
                  <a:lnTo>
                    <a:pt x="1323632" y="701154"/>
                  </a:lnTo>
                  <a:lnTo>
                    <a:pt x="1207655" y="716305"/>
                  </a:lnTo>
                  <a:lnTo>
                    <a:pt x="1010627" y="742911"/>
                  </a:lnTo>
                  <a:lnTo>
                    <a:pt x="801039" y="772096"/>
                  </a:lnTo>
                  <a:lnTo>
                    <a:pt x="915428" y="682231"/>
                  </a:lnTo>
                  <a:lnTo>
                    <a:pt x="1108849" y="531469"/>
                  </a:lnTo>
                  <a:lnTo>
                    <a:pt x="1231760" y="436600"/>
                  </a:lnTo>
                  <a:lnTo>
                    <a:pt x="1298956" y="385406"/>
                  </a:lnTo>
                  <a:lnTo>
                    <a:pt x="1351711" y="345948"/>
                  </a:lnTo>
                  <a:lnTo>
                    <a:pt x="1387805" y="320014"/>
                  </a:lnTo>
                  <a:lnTo>
                    <a:pt x="1404988" y="309410"/>
                  </a:lnTo>
                  <a:lnTo>
                    <a:pt x="1402448" y="296494"/>
                  </a:lnTo>
                  <a:lnTo>
                    <a:pt x="1366354" y="319697"/>
                  </a:lnTo>
                  <a:lnTo>
                    <a:pt x="1315986" y="356603"/>
                  </a:lnTo>
                  <a:lnTo>
                    <a:pt x="1248079" y="407860"/>
                  </a:lnTo>
                  <a:lnTo>
                    <a:pt x="1165631" y="471055"/>
                  </a:lnTo>
                  <a:lnTo>
                    <a:pt x="1021219" y="582955"/>
                  </a:lnTo>
                  <a:lnTo>
                    <a:pt x="805700" y="751459"/>
                  </a:lnTo>
                  <a:lnTo>
                    <a:pt x="784567" y="768146"/>
                  </a:lnTo>
                  <a:lnTo>
                    <a:pt x="846061" y="541578"/>
                  </a:lnTo>
                  <a:lnTo>
                    <a:pt x="993876" y="3568"/>
                  </a:lnTo>
                  <a:lnTo>
                    <a:pt x="981405" y="0"/>
                  </a:lnTo>
                  <a:lnTo>
                    <a:pt x="773010" y="760895"/>
                  </a:lnTo>
                  <a:lnTo>
                    <a:pt x="764844" y="740232"/>
                  </a:lnTo>
                  <a:lnTo>
                    <a:pt x="662203" y="484276"/>
                  </a:lnTo>
                  <a:lnTo>
                    <a:pt x="592924" y="313639"/>
                  </a:lnTo>
                  <a:lnTo>
                    <a:pt x="553021" y="216827"/>
                  </a:lnTo>
                  <a:lnTo>
                    <a:pt x="519760" y="137756"/>
                  </a:lnTo>
                  <a:lnTo>
                    <a:pt x="494563" y="80086"/>
                  </a:lnTo>
                  <a:lnTo>
                    <a:pt x="474878" y="41541"/>
                  </a:lnTo>
                  <a:lnTo>
                    <a:pt x="466280" y="51409"/>
                  </a:lnTo>
                  <a:lnTo>
                    <a:pt x="469760" y="57073"/>
                  </a:lnTo>
                  <a:lnTo>
                    <a:pt x="475424" y="68440"/>
                  </a:lnTo>
                  <a:lnTo>
                    <a:pt x="492810" y="107086"/>
                  </a:lnTo>
                  <a:lnTo>
                    <a:pt x="532231" y="200152"/>
                  </a:lnTo>
                  <a:lnTo>
                    <a:pt x="566026" y="282028"/>
                  </a:lnTo>
                  <a:lnTo>
                    <a:pt x="625602" y="428447"/>
                  </a:lnTo>
                  <a:lnTo>
                    <a:pt x="716622" y="654837"/>
                  </a:lnTo>
                  <a:lnTo>
                    <a:pt x="754862" y="750887"/>
                  </a:lnTo>
                  <a:lnTo>
                    <a:pt x="744575" y="742632"/>
                  </a:lnTo>
                  <a:lnTo>
                    <a:pt x="530199" y="572630"/>
                  </a:lnTo>
                  <a:lnTo>
                    <a:pt x="386549" y="459714"/>
                  </a:lnTo>
                  <a:lnTo>
                    <a:pt x="304520" y="395947"/>
                  </a:lnTo>
                  <a:lnTo>
                    <a:pt x="236969" y="344220"/>
                  </a:lnTo>
                  <a:lnTo>
                    <a:pt x="186855" y="306959"/>
                  </a:lnTo>
                  <a:lnTo>
                    <a:pt x="150914" y="283502"/>
                  </a:lnTo>
                  <a:lnTo>
                    <a:pt x="148297" y="296392"/>
                  </a:lnTo>
                  <a:lnTo>
                    <a:pt x="154355" y="299707"/>
                  </a:lnTo>
                  <a:lnTo>
                    <a:pt x="165404" y="307111"/>
                  </a:lnTo>
                  <a:lnTo>
                    <a:pt x="201320" y="333298"/>
                  </a:lnTo>
                  <a:lnTo>
                    <a:pt x="253809" y="373138"/>
                  </a:lnTo>
                  <a:lnTo>
                    <a:pt x="320649" y="424802"/>
                  </a:lnTo>
                  <a:lnTo>
                    <a:pt x="442912" y="520522"/>
                  </a:lnTo>
                  <a:lnTo>
                    <a:pt x="635304" y="672642"/>
                  </a:lnTo>
                  <a:lnTo>
                    <a:pt x="748449" y="762812"/>
                  </a:lnTo>
                  <a:lnTo>
                    <a:pt x="561162" y="710438"/>
                  </a:lnTo>
                  <a:lnTo>
                    <a:pt x="369316" y="657631"/>
                  </a:lnTo>
                  <a:lnTo>
                    <a:pt x="256311" y="627049"/>
                  </a:lnTo>
                  <a:lnTo>
                    <a:pt x="159943" y="601548"/>
                  </a:lnTo>
                  <a:lnTo>
                    <a:pt x="119253" y="591070"/>
                  </a:lnTo>
                  <a:lnTo>
                    <a:pt x="55397" y="575386"/>
                  </a:lnTo>
                  <a:lnTo>
                    <a:pt x="10972" y="567283"/>
                  </a:lnTo>
                  <a:lnTo>
                    <a:pt x="13449" y="580199"/>
                  </a:lnTo>
                  <a:lnTo>
                    <a:pt x="20294" y="580885"/>
                  </a:lnTo>
                  <a:lnTo>
                    <a:pt x="33299" y="583387"/>
                  </a:lnTo>
                  <a:lnTo>
                    <a:pt x="76365" y="593471"/>
                  </a:lnTo>
                  <a:lnTo>
                    <a:pt x="139903" y="609650"/>
                  </a:lnTo>
                  <a:lnTo>
                    <a:pt x="221170" y="631139"/>
                  </a:lnTo>
                  <a:lnTo>
                    <a:pt x="370281" y="671537"/>
                  </a:lnTo>
                  <a:lnTo>
                    <a:pt x="605485" y="736485"/>
                  </a:lnTo>
                  <a:lnTo>
                    <a:pt x="755205" y="778459"/>
                  </a:lnTo>
                  <a:lnTo>
                    <a:pt x="655408" y="792340"/>
                  </a:lnTo>
                  <a:lnTo>
                    <a:pt x="0" y="886117"/>
                  </a:lnTo>
                  <a:lnTo>
                    <a:pt x="1816" y="899185"/>
                  </a:lnTo>
                  <a:lnTo>
                    <a:pt x="566496" y="818286"/>
                  </a:lnTo>
                  <a:lnTo>
                    <a:pt x="754316" y="792035"/>
                  </a:lnTo>
                  <a:lnTo>
                    <a:pt x="140423" y="1276819"/>
                  </a:lnTo>
                  <a:lnTo>
                    <a:pt x="148412" y="1287208"/>
                  </a:lnTo>
                  <a:lnTo>
                    <a:pt x="598487" y="931214"/>
                  </a:lnTo>
                  <a:lnTo>
                    <a:pt x="761428" y="803211"/>
                  </a:lnTo>
                  <a:lnTo>
                    <a:pt x="683806" y="1091679"/>
                  </a:lnTo>
                  <a:lnTo>
                    <a:pt x="636714" y="1269961"/>
                  </a:lnTo>
                  <a:lnTo>
                    <a:pt x="610463" y="1371485"/>
                  </a:lnTo>
                  <a:lnTo>
                    <a:pt x="589559" y="1454797"/>
                  </a:lnTo>
                  <a:lnTo>
                    <a:pt x="575056" y="1516176"/>
                  </a:lnTo>
                  <a:lnTo>
                    <a:pt x="567626" y="1558925"/>
                  </a:lnTo>
                  <a:lnTo>
                    <a:pt x="580339" y="1556423"/>
                  </a:lnTo>
                  <a:lnTo>
                    <a:pt x="580961" y="1549768"/>
                  </a:lnTo>
                  <a:lnTo>
                    <a:pt x="583272" y="1537233"/>
                  </a:lnTo>
                  <a:lnTo>
                    <a:pt x="592594" y="1495831"/>
                  </a:lnTo>
                  <a:lnTo>
                    <a:pt x="616978" y="1397571"/>
                  </a:lnTo>
                  <a:lnTo>
                    <a:pt x="639140" y="1311681"/>
                  </a:lnTo>
                  <a:lnTo>
                    <a:pt x="679450" y="1158621"/>
                  </a:lnTo>
                  <a:lnTo>
                    <a:pt x="742645" y="922642"/>
                  </a:lnTo>
                  <a:lnTo>
                    <a:pt x="775309" y="802246"/>
                  </a:lnTo>
                  <a:lnTo>
                    <a:pt x="862520" y="1021257"/>
                  </a:lnTo>
                  <a:lnTo>
                    <a:pt x="1067066" y="1539709"/>
                  </a:lnTo>
                  <a:lnTo>
                    <a:pt x="1079106" y="1534820"/>
                  </a:lnTo>
                  <a:lnTo>
                    <a:pt x="785418" y="792289"/>
                  </a:lnTo>
                  <a:lnTo>
                    <a:pt x="950556" y="923836"/>
                  </a:lnTo>
                  <a:lnTo>
                    <a:pt x="1398231" y="1282979"/>
                  </a:lnTo>
                  <a:lnTo>
                    <a:pt x="1406271" y="1272641"/>
                  </a:lnTo>
                  <a:lnTo>
                    <a:pt x="807631" y="793153"/>
                  </a:lnTo>
                  <a:lnTo>
                    <a:pt x="991628" y="844702"/>
                  </a:lnTo>
                  <a:lnTo>
                    <a:pt x="1540878" y="1000633"/>
                  </a:lnTo>
                  <a:lnTo>
                    <a:pt x="1544383" y="987945"/>
                  </a:lnTo>
                  <a:lnTo>
                    <a:pt x="906868" y="807072"/>
                  </a:lnTo>
                  <a:lnTo>
                    <a:pt x="820102" y="782828"/>
                  </a:lnTo>
                  <a:lnTo>
                    <a:pt x="963307" y="762800"/>
                  </a:lnTo>
                  <a:lnTo>
                    <a:pt x="1204887" y="729957"/>
                  </a:lnTo>
                  <a:lnTo>
                    <a:pt x="1357934" y="709904"/>
                  </a:lnTo>
                  <a:lnTo>
                    <a:pt x="1441272" y="699516"/>
                  </a:lnTo>
                  <a:lnTo>
                    <a:pt x="1506359" y="692010"/>
                  </a:lnTo>
                  <a:lnTo>
                    <a:pt x="1550352" y="687781"/>
                  </a:lnTo>
                  <a:lnTo>
                    <a:pt x="1563573" y="687044"/>
                  </a:lnTo>
                  <a:lnTo>
                    <a:pt x="1570443" y="687285"/>
                  </a:lnTo>
                  <a:lnTo>
                    <a:pt x="1574584" y="674801"/>
                  </a:lnTo>
                  <a:close/>
                </a:path>
              </a:pathLst>
            </a:custGeom>
            <a:solidFill>
              <a:srgbClr val="0262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0" name="object 28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930246" y="9069180"/>
              <a:ext cx="216108" cy="219700"/>
            </a:xfrm>
            <a:prstGeom prst="rect">
              <a:avLst/>
            </a:prstGeom>
          </p:spPr>
        </p:pic>
        <p:sp>
          <p:nvSpPr>
            <p:cNvPr id="281" name="object 281" descr=""/>
            <p:cNvSpPr/>
            <p:nvPr/>
          </p:nvSpPr>
          <p:spPr>
            <a:xfrm>
              <a:off x="8188934" y="8298165"/>
              <a:ext cx="1698625" cy="1727200"/>
            </a:xfrm>
            <a:custGeom>
              <a:avLst/>
              <a:gdLst/>
              <a:ahLst/>
              <a:cxnLst/>
              <a:rect l="l" t="t" r="r" b="b"/>
              <a:pathLst>
                <a:path w="1698625" h="1727200">
                  <a:moveTo>
                    <a:pt x="846581" y="0"/>
                  </a:moveTo>
                  <a:lnTo>
                    <a:pt x="798462" y="1526"/>
                  </a:lnTo>
                  <a:lnTo>
                    <a:pt x="751047" y="5740"/>
                  </a:lnTo>
                  <a:lnTo>
                    <a:pt x="704407" y="12569"/>
                  </a:lnTo>
                  <a:lnTo>
                    <a:pt x="658616" y="21937"/>
                  </a:lnTo>
                  <a:lnTo>
                    <a:pt x="613744" y="33773"/>
                  </a:lnTo>
                  <a:lnTo>
                    <a:pt x="569864" y="48001"/>
                  </a:lnTo>
                  <a:lnTo>
                    <a:pt x="527049" y="64548"/>
                  </a:lnTo>
                  <a:lnTo>
                    <a:pt x="485369" y="83341"/>
                  </a:lnTo>
                  <a:lnTo>
                    <a:pt x="444896" y="104306"/>
                  </a:lnTo>
                  <a:lnTo>
                    <a:pt x="405704" y="127369"/>
                  </a:lnTo>
                  <a:lnTo>
                    <a:pt x="367864" y="152457"/>
                  </a:lnTo>
                  <a:lnTo>
                    <a:pt x="331447" y="179495"/>
                  </a:lnTo>
                  <a:lnTo>
                    <a:pt x="296527" y="208411"/>
                  </a:lnTo>
                  <a:lnTo>
                    <a:pt x="263174" y="239130"/>
                  </a:lnTo>
                  <a:lnTo>
                    <a:pt x="231462" y="271578"/>
                  </a:lnTo>
                  <a:lnTo>
                    <a:pt x="201461" y="305683"/>
                  </a:lnTo>
                  <a:lnTo>
                    <a:pt x="173244" y="341370"/>
                  </a:lnTo>
                  <a:lnTo>
                    <a:pt x="146883" y="378566"/>
                  </a:lnTo>
                  <a:lnTo>
                    <a:pt x="122450" y="417196"/>
                  </a:lnTo>
                  <a:lnTo>
                    <a:pt x="100017" y="457188"/>
                  </a:lnTo>
                  <a:lnTo>
                    <a:pt x="79656" y="498468"/>
                  </a:lnTo>
                  <a:lnTo>
                    <a:pt x="61439" y="540961"/>
                  </a:lnTo>
                  <a:lnTo>
                    <a:pt x="45438" y="584595"/>
                  </a:lnTo>
                  <a:lnTo>
                    <a:pt x="31725" y="629295"/>
                  </a:lnTo>
                  <a:lnTo>
                    <a:pt x="20372" y="674988"/>
                  </a:lnTo>
                  <a:lnTo>
                    <a:pt x="11451" y="721600"/>
                  </a:lnTo>
                  <a:lnTo>
                    <a:pt x="5034" y="769057"/>
                  </a:lnTo>
                  <a:lnTo>
                    <a:pt x="1193" y="817287"/>
                  </a:lnTo>
                  <a:lnTo>
                    <a:pt x="0" y="866214"/>
                  </a:lnTo>
                  <a:lnTo>
                    <a:pt x="1501" y="915133"/>
                  </a:lnTo>
                  <a:lnTo>
                    <a:pt x="5647" y="963336"/>
                  </a:lnTo>
                  <a:lnTo>
                    <a:pt x="12364" y="1010751"/>
                  </a:lnTo>
                  <a:lnTo>
                    <a:pt x="21579" y="1057304"/>
                  </a:lnTo>
                  <a:lnTo>
                    <a:pt x="33221" y="1102922"/>
                  </a:lnTo>
                  <a:lnTo>
                    <a:pt x="47216" y="1147531"/>
                  </a:lnTo>
                  <a:lnTo>
                    <a:pt x="63493" y="1191060"/>
                  </a:lnTo>
                  <a:lnTo>
                    <a:pt x="81979" y="1233434"/>
                  </a:lnTo>
                  <a:lnTo>
                    <a:pt x="102600" y="1274580"/>
                  </a:lnTo>
                  <a:lnTo>
                    <a:pt x="125286" y="1314425"/>
                  </a:lnTo>
                  <a:lnTo>
                    <a:pt x="149963" y="1352895"/>
                  </a:lnTo>
                  <a:lnTo>
                    <a:pt x="176558" y="1389918"/>
                  </a:lnTo>
                  <a:lnTo>
                    <a:pt x="205000" y="1425421"/>
                  </a:lnTo>
                  <a:lnTo>
                    <a:pt x="235216" y="1459329"/>
                  </a:lnTo>
                  <a:lnTo>
                    <a:pt x="267134" y="1491570"/>
                  </a:lnTo>
                  <a:lnTo>
                    <a:pt x="300680" y="1522071"/>
                  </a:lnTo>
                  <a:lnTo>
                    <a:pt x="335783" y="1550758"/>
                  </a:lnTo>
                  <a:lnTo>
                    <a:pt x="372370" y="1577559"/>
                  </a:lnTo>
                  <a:lnTo>
                    <a:pt x="410368" y="1602399"/>
                  </a:lnTo>
                  <a:lnTo>
                    <a:pt x="449705" y="1625206"/>
                  </a:lnTo>
                  <a:lnTo>
                    <a:pt x="490309" y="1645906"/>
                  </a:lnTo>
                  <a:lnTo>
                    <a:pt x="532107" y="1664427"/>
                  </a:lnTo>
                  <a:lnTo>
                    <a:pt x="575026" y="1680695"/>
                  </a:lnTo>
                  <a:lnTo>
                    <a:pt x="618995" y="1694637"/>
                  </a:lnTo>
                  <a:lnTo>
                    <a:pt x="663940" y="1706179"/>
                  </a:lnTo>
                  <a:lnTo>
                    <a:pt x="709789" y="1715248"/>
                  </a:lnTo>
                  <a:lnTo>
                    <a:pt x="756470" y="1721772"/>
                  </a:lnTo>
                  <a:lnTo>
                    <a:pt x="803910" y="1725677"/>
                  </a:lnTo>
                  <a:lnTo>
                    <a:pt x="852036" y="1726889"/>
                  </a:lnTo>
                  <a:lnTo>
                    <a:pt x="900154" y="1725362"/>
                  </a:lnTo>
                  <a:lnTo>
                    <a:pt x="947569" y="1721146"/>
                  </a:lnTo>
                  <a:lnTo>
                    <a:pt x="994208" y="1714317"/>
                  </a:lnTo>
                  <a:lnTo>
                    <a:pt x="1039999" y="1704948"/>
                  </a:lnTo>
                  <a:lnTo>
                    <a:pt x="1084870" y="1693112"/>
                  </a:lnTo>
                  <a:lnTo>
                    <a:pt x="1128750" y="1678883"/>
                  </a:lnTo>
                  <a:lnTo>
                    <a:pt x="1171566" y="1662335"/>
                  </a:lnTo>
                  <a:lnTo>
                    <a:pt x="1213246" y="1643541"/>
                  </a:lnTo>
                  <a:lnTo>
                    <a:pt x="1230488" y="1634609"/>
                  </a:lnTo>
                  <a:lnTo>
                    <a:pt x="851754" y="1634609"/>
                  </a:lnTo>
                  <a:lnTo>
                    <a:pt x="803848" y="1633245"/>
                  </a:lnTo>
                  <a:lnTo>
                    <a:pt x="756715" y="1628899"/>
                  </a:lnTo>
                  <a:lnTo>
                    <a:pt x="710444" y="1621662"/>
                  </a:lnTo>
                  <a:lnTo>
                    <a:pt x="665124" y="1611624"/>
                  </a:lnTo>
                  <a:lnTo>
                    <a:pt x="620847" y="1598877"/>
                  </a:lnTo>
                  <a:lnTo>
                    <a:pt x="577701" y="1583510"/>
                  </a:lnTo>
                  <a:lnTo>
                    <a:pt x="535777" y="1565615"/>
                  </a:lnTo>
                  <a:lnTo>
                    <a:pt x="495164" y="1545283"/>
                  </a:lnTo>
                  <a:lnTo>
                    <a:pt x="455953" y="1522604"/>
                  </a:lnTo>
                  <a:lnTo>
                    <a:pt x="418232" y="1497669"/>
                  </a:lnTo>
                  <a:lnTo>
                    <a:pt x="382092" y="1470568"/>
                  </a:lnTo>
                  <a:lnTo>
                    <a:pt x="347623" y="1441393"/>
                  </a:lnTo>
                  <a:lnTo>
                    <a:pt x="314914" y="1410234"/>
                  </a:lnTo>
                  <a:lnTo>
                    <a:pt x="284055" y="1377182"/>
                  </a:lnTo>
                  <a:lnTo>
                    <a:pt x="255137" y="1342327"/>
                  </a:lnTo>
                  <a:lnTo>
                    <a:pt x="228248" y="1305761"/>
                  </a:lnTo>
                  <a:lnTo>
                    <a:pt x="203480" y="1267574"/>
                  </a:lnTo>
                  <a:lnTo>
                    <a:pt x="180921" y="1227857"/>
                  </a:lnTo>
                  <a:lnTo>
                    <a:pt x="160661" y="1186700"/>
                  </a:lnTo>
                  <a:lnTo>
                    <a:pt x="142790" y="1144195"/>
                  </a:lnTo>
                  <a:lnTo>
                    <a:pt x="127399" y="1100432"/>
                  </a:lnTo>
                  <a:lnTo>
                    <a:pt x="114576" y="1055501"/>
                  </a:lnTo>
                  <a:lnTo>
                    <a:pt x="104412" y="1009494"/>
                  </a:lnTo>
                  <a:lnTo>
                    <a:pt x="96997" y="962501"/>
                  </a:lnTo>
                  <a:lnTo>
                    <a:pt x="92420" y="914613"/>
                  </a:lnTo>
                  <a:lnTo>
                    <a:pt x="90772" y="865921"/>
                  </a:lnTo>
                  <a:lnTo>
                    <a:pt x="92113" y="817219"/>
                  </a:lnTo>
                  <a:lnTo>
                    <a:pt x="96388" y="769302"/>
                  </a:lnTo>
                  <a:lnTo>
                    <a:pt x="103506" y="722261"/>
                  </a:lnTo>
                  <a:lnTo>
                    <a:pt x="113380" y="676189"/>
                  </a:lnTo>
                  <a:lnTo>
                    <a:pt x="125918" y="631175"/>
                  </a:lnTo>
                  <a:lnTo>
                    <a:pt x="141033" y="587312"/>
                  </a:lnTo>
                  <a:lnTo>
                    <a:pt x="158634" y="544690"/>
                  </a:lnTo>
                  <a:lnTo>
                    <a:pt x="178633" y="503402"/>
                  </a:lnTo>
                  <a:lnTo>
                    <a:pt x="200940" y="463538"/>
                  </a:lnTo>
                  <a:lnTo>
                    <a:pt x="225467" y="425189"/>
                  </a:lnTo>
                  <a:lnTo>
                    <a:pt x="252123" y="388448"/>
                  </a:lnTo>
                  <a:lnTo>
                    <a:pt x="280821" y="353405"/>
                  </a:lnTo>
                  <a:lnTo>
                    <a:pt x="311469" y="320152"/>
                  </a:lnTo>
                  <a:lnTo>
                    <a:pt x="343980" y="288780"/>
                  </a:lnTo>
                  <a:lnTo>
                    <a:pt x="378263" y="259380"/>
                  </a:lnTo>
                  <a:lnTo>
                    <a:pt x="414231" y="232044"/>
                  </a:lnTo>
                  <a:lnTo>
                    <a:pt x="451793" y="206863"/>
                  </a:lnTo>
                  <a:lnTo>
                    <a:pt x="490860" y="183928"/>
                  </a:lnTo>
                  <a:lnTo>
                    <a:pt x="531342" y="163332"/>
                  </a:lnTo>
                  <a:lnTo>
                    <a:pt x="573152" y="145164"/>
                  </a:lnTo>
                  <a:lnTo>
                    <a:pt x="616199" y="129516"/>
                  </a:lnTo>
                  <a:lnTo>
                    <a:pt x="660395" y="116480"/>
                  </a:lnTo>
                  <a:lnTo>
                    <a:pt x="705649" y="106147"/>
                  </a:lnTo>
                  <a:lnTo>
                    <a:pt x="751873" y="98608"/>
                  </a:lnTo>
                  <a:lnTo>
                    <a:pt x="798978" y="93955"/>
                  </a:lnTo>
                  <a:lnTo>
                    <a:pt x="846874" y="92279"/>
                  </a:lnTo>
                  <a:lnTo>
                    <a:pt x="1230476" y="92279"/>
                  </a:lnTo>
                  <a:lnTo>
                    <a:pt x="1208304" y="80976"/>
                  </a:lnTo>
                  <a:lnTo>
                    <a:pt x="1166506" y="62456"/>
                  </a:lnTo>
                  <a:lnTo>
                    <a:pt x="1123587" y="46189"/>
                  </a:lnTo>
                  <a:lnTo>
                    <a:pt x="1079619" y="32248"/>
                  </a:lnTo>
                  <a:lnTo>
                    <a:pt x="1034675" y="20706"/>
                  </a:lnTo>
                  <a:lnTo>
                    <a:pt x="988826" y="11637"/>
                  </a:lnTo>
                  <a:lnTo>
                    <a:pt x="942146" y="5115"/>
                  </a:lnTo>
                  <a:lnTo>
                    <a:pt x="894707" y="1211"/>
                  </a:lnTo>
                  <a:lnTo>
                    <a:pt x="846581" y="0"/>
                  </a:lnTo>
                  <a:close/>
                </a:path>
                <a:path w="1698625" h="1727200">
                  <a:moveTo>
                    <a:pt x="1230476" y="92279"/>
                  </a:moveTo>
                  <a:lnTo>
                    <a:pt x="846874" y="92279"/>
                  </a:lnTo>
                  <a:lnTo>
                    <a:pt x="894779" y="93642"/>
                  </a:lnTo>
                  <a:lnTo>
                    <a:pt x="941911" y="97988"/>
                  </a:lnTo>
                  <a:lnTo>
                    <a:pt x="988181" y="105224"/>
                  </a:lnTo>
                  <a:lnTo>
                    <a:pt x="1033499" y="115261"/>
                  </a:lnTo>
                  <a:lnTo>
                    <a:pt x="1077776" y="128008"/>
                  </a:lnTo>
                  <a:lnTo>
                    <a:pt x="1120921" y="143374"/>
                  </a:lnTo>
                  <a:lnTo>
                    <a:pt x="1162844" y="161269"/>
                  </a:lnTo>
                  <a:lnTo>
                    <a:pt x="1203456" y="181601"/>
                  </a:lnTo>
                  <a:lnTo>
                    <a:pt x="1242668" y="204280"/>
                  </a:lnTo>
                  <a:lnTo>
                    <a:pt x="1280388" y="229215"/>
                  </a:lnTo>
                  <a:lnTo>
                    <a:pt x="1316527" y="256315"/>
                  </a:lnTo>
                  <a:lnTo>
                    <a:pt x="1350996" y="285491"/>
                  </a:lnTo>
                  <a:lnTo>
                    <a:pt x="1383705" y="316650"/>
                  </a:lnTo>
                  <a:lnTo>
                    <a:pt x="1414563" y="349702"/>
                  </a:lnTo>
                  <a:lnTo>
                    <a:pt x="1443481" y="384556"/>
                  </a:lnTo>
                  <a:lnTo>
                    <a:pt x="1470370" y="421122"/>
                  </a:lnTo>
                  <a:lnTo>
                    <a:pt x="1495138" y="459309"/>
                  </a:lnTo>
                  <a:lnTo>
                    <a:pt x="1517697" y="499026"/>
                  </a:lnTo>
                  <a:lnTo>
                    <a:pt x="1537957" y="540183"/>
                  </a:lnTo>
                  <a:lnTo>
                    <a:pt x="1555827" y="582688"/>
                  </a:lnTo>
                  <a:lnTo>
                    <a:pt x="1571219" y="626451"/>
                  </a:lnTo>
                  <a:lnTo>
                    <a:pt x="1584041" y="671381"/>
                  </a:lnTo>
                  <a:lnTo>
                    <a:pt x="1594205" y="717387"/>
                  </a:lnTo>
                  <a:lnTo>
                    <a:pt x="1601620" y="764379"/>
                  </a:lnTo>
                  <a:lnTo>
                    <a:pt x="1606197" y="812266"/>
                  </a:lnTo>
                  <a:lnTo>
                    <a:pt x="1607846" y="860958"/>
                  </a:lnTo>
                  <a:lnTo>
                    <a:pt x="1606505" y="909660"/>
                  </a:lnTo>
                  <a:lnTo>
                    <a:pt x="1602232" y="957577"/>
                  </a:lnTo>
                  <a:lnTo>
                    <a:pt x="1595114" y="1004617"/>
                  </a:lnTo>
                  <a:lnTo>
                    <a:pt x="1585241" y="1050690"/>
                  </a:lnTo>
                  <a:lnTo>
                    <a:pt x="1572703" y="1095704"/>
                  </a:lnTo>
                  <a:lnTo>
                    <a:pt x="1557589" y="1139567"/>
                  </a:lnTo>
                  <a:lnTo>
                    <a:pt x="1539988" y="1182188"/>
                  </a:lnTo>
                  <a:lnTo>
                    <a:pt x="1519989" y="1223477"/>
                  </a:lnTo>
                  <a:lnTo>
                    <a:pt x="1497682" y="1263341"/>
                  </a:lnTo>
                  <a:lnTo>
                    <a:pt x="1473156" y="1301690"/>
                  </a:lnTo>
                  <a:lnTo>
                    <a:pt x="1446499" y="1338431"/>
                  </a:lnTo>
                  <a:lnTo>
                    <a:pt x="1417802" y="1373474"/>
                  </a:lnTo>
                  <a:lnTo>
                    <a:pt x="1387154" y="1406728"/>
                  </a:lnTo>
                  <a:lnTo>
                    <a:pt x="1354643" y="1438100"/>
                  </a:lnTo>
                  <a:lnTo>
                    <a:pt x="1320359" y="1467500"/>
                  </a:lnTo>
                  <a:lnTo>
                    <a:pt x="1284392" y="1494837"/>
                  </a:lnTo>
                  <a:lnTo>
                    <a:pt x="1246830" y="1520018"/>
                  </a:lnTo>
                  <a:lnTo>
                    <a:pt x="1207763" y="1542953"/>
                  </a:lnTo>
                  <a:lnTo>
                    <a:pt x="1167281" y="1563551"/>
                  </a:lnTo>
                  <a:lnTo>
                    <a:pt x="1125471" y="1581720"/>
                  </a:lnTo>
                  <a:lnTo>
                    <a:pt x="1082425" y="1597368"/>
                  </a:lnTo>
                  <a:lnTo>
                    <a:pt x="1038230" y="1610405"/>
                  </a:lnTo>
                  <a:lnTo>
                    <a:pt x="992976" y="1620739"/>
                  </a:lnTo>
                  <a:lnTo>
                    <a:pt x="946752" y="1628278"/>
                  </a:lnTo>
                  <a:lnTo>
                    <a:pt x="899649" y="1632932"/>
                  </a:lnTo>
                  <a:lnTo>
                    <a:pt x="851754" y="1634609"/>
                  </a:lnTo>
                  <a:lnTo>
                    <a:pt x="1230488" y="1634609"/>
                  </a:lnTo>
                  <a:lnTo>
                    <a:pt x="1292911" y="1599512"/>
                  </a:lnTo>
                  <a:lnTo>
                    <a:pt x="1330752" y="1574424"/>
                  </a:lnTo>
                  <a:lnTo>
                    <a:pt x="1367169" y="1547385"/>
                  </a:lnTo>
                  <a:lnTo>
                    <a:pt x="1402090" y="1518469"/>
                  </a:lnTo>
                  <a:lnTo>
                    <a:pt x="1435443" y="1487750"/>
                  </a:lnTo>
                  <a:lnTo>
                    <a:pt x="1467156" y="1455301"/>
                  </a:lnTo>
                  <a:lnTo>
                    <a:pt x="1497157" y="1421196"/>
                  </a:lnTo>
                  <a:lnTo>
                    <a:pt x="1525375" y="1385509"/>
                  </a:lnTo>
                  <a:lnTo>
                    <a:pt x="1551736" y="1348313"/>
                  </a:lnTo>
                  <a:lnTo>
                    <a:pt x="1576169" y="1309683"/>
                  </a:lnTo>
                  <a:lnTo>
                    <a:pt x="1598603" y="1269691"/>
                  </a:lnTo>
                  <a:lnTo>
                    <a:pt x="1618964" y="1228411"/>
                  </a:lnTo>
                  <a:lnTo>
                    <a:pt x="1637181" y="1185917"/>
                  </a:lnTo>
                  <a:lnTo>
                    <a:pt x="1653182" y="1142284"/>
                  </a:lnTo>
                  <a:lnTo>
                    <a:pt x="1666895" y="1097584"/>
                  </a:lnTo>
                  <a:lnTo>
                    <a:pt x="1678248" y="1051891"/>
                  </a:lnTo>
                  <a:lnTo>
                    <a:pt x="1687169" y="1005279"/>
                  </a:lnTo>
                  <a:lnTo>
                    <a:pt x="1693585" y="957821"/>
                  </a:lnTo>
                  <a:lnTo>
                    <a:pt x="1697426" y="909592"/>
                  </a:lnTo>
                  <a:lnTo>
                    <a:pt x="1698618" y="860664"/>
                  </a:lnTo>
                  <a:lnTo>
                    <a:pt x="1697116" y="811746"/>
                  </a:lnTo>
                  <a:lnTo>
                    <a:pt x="1692970" y="763543"/>
                  </a:lnTo>
                  <a:lnTo>
                    <a:pt x="1686253" y="716128"/>
                  </a:lnTo>
                  <a:lnTo>
                    <a:pt x="1677038" y="669575"/>
                  </a:lnTo>
                  <a:lnTo>
                    <a:pt x="1665396" y="623957"/>
                  </a:lnTo>
                  <a:lnTo>
                    <a:pt x="1651400" y="579347"/>
                  </a:lnTo>
                  <a:lnTo>
                    <a:pt x="1635123" y="535819"/>
                  </a:lnTo>
                  <a:lnTo>
                    <a:pt x="1616637" y="493445"/>
                  </a:lnTo>
                  <a:lnTo>
                    <a:pt x="1596015" y="452299"/>
                  </a:lnTo>
                  <a:lnTo>
                    <a:pt x="1573329" y="412454"/>
                  </a:lnTo>
                  <a:lnTo>
                    <a:pt x="1548652" y="373984"/>
                  </a:lnTo>
                  <a:lnTo>
                    <a:pt x="1522056" y="336961"/>
                  </a:lnTo>
                  <a:lnTo>
                    <a:pt x="1493613" y="301459"/>
                  </a:lnTo>
                  <a:lnTo>
                    <a:pt x="1463397" y="267550"/>
                  </a:lnTo>
                  <a:lnTo>
                    <a:pt x="1431480" y="235309"/>
                  </a:lnTo>
                  <a:lnTo>
                    <a:pt x="1397933" y="204809"/>
                  </a:lnTo>
                  <a:lnTo>
                    <a:pt x="1362830" y="176122"/>
                  </a:lnTo>
                  <a:lnTo>
                    <a:pt x="1326243" y="149322"/>
                  </a:lnTo>
                  <a:lnTo>
                    <a:pt x="1288245" y="124482"/>
                  </a:lnTo>
                  <a:lnTo>
                    <a:pt x="1248908" y="101676"/>
                  </a:lnTo>
                  <a:lnTo>
                    <a:pt x="1230476" y="92279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 descr=""/>
            <p:cNvSpPr/>
            <p:nvPr/>
          </p:nvSpPr>
          <p:spPr>
            <a:xfrm>
              <a:off x="9993820" y="8736466"/>
              <a:ext cx="558165" cy="719455"/>
            </a:xfrm>
            <a:custGeom>
              <a:avLst/>
              <a:gdLst/>
              <a:ahLst/>
              <a:cxnLst/>
              <a:rect l="l" t="t" r="r" b="b"/>
              <a:pathLst>
                <a:path w="558165" h="719454">
                  <a:moveTo>
                    <a:pt x="203711" y="0"/>
                  </a:moveTo>
                  <a:lnTo>
                    <a:pt x="0" y="146655"/>
                  </a:lnTo>
                  <a:lnTo>
                    <a:pt x="28076" y="323743"/>
                  </a:lnTo>
                  <a:lnTo>
                    <a:pt x="42852" y="421707"/>
                  </a:lnTo>
                  <a:lnTo>
                    <a:pt x="49201" y="475586"/>
                  </a:lnTo>
                  <a:lnTo>
                    <a:pt x="51998" y="520423"/>
                  </a:lnTo>
                  <a:lnTo>
                    <a:pt x="50090" y="546490"/>
                  </a:lnTo>
                  <a:lnTo>
                    <a:pt x="43939" y="570175"/>
                  </a:lnTo>
                  <a:lnTo>
                    <a:pt x="37001" y="593032"/>
                  </a:lnTo>
                  <a:lnTo>
                    <a:pt x="32731" y="616619"/>
                  </a:lnTo>
                  <a:lnTo>
                    <a:pt x="32323" y="623467"/>
                  </a:lnTo>
                  <a:lnTo>
                    <a:pt x="31880" y="637780"/>
                  </a:lnTo>
                  <a:lnTo>
                    <a:pt x="31940" y="652164"/>
                  </a:lnTo>
                  <a:lnTo>
                    <a:pt x="40162" y="693428"/>
                  </a:lnTo>
                  <a:lnTo>
                    <a:pt x="98116" y="719045"/>
                  </a:lnTo>
                  <a:lnTo>
                    <a:pt x="131659" y="716603"/>
                  </a:lnTo>
                  <a:lnTo>
                    <a:pt x="169378" y="709540"/>
                  </a:lnTo>
                  <a:lnTo>
                    <a:pt x="209857" y="699214"/>
                  </a:lnTo>
                  <a:lnTo>
                    <a:pt x="223291" y="695591"/>
                  </a:lnTo>
                  <a:lnTo>
                    <a:pt x="236966" y="692533"/>
                  </a:lnTo>
                  <a:lnTo>
                    <a:pt x="270396" y="688486"/>
                  </a:lnTo>
                  <a:lnTo>
                    <a:pt x="297871" y="689561"/>
                  </a:lnTo>
                  <a:lnTo>
                    <a:pt x="334993" y="689908"/>
                  </a:lnTo>
                  <a:lnTo>
                    <a:pt x="397359" y="683675"/>
                  </a:lnTo>
                  <a:lnTo>
                    <a:pt x="473423" y="665979"/>
                  </a:lnTo>
                  <a:lnTo>
                    <a:pt x="522180" y="642716"/>
                  </a:lnTo>
                  <a:lnTo>
                    <a:pt x="557993" y="601143"/>
                  </a:lnTo>
                  <a:lnTo>
                    <a:pt x="549970" y="591458"/>
                  </a:lnTo>
                  <a:lnTo>
                    <a:pt x="525122" y="584880"/>
                  </a:lnTo>
                  <a:lnTo>
                    <a:pt x="488239" y="580261"/>
                  </a:lnTo>
                  <a:lnTo>
                    <a:pt x="410500" y="573595"/>
                  </a:lnTo>
                  <a:lnTo>
                    <a:pt x="363978" y="564702"/>
                  </a:lnTo>
                  <a:lnTo>
                    <a:pt x="327890" y="547158"/>
                  </a:lnTo>
                  <a:lnTo>
                    <a:pt x="292117" y="519190"/>
                  </a:lnTo>
                  <a:lnTo>
                    <a:pt x="246536" y="479022"/>
                  </a:lnTo>
                  <a:lnTo>
                    <a:pt x="215231" y="382750"/>
                  </a:lnTo>
                  <a:lnTo>
                    <a:pt x="203245" y="220467"/>
                  </a:lnTo>
                  <a:lnTo>
                    <a:pt x="202198" y="67705"/>
                  </a:lnTo>
                  <a:lnTo>
                    <a:pt x="203711" y="0"/>
                  </a:lnTo>
                  <a:close/>
                </a:path>
              </a:pathLst>
            </a:custGeom>
            <a:solidFill>
              <a:srgbClr val="A375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 descr=""/>
            <p:cNvSpPr/>
            <p:nvPr/>
          </p:nvSpPr>
          <p:spPr>
            <a:xfrm>
              <a:off x="7372223" y="6087001"/>
              <a:ext cx="3180080" cy="3367404"/>
            </a:xfrm>
            <a:custGeom>
              <a:avLst/>
              <a:gdLst/>
              <a:ahLst/>
              <a:cxnLst/>
              <a:rect l="l" t="t" r="r" b="b"/>
              <a:pathLst>
                <a:path w="3180079" h="3367404">
                  <a:moveTo>
                    <a:pt x="2127770" y="2089086"/>
                  </a:moveTo>
                  <a:lnTo>
                    <a:pt x="1353159" y="0"/>
                  </a:lnTo>
                  <a:lnTo>
                    <a:pt x="0" y="19723"/>
                  </a:lnTo>
                  <a:lnTo>
                    <a:pt x="664819" y="2109165"/>
                  </a:lnTo>
                  <a:lnTo>
                    <a:pt x="2127770" y="2089086"/>
                  </a:lnTo>
                  <a:close/>
                </a:path>
                <a:path w="3180079" h="3367404">
                  <a:moveTo>
                    <a:pt x="3179584" y="3250615"/>
                  </a:moveTo>
                  <a:lnTo>
                    <a:pt x="3171558" y="3240925"/>
                  </a:lnTo>
                  <a:lnTo>
                    <a:pt x="3146717" y="3234347"/>
                  </a:lnTo>
                  <a:lnTo>
                    <a:pt x="3109836" y="3229737"/>
                  </a:lnTo>
                  <a:lnTo>
                    <a:pt x="3065703" y="3225927"/>
                  </a:lnTo>
                  <a:lnTo>
                    <a:pt x="3044748" y="3238665"/>
                  </a:lnTo>
                  <a:lnTo>
                    <a:pt x="3005836" y="3257270"/>
                  </a:lnTo>
                  <a:lnTo>
                    <a:pt x="2951911" y="3274733"/>
                  </a:lnTo>
                  <a:lnTo>
                    <a:pt x="2885960" y="3284029"/>
                  </a:lnTo>
                  <a:lnTo>
                    <a:pt x="2835681" y="3283496"/>
                  </a:lnTo>
                  <a:lnTo>
                    <a:pt x="2785770" y="3279229"/>
                  </a:lnTo>
                  <a:lnTo>
                    <a:pt x="2737828" y="3273425"/>
                  </a:lnTo>
                  <a:lnTo>
                    <a:pt x="2693479" y="3268319"/>
                  </a:lnTo>
                  <a:lnTo>
                    <a:pt x="2654325" y="3266097"/>
                  </a:lnTo>
                  <a:lnTo>
                    <a:pt x="2653919" y="3272942"/>
                  </a:lnTo>
                  <a:lnTo>
                    <a:pt x="2653474" y="3287255"/>
                  </a:lnTo>
                  <a:lnTo>
                    <a:pt x="2653525" y="3301631"/>
                  </a:lnTo>
                  <a:lnTo>
                    <a:pt x="2661755" y="3342894"/>
                  </a:lnTo>
                  <a:lnTo>
                    <a:pt x="2720441" y="3367405"/>
                  </a:lnTo>
                  <a:lnTo>
                    <a:pt x="2754084" y="3364687"/>
                  </a:lnTo>
                  <a:lnTo>
                    <a:pt x="2791434" y="3357956"/>
                  </a:lnTo>
                  <a:lnTo>
                    <a:pt x="2831274" y="3348367"/>
                  </a:lnTo>
                  <a:lnTo>
                    <a:pt x="2844762" y="3344989"/>
                  </a:lnTo>
                  <a:lnTo>
                    <a:pt x="2858554" y="3342005"/>
                  </a:lnTo>
                  <a:lnTo>
                    <a:pt x="2891993" y="3337953"/>
                  </a:lnTo>
                  <a:lnTo>
                    <a:pt x="2919463" y="3339033"/>
                  </a:lnTo>
                  <a:lnTo>
                    <a:pt x="2956585" y="3339376"/>
                  </a:lnTo>
                  <a:lnTo>
                    <a:pt x="3018955" y="3333153"/>
                  </a:lnTo>
                  <a:lnTo>
                    <a:pt x="3095015" y="3315449"/>
                  </a:lnTo>
                  <a:lnTo>
                    <a:pt x="3143770" y="3292183"/>
                  </a:lnTo>
                  <a:lnTo>
                    <a:pt x="3170275" y="3268776"/>
                  </a:lnTo>
                  <a:lnTo>
                    <a:pt x="3179584" y="3250615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 descr=""/>
            <p:cNvSpPr/>
            <p:nvPr/>
          </p:nvSpPr>
          <p:spPr>
            <a:xfrm>
              <a:off x="8516672" y="6261269"/>
              <a:ext cx="1568450" cy="1155700"/>
            </a:xfrm>
            <a:custGeom>
              <a:avLst/>
              <a:gdLst/>
              <a:ahLst/>
              <a:cxnLst/>
              <a:rect l="l" t="t" r="r" b="b"/>
              <a:pathLst>
                <a:path w="1568450" h="1155700">
                  <a:moveTo>
                    <a:pt x="220388" y="0"/>
                  </a:moveTo>
                  <a:lnTo>
                    <a:pt x="172440" y="7418"/>
                  </a:lnTo>
                  <a:lnTo>
                    <a:pt x="127804" y="26719"/>
                  </a:lnTo>
                  <a:lnTo>
                    <a:pt x="87785" y="54758"/>
                  </a:lnTo>
                  <a:lnTo>
                    <a:pt x="53689" y="88389"/>
                  </a:lnTo>
                  <a:lnTo>
                    <a:pt x="26823" y="124469"/>
                  </a:lnTo>
                  <a:lnTo>
                    <a:pt x="8491" y="159851"/>
                  </a:lnTo>
                  <a:lnTo>
                    <a:pt x="0" y="191393"/>
                  </a:lnTo>
                  <a:lnTo>
                    <a:pt x="2654" y="215947"/>
                  </a:lnTo>
                  <a:lnTo>
                    <a:pt x="7988" y="229706"/>
                  </a:lnTo>
                  <a:lnTo>
                    <a:pt x="38148" y="315505"/>
                  </a:lnTo>
                  <a:lnTo>
                    <a:pt x="52662" y="356104"/>
                  </a:lnTo>
                  <a:lnTo>
                    <a:pt x="69275" y="401283"/>
                  </a:lnTo>
                  <a:lnTo>
                    <a:pt x="87912" y="450189"/>
                  </a:lnTo>
                  <a:lnTo>
                    <a:pt x="108492" y="501969"/>
                  </a:lnTo>
                  <a:lnTo>
                    <a:pt x="130939" y="555772"/>
                  </a:lnTo>
                  <a:lnTo>
                    <a:pt x="155175" y="610745"/>
                  </a:lnTo>
                  <a:lnTo>
                    <a:pt x="181121" y="666035"/>
                  </a:lnTo>
                  <a:lnTo>
                    <a:pt x="208701" y="720790"/>
                  </a:lnTo>
                  <a:lnTo>
                    <a:pt x="237835" y="774158"/>
                  </a:lnTo>
                  <a:lnTo>
                    <a:pt x="268447" y="825287"/>
                  </a:lnTo>
                  <a:lnTo>
                    <a:pt x="300457" y="873323"/>
                  </a:lnTo>
                  <a:lnTo>
                    <a:pt x="333789" y="917416"/>
                  </a:lnTo>
                  <a:lnTo>
                    <a:pt x="368365" y="956712"/>
                  </a:lnTo>
                  <a:lnTo>
                    <a:pt x="404105" y="990359"/>
                  </a:lnTo>
                  <a:lnTo>
                    <a:pt x="440934" y="1017504"/>
                  </a:lnTo>
                  <a:lnTo>
                    <a:pt x="502883" y="1035512"/>
                  </a:lnTo>
                  <a:lnTo>
                    <a:pt x="546351" y="1038584"/>
                  </a:lnTo>
                  <a:lnTo>
                    <a:pt x="596269" y="1038320"/>
                  </a:lnTo>
                  <a:lnTo>
                    <a:pt x="651227" y="1035187"/>
                  </a:lnTo>
                  <a:lnTo>
                    <a:pt x="709814" y="1029650"/>
                  </a:lnTo>
                  <a:lnTo>
                    <a:pt x="770622" y="1022173"/>
                  </a:lnTo>
                  <a:lnTo>
                    <a:pt x="832239" y="1013222"/>
                  </a:lnTo>
                  <a:lnTo>
                    <a:pt x="893256" y="1003263"/>
                  </a:lnTo>
                  <a:lnTo>
                    <a:pt x="952262" y="992760"/>
                  </a:lnTo>
                  <a:lnTo>
                    <a:pt x="1007849" y="982178"/>
                  </a:lnTo>
                  <a:lnTo>
                    <a:pt x="1058606" y="971984"/>
                  </a:lnTo>
                  <a:lnTo>
                    <a:pt x="1103124" y="962641"/>
                  </a:lnTo>
                  <a:lnTo>
                    <a:pt x="1139981" y="954616"/>
                  </a:lnTo>
                  <a:lnTo>
                    <a:pt x="1166474" y="951679"/>
                  </a:lnTo>
                  <a:lnTo>
                    <a:pt x="1186707" y="954732"/>
                  </a:lnTo>
                  <a:lnTo>
                    <a:pt x="1201050" y="963623"/>
                  </a:lnTo>
                  <a:lnTo>
                    <a:pt x="1209874" y="978196"/>
                  </a:lnTo>
                  <a:lnTo>
                    <a:pt x="1219328" y="1011727"/>
                  </a:lnTo>
                  <a:lnTo>
                    <a:pt x="1227842" y="1035926"/>
                  </a:lnTo>
                  <a:lnTo>
                    <a:pt x="1250562" y="1076070"/>
                  </a:lnTo>
                  <a:lnTo>
                    <a:pt x="1277073" y="1110415"/>
                  </a:lnTo>
                  <a:lnTo>
                    <a:pt x="1285694" y="1120433"/>
                  </a:lnTo>
                  <a:lnTo>
                    <a:pt x="1306323" y="1146242"/>
                  </a:lnTo>
                  <a:lnTo>
                    <a:pt x="1316861" y="1155238"/>
                  </a:lnTo>
                  <a:lnTo>
                    <a:pt x="1326143" y="1153636"/>
                  </a:lnTo>
                  <a:lnTo>
                    <a:pt x="1330756" y="1139614"/>
                  </a:lnTo>
                  <a:lnTo>
                    <a:pt x="1326602" y="1121658"/>
                  </a:lnTo>
                  <a:lnTo>
                    <a:pt x="1317719" y="1102665"/>
                  </a:lnTo>
                  <a:lnTo>
                    <a:pt x="1301995" y="1074193"/>
                  </a:lnTo>
                  <a:lnTo>
                    <a:pt x="1299478" y="1068238"/>
                  </a:lnTo>
                  <a:lnTo>
                    <a:pt x="1297725" y="1061943"/>
                  </a:lnTo>
                  <a:lnTo>
                    <a:pt x="1297115" y="1055214"/>
                  </a:lnTo>
                  <a:lnTo>
                    <a:pt x="1297921" y="1048381"/>
                  </a:lnTo>
                  <a:lnTo>
                    <a:pt x="1348874" y="1025011"/>
                  </a:lnTo>
                  <a:lnTo>
                    <a:pt x="1376173" y="1025580"/>
                  </a:lnTo>
                  <a:lnTo>
                    <a:pt x="1429124" y="1036771"/>
                  </a:lnTo>
                  <a:lnTo>
                    <a:pt x="1478876" y="1056761"/>
                  </a:lnTo>
                  <a:lnTo>
                    <a:pt x="1532587" y="1083020"/>
                  </a:lnTo>
                  <a:lnTo>
                    <a:pt x="1535822" y="1089135"/>
                  </a:lnTo>
                  <a:lnTo>
                    <a:pt x="1554617" y="1089607"/>
                  </a:lnTo>
                  <a:lnTo>
                    <a:pt x="1567894" y="1087743"/>
                  </a:lnTo>
                  <a:lnTo>
                    <a:pt x="1567329" y="1081199"/>
                  </a:lnTo>
                  <a:lnTo>
                    <a:pt x="1561060" y="1073657"/>
                  </a:lnTo>
                  <a:lnTo>
                    <a:pt x="1547402" y="1061834"/>
                  </a:lnTo>
                  <a:lnTo>
                    <a:pt x="1533090" y="1050461"/>
                  </a:lnTo>
                  <a:lnTo>
                    <a:pt x="1524859" y="1044268"/>
                  </a:lnTo>
                  <a:lnTo>
                    <a:pt x="1484944" y="1016803"/>
                  </a:lnTo>
                  <a:lnTo>
                    <a:pt x="1478128" y="1011902"/>
                  </a:lnTo>
                  <a:lnTo>
                    <a:pt x="1476777" y="1004237"/>
                  </a:lnTo>
                  <a:lnTo>
                    <a:pt x="1478316" y="1000531"/>
                  </a:lnTo>
                  <a:lnTo>
                    <a:pt x="1478724" y="990405"/>
                  </a:lnTo>
                  <a:lnTo>
                    <a:pt x="1447657" y="958878"/>
                  </a:lnTo>
                  <a:lnTo>
                    <a:pt x="1442474" y="951778"/>
                  </a:lnTo>
                  <a:lnTo>
                    <a:pt x="1384743" y="912962"/>
                  </a:lnTo>
                  <a:lnTo>
                    <a:pt x="1371000" y="906795"/>
                  </a:lnTo>
                  <a:lnTo>
                    <a:pt x="1336498" y="889058"/>
                  </a:lnTo>
                  <a:lnTo>
                    <a:pt x="1290468" y="880042"/>
                  </a:lnTo>
                  <a:lnTo>
                    <a:pt x="1259293" y="875264"/>
                  </a:lnTo>
                  <a:lnTo>
                    <a:pt x="1229325" y="869547"/>
                  </a:lnTo>
                  <a:lnTo>
                    <a:pt x="1200010" y="861844"/>
                  </a:lnTo>
                  <a:lnTo>
                    <a:pt x="1170797" y="851111"/>
                  </a:lnTo>
                  <a:lnTo>
                    <a:pt x="1087437" y="844012"/>
                  </a:lnTo>
                  <a:lnTo>
                    <a:pt x="899835" y="826120"/>
                  </a:lnTo>
                  <a:lnTo>
                    <a:pt x="701708" y="802546"/>
                  </a:lnTo>
                  <a:lnTo>
                    <a:pt x="586772" y="778401"/>
                  </a:lnTo>
                  <a:lnTo>
                    <a:pt x="532989" y="739989"/>
                  </a:lnTo>
                  <a:lnTo>
                    <a:pt x="482100" y="646894"/>
                  </a:lnTo>
                  <a:lnTo>
                    <a:pt x="404440" y="426854"/>
                  </a:lnTo>
                  <a:lnTo>
                    <a:pt x="270342" y="7608"/>
                  </a:lnTo>
                  <a:lnTo>
                    <a:pt x="220388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5" name="object 28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203434" y="7280584"/>
              <a:ext cx="2036933" cy="756869"/>
            </a:xfrm>
            <a:prstGeom prst="rect">
              <a:avLst/>
            </a:prstGeom>
          </p:spPr>
        </p:pic>
        <p:sp>
          <p:nvSpPr>
            <p:cNvPr id="286" name="object 286" descr=""/>
            <p:cNvSpPr/>
            <p:nvPr/>
          </p:nvSpPr>
          <p:spPr>
            <a:xfrm>
              <a:off x="9676857" y="7713702"/>
              <a:ext cx="575945" cy="1525905"/>
            </a:xfrm>
            <a:custGeom>
              <a:avLst/>
              <a:gdLst/>
              <a:ahLst/>
              <a:cxnLst/>
              <a:rect l="l" t="t" r="r" b="b"/>
              <a:pathLst>
                <a:path w="575945" h="1525904">
                  <a:moveTo>
                    <a:pt x="409824" y="0"/>
                  </a:moveTo>
                  <a:lnTo>
                    <a:pt x="366199" y="2359"/>
                  </a:lnTo>
                  <a:lnTo>
                    <a:pt x="324042" y="15038"/>
                  </a:lnTo>
                  <a:lnTo>
                    <a:pt x="279752" y="32411"/>
                  </a:lnTo>
                  <a:lnTo>
                    <a:pt x="234500" y="47074"/>
                  </a:lnTo>
                  <a:lnTo>
                    <a:pt x="189678" y="60864"/>
                  </a:lnTo>
                  <a:lnTo>
                    <a:pt x="146679" y="75617"/>
                  </a:lnTo>
                  <a:lnTo>
                    <a:pt x="106895" y="93169"/>
                  </a:lnTo>
                  <a:lnTo>
                    <a:pt x="71716" y="115358"/>
                  </a:lnTo>
                  <a:lnTo>
                    <a:pt x="42536" y="144018"/>
                  </a:lnTo>
                  <a:lnTo>
                    <a:pt x="20746" y="180986"/>
                  </a:lnTo>
                  <a:lnTo>
                    <a:pt x="7738" y="228100"/>
                  </a:lnTo>
                  <a:lnTo>
                    <a:pt x="3194" y="266024"/>
                  </a:lnTo>
                  <a:lnTo>
                    <a:pt x="647" y="307395"/>
                  </a:lnTo>
                  <a:lnTo>
                    <a:pt x="0" y="351885"/>
                  </a:lnTo>
                  <a:lnTo>
                    <a:pt x="1155" y="399167"/>
                  </a:lnTo>
                  <a:lnTo>
                    <a:pt x="4016" y="448916"/>
                  </a:lnTo>
                  <a:lnTo>
                    <a:pt x="8486" y="500803"/>
                  </a:lnTo>
                  <a:lnTo>
                    <a:pt x="14468" y="554501"/>
                  </a:lnTo>
                  <a:lnTo>
                    <a:pt x="21865" y="609684"/>
                  </a:lnTo>
                  <a:lnTo>
                    <a:pt x="30581" y="666024"/>
                  </a:lnTo>
                  <a:lnTo>
                    <a:pt x="40519" y="723195"/>
                  </a:lnTo>
                  <a:lnTo>
                    <a:pt x="51582" y="780870"/>
                  </a:lnTo>
                  <a:lnTo>
                    <a:pt x="63672" y="838721"/>
                  </a:lnTo>
                  <a:lnTo>
                    <a:pt x="76694" y="896422"/>
                  </a:lnTo>
                  <a:lnTo>
                    <a:pt x="90550" y="953645"/>
                  </a:lnTo>
                  <a:lnTo>
                    <a:pt x="105143" y="1010064"/>
                  </a:lnTo>
                  <a:lnTo>
                    <a:pt x="120377" y="1065352"/>
                  </a:lnTo>
                  <a:lnTo>
                    <a:pt x="136155" y="1119181"/>
                  </a:lnTo>
                  <a:lnTo>
                    <a:pt x="152379" y="1171225"/>
                  </a:lnTo>
                  <a:lnTo>
                    <a:pt x="168954" y="1221157"/>
                  </a:lnTo>
                  <a:lnTo>
                    <a:pt x="185782" y="1268649"/>
                  </a:lnTo>
                  <a:lnTo>
                    <a:pt x="202767" y="1313375"/>
                  </a:lnTo>
                  <a:lnTo>
                    <a:pt x="219811" y="1355008"/>
                  </a:lnTo>
                  <a:lnTo>
                    <a:pt x="236818" y="1393221"/>
                  </a:lnTo>
                  <a:lnTo>
                    <a:pt x="253690" y="1427686"/>
                  </a:lnTo>
                  <a:lnTo>
                    <a:pt x="286646" y="1484066"/>
                  </a:lnTo>
                  <a:lnTo>
                    <a:pt x="324173" y="1518909"/>
                  </a:lnTo>
                  <a:lnTo>
                    <a:pt x="387628" y="1525359"/>
                  </a:lnTo>
                  <a:lnTo>
                    <a:pt x="417128" y="1523097"/>
                  </a:lnTo>
                  <a:lnTo>
                    <a:pt x="430917" y="1522226"/>
                  </a:lnTo>
                  <a:lnTo>
                    <a:pt x="505532" y="1506007"/>
                  </a:lnTo>
                  <a:lnTo>
                    <a:pt x="545094" y="1484177"/>
                  </a:lnTo>
                  <a:lnTo>
                    <a:pt x="571986" y="1448878"/>
                  </a:lnTo>
                  <a:lnTo>
                    <a:pt x="575574" y="1396870"/>
                  </a:lnTo>
                  <a:lnTo>
                    <a:pt x="565537" y="1340481"/>
                  </a:lnTo>
                  <a:lnTo>
                    <a:pt x="556516" y="1283214"/>
                  </a:lnTo>
                  <a:lnTo>
                    <a:pt x="548462" y="1225242"/>
                  </a:lnTo>
                  <a:lnTo>
                    <a:pt x="541326" y="1166735"/>
                  </a:lnTo>
                  <a:lnTo>
                    <a:pt x="535058" y="1107865"/>
                  </a:lnTo>
                  <a:lnTo>
                    <a:pt x="529608" y="1048806"/>
                  </a:lnTo>
                  <a:lnTo>
                    <a:pt x="524927" y="989728"/>
                  </a:lnTo>
                  <a:lnTo>
                    <a:pt x="520966" y="930803"/>
                  </a:lnTo>
                  <a:lnTo>
                    <a:pt x="517676" y="872204"/>
                  </a:lnTo>
                  <a:lnTo>
                    <a:pt x="515006" y="814101"/>
                  </a:lnTo>
                  <a:lnTo>
                    <a:pt x="512907" y="756668"/>
                  </a:lnTo>
                  <a:lnTo>
                    <a:pt x="511330" y="700075"/>
                  </a:lnTo>
                  <a:lnTo>
                    <a:pt x="510225" y="644495"/>
                  </a:lnTo>
                  <a:lnTo>
                    <a:pt x="509543" y="590100"/>
                  </a:lnTo>
                  <a:lnTo>
                    <a:pt x="509235" y="537061"/>
                  </a:lnTo>
                  <a:lnTo>
                    <a:pt x="509250" y="485551"/>
                  </a:lnTo>
                  <a:lnTo>
                    <a:pt x="509540" y="435740"/>
                  </a:lnTo>
                  <a:lnTo>
                    <a:pt x="510055" y="387802"/>
                  </a:lnTo>
                  <a:lnTo>
                    <a:pt x="511563" y="298229"/>
                  </a:lnTo>
                  <a:lnTo>
                    <a:pt x="516340" y="92313"/>
                  </a:lnTo>
                  <a:lnTo>
                    <a:pt x="508174" y="54117"/>
                  </a:lnTo>
                  <a:lnTo>
                    <a:pt x="484944" y="25951"/>
                  </a:lnTo>
                  <a:lnTo>
                    <a:pt x="450783" y="7888"/>
                  </a:lnTo>
                  <a:lnTo>
                    <a:pt x="409824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 descr=""/>
            <p:cNvSpPr/>
            <p:nvPr/>
          </p:nvSpPr>
          <p:spPr>
            <a:xfrm>
              <a:off x="9806895" y="8990141"/>
              <a:ext cx="559435" cy="476250"/>
            </a:xfrm>
            <a:custGeom>
              <a:avLst/>
              <a:gdLst/>
              <a:ahLst/>
              <a:cxnLst/>
              <a:rect l="l" t="t" r="r" b="b"/>
              <a:pathLst>
                <a:path w="559434" h="476250">
                  <a:moveTo>
                    <a:pt x="8292" y="0"/>
                  </a:moveTo>
                  <a:lnTo>
                    <a:pt x="1111" y="92571"/>
                  </a:lnTo>
                  <a:lnTo>
                    <a:pt x="0" y="146712"/>
                  </a:lnTo>
                  <a:lnTo>
                    <a:pt x="6113" y="183381"/>
                  </a:lnTo>
                  <a:lnTo>
                    <a:pt x="20606" y="223532"/>
                  </a:lnTo>
                  <a:lnTo>
                    <a:pt x="27798" y="253456"/>
                  </a:lnTo>
                  <a:lnTo>
                    <a:pt x="28423" y="284577"/>
                  </a:lnTo>
                  <a:lnTo>
                    <a:pt x="24697" y="315149"/>
                  </a:lnTo>
                  <a:lnTo>
                    <a:pt x="18837" y="343424"/>
                  </a:lnTo>
                  <a:lnTo>
                    <a:pt x="15597" y="357946"/>
                  </a:lnTo>
                  <a:lnTo>
                    <a:pt x="12849" y="372630"/>
                  </a:lnTo>
                  <a:lnTo>
                    <a:pt x="11084" y="387474"/>
                  </a:lnTo>
                  <a:lnTo>
                    <a:pt x="10795" y="402479"/>
                  </a:lnTo>
                  <a:lnTo>
                    <a:pt x="20987" y="430628"/>
                  </a:lnTo>
                  <a:lnTo>
                    <a:pt x="46709" y="447932"/>
                  </a:lnTo>
                  <a:lnTo>
                    <a:pt x="84751" y="456452"/>
                  </a:lnTo>
                  <a:lnTo>
                    <a:pt x="131903" y="458251"/>
                  </a:lnTo>
                  <a:lnTo>
                    <a:pt x="184957" y="455389"/>
                  </a:lnTo>
                  <a:lnTo>
                    <a:pt x="228056" y="454089"/>
                  </a:lnTo>
                  <a:lnTo>
                    <a:pt x="256098" y="457728"/>
                  </a:lnTo>
                  <a:lnTo>
                    <a:pt x="282009" y="464101"/>
                  </a:lnTo>
                  <a:lnTo>
                    <a:pt x="318711" y="471002"/>
                  </a:lnTo>
                  <a:lnTo>
                    <a:pt x="379129" y="476226"/>
                  </a:lnTo>
                  <a:lnTo>
                    <a:pt x="460120" y="473094"/>
                  </a:lnTo>
                  <a:lnTo>
                    <a:pt x="514371" y="458929"/>
                  </a:lnTo>
                  <a:lnTo>
                    <a:pt x="545966" y="440243"/>
                  </a:lnTo>
                  <a:lnTo>
                    <a:pt x="558988" y="423547"/>
                  </a:lnTo>
                  <a:lnTo>
                    <a:pt x="551935" y="411558"/>
                  </a:lnTo>
                  <a:lnTo>
                    <a:pt x="525613" y="399414"/>
                  </a:lnTo>
                  <a:lnTo>
                    <a:pt x="485919" y="386850"/>
                  </a:lnTo>
                  <a:lnTo>
                    <a:pt x="414071" y="366596"/>
                  </a:lnTo>
                  <a:lnTo>
                    <a:pt x="372770" y="349820"/>
                  </a:lnTo>
                  <a:lnTo>
                    <a:pt x="335818" y="326482"/>
                  </a:lnTo>
                  <a:lnTo>
                    <a:pt x="301251" y="298615"/>
                  </a:lnTo>
                  <a:lnTo>
                    <a:pt x="267108" y="268256"/>
                  </a:lnTo>
                  <a:lnTo>
                    <a:pt x="231427" y="237437"/>
                  </a:lnTo>
                  <a:lnTo>
                    <a:pt x="199066" y="182260"/>
                  </a:lnTo>
                  <a:lnTo>
                    <a:pt x="184981" y="107618"/>
                  </a:lnTo>
                  <a:lnTo>
                    <a:pt x="181878" y="41966"/>
                  </a:lnTo>
                  <a:lnTo>
                    <a:pt x="182465" y="13758"/>
                  </a:lnTo>
                  <a:lnTo>
                    <a:pt x="8292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 descr=""/>
            <p:cNvSpPr/>
            <p:nvPr/>
          </p:nvSpPr>
          <p:spPr>
            <a:xfrm>
              <a:off x="9817693" y="9333570"/>
              <a:ext cx="548640" cy="133350"/>
            </a:xfrm>
            <a:custGeom>
              <a:avLst/>
              <a:gdLst/>
              <a:ahLst/>
              <a:cxnLst/>
              <a:rect l="l" t="t" r="r" b="b"/>
              <a:pathLst>
                <a:path w="548640" h="133350">
                  <a:moveTo>
                    <a:pt x="8041" y="0"/>
                  </a:moveTo>
                  <a:lnTo>
                    <a:pt x="4800" y="14518"/>
                  </a:lnTo>
                  <a:lnTo>
                    <a:pt x="2049" y="29201"/>
                  </a:lnTo>
                  <a:lnTo>
                    <a:pt x="284" y="44048"/>
                  </a:lnTo>
                  <a:lnTo>
                    <a:pt x="0" y="59055"/>
                  </a:lnTo>
                  <a:lnTo>
                    <a:pt x="10191" y="87200"/>
                  </a:lnTo>
                  <a:lnTo>
                    <a:pt x="35913" y="104503"/>
                  </a:lnTo>
                  <a:lnTo>
                    <a:pt x="73955" y="113025"/>
                  </a:lnTo>
                  <a:lnTo>
                    <a:pt x="121108" y="114825"/>
                  </a:lnTo>
                  <a:lnTo>
                    <a:pt x="174162" y="111965"/>
                  </a:lnTo>
                  <a:lnTo>
                    <a:pt x="217260" y="110665"/>
                  </a:lnTo>
                  <a:lnTo>
                    <a:pt x="245302" y="114303"/>
                  </a:lnTo>
                  <a:lnTo>
                    <a:pt x="271211" y="120675"/>
                  </a:lnTo>
                  <a:lnTo>
                    <a:pt x="307910" y="127572"/>
                  </a:lnTo>
                  <a:lnTo>
                    <a:pt x="368323" y="132791"/>
                  </a:lnTo>
                  <a:lnTo>
                    <a:pt x="449320" y="129664"/>
                  </a:lnTo>
                  <a:lnTo>
                    <a:pt x="503574" y="115499"/>
                  </a:lnTo>
                  <a:lnTo>
                    <a:pt x="535170" y="96810"/>
                  </a:lnTo>
                  <a:lnTo>
                    <a:pt x="548192" y="80112"/>
                  </a:lnTo>
                  <a:lnTo>
                    <a:pt x="541135" y="68125"/>
                  </a:lnTo>
                  <a:lnTo>
                    <a:pt x="514814" y="55985"/>
                  </a:lnTo>
                  <a:lnTo>
                    <a:pt x="475122" y="43424"/>
                  </a:lnTo>
                  <a:lnTo>
                    <a:pt x="427955" y="30177"/>
                  </a:lnTo>
                  <a:lnTo>
                    <a:pt x="427128" y="31360"/>
                  </a:lnTo>
                  <a:lnTo>
                    <a:pt x="377099" y="55045"/>
                  </a:lnTo>
                  <a:lnTo>
                    <a:pt x="340786" y="65778"/>
                  </a:lnTo>
                  <a:lnTo>
                    <a:pt x="300518" y="66113"/>
                  </a:lnTo>
                  <a:lnTo>
                    <a:pt x="238621" y="58605"/>
                  </a:lnTo>
                  <a:lnTo>
                    <a:pt x="187494" y="48909"/>
                  </a:lnTo>
                  <a:lnTo>
                    <a:pt x="137520" y="35437"/>
                  </a:lnTo>
                  <a:lnTo>
                    <a:pt x="90052" y="20951"/>
                  </a:lnTo>
                  <a:lnTo>
                    <a:pt x="46442" y="8217"/>
                  </a:lnTo>
                  <a:lnTo>
                    <a:pt x="8041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 descr=""/>
            <p:cNvSpPr/>
            <p:nvPr/>
          </p:nvSpPr>
          <p:spPr>
            <a:xfrm>
              <a:off x="9401847" y="9433237"/>
              <a:ext cx="1228725" cy="105410"/>
            </a:xfrm>
            <a:custGeom>
              <a:avLst/>
              <a:gdLst/>
              <a:ahLst/>
              <a:cxnLst/>
              <a:rect l="l" t="t" r="r" b="b"/>
              <a:pathLst>
                <a:path w="1228725" h="105409">
                  <a:moveTo>
                    <a:pt x="1227941" y="0"/>
                  </a:moveTo>
                  <a:lnTo>
                    <a:pt x="0" y="4010"/>
                  </a:lnTo>
                  <a:lnTo>
                    <a:pt x="314" y="105221"/>
                  </a:lnTo>
                  <a:lnTo>
                    <a:pt x="1228266" y="101201"/>
                  </a:lnTo>
                  <a:lnTo>
                    <a:pt x="1227941" y="0"/>
                  </a:lnTo>
                  <a:close/>
                </a:path>
              </a:pathLst>
            </a:custGeom>
            <a:solidFill>
              <a:srgbClr val="084F5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0" name="object 29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52999" y="7281076"/>
              <a:ext cx="2039929" cy="2022821"/>
            </a:xfrm>
            <a:prstGeom prst="rect">
              <a:avLst/>
            </a:prstGeom>
          </p:spPr>
        </p:pic>
        <p:sp>
          <p:nvSpPr>
            <p:cNvPr id="291" name="object 291" descr=""/>
            <p:cNvSpPr/>
            <p:nvPr/>
          </p:nvSpPr>
          <p:spPr>
            <a:xfrm>
              <a:off x="7882204" y="8054828"/>
              <a:ext cx="1642110" cy="1483995"/>
            </a:xfrm>
            <a:custGeom>
              <a:avLst/>
              <a:gdLst/>
              <a:ahLst/>
              <a:cxnLst/>
              <a:rect l="l" t="t" r="r" b="b"/>
              <a:pathLst>
                <a:path w="1642109" h="1483995">
                  <a:moveTo>
                    <a:pt x="1641767" y="131368"/>
                  </a:moveTo>
                  <a:lnTo>
                    <a:pt x="1641348" y="0"/>
                  </a:lnTo>
                  <a:lnTo>
                    <a:pt x="829475" y="2654"/>
                  </a:lnTo>
                  <a:lnTo>
                    <a:pt x="0" y="5359"/>
                  </a:lnTo>
                  <a:lnTo>
                    <a:pt x="406" y="136740"/>
                  </a:lnTo>
                  <a:lnTo>
                    <a:pt x="747953" y="134302"/>
                  </a:lnTo>
                  <a:lnTo>
                    <a:pt x="1519948" y="1483639"/>
                  </a:lnTo>
                  <a:lnTo>
                    <a:pt x="1637131" y="1414335"/>
                  </a:lnTo>
                  <a:lnTo>
                    <a:pt x="904494" y="133794"/>
                  </a:lnTo>
                  <a:lnTo>
                    <a:pt x="1641767" y="131368"/>
                  </a:lnTo>
                  <a:close/>
                </a:path>
              </a:pathLst>
            </a:custGeom>
            <a:solidFill>
              <a:srgbClr val="08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 descr=""/>
            <p:cNvSpPr/>
            <p:nvPr/>
          </p:nvSpPr>
          <p:spPr>
            <a:xfrm>
              <a:off x="7070268" y="8382856"/>
              <a:ext cx="1574800" cy="1559560"/>
            </a:xfrm>
            <a:custGeom>
              <a:avLst/>
              <a:gdLst/>
              <a:ahLst/>
              <a:cxnLst/>
              <a:rect l="l" t="t" r="r" b="b"/>
              <a:pathLst>
                <a:path w="1574800" h="1559559">
                  <a:moveTo>
                    <a:pt x="1574596" y="674814"/>
                  </a:moveTo>
                  <a:lnTo>
                    <a:pt x="1529499" y="676884"/>
                  </a:lnTo>
                  <a:lnTo>
                    <a:pt x="1464170" y="683869"/>
                  </a:lnTo>
                  <a:lnTo>
                    <a:pt x="1422476" y="688797"/>
                  </a:lnTo>
                  <a:lnTo>
                    <a:pt x="1323644" y="701154"/>
                  </a:lnTo>
                  <a:lnTo>
                    <a:pt x="1207668" y="716318"/>
                  </a:lnTo>
                  <a:lnTo>
                    <a:pt x="1010640" y="742924"/>
                  </a:lnTo>
                  <a:lnTo>
                    <a:pt x="801052" y="772109"/>
                  </a:lnTo>
                  <a:lnTo>
                    <a:pt x="915441" y="682244"/>
                  </a:lnTo>
                  <a:lnTo>
                    <a:pt x="1108862" y="531469"/>
                  </a:lnTo>
                  <a:lnTo>
                    <a:pt x="1231785" y="436613"/>
                  </a:lnTo>
                  <a:lnTo>
                    <a:pt x="1298968" y="385419"/>
                  </a:lnTo>
                  <a:lnTo>
                    <a:pt x="1351724" y="345960"/>
                  </a:lnTo>
                  <a:lnTo>
                    <a:pt x="1387817" y="320027"/>
                  </a:lnTo>
                  <a:lnTo>
                    <a:pt x="1404988" y="309422"/>
                  </a:lnTo>
                  <a:lnTo>
                    <a:pt x="1402461" y="296494"/>
                  </a:lnTo>
                  <a:lnTo>
                    <a:pt x="1366367" y="319697"/>
                  </a:lnTo>
                  <a:lnTo>
                    <a:pt x="1315999" y="356616"/>
                  </a:lnTo>
                  <a:lnTo>
                    <a:pt x="1248092" y="407873"/>
                  </a:lnTo>
                  <a:lnTo>
                    <a:pt x="1165644" y="471055"/>
                  </a:lnTo>
                  <a:lnTo>
                    <a:pt x="1021232" y="582955"/>
                  </a:lnTo>
                  <a:lnTo>
                    <a:pt x="805713" y="751459"/>
                  </a:lnTo>
                  <a:lnTo>
                    <a:pt x="784580" y="768146"/>
                  </a:lnTo>
                  <a:lnTo>
                    <a:pt x="846086" y="541591"/>
                  </a:lnTo>
                  <a:lnTo>
                    <a:pt x="993902" y="3568"/>
                  </a:lnTo>
                  <a:lnTo>
                    <a:pt x="981405" y="0"/>
                  </a:lnTo>
                  <a:lnTo>
                    <a:pt x="773023" y="760907"/>
                  </a:lnTo>
                  <a:lnTo>
                    <a:pt x="764857" y="740232"/>
                  </a:lnTo>
                  <a:lnTo>
                    <a:pt x="662216" y="484289"/>
                  </a:lnTo>
                  <a:lnTo>
                    <a:pt x="592937" y="313651"/>
                  </a:lnTo>
                  <a:lnTo>
                    <a:pt x="553034" y="216827"/>
                  </a:lnTo>
                  <a:lnTo>
                    <a:pt x="519772" y="137769"/>
                  </a:lnTo>
                  <a:lnTo>
                    <a:pt x="494563" y="80086"/>
                  </a:lnTo>
                  <a:lnTo>
                    <a:pt x="474891" y="41554"/>
                  </a:lnTo>
                  <a:lnTo>
                    <a:pt x="466305" y="51422"/>
                  </a:lnTo>
                  <a:lnTo>
                    <a:pt x="469785" y="57086"/>
                  </a:lnTo>
                  <a:lnTo>
                    <a:pt x="475449" y="68453"/>
                  </a:lnTo>
                  <a:lnTo>
                    <a:pt x="492823" y="107086"/>
                  </a:lnTo>
                  <a:lnTo>
                    <a:pt x="532244" y="200164"/>
                  </a:lnTo>
                  <a:lnTo>
                    <a:pt x="566039" y="282041"/>
                  </a:lnTo>
                  <a:lnTo>
                    <a:pt x="625614" y="428459"/>
                  </a:lnTo>
                  <a:lnTo>
                    <a:pt x="716648" y="654850"/>
                  </a:lnTo>
                  <a:lnTo>
                    <a:pt x="754888" y="750925"/>
                  </a:lnTo>
                  <a:lnTo>
                    <a:pt x="744575" y="742645"/>
                  </a:lnTo>
                  <a:lnTo>
                    <a:pt x="530212" y="572643"/>
                  </a:lnTo>
                  <a:lnTo>
                    <a:pt x="386562" y="459727"/>
                  </a:lnTo>
                  <a:lnTo>
                    <a:pt x="304533" y="395960"/>
                  </a:lnTo>
                  <a:lnTo>
                    <a:pt x="236969" y="344233"/>
                  </a:lnTo>
                  <a:lnTo>
                    <a:pt x="186867" y="306971"/>
                  </a:lnTo>
                  <a:lnTo>
                    <a:pt x="150926" y="283514"/>
                  </a:lnTo>
                  <a:lnTo>
                    <a:pt x="148310" y="296405"/>
                  </a:lnTo>
                  <a:lnTo>
                    <a:pt x="154368" y="299720"/>
                  </a:lnTo>
                  <a:lnTo>
                    <a:pt x="165404" y="307124"/>
                  </a:lnTo>
                  <a:lnTo>
                    <a:pt x="201320" y="333311"/>
                  </a:lnTo>
                  <a:lnTo>
                    <a:pt x="253822" y="373151"/>
                  </a:lnTo>
                  <a:lnTo>
                    <a:pt x="320649" y="424815"/>
                  </a:lnTo>
                  <a:lnTo>
                    <a:pt x="442925" y="520534"/>
                  </a:lnTo>
                  <a:lnTo>
                    <a:pt x="635317" y="672655"/>
                  </a:lnTo>
                  <a:lnTo>
                    <a:pt x="748449" y="762800"/>
                  </a:lnTo>
                  <a:lnTo>
                    <a:pt x="561174" y="710438"/>
                  </a:lnTo>
                  <a:lnTo>
                    <a:pt x="369328" y="657644"/>
                  </a:lnTo>
                  <a:lnTo>
                    <a:pt x="256324" y="627062"/>
                  </a:lnTo>
                  <a:lnTo>
                    <a:pt x="159956" y="601560"/>
                  </a:lnTo>
                  <a:lnTo>
                    <a:pt x="119265" y="591083"/>
                  </a:lnTo>
                  <a:lnTo>
                    <a:pt x="55410" y="575398"/>
                  </a:lnTo>
                  <a:lnTo>
                    <a:pt x="10985" y="567296"/>
                  </a:lnTo>
                  <a:lnTo>
                    <a:pt x="13462" y="580212"/>
                  </a:lnTo>
                  <a:lnTo>
                    <a:pt x="20307" y="580898"/>
                  </a:lnTo>
                  <a:lnTo>
                    <a:pt x="33312" y="583399"/>
                  </a:lnTo>
                  <a:lnTo>
                    <a:pt x="76377" y="593483"/>
                  </a:lnTo>
                  <a:lnTo>
                    <a:pt x="139915" y="609663"/>
                  </a:lnTo>
                  <a:lnTo>
                    <a:pt x="221183" y="631139"/>
                  </a:lnTo>
                  <a:lnTo>
                    <a:pt x="370293" y="671537"/>
                  </a:lnTo>
                  <a:lnTo>
                    <a:pt x="605510" y="736498"/>
                  </a:lnTo>
                  <a:lnTo>
                    <a:pt x="755218" y="778471"/>
                  </a:lnTo>
                  <a:lnTo>
                    <a:pt x="655421" y="792353"/>
                  </a:lnTo>
                  <a:lnTo>
                    <a:pt x="0" y="886129"/>
                  </a:lnTo>
                  <a:lnTo>
                    <a:pt x="1828" y="899185"/>
                  </a:lnTo>
                  <a:lnTo>
                    <a:pt x="566521" y="818286"/>
                  </a:lnTo>
                  <a:lnTo>
                    <a:pt x="754316" y="792048"/>
                  </a:lnTo>
                  <a:lnTo>
                    <a:pt x="140436" y="1276832"/>
                  </a:lnTo>
                  <a:lnTo>
                    <a:pt x="148412" y="1287221"/>
                  </a:lnTo>
                  <a:lnTo>
                    <a:pt x="598500" y="931214"/>
                  </a:lnTo>
                  <a:lnTo>
                    <a:pt x="761441" y="803224"/>
                  </a:lnTo>
                  <a:lnTo>
                    <a:pt x="683818" y="1091679"/>
                  </a:lnTo>
                  <a:lnTo>
                    <a:pt x="636727" y="1269961"/>
                  </a:lnTo>
                  <a:lnTo>
                    <a:pt x="610476" y="1371498"/>
                  </a:lnTo>
                  <a:lnTo>
                    <a:pt x="589559" y="1454810"/>
                  </a:lnTo>
                  <a:lnTo>
                    <a:pt x="575068" y="1516189"/>
                  </a:lnTo>
                  <a:lnTo>
                    <a:pt x="567626" y="1558937"/>
                  </a:lnTo>
                  <a:lnTo>
                    <a:pt x="580339" y="1556423"/>
                  </a:lnTo>
                  <a:lnTo>
                    <a:pt x="580961" y="1549781"/>
                  </a:lnTo>
                  <a:lnTo>
                    <a:pt x="583272" y="1537246"/>
                  </a:lnTo>
                  <a:lnTo>
                    <a:pt x="592594" y="1495831"/>
                  </a:lnTo>
                  <a:lnTo>
                    <a:pt x="616991" y="1397584"/>
                  </a:lnTo>
                  <a:lnTo>
                    <a:pt x="639152" y="1311694"/>
                  </a:lnTo>
                  <a:lnTo>
                    <a:pt x="679475" y="1158633"/>
                  </a:lnTo>
                  <a:lnTo>
                    <a:pt x="742657" y="922642"/>
                  </a:lnTo>
                  <a:lnTo>
                    <a:pt x="775322" y="802233"/>
                  </a:lnTo>
                  <a:lnTo>
                    <a:pt x="862533" y="1021270"/>
                  </a:lnTo>
                  <a:lnTo>
                    <a:pt x="1067079" y="1539722"/>
                  </a:lnTo>
                  <a:lnTo>
                    <a:pt x="1079119" y="1534833"/>
                  </a:lnTo>
                  <a:lnTo>
                    <a:pt x="785444" y="792302"/>
                  </a:lnTo>
                  <a:lnTo>
                    <a:pt x="950569" y="923848"/>
                  </a:lnTo>
                  <a:lnTo>
                    <a:pt x="1398231" y="1282992"/>
                  </a:lnTo>
                  <a:lnTo>
                    <a:pt x="1406283" y="1272654"/>
                  </a:lnTo>
                  <a:lnTo>
                    <a:pt x="807618" y="793153"/>
                  </a:lnTo>
                  <a:lnTo>
                    <a:pt x="991641" y="844715"/>
                  </a:lnTo>
                  <a:lnTo>
                    <a:pt x="1540891" y="1000645"/>
                  </a:lnTo>
                  <a:lnTo>
                    <a:pt x="1544396" y="987958"/>
                  </a:lnTo>
                  <a:lnTo>
                    <a:pt x="906881" y="807085"/>
                  </a:lnTo>
                  <a:lnTo>
                    <a:pt x="820115" y="782840"/>
                  </a:lnTo>
                  <a:lnTo>
                    <a:pt x="963320" y="762812"/>
                  </a:lnTo>
                  <a:lnTo>
                    <a:pt x="1204899" y="729970"/>
                  </a:lnTo>
                  <a:lnTo>
                    <a:pt x="1357960" y="709917"/>
                  </a:lnTo>
                  <a:lnTo>
                    <a:pt x="1441297" y="699528"/>
                  </a:lnTo>
                  <a:lnTo>
                    <a:pt x="1506372" y="692010"/>
                  </a:lnTo>
                  <a:lnTo>
                    <a:pt x="1550377" y="687793"/>
                  </a:lnTo>
                  <a:lnTo>
                    <a:pt x="1563585" y="687044"/>
                  </a:lnTo>
                  <a:lnTo>
                    <a:pt x="1570469" y="687285"/>
                  </a:lnTo>
                  <a:lnTo>
                    <a:pt x="1574596" y="674814"/>
                  </a:lnTo>
                  <a:close/>
                </a:path>
              </a:pathLst>
            </a:custGeom>
            <a:solidFill>
              <a:srgbClr val="1F6C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 descr=""/>
            <p:cNvSpPr/>
            <p:nvPr/>
          </p:nvSpPr>
          <p:spPr>
            <a:xfrm>
              <a:off x="6985615" y="8302099"/>
              <a:ext cx="1698625" cy="1727200"/>
            </a:xfrm>
            <a:custGeom>
              <a:avLst/>
              <a:gdLst/>
              <a:ahLst/>
              <a:cxnLst/>
              <a:rect l="l" t="t" r="r" b="b"/>
              <a:pathLst>
                <a:path w="1698625" h="1727200">
                  <a:moveTo>
                    <a:pt x="846571" y="0"/>
                  </a:moveTo>
                  <a:lnTo>
                    <a:pt x="798453" y="1526"/>
                  </a:lnTo>
                  <a:lnTo>
                    <a:pt x="751038" y="5740"/>
                  </a:lnTo>
                  <a:lnTo>
                    <a:pt x="704400" y="12569"/>
                  </a:lnTo>
                  <a:lnTo>
                    <a:pt x="658609" y="21937"/>
                  </a:lnTo>
                  <a:lnTo>
                    <a:pt x="613738" y="33773"/>
                  </a:lnTo>
                  <a:lnTo>
                    <a:pt x="569858" y="48001"/>
                  </a:lnTo>
                  <a:lnTo>
                    <a:pt x="527043" y="64548"/>
                  </a:lnTo>
                  <a:lnTo>
                    <a:pt x="485363" y="83341"/>
                  </a:lnTo>
                  <a:lnTo>
                    <a:pt x="444891" y="104306"/>
                  </a:lnTo>
                  <a:lnTo>
                    <a:pt x="405699" y="127369"/>
                  </a:lnTo>
                  <a:lnTo>
                    <a:pt x="367859" y="152457"/>
                  </a:lnTo>
                  <a:lnTo>
                    <a:pt x="331442" y="179495"/>
                  </a:lnTo>
                  <a:lnTo>
                    <a:pt x="296522" y="208411"/>
                  </a:lnTo>
                  <a:lnTo>
                    <a:pt x="263169" y="239130"/>
                  </a:lnTo>
                  <a:lnTo>
                    <a:pt x="231456" y="271578"/>
                  </a:lnTo>
                  <a:lnTo>
                    <a:pt x="201456" y="305683"/>
                  </a:lnTo>
                  <a:lnTo>
                    <a:pt x="173239" y="341370"/>
                  </a:lnTo>
                  <a:lnTo>
                    <a:pt x="146878" y="378566"/>
                  </a:lnTo>
                  <a:lnTo>
                    <a:pt x="122445" y="417196"/>
                  </a:lnTo>
                  <a:lnTo>
                    <a:pt x="100012" y="457188"/>
                  </a:lnTo>
                  <a:lnTo>
                    <a:pt x="79652" y="498468"/>
                  </a:lnTo>
                  <a:lnTo>
                    <a:pt x="61435" y="540961"/>
                  </a:lnTo>
                  <a:lnTo>
                    <a:pt x="45434" y="584595"/>
                  </a:lnTo>
                  <a:lnTo>
                    <a:pt x="31721" y="629295"/>
                  </a:lnTo>
                  <a:lnTo>
                    <a:pt x="20369" y="674988"/>
                  </a:lnTo>
                  <a:lnTo>
                    <a:pt x="11448" y="721600"/>
                  </a:lnTo>
                  <a:lnTo>
                    <a:pt x="5032" y="769057"/>
                  </a:lnTo>
                  <a:lnTo>
                    <a:pt x="1192" y="817287"/>
                  </a:lnTo>
                  <a:lnTo>
                    <a:pt x="0" y="866214"/>
                  </a:lnTo>
                  <a:lnTo>
                    <a:pt x="1501" y="915133"/>
                  </a:lnTo>
                  <a:lnTo>
                    <a:pt x="5647" y="963336"/>
                  </a:lnTo>
                  <a:lnTo>
                    <a:pt x="12364" y="1010751"/>
                  </a:lnTo>
                  <a:lnTo>
                    <a:pt x="21579" y="1057304"/>
                  </a:lnTo>
                  <a:lnTo>
                    <a:pt x="33221" y="1102922"/>
                  </a:lnTo>
                  <a:lnTo>
                    <a:pt x="47216" y="1147531"/>
                  </a:lnTo>
                  <a:lnTo>
                    <a:pt x="63493" y="1191060"/>
                  </a:lnTo>
                  <a:lnTo>
                    <a:pt x="81979" y="1233434"/>
                  </a:lnTo>
                  <a:lnTo>
                    <a:pt x="102600" y="1274580"/>
                  </a:lnTo>
                  <a:lnTo>
                    <a:pt x="125286" y="1314425"/>
                  </a:lnTo>
                  <a:lnTo>
                    <a:pt x="149963" y="1352895"/>
                  </a:lnTo>
                  <a:lnTo>
                    <a:pt x="176558" y="1389918"/>
                  </a:lnTo>
                  <a:lnTo>
                    <a:pt x="205000" y="1425421"/>
                  </a:lnTo>
                  <a:lnTo>
                    <a:pt x="235216" y="1459329"/>
                  </a:lnTo>
                  <a:lnTo>
                    <a:pt x="267134" y="1491570"/>
                  </a:lnTo>
                  <a:lnTo>
                    <a:pt x="300680" y="1522071"/>
                  </a:lnTo>
                  <a:lnTo>
                    <a:pt x="335783" y="1550758"/>
                  </a:lnTo>
                  <a:lnTo>
                    <a:pt x="372370" y="1577559"/>
                  </a:lnTo>
                  <a:lnTo>
                    <a:pt x="410368" y="1602399"/>
                  </a:lnTo>
                  <a:lnTo>
                    <a:pt x="449705" y="1625206"/>
                  </a:lnTo>
                  <a:lnTo>
                    <a:pt x="490309" y="1645906"/>
                  </a:lnTo>
                  <a:lnTo>
                    <a:pt x="532107" y="1664427"/>
                  </a:lnTo>
                  <a:lnTo>
                    <a:pt x="575026" y="1680695"/>
                  </a:lnTo>
                  <a:lnTo>
                    <a:pt x="618995" y="1694637"/>
                  </a:lnTo>
                  <a:lnTo>
                    <a:pt x="663940" y="1706179"/>
                  </a:lnTo>
                  <a:lnTo>
                    <a:pt x="709789" y="1715248"/>
                  </a:lnTo>
                  <a:lnTo>
                    <a:pt x="756470" y="1721772"/>
                  </a:lnTo>
                  <a:lnTo>
                    <a:pt x="803910" y="1725677"/>
                  </a:lnTo>
                  <a:lnTo>
                    <a:pt x="852036" y="1726889"/>
                  </a:lnTo>
                  <a:lnTo>
                    <a:pt x="900154" y="1725362"/>
                  </a:lnTo>
                  <a:lnTo>
                    <a:pt x="947569" y="1721146"/>
                  </a:lnTo>
                  <a:lnTo>
                    <a:pt x="994207" y="1714317"/>
                  </a:lnTo>
                  <a:lnTo>
                    <a:pt x="1039998" y="1704948"/>
                  </a:lnTo>
                  <a:lnTo>
                    <a:pt x="1084869" y="1693112"/>
                  </a:lnTo>
                  <a:lnTo>
                    <a:pt x="1128748" y="1678883"/>
                  </a:lnTo>
                  <a:lnTo>
                    <a:pt x="1171563" y="1662335"/>
                  </a:lnTo>
                  <a:lnTo>
                    <a:pt x="1213242" y="1643541"/>
                  </a:lnTo>
                  <a:lnTo>
                    <a:pt x="1230484" y="1634609"/>
                  </a:lnTo>
                  <a:lnTo>
                    <a:pt x="851743" y="1634609"/>
                  </a:lnTo>
                  <a:lnTo>
                    <a:pt x="803839" y="1633245"/>
                  </a:lnTo>
                  <a:lnTo>
                    <a:pt x="756706" y="1628899"/>
                  </a:lnTo>
                  <a:lnTo>
                    <a:pt x="710436" y="1621662"/>
                  </a:lnTo>
                  <a:lnTo>
                    <a:pt x="665117" y="1611624"/>
                  </a:lnTo>
                  <a:lnTo>
                    <a:pt x="620841" y="1598877"/>
                  </a:lnTo>
                  <a:lnTo>
                    <a:pt x="577695" y="1583510"/>
                  </a:lnTo>
                  <a:lnTo>
                    <a:pt x="535771" y="1565615"/>
                  </a:lnTo>
                  <a:lnTo>
                    <a:pt x="495159" y="1545283"/>
                  </a:lnTo>
                  <a:lnTo>
                    <a:pt x="455947" y="1522604"/>
                  </a:lnTo>
                  <a:lnTo>
                    <a:pt x="418226" y="1497669"/>
                  </a:lnTo>
                  <a:lnTo>
                    <a:pt x="382086" y="1470568"/>
                  </a:lnTo>
                  <a:lnTo>
                    <a:pt x="347617" y="1441393"/>
                  </a:lnTo>
                  <a:lnTo>
                    <a:pt x="314907" y="1410234"/>
                  </a:lnTo>
                  <a:lnTo>
                    <a:pt x="284049" y="1377182"/>
                  </a:lnTo>
                  <a:lnTo>
                    <a:pt x="255130" y="1342327"/>
                  </a:lnTo>
                  <a:lnTo>
                    <a:pt x="228241" y="1305761"/>
                  </a:lnTo>
                  <a:lnTo>
                    <a:pt x="203472" y="1267574"/>
                  </a:lnTo>
                  <a:lnTo>
                    <a:pt x="180912" y="1227857"/>
                  </a:lnTo>
                  <a:lnTo>
                    <a:pt x="160652" y="1186700"/>
                  </a:lnTo>
                  <a:lnTo>
                    <a:pt x="142781" y="1144195"/>
                  </a:lnTo>
                  <a:lnTo>
                    <a:pt x="127389" y="1100432"/>
                  </a:lnTo>
                  <a:lnTo>
                    <a:pt x="114566" y="1055501"/>
                  </a:lnTo>
                  <a:lnTo>
                    <a:pt x="104402" y="1009494"/>
                  </a:lnTo>
                  <a:lnTo>
                    <a:pt x="96987" y="962501"/>
                  </a:lnTo>
                  <a:lnTo>
                    <a:pt x="92410" y="914613"/>
                  </a:lnTo>
                  <a:lnTo>
                    <a:pt x="90761" y="865921"/>
                  </a:lnTo>
                  <a:lnTo>
                    <a:pt x="92103" y="817219"/>
                  </a:lnTo>
                  <a:lnTo>
                    <a:pt x="96378" y="769302"/>
                  </a:lnTo>
                  <a:lnTo>
                    <a:pt x="103496" y="722261"/>
                  </a:lnTo>
                  <a:lnTo>
                    <a:pt x="113370" y="676189"/>
                  </a:lnTo>
                  <a:lnTo>
                    <a:pt x="125908" y="631175"/>
                  </a:lnTo>
                  <a:lnTo>
                    <a:pt x="141023" y="587312"/>
                  </a:lnTo>
                  <a:lnTo>
                    <a:pt x="158625" y="544690"/>
                  </a:lnTo>
                  <a:lnTo>
                    <a:pt x="178625" y="503402"/>
                  </a:lnTo>
                  <a:lnTo>
                    <a:pt x="200932" y="463538"/>
                  </a:lnTo>
                  <a:lnTo>
                    <a:pt x="225459" y="425189"/>
                  </a:lnTo>
                  <a:lnTo>
                    <a:pt x="252116" y="388448"/>
                  </a:lnTo>
                  <a:lnTo>
                    <a:pt x="280814" y="353405"/>
                  </a:lnTo>
                  <a:lnTo>
                    <a:pt x="311463" y="320152"/>
                  </a:lnTo>
                  <a:lnTo>
                    <a:pt x="343974" y="288780"/>
                  </a:lnTo>
                  <a:lnTo>
                    <a:pt x="378257" y="259380"/>
                  </a:lnTo>
                  <a:lnTo>
                    <a:pt x="414225" y="232044"/>
                  </a:lnTo>
                  <a:lnTo>
                    <a:pt x="451787" y="206863"/>
                  </a:lnTo>
                  <a:lnTo>
                    <a:pt x="490854" y="183928"/>
                  </a:lnTo>
                  <a:lnTo>
                    <a:pt x="531337" y="163332"/>
                  </a:lnTo>
                  <a:lnTo>
                    <a:pt x="573146" y="145164"/>
                  </a:lnTo>
                  <a:lnTo>
                    <a:pt x="616193" y="129516"/>
                  </a:lnTo>
                  <a:lnTo>
                    <a:pt x="660388" y="116480"/>
                  </a:lnTo>
                  <a:lnTo>
                    <a:pt x="705642" y="106147"/>
                  </a:lnTo>
                  <a:lnTo>
                    <a:pt x="751865" y="98608"/>
                  </a:lnTo>
                  <a:lnTo>
                    <a:pt x="798969" y="93955"/>
                  </a:lnTo>
                  <a:lnTo>
                    <a:pt x="846864" y="92279"/>
                  </a:lnTo>
                  <a:lnTo>
                    <a:pt x="1230471" y="92279"/>
                  </a:lnTo>
                  <a:lnTo>
                    <a:pt x="1208298" y="80976"/>
                  </a:lnTo>
                  <a:lnTo>
                    <a:pt x="1166500" y="62456"/>
                  </a:lnTo>
                  <a:lnTo>
                    <a:pt x="1123581" y="46189"/>
                  </a:lnTo>
                  <a:lnTo>
                    <a:pt x="1079612" y="32248"/>
                  </a:lnTo>
                  <a:lnTo>
                    <a:pt x="1034667" y="20706"/>
                  </a:lnTo>
                  <a:lnTo>
                    <a:pt x="988818" y="11637"/>
                  </a:lnTo>
                  <a:lnTo>
                    <a:pt x="942137" y="5115"/>
                  </a:lnTo>
                  <a:lnTo>
                    <a:pt x="894697" y="1211"/>
                  </a:lnTo>
                  <a:lnTo>
                    <a:pt x="846571" y="0"/>
                  </a:lnTo>
                  <a:close/>
                </a:path>
                <a:path w="1698625" h="1727200">
                  <a:moveTo>
                    <a:pt x="1230471" y="92279"/>
                  </a:moveTo>
                  <a:lnTo>
                    <a:pt x="846864" y="92279"/>
                  </a:lnTo>
                  <a:lnTo>
                    <a:pt x="894768" y="93642"/>
                  </a:lnTo>
                  <a:lnTo>
                    <a:pt x="941901" y="97988"/>
                  </a:lnTo>
                  <a:lnTo>
                    <a:pt x="988171" y="105224"/>
                  </a:lnTo>
                  <a:lnTo>
                    <a:pt x="1033489" y="115261"/>
                  </a:lnTo>
                  <a:lnTo>
                    <a:pt x="1077765" y="128008"/>
                  </a:lnTo>
                  <a:lnTo>
                    <a:pt x="1120910" y="143374"/>
                  </a:lnTo>
                  <a:lnTo>
                    <a:pt x="1162834" y="161269"/>
                  </a:lnTo>
                  <a:lnTo>
                    <a:pt x="1203446" y="181601"/>
                  </a:lnTo>
                  <a:lnTo>
                    <a:pt x="1242658" y="204280"/>
                  </a:lnTo>
                  <a:lnTo>
                    <a:pt x="1280378" y="229215"/>
                  </a:lnTo>
                  <a:lnTo>
                    <a:pt x="1316518" y="256315"/>
                  </a:lnTo>
                  <a:lnTo>
                    <a:pt x="1350987" y="285491"/>
                  </a:lnTo>
                  <a:lnTo>
                    <a:pt x="1383696" y="316650"/>
                  </a:lnTo>
                  <a:lnTo>
                    <a:pt x="1414554" y="349702"/>
                  </a:lnTo>
                  <a:lnTo>
                    <a:pt x="1443473" y="384556"/>
                  </a:lnTo>
                  <a:lnTo>
                    <a:pt x="1470362" y="421122"/>
                  </a:lnTo>
                  <a:lnTo>
                    <a:pt x="1495131" y="459309"/>
                  </a:lnTo>
                  <a:lnTo>
                    <a:pt x="1517690" y="499026"/>
                  </a:lnTo>
                  <a:lnTo>
                    <a:pt x="1537950" y="540183"/>
                  </a:lnTo>
                  <a:lnTo>
                    <a:pt x="1555822" y="582688"/>
                  </a:lnTo>
                  <a:lnTo>
                    <a:pt x="1571214" y="626451"/>
                  </a:lnTo>
                  <a:lnTo>
                    <a:pt x="1584037" y="671381"/>
                  </a:lnTo>
                  <a:lnTo>
                    <a:pt x="1594202" y="717387"/>
                  </a:lnTo>
                  <a:lnTo>
                    <a:pt x="1601618" y="764379"/>
                  </a:lnTo>
                  <a:lnTo>
                    <a:pt x="1606196" y="812266"/>
                  </a:lnTo>
                  <a:lnTo>
                    <a:pt x="1607846" y="860958"/>
                  </a:lnTo>
                  <a:lnTo>
                    <a:pt x="1606504" y="909660"/>
                  </a:lnTo>
                  <a:lnTo>
                    <a:pt x="1602229" y="957577"/>
                  </a:lnTo>
                  <a:lnTo>
                    <a:pt x="1595111" y="1004617"/>
                  </a:lnTo>
                  <a:lnTo>
                    <a:pt x="1585237" y="1050690"/>
                  </a:lnTo>
                  <a:lnTo>
                    <a:pt x="1572698" y="1095704"/>
                  </a:lnTo>
                  <a:lnTo>
                    <a:pt x="1557584" y="1139567"/>
                  </a:lnTo>
                  <a:lnTo>
                    <a:pt x="1539982" y="1182188"/>
                  </a:lnTo>
                  <a:lnTo>
                    <a:pt x="1519982" y="1223477"/>
                  </a:lnTo>
                  <a:lnTo>
                    <a:pt x="1497675" y="1263341"/>
                  </a:lnTo>
                  <a:lnTo>
                    <a:pt x="1473148" y="1301690"/>
                  </a:lnTo>
                  <a:lnTo>
                    <a:pt x="1446491" y="1338431"/>
                  </a:lnTo>
                  <a:lnTo>
                    <a:pt x="1417793" y="1373474"/>
                  </a:lnTo>
                  <a:lnTo>
                    <a:pt x="1387144" y="1406728"/>
                  </a:lnTo>
                  <a:lnTo>
                    <a:pt x="1354633" y="1438100"/>
                  </a:lnTo>
                  <a:lnTo>
                    <a:pt x="1320350" y="1467500"/>
                  </a:lnTo>
                  <a:lnTo>
                    <a:pt x="1284382" y="1494837"/>
                  </a:lnTo>
                  <a:lnTo>
                    <a:pt x="1246820" y="1520018"/>
                  </a:lnTo>
                  <a:lnTo>
                    <a:pt x="1207753" y="1542953"/>
                  </a:lnTo>
                  <a:lnTo>
                    <a:pt x="1167270" y="1563551"/>
                  </a:lnTo>
                  <a:lnTo>
                    <a:pt x="1125461" y="1581720"/>
                  </a:lnTo>
                  <a:lnTo>
                    <a:pt x="1082414" y="1597368"/>
                  </a:lnTo>
                  <a:lnTo>
                    <a:pt x="1038219" y="1610405"/>
                  </a:lnTo>
                  <a:lnTo>
                    <a:pt x="992965" y="1620739"/>
                  </a:lnTo>
                  <a:lnTo>
                    <a:pt x="946742" y="1628278"/>
                  </a:lnTo>
                  <a:lnTo>
                    <a:pt x="899638" y="1632932"/>
                  </a:lnTo>
                  <a:lnTo>
                    <a:pt x="851743" y="1634609"/>
                  </a:lnTo>
                  <a:lnTo>
                    <a:pt x="1230484" y="1634609"/>
                  </a:lnTo>
                  <a:lnTo>
                    <a:pt x="1292906" y="1599512"/>
                  </a:lnTo>
                  <a:lnTo>
                    <a:pt x="1330746" y="1574424"/>
                  </a:lnTo>
                  <a:lnTo>
                    <a:pt x="1367162" y="1547385"/>
                  </a:lnTo>
                  <a:lnTo>
                    <a:pt x="1402082" y="1518469"/>
                  </a:lnTo>
                  <a:lnTo>
                    <a:pt x="1435434" y="1487750"/>
                  </a:lnTo>
                  <a:lnTo>
                    <a:pt x="1467147" y="1455301"/>
                  </a:lnTo>
                  <a:lnTo>
                    <a:pt x="1497147" y="1421196"/>
                  </a:lnTo>
                  <a:lnTo>
                    <a:pt x="1525364" y="1385509"/>
                  </a:lnTo>
                  <a:lnTo>
                    <a:pt x="1551724" y="1348313"/>
                  </a:lnTo>
                  <a:lnTo>
                    <a:pt x="1576157" y="1309683"/>
                  </a:lnTo>
                  <a:lnTo>
                    <a:pt x="1598590" y="1269691"/>
                  </a:lnTo>
                  <a:lnTo>
                    <a:pt x="1618951" y="1228411"/>
                  </a:lnTo>
                  <a:lnTo>
                    <a:pt x="1637168" y="1185917"/>
                  </a:lnTo>
                  <a:lnTo>
                    <a:pt x="1653169" y="1142284"/>
                  </a:lnTo>
                  <a:lnTo>
                    <a:pt x="1666882" y="1097584"/>
                  </a:lnTo>
                  <a:lnTo>
                    <a:pt x="1678235" y="1051891"/>
                  </a:lnTo>
                  <a:lnTo>
                    <a:pt x="1687156" y="1005279"/>
                  </a:lnTo>
                  <a:lnTo>
                    <a:pt x="1693573" y="957821"/>
                  </a:lnTo>
                  <a:lnTo>
                    <a:pt x="1697414" y="909592"/>
                  </a:lnTo>
                  <a:lnTo>
                    <a:pt x="1698607" y="860664"/>
                  </a:lnTo>
                  <a:lnTo>
                    <a:pt x="1697106" y="811746"/>
                  </a:lnTo>
                  <a:lnTo>
                    <a:pt x="1692960" y="763543"/>
                  </a:lnTo>
                  <a:lnTo>
                    <a:pt x="1686243" y="716128"/>
                  </a:lnTo>
                  <a:lnTo>
                    <a:pt x="1677028" y="669575"/>
                  </a:lnTo>
                  <a:lnTo>
                    <a:pt x="1665386" y="623957"/>
                  </a:lnTo>
                  <a:lnTo>
                    <a:pt x="1651391" y="579347"/>
                  </a:lnTo>
                  <a:lnTo>
                    <a:pt x="1635114" y="535819"/>
                  </a:lnTo>
                  <a:lnTo>
                    <a:pt x="1616628" y="493445"/>
                  </a:lnTo>
                  <a:lnTo>
                    <a:pt x="1596007" y="452299"/>
                  </a:lnTo>
                  <a:lnTo>
                    <a:pt x="1573321" y="412454"/>
                  </a:lnTo>
                  <a:lnTo>
                    <a:pt x="1548644" y="373984"/>
                  </a:lnTo>
                  <a:lnTo>
                    <a:pt x="1522049" y="336961"/>
                  </a:lnTo>
                  <a:lnTo>
                    <a:pt x="1493606" y="301459"/>
                  </a:lnTo>
                  <a:lnTo>
                    <a:pt x="1463391" y="267550"/>
                  </a:lnTo>
                  <a:lnTo>
                    <a:pt x="1431473" y="235309"/>
                  </a:lnTo>
                  <a:lnTo>
                    <a:pt x="1397927" y="204809"/>
                  </a:lnTo>
                  <a:lnTo>
                    <a:pt x="1362824" y="176122"/>
                  </a:lnTo>
                  <a:lnTo>
                    <a:pt x="1326237" y="149322"/>
                  </a:lnTo>
                  <a:lnTo>
                    <a:pt x="1288239" y="124482"/>
                  </a:lnTo>
                  <a:lnTo>
                    <a:pt x="1248902" y="101676"/>
                  </a:lnTo>
                  <a:lnTo>
                    <a:pt x="1230471" y="92279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 descr=""/>
            <p:cNvSpPr/>
            <p:nvPr/>
          </p:nvSpPr>
          <p:spPr>
            <a:xfrm>
              <a:off x="9257751" y="9657163"/>
              <a:ext cx="360680" cy="367030"/>
            </a:xfrm>
            <a:custGeom>
              <a:avLst/>
              <a:gdLst/>
              <a:ahLst/>
              <a:cxnLst/>
              <a:rect l="l" t="t" r="r" b="b"/>
              <a:pathLst>
                <a:path w="360679" h="367029">
                  <a:moveTo>
                    <a:pt x="179701" y="0"/>
                  </a:moveTo>
                  <a:lnTo>
                    <a:pt x="131796" y="6704"/>
                  </a:lnTo>
                  <a:lnTo>
                    <a:pt x="88790" y="25323"/>
                  </a:lnTo>
                  <a:lnTo>
                    <a:pt x="52395" y="54104"/>
                  </a:lnTo>
                  <a:lnTo>
                    <a:pt x="24323" y="91294"/>
                  </a:lnTo>
                  <a:lnTo>
                    <a:pt x="6287" y="135140"/>
                  </a:lnTo>
                  <a:lnTo>
                    <a:pt x="0" y="183889"/>
                  </a:lnTo>
                  <a:lnTo>
                    <a:pt x="6595" y="232595"/>
                  </a:lnTo>
                  <a:lnTo>
                    <a:pt x="24908" y="276319"/>
                  </a:lnTo>
                  <a:lnTo>
                    <a:pt x="53215" y="313321"/>
                  </a:lnTo>
                  <a:lnTo>
                    <a:pt x="89792" y="341860"/>
                  </a:lnTo>
                  <a:lnTo>
                    <a:pt x="132916" y="360195"/>
                  </a:lnTo>
                  <a:lnTo>
                    <a:pt x="180863" y="366585"/>
                  </a:lnTo>
                  <a:lnTo>
                    <a:pt x="228773" y="359882"/>
                  </a:lnTo>
                  <a:lnTo>
                    <a:pt x="271784" y="341265"/>
                  </a:lnTo>
                  <a:lnTo>
                    <a:pt x="308183" y="312486"/>
                  </a:lnTo>
                  <a:lnTo>
                    <a:pt x="336256" y="275298"/>
                  </a:lnTo>
                  <a:lnTo>
                    <a:pt x="354291" y="231454"/>
                  </a:lnTo>
                  <a:lnTo>
                    <a:pt x="360575" y="182706"/>
                  </a:lnTo>
                  <a:lnTo>
                    <a:pt x="353979" y="134003"/>
                  </a:lnTo>
                  <a:lnTo>
                    <a:pt x="335666" y="90278"/>
                  </a:lnTo>
                  <a:lnTo>
                    <a:pt x="307358" y="53273"/>
                  </a:lnTo>
                  <a:lnTo>
                    <a:pt x="270779" y="24730"/>
                  </a:lnTo>
                  <a:lnTo>
                    <a:pt x="227652" y="6391"/>
                  </a:lnTo>
                  <a:lnTo>
                    <a:pt x="179701" y="0"/>
                  </a:lnTo>
                  <a:close/>
                </a:path>
              </a:pathLst>
            </a:custGeom>
            <a:solidFill>
              <a:srgbClr val="084F5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5" name="object 29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376138" y="9777532"/>
              <a:ext cx="123797" cy="125849"/>
            </a:xfrm>
            <a:prstGeom prst="rect">
              <a:avLst/>
            </a:prstGeom>
          </p:spPr>
        </p:pic>
        <p:sp>
          <p:nvSpPr>
            <p:cNvPr id="296" name="object 296" descr=""/>
            <p:cNvSpPr/>
            <p:nvPr/>
          </p:nvSpPr>
          <p:spPr>
            <a:xfrm>
              <a:off x="8216153" y="7865431"/>
              <a:ext cx="1645285" cy="1442720"/>
            </a:xfrm>
            <a:custGeom>
              <a:avLst/>
              <a:gdLst/>
              <a:ahLst/>
              <a:cxnLst/>
              <a:rect l="l" t="t" r="r" b="b"/>
              <a:pathLst>
                <a:path w="1645284" h="1442720">
                  <a:moveTo>
                    <a:pt x="245320" y="0"/>
                  </a:moveTo>
                  <a:lnTo>
                    <a:pt x="193797" y="296"/>
                  </a:lnTo>
                  <a:lnTo>
                    <a:pt x="147032" y="1130"/>
                  </a:lnTo>
                  <a:lnTo>
                    <a:pt x="105625" y="2532"/>
                  </a:lnTo>
                  <a:lnTo>
                    <a:pt x="41291" y="7168"/>
                  </a:lnTo>
                  <a:lnTo>
                    <a:pt x="0" y="19177"/>
                  </a:lnTo>
                  <a:lnTo>
                    <a:pt x="3362" y="24655"/>
                  </a:lnTo>
                  <a:lnTo>
                    <a:pt x="46773" y="52297"/>
                  </a:lnTo>
                  <a:lnTo>
                    <a:pt x="93501" y="74315"/>
                  </a:lnTo>
                  <a:lnTo>
                    <a:pt x="143018" y="90305"/>
                  </a:lnTo>
                  <a:lnTo>
                    <a:pt x="194799" y="99861"/>
                  </a:lnTo>
                  <a:lnTo>
                    <a:pt x="248318" y="102579"/>
                  </a:lnTo>
                  <a:lnTo>
                    <a:pt x="352180" y="100938"/>
                  </a:lnTo>
                  <a:lnTo>
                    <a:pt x="740909" y="93819"/>
                  </a:lnTo>
                  <a:lnTo>
                    <a:pt x="883083" y="90445"/>
                  </a:lnTo>
                  <a:lnTo>
                    <a:pt x="957581" y="88198"/>
                  </a:lnTo>
                  <a:lnTo>
                    <a:pt x="1055250" y="84580"/>
                  </a:lnTo>
                  <a:lnTo>
                    <a:pt x="1116059" y="82981"/>
                  </a:lnTo>
                  <a:lnTo>
                    <a:pt x="1169623" y="82197"/>
                  </a:lnTo>
                  <a:lnTo>
                    <a:pt x="1216218" y="82126"/>
                  </a:lnTo>
                  <a:lnTo>
                    <a:pt x="1256119" y="82671"/>
                  </a:lnTo>
                  <a:lnTo>
                    <a:pt x="1289600" y="83731"/>
                  </a:lnTo>
                  <a:lnTo>
                    <a:pt x="1316935" y="85208"/>
                  </a:lnTo>
                  <a:lnTo>
                    <a:pt x="1316704" y="86579"/>
                  </a:lnTo>
                  <a:lnTo>
                    <a:pt x="1316296" y="87742"/>
                  </a:lnTo>
                  <a:lnTo>
                    <a:pt x="1311413" y="127219"/>
                  </a:lnTo>
                  <a:lnTo>
                    <a:pt x="1308590" y="168631"/>
                  </a:lnTo>
                  <a:lnTo>
                    <a:pt x="1307523" y="213077"/>
                  </a:lnTo>
                  <a:lnTo>
                    <a:pt x="1308125" y="260251"/>
                  </a:lnTo>
                  <a:lnTo>
                    <a:pt x="1310314" y="309850"/>
                  </a:lnTo>
                  <a:lnTo>
                    <a:pt x="1314002" y="361567"/>
                  </a:lnTo>
                  <a:lnTo>
                    <a:pt x="1319106" y="415097"/>
                  </a:lnTo>
                  <a:lnTo>
                    <a:pt x="1325540" y="470137"/>
                  </a:lnTo>
                  <a:lnTo>
                    <a:pt x="1333220" y="526380"/>
                  </a:lnTo>
                  <a:lnTo>
                    <a:pt x="1342060" y="583522"/>
                  </a:lnTo>
                  <a:lnTo>
                    <a:pt x="1351976" y="641258"/>
                  </a:lnTo>
                  <a:lnTo>
                    <a:pt x="1362882" y="699284"/>
                  </a:lnTo>
                  <a:lnTo>
                    <a:pt x="1374693" y="757293"/>
                  </a:lnTo>
                  <a:lnTo>
                    <a:pt x="1387325" y="814981"/>
                  </a:lnTo>
                  <a:lnTo>
                    <a:pt x="1400693" y="872044"/>
                  </a:lnTo>
                  <a:lnTo>
                    <a:pt x="1414710" y="928176"/>
                  </a:lnTo>
                  <a:lnTo>
                    <a:pt x="1429294" y="983072"/>
                  </a:lnTo>
                  <a:lnTo>
                    <a:pt x="1444358" y="1036427"/>
                  </a:lnTo>
                  <a:lnTo>
                    <a:pt x="1459817" y="1087936"/>
                  </a:lnTo>
                  <a:lnTo>
                    <a:pt x="1475587" y="1137295"/>
                  </a:lnTo>
                  <a:lnTo>
                    <a:pt x="1491582" y="1184199"/>
                  </a:lnTo>
                  <a:lnTo>
                    <a:pt x="1507718" y="1228342"/>
                  </a:lnTo>
                  <a:lnTo>
                    <a:pt x="1523910" y="1269419"/>
                  </a:lnTo>
                  <a:lnTo>
                    <a:pt x="1540072" y="1307126"/>
                  </a:lnTo>
                  <a:lnTo>
                    <a:pt x="1571968" y="1371209"/>
                  </a:lnTo>
                  <a:lnTo>
                    <a:pt x="1602727" y="1418151"/>
                  </a:lnTo>
                  <a:lnTo>
                    <a:pt x="1612967" y="1432907"/>
                  </a:lnTo>
                  <a:lnTo>
                    <a:pt x="1618445" y="1440447"/>
                  </a:lnTo>
                  <a:lnTo>
                    <a:pt x="1626579" y="1442462"/>
                  </a:lnTo>
                  <a:lnTo>
                    <a:pt x="1644789" y="1440643"/>
                  </a:lnTo>
                  <a:lnTo>
                    <a:pt x="1620280" y="1360008"/>
                  </a:lnTo>
                  <a:lnTo>
                    <a:pt x="1593722" y="1270826"/>
                  </a:lnTo>
                  <a:lnTo>
                    <a:pt x="1578160" y="1217393"/>
                  </a:lnTo>
                  <a:lnTo>
                    <a:pt x="1561568" y="1159350"/>
                  </a:lnTo>
                  <a:lnTo>
                    <a:pt x="1544316" y="1097663"/>
                  </a:lnTo>
                  <a:lnTo>
                    <a:pt x="1526772" y="1033294"/>
                  </a:lnTo>
                  <a:lnTo>
                    <a:pt x="1509305" y="967207"/>
                  </a:lnTo>
                  <a:lnTo>
                    <a:pt x="1492286" y="900368"/>
                  </a:lnTo>
                  <a:lnTo>
                    <a:pt x="1476082" y="833739"/>
                  </a:lnTo>
                  <a:lnTo>
                    <a:pt x="1461064" y="768284"/>
                  </a:lnTo>
                  <a:lnTo>
                    <a:pt x="1447601" y="704969"/>
                  </a:lnTo>
                  <a:lnTo>
                    <a:pt x="1431390" y="621023"/>
                  </a:lnTo>
                  <a:lnTo>
                    <a:pt x="1417480" y="541241"/>
                  </a:lnTo>
                  <a:lnTo>
                    <a:pt x="1405697" y="466066"/>
                  </a:lnTo>
                  <a:lnTo>
                    <a:pt x="1395865" y="395941"/>
                  </a:lnTo>
                  <a:lnTo>
                    <a:pt x="1387811" y="331310"/>
                  </a:lnTo>
                  <a:lnTo>
                    <a:pt x="1381358" y="272617"/>
                  </a:lnTo>
                  <a:lnTo>
                    <a:pt x="1376332" y="220305"/>
                  </a:lnTo>
                  <a:lnTo>
                    <a:pt x="1372559" y="174818"/>
                  </a:lnTo>
                  <a:lnTo>
                    <a:pt x="1369864" y="136599"/>
                  </a:lnTo>
                  <a:lnTo>
                    <a:pt x="1367009" y="83738"/>
                  </a:lnTo>
                  <a:lnTo>
                    <a:pt x="1366368" y="65271"/>
                  </a:lnTo>
                  <a:lnTo>
                    <a:pt x="1362194" y="61760"/>
                  </a:lnTo>
                  <a:lnTo>
                    <a:pt x="1301309" y="50399"/>
                  </a:lnTo>
                  <a:lnTo>
                    <a:pt x="1226424" y="42452"/>
                  </a:lnTo>
                  <a:lnTo>
                    <a:pt x="1180496" y="38461"/>
                  </a:lnTo>
                  <a:lnTo>
                    <a:pt x="1129712" y="34501"/>
                  </a:lnTo>
                  <a:lnTo>
                    <a:pt x="1074672" y="30603"/>
                  </a:lnTo>
                  <a:lnTo>
                    <a:pt x="1015978" y="26799"/>
                  </a:lnTo>
                  <a:lnTo>
                    <a:pt x="954230" y="23121"/>
                  </a:lnTo>
                  <a:lnTo>
                    <a:pt x="890030" y="19600"/>
                  </a:lnTo>
                  <a:lnTo>
                    <a:pt x="823978" y="16268"/>
                  </a:lnTo>
                  <a:lnTo>
                    <a:pt x="756675" y="13156"/>
                  </a:lnTo>
                  <a:lnTo>
                    <a:pt x="688722" y="10297"/>
                  </a:lnTo>
                  <a:lnTo>
                    <a:pt x="620719" y="7722"/>
                  </a:lnTo>
                  <a:lnTo>
                    <a:pt x="553269" y="5461"/>
                  </a:lnTo>
                  <a:lnTo>
                    <a:pt x="486970" y="3548"/>
                  </a:lnTo>
                  <a:lnTo>
                    <a:pt x="422425" y="2014"/>
                  </a:lnTo>
                  <a:lnTo>
                    <a:pt x="360235" y="890"/>
                  </a:lnTo>
                  <a:lnTo>
                    <a:pt x="300999" y="208"/>
                  </a:lnTo>
                  <a:lnTo>
                    <a:pt x="245320" y="0"/>
                  </a:lnTo>
                  <a:close/>
                </a:path>
              </a:pathLst>
            </a:custGeom>
            <a:solidFill>
              <a:srgbClr val="1DA2DC">
                <a:alpha val="18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 descr=""/>
            <p:cNvSpPr/>
            <p:nvPr/>
          </p:nvSpPr>
          <p:spPr>
            <a:xfrm>
              <a:off x="7675663" y="5868337"/>
              <a:ext cx="566420" cy="323215"/>
            </a:xfrm>
            <a:custGeom>
              <a:avLst/>
              <a:gdLst/>
              <a:ahLst/>
              <a:cxnLst/>
              <a:rect l="l" t="t" r="r" b="b"/>
              <a:pathLst>
                <a:path w="566420" h="323214">
                  <a:moveTo>
                    <a:pt x="414825" y="0"/>
                  </a:moveTo>
                  <a:lnTo>
                    <a:pt x="32313" y="1256"/>
                  </a:lnTo>
                  <a:lnTo>
                    <a:pt x="0" y="34313"/>
                  </a:lnTo>
                  <a:lnTo>
                    <a:pt x="2590" y="47131"/>
                  </a:lnTo>
                  <a:lnTo>
                    <a:pt x="9570" y="57585"/>
                  </a:lnTo>
                  <a:lnTo>
                    <a:pt x="19895" y="64617"/>
                  </a:lnTo>
                  <a:lnTo>
                    <a:pt x="32522" y="67170"/>
                  </a:lnTo>
                  <a:lnTo>
                    <a:pt x="394375" y="65987"/>
                  </a:lnTo>
                  <a:lnTo>
                    <a:pt x="504225" y="303687"/>
                  </a:lnTo>
                  <a:lnTo>
                    <a:pt x="509449" y="311707"/>
                  </a:lnTo>
                  <a:lnTo>
                    <a:pt x="516456" y="317670"/>
                  </a:lnTo>
                  <a:lnTo>
                    <a:pt x="524714" y="321380"/>
                  </a:lnTo>
                  <a:lnTo>
                    <a:pt x="533690" y="322639"/>
                  </a:lnTo>
                  <a:lnTo>
                    <a:pt x="538276" y="322628"/>
                  </a:lnTo>
                  <a:lnTo>
                    <a:pt x="565964" y="288371"/>
                  </a:lnTo>
                  <a:lnTo>
                    <a:pt x="562904" y="275656"/>
                  </a:lnTo>
                  <a:lnTo>
                    <a:pt x="444269" y="18941"/>
                  </a:lnTo>
                  <a:lnTo>
                    <a:pt x="439184" y="11086"/>
                  </a:lnTo>
                  <a:lnTo>
                    <a:pt x="432268" y="5108"/>
                  </a:lnTo>
                  <a:lnTo>
                    <a:pt x="423991" y="1311"/>
                  </a:lnTo>
                  <a:lnTo>
                    <a:pt x="414825" y="0"/>
                  </a:lnTo>
                  <a:close/>
                </a:path>
              </a:pathLst>
            </a:custGeom>
            <a:solidFill>
              <a:srgbClr val="08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 descr=""/>
            <p:cNvSpPr/>
            <p:nvPr/>
          </p:nvSpPr>
          <p:spPr>
            <a:xfrm>
              <a:off x="7649244" y="5851730"/>
              <a:ext cx="376555" cy="100965"/>
            </a:xfrm>
            <a:custGeom>
              <a:avLst/>
              <a:gdLst/>
              <a:ahLst/>
              <a:cxnLst/>
              <a:rect l="l" t="t" r="r" b="b"/>
              <a:pathLst>
                <a:path w="376554" h="100964">
                  <a:moveTo>
                    <a:pt x="326859" y="0"/>
                  </a:moveTo>
                  <a:lnTo>
                    <a:pt x="48846" y="910"/>
                  </a:lnTo>
                  <a:lnTo>
                    <a:pt x="3806" y="31539"/>
                  </a:lnTo>
                  <a:lnTo>
                    <a:pt x="0" y="50898"/>
                  </a:lnTo>
                  <a:lnTo>
                    <a:pt x="3926" y="70231"/>
                  </a:lnTo>
                  <a:lnTo>
                    <a:pt x="14504" y="86037"/>
                  </a:lnTo>
                  <a:lnTo>
                    <a:pt x="30120" y="96691"/>
                  </a:lnTo>
                  <a:lnTo>
                    <a:pt x="49160" y="100562"/>
                  </a:lnTo>
                  <a:lnTo>
                    <a:pt x="327173" y="99651"/>
                  </a:lnTo>
                  <a:lnTo>
                    <a:pt x="346189" y="95660"/>
                  </a:lnTo>
                  <a:lnTo>
                    <a:pt x="361740" y="84905"/>
                  </a:lnTo>
                  <a:lnTo>
                    <a:pt x="372221" y="69027"/>
                  </a:lnTo>
                  <a:lnTo>
                    <a:pt x="376030" y="49663"/>
                  </a:lnTo>
                  <a:lnTo>
                    <a:pt x="372102" y="30329"/>
                  </a:lnTo>
                  <a:lnTo>
                    <a:pt x="361520" y="14520"/>
                  </a:lnTo>
                  <a:lnTo>
                    <a:pt x="345900" y="3866"/>
                  </a:lnTo>
                  <a:lnTo>
                    <a:pt x="326859" y="0"/>
                  </a:lnTo>
                  <a:close/>
                </a:path>
              </a:pathLst>
            </a:custGeom>
            <a:solidFill>
              <a:srgbClr val="85BC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 descr=""/>
            <p:cNvSpPr/>
            <p:nvPr/>
          </p:nvSpPr>
          <p:spPr>
            <a:xfrm>
              <a:off x="6901999" y="5870866"/>
              <a:ext cx="566420" cy="323215"/>
            </a:xfrm>
            <a:custGeom>
              <a:avLst/>
              <a:gdLst/>
              <a:ahLst/>
              <a:cxnLst/>
              <a:rect l="l" t="t" r="r" b="b"/>
              <a:pathLst>
                <a:path w="566420" h="323214">
                  <a:moveTo>
                    <a:pt x="414825" y="0"/>
                  </a:moveTo>
                  <a:lnTo>
                    <a:pt x="32313" y="1256"/>
                  </a:lnTo>
                  <a:lnTo>
                    <a:pt x="0" y="34313"/>
                  </a:lnTo>
                  <a:lnTo>
                    <a:pt x="2585" y="47131"/>
                  </a:lnTo>
                  <a:lnTo>
                    <a:pt x="9566" y="57585"/>
                  </a:lnTo>
                  <a:lnTo>
                    <a:pt x="19894" y="64617"/>
                  </a:lnTo>
                  <a:lnTo>
                    <a:pt x="32522" y="67170"/>
                  </a:lnTo>
                  <a:lnTo>
                    <a:pt x="394375" y="65987"/>
                  </a:lnTo>
                  <a:lnTo>
                    <a:pt x="504225" y="303687"/>
                  </a:lnTo>
                  <a:lnTo>
                    <a:pt x="509447" y="311707"/>
                  </a:lnTo>
                  <a:lnTo>
                    <a:pt x="516452" y="317670"/>
                  </a:lnTo>
                  <a:lnTo>
                    <a:pt x="524710" y="321380"/>
                  </a:lnTo>
                  <a:lnTo>
                    <a:pt x="533690" y="322639"/>
                  </a:lnTo>
                  <a:lnTo>
                    <a:pt x="538276" y="322628"/>
                  </a:lnTo>
                  <a:lnTo>
                    <a:pt x="565963" y="288371"/>
                  </a:lnTo>
                  <a:lnTo>
                    <a:pt x="562904" y="275656"/>
                  </a:lnTo>
                  <a:lnTo>
                    <a:pt x="444269" y="18941"/>
                  </a:lnTo>
                  <a:lnTo>
                    <a:pt x="439178" y="11086"/>
                  </a:lnTo>
                  <a:lnTo>
                    <a:pt x="432260" y="5108"/>
                  </a:lnTo>
                  <a:lnTo>
                    <a:pt x="423985" y="1311"/>
                  </a:lnTo>
                  <a:lnTo>
                    <a:pt x="414825" y="0"/>
                  </a:lnTo>
                  <a:close/>
                </a:path>
              </a:pathLst>
            </a:custGeom>
            <a:solidFill>
              <a:srgbClr val="08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 descr=""/>
            <p:cNvSpPr/>
            <p:nvPr/>
          </p:nvSpPr>
          <p:spPr>
            <a:xfrm>
              <a:off x="6875577" y="5854261"/>
              <a:ext cx="2648585" cy="2205990"/>
            </a:xfrm>
            <a:custGeom>
              <a:avLst/>
              <a:gdLst/>
              <a:ahLst/>
              <a:cxnLst/>
              <a:rect l="l" t="t" r="r" b="b"/>
              <a:pathLst>
                <a:path w="2648584" h="2205990">
                  <a:moveTo>
                    <a:pt x="376021" y="49669"/>
                  </a:moveTo>
                  <a:lnTo>
                    <a:pt x="372084" y="30327"/>
                  </a:lnTo>
                  <a:lnTo>
                    <a:pt x="361518" y="14528"/>
                  </a:lnTo>
                  <a:lnTo>
                    <a:pt x="345897" y="3873"/>
                  </a:lnTo>
                  <a:lnTo>
                    <a:pt x="326859" y="0"/>
                  </a:lnTo>
                  <a:lnTo>
                    <a:pt x="48844" y="914"/>
                  </a:lnTo>
                  <a:lnTo>
                    <a:pt x="29832" y="4902"/>
                  </a:lnTo>
                  <a:lnTo>
                    <a:pt x="14274" y="15659"/>
                  </a:lnTo>
                  <a:lnTo>
                    <a:pt x="3797" y="31546"/>
                  </a:lnTo>
                  <a:lnTo>
                    <a:pt x="0" y="50901"/>
                  </a:lnTo>
                  <a:lnTo>
                    <a:pt x="3924" y="70231"/>
                  </a:lnTo>
                  <a:lnTo>
                    <a:pt x="14503" y="86042"/>
                  </a:lnTo>
                  <a:lnTo>
                    <a:pt x="30111" y="96697"/>
                  </a:lnTo>
                  <a:lnTo>
                    <a:pt x="49161" y="100571"/>
                  </a:lnTo>
                  <a:lnTo>
                    <a:pt x="327164" y="99656"/>
                  </a:lnTo>
                  <a:lnTo>
                    <a:pt x="346189" y="95669"/>
                  </a:lnTo>
                  <a:lnTo>
                    <a:pt x="361734" y="84912"/>
                  </a:lnTo>
                  <a:lnTo>
                    <a:pt x="372211" y="69037"/>
                  </a:lnTo>
                  <a:lnTo>
                    <a:pt x="376021" y="49669"/>
                  </a:lnTo>
                  <a:close/>
                </a:path>
                <a:path w="2648584" h="2205990">
                  <a:moveTo>
                    <a:pt x="2648445" y="2200554"/>
                  </a:moveTo>
                  <a:lnTo>
                    <a:pt x="2639161" y="2132901"/>
                  </a:lnTo>
                  <a:lnTo>
                    <a:pt x="2621203" y="2099602"/>
                  </a:lnTo>
                  <a:lnTo>
                    <a:pt x="2581173" y="2091004"/>
                  </a:lnTo>
                  <a:lnTo>
                    <a:pt x="2505697" y="2097455"/>
                  </a:lnTo>
                  <a:lnTo>
                    <a:pt x="2346998" y="2098827"/>
                  </a:lnTo>
                  <a:lnTo>
                    <a:pt x="1984451" y="2101481"/>
                  </a:lnTo>
                  <a:lnTo>
                    <a:pt x="1588376" y="2103132"/>
                  </a:lnTo>
                  <a:lnTo>
                    <a:pt x="1329080" y="2101532"/>
                  </a:lnTo>
                  <a:lnTo>
                    <a:pt x="1256474" y="2105634"/>
                  </a:lnTo>
                  <a:lnTo>
                    <a:pt x="1192174" y="2119896"/>
                  </a:lnTo>
                  <a:lnTo>
                    <a:pt x="1136510" y="2140369"/>
                  </a:lnTo>
                  <a:lnTo>
                    <a:pt x="1089799" y="2163127"/>
                  </a:lnTo>
                  <a:lnTo>
                    <a:pt x="1024534" y="2199843"/>
                  </a:lnTo>
                  <a:lnTo>
                    <a:pt x="1006627" y="2205926"/>
                  </a:lnTo>
                  <a:lnTo>
                    <a:pt x="2648445" y="2200554"/>
                  </a:lnTo>
                  <a:close/>
                </a:path>
              </a:pathLst>
            </a:custGeom>
            <a:solidFill>
              <a:srgbClr val="85BC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 descr=""/>
            <p:cNvSpPr/>
            <p:nvPr/>
          </p:nvSpPr>
          <p:spPr>
            <a:xfrm>
              <a:off x="8025096" y="6113390"/>
              <a:ext cx="150495" cy="1739264"/>
            </a:xfrm>
            <a:custGeom>
              <a:avLst/>
              <a:gdLst/>
              <a:ahLst/>
              <a:cxnLst/>
              <a:rect l="l" t="t" r="r" b="b"/>
              <a:pathLst>
                <a:path w="150495" h="1739265">
                  <a:moveTo>
                    <a:pt x="110830" y="0"/>
                  </a:moveTo>
                  <a:lnTo>
                    <a:pt x="78206" y="69920"/>
                  </a:lnTo>
                  <a:lnTo>
                    <a:pt x="65566" y="112779"/>
                  </a:lnTo>
                  <a:lnTo>
                    <a:pt x="55106" y="160023"/>
                  </a:lnTo>
                  <a:lnTo>
                    <a:pt x="46626" y="210995"/>
                  </a:lnTo>
                  <a:lnTo>
                    <a:pt x="39925" y="265035"/>
                  </a:lnTo>
                  <a:lnTo>
                    <a:pt x="34803" y="321485"/>
                  </a:lnTo>
                  <a:lnTo>
                    <a:pt x="31059" y="379684"/>
                  </a:lnTo>
                  <a:lnTo>
                    <a:pt x="28491" y="438975"/>
                  </a:lnTo>
                  <a:lnTo>
                    <a:pt x="26901" y="498698"/>
                  </a:lnTo>
                  <a:lnTo>
                    <a:pt x="26086" y="558193"/>
                  </a:lnTo>
                  <a:lnTo>
                    <a:pt x="25846" y="616803"/>
                  </a:lnTo>
                  <a:lnTo>
                    <a:pt x="25981" y="673867"/>
                  </a:lnTo>
                  <a:lnTo>
                    <a:pt x="26572" y="780724"/>
                  </a:lnTo>
                  <a:lnTo>
                    <a:pt x="26627" y="829199"/>
                  </a:lnTo>
                  <a:lnTo>
                    <a:pt x="26254" y="873492"/>
                  </a:lnTo>
                  <a:lnTo>
                    <a:pt x="25252" y="912945"/>
                  </a:lnTo>
                  <a:lnTo>
                    <a:pt x="20560" y="974692"/>
                  </a:lnTo>
                  <a:lnTo>
                    <a:pt x="13474" y="1028399"/>
                  </a:lnTo>
                  <a:lnTo>
                    <a:pt x="7995" y="1077448"/>
                  </a:lnTo>
                  <a:lnTo>
                    <a:pt x="4016" y="1122948"/>
                  </a:lnTo>
                  <a:lnTo>
                    <a:pt x="1429" y="1166008"/>
                  </a:lnTo>
                  <a:lnTo>
                    <a:pt x="126" y="1207736"/>
                  </a:lnTo>
                  <a:lnTo>
                    <a:pt x="0" y="1249239"/>
                  </a:lnTo>
                  <a:lnTo>
                    <a:pt x="942" y="1291626"/>
                  </a:lnTo>
                  <a:lnTo>
                    <a:pt x="2845" y="1336005"/>
                  </a:lnTo>
                  <a:lnTo>
                    <a:pt x="5602" y="1383485"/>
                  </a:lnTo>
                  <a:lnTo>
                    <a:pt x="9103" y="1435173"/>
                  </a:lnTo>
                  <a:lnTo>
                    <a:pt x="17911" y="1555607"/>
                  </a:lnTo>
                  <a:lnTo>
                    <a:pt x="20740" y="1607256"/>
                  </a:lnTo>
                  <a:lnTo>
                    <a:pt x="25244" y="1658100"/>
                  </a:lnTo>
                  <a:lnTo>
                    <a:pt x="36400" y="1701426"/>
                  </a:lnTo>
                  <a:lnTo>
                    <a:pt x="59186" y="1730520"/>
                  </a:lnTo>
                  <a:lnTo>
                    <a:pt x="98579" y="1738669"/>
                  </a:lnTo>
                  <a:lnTo>
                    <a:pt x="112619" y="1676413"/>
                  </a:lnTo>
                  <a:lnTo>
                    <a:pt x="138137" y="1509383"/>
                  </a:lnTo>
                  <a:lnTo>
                    <a:pt x="150232" y="1267182"/>
                  </a:lnTo>
                  <a:lnTo>
                    <a:pt x="124002" y="979415"/>
                  </a:lnTo>
                  <a:lnTo>
                    <a:pt x="113060" y="911072"/>
                  </a:lnTo>
                  <a:lnTo>
                    <a:pt x="104302" y="841850"/>
                  </a:lnTo>
                  <a:lnTo>
                    <a:pt x="97544" y="772233"/>
                  </a:lnTo>
                  <a:lnTo>
                    <a:pt x="92604" y="702709"/>
                  </a:lnTo>
                  <a:lnTo>
                    <a:pt x="89297" y="633765"/>
                  </a:lnTo>
                  <a:lnTo>
                    <a:pt x="87439" y="565886"/>
                  </a:lnTo>
                  <a:lnTo>
                    <a:pt x="86847" y="499560"/>
                  </a:lnTo>
                  <a:lnTo>
                    <a:pt x="87338" y="435273"/>
                  </a:lnTo>
                  <a:lnTo>
                    <a:pt x="88728" y="373511"/>
                  </a:lnTo>
                  <a:lnTo>
                    <a:pt x="90833" y="314762"/>
                  </a:lnTo>
                  <a:lnTo>
                    <a:pt x="93470" y="259512"/>
                  </a:lnTo>
                  <a:lnTo>
                    <a:pt x="96455" y="208247"/>
                  </a:lnTo>
                  <a:lnTo>
                    <a:pt x="99604" y="161455"/>
                  </a:lnTo>
                  <a:lnTo>
                    <a:pt x="102734" y="119621"/>
                  </a:lnTo>
                  <a:lnTo>
                    <a:pt x="110173" y="28737"/>
                  </a:lnTo>
                  <a:lnTo>
                    <a:pt x="111390" y="11604"/>
                  </a:lnTo>
                  <a:lnTo>
                    <a:pt x="111671" y="1863"/>
                  </a:lnTo>
                  <a:lnTo>
                    <a:pt x="110830" y="0"/>
                  </a:lnTo>
                  <a:close/>
                </a:path>
              </a:pathLst>
            </a:custGeom>
            <a:solidFill>
              <a:srgbClr val="71C1B4">
                <a:alpha val="46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 descr=""/>
            <p:cNvSpPr/>
            <p:nvPr/>
          </p:nvSpPr>
          <p:spPr>
            <a:xfrm>
              <a:off x="7778801" y="7478629"/>
              <a:ext cx="1710055" cy="2202180"/>
            </a:xfrm>
            <a:custGeom>
              <a:avLst/>
              <a:gdLst/>
              <a:ahLst/>
              <a:cxnLst/>
              <a:rect l="l" t="t" r="r" b="b"/>
              <a:pathLst>
                <a:path w="1710054" h="2202179">
                  <a:moveTo>
                    <a:pt x="107010" y="1722666"/>
                  </a:moveTo>
                  <a:lnTo>
                    <a:pt x="101561" y="0"/>
                  </a:lnTo>
                  <a:lnTo>
                    <a:pt x="0" y="342"/>
                  </a:lnTo>
                  <a:lnTo>
                    <a:pt x="5435" y="1723009"/>
                  </a:lnTo>
                  <a:lnTo>
                    <a:pt x="107010" y="1722666"/>
                  </a:lnTo>
                  <a:close/>
                </a:path>
                <a:path w="1710054" h="2202179">
                  <a:moveTo>
                    <a:pt x="1709521" y="2201443"/>
                  </a:moveTo>
                  <a:lnTo>
                    <a:pt x="1702689" y="42926"/>
                  </a:lnTo>
                  <a:lnTo>
                    <a:pt x="1601114" y="43256"/>
                  </a:lnTo>
                  <a:lnTo>
                    <a:pt x="1607934" y="2201786"/>
                  </a:lnTo>
                  <a:lnTo>
                    <a:pt x="1709521" y="2201443"/>
                  </a:lnTo>
                  <a:close/>
                </a:path>
              </a:pathLst>
            </a:custGeom>
            <a:solidFill>
              <a:srgbClr val="084F5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3" name="object 30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726919" y="9073114"/>
              <a:ext cx="216108" cy="219700"/>
            </a:xfrm>
            <a:prstGeom prst="rect">
              <a:avLst/>
            </a:prstGeom>
          </p:spPr>
        </p:pic>
        <p:sp>
          <p:nvSpPr>
            <p:cNvPr id="304" name="object 304" descr=""/>
            <p:cNvSpPr/>
            <p:nvPr/>
          </p:nvSpPr>
          <p:spPr>
            <a:xfrm>
              <a:off x="7623780" y="4912973"/>
              <a:ext cx="1469390" cy="1965960"/>
            </a:xfrm>
            <a:custGeom>
              <a:avLst/>
              <a:gdLst/>
              <a:ahLst/>
              <a:cxnLst/>
              <a:rect l="l" t="t" r="r" b="b"/>
              <a:pathLst>
                <a:path w="1469390" h="1965959">
                  <a:moveTo>
                    <a:pt x="869984" y="0"/>
                  </a:moveTo>
                  <a:lnTo>
                    <a:pt x="832527" y="3445"/>
                  </a:lnTo>
                  <a:lnTo>
                    <a:pt x="802603" y="9870"/>
                  </a:lnTo>
                  <a:lnTo>
                    <a:pt x="783948" y="14371"/>
                  </a:lnTo>
                  <a:lnTo>
                    <a:pt x="765081" y="17882"/>
                  </a:lnTo>
                  <a:lnTo>
                    <a:pt x="746067" y="20613"/>
                  </a:lnTo>
                  <a:lnTo>
                    <a:pt x="726971" y="22770"/>
                  </a:lnTo>
                  <a:lnTo>
                    <a:pt x="678260" y="31866"/>
                  </a:lnTo>
                  <a:lnTo>
                    <a:pt x="633663" y="48324"/>
                  </a:lnTo>
                  <a:lnTo>
                    <a:pt x="593044" y="71341"/>
                  </a:lnTo>
                  <a:lnTo>
                    <a:pt x="556265" y="100114"/>
                  </a:lnTo>
                  <a:lnTo>
                    <a:pt x="523189" y="133842"/>
                  </a:lnTo>
                  <a:lnTo>
                    <a:pt x="493677" y="171720"/>
                  </a:lnTo>
                  <a:lnTo>
                    <a:pt x="467592" y="212948"/>
                  </a:lnTo>
                  <a:lnTo>
                    <a:pt x="444796" y="256722"/>
                  </a:lnTo>
                  <a:lnTo>
                    <a:pt x="425152" y="302240"/>
                  </a:lnTo>
                  <a:lnTo>
                    <a:pt x="408522" y="348700"/>
                  </a:lnTo>
                  <a:lnTo>
                    <a:pt x="394768" y="395298"/>
                  </a:lnTo>
                  <a:lnTo>
                    <a:pt x="383753" y="441233"/>
                  </a:lnTo>
                  <a:lnTo>
                    <a:pt x="375339" y="485701"/>
                  </a:lnTo>
                  <a:lnTo>
                    <a:pt x="369388" y="527902"/>
                  </a:lnTo>
                  <a:lnTo>
                    <a:pt x="365762" y="567030"/>
                  </a:lnTo>
                  <a:lnTo>
                    <a:pt x="364325" y="602286"/>
                  </a:lnTo>
                  <a:lnTo>
                    <a:pt x="364938" y="632865"/>
                  </a:lnTo>
                  <a:lnTo>
                    <a:pt x="367464" y="657965"/>
                  </a:lnTo>
                  <a:lnTo>
                    <a:pt x="373790" y="715530"/>
                  </a:lnTo>
                  <a:lnTo>
                    <a:pt x="374069" y="766753"/>
                  </a:lnTo>
                  <a:lnTo>
                    <a:pt x="368758" y="812688"/>
                  </a:lnTo>
                  <a:lnTo>
                    <a:pt x="358312" y="854388"/>
                  </a:lnTo>
                  <a:lnTo>
                    <a:pt x="343189" y="892907"/>
                  </a:lnTo>
                  <a:lnTo>
                    <a:pt x="323846" y="929298"/>
                  </a:lnTo>
                  <a:lnTo>
                    <a:pt x="300739" y="964616"/>
                  </a:lnTo>
                  <a:lnTo>
                    <a:pt x="274326" y="999913"/>
                  </a:lnTo>
                  <a:lnTo>
                    <a:pt x="245062" y="1036244"/>
                  </a:lnTo>
                  <a:lnTo>
                    <a:pt x="213405" y="1074661"/>
                  </a:lnTo>
                  <a:lnTo>
                    <a:pt x="179811" y="1116219"/>
                  </a:lnTo>
                  <a:lnTo>
                    <a:pt x="144738" y="1161971"/>
                  </a:lnTo>
                  <a:lnTo>
                    <a:pt x="108637" y="1214285"/>
                  </a:lnTo>
                  <a:lnTo>
                    <a:pt x="78173" y="1265732"/>
                  </a:lnTo>
                  <a:lnTo>
                    <a:pt x="53100" y="1316210"/>
                  </a:lnTo>
                  <a:lnTo>
                    <a:pt x="33172" y="1365618"/>
                  </a:lnTo>
                  <a:lnTo>
                    <a:pt x="18145" y="1413855"/>
                  </a:lnTo>
                  <a:lnTo>
                    <a:pt x="7770" y="1460819"/>
                  </a:lnTo>
                  <a:lnTo>
                    <a:pt x="1804" y="1506409"/>
                  </a:lnTo>
                  <a:lnTo>
                    <a:pt x="0" y="1550523"/>
                  </a:lnTo>
                  <a:lnTo>
                    <a:pt x="2111" y="1593062"/>
                  </a:lnTo>
                  <a:lnTo>
                    <a:pt x="7893" y="1633922"/>
                  </a:lnTo>
                  <a:lnTo>
                    <a:pt x="17099" y="1673004"/>
                  </a:lnTo>
                  <a:lnTo>
                    <a:pt x="29483" y="1710205"/>
                  </a:lnTo>
                  <a:lnTo>
                    <a:pt x="44801" y="1745424"/>
                  </a:lnTo>
                  <a:lnTo>
                    <a:pt x="83249" y="1809514"/>
                  </a:lnTo>
                  <a:lnTo>
                    <a:pt x="130478" y="1864462"/>
                  </a:lnTo>
                  <a:lnTo>
                    <a:pt x="184519" y="1909459"/>
                  </a:lnTo>
                  <a:lnTo>
                    <a:pt x="243407" y="1943694"/>
                  </a:lnTo>
                  <a:lnTo>
                    <a:pt x="382151" y="1965475"/>
                  </a:lnTo>
                  <a:lnTo>
                    <a:pt x="487299" y="1936485"/>
                  </a:lnTo>
                  <a:lnTo>
                    <a:pt x="566934" y="1898132"/>
                  </a:lnTo>
                  <a:lnTo>
                    <a:pt x="602545" y="1875888"/>
                  </a:lnTo>
                  <a:lnTo>
                    <a:pt x="652784" y="1830953"/>
                  </a:lnTo>
                  <a:lnTo>
                    <a:pt x="1251465" y="1281767"/>
                  </a:lnTo>
                  <a:lnTo>
                    <a:pt x="1330450" y="1209728"/>
                  </a:lnTo>
                  <a:lnTo>
                    <a:pt x="1390008" y="1174831"/>
                  </a:lnTo>
                  <a:lnTo>
                    <a:pt x="1431865" y="1125813"/>
                  </a:lnTo>
                  <a:lnTo>
                    <a:pt x="1457556" y="1064619"/>
                  </a:lnTo>
                  <a:lnTo>
                    <a:pt x="1468615" y="993199"/>
                  </a:lnTo>
                  <a:lnTo>
                    <a:pt x="1469137" y="954263"/>
                  </a:lnTo>
                  <a:lnTo>
                    <a:pt x="1466577" y="913499"/>
                  </a:lnTo>
                  <a:lnTo>
                    <a:pt x="1461126" y="871153"/>
                  </a:lnTo>
                  <a:lnTo>
                    <a:pt x="1452976" y="827467"/>
                  </a:lnTo>
                  <a:lnTo>
                    <a:pt x="1442319" y="782684"/>
                  </a:lnTo>
                  <a:lnTo>
                    <a:pt x="1429346" y="737049"/>
                  </a:lnTo>
                  <a:lnTo>
                    <a:pt x="1414250" y="690804"/>
                  </a:lnTo>
                  <a:lnTo>
                    <a:pt x="1397222" y="644194"/>
                  </a:lnTo>
                  <a:lnTo>
                    <a:pt x="1378454" y="597460"/>
                  </a:lnTo>
                  <a:lnTo>
                    <a:pt x="1358138" y="550847"/>
                  </a:lnTo>
                  <a:lnTo>
                    <a:pt x="1336466" y="504599"/>
                  </a:lnTo>
                  <a:lnTo>
                    <a:pt x="1313629" y="458958"/>
                  </a:lnTo>
                  <a:lnTo>
                    <a:pt x="1289819" y="414168"/>
                  </a:lnTo>
                  <a:lnTo>
                    <a:pt x="1265229" y="370472"/>
                  </a:lnTo>
                  <a:lnTo>
                    <a:pt x="1240049" y="328114"/>
                  </a:lnTo>
                  <a:lnTo>
                    <a:pt x="1214472" y="287338"/>
                  </a:lnTo>
                  <a:lnTo>
                    <a:pt x="1188689" y="248386"/>
                  </a:lnTo>
                  <a:lnTo>
                    <a:pt x="1162892" y="211502"/>
                  </a:lnTo>
                  <a:lnTo>
                    <a:pt x="1137274" y="176929"/>
                  </a:lnTo>
                  <a:lnTo>
                    <a:pt x="1112025" y="144911"/>
                  </a:lnTo>
                  <a:lnTo>
                    <a:pt x="1087338" y="115692"/>
                  </a:lnTo>
                  <a:lnTo>
                    <a:pt x="1040416" y="66622"/>
                  </a:lnTo>
                  <a:lnTo>
                    <a:pt x="998041" y="31665"/>
                  </a:lnTo>
                  <a:lnTo>
                    <a:pt x="961749" y="12770"/>
                  </a:lnTo>
                  <a:lnTo>
                    <a:pt x="913537" y="2214"/>
                  </a:lnTo>
                  <a:lnTo>
                    <a:pt x="8699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 descr=""/>
            <p:cNvSpPr/>
            <p:nvPr/>
          </p:nvSpPr>
          <p:spPr>
            <a:xfrm>
              <a:off x="8367072" y="5926620"/>
              <a:ext cx="727075" cy="1248410"/>
            </a:xfrm>
            <a:custGeom>
              <a:avLst/>
              <a:gdLst/>
              <a:ahLst/>
              <a:cxnLst/>
              <a:rect l="l" t="t" r="r" b="b"/>
              <a:pathLst>
                <a:path w="727075" h="1248409">
                  <a:moveTo>
                    <a:pt x="0" y="0"/>
                  </a:moveTo>
                  <a:lnTo>
                    <a:pt x="140069" y="423882"/>
                  </a:lnTo>
                  <a:lnTo>
                    <a:pt x="167811" y="534849"/>
                  </a:lnTo>
                  <a:lnTo>
                    <a:pt x="235122" y="784862"/>
                  </a:lnTo>
                  <a:lnTo>
                    <a:pt x="318130" y="1049585"/>
                  </a:lnTo>
                  <a:lnTo>
                    <a:pt x="392961" y="1204685"/>
                  </a:lnTo>
                  <a:lnTo>
                    <a:pt x="445269" y="1246903"/>
                  </a:lnTo>
                  <a:lnTo>
                    <a:pt x="497492" y="1248170"/>
                  </a:lnTo>
                  <a:lnTo>
                    <a:pt x="580940" y="1196959"/>
                  </a:lnTo>
                  <a:lnTo>
                    <a:pt x="726920" y="1081747"/>
                  </a:lnTo>
                  <a:lnTo>
                    <a:pt x="681055" y="963872"/>
                  </a:lnTo>
                  <a:lnTo>
                    <a:pt x="576752" y="693495"/>
                  </a:lnTo>
                  <a:lnTo>
                    <a:pt x="463943" y="395490"/>
                  </a:lnTo>
                  <a:lnTo>
                    <a:pt x="392563" y="194727"/>
                  </a:lnTo>
                  <a:lnTo>
                    <a:pt x="360915" y="108790"/>
                  </a:lnTo>
                  <a:lnTo>
                    <a:pt x="309473" y="59860"/>
                  </a:lnTo>
                  <a:lnTo>
                    <a:pt x="201436" y="296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 descr=""/>
            <p:cNvSpPr/>
            <p:nvPr/>
          </p:nvSpPr>
          <p:spPr>
            <a:xfrm>
              <a:off x="8249878" y="5654539"/>
              <a:ext cx="427355" cy="472440"/>
            </a:xfrm>
            <a:custGeom>
              <a:avLst/>
              <a:gdLst/>
              <a:ahLst/>
              <a:cxnLst/>
              <a:rect l="l" t="t" r="r" b="b"/>
              <a:pathLst>
                <a:path w="427354" h="472439">
                  <a:moveTo>
                    <a:pt x="119336" y="0"/>
                  </a:moveTo>
                  <a:lnTo>
                    <a:pt x="104059" y="88091"/>
                  </a:lnTo>
                  <a:lnTo>
                    <a:pt x="87778" y="154903"/>
                  </a:lnTo>
                  <a:lnTo>
                    <a:pt x="70740" y="203297"/>
                  </a:lnTo>
                  <a:lnTo>
                    <a:pt x="35392" y="256275"/>
                  </a:lnTo>
                  <a:lnTo>
                    <a:pt x="0" y="269918"/>
                  </a:lnTo>
                  <a:lnTo>
                    <a:pt x="7090" y="285520"/>
                  </a:lnTo>
                  <a:lnTo>
                    <a:pt x="28435" y="324115"/>
                  </a:lnTo>
                  <a:lnTo>
                    <a:pt x="61767" y="373519"/>
                  </a:lnTo>
                  <a:lnTo>
                    <a:pt x="104819" y="421547"/>
                  </a:lnTo>
                  <a:lnTo>
                    <a:pt x="155325" y="456017"/>
                  </a:lnTo>
                  <a:lnTo>
                    <a:pt x="216284" y="471459"/>
                  </a:lnTo>
                  <a:lnTo>
                    <a:pt x="279396" y="471839"/>
                  </a:lnTo>
                  <a:lnTo>
                    <a:pt x="335547" y="463775"/>
                  </a:lnTo>
                  <a:lnTo>
                    <a:pt x="375620" y="453886"/>
                  </a:lnTo>
                  <a:lnTo>
                    <a:pt x="390501" y="448792"/>
                  </a:lnTo>
                  <a:lnTo>
                    <a:pt x="382477" y="430398"/>
                  </a:lnTo>
                  <a:lnTo>
                    <a:pt x="381140" y="394608"/>
                  </a:lnTo>
                  <a:lnTo>
                    <a:pt x="384923" y="346830"/>
                  </a:lnTo>
                  <a:lnTo>
                    <a:pt x="392260" y="292472"/>
                  </a:lnTo>
                  <a:lnTo>
                    <a:pt x="400452" y="239750"/>
                  </a:lnTo>
                  <a:lnTo>
                    <a:pt x="414524" y="165883"/>
                  </a:lnTo>
                  <a:lnTo>
                    <a:pt x="426897" y="110645"/>
                  </a:lnTo>
                  <a:lnTo>
                    <a:pt x="119336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 descr=""/>
            <p:cNvSpPr/>
            <p:nvPr/>
          </p:nvSpPr>
          <p:spPr>
            <a:xfrm>
              <a:off x="8386487" y="5660742"/>
              <a:ext cx="290830" cy="286385"/>
            </a:xfrm>
            <a:custGeom>
              <a:avLst/>
              <a:gdLst/>
              <a:ahLst/>
              <a:cxnLst/>
              <a:rect l="l" t="t" r="r" b="b"/>
              <a:pathLst>
                <a:path w="290829" h="286385">
                  <a:moveTo>
                    <a:pt x="0" y="0"/>
                  </a:moveTo>
                  <a:lnTo>
                    <a:pt x="22517" y="69024"/>
                  </a:lnTo>
                  <a:lnTo>
                    <a:pt x="39659" y="107614"/>
                  </a:lnTo>
                  <a:lnTo>
                    <a:pt x="61374" y="146595"/>
                  </a:lnTo>
                  <a:lnTo>
                    <a:pt x="88151" y="184222"/>
                  </a:lnTo>
                  <a:lnTo>
                    <a:pt x="120478" y="218749"/>
                  </a:lnTo>
                  <a:lnTo>
                    <a:pt x="158844" y="248430"/>
                  </a:lnTo>
                  <a:lnTo>
                    <a:pt x="203737" y="271520"/>
                  </a:lnTo>
                  <a:lnTo>
                    <a:pt x="255646" y="286274"/>
                  </a:lnTo>
                  <a:lnTo>
                    <a:pt x="263838" y="233551"/>
                  </a:lnTo>
                  <a:lnTo>
                    <a:pt x="270177" y="197037"/>
                  </a:lnTo>
                  <a:lnTo>
                    <a:pt x="277910" y="159684"/>
                  </a:lnTo>
                  <a:lnTo>
                    <a:pt x="290284" y="1044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375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 descr=""/>
            <p:cNvSpPr/>
            <p:nvPr/>
          </p:nvSpPr>
          <p:spPr>
            <a:xfrm>
              <a:off x="8267068" y="5127650"/>
              <a:ext cx="542290" cy="682625"/>
            </a:xfrm>
            <a:custGeom>
              <a:avLst/>
              <a:gdLst/>
              <a:ahLst/>
              <a:cxnLst/>
              <a:rect l="l" t="t" r="r" b="b"/>
              <a:pathLst>
                <a:path w="542290" h="682625">
                  <a:moveTo>
                    <a:pt x="267631" y="0"/>
                  </a:moveTo>
                  <a:lnTo>
                    <a:pt x="190114" y="7598"/>
                  </a:lnTo>
                  <a:lnTo>
                    <a:pt x="137086" y="18200"/>
                  </a:lnTo>
                  <a:lnTo>
                    <a:pt x="94407" y="33165"/>
                  </a:lnTo>
                  <a:lnTo>
                    <a:pt x="61083" y="52385"/>
                  </a:lnTo>
                  <a:lnTo>
                    <a:pt x="18525" y="103157"/>
                  </a:lnTo>
                  <a:lnTo>
                    <a:pt x="1458" y="169653"/>
                  </a:lnTo>
                  <a:lnTo>
                    <a:pt x="0" y="208528"/>
                  </a:lnTo>
                  <a:lnTo>
                    <a:pt x="1932" y="251010"/>
                  </a:lnTo>
                  <a:lnTo>
                    <a:pt x="6261" y="296991"/>
                  </a:lnTo>
                  <a:lnTo>
                    <a:pt x="18134" y="399020"/>
                  </a:lnTo>
                  <a:lnTo>
                    <a:pt x="23689" y="454852"/>
                  </a:lnTo>
                  <a:lnTo>
                    <a:pt x="42274" y="597984"/>
                  </a:lnTo>
                  <a:lnTo>
                    <a:pt x="92224" y="667385"/>
                  </a:lnTo>
                  <a:lnTo>
                    <a:pt x="212919" y="682575"/>
                  </a:lnTo>
                  <a:lnTo>
                    <a:pt x="443739" y="663076"/>
                  </a:lnTo>
                  <a:lnTo>
                    <a:pt x="487754" y="624328"/>
                  </a:lnTo>
                  <a:lnTo>
                    <a:pt x="504386" y="586123"/>
                  </a:lnTo>
                  <a:lnTo>
                    <a:pt x="517702" y="538815"/>
                  </a:lnTo>
                  <a:lnTo>
                    <a:pt x="527900" y="484992"/>
                  </a:lnTo>
                  <a:lnTo>
                    <a:pt x="535180" y="427240"/>
                  </a:lnTo>
                  <a:lnTo>
                    <a:pt x="539742" y="368148"/>
                  </a:lnTo>
                  <a:lnTo>
                    <a:pt x="541786" y="310304"/>
                  </a:lnTo>
                  <a:lnTo>
                    <a:pt x="541510" y="256295"/>
                  </a:lnTo>
                  <a:lnTo>
                    <a:pt x="539114" y="208708"/>
                  </a:lnTo>
                  <a:lnTo>
                    <a:pt x="534799" y="170132"/>
                  </a:lnTo>
                  <a:lnTo>
                    <a:pt x="518302" y="115906"/>
                  </a:lnTo>
                  <a:lnTo>
                    <a:pt x="485185" y="63816"/>
                  </a:lnTo>
                  <a:lnTo>
                    <a:pt x="426718" y="22416"/>
                  </a:lnTo>
                  <a:lnTo>
                    <a:pt x="384570" y="8531"/>
                  </a:lnTo>
                  <a:lnTo>
                    <a:pt x="331996" y="684"/>
                  </a:lnTo>
                  <a:lnTo>
                    <a:pt x="267631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 descr=""/>
            <p:cNvSpPr/>
            <p:nvPr/>
          </p:nvSpPr>
          <p:spPr>
            <a:xfrm>
              <a:off x="8149158" y="5090991"/>
              <a:ext cx="704215" cy="428625"/>
            </a:xfrm>
            <a:custGeom>
              <a:avLst/>
              <a:gdLst/>
              <a:ahLst/>
              <a:cxnLst/>
              <a:rect l="l" t="t" r="r" b="b"/>
              <a:pathLst>
                <a:path w="704215" h="428625">
                  <a:moveTo>
                    <a:pt x="703745" y="169024"/>
                  </a:moveTo>
                  <a:lnTo>
                    <a:pt x="680986" y="107264"/>
                  </a:lnTo>
                  <a:lnTo>
                    <a:pt x="623062" y="42557"/>
                  </a:lnTo>
                  <a:lnTo>
                    <a:pt x="549109" y="76"/>
                  </a:lnTo>
                  <a:lnTo>
                    <a:pt x="523405" y="6578"/>
                  </a:lnTo>
                  <a:lnTo>
                    <a:pt x="489699" y="698"/>
                  </a:lnTo>
                  <a:lnTo>
                    <a:pt x="439407" y="0"/>
                  </a:lnTo>
                  <a:lnTo>
                    <a:pt x="386207" y="5041"/>
                  </a:lnTo>
                  <a:lnTo>
                    <a:pt x="332295" y="14363"/>
                  </a:lnTo>
                  <a:lnTo>
                    <a:pt x="279869" y="26530"/>
                  </a:lnTo>
                  <a:lnTo>
                    <a:pt x="231114" y="40093"/>
                  </a:lnTo>
                  <a:lnTo>
                    <a:pt x="188239" y="53619"/>
                  </a:lnTo>
                  <a:lnTo>
                    <a:pt x="135191" y="89077"/>
                  </a:lnTo>
                  <a:lnTo>
                    <a:pt x="107391" y="146634"/>
                  </a:lnTo>
                  <a:lnTo>
                    <a:pt x="90004" y="233337"/>
                  </a:lnTo>
                  <a:lnTo>
                    <a:pt x="73025" y="288594"/>
                  </a:lnTo>
                  <a:lnTo>
                    <a:pt x="46380" y="336156"/>
                  </a:lnTo>
                  <a:lnTo>
                    <a:pt x="0" y="399745"/>
                  </a:lnTo>
                  <a:lnTo>
                    <a:pt x="14528" y="404914"/>
                  </a:lnTo>
                  <a:lnTo>
                    <a:pt x="58801" y="411962"/>
                  </a:lnTo>
                  <a:lnTo>
                    <a:pt x="133845" y="408254"/>
                  </a:lnTo>
                  <a:lnTo>
                    <a:pt x="240677" y="381152"/>
                  </a:lnTo>
                  <a:lnTo>
                    <a:pt x="338620" y="343725"/>
                  </a:lnTo>
                  <a:lnTo>
                    <a:pt x="408813" y="296926"/>
                  </a:lnTo>
                  <a:lnTo>
                    <a:pt x="485051" y="209842"/>
                  </a:lnTo>
                  <a:lnTo>
                    <a:pt x="541032" y="133527"/>
                  </a:lnTo>
                  <a:lnTo>
                    <a:pt x="559219" y="151130"/>
                  </a:lnTo>
                  <a:lnTo>
                    <a:pt x="584073" y="182765"/>
                  </a:lnTo>
                  <a:lnTo>
                    <a:pt x="607148" y="222300"/>
                  </a:lnTo>
                  <a:lnTo>
                    <a:pt x="628230" y="274294"/>
                  </a:lnTo>
                  <a:lnTo>
                    <a:pt x="644969" y="331076"/>
                  </a:lnTo>
                  <a:lnTo>
                    <a:pt x="655053" y="384975"/>
                  </a:lnTo>
                  <a:lnTo>
                    <a:pt x="656107" y="428307"/>
                  </a:lnTo>
                  <a:lnTo>
                    <a:pt x="694410" y="263982"/>
                  </a:lnTo>
                  <a:lnTo>
                    <a:pt x="703745" y="169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 descr=""/>
            <p:cNvSpPr/>
            <p:nvPr/>
          </p:nvSpPr>
          <p:spPr>
            <a:xfrm>
              <a:off x="7993784" y="5915280"/>
              <a:ext cx="981075" cy="1524000"/>
            </a:xfrm>
            <a:custGeom>
              <a:avLst/>
              <a:gdLst/>
              <a:ahLst/>
              <a:cxnLst/>
              <a:rect l="l" t="t" r="r" b="b"/>
              <a:pathLst>
                <a:path w="981075" h="1524000">
                  <a:moveTo>
                    <a:pt x="285503" y="0"/>
                  </a:moveTo>
                  <a:lnTo>
                    <a:pt x="238748" y="25848"/>
                  </a:lnTo>
                  <a:lnTo>
                    <a:pt x="179802" y="75867"/>
                  </a:lnTo>
                  <a:lnTo>
                    <a:pt x="147131" y="110056"/>
                  </a:lnTo>
                  <a:lnTo>
                    <a:pt x="114609" y="150074"/>
                  </a:lnTo>
                  <a:lnTo>
                    <a:pt x="83948" y="195702"/>
                  </a:lnTo>
                  <a:lnTo>
                    <a:pt x="56859" y="246720"/>
                  </a:lnTo>
                  <a:lnTo>
                    <a:pt x="35054" y="302911"/>
                  </a:lnTo>
                  <a:lnTo>
                    <a:pt x="20243" y="364055"/>
                  </a:lnTo>
                  <a:lnTo>
                    <a:pt x="14139" y="429934"/>
                  </a:lnTo>
                  <a:lnTo>
                    <a:pt x="12872" y="494341"/>
                  </a:lnTo>
                  <a:lnTo>
                    <a:pt x="11358" y="558593"/>
                  </a:lnTo>
                  <a:lnTo>
                    <a:pt x="4457" y="809865"/>
                  </a:lnTo>
                  <a:lnTo>
                    <a:pt x="1632" y="929129"/>
                  </a:lnTo>
                  <a:lnTo>
                    <a:pt x="660" y="986436"/>
                  </a:lnTo>
                  <a:lnTo>
                    <a:pt x="88" y="1041914"/>
                  </a:lnTo>
                  <a:lnTo>
                    <a:pt x="0" y="1095354"/>
                  </a:lnTo>
                  <a:lnTo>
                    <a:pt x="474" y="1146545"/>
                  </a:lnTo>
                  <a:lnTo>
                    <a:pt x="1592" y="1195280"/>
                  </a:lnTo>
                  <a:lnTo>
                    <a:pt x="3436" y="1241348"/>
                  </a:lnTo>
                  <a:lnTo>
                    <a:pt x="6086" y="1284541"/>
                  </a:lnTo>
                  <a:lnTo>
                    <a:pt x="9623" y="1324650"/>
                  </a:lnTo>
                  <a:lnTo>
                    <a:pt x="19683" y="1394775"/>
                  </a:lnTo>
                  <a:lnTo>
                    <a:pt x="34264" y="1450050"/>
                  </a:lnTo>
                  <a:lnTo>
                    <a:pt x="96346" y="1478145"/>
                  </a:lnTo>
                  <a:lnTo>
                    <a:pt x="136403" y="1486676"/>
                  </a:lnTo>
                  <a:lnTo>
                    <a:pt x="183941" y="1494601"/>
                  </a:lnTo>
                  <a:lnTo>
                    <a:pt x="237640" y="1501805"/>
                  </a:lnTo>
                  <a:lnTo>
                    <a:pt x="296180" y="1508176"/>
                  </a:lnTo>
                  <a:lnTo>
                    <a:pt x="358242" y="1513599"/>
                  </a:lnTo>
                  <a:lnTo>
                    <a:pt x="422504" y="1517960"/>
                  </a:lnTo>
                  <a:lnTo>
                    <a:pt x="487648" y="1521146"/>
                  </a:lnTo>
                  <a:lnTo>
                    <a:pt x="552352" y="1523042"/>
                  </a:lnTo>
                  <a:lnTo>
                    <a:pt x="615298" y="1523536"/>
                  </a:lnTo>
                  <a:lnTo>
                    <a:pt x="675164" y="1522513"/>
                  </a:lnTo>
                  <a:lnTo>
                    <a:pt x="730630" y="1519859"/>
                  </a:lnTo>
                  <a:lnTo>
                    <a:pt x="785593" y="1514870"/>
                  </a:lnTo>
                  <a:lnTo>
                    <a:pt x="831664" y="1507561"/>
                  </a:lnTo>
                  <a:lnTo>
                    <a:pt x="889788" y="1485368"/>
                  </a:lnTo>
                  <a:lnTo>
                    <a:pt x="901707" y="1476001"/>
                  </a:lnTo>
                  <a:lnTo>
                    <a:pt x="912386" y="1469170"/>
                  </a:lnTo>
                  <a:lnTo>
                    <a:pt x="921903" y="1464086"/>
                  </a:lnTo>
                  <a:lnTo>
                    <a:pt x="930333" y="1459962"/>
                  </a:lnTo>
                  <a:lnTo>
                    <a:pt x="937752" y="1456009"/>
                  </a:lnTo>
                  <a:lnTo>
                    <a:pt x="962345" y="1411241"/>
                  </a:lnTo>
                  <a:lnTo>
                    <a:pt x="967768" y="1366956"/>
                  </a:lnTo>
                  <a:lnTo>
                    <a:pt x="971581" y="1298141"/>
                  </a:lnTo>
                  <a:lnTo>
                    <a:pt x="973074" y="1252566"/>
                  </a:lnTo>
                  <a:lnTo>
                    <a:pt x="974392" y="1198495"/>
                  </a:lnTo>
                  <a:lnTo>
                    <a:pt x="975612" y="1135139"/>
                  </a:lnTo>
                  <a:lnTo>
                    <a:pt x="981031" y="773117"/>
                  </a:lnTo>
                  <a:lnTo>
                    <a:pt x="979143" y="540947"/>
                  </a:lnTo>
                  <a:lnTo>
                    <a:pt x="943857" y="386335"/>
                  </a:lnTo>
                  <a:lnTo>
                    <a:pt x="843983" y="239782"/>
                  </a:lnTo>
                  <a:lnTo>
                    <a:pt x="648329" y="31789"/>
                  </a:lnTo>
                  <a:lnTo>
                    <a:pt x="638854" y="54850"/>
                  </a:lnTo>
                  <a:lnTo>
                    <a:pt x="592826" y="90637"/>
                  </a:lnTo>
                  <a:lnTo>
                    <a:pt x="483843" y="89052"/>
                  </a:lnTo>
                  <a:lnTo>
                    <a:pt x="285503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 descr=""/>
            <p:cNvSpPr/>
            <p:nvPr/>
          </p:nvSpPr>
          <p:spPr>
            <a:xfrm>
              <a:off x="7956714" y="6856770"/>
              <a:ext cx="904240" cy="757555"/>
            </a:xfrm>
            <a:custGeom>
              <a:avLst/>
              <a:gdLst/>
              <a:ahLst/>
              <a:cxnLst/>
              <a:rect l="l" t="t" r="r" b="b"/>
              <a:pathLst>
                <a:path w="904240" h="757554">
                  <a:moveTo>
                    <a:pt x="0" y="0"/>
                  </a:moveTo>
                  <a:lnTo>
                    <a:pt x="8638" y="355203"/>
                  </a:lnTo>
                  <a:lnTo>
                    <a:pt x="8775" y="432619"/>
                  </a:lnTo>
                  <a:lnTo>
                    <a:pt x="10818" y="497883"/>
                  </a:lnTo>
                  <a:lnTo>
                    <a:pt x="14655" y="552029"/>
                  </a:lnTo>
                  <a:lnTo>
                    <a:pt x="20174" y="596093"/>
                  </a:lnTo>
                  <a:lnTo>
                    <a:pt x="35810" y="658109"/>
                  </a:lnTo>
                  <a:lnTo>
                    <a:pt x="56830" y="692208"/>
                  </a:lnTo>
                  <a:lnTo>
                    <a:pt x="96500" y="709120"/>
                  </a:lnTo>
                  <a:lnTo>
                    <a:pt x="111446" y="709765"/>
                  </a:lnTo>
                  <a:lnTo>
                    <a:pt x="127067" y="709640"/>
                  </a:lnTo>
                  <a:lnTo>
                    <a:pt x="143250" y="709777"/>
                  </a:lnTo>
                  <a:lnTo>
                    <a:pt x="194059" y="722116"/>
                  </a:lnTo>
                  <a:lnTo>
                    <a:pt x="228694" y="750626"/>
                  </a:lnTo>
                  <a:lnTo>
                    <a:pt x="241201" y="756191"/>
                  </a:lnTo>
                  <a:lnTo>
                    <a:pt x="296715" y="754673"/>
                  </a:lnTo>
                  <a:lnTo>
                    <a:pt x="337174" y="748321"/>
                  </a:lnTo>
                  <a:lnTo>
                    <a:pt x="384403" y="738729"/>
                  </a:lnTo>
                  <a:lnTo>
                    <a:pt x="437130" y="726262"/>
                  </a:lnTo>
                  <a:lnTo>
                    <a:pt x="494079" y="711285"/>
                  </a:lnTo>
                  <a:lnTo>
                    <a:pt x="553977" y="694165"/>
                  </a:lnTo>
                  <a:lnTo>
                    <a:pt x="615552" y="675266"/>
                  </a:lnTo>
                  <a:lnTo>
                    <a:pt x="677530" y="654954"/>
                  </a:lnTo>
                  <a:lnTo>
                    <a:pt x="738636" y="633595"/>
                  </a:lnTo>
                  <a:lnTo>
                    <a:pt x="797597" y="611555"/>
                  </a:lnTo>
                  <a:lnTo>
                    <a:pt x="853141" y="589199"/>
                  </a:lnTo>
                  <a:lnTo>
                    <a:pt x="903993" y="566893"/>
                  </a:lnTo>
                  <a:lnTo>
                    <a:pt x="889506" y="545577"/>
                  </a:lnTo>
                  <a:lnTo>
                    <a:pt x="846958" y="501947"/>
                  </a:lnTo>
                  <a:lnTo>
                    <a:pt x="794813" y="468296"/>
                  </a:lnTo>
                  <a:lnTo>
                    <a:pt x="717283" y="452485"/>
                  </a:lnTo>
                  <a:lnTo>
                    <a:pt x="668287" y="447910"/>
                  </a:lnTo>
                  <a:lnTo>
                    <a:pt x="614712" y="444710"/>
                  </a:lnTo>
                  <a:lnTo>
                    <a:pt x="500546" y="439897"/>
                  </a:lnTo>
                  <a:lnTo>
                    <a:pt x="443319" y="437015"/>
                  </a:lnTo>
                  <a:lnTo>
                    <a:pt x="388235" y="432970"/>
                  </a:lnTo>
                  <a:lnTo>
                    <a:pt x="336977" y="427128"/>
                  </a:lnTo>
                  <a:lnTo>
                    <a:pt x="291226" y="418855"/>
                  </a:lnTo>
                  <a:lnTo>
                    <a:pt x="252662" y="407516"/>
                  </a:lnTo>
                  <a:lnTo>
                    <a:pt x="171233" y="371746"/>
                  </a:lnTo>
                  <a:lnTo>
                    <a:pt x="117771" y="317373"/>
                  </a:lnTo>
                  <a:lnTo>
                    <a:pt x="68589" y="206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F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 descr=""/>
            <p:cNvSpPr/>
            <p:nvPr/>
          </p:nvSpPr>
          <p:spPr>
            <a:xfrm>
              <a:off x="7726730" y="7366518"/>
              <a:ext cx="1915160" cy="222250"/>
            </a:xfrm>
            <a:custGeom>
              <a:avLst/>
              <a:gdLst/>
              <a:ahLst/>
              <a:cxnLst/>
              <a:rect l="l" t="t" r="r" b="b"/>
              <a:pathLst>
                <a:path w="1915159" h="222250">
                  <a:moveTo>
                    <a:pt x="1701497" y="0"/>
                  </a:moveTo>
                  <a:lnTo>
                    <a:pt x="126362" y="5141"/>
                  </a:lnTo>
                  <a:lnTo>
                    <a:pt x="77046" y="15432"/>
                  </a:lnTo>
                  <a:lnTo>
                    <a:pt x="36837" y="43187"/>
                  </a:lnTo>
                  <a:lnTo>
                    <a:pt x="9800" y="84245"/>
                  </a:lnTo>
                  <a:lnTo>
                    <a:pt x="0" y="134446"/>
                  </a:lnTo>
                  <a:lnTo>
                    <a:pt x="272" y="221909"/>
                  </a:lnTo>
                  <a:lnTo>
                    <a:pt x="1914988" y="215647"/>
                  </a:lnTo>
                  <a:lnTo>
                    <a:pt x="1909211" y="166057"/>
                  </a:lnTo>
                  <a:lnTo>
                    <a:pt x="1893057" y="120571"/>
                  </a:lnTo>
                  <a:lnTo>
                    <a:pt x="1867808" y="80483"/>
                  </a:lnTo>
                  <a:lnTo>
                    <a:pt x="1834746" y="47088"/>
                  </a:lnTo>
                  <a:lnTo>
                    <a:pt x="1795152" y="21680"/>
                  </a:lnTo>
                  <a:lnTo>
                    <a:pt x="1750309" y="5552"/>
                  </a:lnTo>
                  <a:lnTo>
                    <a:pt x="1701497" y="0"/>
                  </a:lnTo>
                  <a:close/>
                </a:path>
              </a:pathLst>
            </a:custGeom>
            <a:solidFill>
              <a:srgbClr val="08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 descr=""/>
            <p:cNvSpPr/>
            <p:nvPr/>
          </p:nvSpPr>
          <p:spPr>
            <a:xfrm>
              <a:off x="8096377" y="6338333"/>
              <a:ext cx="919480" cy="527685"/>
            </a:xfrm>
            <a:custGeom>
              <a:avLst/>
              <a:gdLst/>
              <a:ahLst/>
              <a:cxnLst/>
              <a:rect l="l" t="t" r="r" b="b"/>
              <a:pathLst>
                <a:path w="919479" h="527684">
                  <a:moveTo>
                    <a:pt x="78077" y="0"/>
                  </a:moveTo>
                  <a:lnTo>
                    <a:pt x="31307" y="9212"/>
                  </a:lnTo>
                  <a:lnTo>
                    <a:pt x="1408" y="50113"/>
                  </a:lnTo>
                  <a:lnTo>
                    <a:pt x="0" y="75784"/>
                  </a:lnTo>
                  <a:lnTo>
                    <a:pt x="8254" y="100130"/>
                  </a:lnTo>
                  <a:lnTo>
                    <a:pt x="237843" y="283101"/>
                  </a:lnTo>
                  <a:lnTo>
                    <a:pt x="454658" y="404182"/>
                  </a:lnTo>
                  <a:lnTo>
                    <a:pt x="503027" y="430960"/>
                  </a:lnTo>
                  <a:lnTo>
                    <a:pt x="552446" y="454963"/>
                  </a:lnTo>
                  <a:lnTo>
                    <a:pt x="663275" y="501070"/>
                  </a:lnTo>
                  <a:lnTo>
                    <a:pt x="715305" y="522528"/>
                  </a:lnTo>
                  <a:lnTo>
                    <a:pt x="744423" y="527515"/>
                  </a:lnTo>
                  <a:lnTo>
                    <a:pt x="758995" y="525135"/>
                  </a:lnTo>
                  <a:lnTo>
                    <a:pt x="818658" y="494671"/>
                  </a:lnTo>
                  <a:lnTo>
                    <a:pt x="868558" y="466749"/>
                  </a:lnTo>
                  <a:lnTo>
                    <a:pt x="907262" y="443504"/>
                  </a:lnTo>
                  <a:lnTo>
                    <a:pt x="919456" y="432667"/>
                  </a:lnTo>
                  <a:lnTo>
                    <a:pt x="905620" y="426752"/>
                  </a:lnTo>
                  <a:lnTo>
                    <a:pt x="767310" y="365056"/>
                  </a:lnTo>
                  <a:lnTo>
                    <a:pt x="465232" y="228970"/>
                  </a:lnTo>
                  <a:lnTo>
                    <a:pt x="417010" y="206936"/>
                  </a:lnTo>
                  <a:lnTo>
                    <a:pt x="345946" y="162837"/>
                  </a:lnTo>
                  <a:lnTo>
                    <a:pt x="227147" y="87189"/>
                  </a:lnTo>
                  <a:lnTo>
                    <a:pt x="150928" y="38342"/>
                  </a:lnTo>
                  <a:lnTo>
                    <a:pt x="101533" y="8628"/>
                  </a:lnTo>
                  <a:lnTo>
                    <a:pt x="78077" y="0"/>
                  </a:lnTo>
                  <a:close/>
                </a:path>
              </a:pathLst>
            </a:custGeom>
            <a:solidFill>
              <a:srgbClr val="EBF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 descr=""/>
            <p:cNvSpPr/>
            <p:nvPr/>
          </p:nvSpPr>
          <p:spPr>
            <a:xfrm>
              <a:off x="9738529" y="6273467"/>
              <a:ext cx="404495" cy="283845"/>
            </a:xfrm>
            <a:custGeom>
              <a:avLst/>
              <a:gdLst/>
              <a:ahLst/>
              <a:cxnLst/>
              <a:rect l="l" t="t" r="r" b="b"/>
              <a:pathLst>
                <a:path w="404495" h="283845">
                  <a:moveTo>
                    <a:pt x="327069" y="0"/>
                  </a:moveTo>
                  <a:lnTo>
                    <a:pt x="279517" y="10888"/>
                  </a:lnTo>
                  <a:lnTo>
                    <a:pt x="236582" y="25195"/>
                  </a:lnTo>
                  <a:lnTo>
                    <a:pt x="182404" y="48061"/>
                  </a:lnTo>
                  <a:lnTo>
                    <a:pt x="135878" y="69780"/>
                  </a:lnTo>
                  <a:lnTo>
                    <a:pt x="107244" y="82774"/>
                  </a:lnTo>
                  <a:lnTo>
                    <a:pt x="84688" y="92223"/>
                  </a:lnTo>
                  <a:lnTo>
                    <a:pt x="56397" y="103305"/>
                  </a:lnTo>
                  <a:lnTo>
                    <a:pt x="18892" y="124763"/>
                  </a:lnTo>
                  <a:lnTo>
                    <a:pt x="1225" y="151086"/>
                  </a:lnTo>
                  <a:lnTo>
                    <a:pt x="0" y="180000"/>
                  </a:lnTo>
                  <a:lnTo>
                    <a:pt x="11819" y="209230"/>
                  </a:lnTo>
                  <a:lnTo>
                    <a:pt x="33286" y="236501"/>
                  </a:lnTo>
                  <a:lnTo>
                    <a:pt x="61004" y="259539"/>
                  </a:lnTo>
                  <a:lnTo>
                    <a:pt x="91578" y="276067"/>
                  </a:lnTo>
                  <a:lnTo>
                    <a:pt x="121610" y="283813"/>
                  </a:lnTo>
                  <a:lnTo>
                    <a:pt x="175884" y="282778"/>
                  </a:lnTo>
                  <a:lnTo>
                    <a:pt x="239801" y="274278"/>
                  </a:lnTo>
                  <a:lnTo>
                    <a:pt x="302425" y="262697"/>
                  </a:lnTo>
                  <a:lnTo>
                    <a:pt x="352818" y="252418"/>
                  </a:lnTo>
                  <a:lnTo>
                    <a:pt x="380042" y="247824"/>
                  </a:lnTo>
                  <a:lnTo>
                    <a:pt x="398672" y="246556"/>
                  </a:lnTo>
                  <a:lnTo>
                    <a:pt x="404452" y="240664"/>
                  </a:lnTo>
                  <a:lnTo>
                    <a:pt x="396996" y="225223"/>
                  </a:lnTo>
                  <a:lnTo>
                    <a:pt x="375916" y="195313"/>
                  </a:lnTo>
                  <a:lnTo>
                    <a:pt x="375526" y="191391"/>
                  </a:lnTo>
                  <a:lnTo>
                    <a:pt x="373122" y="178298"/>
                  </a:lnTo>
                  <a:lnTo>
                    <a:pt x="366856" y="154046"/>
                  </a:lnTo>
                  <a:lnTo>
                    <a:pt x="354880" y="116645"/>
                  </a:lnTo>
                  <a:lnTo>
                    <a:pt x="342813" y="70467"/>
                  </a:lnTo>
                  <a:lnTo>
                    <a:pt x="333765" y="8146"/>
                  </a:lnTo>
                  <a:lnTo>
                    <a:pt x="327069" y="0"/>
                  </a:lnTo>
                  <a:close/>
                </a:path>
              </a:pathLst>
            </a:custGeom>
            <a:solidFill>
              <a:srgbClr val="F9B89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5" name="object 31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069808" y="6411230"/>
              <a:ext cx="233138" cy="79279"/>
            </a:xfrm>
            <a:prstGeom prst="rect">
              <a:avLst/>
            </a:prstGeom>
          </p:spPr>
        </p:pic>
        <p:sp>
          <p:nvSpPr>
            <p:cNvPr id="316" name="object 316" descr=""/>
            <p:cNvSpPr/>
            <p:nvPr/>
          </p:nvSpPr>
          <p:spPr>
            <a:xfrm>
              <a:off x="10048493" y="6341831"/>
              <a:ext cx="299720" cy="82550"/>
            </a:xfrm>
            <a:custGeom>
              <a:avLst/>
              <a:gdLst/>
              <a:ahLst/>
              <a:cxnLst/>
              <a:rect l="l" t="t" r="r" b="b"/>
              <a:pathLst>
                <a:path w="299720" h="82550">
                  <a:moveTo>
                    <a:pt x="80325" y="0"/>
                  </a:moveTo>
                  <a:lnTo>
                    <a:pt x="26000" y="2305"/>
                  </a:lnTo>
                  <a:lnTo>
                    <a:pt x="19549" y="6120"/>
                  </a:lnTo>
                  <a:lnTo>
                    <a:pt x="7336" y="16973"/>
                  </a:lnTo>
                  <a:lnTo>
                    <a:pt x="0" y="32960"/>
                  </a:lnTo>
                  <a:lnTo>
                    <a:pt x="8179" y="52178"/>
                  </a:lnTo>
                  <a:lnTo>
                    <a:pt x="15983" y="58327"/>
                  </a:lnTo>
                  <a:lnTo>
                    <a:pt x="25032" y="62240"/>
                  </a:lnTo>
                  <a:lnTo>
                    <a:pt x="34819" y="63931"/>
                  </a:lnTo>
                  <a:lnTo>
                    <a:pt x="44837" y="63413"/>
                  </a:lnTo>
                  <a:lnTo>
                    <a:pt x="79924" y="57379"/>
                  </a:lnTo>
                  <a:lnTo>
                    <a:pt x="96885" y="55138"/>
                  </a:lnTo>
                  <a:lnTo>
                    <a:pt x="153132" y="56380"/>
                  </a:lnTo>
                  <a:lnTo>
                    <a:pt x="192716" y="61868"/>
                  </a:lnTo>
                  <a:lnTo>
                    <a:pt x="231734" y="70584"/>
                  </a:lnTo>
                  <a:lnTo>
                    <a:pt x="270171" y="82334"/>
                  </a:lnTo>
                  <a:lnTo>
                    <a:pt x="285846" y="81669"/>
                  </a:lnTo>
                  <a:lnTo>
                    <a:pt x="296564" y="71461"/>
                  </a:lnTo>
                  <a:lnTo>
                    <a:pt x="299109" y="57132"/>
                  </a:lnTo>
                  <a:lnTo>
                    <a:pt x="290265" y="44105"/>
                  </a:lnTo>
                  <a:lnTo>
                    <a:pt x="243972" y="20822"/>
                  </a:lnTo>
                  <a:lnTo>
                    <a:pt x="191855" y="7130"/>
                  </a:lnTo>
                  <a:lnTo>
                    <a:pt x="136458" y="898"/>
                  </a:lnTo>
                  <a:lnTo>
                    <a:pt x="80325" y="0"/>
                  </a:lnTo>
                  <a:close/>
                </a:path>
              </a:pathLst>
            </a:custGeom>
            <a:solidFill>
              <a:srgbClr val="F9B89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7" name="object 31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088617" y="6470882"/>
              <a:ext cx="134796" cy="68513"/>
            </a:xfrm>
            <a:prstGeom prst="rect">
              <a:avLst/>
            </a:prstGeom>
          </p:spPr>
        </p:pic>
        <p:sp>
          <p:nvSpPr>
            <p:cNvPr id="318" name="object 318" descr=""/>
            <p:cNvSpPr/>
            <p:nvPr/>
          </p:nvSpPr>
          <p:spPr>
            <a:xfrm>
              <a:off x="10032750" y="6262308"/>
              <a:ext cx="260350" cy="75565"/>
            </a:xfrm>
            <a:custGeom>
              <a:avLst/>
              <a:gdLst/>
              <a:ahLst/>
              <a:cxnLst/>
              <a:rect l="l" t="t" r="r" b="b"/>
              <a:pathLst>
                <a:path w="260350" h="75564">
                  <a:moveTo>
                    <a:pt x="119408" y="0"/>
                  </a:moveTo>
                  <a:lnTo>
                    <a:pt x="73808" y="4947"/>
                  </a:lnTo>
                  <a:lnTo>
                    <a:pt x="27233" y="12021"/>
                  </a:lnTo>
                  <a:lnTo>
                    <a:pt x="0" y="32104"/>
                  </a:lnTo>
                  <a:lnTo>
                    <a:pt x="10646" y="52836"/>
                  </a:lnTo>
                  <a:lnTo>
                    <a:pt x="34853" y="68967"/>
                  </a:lnTo>
                  <a:lnTo>
                    <a:pt x="48301" y="75244"/>
                  </a:lnTo>
                  <a:lnTo>
                    <a:pt x="65421" y="70433"/>
                  </a:lnTo>
                  <a:lnTo>
                    <a:pt x="82123" y="65458"/>
                  </a:lnTo>
                  <a:lnTo>
                    <a:pt x="98938" y="61172"/>
                  </a:lnTo>
                  <a:lnTo>
                    <a:pt x="116393" y="58428"/>
                  </a:lnTo>
                  <a:lnTo>
                    <a:pt x="148023" y="56984"/>
                  </a:lnTo>
                  <a:lnTo>
                    <a:pt x="180420" y="57459"/>
                  </a:lnTo>
                  <a:lnTo>
                    <a:pt x="212790" y="58328"/>
                  </a:lnTo>
                  <a:lnTo>
                    <a:pt x="244337" y="58061"/>
                  </a:lnTo>
                  <a:lnTo>
                    <a:pt x="255357" y="54226"/>
                  </a:lnTo>
                  <a:lnTo>
                    <a:pt x="260225" y="45877"/>
                  </a:lnTo>
                  <a:lnTo>
                    <a:pt x="258707" y="35941"/>
                  </a:lnTo>
                  <a:lnTo>
                    <a:pt x="250567" y="27340"/>
                  </a:lnTo>
                  <a:lnTo>
                    <a:pt x="207767" y="8253"/>
                  </a:lnTo>
                  <a:lnTo>
                    <a:pt x="164054" y="121"/>
                  </a:lnTo>
                  <a:lnTo>
                    <a:pt x="119408" y="0"/>
                  </a:lnTo>
                  <a:close/>
                </a:path>
              </a:pathLst>
            </a:custGeom>
            <a:solidFill>
              <a:srgbClr val="F9B8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 descr=""/>
            <p:cNvSpPr/>
            <p:nvPr/>
          </p:nvSpPr>
          <p:spPr>
            <a:xfrm>
              <a:off x="9738529" y="6273467"/>
              <a:ext cx="404495" cy="283845"/>
            </a:xfrm>
            <a:custGeom>
              <a:avLst/>
              <a:gdLst/>
              <a:ahLst/>
              <a:cxnLst/>
              <a:rect l="l" t="t" r="r" b="b"/>
              <a:pathLst>
                <a:path w="404495" h="283845">
                  <a:moveTo>
                    <a:pt x="327069" y="0"/>
                  </a:moveTo>
                  <a:lnTo>
                    <a:pt x="279517" y="10888"/>
                  </a:lnTo>
                  <a:lnTo>
                    <a:pt x="236582" y="25195"/>
                  </a:lnTo>
                  <a:lnTo>
                    <a:pt x="182404" y="48061"/>
                  </a:lnTo>
                  <a:lnTo>
                    <a:pt x="135878" y="69780"/>
                  </a:lnTo>
                  <a:lnTo>
                    <a:pt x="107244" y="82774"/>
                  </a:lnTo>
                  <a:lnTo>
                    <a:pt x="84688" y="92223"/>
                  </a:lnTo>
                  <a:lnTo>
                    <a:pt x="56397" y="103305"/>
                  </a:lnTo>
                  <a:lnTo>
                    <a:pt x="18892" y="124763"/>
                  </a:lnTo>
                  <a:lnTo>
                    <a:pt x="1225" y="151086"/>
                  </a:lnTo>
                  <a:lnTo>
                    <a:pt x="0" y="180000"/>
                  </a:lnTo>
                  <a:lnTo>
                    <a:pt x="11819" y="209230"/>
                  </a:lnTo>
                  <a:lnTo>
                    <a:pt x="33286" y="236501"/>
                  </a:lnTo>
                  <a:lnTo>
                    <a:pt x="61004" y="259539"/>
                  </a:lnTo>
                  <a:lnTo>
                    <a:pt x="91578" y="276067"/>
                  </a:lnTo>
                  <a:lnTo>
                    <a:pt x="121610" y="283813"/>
                  </a:lnTo>
                  <a:lnTo>
                    <a:pt x="175884" y="282778"/>
                  </a:lnTo>
                  <a:lnTo>
                    <a:pt x="239801" y="274278"/>
                  </a:lnTo>
                  <a:lnTo>
                    <a:pt x="302425" y="262697"/>
                  </a:lnTo>
                  <a:lnTo>
                    <a:pt x="352818" y="252418"/>
                  </a:lnTo>
                  <a:lnTo>
                    <a:pt x="380042" y="247824"/>
                  </a:lnTo>
                  <a:lnTo>
                    <a:pt x="398672" y="246556"/>
                  </a:lnTo>
                  <a:lnTo>
                    <a:pt x="404452" y="240664"/>
                  </a:lnTo>
                  <a:lnTo>
                    <a:pt x="396996" y="225223"/>
                  </a:lnTo>
                  <a:lnTo>
                    <a:pt x="375916" y="195313"/>
                  </a:lnTo>
                  <a:lnTo>
                    <a:pt x="375526" y="191391"/>
                  </a:lnTo>
                  <a:lnTo>
                    <a:pt x="373122" y="178298"/>
                  </a:lnTo>
                  <a:lnTo>
                    <a:pt x="366856" y="154046"/>
                  </a:lnTo>
                  <a:lnTo>
                    <a:pt x="354880" y="116645"/>
                  </a:lnTo>
                  <a:lnTo>
                    <a:pt x="342813" y="70467"/>
                  </a:lnTo>
                  <a:lnTo>
                    <a:pt x="333765" y="8146"/>
                  </a:lnTo>
                  <a:lnTo>
                    <a:pt x="327069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0" name="object 320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069808" y="6411230"/>
              <a:ext cx="233138" cy="79279"/>
            </a:xfrm>
            <a:prstGeom prst="rect">
              <a:avLst/>
            </a:prstGeom>
          </p:spPr>
        </p:pic>
        <p:sp>
          <p:nvSpPr>
            <p:cNvPr id="321" name="object 321" descr=""/>
            <p:cNvSpPr/>
            <p:nvPr/>
          </p:nvSpPr>
          <p:spPr>
            <a:xfrm>
              <a:off x="10048493" y="6341831"/>
              <a:ext cx="299720" cy="82550"/>
            </a:xfrm>
            <a:custGeom>
              <a:avLst/>
              <a:gdLst/>
              <a:ahLst/>
              <a:cxnLst/>
              <a:rect l="l" t="t" r="r" b="b"/>
              <a:pathLst>
                <a:path w="299720" h="82550">
                  <a:moveTo>
                    <a:pt x="80325" y="0"/>
                  </a:moveTo>
                  <a:lnTo>
                    <a:pt x="26000" y="2305"/>
                  </a:lnTo>
                  <a:lnTo>
                    <a:pt x="19549" y="6120"/>
                  </a:lnTo>
                  <a:lnTo>
                    <a:pt x="7336" y="16973"/>
                  </a:lnTo>
                  <a:lnTo>
                    <a:pt x="0" y="32960"/>
                  </a:lnTo>
                  <a:lnTo>
                    <a:pt x="8179" y="52178"/>
                  </a:lnTo>
                  <a:lnTo>
                    <a:pt x="15983" y="58327"/>
                  </a:lnTo>
                  <a:lnTo>
                    <a:pt x="25032" y="62240"/>
                  </a:lnTo>
                  <a:lnTo>
                    <a:pt x="34819" y="63931"/>
                  </a:lnTo>
                  <a:lnTo>
                    <a:pt x="44837" y="63413"/>
                  </a:lnTo>
                  <a:lnTo>
                    <a:pt x="79924" y="57379"/>
                  </a:lnTo>
                  <a:lnTo>
                    <a:pt x="96885" y="55138"/>
                  </a:lnTo>
                  <a:lnTo>
                    <a:pt x="153132" y="56380"/>
                  </a:lnTo>
                  <a:lnTo>
                    <a:pt x="192716" y="61868"/>
                  </a:lnTo>
                  <a:lnTo>
                    <a:pt x="231734" y="70584"/>
                  </a:lnTo>
                  <a:lnTo>
                    <a:pt x="270171" y="82334"/>
                  </a:lnTo>
                  <a:lnTo>
                    <a:pt x="285846" y="81669"/>
                  </a:lnTo>
                  <a:lnTo>
                    <a:pt x="296564" y="71461"/>
                  </a:lnTo>
                  <a:lnTo>
                    <a:pt x="299109" y="57132"/>
                  </a:lnTo>
                  <a:lnTo>
                    <a:pt x="290265" y="44105"/>
                  </a:lnTo>
                  <a:lnTo>
                    <a:pt x="243972" y="20822"/>
                  </a:lnTo>
                  <a:lnTo>
                    <a:pt x="191855" y="7130"/>
                  </a:lnTo>
                  <a:lnTo>
                    <a:pt x="136458" y="898"/>
                  </a:lnTo>
                  <a:lnTo>
                    <a:pt x="80325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2" name="object 322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088617" y="6470882"/>
              <a:ext cx="134796" cy="68513"/>
            </a:xfrm>
            <a:prstGeom prst="rect">
              <a:avLst/>
            </a:prstGeom>
          </p:spPr>
        </p:pic>
        <p:sp>
          <p:nvSpPr>
            <p:cNvPr id="323" name="object 323" descr=""/>
            <p:cNvSpPr/>
            <p:nvPr/>
          </p:nvSpPr>
          <p:spPr>
            <a:xfrm>
              <a:off x="10032750" y="6262308"/>
              <a:ext cx="260350" cy="75565"/>
            </a:xfrm>
            <a:custGeom>
              <a:avLst/>
              <a:gdLst/>
              <a:ahLst/>
              <a:cxnLst/>
              <a:rect l="l" t="t" r="r" b="b"/>
              <a:pathLst>
                <a:path w="260350" h="75564">
                  <a:moveTo>
                    <a:pt x="119408" y="0"/>
                  </a:moveTo>
                  <a:lnTo>
                    <a:pt x="73808" y="4947"/>
                  </a:lnTo>
                  <a:lnTo>
                    <a:pt x="27233" y="12021"/>
                  </a:lnTo>
                  <a:lnTo>
                    <a:pt x="0" y="32104"/>
                  </a:lnTo>
                  <a:lnTo>
                    <a:pt x="10646" y="52836"/>
                  </a:lnTo>
                  <a:lnTo>
                    <a:pt x="34853" y="68967"/>
                  </a:lnTo>
                  <a:lnTo>
                    <a:pt x="48301" y="75244"/>
                  </a:lnTo>
                  <a:lnTo>
                    <a:pt x="65421" y="70433"/>
                  </a:lnTo>
                  <a:lnTo>
                    <a:pt x="82123" y="65458"/>
                  </a:lnTo>
                  <a:lnTo>
                    <a:pt x="98938" y="61172"/>
                  </a:lnTo>
                  <a:lnTo>
                    <a:pt x="116393" y="58428"/>
                  </a:lnTo>
                  <a:lnTo>
                    <a:pt x="148023" y="56984"/>
                  </a:lnTo>
                  <a:lnTo>
                    <a:pt x="180420" y="57459"/>
                  </a:lnTo>
                  <a:lnTo>
                    <a:pt x="212790" y="58328"/>
                  </a:lnTo>
                  <a:lnTo>
                    <a:pt x="244337" y="58061"/>
                  </a:lnTo>
                  <a:lnTo>
                    <a:pt x="255357" y="54226"/>
                  </a:lnTo>
                  <a:lnTo>
                    <a:pt x="260225" y="45877"/>
                  </a:lnTo>
                  <a:lnTo>
                    <a:pt x="258707" y="35941"/>
                  </a:lnTo>
                  <a:lnTo>
                    <a:pt x="250567" y="27340"/>
                  </a:lnTo>
                  <a:lnTo>
                    <a:pt x="207767" y="8253"/>
                  </a:lnTo>
                  <a:lnTo>
                    <a:pt x="164054" y="121"/>
                  </a:lnTo>
                  <a:lnTo>
                    <a:pt x="119408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 descr=""/>
            <p:cNvSpPr/>
            <p:nvPr/>
          </p:nvSpPr>
          <p:spPr>
            <a:xfrm>
              <a:off x="8934330" y="6392345"/>
              <a:ext cx="991235" cy="436245"/>
            </a:xfrm>
            <a:custGeom>
              <a:avLst/>
              <a:gdLst/>
              <a:ahLst/>
              <a:cxnLst/>
              <a:rect l="l" t="t" r="r" b="b"/>
              <a:pathLst>
                <a:path w="991234" h="436245">
                  <a:moveTo>
                    <a:pt x="840622" y="0"/>
                  </a:moveTo>
                  <a:lnTo>
                    <a:pt x="717979" y="21030"/>
                  </a:lnTo>
                  <a:lnTo>
                    <a:pt x="610515" y="40503"/>
                  </a:lnTo>
                  <a:lnTo>
                    <a:pt x="517098" y="58508"/>
                  </a:lnTo>
                  <a:lnTo>
                    <a:pt x="436599" y="75132"/>
                  </a:lnTo>
                  <a:lnTo>
                    <a:pt x="367888" y="90464"/>
                  </a:lnTo>
                  <a:lnTo>
                    <a:pt x="309835" y="104591"/>
                  </a:lnTo>
                  <a:lnTo>
                    <a:pt x="261310" y="117601"/>
                  </a:lnTo>
                  <a:lnTo>
                    <a:pt x="221184" y="129582"/>
                  </a:lnTo>
                  <a:lnTo>
                    <a:pt x="161607" y="150809"/>
                  </a:lnTo>
                  <a:lnTo>
                    <a:pt x="122065" y="168977"/>
                  </a:lnTo>
                  <a:lnTo>
                    <a:pt x="80543" y="192030"/>
                  </a:lnTo>
                  <a:lnTo>
                    <a:pt x="66928" y="198946"/>
                  </a:lnTo>
                  <a:lnTo>
                    <a:pt x="26006" y="240619"/>
                  </a:lnTo>
                  <a:lnTo>
                    <a:pt x="2564" y="306696"/>
                  </a:lnTo>
                  <a:lnTo>
                    <a:pt x="0" y="342091"/>
                  </a:lnTo>
                  <a:lnTo>
                    <a:pt x="4926" y="375432"/>
                  </a:lnTo>
                  <a:lnTo>
                    <a:pt x="18385" y="404001"/>
                  </a:lnTo>
                  <a:lnTo>
                    <a:pt x="41417" y="425080"/>
                  </a:lnTo>
                  <a:lnTo>
                    <a:pt x="75062" y="435949"/>
                  </a:lnTo>
                  <a:lnTo>
                    <a:pt x="120361" y="433892"/>
                  </a:lnTo>
                  <a:lnTo>
                    <a:pt x="163154" y="425320"/>
                  </a:lnTo>
                  <a:lnTo>
                    <a:pt x="209737" y="414662"/>
                  </a:lnTo>
                  <a:lnTo>
                    <a:pt x="259514" y="402145"/>
                  </a:lnTo>
                  <a:lnTo>
                    <a:pt x="311888" y="387992"/>
                  </a:lnTo>
                  <a:lnTo>
                    <a:pt x="366265" y="372428"/>
                  </a:lnTo>
                  <a:lnTo>
                    <a:pt x="422050" y="355676"/>
                  </a:lnTo>
                  <a:lnTo>
                    <a:pt x="478646" y="337963"/>
                  </a:lnTo>
                  <a:lnTo>
                    <a:pt x="535457" y="319512"/>
                  </a:lnTo>
                  <a:lnTo>
                    <a:pt x="591890" y="300548"/>
                  </a:lnTo>
                  <a:lnTo>
                    <a:pt x="647347" y="281295"/>
                  </a:lnTo>
                  <a:lnTo>
                    <a:pt x="701234" y="261978"/>
                  </a:lnTo>
                  <a:lnTo>
                    <a:pt x="752955" y="242821"/>
                  </a:lnTo>
                  <a:lnTo>
                    <a:pt x="801913" y="224049"/>
                  </a:lnTo>
                  <a:lnTo>
                    <a:pt x="847515" y="205886"/>
                  </a:lnTo>
                  <a:lnTo>
                    <a:pt x="889164" y="188557"/>
                  </a:lnTo>
                  <a:lnTo>
                    <a:pt x="926265" y="172286"/>
                  </a:lnTo>
                  <a:lnTo>
                    <a:pt x="984439" y="143817"/>
                  </a:lnTo>
                  <a:lnTo>
                    <a:pt x="991016" y="126796"/>
                  </a:lnTo>
                  <a:lnTo>
                    <a:pt x="984634" y="95802"/>
                  </a:lnTo>
                  <a:lnTo>
                    <a:pt x="965850" y="59229"/>
                  </a:lnTo>
                  <a:lnTo>
                    <a:pt x="935216" y="25474"/>
                  </a:lnTo>
                  <a:lnTo>
                    <a:pt x="893289" y="2933"/>
                  </a:lnTo>
                  <a:lnTo>
                    <a:pt x="840622" y="0"/>
                  </a:lnTo>
                  <a:close/>
                </a:path>
              </a:pathLst>
            </a:custGeom>
            <a:solidFill>
              <a:srgbClr val="F9B8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 descr=""/>
            <p:cNvSpPr/>
            <p:nvPr/>
          </p:nvSpPr>
          <p:spPr>
            <a:xfrm>
              <a:off x="8934330" y="6392345"/>
              <a:ext cx="991235" cy="436245"/>
            </a:xfrm>
            <a:custGeom>
              <a:avLst/>
              <a:gdLst/>
              <a:ahLst/>
              <a:cxnLst/>
              <a:rect l="l" t="t" r="r" b="b"/>
              <a:pathLst>
                <a:path w="991234" h="436245">
                  <a:moveTo>
                    <a:pt x="840622" y="0"/>
                  </a:moveTo>
                  <a:lnTo>
                    <a:pt x="717979" y="21030"/>
                  </a:lnTo>
                  <a:lnTo>
                    <a:pt x="610515" y="40503"/>
                  </a:lnTo>
                  <a:lnTo>
                    <a:pt x="517098" y="58508"/>
                  </a:lnTo>
                  <a:lnTo>
                    <a:pt x="436599" y="75132"/>
                  </a:lnTo>
                  <a:lnTo>
                    <a:pt x="367888" y="90464"/>
                  </a:lnTo>
                  <a:lnTo>
                    <a:pt x="309835" y="104591"/>
                  </a:lnTo>
                  <a:lnTo>
                    <a:pt x="261310" y="117601"/>
                  </a:lnTo>
                  <a:lnTo>
                    <a:pt x="221184" y="129582"/>
                  </a:lnTo>
                  <a:lnTo>
                    <a:pt x="161607" y="150809"/>
                  </a:lnTo>
                  <a:lnTo>
                    <a:pt x="122065" y="168977"/>
                  </a:lnTo>
                  <a:lnTo>
                    <a:pt x="80543" y="192030"/>
                  </a:lnTo>
                  <a:lnTo>
                    <a:pt x="66928" y="198946"/>
                  </a:lnTo>
                  <a:lnTo>
                    <a:pt x="26006" y="240619"/>
                  </a:lnTo>
                  <a:lnTo>
                    <a:pt x="2564" y="306696"/>
                  </a:lnTo>
                  <a:lnTo>
                    <a:pt x="0" y="342091"/>
                  </a:lnTo>
                  <a:lnTo>
                    <a:pt x="4926" y="375432"/>
                  </a:lnTo>
                  <a:lnTo>
                    <a:pt x="18385" y="404001"/>
                  </a:lnTo>
                  <a:lnTo>
                    <a:pt x="41417" y="425080"/>
                  </a:lnTo>
                  <a:lnTo>
                    <a:pt x="75062" y="435949"/>
                  </a:lnTo>
                  <a:lnTo>
                    <a:pt x="120361" y="433892"/>
                  </a:lnTo>
                  <a:lnTo>
                    <a:pt x="163154" y="425320"/>
                  </a:lnTo>
                  <a:lnTo>
                    <a:pt x="209737" y="414662"/>
                  </a:lnTo>
                  <a:lnTo>
                    <a:pt x="259514" y="402145"/>
                  </a:lnTo>
                  <a:lnTo>
                    <a:pt x="311888" y="387992"/>
                  </a:lnTo>
                  <a:lnTo>
                    <a:pt x="366265" y="372428"/>
                  </a:lnTo>
                  <a:lnTo>
                    <a:pt x="422050" y="355676"/>
                  </a:lnTo>
                  <a:lnTo>
                    <a:pt x="478646" y="337963"/>
                  </a:lnTo>
                  <a:lnTo>
                    <a:pt x="535457" y="319512"/>
                  </a:lnTo>
                  <a:lnTo>
                    <a:pt x="591890" y="300548"/>
                  </a:lnTo>
                  <a:lnTo>
                    <a:pt x="647347" y="281295"/>
                  </a:lnTo>
                  <a:lnTo>
                    <a:pt x="701234" y="261978"/>
                  </a:lnTo>
                  <a:lnTo>
                    <a:pt x="752955" y="242821"/>
                  </a:lnTo>
                  <a:lnTo>
                    <a:pt x="801913" y="224049"/>
                  </a:lnTo>
                  <a:lnTo>
                    <a:pt x="847515" y="205886"/>
                  </a:lnTo>
                  <a:lnTo>
                    <a:pt x="889164" y="188557"/>
                  </a:lnTo>
                  <a:lnTo>
                    <a:pt x="926265" y="172286"/>
                  </a:lnTo>
                  <a:lnTo>
                    <a:pt x="984439" y="143817"/>
                  </a:lnTo>
                  <a:lnTo>
                    <a:pt x="991016" y="126796"/>
                  </a:lnTo>
                  <a:lnTo>
                    <a:pt x="984634" y="95802"/>
                  </a:lnTo>
                  <a:lnTo>
                    <a:pt x="965850" y="59229"/>
                  </a:lnTo>
                  <a:lnTo>
                    <a:pt x="935216" y="25474"/>
                  </a:lnTo>
                  <a:lnTo>
                    <a:pt x="893289" y="2933"/>
                  </a:lnTo>
                  <a:lnTo>
                    <a:pt x="840622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 descr=""/>
            <p:cNvSpPr/>
            <p:nvPr/>
          </p:nvSpPr>
          <p:spPr>
            <a:xfrm>
              <a:off x="8059547" y="6090811"/>
              <a:ext cx="1122045" cy="745490"/>
            </a:xfrm>
            <a:custGeom>
              <a:avLst/>
              <a:gdLst/>
              <a:ahLst/>
              <a:cxnLst/>
              <a:rect l="l" t="t" r="r" b="b"/>
              <a:pathLst>
                <a:path w="1122045" h="745490">
                  <a:moveTo>
                    <a:pt x="1121638" y="474560"/>
                  </a:moveTo>
                  <a:lnTo>
                    <a:pt x="1098892" y="411695"/>
                  </a:lnTo>
                  <a:lnTo>
                    <a:pt x="1058049" y="381647"/>
                  </a:lnTo>
                  <a:lnTo>
                    <a:pt x="1008532" y="354330"/>
                  </a:lnTo>
                  <a:lnTo>
                    <a:pt x="959827" y="333108"/>
                  </a:lnTo>
                  <a:lnTo>
                    <a:pt x="921448" y="321398"/>
                  </a:lnTo>
                  <a:lnTo>
                    <a:pt x="913853" y="321894"/>
                  </a:lnTo>
                  <a:lnTo>
                    <a:pt x="889482" y="293801"/>
                  </a:lnTo>
                  <a:lnTo>
                    <a:pt x="855675" y="263207"/>
                  </a:lnTo>
                  <a:lnTo>
                    <a:pt x="817689" y="234569"/>
                  </a:lnTo>
                  <a:lnTo>
                    <a:pt x="776757" y="207772"/>
                  </a:lnTo>
                  <a:lnTo>
                    <a:pt x="734148" y="182714"/>
                  </a:lnTo>
                  <a:lnTo>
                    <a:pt x="691134" y="159270"/>
                  </a:lnTo>
                  <a:lnTo>
                    <a:pt x="648957" y="137337"/>
                  </a:lnTo>
                  <a:lnTo>
                    <a:pt x="608876" y="116814"/>
                  </a:lnTo>
                  <a:lnTo>
                    <a:pt x="572160" y="97574"/>
                  </a:lnTo>
                  <a:lnTo>
                    <a:pt x="515277" y="65773"/>
                  </a:lnTo>
                  <a:lnTo>
                    <a:pt x="455599" y="38976"/>
                  </a:lnTo>
                  <a:lnTo>
                    <a:pt x="386143" y="16522"/>
                  </a:lnTo>
                  <a:lnTo>
                    <a:pt x="311289" y="2540"/>
                  </a:lnTo>
                  <a:lnTo>
                    <a:pt x="273215" y="0"/>
                  </a:lnTo>
                  <a:lnTo>
                    <a:pt x="235458" y="1104"/>
                  </a:lnTo>
                  <a:lnTo>
                    <a:pt x="163029" y="16344"/>
                  </a:lnTo>
                  <a:lnTo>
                    <a:pt x="98425" y="52349"/>
                  </a:lnTo>
                  <a:lnTo>
                    <a:pt x="70434" y="79413"/>
                  </a:lnTo>
                  <a:lnTo>
                    <a:pt x="46037" y="113220"/>
                  </a:lnTo>
                  <a:lnTo>
                    <a:pt x="25806" y="154266"/>
                  </a:lnTo>
                  <a:lnTo>
                    <a:pt x="10274" y="203060"/>
                  </a:lnTo>
                  <a:lnTo>
                    <a:pt x="0" y="260134"/>
                  </a:lnTo>
                  <a:lnTo>
                    <a:pt x="7950" y="288950"/>
                  </a:lnTo>
                  <a:lnTo>
                    <a:pt x="34061" y="322707"/>
                  </a:lnTo>
                  <a:lnTo>
                    <a:pt x="72542" y="358203"/>
                  </a:lnTo>
                  <a:lnTo>
                    <a:pt x="117551" y="392239"/>
                  </a:lnTo>
                  <a:lnTo>
                    <a:pt x="163271" y="421601"/>
                  </a:lnTo>
                  <a:lnTo>
                    <a:pt x="203898" y="443077"/>
                  </a:lnTo>
                  <a:lnTo>
                    <a:pt x="271386" y="462572"/>
                  </a:lnTo>
                  <a:lnTo>
                    <a:pt x="306705" y="476592"/>
                  </a:lnTo>
                  <a:lnTo>
                    <a:pt x="339547" y="495338"/>
                  </a:lnTo>
                  <a:lnTo>
                    <a:pt x="369938" y="518579"/>
                  </a:lnTo>
                  <a:lnTo>
                    <a:pt x="406958" y="544398"/>
                  </a:lnTo>
                  <a:lnTo>
                    <a:pt x="451726" y="567817"/>
                  </a:lnTo>
                  <a:lnTo>
                    <a:pt x="492290" y="584085"/>
                  </a:lnTo>
                  <a:lnTo>
                    <a:pt x="516712" y="588454"/>
                  </a:lnTo>
                  <a:lnTo>
                    <a:pt x="550722" y="593737"/>
                  </a:lnTo>
                  <a:lnTo>
                    <a:pt x="612762" y="610882"/>
                  </a:lnTo>
                  <a:lnTo>
                    <a:pt x="679907" y="632282"/>
                  </a:lnTo>
                  <a:lnTo>
                    <a:pt x="729272" y="650328"/>
                  </a:lnTo>
                  <a:lnTo>
                    <a:pt x="738886" y="672007"/>
                  </a:lnTo>
                  <a:lnTo>
                    <a:pt x="776655" y="695655"/>
                  </a:lnTo>
                  <a:lnTo>
                    <a:pt x="830694" y="717956"/>
                  </a:lnTo>
                  <a:lnTo>
                    <a:pt x="889101" y="735634"/>
                  </a:lnTo>
                  <a:lnTo>
                    <a:pt x="939990" y="745413"/>
                  </a:lnTo>
                  <a:lnTo>
                    <a:pt x="971461" y="744004"/>
                  </a:lnTo>
                  <a:lnTo>
                    <a:pt x="1020419" y="686625"/>
                  </a:lnTo>
                  <a:lnTo>
                    <a:pt x="1052017" y="635546"/>
                  </a:lnTo>
                  <a:lnTo>
                    <a:pt x="1082408" y="578624"/>
                  </a:lnTo>
                  <a:lnTo>
                    <a:pt x="1107097" y="522693"/>
                  </a:lnTo>
                  <a:lnTo>
                    <a:pt x="1121638" y="47456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7" name="object 327" descr=""/>
          <p:cNvSpPr txBox="1"/>
          <p:nvPr/>
        </p:nvSpPr>
        <p:spPr>
          <a:xfrm>
            <a:off x="624158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8358007"/>
            <a:ext cx="20104100" cy="2950845"/>
          </a:xfrm>
          <a:custGeom>
            <a:avLst/>
            <a:gdLst/>
            <a:ahLst/>
            <a:cxnLst/>
            <a:rect l="l" t="t" r="r" b="b"/>
            <a:pathLst>
              <a:path w="20104100" h="2950845">
                <a:moveTo>
                  <a:pt x="20104099" y="0"/>
                </a:moveTo>
                <a:lnTo>
                  <a:pt x="0" y="0"/>
                </a:lnTo>
                <a:lnTo>
                  <a:pt x="0" y="2950548"/>
                </a:lnTo>
                <a:lnTo>
                  <a:pt x="20104099" y="2950548"/>
                </a:lnTo>
                <a:lnTo>
                  <a:pt x="20104099" y="0"/>
                </a:lnTo>
                <a:close/>
              </a:path>
            </a:pathLst>
          </a:custGeom>
          <a:solidFill>
            <a:srgbClr val="1DA2D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20104100" cy="8138159"/>
            <a:chOff x="0" y="0"/>
            <a:chExt cx="20104100" cy="8138159"/>
          </a:xfrm>
        </p:grpSpPr>
        <p:sp>
          <p:nvSpPr>
            <p:cNvPr id="4" name="object 4" descr=""/>
            <p:cNvSpPr/>
            <p:nvPr/>
          </p:nvSpPr>
          <p:spPr>
            <a:xfrm>
              <a:off x="0" y="0"/>
              <a:ext cx="20104100" cy="8138159"/>
            </a:xfrm>
            <a:custGeom>
              <a:avLst/>
              <a:gdLst/>
              <a:ahLst/>
              <a:cxnLst/>
              <a:rect l="l" t="t" r="r" b="b"/>
              <a:pathLst>
                <a:path w="20104100" h="8138159">
                  <a:moveTo>
                    <a:pt x="20104099" y="0"/>
                  </a:moveTo>
                  <a:lnTo>
                    <a:pt x="0" y="0"/>
                  </a:lnTo>
                  <a:lnTo>
                    <a:pt x="0" y="8137605"/>
                  </a:lnTo>
                  <a:lnTo>
                    <a:pt x="20104099" y="8137605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55860" y="4023376"/>
              <a:ext cx="69086" cy="69086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27001" y="3326531"/>
              <a:ext cx="69086" cy="69086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98492" y="2149473"/>
              <a:ext cx="69086" cy="69086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41162" y="1723480"/>
              <a:ext cx="69086" cy="69086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3050908" y="1724081"/>
              <a:ext cx="4787265" cy="1991995"/>
            </a:xfrm>
            <a:custGeom>
              <a:avLst/>
              <a:gdLst/>
              <a:ahLst/>
              <a:cxnLst/>
              <a:rect l="l" t="t" r="r" b="b"/>
              <a:pathLst>
                <a:path w="4787265" h="1991995">
                  <a:moveTo>
                    <a:pt x="32867" y="944549"/>
                  </a:moveTo>
                  <a:lnTo>
                    <a:pt x="25514" y="937183"/>
                  </a:lnTo>
                  <a:lnTo>
                    <a:pt x="7353" y="937183"/>
                  </a:lnTo>
                  <a:lnTo>
                    <a:pt x="0" y="944549"/>
                  </a:lnTo>
                  <a:lnTo>
                    <a:pt x="0" y="953630"/>
                  </a:lnTo>
                  <a:lnTo>
                    <a:pt x="0" y="962710"/>
                  </a:lnTo>
                  <a:lnTo>
                    <a:pt x="7353" y="970064"/>
                  </a:lnTo>
                  <a:lnTo>
                    <a:pt x="25514" y="970064"/>
                  </a:lnTo>
                  <a:lnTo>
                    <a:pt x="32867" y="962710"/>
                  </a:lnTo>
                  <a:lnTo>
                    <a:pt x="32867" y="944549"/>
                  </a:lnTo>
                  <a:close/>
                </a:path>
                <a:path w="4787265" h="1991995">
                  <a:moveTo>
                    <a:pt x="1923681" y="756513"/>
                  </a:moveTo>
                  <a:lnTo>
                    <a:pt x="1916328" y="749147"/>
                  </a:lnTo>
                  <a:lnTo>
                    <a:pt x="1898167" y="749147"/>
                  </a:lnTo>
                  <a:lnTo>
                    <a:pt x="1890801" y="756513"/>
                  </a:lnTo>
                  <a:lnTo>
                    <a:pt x="1890801" y="765594"/>
                  </a:lnTo>
                  <a:lnTo>
                    <a:pt x="1890801" y="774674"/>
                  </a:lnTo>
                  <a:lnTo>
                    <a:pt x="1898167" y="782027"/>
                  </a:lnTo>
                  <a:lnTo>
                    <a:pt x="1916328" y="782027"/>
                  </a:lnTo>
                  <a:lnTo>
                    <a:pt x="1923681" y="774674"/>
                  </a:lnTo>
                  <a:lnTo>
                    <a:pt x="1923681" y="756513"/>
                  </a:lnTo>
                  <a:close/>
                </a:path>
                <a:path w="4787265" h="1991995">
                  <a:moveTo>
                    <a:pt x="1957158" y="1540941"/>
                  </a:moveTo>
                  <a:lnTo>
                    <a:pt x="1949805" y="1533575"/>
                  </a:lnTo>
                  <a:lnTo>
                    <a:pt x="1931644" y="1533575"/>
                  </a:lnTo>
                  <a:lnTo>
                    <a:pt x="1924291" y="1540941"/>
                  </a:lnTo>
                  <a:lnTo>
                    <a:pt x="1924291" y="1550022"/>
                  </a:lnTo>
                  <a:lnTo>
                    <a:pt x="1924291" y="1559090"/>
                  </a:lnTo>
                  <a:lnTo>
                    <a:pt x="1931644" y="1566456"/>
                  </a:lnTo>
                  <a:lnTo>
                    <a:pt x="1949805" y="1566456"/>
                  </a:lnTo>
                  <a:lnTo>
                    <a:pt x="1957158" y="1559090"/>
                  </a:lnTo>
                  <a:lnTo>
                    <a:pt x="1957158" y="1540941"/>
                  </a:lnTo>
                  <a:close/>
                </a:path>
                <a:path w="4787265" h="1991995">
                  <a:moveTo>
                    <a:pt x="3849306" y="1966328"/>
                  </a:moveTo>
                  <a:lnTo>
                    <a:pt x="3841940" y="1958975"/>
                  </a:lnTo>
                  <a:lnTo>
                    <a:pt x="3823792" y="1958975"/>
                  </a:lnTo>
                  <a:lnTo>
                    <a:pt x="3816426" y="1966328"/>
                  </a:lnTo>
                  <a:lnTo>
                    <a:pt x="3816426" y="1975408"/>
                  </a:lnTo>
                  <a:lnTo>
                    <a:pt x="3816426" y="1984489"/>
                  </a:lnTo>
                  <a:lnTo>
                    <a:pt x="3823792" y="1991855"/>
                  </a:lnTo>
                  <a:lnTo>
                    <a:pt x="3841940" y="1991855"/>
                  </a:lnTo>
                  <a:lnTo>
                    <a:pt x="3849306" y="1984489"/>
                  </a:lnTo>
                  <a:lnTo>
                    <a:pt x="3849306" y="1966328"/>
                  </a:lnTo>
                  <a:close/>
                </a:path>
                <a:path w="4787265" h="1991995">
                  <a:moveTo>
                    <a:pt x="3916730" y="740067"/>
                  </a:moveTo>
                  <a:lnTo>
                    <a:pt x="3909364" y="732713"/>
                  </a:lnTo>
                  <a:lnTo>
                    <a:pt x="3891216" y="732713"/>
                  </a:lnTo>
                  <a:lnTo>
                    <a:pt x="3883850" y="740067"/>
                  </a:lnTo>
                  <a:lnTo>
                    <a:pt x="3883850" y="749147"/>
                  </a:lnTo>
                  <a:lnTo>
                    <a:pt x="3883850" y="758228"/>
                  </a:lnTo>
                  <a:lnTo>
                    <a:pt x="3891216" y="765594"/>
                  </a:lnTo>
                  <a:lnTo>
                    <a:pt x="3909364" y="765594"/>
                  </a:lnTo>
                  <a:lnTo>
                    <a:pt x="3916730" y="758228"/>
                  </a:lnTo>
                  <a:lnTo>
                    <a:pt x="3916730" y="740067"/>
                  </a:lnTo>
                  <a:close/>
                </a:path>
                <a:path w="4787265" h="1991995">
                  <a:moveTo>
                    <a:pt x="4786960" y="7366"/>
                  </a:moveTo>
                  <a:lnTo>
                    <a:pt x="4779594" y="0"/>
                  </a:lnTo>
                  <a:lnTo>
                    <a:pt x="4761433" y="0"/>
                  </a:lnTo>
                  <a:lnTo>
                    <a:pt x="4754080" y="7366"/>
                  </a:lnTo>
                  <a:lnTo>
                    <a:pt x="4754080" y="16446"/>
                  </a:lnTo>
                  <a:lnTo>
                    <a:pt x="4754080" y="25514"/>
                  </a:lnTo>
                  <a:lnTo>
                    <a:pt x="4761433" y="32880"/>
                  </a:lnTo>
                  <a:lnTo>
                    <a:pt x="4779594" y="32880"/>
                  </a:lnTo>
                  <a:lnTo>
                    <a:pt x="4786960" y="25514"/>
                  </a:lnTo>
                  <a:lnTo>
                    <a:pt x="4786960" y="7366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1154" y="3235678"/>
              <a:ext cx="69086" cy="69086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94069" y="955782"/>
              <a:ext cx="69086" cy="69086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1980514" y="1792242"/>
              <a:ext cx="96520" cy="936625"/>
            </a:xfrm>
            <a:custGeom>
              <a:avLst/>
              <a:gdLst/>
              <a:ahLst/>
              <a:cxnLst/>
              <a:rect l="l" t="t" r="r" b="b"/>
              <a:pathLst>
                <a:path w="96519" h="936625">
                  <a:moveTo>
                    <a:pt x="32880" y="910818"/>
                  </a:moveTo>
                  <a:lnTo>
                    <a:pt x="25527" y="903452"/>
                  </a:lnTo>
                  <a:lnTo>
                    <a:pt x="7366" y="903452"/>
                  </a:lnTo>
                  <a:lnTo>
                    <a:pt x="0" y="910818"/>
                  </a:lnTo>
                  <a:lnTo>
                    <a:pt x="0" y="919886"/>
                  </a:lnTo>
                  <a:lnTo>
                    <a:pt x="0" y="928966"/>
                  </a:lnTo>
                  <a:lnTo>
                    <a:pt x="7366" y="936332"/>
                  </a:lnTo>
                  <a:lnTo>
                    <a:pt x="25527" y="936332"/>
                  </a:lnTo>
                  <a:lnTo>
                    <a:pt x="32880" y="928966"/>
                  </a:lnTo>
                  <a:lnTo>
                    <a:pt x="32880" y="910818"/>
                  </a:lnTo>
                  <a:close/>
                </a:path>
                <a:path w="96519" h="936625">
                  <a:moveTo>
                    <a:pt x="62649" y="7366"/>
                  </a:moveTo>
                  <a:lnTo>
                    <a:pt x="55283" y="0"/>
                  </a:lnTo>
                  <a:lnTo>
                    <a:pt x="37134" y="0"/>
                  </a:lnTo>
                  <a:lnTo>
                    <a:pt x="29768" y="7366"/>
                  </a:lnTo>
                  <a:lnTo>
                    <a:pt x="29768" y="16446"/>
                  </a:lnTo>
                  <a:lnTo>
                    <a:pt x="29768" y="25514"/>
                  </a:lnTo>
                  <a:lnTo>
                    <a:pt x="37134" y="32880"/>
                  </a:lnTo>
                  <a:lnTo>
                    <a:pt x="55283" y="32880"/>
                  </a:lnTo>
                  <a:lnTo>
                    <a:pt x="62649" y="25514"/>
                  </a:lnTo>
                  <a:lnTo>
                    <a:pt x="62649" y="7366"/>
                  </a:lnTo>
                  <a:close/>
                </a:path>
                <a:path w="96519" h="936625">
                  <a:moveTo>
                    <a:pt x="96126" y="791794"/>
                  </a:moveTo>
                  <a:lnTo>
                    <a:pt x="88760" y="784428"/>
                  </a:lnTo>
                  <a:lnTo>
                    <a:pt x="70612" y="784428"/>
                  </a:lnTo>
                  <a:lnTo>
                    <a:pt x="63246" y="791794"/>
                  </a:lnTo>
                  <a:lnTo>
                    <a:pt x="63246" y="800862"/>
                  </a:lnTo>
                  <a:lnTo>
                    <a:pt x="63246" y="809942"/>
                  </a:lnTo>
                  <a:lnTo>
                    <a:pt x="70612" y="817308"/>
                  </a:lnTo>
                  <a:lnTo>
                    <a:pt x="88760" y="817308"/>
                  </a:lnTo>
                  <a:lnTo>
                    <a:pt x="96126" y="809942"/>
                  </a:lnTo>
                  <a:lnTo>
                    <a:pt x="96126" y="791794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00960" y="3053178"/>
              <a:ext cx="69086" cy="69086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04466" y="3002058"/>
              <a:ext cx="69086" cy="69086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48870" y="2303430"/>
              <a:ext cx="69086" cy="69086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8042948" y="2627191"/>
              <a:ext cx="1386205" cy="1806575"/>
            </a:xfrm>
            <a:custGeom>
              <a:avLst/>
              <a:gdLst/>
              <a:ahLst/>
              <a:cxnLst/>
              <a:rect l="l" t="t" r="r" b="b"/>
              <a:pathLst>
                <a:path w="1386204" h="1806575">
                  <a:moveTo>
                    <a:pt x="32867" y="638429"/>
                  </a:moveTo>
                  <a:lnTo>
                    <a:pt x="25514" y="631063"/>
                  </a:lnTo>
                  <a:lnTo>
                    <a:pt x="7353" y="631063"/>
                  </a:lnTo>
                  <a:lnTo>
                    <a:pt x="0" y="638429"/>
                  </a:lnTo>
                  <a:lnTo>
                    <a:pt x="0" y="647509"/>
                  </a:lnTo>
                  <a:lnTo>
                    <a:pt x="0" y="656590"/>
                  </a:lnTo>
                  <a:lnTo>
                    <a:pt x="7353" y="663943"/>
                  </a:lnTo>
                  <a:lnTo>
                    <a:pt x="25514" y="663943"/>
                  </a:lnTo>
                  <a:lnTo>
                    <a:pt x="32867" y="656590"/>
                  </a:lnTo>
                  <a:lnTo>
                    <a:pt x="32867" y="638429"/>
                  </a:lnTo>
                  <a:close/>
                </a:path>
                <a:path w="1386204" h="1806575">
                  <a:moveTo>
                    <a:pt x="182486" y="1791970"/>
                  </a:moveTo>
                  <a:lnTo>
                    <a:pt x="182016" y="1785683"/>
                  </a:lnTo>
                  <a:lnTo>
                    <a:pt x="179235" y="1780019"/>
                  </a:lnTo>
                  <a:lnTo>
                    <a:pt x="174320" y="1775726"/>
                  </a:lnTo>
                  <a:lnTo>
                    <a:pt x="168122" y="1773669"/>
                  </a:lnTo>
                  <a:lnTo>
                    <a:pt x="161836" y="1774139"/>
                  </a:lnTo>
                  <a:lnTo>
                    <a:pt x="156184" y="1776920"/>
                  </a:lnTo>
                  <a:lnTo>
                    <a:pt x="151892" y="1781822"/>
                  </a:lnTo>
                  <a:lnTo>
                    <a:pt x="149834" y="1788020"/>
                  </a:lnTo>
                  <a:lnTo>
                    <a:pt x="150291" y="1794306"/>
                  </a:lnTo>
                  <a:lnTo>
                    <a:pt x="153073" y="1799971"/>
                  </a:lnTo>
                  <a:lnTo>
                    <a:pt x="157988" y="1804263"/>
                  </a:lnTo>
                  <a:lnTo>
                    <a:pt x="164185" y="1806321"/>
                  </a:lnTo>
                  <a:lnTo>
                    <a:pt x="170472" y="1805863"/>
                  </a:lnTo>
                  <a:lnTo>
                    <a:pt x="176136" y="1803082"/>
                  </a:lnTo>
                  <a:lnTo>
                    <a:pt x="180428" y="1798167"/>
                  </a:lnTo>
                  <a:lnTo>
                    <a:pt x="182486" y="1791970"/>
                  </a:lnTo>
                  <a:close/>
                </a:path>
                <a:path w="1386204" h="1806575">
                  <a:moveTo>
                    <a:pt x="782015" y="7366"/>
                  </a:moveTo>
                  <a:lnTo>
                    <a:pt x="774661" y="0"/>
                  </a:lnTo>
                  <a:lnTo>
                    <a:pt x="756500" y="0"/>
                  </a:lnTo>
                  <a:lnTo>
                    <a:pt x="749147" y="7366"/>
                  </a:lnTo>
                  <a:lnTo>
                    <a:pt x="749147" y="16433"/>
                  </a:lnTo>
                  <a:lnTo>
                    <a:pt x="749147" y="25514"/>
                  </a:lnTo>
                  <a:lnTo>
                    <a:pt x="756500" y="32880"/>
                  </a:lnTo>
                  <a:lnTo>
                    <a:pt x="774661" y="32880"/>
                  </a:lnTo>
                  <a:lnTo>
                    <a:pt x="782015" y="25514"/>
                  </a:lnTo>
                  <a:lnTo>
                    <a:pt x="782015" y="7366"/>
                  </a:lnTo>
                  <a:close/>
                </a:path>
                <a:path w="1386204" h="1806575">
                  <a:moveTo>
                    <a:pt x="815505" y="791781"/>
                  </a:moveTo>
                  <a:lnTo>
                    <a:pt x="808139" y="784428"/>
                  </a:lnTo>
                  <a:lnTo>
                    <a:pt x="789978" y="784428"/>
                  </a:lnTo>
                  <a:lnTo>
                    <a:pt x="782624" y="791781"/>
                  </a:lnTo>
                  <a:lnTo>
                    <a:pt x="782624" y="800862"/>
                  </a:lnTo>
                  <a:lnTo>
                    <a:pt x="782624" y="809942"/>
                  </a:lnTo>
                  <a:lnTo>
                    <a:pt x="789978" y="817308"/>
                  </a:lnTo>
                  <a:lnTo>
                    <a:pt x="808139" y="817308"/>
                  </a:lnTo>
                  <a:lnTo>
                    <a:pt x="815505" y="809942"/>
                  </a:lnTo>
                  <a:lnTo>
                    <a:pt x="815505" y="791781"/>
                  </a:lnTo>
                  <a:close/>
                </a:path>
                <a:path w="1386204" h="1806575">
                  <a:moveTo>
                    <a:pt x="1385900" y="1405178"/>
                  </a:moveTo>
                  <a:lnTo>
                    <a:pt x="1385430" y="1398892"/>
                  </a:lnTo>
                  <a:lnTo>
                    <a:pt x="1382636" y="1393240"/>
                  </a:lnTo>
                  <a:lnTo>
                    <a:pt x="1377721" y="1388935"/>
                  </a:lnTo>
                  <a:lnTo>
                    <a:pt x="1371536" y="1386890"/>
                  </a:lnTo>
                  <a:lnTo>
                    <a:pt x="1365250" y="1387348"/>
                  </a:lnTo>
                  <a:lnTo>
                    <a:pt x="1359598" y="1390129"/>
                  </a:lnTo>
                  <a:lnTo>
                    <a:pt x="1355293" y="1395044"/>
                  </a:lnTo>
                  <a:lnTo>
                    <a:pt x="1353235" y="1401241"/>
                  </a:lnTo>
                  <a:lnTo>
                    <a:pt x="1353705" y="1407528"/>
                  </a:lnTo>
                  <a:lnTo>
                    <a:pt x="1356487" y="1413179"/>
                  </a:lnTo>
                  <a:lnTo>
                    <a:pt x="1361401" y="1417485"/>
                  </a:lnTo>
                  <a:lnTo>
                    <a:pt x="1367599" y="1419542"/>
                  </a:lnTo>
                  <a:lnTo>
                    <a:pt x="1373886" y="1419085"/>
                  </a:lnTo>
                  <a:lnTo>
                    <a:pt x="1379537" y="1416291"/>
                  </a:lnTo>
                  <a:lnTo>
                    <a:pt x="1383842" y="1411376"/>
                  </a:lnTo>
                  <a:lnTo>
                    <a:pt x="1385900" y="1405178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41943" y="3445090"/>
              <a:ext cx="69086" cy="69086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745448" y="3393971"/>
              <a:ext cx="69086" cy="69086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11383925" y="3019100"/>
              <a:ext cx="815975" cy="817880"/>
            </a:xfrm>
            <a:custGeom>
              <a:avLst/>
              <a:gdLst/>
              <a:ahLst/>
              <a:cxnLst/>
              <a:rect l="l" t="t" r="r" b="b"/>
              <a:pathLst>
                <a:path w="815975" h="817879">
                  <a:moveTo>
                    <a:pt x="32880" y="638429"/>
                  </a:moveTo>
                  <a:lnTo>
                    <a:pt x="25514" y="631075"/>
                  </a:lnTo>
                  <a:lnTo>
                    <a:pt x="7366" y="631075"/>
                  </a:lnTo>
                  <a:lnTo>
                    <a:pt x="0" y="638429"/>
                  </a:lnTo>
                  <a:lnTo>
                    <a:pt x="0" y="647509"/>
                  </a:lnTo>
                  <a:lnTo>
                    <a:pt x="0" y="656590"/>
                  </a:lnTo>
                  <a:lnTo>
                    <a:pt x="7366" y="663956"/>
                  </a:lnTo>
                  <a:lnTo>
                    <a:pt x="25514" y="663956"/>
                  </a:lnTo>
                  <a:lnTo>
                    <a:pt x="32880" y="656590"/>
                  </a:lnTo>
                  <a:lnTo>
                    <a:pt x="32880" y="638429"/>
                  </a:lnTo>
                  <a:close/>
                </a:path>
                <a:path w="815975" h="817879">
                  <a:moveTo>
                    <a:pt x="782027" y="7366"/>
                  </a:moveTo>
                  <a:lnTo>
                    <a:pt x="774661" y="0"/>
                  </a:lnTo>
                  <a:lnTo>
                    <a:pt x="756513" y="0"/>
                  </a:lnTo>
                  <a:lnTo>
                    <a:pt x="749147" y="7366"/>
                  </a:lnTo>
                  <a:lnTo>
                    <a:pt x="749147" y="16446"/>
                  </a:lnTo>
                  <a:lnTo>
                    <a:pt x="749147" y="25514"/>
                  </a:lnTo>
                  <a:lnTo>
                    <a:pt x="756513" y="32880"/>
                  </a:lnTo>
                  <a:lnTo>
                    <a:pt x="774661" y="32880"/>
                  </a:lnTo>
                  <a:lnTo>
                    <a:pt x="782027" y="25514"/>
                  </a:lnTo>
                  <a:lnTo>
                    <a:pt x="782027" y="7366"/>
                  </a:lnTo>
                  <a:close/>
                </a:path>
                <a:path w="815975" h="817879">
                  <a:moveTo>
                    <a:pt x="815505" y="791794"/>
                  </a:moveTo>
                  <a:lnTo>
                    <a:pt x="808151" y="784428"/>
                  </a:lnTo>
                  <a:lnTo>
                    <a:pt x="789990" y="784428"/>
                  </a:lnTo>
                  <a:lnTo>
                    <a:pt x="782624" y="791794"/>
                  </a:lnTo>
                  <a:lnTo>
                    <a:pt x="782624" y="800874"/>
                  </a:lnTo>
                  <a:lnTo>
                    <a:pt x="782624" y="809942"/>
                  </a:lnTo>
                  <a:lnTo>
                    <a:pt x="789990" y="817308"/>
                  </a:lnTo>
                  <a:lnTo>
                    <a:pt x="808151" y="817308"/>
                  </a:lnTo>
                  <a:lnTo>
                    <a:pt x="815505" y="809942"/>
                  </a:lnTo>
                  <a:lnTo>
                    <a:pt x="815505" y="791794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4069" y="3421774"/>
              <a:ext cx="69086" cy="69086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43133" y="3922204"/>
              <a:ext cx="69086" cy="69086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1381607" y="4178407"/>
              <a:ext cx="815975" cy="186690"/>
            </a:xfrm>
            <a:custGeom>
              <a:avLst/>
              <a:gdLst/>
              <a:ahLst/>
              <a:cxnLst/>
              <a:rect l="l" t="t" r="r" b="b"/>
              <a:pathLst>
                <a:path w="815975" h="186689">
                  <a:moveTo>
                    <a:pt x="32880" y="7353"/>
                  </a:moveTo>
                  <a:lnTo>
                    <a:pt x="25514" y="0"/>
                  </a:lnTo>
                  <a:lnTo>
                    <a:pt x="7366" y="0"/>
                  </a:lnTo>
                  <a:lnTo>
                    <a:pt x="0" y="7353"/>
                  </a:lnTo>
                  <a:lnTo>
                    <a:pt x="0" y="16433"/>
                  </a:lnTo>
                  <a:lnTo>
                    <a:pt x="0" y="25514"/>
                  </a:lnTo>
                  <a:lnTo>
                    <a:pt x="7366" y="32880"/>
                  </a:lnTo>
                  <a:lnTo>
                    <a:pt x="25514" y="32880"/>
                  </a:lnTo>
                  <a:lnTo>
                    <a:pt x="32880" y="25514"/>
                  </a:lnTo>
                  <a:lnTo>
                    <a:pt x="32880" y="7353"/>
                  </a:lnTo>
                  <a:close/>
                </a:path>
                <a:path w="815975" h="186689">
                  <a:moveTo>
                    <a:pt x="815505" y="160718"/>
                  </a:moveTo>
                  <a:lnTo>
                    <a:pt x="808151" y="153352"/>
                  </a:lnTo>
                  <a:lnTo>
                    <a:pt x="789990" y="153352"/>
                  </a:lnTo>
                  <a:lnTo>
                    <a:pt x="782637" y="160718"/>
                  </a:lnTo>
                  <a:lnTo>
                    <a:pt x="782637" y="169799"/>
                  </a:lnTo>
                  <a:lnTo>
                    <a:pt x="782637" y="178866"/>
                  </a:lnTo>
                  <a:lnTo>
                    <a:pt x="789990" y="186232"/>
                  </a:lnTo>
                  <a:lnTo>
                    <a:pt x="808151" y="186232"/>
                  </a:lnTo>
                  <a:lnTo>
                    <a:pt x="815505" y="178866"/>
                  </a:lnTo>
                  <a:lnTo>
                    <a:pt x="815505" y="160718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21798" y="1741118"/>
              <a:ext cx="69086" cy="69086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825304" y="1689999"/>
              <a:ext cx="69086" cy="69086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569708" y="991370"/>
              <a:ext cx="69086" cy="69086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9508363" y="1315128"/>
              <a:ext cx="1771014" cy="2520950"/>
            </a:xfrm>
            <a:custGeom>
              <a:avLst/>
              <a:gdLst/>
              <a:ahLst/>
              <a:cxnLst/>
              <a:rect l="l" t="t" r="r" b="b"/>
              <a:pathLst>
                <a:path w="1771015" h="2520950">
                  <a:moveTo>
                    <a:pt x="32880" y="432752"/>
                  </a:moveTo>
                  <a:lnTo>
                    <a:pt x="25514" y="425399"/>
                  </a:lnTo>
                  <a:lnTo>
                    <a:pt x="7353" y="425399"/>
                  </a:lnTo>
                  <a:lnTo>
                    <a:pt x="0" y="432752"/>
                  </a:lnTo>
                  <a:lnTo>
                    <a:pt x="0" y="441833"/>
                  </a:lnTo>
                  <a:lnTo>
                    <a:pt x="0" y="450913"/>
                  </a:lnTo>
                  <a:lnTo>
                    <a:pt x="7353" y="458279"/>
                  </a:lnTo>
                  <a:lnTo>
                    <a:pt x="25514" y="458279"/>
                  </a:lnTo>
                  <a:lnTo>
                    <a:pt x="32880" y="450913"/>
                  </a:lnTo>
                  <a:lnTo>
                    <a:pt x="32880" y="432752"/>
                  </a:lnTo>
                  <a:close/>
                </a:path>
                <a:path w="1771015" h="2520950">
                  <a:moveTo>
                    <a:pt x="901306" y="2495169"/>
                  </a:moveTo>
                  <a:lnTo>
                    <a:pt x="893940" y="2487803"/>
                  </a:lnTo>
                  <a:lnTo>
                    <a:pt x="875779" y="2487803"/>
                  </a:lnTo>
                  <a:lnTo>
                    <a:pt x="868426" y="2495169"/>
                  </a:lnTo>
                  <a:lnTo>
                    <a:pt x="868426" y="2504236"/>
                  </a:lnTo>
                  <a:lnTo>
                    <a:pt x="868426" y="2513317"/>
                  </a:lnTo>
                  <a:lnTo>
                    <a:pt x="875779" y="2520683"/>
                  </a:lnTo>
                  <a:lnTo>
                    <a:pt x="893940" y="2520683"/>
                  </a:lnTo>
                  <a:lnTo>
                    <a:pt x="901306" y="2513317"/>
                  </a:lnTo>
                  <a:lnTo>
                    <a:pt x="901306" y="2495169"/>
                  </a:lnTo>
                  <a:close/>
                </a:path>
                <a:path w="1771015" h="2520950">
                  <a:moveTo>
                    <a:pt x="988301" y="638429"/>
                  </a:moveTo>
                  <a:lnTo>
                    <a:pt x="980935" y="631075"/>
                  </a:lnTo>
                  <a:lnTo>
                    <a:pt x="962774" y="631075"/>
                  </a:lnTo>
                  <a:lnTo>
                    <a:pt x="955421" y="638429"/>
                  </a:lnTo>
                  <a:lnTo>
                    <a:pt x="955421" y="647509"/>
                  </a:lnTo>
                  <a:lnTo>
                    <a:pt x="955421" y="656590"/>
                  </a:lnTo>
                  <a:lnTo>
                    <a:pt x="962774" y="663943"/>
                  </a:lnTo>
                  <a:lnTo>
                    <a:pt x="980935" y="663943"/>
                  </a:lnTo>
                  <a:lnTo>
                    <a:pt x="988301" y="656590"/>
                  </a:lnTo>
                  <a:lnTo>
                    <a:pt x="988301" y="638429"/>
                  </a:lnTo>
                  <a:close/>
                </a:path>
                <a:path w="1771015" h="2520950">
                  <a:moveTo>
                    <a:pt x="1344930" y="1592656"/>
                  </a:moveTo>
                  <a:lnTo>
                    <a:pt x="1337576" y="1585290"/>
                  </a:lnTo>
                  <a:lnTo>
                    <a:pt x="1319415" y="1585290"/>
                  </a:lnTo>
                  <a:lnTo>
                    <a:pt x="1312049" y="1592656"/>
                  </a:lnTo>
                  <a:lnTo>
                    <a:pt x="1312049" y="1601736"/>
                  </a:lnTo>
                  <a:lnTo>
                    <a:pt x="1312049" y="1610817"/>
                  </a:lnTo>
                  <a:lnTo>
                    <a:pt x="1319415" y="1618170"/>
                  </a:lnTo>
                  <a:lnTo>
                    <a:pt x="1337576" y="1618170"/>
                  </a:lnTo>
                  <a:lnTo>
                    <a:pt x="1344930" y="1610817"/>
                  </a:lnTo>
                  <a:lnTo>
                    <a:pt x="1344930" y="1592656"/>
                  </a:lnTo>
                  <a:close/>
                </a:path>
                <a:path w="1771015" h="2520950">
                  <a:moveTo>
                    <a:pt x="1737448" y="7366"/>
                  </a:moveTo>
                  <a:lnTo>
                    <a:pt x="1730082" y="0"/>
                  </a:lnTo>
                  <a:lnTo>
                    <a:pt x="1711921" y="0"/>
                  </a:lnTo>
                  <a:lnTo>
                    <a:pt x="1704568" y="7366"/>
                  </a:lnTo>
                  <a:lnTo>
                    <a:pt x="1704568" y="16446"/>
                  </a:lnTo>
                  <a:lnTo>
                    <a:pt x="1704568" y="25514"/>
                  </a:lnTo>
                  <a:lnTo>
                    <a:pt x="1711921" y="32880"/>
                  </a:lnTo>
                  <a:lnTo>
                    <a:pt x="1730082" y="32880"/>
                  </a:lnTo>
                  <a:lnTo>
                    <a:pt x="1737448" y="25514"/>
                  </a:lnTo>
                  <a:lnTo>
                    <a:pt x="1737448" y="7366"/>
                  </a:lnTo>
                  <a:close/>
                </a:path>
                <a:path w="1771015" h="2520950">
                  <a:moveTo>
                    <a:pt x="1770926" y="791794"/>
                  </a:moveTo>
                  <a:lnTo>
                    <a:pt x="1763560" y="784428"/>
                  </a:lnTo>
                  <a:lnTo>
                    <a:pt x="1745411" y="784428"/>
                  </a:lnTo>
                  <a:lnTo>
                    <a:pt x="1738045" y="791794"/>
                  </a:lnTo>
                  <a:lnTo>
                    <a:pt x="1738045" y="800862"/>
                  </a:lnTo>
                  <a:lnTo>
                    <a:pt x="1738045" y="809942"/>
                  </a:lnTo>
                  <a:lnTo>
                    <a:pt x="1745411" y="817308"/>
                  </a:lnTo>
                  <a:lnTo>
                    <a:pt x="1763560" y="817308"/>
                  </a:lnTo>
                  <a:lnTo>
                    <a:pt x="1770926" y="809942"/>
                  </a:lnTo>
                  <a:lnTo>
                    <a:pt x="1770926" y="791794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33503" y="2480668"/>
              <a:ext cx="69086" cy="69086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377908" y="1782041"/>
              <a:ext cx="69086" cy="69086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17054614" y="2890221"/>
              <a:ext cx="603885" cy="1238885"/>
            </a:xfrm>
            <a:custGeom>
              <a:avLst/>
              <a:gdLst/>
              <a:ahLst/>
              <a:cxnLst/>
              <a:rect l="l" t="t" r="r" b="b"/>
              <a:pathLst>
                <a:path w="603884" h="1238885">
                  <a:moveTo>
                    <a:pt x="32880" y="7366"/>
                  </a:moveTo>
                  <a:lnTo>
                    <a:pt x="25514" y="0"/>
                  </a:lnTo>
                  <a:lnTo>
                    <a:pt x="7353" y="0"/>
                  </a:lnTo>
                  <a:lnTo>
                    <a:pt x="0" y="7366"/>
                  </a:lnTo>
                  <a:lnTo>
                    <a:pt x="0" y="16446"/>
                  </a:lnTo>
                  <a:lnTo>
                    <a:pt x="0" y="25527"/>
                  </a:lnTo>
                  <a:lnTo>
                    <a:pt x="7353" y="32880"/>
                  </a:lnTo>
                  <a:lnTo>
                    <a:pt x="25514" y="32880"/>
                  </a:lnTo>
                  <a:lnTo>
                    <a:pt x="32880" y="25527"/>
                  </a:lnTo>
                  <a:lnTo>
                    <a:pt x="32880" y="7366"/>
                  </a:lnTo>
                  <a:close/>
                </a:path>
                <a:path w="603884" h="1238885">
                  <a:moveTo>
                    <a:pt x="81508" y="1223911"/>
                  </a:moveTo>
                  <a:lnTo>
                    <a:pt x="81038" y="1217625"/>
                  </a:lnTo>
                  <a:lnTo>
                    <a:pt x="78257" y="1211973"/>
                  </a:lnTo>
                  <a:lnTo>
                    <a:pt x="73342" y="1207681"/>
                  </a:lnTo>
                  <a:lnTo>
                    <a:pt x="67144" y="1205623"/>
                  </a:lnTo>
                  <a:lnTo>
                    <a:pt x="60871" y="1206080"/>
                  </a:lnTo>
                  <a:lnTo>
                    <a:pt x="55219" y="1208874"/>
                  </a:lnTo>
                  <a:lnTo>
                    <a:pt x="50914" y="1213777"/>
                  </a:lnTo>
                  <a:lnTo>
                    <a:pt x="48856" y="1219974"/>
                  </a:lnTo>
                  <a:lnTo>
                    <a:pt x="49314" y="1226261"/>
                  </a:lnTo>
                  <a:lnTo>
                    <a:pt x="52108" y="1231912"/>
                  </a:lnTo>
                  <a:lnTo>
                    <a:pt x="57023" y="1236218"/>
                  </a:lnTo>
                  <a:lnTo>
                    <a:pt x="63220" y="1238275"/>
                  </a:lnTo>
                  <a:lnTo>
                    <a:pt x="69507" y="1237818"/>
                  </a:lnTo>
                  <a:lnTo>
                    <a:pt x="75158" y="1235024"/>
                  </a:lnTo>
                  <a:lnTo>
                    <a:pt x="79451" y="1230109"/>
                  </a:lnTo>
                  <a:lnTo>
                    <a:pt x="81508" y="1223911"/>
                  </a:lnTo>
                  <a:close/>
                </a:path>
                <a:path w="603884" h="1238885">
                  <a:moveTo>
                    <a:pt x="603262" y="620763"/>
                  </a:moveTo>
                  <a:lnTo>
                    <a:pt x="602805" y="614476"/>
                  </a:lnTo>
                  <a:lnTo>
                    <a:pt x="600011" y="608825"/>
                  </a:lnTo>
                  <a:lnTo>
                    <a:pt x="595096" y="604520"/>
                  </a:lnTo>
                  <a:lnTo>
                    <a:pt x="588911" y="602462"/>
                  </a:lnTo>
                  <a:lnTo>
                    <a:pt x="582625" y="602932"/>
                  </a:lnTo>
                  <a:lnTo>
                    <a:pt x="576961" y="605713"/>
                  </a:lnTo>
                  <a:lnTo>
                    <a:pt x="572668" y="610628"/>
                  </a:lnTo>
                  <a:lnTo>
                    <a:pt x="570611" y="616826"/>
                  </a:lnTo>
                  <a:lnTo>
                    <a:pt x="571068" y="623112"/>
                  </a:lnTo>
                  <a:lnTo>
                    <a:pt x="573862" y="628764"/>
                  </a:lnTo>
                  <a:lnTo>
                    <a:pt x="578777" y="633069"/>
                  </a:lnTo>
                  <a:lnTo>
                    <a:pt x="584974" y="635127"/>
                  </a:lnTo>
                  <a:lnTo>
                    <a:pt x="591261" y="634657"/>
                  </a:lnTo>
                  <a:lnTo>
                    <a:pt x="596912" y="631875"/>
                  </a:lnTo>
                  <a:lnTo>
                    <a:pt x="601218" y="626960"/>
                  </a:lnTo>
                  <a:lnTo>
                    <a:pt x="603262" y="620763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350836" y="1219730"/>
              <a:ext cx="69086" cy="69086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2760624" y="1219142"/>
              <a:ext cx="16322040" cy="2411730"/>
            </a:xfrm>
            <a:custGeom>
              <a:avLst/>
              <a:gdLst/>
              <a:ahLst/>
              <a:cxnLst/>
              <a:rect l="l" t="t" r="r" b="b"/>
              <a:pathLst>
                <a:path w="16322040" h="2411729">
                  <a:moveTo>
                    <a:pt x="32880" y="2386076"/>
                  </a:moveTo>
                  <a:lnTo>
                    <a:pt x="25527" y="2378710"/>
                  </a:lnTo>
                  <a:lnTo>
                    <a:pt x="7366" y="2378710"/>
                  </a:lnTo>
                  <a:lnTo>
                    <a:pt x="0" y="2386076"/>
                  </a:lnTo>
                  <a:lnTo>
                    <a:pt x="0" y="2395156"/>
                  </a:lnTo>
                  <a:lnTo>
                    <a:pt x="0" y="2404224"/>
                  </a:lnTo>
                  <a:lnTo>
                    <a:pt x="7366" y="2411590"/>
                  </a:lnTo>
                  <a:lnTo>
                    <a:pt x="25527" y="2411590"/>
                  </a:lnTo>
                  <a:lnTo>
                    <a:pt x="32880" y="2404224"/>
                  </a:lnTo>
                  <a:lnTo>
                    <a:pt x="32880" y="2386076"/>
                  </a:lnTo>
                  <a:close/>
                </a:path>
                <a:path w="16322040" h="2411729">
                  <a:moveTo>
                    <a:pt x="15009648" y="7353"/>
                  </a:moveTo>
                  <a:lnTo>
                    <a:pt x="15002294" y="0"/>
                  </a:lnTo>
                  <a:lnTo>
                    <a:pt x="14984133" y="0"/>
                  </a:lnTo>
                  <a:lnTo>
                    <a:pt x="14976767" y="7353"/>
                  </a:lnTo>
                  <a:lnTo>
                    <a:pt x="14976767" y="16433"/>
                  </a:lnTo>
                  <a:lnTo>
                    <a:pt x="14976767" y="25514"/>
                  </a:lnTo>
                  <a:lnTo>
                    <a:pt x="14984133" y="32867"/>
                  </a:lnTo>
                  <a:lnTo>
                    <a:pt x="15002294" y="32867"/>
                  </a:lnTo>
                  <a:lnTo>
                    <a:pt x="15009648" y="25514"/>
                  </a:lnTo>
                  <a:lnTo>
                    <a:pt x="15009648" y="7353"/>
                  </a:lnTo>
                  <a:close/>
                </a:path>
                <a:path w="16322040" h="2411729">
                  <a:moveTo>
                    <a:pt x="15878074" y="2069757"/>
                  </a:moveTo>
                  <a:lnTo>
                    <a:pt x="15870720" y="2062403"/>
                  </a:lnTo>
                  <a:lnTo>
                    <a:pt x="15852559" y="2062403"/>
                  </a:lnTo>
                  <a:lnTo>
                    <a:pt x="15845193" y="2069757"/>
                  </a:lnTo>
                  <a:lnTo>
                    <a:pt x="15845193" y="2078837"/>
                  </a:lnTo>
                  <a:lnTo>
                    <a:pt x="15845193" y="2087918"/>
                  </a:lnTo>
                  <a:lnTo>
                    <a:pt x="15852559" y="2095284"/>
                  </a:lnTo>
                  <a:lnTo>
                    <a:pt x="15870720" y="2095284"/>
                  </a:lnTo>
                  <a:lnTo>
                    <a:pt x="15878074" y="2087918"/>
                  </a:lnTo>
                  <a:lnTo>
                    <a:pt x="15878074" y="2069757"/>
                  </a:lnTo>
                  <a:close/>
                </a:path>
                <a:path w="16322040" h="2411729">
                  <a:moveTo>
                    <a:pt x="15965069" y="213029"/>
                  </a:moveTo>
                  <a:lnTo>
                    <a:pt x="15957715" y="205663"/>
                  </a:lnTo>
                  <a:lnTo>
                    <a:pt x="15939554" y="205663"/>
                  </a:lnTo>
                  <a:lnTo>
                    <a:pt x="15932188" y="213029"/>
                  </a:lnTo>
                  <a:lnTo>
                    <a:pt x="15932188" y="222110"/>
                  </a:lnTo>
                  <a:lnTo>
                    <a:pt x="15932188" y="231190"/>
                  </a:lnTo>
                  <a:lnTo>
                    <a:pt x="15939554" y="238544"/>
                  </a:lnTo>
                  <a:lnTo>
                    <a:pt x="15957715" y="238544"/>
                  </a:lnTo>
                  <a:lnTo>
                    <a:pt x="15965069" y="231190"/>
                  </a:lnTo>
                  <a:lnTo>
                    <a:pt x="15965069" y="213029"/>
                  </a:lnTo>
                  <a:close/>
                </a:path>
                <a:path w="16322040" h="2411729">
                  <a:moveTo>
                    <a:pt x="16321710" y="1167257"/>
                  </a:moveTo>
                  <a:lnTo>
                    <a:pt x="16314344" y="1159891"/>
                  </a:lnTo>
                  <a:lnTo>
                    <a:pt x="16296196" y="1159891"/>
                  </a:lnTo>
                  <a:lnTo>
                    <a:pt x="16288830" y="1167257"/>
                  </a:lnTo>
                  <a:lnTo>
                    <a:pt x="16288830" y="1176337"/>
                  </a:lnTo>
                  <a:lnTo>
                    <a:pt x="16288830" y="1185405"/>
                  </a:lnTo>
                  <a:lnTo>
                    <a:pt x="16296196" y="1192771"/>
                  </a:lnTo>
                  <a:lnTo>
                    <a:pt x="16314344" y="1192771"/>
                  </a:lnTo>
                  <a:lnTo>
                    <a:pt x="16321710" y="1185405"/>
                  </a:lnTo>
                  <a:lnTo>
                    <a:pt x="16321710" y="1167257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084854" y="1291656"/>
              <a:ext cx="69086" cy="69086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788359" y="1240538"/>
              <a:ext cx="69086" cy="69086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15426830" y="1496739"/>
              <a:ext cx="815975" cy="186690"/>
            </a:xfrm>
            <a:custGeom>
              <a:avLst/>
              <a:gdLst/>
              <a:ahLst/>
              <a:cxnLst/>
              <a:rect l="l" t="t" r="r" b="b"/>
              <a:pathLst>
                <a:path w="815975" h="186689">
                  <a:moveTo>
                    <a:pt x="32880" y="7366"/>
                  </a:moveTo>
                  <a:lnTo>
                    <a:pt x="25527" y="0"/>
                  </a:lnTo>
                  <a:lnTo>
                    <a:pt x="7366" y="0"/>
                  </a:lnTo>
                  <a:lnTo>
                    <a:pt x="0" y="7366"/>
                  </a:lnTo>
                  <a:lnTo>
                    <a:pt x="0" y="16433"/>
                  </a:lnTo>
                  <a:lnTo>
                    <a:pt x="0" y="25514"/>
                  </a:lnTo>
                  <a:lnTo>
                    <a:pt x="7366" y="32880"/>
                  </a:lnTo>
                  <a:lnTo>
                    <a:pt x="25527" y="32880"/>
                  </a:lnTo>
                  <a:lnTo>
                    <a:pt x="32880" y="25514"/>
                  </a:lnTo>
                  <a:lnTo>
                    <a:pt x="32880" y="7366"/>
                  </a:lnTo>
                  <a:close/>
                </a:path>
                <a:path w="815975" h="186689">
                  <a:moveTo>
                    <a:pt x="815517" y="160718"/>
                  </a:moveTo>
                  <a:lnTo>
                    <a:pt x="808151" y="153352"/>
                  </a:lnTo>
                  <a:lnTo>
                    <a:pt x="789990" y="153352"/>
                  </a:lnTo>
                  <a:lnTo>
                    <a:pt x="782637" y="160718"/>
                  </a:lnTo>
                  <a:lnTo>
                    <a:pt x="782637" y="169799"/>
                  </a:lnTo>
                  <a:lnTo>
                    <a:pt x="782637" y="178879"/>
                  </a:lnTo>
                  <a:lnTo>
                    <a:pt x="789990" y="186232"/>
                  </a:lnTo>
                  <a:lnTo>
                    <a:pt x="808151" y="186232"/>
                  </a:lnTo>
                  <a:lnTo>
                    <a:pt x="815517" y="178879"/>
                  </a:lnTo>
                  <a:lnTo>
                    <a:pt x="815517" y="160718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89377" y="1779808"/>
              <a:ext cx="69086" cy="69086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6933" y="1340758"/>
              <a:ext cx="69086" cy="69086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5777001" y="518280"/>
              <a:ext cx="749300" cy="920115"/>
            </a:xfrm>
            <a:custGeom>
              <a:avLst/>
              <a:gdLst/>
              <a:ahLst/>
              <a:cxnLst/>
              <a:rect l="l" t="t" r="r" b="b"/>
              <a:pathLst>
                <a:path w="749300" h="920115">
                  <a:moveTo>
                    <a:pt x="32880" y="894016"/>
                  </a:moveTo>
                  <a:lnTo>
                    <a:pt x="25514" y="886663"/>
                  </a:lnTo>
                  <a:lnTo>
                    <a:pt x="7366" y="886663"/>
                  </a:lnTo>
                  <a:lnTo>
                    <a:pt x="0" y="894016"/>
                  </a:lnTo>
                  <a:lnTo>
                    <a:pt x="0" y="903097"/>
                  </a:lnTo>
                  <a:lnTo>
                    <a:pt x="0" y="912177"/>
                  </a:lnTo>
                  <a:lnTo>
                    <a:pt x="7366" y="919543"/>
                  </a:lnTo>
                  <a:lnTo>
                    <a:pt x="25514" y="919543"/>
                  </a:lnTo>
                  <a:lnTo>
                    <a:pt x="32880" y="912177"/>
                  </a:lnTo>
                  <a:lnTo>
                    <a:pt x="32880" y="894016"/>
                  </a:lnTo>
                  <a:close/>
                </a:path>
                <a:path w="749300" h="920115">
                  <a:moveTo>
                    <a:pt x="749147" y="7353"/>
                  </a:moveTo>
                  <a:lnTo>
                    <a:pt x="741781" y="0"/>
                  </a:lnTo>
                  <a:lnTo>
                    <a:pt x="723633" y="0"/>
                  </a:lnTo>
                  <a:lnTo>
                    <a:pt x="716267" y="7353"/>
                  </a:lnTo>
                  <a:lnTo>
                    <a:pt x="716267" y="16433"/>
                  </a:lnTo>
                  <a:lnTo>
                    <a:pt x="716267" y="25514"/>
                  </a:lnTo>
                  <a:lnTo>
                    <a:pt x="723633" y="32880"/>
                  </a:lnTo>
                  <a:lnTo>
                    <a:pt x="741781" y="32880"/>
                  </a:lnTo>
                  <a:lnTo>
                    <a:pt x="749147" y="25514"/>
                  </a:lnTo>
                  <a:lnTo>
                    <a:pt x="749147" y="7353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67723" y="1254296"/>
              <a:ext cx="69086" cy="69086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5561735" y="215322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25517" y="0"/>
                  </a:moveTo>
                  <a:lnTo>
                    <a:pt x="7361" y="0"/>
                  </a:lnTo>
                  <a:lnTo>
                    <a:pt x="0" y="7361"/>
                  </a:lnTo>
                  <a:lnTo>
                    <a:pt x="0" y="16439"/>
                  </a:lnTo>
                  <a:lnTo>
                    <a:pt x="0" y="25517"/>
                  </a:lnTo>
                  <a:lnTo>
                    <a:pt x="7361" y="32878"/>
                  </a:lnTo>
                  <a:lnTo>
                    <a:pt x="25517" y="32878"/>
                  </a:lnTo>
                  <a:lnTo>
                    <a:pt x="32878" y="25517"/>
                  </a:lnTo>
                  <a:lnTo>
                    <a:pt x="32878" y="7361"/>
                  </a:lnTo>
                  <a:lnTo>
                    <a:pt x="25517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665900" y="2899220"/>
              <a:ext cx="69086" cy="69086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471180" y="4023376"/>
              <a:ext cx="69086" cy="69086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69407" y="2848101"/>
              <a:ext cx="69086" cy="69086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13866215" y="2473229"/>
              <a:ext cx="1924050" cy="220979"/>
            </a:xfrm>
            <a:custGeom>
              <a:avLst/>
              <a:gdLst/>
              <a:ahLst/>
              <a:cxnLst/>
              <a:rect l="l" t="t" r="r" b="b"/>
              <a:pathLst>
                <a:path w="1924050" h="220980">
                  <a:moveTo>
                    <a:pt x="32880" y="195402"/>
                  </a:moveTo>
                  <a:lnTo>
                    <a:pt x="25527" y="188036"/>
                  </a:lnTo>
                  <a:lnTo>
                    <a:pt x="7366" y="188036"/>
                  </a:lnTo>
                  <a:lnTo>
                    <a:pt x="0" y="195402"/>
                  </a:lnTo>
                  <a:lnTo>
                    <a:pt x="0" y="204482"/>
                  </a:lnTo>
                  <a:lnTo>
                    <a:pt x="0" y="213563"/>
                  </a:lnTo>
                  <a:lnTo>
                    <a:pt x="7366" y="220916"/>
                  </a:lnTo>
                  <a:lnTo>
                    <a:pt x="25527" y="220916"/>
                  </a:lnTo>
                  <a:lnTo>
                    <a:pt x="32880" y="213563"/>
                  </a:lnTo>
                  <a:lnTo>
                    <a:pt x="32880" y="195402"/>
                  </a:lnTo>
                  <a:close/>
                </a:path>
                <a:path w="1924050" h="220980">
                  <a:moveTo>
                    <a:pt x="1923694" y="7366"/>
                  </a:moveTo>
                  <a:lnTo>
                    <a:pt x="1916328" y="0"/>
                  </a:lnTo>
                  <a:lnTo>
                    <a:pt x="1898180" y="0"/>
                  </a:lnTo>
                  <a:lnTo>
                    <a:pt x="1890814" y="7366"/>
                  </a:lnTo>
                  <a:lnTo>
                    <a:pt x="1890814" y="16446"/>
                  </a:lnTo>
                  <a:lnTo>
                    <a:pt x="1890814" y="25527"/>
                  </a:lnTo>
                  <a:lnTo>
                    <a:pt x="1898180" y="32880"/>
                  </a:lnTo>
                  <a:lnTo>
                    <a:pt x="1916328" y="32880"/>
                  </a:lnTo>
                  <a:lnTo>
                    <a:pt x="1923694" y="25527"/>
                  </a:lnTo>
                  <a:lnTo>
                    <a:pt x="1923694" y="7366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818063" y="4623214"/>
              <a:ext cx="69086" cy="69086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14160044" y="4197229"/>
              <a:ext cx="782320" cy="664210"/>
            </a:xfrm>
            <a:custGeom>
              <a:avLst/>
              <a:gdLst/>
              <a:ahLst/>
              <a:cxnLst/>
              <a:rect l="l" t="t" r="r" b="b"/>
              <a:pathLst>
                <a:path w="782319" h="664210">
                  <a:moveTo>
                    <a:pt x="32880" y="638429"/>
                  </a:moveTo>
                  <a:lnTo>
                    <a:pt x="25527" y="631063"/>
                  </a:lnTo>
                  <a:lnTo>
                    <a:pt x="7366" y="631063"/>
                  </a:lnTo>
                  <a:lnTo>
                    <a:pt x="0" y="638429"/>
                  </a:lnTo>
                  <a:lnTo>
                    <a:pt x="0" y="647509"/>
                  </a:lnTo>
                  <a:lnTo>
                    <a:pt x="0" y="656590"/>
                  </a:lnTo>
                  <a:lnTo>
                    <a:pt x="7366" y="663943"/>
                  </a:lnTo>
                  <a:lnTo>
                    <a:pt x="25527" y="663943"/>
                  </a:lnTo>
                  <a:lnTo>
                    <a:pt x="32880" y="656590"/>
                  </a:lnTo>
                  <a:lnTo>
                    <a:pt x="32880" y="638429"/>
                  </a:lnTo>
                  <a:close/>
                </a:path>
                <a:path w="782319" h="664210">
                  <a:moveTo>
                    <a:pt x="782027" y="7353"/>
                  </a:moveTo>
                  <a:lnTo>
                    <a:pt x="774674" y="0"/>
                  </a:lnTo>
                  <a:lnTo>
                    <a:pt x="756513" y="0"/>
                  </a:lnTo>
                  <a:lnTo>
                    <a:pt x="749147" y="7353"/>
                  </a:lnTo>
                  <a:lnTo>
                    <a:pt x="749147" y="16433"/>
                  </a:lnTo>
                  <a:lnTo>
                    <a:pt x="749147" y="25514"/>
                  </a:lnTo>
                  <a:lnTo>
                    <a:pt x="756513" y="32880"/>
                  </a:lnTo>
                  <a:lnTo>
                    <a:pt x="774674" y="32880"/>
                  </a:lnTo>
                  <a:lnTo>
                    <a:pt x="782027" y="25514"/>
                  </a:lnTo>
                  <a:lnTo>
                    <a:pt x="782027" y="7353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847020" y="5481031"/>
              <a:ext cx="69086" cy="69086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14490244" y="3104305"/>
              <a:ext cx="1333500" cy="2733675"/>
            </a:xfrm>
            <a:custGeom>
              <a:avLst/>
              <a:gdLst/>
              <a:ahLst/>
              <a:cxnLst/>
              <a:rect l="l" t="t" r="r" b="b"/>
              <a:pathLst>
                <a:path w="1333500" h="2733675">
                  <a:moveTo>
                    <a:pt x="32880" y="2707843"/>
                  </a:moveTo>
                  <a:lnTo>
                    <a:pt x="25514" y="2700490"/>
                  </a:lnTo>
                  <a:lnTo>
                    <a:pt x="7366" y="2700490"/>
                  </a:lnTo>
                  <a:lnTo>
                    <a:pt x="0" y="2707843"/>
                  </a:lnTo>
                  <a:lnTo>
                    <a:pt x="0" y="2716923"/>
                  </a:lnTo>
                  <a:lnTo>
                    <a:pt x="0" y="2726004"/>
                  </a:lnTo>
                  <a:lnTo>
                    <a:pt x="7366" y="2733370"/>
                  </a:lnTo>
                  <a:lnTo>
                    <a:pt x="25514" y="2733370"/>
                  </a:lnTo>
                  <a:lnTo>
                    <a:pt x="32880" y="2726004"/>
                  </a:lnTo>
                  <a:lnTo>
                    <a:pt x="32880" y="2707843"/>
                  </a:lnTo>
                  <a:close/>
                </a:path>
                <a:path w="1333500" h="2733675">
                  <a:moveTo>
                    <a:pt x="550519" y="7353"/>
                  </a:moveTo>
                  <a:lnTo>
                    <a:pt x="543153" y="0"/>
                  </a:lnTo>
                  <a:lnTo>
                    <a:pt x="525005" y="0"/>
                  </a:lnTo>
                  <a:lnTo>
                    <a:pt x="517639" y="7353"/>
                  </a:lnTo>
                  <a:lnTo>
                    <a:pt x="517639" y="16433"/>
                  </a:lnTo>
                  <a:lnTo>
                    <a:pt x="517639" y="25514"/>
                  </a:lnTo>
                  <a:lnTo>
                    <a:pt x="525005" y="32880"/>
                  </a:lnTo>
                  <a:lnTo>
                    <a:pt x="543153" y="32880"/>
                  </a:lnTo>
                  <a:lnTo>
                    <a:pt x="550519" y="25514"/>
                  </a:lnTo>
                  <a:lnTo>
                    <a:pt x="550519" y="7353"/>
                  </a:lnTo>
                  <a:close/>
                </a:path>
                <a:path w="1333500" h="2733675">
                  <a:moveTo>
                    <a:pt x="1333144" y="160718"/>
                  </a:moveTo>
                  <a:lnTo>
                    <a:pt x="1325791" y="153352"/>
                  </a:lnTo>
                  <a:lnTo>
                    <a:pt x="1307630" y="153352"/>
                  </a:lnTo>
                  <a:lnTo>
                    <a:pt x="1300264" y="160718"/>
                  </a:lnTo>
                  <a:lnTo>
                    <a:pt x="1300264" y="169799"/>
                  </a:lnTo>
                  <a:lnTo>
                    <a:pt x="1300264" y="178866"/>
                  </a:lnTo>
                  <a:lnTo>
                    <a:pt x="1307630" y="186232"/>
                  </a:lnTo>
                  <a:lnTo>
                    <a:pt x="1325791" y="186232"/>
                  </a:lnTo>
                  <a:lnTo>
                    <a:pt x="1333144" y="178866"/>
                  </a:lnTo>
                  <a:lnTo>
                    <a:pt x="1333144" y="160718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82379" y="1468484"/>
              <a:ext cx="69086" cy="69086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37975" y="2167111"/>
              <a:ext cx="69086" cy="69086"/>
            </a:xfrm>
            <a:prstGeom prst="rect">
              <a:avLst/>
            </a:prstGeom>
          </p:spPr>
        </p:pic>
      </p:grpSp>
      <p:sp>
        <p:nvSpPr>
          <p:cNvPr id="50" name="object 50" descr=""/>
          <p:cNvSpPr/>
          <p:nvPr/>
        </p:nvSpPr>
        <p:spPr>
          <a:xfrm>
            <a:off x="15247912" y="9059975"/>
            <a:ext cx="1062355" cy="9525"/>
          </a:xfrm>
          <a:custGeom>
            <a:avLst/>
            <a:gdLst/>
            <a:ahLst/>
            <a:cxnLst/>
            <a:rect l="l" t="t" r="r" b="b"/>
            <a:pathLst>
              <a:path w="1062355" h="9525">
                <a:moveTo>
                  <a:pt x="1062061" y="0"/>
                </a:moveTo>
                <a:lnTo>
                  <a:pt x="0" y="0"/>
                </a:lnTo>
                <a:lnTo>
                  <a:pt x="0" y="9025"/>
                </a:lnTo>
                <a:lnTo>
                  <a:pt x="1062061" y="9025"/>
                </a:lnTo>
                <a:lnTo>
                  <a:pt x="1062061" y="0"/>
                </a:lnTo>
                <a:close/>
              </a:path>
            </a:pathLst>
          </a:custGeom>
          <a:solidFill>
            <a:srgbClr val="646A8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/>
          <p:nvPr/>
        </p:nvSpPr>
        <p:spPr>
          <a:xfrm>
            <a:off x="12225711" y="9157993"/>
            <a:ext cx="278765" cy="9525"/>
          </a:xfrm>
          <a:custGeom>
            <a:avLst/>
            <a:gdLst/>
            <a:ahLst/>
            <a:cxnLst/>
            <a:rect l="l" t="t" r="r" b="b"/>
            <a:pathLst>
              <a:path w="278765" h="9525">
                <a:moveTo>
                  <a:pt x="278755" y="0"/>
                </a:moveTo>
                <a:lnTo>
                  <a:pt x="0" y="0"/>
                </a:lnTo>
                <a:lnTo>
                  <a:pt x="0" y="9025"/>
                </a:lnTo>
                <a:lnTo>
                  <a:pt x="278755" y="9025"/>
                </a:lnTo>
                <a:lnTo>
                  <a:pt x="278755" y="0"/>
                </a:lnTo>
                <a:close/>
              </a:path>
            </a:pathLst>
          </a:custGeom>
          <a:solidFill>
            <a:srgbClr val="646A8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/>
          <p:nvPr/>
        </p:nvSpPr>
        <p:spPr>
          <a:xfrm>
            <a:off x="14600414" y="8724551"/>
            <a:ext cx="615950" cy="9525"/>
          </a:xfrm>
          <a:custGeom>
            <a:avLst/>
            <a:gdLst/>
            <a:ahLst/>
            <a:cxnLst/>
            <a:rect l="l" t="t" r="r" b="b"/>
            <a:pathLst>
              <a:path w="615950" h="9525">
                <a:moveTo>
                  <a:pt x="615405" y="0"/>
                </a:moveTo>
                <a:lnTo>
                  <a:pt x="0" y="0"/>
                </a:lnTo>
                <a:lnTo>
                  <a:pt x="0" y="9025"/>
                </a:lnTo>
                <a:lnTo>
                  <a:pt x="615405" y="9025"/>
                </a:lnTo>
                <a:lnTo>
                  <a:pt x="615405" y="0"/>
                </a:lnTo>
                <a:close/>
              </a:path>
            </a:pathLst>
          </a:custGeom>
          <a:solidFill>
            <a:srgbClr val="646A8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/>
          <p:nvPr/>
        </p:nvSpPr>
        <p:spPr>
          <a:xfrm>
            <a:off x="3565964" y="8785240"/>
            <a:ext cx="1385570" cy="9525"/>
          </a:xfrm>
          <a:custGeom>
            <a:avLst/>
            <a:gdLst/>
            <a:ahLst/>
            <a:cxnLst/>
            <a:rect l="l" t="t" r="r" b="b"/>
            <a:pathLst>
              <a:path w="1385570" h="9525">
                <a:moveTo>
                  <a:pt x="1384994" y="0"/>
                </a:moveTo>
                <a:lnTo>
                  <a:pt x="0" y="0"/>
                </a:lnTo>
                <a:lnTo>
                  <a:pt x="0" y="9025"/>
                </a:lnTo>
                <a:lnTo>
                  <a:pt x="1384994" y="9025"/>
                </a:lnTo>
                <a:lnTo>
                  <a:pt x="1384994" y="0"/>
                </a:lnTo>
                <a:close/>
              </a:path>
            </a:pathLst>
          </a:custGeom>
          <a:solidFill>
            <a:srgbClr val="646A8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/>
          <p:nvPr/>
        </p:nvSpPr>
        <p:spPr>
          <a:xfrm>
            <a:off x="5236447" y="8785240"/>
            <a:ext cx="203200" cy="9525"/>
          </a:xfrm>
          <a:custGeom>
            <a:avLst/>
            <a:gdLst/>
            <a:ahLst/>
            <a:cxnLst/>
            <a:rect l="l" t="t" r="r" b="b"/>
            <a:pathLst>
              <a:path w="203200" h="9525">
                <a:moveTo>
                  <a:pt x="203072" y="0"/>
                </a:moveTo>
                <a:lnTo>
                  <a:pt x="0" y="0"/>
                </a:lnTo>
                <a:lnTo>
                  <a:pt x="0" y="9025"/>
                </a:lnTo>
                <a:lnTo>
                  <a:pt x="203072" y="9025"/>
                </a:lnTo>
                <a:lnTo>
                  <a:pt x="203072" y="0"/>
                </a:lnTo>
                <a:close/>
              </a:path>
            </a:pathLst>
          </a:custGeom>
          <a:solidFill>
            <a:srgbClr val="646A8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/>
          <p:nvPr/>
        </p:nvSpPr>
        <p:spPr>
          <a:xfrm>
            <a:off x="6099500" y="8937749"/>
            <a:ext cx="3004185" cy="9525"/>
          </a:xfrm>
          <a:custGeom>
            <a:avLst/>
            <a:gdLst/>
            <a:ahLst/>
            <a:cxnLst/>
            <a:rect l="l" t="t" r="r" b="b"/>
            <a:pathLst>
              <a:path w="3004184" h="9525">
                <a:moveTo>
                  <a:pt x="3003720" y="0"/>
                </a:moveTo>
                <a:lnTo>
                  <a:pt x="0" y="0"/>
                </a:lnTo>
                <a:lnTo>
                  <a:pt x="0" y="9025"/>
                </a:lnTo>
                <a:lnTo>
                  <a:pt x="3003720" y="9025"/>
                </a:lnTo>
                <a:lnTo>
                  <a:pt x="3003720" y="0"/>
                </a:lnTo>
                <a:close/>
              </a:path>
            </a:pathLst>
          </a:custGeom>
          <a:solidFill>
            <a:srgbClr val="646A8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 descr=""/>
          <p:cNvSpPr/>
          <p:nvPr/>
        </p:nvSpPr>
        <p:spPr>
          <a:xfrm>
            <a:off x="1883869" y="8660438"/>
            <a:ext cx="14462125" cy="8255"/>
          </a:xfrm>
          <a:custGeom>
            <a:avLst/>
            <a:gdLst/>
            <a:ahLst/>
            <a:cxnLst/>
            <a:rect l="l" t="t" r="r" b="b"/>
            <a:pathLst>
              <a:path w="14462125" h="8254">
                <a:moveTo>
                  <a:pt x="0" y="7769"/>
                </a:moveTo>
                <a:lnTo>
                  <a:pt x="14461894" y="7769"/>
                </a:lnTo>
                <a:lnTo>
                  <a:pt x="14461894" y="0"/>
                </a:lnTo>
                <a:lnTo>
                  <a:pt x="0" y="0"/>
                </a:lnTo>
                <a:lnTo>
                  <a:pt x="0" y="7769"/>
                </a:lnTo>
                <a:close/>
              </a:path>
            </a:pathLst>
          </a:custGeom>
          <a:solidFill>
            <a:srgbClr val="646A8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7" name="object 57" descr=""/>
          <p:cNvGrpSpPr/>
          <p:nvPr/>
        </p:nvGrpSpPr>
        <p:grpSpPr>
          <a:xfrm>
            <a:off x="6776914" y="4622301"/>
            <a:ext cx="1715770" cy="1180465"/>
            <a:chOff x="6776914" y="4622301"/>
            <a:chExt cx="1715770" cy="1180465"/>
          </a:xfrm>
        </p:grpSpPr>
        <p:sp>
          <p:nvSpPr>
            <p:cNvPr id="58" name="object 58" descr=""/>
            <p:cNvSpPr/>
            <p:nvPr/>
          </p:nvSpPr>
          <p:spPr>
            <a:xfrm>
              <a:off x="6810921" y="4622310"/>
              <a:ext cx="1647825" cy="1180465"/>
            </a:xfrm>
            <a:custGeom>
              <a:avLst/>
              <a:gdLst/>
              <a:ahLst/>
              <a:cxnLst/>
              <a:rect l="l" t="t" r="r" b="b"/>
              <a:pathLst>
                <a:path w="1647825" h="1180464">
                  <a:moveTo>
                    <a:pt x="1330947" y="0"/>
                  </a:moveTo>
                  <a:lnTo>
                    <a:pt x="316344" y="0"/>
                  </a:lnTo>
                  <a:lnTo>
                    <a:pt x="316344" y="398056"/>
                  </a:lnTo>
                  <a:lnTo>
                    <a:pt x="1330947" y="398056"/>
                  </a:lnTo>
                  <a:lnTo>
                    <a:pt x="1330947" y="0"/>
                  </a:lnTo>
                  <a:close/>
                </a:path>
                <a:path w="1647825" h="1180464">
                  <a:moveTo>
                    <a:pt x="1647304" y="398081"/>
                  </a:moveTo>
                  <a:lnTo>
                    <a:pt x="0" y="398081"/>
                  </a:lnTo>
                  <a:lnTo>
                    <a:pt x="0" y="1180109"/>
                  </a:lnTo>
                  <a:lnTo>
                    <a:pt x="1647304" y="1180109"/>
                  </a:lnTo>
                  <a:lnTo>
                    <a:pt x="1647304" y="398081"/>
                  </a:lnTo>
                  <a:close/>
                </a:path>
              </a:pathLst>
            </a:custGeom>
            <a:solidFill>
              <a:srgbClr val="646A84">
                <a:alpha val="38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6916369" y="4794624"/>
              <a:ext cx="1437005" cy="925830"/>
            </a:xfrm>
            <a:custGeom>
              <a:avLst/>
              <a:gdLst/>
              <a:ahLst/>
              <a:cxnLst/>
              <a:rect l="l" t="t" r="r" b="b"/>
              <a:pathLst>
                <a:path w="1437004" h="925829">
                  <a:moveTo>
                    <a:pt x="210908" y="714413"/>
                  </a:moveTo>
                  <a:lnTo>
                    <a:pt x="0" y="714413"/>
                  </a:lnTo>
                  <a:lnTo>
                    <a:pt x="0" y="925309"/>
                  </a:lnTo>
                  <a:lnTo>
                    <a:pt x="210908" y="925309"/>
                  </a:lnTo>
                  <a:lnTo>
                    <a:pt x="210908" y="714413"/>
                  </a:lnTo>
                  <a:close/>
                </a:path>
                <a:path w="1437004" h="925829">
                  <a:moveTo>
                    <a:pt x="210908" y="331216"/>
                  </a:moveTo>
                  <a:lnTo>
                    <a:pt x="0" y="331216"/>
                  </a:lnTo>
                  <a:lnTo>
                    <a:pt x="0" y="542124"/>
                  </a:lnTo>
                  <a:lnTo>
                    <a:pt x="210908" y="542124"/>
                  </a:lnTo>
                  <a:lnTo>
                    <a:pt x="210908" y="331216"/>
                  </a:lnTo>
                  <a:close/>
                </a:path>
                <a:path w="1437004" h="925829">
                  <a:moveTo>
                    <a:pt x="619404" y="714413"/>
                  </a:moveTo>
                  <a:lnTo>
                    <a:pt x="408495" y="714413"/>
                  </a:lnTo>
                  <a:lnTo>
                    <a:pt x="408495" y="925309"/>
                  </a:lnTo>
                  <a:lnTo>
                    <a:pt x="619404" y="925309"/>
                  </a:lnTo>
                  <a:lnTo>
                    <a:pt x="619404" y="714413"/>
                  </a:lnTo>
                  <a:close/>
                </a:path>
                <a:path w="1437004" h="925829">
                  <a:moveTo>
                    <a:pt x="619404" y="331216"/>
                  </a:moveTo>
                  <a:lnTo>
                    <a:pt x="408495" y="331216"/>
                  </a:lnTo>
                  <a:lnTo>
                    <a:pt x="408495" y="542124"/>
                  </a:lnTo>
                  <a:lnTo>
                    <a:pt x="619404" y="542124"/>
                  </a:lnTo>
                  <a:lnTo>
                    <a:pt x="619404" y="331216"/>
                  </a:lnTo>
                  <a:close/>
                </a:path>
                <a:path w="1437004" h="925829">
                  <a:moveTo>
                    <a:pt x="619404" y="0"/>
                  </a:moveTo>
                  <a:lnTo>
                    <a:pt x="408495" y="0"/>
                  </a:lnTo>
                  <a:lnTo>
                    <a:pt x="408495" y="210896"/>
                  </a:lnTo>
                  <a:lnTo>
                    <a:pt x="619404" y="210896"/>
                  </a:lnTo>
                  <a:lnTo>
                    <a:pt x="619404" y="0"/>
                  </a:lnTo>
                  <a:close/>
                </a:path>
                <a:path w="1437004" h="925829">
                  <a:moveTo>
                    <a:pt x="1027912" y="714413"/>
                  </a:moveTo>
                  <a:lnTo>
                    <a:pt x="817003" y="714413"/>
                  </a:lnTo>
                  <a:lnTo>
                    <a:pt x="817003" y="925309"/>
                  </a:lnTo>
                  <a:lnTo>
                    <a:pt x="1027912" y="925309"/>
                  </a:lnTo>
                  <a:lnTo>
                    <a:pt x="1027912" y="714413"/>
                  </a:lnTo>
                  <a:close/>
                </a:path>
                <a:path w="1437004" h="925829">
                  <a:moveTo>
                    <a:pt x="1027912" y="331216"/>
                  </a:moveTo>
                  <a:lnTo>
                    <a:pt x="817003" y="331216"/>
                  </a:lnTo>
                  <a:lnTo>
                    <a:pt x="817003" y="542124"/>
                  </a:lnTo>
                  <a:lnTo>
                    <a:pt x="1027912" y="542124"/>
                  </a:lnTo>
                  <a:lnTo>
                    <a:pt x="1027912" y="331216"/>
                  </a:lnTo>
                  <a:close/>
                </a:path>
                <a:path w="1437004" h="925829">
                  <a:moveTo>
                    <a:pt x="1027912" y="0"/>
                  </a:moveTo>
                  <a:lnTo>
                    <a:pt x="817003" y="0"/>
                  </a:lnTo>
                  <a:lnTo>
                    <a:pt x="817003" y="210896"/>
                  </a:lnTo>
                  <a:lnTo>
                    <a:pt x="1027912" y="210896"/>
                  </a:lnTo>
                  <a:lnTo>
                    <a:pt x="1027912" y="0"/>
                  </a:lnTo>
                  <a:close/>
                </a:path>
                <a:path w="1437004" h="925829">
                  <a:moveTo>
                    <a:pt x="1436408" y="714413"/>
                  </a:moveTo>
                  <a:lnTo>
                    <a:pt x="1225499" y="714413"/>
                  </a:lnTo>
                  <a:lnTo>
                    <a:pt x="1225499" y="925309"/>
                  </a:lnTo>
                  <a:lnTo>
                    <a:pt x="1436408" y="925309"/>
                  </a:lnTo>
                  <a:lnTo>
                    <a:pt x="1436408" y="714413"/>
                  </a:lnTo>
                  <a:close/>
                </a:path>
                <a:path w="1437004" h="925829">
                  <a:moveTo>
                    <a:pt x="1436408" y="331216"/>
                  </a:moveTo>
                  <a:lnTo>
                    <a:pt x="1225499" y="331216"/>
                  </a:lnTo>
                  <a:lnTo>
                    <a:pt x="1225499" y="542124"/>
                  </a:lnTo>
                  <a:lnTo>
                    <a:pt x="1436408" y="542124"/>
                  </a:lnTo>
                  <a:lnTo>
                    <a:pt x="1436408" y="331216"/>
                  </a:lnTo>
                  <a:close/>
                </a:path>
              </a:pathLst>
            </a:custGeom>
            <a:solidFill>
              <a:srgbClr val="D5D6DE">
                <a:alpha val="38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6776914" y="4979523"/>
              <a:ext cx="1715770" cy="43180"/>
            </a:xfrm>
            <a:custGeom>
              <a:avLst/>
              <a:gdLst/>
              <a:ahLst/>
              <a:cxnLst/>
              <a:rect l="l" t="t" r="r" b="b"/>
              <a:pathLst>
                <a:path w="1715770" h="43179">
                  <a:moveTo>
                    <a:pt x="1715329" y="0"/>
                  </a:moveTo>
                  <a:lnTo>
                    <a:pt x="0" y="0"/>
                  </a:lnTo>
                  <a:lnTo>
                    <a:pt x="0" y="43014"/>
                  </a:lnTo>
                  <a:lnTo>
                    <a:pt x="1715329" y="43014"/>
                  </a:lnTo>
                  <a:lnTo>
                    <a:pt x="1715329" y="0"/>
                  </a:lnTo>
                  <a:close/>
                </a:path>
              </a:pathLst>
            </a:custGeom>
            <a:solidFill>
              <a:srgbClr val="ADB0BE">
                <a:alpha val="38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1" name="object 61" descr=""/>
          <p:cNvGrpSpPr/>
          <p:nvPr/>
        </p:nvGrpSpPr>
        <p:grpSpPr>
          <a:xfrm>
            <a:off x="4449791" y="3958434"/>
            <a:ext cx="2447925" cy="4167504"/>
            <a:chOff x="4449791" y="3958434"/>
            <a:chExt cx="2447925" cy="4167504"/>
          </a:xfrm>
        </p:grpSpPr>
        <p:sp>
          <p:nvSpPr>
            <p:cNvPr id="62" name="object 62" descr=""/>
            <p:cNvSpPr/>
            <p:nvPr/>
          </p:nvSpPr>
          <p:spPr>
            <a:xfrm>
              <a:off x="4898491" y="4009548"/>
              <a:ext cx="1958339" cy="4116070"/>
            </a:xfrm>
            <a:custGeom>
              <a:avLst/>
              <a:gdLst/>
              <a:ahLst/>
              <a:cxnLst/>
              <a:rect l="l" t="t" r="r" b="b"/>
              <a:pathLst>
                <a:path w="1958340" h="4116070">
                  <a:moveTo>
                    <a:pt x="1582166" y="0"/>
                  </a:moveTo>
                  <a:lnTo>
                    <a:pt x="376059" y="0"/>
                  </a:lnTo>
                  <a:lnTo>
                    <a:pt x="376059" y="473189"/>
                  </a:lnTo>
                  <a:lnTo>
                    <a:pt x="1582166" y="473189"/>
                  </a:lnTo>
                  <a:lnTo>
                    <a:pt x="1582166" y="0"/>
                  </a:lnTo>
                  <a:close/>
                </a:path>
                <a:path w="1958340" h="4116070">
                  <a:moveTo>
                    <a:pt x="1958238" y="473214"/>
                  </a:moveTo>
                  <a:lnTo>
                    <a:pt x="0" y="473214"/>
                  </a:lnTo>
                  <a:lnTo>
                    <a:pt x="0" y="2196211"/>
                  </a:lnTo>
                  <a:lnTo>
                    <a:pt x="0" y="3922242"/>
                  </a:lnTo>
                  <a:lnTo>
                    <a:pt x="0" y="4115803"/>
                  </a:lnTo>
                  <a:lnTo>
                    <a:pt x="1958238" y="4115803"/>
                  </a:lnTo>
                  <a:lnTo>
                    <a:pt x="1958238" y="3922242"/>
                  </a:lnTo>
                  <a:lnTo>
                    <a:pt x="1958238" y="2196211"/>
                  </a:lnTo>
                  <a:lnTo>
                    <a:pt x="1958238" y="473214"/>
                  </a:lnTo>
                  <a:close/>
                </a:path>
              </a:pathLst>
            </a:custGeom>
            <a:solidFill>
              <a:srgbClr val="3B4262">
                <a:alpha val="38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4858080" y="3958443"/>
              <a:ext cx="2039620" cy="527050"/>
            </a:xfrm>
            <a:custGeom>
              <a:avLst/>
              <a:gdLst/>
              <a:ahLst/>
              <a:cxnLst/>
              <a:rect l="l" t="t" r="r" b="b"/>
              <a:pathLst>
                <a:path w="2039620" h="527050">
                  <a:moveTo>
                    <a:pt x="1673809" y="0"/>
                  </a:moveTo>
                  <a:lnTo>
                    <a:pt x="365252" y="0"/>
                  </a:lnTo>
                  <a:lnTo>
                    <a:pt x="365252" y="51130"/>
                  </a:lnTo>
                  <a:lnTo>
                    <a:pt x="1673809" y="51130"/>
                  </a:lnTo>
                  <a:lnTo>
                    <a:pt x="1673809" y="0"/>
                  </a:lnTo>
                  <a:close/>
                </a:path>
                <a:path w="2039620" h="527050">
                  <a:moveTo>
                    <a:pt x="2039073" y="475754"/>
                  </a:moveTo>
                  <a:lnTo>
                    <a:pt x="0" y="475754"/>
                  </a:lnTo>
                  <a:lnTo>
                    <a:pt x="0" y="526884"/>
                  </a:lnTo>
                  <a:lnTo>
                    <a:pt x="2039073" y="526884"/>
                  </a:lnTo>
                  <a:lnTo>
                    <a:pt x="2039073" y="475754"/>
                  </a:lnTo>
                  <a:close/>
                </a:path>
              </a:pathLst>
            </a:custGeom>
            <a:solidFill>
              <a:srgbClr val="ADB0BE">
                <a:alpha val="38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4490199" y="4009548"/>
              <a:ext cx="1958339" cy="4116070"/>
            </a:xfrm>
            <a:custGeom>
              <a:avLst/>
              <a:gdLst/>
              <a:ahLst/>
              <a:cxnLst/>
              <a:rect l="l" t="t" r="r" b="b"/>
              <a:pathLst>
                <a:path w="1958339" h="4116070">
                  <a:moveTo>
                    <a:pt x="1582166" y="0"/>
                  </a:moveTo>
                  <a:lnTo>
                    <a:pt x="376059" y="0"/>
                  </a:lnTo>
                  <a:lnTo>
                    <a:pt x="376059" y="473189"/>
                  </a:lnTo>
                  <a:lnTo>
                    <a:pt x="1582166" y="473189"/>
                  </a:lnTo>
                  <a:lnTo>
                    <a:pt x="1582166" y="0"/>
                  </a:lnTo>
                  <a:close/>
                </a:path>
                <a:path w="1958339" h="4116070">
                  <a:moveTo>
                    <a:pt x="1958238" y="473214"/>
                  </a:moveTo>
                  <a:lnTo>
                    <a:pt x="0" y="473214"/>
                  </a:lnTo>
                  <a:lnTo>
                    <a:pt x="0" y="2196211"/>
                  </a:lnTo>
                  <a:lnTo>
                    <a:pt x="0" y="3922242"/>
                  </a:lnTo>
                  <a:lnTo>
                    <a:pt x="0" y="4115803"/>
                  </a:lnTo>
                  <a:lnTo>
                    <a:pt x="1958238" y="4115803"/>
                  </a:lnTo>
                  <a:lnTo>
                    <a:pt x="1958238" y="3922242"/>
                  </a:lnTo>
                  <a:lnTo>
                    <a:pt x="1958238" y="2196211"/>
                  </a:lnTo>
                  <a:lnTo>
                    <a:pt x="1958238" y="473214"/>
                  </a:lnTo>
                  <a:close/>
                </a:path>
              </a:pathLst>
            </a:custGeom>
            <a:solidFill>
              <a:srgbClr val="85889E">
                <a:alpha val="38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4615561" y="4214373"/>
              <a:ext cx="1707514" cy="3378200"/>
            </a:xfrm>
            <a:custGeom>
              <a:avLst/>
              <a:gdLst/>
              <a:ahLst/>
              <a:cxnLst/>
              <a:rect l="l" t="t" r="r" b="b"/>
              <a:pathLst>
                <a:path w="1707514" h="3378200">
                  <a:moveTo>
                    <a:pt x="250698" y="3126892"/>
                  </a:moveTo>
                  <a:lnTo>
                    <a:pt x="0" y="3126892"/>
                  </a:lnTo>
                  <a:lnTo>
                    <a:pt x="0" y="3377603"/>
                  </a:lnTo>
                  <a:lnTo>
                    <a:pt x="250698" y="3377603"/>
                  </a:lnTo>
                  <a:lnTo>
                    <a:pt x="250698" y="3126892"/>
                  </a:lnTo>
                  <a:close/>
                </a:path>
                <a:path w="1707514" h="3378200">
                  <a:moveTo>
                    <a:pt x="250698" y="2671368"/>
                  </a:moveTo>
                  <a:lnTo>
                    <a:pt x="0" y="2671368"/>
                  </a:lnTo>
                  <a:lnTo>
                    <a:pt x="0" y="2922079"/>
                  </a:lnTo>
                  <a:lnTo>
                    <a:pt x="250698" y="2922079"/>
                  </a:lnTo>
                  <a:lnTo>
                    <a:pt x="250698" y="2671368"/>
                  </a:lnTo>
                  <a:close/>
                </a:path>
                <a:path w="1707514" h="3378200">
                  <a:moveTo>
                    <a:pt x="250698" y="2215845"/>
                  </a:moveTo>
                  <a:lnTo>
                    <a:pt x="0" y="2215845"/>
                  </a:lnTo>
                  <a:lnTo>
                    <a:pt x="0" y="2466543"/>
                  </a:lnTo>
                  <a:lnTo>
                    <a:pt x="250698" y="2466543"/>
                  </a:lnTo>
                  <a:lnTo>
                    <a:pt x="250698" y="2215845"/>
                  </a:lnTo>
                  <a:close/>
                </a:path>
                <a:path w="1707514" h="3378200">
                  <a:moveTo>
                    <a:pt x="250698" y="1760321"/>
                  </a:moveTo>
                  <a:lnTo>
                    <a:pt x="0" y="1760321"/>
                  </a:lnTo>
                  <a:lnTo>
                    <a:pt x="0" y="2011019"/>
                  </a:lnTo>
                  <a:lnTo>
                    <a:pt x="250698" y="2011019"/>
                  </a:lnTo>
                  <a:lnTo>
                    <a:pt x="250698" y="1760321"/>
                  </a:lnTo>
                  <a:close/>
                </a:path>
                <a:path w="1707514" h="3378200">
                  <a:moveTo>
                    <a:pt x="250698" y="1304798"/>
                  </a:moveTo>
                  <a:lnTo>
                    <a:pt x="0" y="1304798"/>
                  </a:lnTo>
                  <a:lnTo>
                    <a:pt x="0" y="1555496"/>
                  </a:lnTo>
                  <a:lnTo>
                    <a:pt x="250698" y="1555496"/>
                  </a:lnTo>
                  <a:lnTo>
                    <a:pt x="250698" y="1304798"/>
                  </a:lnTo>
                  <a:close/>
                </a:path>
                <a:path w="1707514" h="3378200">
                  <a:moveTo>
                    <a:pt x="250698" y="849261"/>
                  </a:moveTo>
                  <a:lnTo>
                    <a:pt x="0" y="849261"/>
                  </a:lnTo>
                  <a:lnTo>
                    <a:pt x="0" y="1099972"/>
                  </a:lnTo>
                  <a:lnTo>
                    <a:pt x="250698" y="1099972"/>
                  </a:lnTo>
                  <a:lnTo>
                    <a:pt x="250698" y="849261"/>
                  </a:lnTo>
                  <a:close/>
                </a:path>
                <a:path w="1707514" h="3378200">
                  <a:moveTo>
                    <a:pt x="250698" y="393738"/>
                  </a:moveTo>
                  <a:lnTo>
                    <a:pt x="0" y="393738"/>
                  </a:lnTo>
                  <a:lnTo>
                    <a:pt x="0" y="644448"/>
                  </a:lnTo>
                  <a:lnTo>
                    <a:pt x="250698" y="644448"/>
                  </a:lnTo>
                  <a:lnTo>
                    <a:pt x="250698" y="393738"/>
                  </a:lnTo>
                  <a:close/>
                </a:path>
                <a:path w="1707514" h="3378200">
                  <a:moveTo>
                    <a:pt x="673735" y="3126892"/>
                  </a:moveTo>
                  <a:lnTo>
                    <a:pt x="485609" y="3126892"/>
                  </a:lnTo>
                  <a:lnTo>
                    <a:pt x="485609" y="3377603"/>
                  </a:lnTo>
                  <a:lnTo>
                    <a:pt x="673735" y="3377603"/>
                  </a:lnTo>
                  <a:lnTo>
                    <a:pt x="673735" y="3126892"/>
                  </a:lnTo>
                  <a:close/>
                </a:path>
                <a:path w="1707514" h="3378200">
                  <a:moveTo>
                    <a:pt x="673735" y="2671368"/>
                  </a:moveTo>
                  <a:lnTo>
                    <a:pt x="485609" y="2671368"/>
                  </a:lnTo>
                  <a:lnTo>
                    <a:pt x="485609" y="2922079"/>
                  </a:lnTo>
                  <a:lnTo>
                    <a:pt x="673735" y="2922079"/>
                  </a:lnTo>
                  <a:lnTo>
                    <a:pt x="673735" y="2671368"/>
                  </a:lnTo>
                  <a:close/>
                </a:path>
                <a:path w="1707514" h="3378200">
                  <a:moveTo>
                    <a:pt x="673735" y="2215845"/>
                  </a:moveTo>
                  <a:lnTo>
                    <a:pt x="485609" y="2215845"/>
                  </a:lnTo>
                  <a:lnTo>
                    <a:pt x="485609" y="2466543"/>
                  </a:lnTo>
                  <a:lnTo>
                    <a:pt x="673735" y="2466543"/>
                  </a:lnTo>
                  <a:lnTo>
                    <a:pt x="673735" y="2215845"/>
                  </a:lnTo>
                  <a:close/>
                </a:path>
                <a:path w="1707514" h="3378200">
                  <a:moveTo>
                    <a:pt x="736307" y="1760321"/>
                  </a:moveTo>
                  <a:lnTo>
                    <a:pt x="485609" y="1760321"/>
                  </a:lnTo>
                  <a:lnTo>
                    <a:pt x="485609" y="2011019"/>
                  </a:lnTo>
                  <a:lnTo>
                    <a:pt x="736307" y="2011019"/>
                  </a:lnTo>
                  <a:lnTo>
                    <a:pt x="736307" y="1760321"/>
                  </a:lnTo>
                  <a:close/>
                </a:path>
                <a:path w="1707514" h="3378200">
                  <a:moveTo>
                    <a:pt x="736307" y="1304798"/>
                  </a:moveTo>
                  <a:lnTo>
                    <a:pt x="485609" y="1304798"/>
                  </a:lnTo>
                  <a:lnTo>
                    <a:pt x="485609" y="1555496"/>
                  </a:lnTo>
                  <a:lnTo>
                    <a:pt x="736307" y="1555496"/>
                  </a:lnTo>
                  <a:lnTo>
                    <a:pt x="736307" y="1304798"/>
                  </a:lnTo>
                  <a:close/>
                </a:path>
                <a:path w="1707514" h="3378200">
                  <a:moveTo>
                    <a:pt x="736307" y="849261"/>
                  </a:moveTo>
                  <a:lnTo>
                    <a:pt x="485609" y="849261"/>
                  </a:lnTo>
                  <a:lnTo>
                    <a:pt x="485609" y="1099972"/>
                  </a:lnTo>
                  <a:lnTo>
                    <a:pt x="736307" y="1099972"/>
                  </a:lnTo>
                  <a:lnTo>
                    <a:pt x="736307" y="849261"/>
                  </a:lnTo>
                  <a:close/>
                </a:path>
                <a:path w="1707514" h="3378200">
                  <a:moveTo>
                    <a:pt x="736307" y="393738"/>
                  </a:moveTo>
                  <a:lnTo>
                    <a:pt x="485609" y="393738"/>
                  </a:lnTo>
                  <a:lnTo>
                    <a:pt x="485609" y="644448"/>
                  </a:lnTo>
                  <a:lnTo>
                    <a:pt x="736307" y="644448"/>
                  </a:lnTo>
                  <a:lnTo>
                    <a:pt x="736307" y="393738"/>
                  </a:lnTo>
                  <a:close/>
                </a:path>
                <a:path w="1707514" h="3378200">
                  <a:moveTo>
                    <a:pt x="736307" y="0"/>
                  </a:moveTo>
                  <a:lnTo>
                    <a:pt x="485609" y="0"/>
                  </a:lnTo>
                  <a:lnTo>
                    <a:pt x="485609" y="250710"/>
                  </a:lnTo>
                  <a:lnTo>
                    <a:pt x="736307" y="250710"/>
                  </a:lnTo>
                  <a:lnTo>
                    <a:pt x="736307" y="0"/>
                  </a:lnTo>
                  <a:close/>
                </a:path>
                <a:path w="1707514" h="3378200">
                  <a:moveTo>
                    <a:pt x="1221905" y="1760321"/>
                  </a:moveTo>
                  <a:lnTo>
                    <a:pt x="971207" y="1760321"/>
                  </a:lnTo>
                  <a:lnTo>
                    <a:pt x="971207" y="1893811"/>
                  </a:lnTo>
                  <a:lnTo>
                    <a:pt x="1221905" y="1893811"/>
                  </a:lnTo>
                  <a:lnTo>
                    <a:pt x="1221905" y="1760321"/>
                  </a:lnTo>
                  <a:close/>
                </a:path>
                <a:path w="1707514" h="3378200">
                  <a:moveTo>
                    <a:pt x="1221905" y="1304798"/>
                  </a:moveTo>
                  <a:lnTo>
                    <a:pt x="971207" y="1304798"/>
                  </a:lnTo>
                  <a:lnTo>
                    <a:pt x="971207" y="1555496"/>
                  </a:lnTo>
                  <a:lnTo>
                    <a:pt x="1221905" y="1555496"/>
                  </a:lnTo>
                  <a:lnTo>
                    <a:pt x="1221905" y="1304798"/>
                  </a:lnTo>
                  <a:close/>
                </a:path>
                <a:path w="1707514" h="3378200">
                  <a:moveTo>
                    <a:pt x="1221905" y="849261"/>
                  </a:moveTo>
                  <a:lnTo>
                    <a:pt x="971207" y="849261"/>
                  </a:lnTo>
                  <a:lnTo>
                    <a:pt x="971207" y="1099972"/>
                  </a:lnTo>
                  <a:lnTo>
                    <a:pt x="1221905" y="1099972"/>
                  </a:lnTo>
                  <a:lnTo>
                    <a:pt x="1221905" y="849261"/>
                  </a:lnTo>
                  <a:close/>
                </a:path>
                <a:path w="1707514" h="3378200">
                  <a:moveTo>
                    <a:pt x="1221905" y="393738"/>
                  </a:moveTo>
                  <a:lnTo>
                    <a:pt x="971207" y="393738"/>
                  </a:lnTo>
                  <a:lnTo>
                    <a:pt x="971207" y="644448"/>
                  </a:lnTo>
                  <a:lnTo>
                    <a:pt x="1221905" y="644448"/>
                  </a:lnTo>
                  <a:lnTo>
                    <a:pt x="1221905" y="393738"/>
                  </a:lnTo>
                  <a:close/>
                </a:path>
                <a:path w="1707514" h="3378200">
                  <a:moveTo>
                    <a:pt x="1221905" y="0"/>
                  </a:moveTo>
                  <a:lnTo>
                    <a:pt x="971207" y="0"/>
                  </a:lnTo>
                  <a:lnTo>
                    <a:pt x="971207" y="250710"/>
                  </a:lnTo>
                  <a:lnTo>
                    <a:pt x="1221905" y="250710"/>
                  </a:lnTo>
                  <a:lnTo>
                    <a:pt x="1221905" y="0"/>
                  </a:lnTo>
                  <a:close/>
                </a:path>
                <a:path w="1707514" h="3378200">
                  <a:moveTo>
                    <a:pt x="1707515" y="1760321"/>
                  </a:moveTo>
                  <a:lnTo>
                    <a:pt x="1456817" y="1760321"/>
                  </a:lnTo>
                  <a:lnTo>
                    <a:pt x="1456817" y="1893811"/>
                  </a:lnTo>
                  <a:lnTo>
                    <a:pt x="1707515" y="1893811"/>
                  </a:lnTo>
                  <a:lnTo>
                    <a:pt x="1707515" y="1760321"/>
                  </a:lnTo>
                  <a:close/>
                </a:path>
                <a:path w="1707514" h="3378200">
                  <a:moveTo>
                    <a:pt x="1707515" y="1304798"/>
                  </a:moveTo>
                  <a:lnTo>
                    <a:pt x="1456817" y="1304798"/>
                  </a:lnTo>
                  <a:lnTo>
                    <a:pt x="1456817" y="1555496"/>
                  </a:lnTo>
                  <a:lnTo>
                    <a:pt x="1707515" y="1555496"/>
                  </a:lnTo>
                  <a:lnTo>
                    <a:pt x="1707515" y="1304798"/>
                  </a:lnTo>
                  <a:close/>
                </a:path>
                <a:path w="1707514" h="3378200">
                  <a:moveTo>
                    <a:pt x="1707515" y="849261"/>
                  </a:moveTo>
                  <a:lnTo>
                    <a:pt x="1456817" y="849261"/>
                  </a:lnTo>
                  <a:lnTo>
                    <a:pt x="1456817" y="1099972"/>
                  </a:lnTo>
                  <a:lnTo>
                    <a:pt x="1707515" y="1099972"/>
                  </a:lnTo>
                  <a:lnTo>
                    <a:pt x="1707515" y="849261"/>
                  </a:lnTo>
                  <a:close/>
                </a:path>
                <a:path w="1707514" h="3378200">
                  <a:moveTo>
                    <a:pt x="1707515" y="393738"/>
                  </a:moveTo>
                  <a:lnTo>
                    <a:pt x="1456817" y="393738"/>
                  </a:lnTo>
                  <a:lnTo>
                    <a:pt x="1456817" y="644448"/>
                  </a:lnTo>
                  <a:lnTo>
                    <a:pt x="1707515" y="644448"/>
                  </a:lnTo>
                  <a:lnTo>
                    <a:pt x="1707515" y="393738"/>
                  </a:lnTo>
                  <a:close/>
                </a:path>
              </a:pathLst>
            </a:custGeom>
            <a:solidFill>
              <a:srgbClr val="FFFFFF">
                <a:alpha val="38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4449788" y="3958443"/>
              <a:ext cx="2039620" cy="527050"/>
            </a:xfrm>
            <a:custGeom>
              <a:avLst/>
              <a:gdLst/>
              <a:ahLst/>
              <a:cxnLst/>
              <a:rect l="l" t="t" r="r" b="b"/>
              <a:pathLst>
                <a:path w="2039620" h="527050">
                  <a:moveTo>
                    <a:pt x="1673809" y="0"/>
                  </a:moveTo>
                  <a:lnTo>
                    <a:pt x="365252" y="0"/>
                  </a:lnTo>
                  <a:lnTo>
                    <a:pt x="365252" y="51130"/>
                  </a:lnTo>
                  <a:lnTo>
                    <a:pt x="1673809" y="51130"/>
                  </a:lnTo>
                  <a:lnTo>
                    <a:pt x="1673809" y="0"/>
                  </a:lnTo>
                  <a:close/>
                </a:path>
                <a:path w="2039620" h="527050">
                  <a:moveTo>
                    <a:pt x="2039073" y="475754"/>
                  </a:moveTo>
                  <a:lnTo>
                    <a:pt x="0" y="475754"/>
                  </a:lnTo>
                  <a:lnTo>
                    <a:pt x="0" y="526884"/>
                  </a:lnTo>
                  <a:lnTo>
                    <a:pt x="2039073" y="526884"/>
                  </a:lnTo>
                  <a:lnTo>
                    <a:pt x="2039073" y="475754"/>
                  </a:lnTo>
                  <a:close/>
                </a:path>
              </a:pathLst>
            </a:custGeom>
            <a:solidFill>
              <a:srgbClr val="ADB0BE">
                <a:alpha val="38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7" name="object 67" descr=""/>
          <p:cNvGrpSpPr/>
          <p:nvPr/>
        </p:nvGrpSpPr>
        <p:grpSpPr>
          <a:xfrm>
            <a:off x="2408504" y="5369186"/>
            <a:ext cx="2076450" cy="2741930"/>
            <a:chOff x="2408504" y="5369186"/>
            <a:chExt cx="2076450" cy="2741930"/>
          </a:xfrm>
        </p:grpSpPr>
        <p:sp>
          <p:nvSpPr>
            <p:cNvPr id="68" name="object 68" descr=""/>
            <p:cNvSpPr/>
            <p:nvPr/>
          </p:nvSpPr>
          <p:spPr>
            <a:xfrm>
              <a:off x="2408504" y="5369186"/>
              <a:ext cx="1749425" cy="2741930"/>
            </a:xfrm>
            <a:custGeom>
              <a:avLst/>
              <a:gdLst/>
              <a:ahLst/>
              <a:cxnLst/>
              <a:rect l="l" t="t" r="r" b="b"/>
              <a:pathLst>
                <a:path w="1749425" h="2741929">
                  <a:moveTo>
                    <a:pt x="1749349" y="0"/>
                  </a:moveTo>
                  <a:lnTo>
                    <a:pt x="1096176" y="763442"/>
                  </a:lnTo>
                  <a:lnTo>
                    <a:pt x="0" y="763442"/>
                  </a:lnTo>
                  <a:lnTo>
                    <a:pt x="0" y="2741623"/>
                  </a:lnTo>
                  <a:lnTo>
                    <a:pt x="1749349" y="2741623"/>
                  </a:lnTo>
                  <a:lnTo>
                    <a:pt x="1749349" y="0"/>
                  </a:lnTo>
                  <a:close/>
                </a:path>
              </a:pathLst>
            </a:custGeom>
            <a:solidFill>
              <a:srgbClr val="ADB0BE">
                <a:alpha val="38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4157862" y="5369187"/>
              <a:ext cx="327025" cy="2741930"/>
            </a:xfrm>
            <a:custGeom>
              <a:avLst/>
              <a:gdLst/>
              <a:ahLst/>
              <a:cxnLst/>
              <a:rect l="l" t="t" r="r" b="b"/>
              <a:pathLst>
                <a:path w="327025" h="2741929">
                  <a:moveTo>
                    <a:pt x="326471" y="0"/>
                  </a:moveTo>
                  <a:lnTo>
                    <a:pt x="0" y="0"/>
                  </a:lnTo>
                  <a:lnTo>
                    <a:pt x="0" y="2741623"/>
                  </a:lnTo>
                  <a:lnTo>
                    <a:pt x="326471" y="2741623"/>
                  </a:lnTo>
                  <a:lnTo>
                    <a:pt x="326471" y="0"/>
                  </a:lnTo>
                  <a:close/>
                </a:path>
              </a:pathLst>
            </a:custGeom>
            <a:solidFill>
              <a:srgbClr val="3B4262">
                <a:alpha val="38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2490112" y="6481614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4">
                  <a:moveTo>
                    <a:pt x="260358" y="0"/>
                  </a:moveTo>
                  <a:lnTo>
                    <a:pt x="0" y="0"/>
                  </a:lnTo>
                  <a:lnTo>
                    <a:pt x="0" y="260358"/>
                  </a:lnTo>
                  <a:lnTo>
                    <a:pt x="260358" y="260358"/>
                  </a:lnTo>
                  <a:lnTo>
                    <a:pt x="260358" y="0"/>
                  </a:lnTo>
                  <a:close/>
                </a:path>
              </a:pathLst>
            </a:custGeom>
            <a:solidFill>
              <a:srgbClr val="0A133B">
                <a:alpha val="38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2519096" y="6481614"/>
              <a:ext cx="231775" cy="260985"/>
            </a:xfrm>
            <a:custGeom>
              <a:avLst/>
              <a:gdLst/>
              <a:ahLst/>
              <a:cxnLst/>
              <a:rect l="l" t="t" r="r" b="b"/>
              <a:pathLst>
                <a:path w="231775" h="260984">
                  <a:moveTo>
                    <a:pt x="231375" y="0"/>
                  </a:moveTo>
                  <a:lnTo>
                    <a:pt x="0" y="0"/>
                  </a:lnTo>
                  <a:lnTo>
                    <a:pt x="0" y="260358"/>
                  </a:lnTo>
                  <a:lnTo>
                    <a:pt x="231375" y="260358"/>
                  </a:lnTo>
                  <a:lnTo>
                    <a:pt x="231375" y="0"/>
                  </a:lnTo>
                  <a:close/>
                </a:path>
              </a:pathLst>
            </a:custGeom>
            <a:solidFill>
              <a:srgbClr val="FFFFFF">
                <a:alpha val="113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2490112" y="6919621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4">
                  <a:moveTo>
                    <a:pt x="260358" y="0"/>
                  </a:moveTo>
                  <a:lnTo>
                    <a:pt x="0" y="0"/>
                  </a:lnTo>
                  <a:lnTo>
                    <a:pt x="0" y="260358"/>
                  </a:lnTo>
                  <a:lnTo>
                    <a:pt x="260358" y="260358"/>
                  </a:lnTo>
                  <a:lnTo>
                    <a:pt x="260358" y="0"/>
                  </a:lnTo>
                  <a:close/>
                </a:path>
              </a:pathLst>
            </a:custGeom>
            <a:solidFill>
              <a:srgbClr val="0A133B">
                <a:alpha val="38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2519096" y="6919621"/>
              <a:ext cx="231775" cy="260985"/>
            </a:xfrm>
            <a:custGeom>
              <a:avLst/>
              <a:gdLst/>
              <a:ahLst/>
              <a:cxnLst/>
              <a:rect l="l" t="t" r="r" b="b"/>
              <a:pathLst>
                <a:path w="231775" h="260984">
                  <a:moveTo>
                    <a:pt x="231375" y="0"/>
                  </a:moveTo>
                  <a:lnTo>
                    <a:pt x="0" y="0"/>
                  </a:lnTo>
                  <a:lnTo>
                    <a:pt x="0" y="260358"/>
                  </a:lnTo>
                  <a:lnTo>
                    <a:pt x="231375" y="260358"/>
                  </a:lnTo>
                  <a:lnTo>
                    <a:pt x="231375" y="0"/>
                  </a:lnTo>
                  <a:close/>
                </a:path>
              </a:pathLst>
            </a:custGeom>
            <a:solidFill>
              <a:srgbClr val="FFFFFF">
                <a:alpha val="113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2490112" y="7357639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4">
                  <a:moveTo>
                    <a:pt x="260358" y="0"/>
                  </a:moveTo>
                  <a:lnTo>
                    <a:pt x="0" y="0"/>
                  </a:lnTo>
                  <a:lnTo>
                    <a:pt x="0" y="260358"/>
                  </a:lnTo>
                  <a:lnTo>
                    <a:pt x="260358" y="260358"/>
                  </a:lnTo>
                  <a:lnTo>
                    <a:pt x="260358" y="0"/>
                  </a:lnTo>
                  <a:close/>
                </a:path>
              </a:pathLst>
            </a:custGeom>
            <a:solidFill>
              <a:srgbClr val="0A133B">
                <a:alpha val="38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2519096" y="7357639"/>
              <a:ext cx="231775" cy="260985"/>
            </a:xfrm>
            <a:custGeom>
              <a:avLst/>
              <a:gdLst/>
              <a:ahLst/>
              <a:cxnLst/>
              <a:rect l="l" t="t" r="r" b="b"/>
              <a:pathLst>
                <a:path w="231775" h="260984">
                  <a:moveTo>
                    <a:pt x="231375" y="0"/>
                  </a:moveTo>
                  <a:lnTo>
                    <a:pt x="0" y="0"/>
                  </a:lnTo>
                  <a:lnTo>
                    <a:pt x="0" y="260358"/>
                  </a:lnTo>
                  <a:lnTo>
                    <a:pt x="231375" y="260358"/>
                  </a:lnTo>
                  <a:lnTo>
                    <a:pt x="231375" y="0"/>
                  </a:lnTo>
                  <a:close/>
                </a:path>
              </a:pathLst>
            </a:custGeom>
            <a:solidFill>
              <a:srgbClr val="FFFFFF">
                <a:alpha val="113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2519106" y="7357608"/>
              <a:ext cx="260350" cy="260350"/>
            </a:xfrm>
            <a:custGeom>
              <a:avLst/>
              <a:gdLst/>
              <a:ahLst/>
              <a:cxnLst/>
              <a:rect l="l" t="t" r="r" b="b"/>
              <a:pathLst>
                <a:path w="260350" h="260350">
                  <a:moveTo>
                    <a:pt x="260264" y="0"/>
                  </a:moveTo>
                  <a:lnTo>
                    <a:pt x="0" y="0"/>
                  </a:lnTo>
                  <a:lnTo>
                    <a:pt x="0" y="260264"/>
                  </a:lnTo>
                  <a:lnTo>
                    <a:pt x="260264" y="260264"/>
                  </a:lnTo>
                  <a:lnTo>
                    <a:pt x="260264" y="0"/>
                  </a:lnTo>
                  <a:close/>
                </a:path>
              </a:pathLst>
            </a:custGeom>
            <a:solidFill>
              <a:srgbClr val="FFFFFF">
                <a:alpha val="75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2928978" y="6481614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4">
                  <a:moveTo>
                    <a:pt x="260358" y="0"/>
                  </a:moveTo>
                  <a:lnTo>
                    <a:pt x="0" y="0"/>
                  </a:lnTo>
                  <a:lnTo>
                    <a:pt x="0" y="260358"/>
                  </a:lnTo>
                  <a:lnTo>
                    <a:pt x="260358" y="260358"/>
                  </a:lnTo>
                  <a:lnTo>
                    <a:pt x="260358" y="0"/>
                  </a:lnTo>
                  <a:close/>
                </a:path>
              </a:pathLst>
            </a:custGeom>
            <a:solidFill>
              <a:srgbClr val="0A133B">
                <a:alpha val="38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2957962" y="6481614"/>
              <a:ext cx="231775" cy="260985"/>
            </a:xfrm>
            <a:custGeom>
              <a:avLst/>
              <a:gdLst/>
              <a:ahLst/>
              <a:cxnLst/>
              <a:rect l="l" t="t" r="r" b="b"/>
              <a:pathLst>
                <a:path w="231775" h="260984">
                  <a:moveTo>
                    <a:pt x="231375" y="0"/>
                  </a:moveTo>
                  <a:lnTo>
                    <a:pt x="0" y="0"/>
                  </a:lnTo>
                  <a:lnTo>
                    <a:pt x="0" y="260358"/>
                  </a:lnTo>
                  <a:lnTo>
                    <a:pt x="231375" y="260358"/>
                  </a:lnTo>
                  <a:lnTo>
                    <a:pt x="231375" y="0"/>
                  </a:lnTo>
                  <a:close/>
                </a:path>
              </a:pathLst>
            </a:custGeom>
            <a:solidFill>
              <a:srgbClr val="FFFFFF">
                <a:alpha val="113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2928978" y="6919621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4">
                  <a:moveTo>
                    <a:pt x="260358" y="0"/>
                  </a:moveTo>
                  <a:lnTo>
                    <a:pt x="0" y="0"/>
                  </a:lnTo>
                  <a:lnTo>
                    <a:pt x="0" y="260358"/>
                  </a:lnTo>
                  <a:lnTo>
                    <a:pt x="260358" y="260358"/>
                  </a:lnTo>
                  <a:lnTo>
                    <a:pt x="260358" y="0"/>
                  </a:lnTo>
                  <a:close/>
                </a:path>
              </a:pathLst>
            </a:custGeom>
            <a:solidFill>
              <a:srgbClr val="0A133B">
                <a:alpha val="38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2957962" y="6919621"/>
              <a:ext cx="231775" cy="260985"/>
            </a:xfrm>
            <a:custGeom>
              <a:avLst/>
              <a:gdLst/>
              <a:ahLst/>
              <a:cxnLst/>
              <a:rect l="l" t="t" r="r" b="b"/>
              <a:pathLst>
                <a:path w="231775" h="260984">
                  <a:moveTo>
                    <a:pt x="231375" y="0"/>
                  </a:moveTo>
                  <a:lnTo>
                    <a:pt x="0" y="0"/>
                  </a:lnTo>
                  <a:lnTo>
                    <a:pt x="0" y="260358"/>
                  </a:lnTo>
                  <a:lnTo>
                    <a:pt x="231375" y="260358"/>
                  </a:lnTo>
                  <a:lnTo>
                    <a:pt x="231375" y="0"/>
                  </a:lnTo>
                  <a:close/>
                </a:path>
              </a:pathLst>
            </a:custGeom>
            <a:solidFill>
              <a:srgbClr val="FFFFFF">
                <a:alpha val="113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2928978" y="7357639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4">
                  <a:moveTo>
                    <a:pt x="260358" y="0"/>
                  </a:moveTo>
                  <a:lnTo>
                    <a:pt x="0" y="0"/>
                  </a:lnTo>
                  <a:lnTo>
                    <a:pt x="0" y="260358"/>
                  </a:lnTo>
                  <a:lnTo>
                    <a:pt x="260358" y="260358"/>
                  </a:lnTo>
                  <a:lnTo>
                    <a:pt x="260358" y="0"/>
                  </a:lnTo>
                  <a:close/>
                </a:path>
              </a:pathLst>
            </a:custGeom>
            <a:solidFill>
              <a:srgbClr val="0A133B">
                <a:alpha val="38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2957962" y="7357639"/>
              <a:ext cx="231775" cy="260985"/>
            </a:xfrm>
            <a:custGeom>
              <a:avLst/>
              <a:gdLst/>
              <a:ahLst/>
              <a:cxnLst/>
              <a:rect l="l" t="t" r="r" b="b"/>
              <a:pathLst>
                <a:path w="231775" h="260984">
                  <a:moveTo>
                    <a:pt x="231375" y="0"/>
                  </a:moveTo>
                  <a:lnTo>
                    <a:pt x="0" y="0"/>
                  </a:lnTo>
                  <a:lnTo>
                    <a:pt x="0" y="260358"/>
                  </a:lnTo>
                  <a:lnTo>
                    <a:pt x="231375" y="260358"/>
                  </a:lnTo>
                  <a:lnTo>
                    <a:pt x="231375" y="0"/>
                  </a:lnTo>
                  <a:close/>
                </a:path>
              </a:pathLst>
            </a:custGeom>
            <a:solidFill>
              <a:srgbClr val="FFFFFF">
                <a:alpha val="113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2957972" y="7357608"/>
              <a:ext cx="260350" cy="260350"/>
            </a:xfrm>
            <a:custGeom>
              <a:avLst/>
              <a:gdLst/>
              <a:ahLst/>
              <a:cxnLst/>
              <a:rect l="l" t="t" r="r" b="b"/>
              <a:pathLst>
                <a:path w="260350" h="260350">
                  <a:moveTo>
                    <a:pt x="260264" y="0"/>
                  </a:moveTo>
                  <a:lnTo>
                    <a:pt x="0" y="0"/>
                  </a:lnTo>
                  <a:lnTo>
                    <a:pt x="0" y="260264"/>
                  </a:lnTo>
                  <a:lnTo>
                    <a:pt x="260264" y="260264"/>
                  </a:lnTo>
                  <a:lnTo>
                    <a:pt x="260264" y="0"/>
                  </a:lnTo>
                  <a:close/>
                </a:path>
              </a:pathLst>
            </a:custGeom>
            <a:solidFill>
              <a:srgbClr val="FFFFFF">
                <a:alpha val="75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3367845" y="6481614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4">
                  <a:moveTo>
                    <a:pt x="260358" y="0"/>
                  </a:moveTo>
                  <a:lnTo>
                    <a:pt x="0" y="0"/>
                  </a:lnTo>
                  <a:lnTo>
                    <a:pt x="0" y="260358"/>
                  </a:lnTo>
                  <a:lnTo>
                    <a:pt x="260358" y="260358"/>
                  </a:lnTo>
                  <a:lnTo>
                    <a:pt x="260358" y="0"/>
                  </a:lnTo>
                  <a:close/>
                </a:path>
              </a:pathLst>
            </a:custGeom>
            <a:solidFill>
              <a:srgbClr val="0A133B">
                <a:alpha val="38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3396828" y="6481614"/>
              <a:ext cx="231775" cy="260985"/>
            </a:xfrm>
            <a:custGeom>
              <a:avLst/>
              <a:gdLst/>
              <a:ahLst/>
              <a:cxnLst/>
              <a:rect l="l" t="t" r="r" b="b"/>
              <a:pathLst>
                <a:path w="231775" h="260984">
                  <a:moveTo>
                    <a:pt x="231375" y="0"/>
                  </a:moveTo>
                  <a:lnTo>
                    <a:pt x="0" y="0"/>
                  </a:lnTo>
                  <a:lnTo>
                    <a:pt x="0" y="260358"/>
                  </a:lnTo>
                  <a:lnTo>
                    <a:pt x="231375" y="260358"/>
                  </a:lnTo>
                  <a:lnTo>
                    <a:pt x="231375" y="0"/>
                  </a:lnTo>
                  <a:close/>
                </a:path>
              </a:pathLst>
            </a:custGeom>
            <a:solidFill>
              <a:srgbClr val="FFFFFF">
                <a:alpha val="113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3367845" y="6919621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4">
                  <a:moveTo>
                    <a:pt x="260358" y="0"/>
                  </a:moveTo>
                  <a:lnTo>
                    <a:pt x="0" y="0"/>
                  </a:lnTo>
                  <a:lnTo>
                    <a:pt x="0" y="260358"/>
                  </a:lnTo>
                  <a:lnTo>
                    <a:pt x="260358" y="260358"/>
                  </a:lnTo>
                  <a:lnTo>
                    <a:pt x="260358" y="0"/>
                  </a:lnTo>
                  <a:close/>
                </a:path>
              </a:pathLst>
            </a:custGeom>
            <a:solidFill>
              <a:srgbClr val="0A133B">
                <a:alpha val="38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3396828" y="6919621"/>
              <a:ext cx="231775" cy="260985"/>
            </a:xfrm>
            <a:custGeom>
              <a:avLst/>
              <a:gdLst/>
              <a:ahLst/>
              <a:cxnLst/>
              <a:rect l="l" t="t" r="r" b="b"/>
              <a:pathLst>
                <a:path w="231775" h="260984">
                  <a:moveTo>
                    <a:pt x="231375" y="0"/>
                  </a:moveTo>
                  <a:lnTo>
                    <a:pt x="0" y="0"/>
                  </a:lnTo>
                  <a:lnTo>
                    <a:pt x="0" y="260358"/>
                  </a:lnTo>
                  <a:lnTo>
                    <a:pt x="231375" y="260358"/>
                  </a:lnTo>
                  <a:lnTo>
                    <a:pt x="231375" y="0"/>
                  </a:lnTo>
                  <a:close/>
                </a:path>
              </a:pathLst>
            </a:custGeom>
            <a:solidFill>
              <a:srgbClr val="FFFFFF">
                <a:alpha val="113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3367845" y="7357639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4">
                  <a:moveTo>
                    <a:pt x="260358" y="0"/>
                  </a:moveTo>
                  <a:lnTo>
                    <a:pt x="0" y="0"/>
                  </a:lnTo>
                  <a:lnTo>
                    <a:pt x="0" y="260358"/>
                  </a:lnTo>
                  <a:lnTo>
                    <a:pt x="260358" y="260358"/>
                  </a:lnTo>
                  <a:lnTo>
                    <a:pt x="260358" y="0"/>
                  </a:lnTo>
                  <a:close/>
                </a:path>
              </a:pathLst>
            </a:custGeom>
            <a:solidFill>
              <a:srgbClr val="0A133B">
                <a:alpha val="38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3396828" y="7357639"/>
              <a:ext cx="231775" cy="260985"/>
            </a:xfrm>
            <a:custGeom>
              <a:avLst/>
              <a:gdLst/>
              <a:ahLst/>
              <a:cxnLst/>
              <a:rect l="l" t="t" r="r" b="b"/>
              <a:pathLst>
                <a:path w="231775" h="260984">
                  <a:moveTo>
                    <a:pt x="231375" y="0"/>
                  </a:moveTo>
                  <a:lnTo>
                    <a:pt x="0" y="0"/>
                  </a:lnTo>
                  <a:lnTo>
                    <a:pt x="0" y="260358"/>
                  </a:lnTo>
                  <a:lnTo>
                    <a:pt x="231375" y="260358"/>
                  </a:lnTo>
                  <a:lnTo>
                    <a:pt x="231375" y="0"/>
                  </a:lnTo>
                  <a:close/>
                </a:path>
              </a:pathLst>
            </a:custGeom>
            <a:solidFill>
              <a:srgbClr val="FFFFFF">
                <a:alpha val="113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3396838" y="7357608"/>
              <a:ext cx="260350" cy="260350"/>
            </a:xfrm>
            <a:custGeom>
              <a:avLst/>
              <a:gdLst/>
              <a:ahLst/>
              <a:cxnLst/>
              <a:rect l="l" t="t" r="r" b="b"/>
              <a:pathLst>
                <a:path w="260350" h="260350">
                  <a:moveTo>
                    <a:pt x="260264" y="0"/>
                  </a:moveTo>
                  <a:lnTo>
                    <a:pt x="0" y="0"/>
                  </a:lnTo>
                  <a:lnTo>
                    <a:pt x="0" y="260264"/>
                  </a:lnTo>
                  <a:lnTo>
                    <a:pt x="260264" y="260264"/>
                  </a:lnTo>
                  <a:lnTo>
                    <a:pt x="260264" y="0"/>
                  </a:lnTo>
                  <a:close/>
                </a:path>
              </a:pathLst>
            </a:custGeom>
            <a:solidFill>
              <a:srgbClr val="FFFFFF">
                <a:alpha val="75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3806711" y="6481614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4">
                  <a:moveTo>
                    <a:pt x="260358" y="0"/>
                  </a:moveTo>
                  <a:lnTo>
                    <a:pt x="0" y="0"/>
                  </a:lnTo>
                  <a:lnTo>
                    <a:pt x="0" y="260358"/>
                  </a:lnTo>
                  <a:lnTo>
                    <a:pt x="260358" y="260358"/>
                  </a:lnTo>
                  <a:lnTo>
                    <a:pt x="260358" y="0"/>
                  </a:lnTo>
                  <a:close/>
                </a:path>
              </a:pathLst>
            </a:custGeom>
            <a:solidFill>
              <a:srgbClr val="0A133B">
                <a:alpha val="38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3835694" y="6481614"/>
              <a:ext cx="231775" cy="260985"/>
            </a:xfrm>
            <a:custGeom>
              <a:avLst/>
              <a:gdLst/>
              <a:ahLst/>
              <a:cxnLst/>
              <a:rect l="l" t="t" r="r" b="b"/>
              <a:pathLst>
                <a:path w="231775" h="260984">
                  <a:moveTo>
                    <a:pt x="231375" y="0"/>
                  </a:moveTo>
                  <a:lnTo>
                    <a:pt x="0" y="0"/>
                  </a:lnTo>
                  <a:lnTo>
                    <a:pt x="0" y="260358"/>
                  </a:lnTo>
                  <a:lnTo>
                    <a:pt x="231375" y="260358"/>
                  </a:lnTo>
                  <a:lnTo>
                    <a:pt x="231375" y="0"/>
                  </a:lnTo>
                  <a:close/>
                </a:path>
              </a:pathLst>
            </a:custGeom>
            <a:solidFill>
              <a:srgbClr val="FFFFFF">
                <a:alpha val="113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3806711" y="6919621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4">
                  <a:moveTo>
                    <a:pt x="260358" y="0"/>
                  </a:moveTo>
                  <a:lnTo>
                    <a:pt x="0" y="0"/>
                  </a:lnTo>
                  <a:lnTo>
                    <a:pt x="0" y="260358"/>
                  </a:lnTo>
                  <a:lnTo>
                    <a:pt x="260358" y="260358"/>
                  </a:lnTo>
                  <a:lnTo>
                    <a:pt x="260358" y="0"/>
                  </a:lnTo>
                  <a:close/>
                </a:path>
              </a:pathLst>
            </a:custGeom>
            <a:solidFill>
              <a:srgbClr val="0A133B">
                <a:alpha val="38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3835694" y="6919621"/>
              <a:ext cx="231775" cy="260985"/>
            </a:xfrm>
            <a:custGeom>
              <a:avLst/>
              <a:gdLst/>
              <a:ahLst/>
              <a:cxnLst/>
              <a:rect l="l" t="t" r="r" b="b"/>
              <a:pathLst>
                <a:path w="231775" h="260984">
                  <a:moveTo>
                    <a:pt x="231375" y="0"/>
                  </a:moveTo>
                  <a:lnTo>
                    <a:pt x="0" y="0"/>
                  </a:lnTo>
                  <a:lnTo>
                    <a:pt x="0" y="260358"/>
                  </a:lnTo>
                  <a:lnTo>
                    <a:pt x="231375" y="260358"/>
                  </a:lnTo>
                  <a:lnTo>
                    <a:pt x="231375" y="0"/>
                  </a:lnTo>
                  <a:close/>
                </a:path>
              </a:pathLst>
            </a:custGeom>
            <a:solidFill>
              <a:srgbClr val="FFFFFF">
                <a:alpha val="113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3806711" y="7357639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4">
                  <a:moveTo>
                    <a:pt x="260358" y="0"/>
                  </a:moveTo>
                  <a:lnTo>
                    <a:pt x="0" y="0"/>
                  </a:lnTo>
                  <a:lnTo>
                    <a:pt x="0" y="260358"/>
                  </a:lnTo>
                  <a:lnTo>
                    <a:pt x="260358" y="260358"/>
                  </a:lnTo>
                  <a:lnTo>
                    <a:pt x="260358" y="0"/>
                  </a:lnTo>
                  <a:close/>
                </a:path>
              </a:pathLst>
            </a:custGeom>
            <a:solidFill>
              <a:srgbClr val="0A133B">
                <a:alpha val="38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3835694" y="7357639"/>
              <a:ext cx="231775" cy="260985"/>
            </a:xfrm>
            <a:custGeom>
              <a:avLst/>
              <a:gdLst/>
              <a:ahLst/>
              <a:cxnLst/>
              <a:rect l="l" t="t" r="r" b="b"/>
              <a:pathLst>
                <a:path w="231775" h="260984">
                  <a:moveTo>
                    <a:pt x="231375" y="0"/>
                  </a:moveTo>
                  <a:lnTo>
                    <a:pt x="0" y="0"/>
                  </a:lnTo>
                  <a:lnTo>
                    <a:pt x="0" y="260358"/>
                  </a:lnTo>
                  <a:lnTo>
                    <a:pt x="231375" y="260358"/>
                  </a:lnTo>
                  <a:lnTo>
                    <a:pt x="231375" y="0"/>
                  </a:lnTo>
                  <a:close/>
                </a:path>
              </a:pathLst>
            </a:custGeom>
            <a:solidFill>
              <a:srgbClr val="FFFFFF">
                <a:alpha val="113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3835705" y="7357608"/>
              <a:ext cx="260350" cy="260350"/>
            </a:xfrm>
            <a:custGeom>
              <a:avLst/>
              <a:gdLst/>
              <a:ahLst/>
              <a:cxnLst/>
              <a:rect l="l" t="t" r="r" b="b"/>
              <a:pathLst>
                <a:path w="260350" h="260350">
                  <a:moveTo>
                    <a:pt x="260264" y="0"/>
                  </a:moveTo>
                  <a:lnTo>
                    <a:pt x="0" y="0"/>
                  </a:lnTo>
                  <a:lnTo>
                    <a:pt x="0" y="260264"/>
                  </a:lnTo>
                  <a:lnTo>
                    <a:pt x="260264" y="260264"/>
                  </a:lnTo>
                  <a:lnTo>
                    <a:pt x="260264" y="0"/>
                  </a:lnTo>
                  <a:close/>
                </a:path>
              </a:pathLst>
            </a:custGeom>
            <a:solidFill>
              <a:srgbClr val="FFFFFF">
                <a:alpha val="75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8" name="object 98" descr=""/>
          <p:cNvGrpSpPr/>
          <p:nvPr/>
        </p:nvGrpSpPr>
        <p:grpSpPr>
          <a:xfrm>
            <a:off x="16305691" y="4916635"/>
            <a:ext cx="3113405" cy="3209290"/>
            <a:chOff x="16305691" y="4916635"/>
            <a:chExt cx="3113405" cy="3209290"/>
          </a:xfrm>
        </p:grpSpPr>
        <p:sp>
          <p:nvSpPr>
            <p:cNvPr id="99" name="object 99" descr=""/>
            <p:cNvSpPr/>
            <p:nvPr/>
          </p:nvSpPr>
          <p:spPr>
            <a:xfrm>
              <a:off x="18123878" y="5427846"/>
              <a:ext cx="1268730" cy="2698115"/>
            </a:xfrm>
            <a:custGeom>
              <a:avLst/>
              <a:gdLst/>
              <a:ahLst/>
              <a:cxnLst/>
              <a:rect l="l" t="t" r="r" b="b"/>
              <a:pathLst>
                <a:path w="1268730" h="2698115">
                  <a:moveTo>
                    <a:pt x="1024877" y="0"/>
                  </a:moveTo>
                  <a:lnTo>
                    <a:pt x="243586" y="0"/>
                  </a:lnTo>
                  <a:lnTo>
                    <a:pt x="243586" y="306527"/>
                  </a:lnTo>
                  <a:lnTo>
                    <a:pt x="1024877" y="306527"/>
                  </a:lnTo>
                  <a:lnTo>
                    <a:pt x="1024877" y="0"/>
                  </a:lnTo>
                  <a:close/>
                </a:path>
                <a:path w="1268730" h="2698115">
                  <a:moveTo>
                    <a:pt x="1268501" y="306539"/>
                  </a:moveTo>
                  <a:lnTo>
                    <a:pt x="0" y="306539"/>
                  </a:lnTo>
                  <a:lnTo>
                    <a:pt x="0" y="2697505"/>
                  </a:lnTo>
                  <a:lnTo>
                    <a:pt x="1268501" y="2697505"/>
                  </a:lnTo>
                  <a:lnTo>
                    <a:pt x="1268501" y="306539"/>
                  </a:lnTo>
                  <a:close/>
                </a:path>
              </a:pathLst>
            </a:custGeom>
            <a:solidFill>
              <a:srgbClr val="646A84">
                <a:alpha val="38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18205069" y="5560535"/>
              <a:ext cx="1106170" cy="2188210"/>
            </a:xfrm>
            <a:custGeom>
              <a:avLst/>
              <a:gdLst/>
              <a:ahLst/>
              <a:cxnLst/>
              <a:rect l="l" t="t" r="r" b="b"/>
              <a:pathLst>
                <a:path w="1106169" h="2188209">
                  <a:moveTo>
                    <a:pt x="162394" y="2025548"/>
                  </a:moveTo>
                  <a:lnTo>
                    <a:pt x="0" y="2025548"/>
                  </a:lnTo>
                  <a:lnTo>
                    <a:pt x="0" y="2187943"/>
                  </a:lnTo>
                  <a:lnTo>
                    <a:pt x="162394" y="2187943"/>
                  </a:lnTo>
                  <a:lnTo>
                    <a:pt x="162394" y="2025548"/>
                  </a:lnTo>
                  <a:close/>
                </a:path>
                <a:path w="1106169" h="2188209">
                  <a:moveTo>
                    <a:pt x="162394" y="1730451"/>
                  </a:moveTo>
                  <a:lnTo>
                    <a:pt x="0" y="1730451"/>
                  </a:lnTo>
                  <a:lnTo>
                    <a:pt x="0" y="1892858"/>
                  </a:lnTo>
                  <a:lnTo>
                    <a:pt x="162394" y="1892858"/>
                  </a:lnTo>
                  <a:lnTo>
                    <a:pt x="162394" y="1730451"/>
                  </a:lnTo>
                  <a:close/>
                </a:path>
                <a:path w="1106169" h="2188209">
                  <a:moveTo>
                    <a:pt x="162394" y="1435379"/>
                  </a:moveTo>
                  <a:lnTo>
                    <a:pt x="0" y="1435379"/>
                  </a:lnTo>
                  <a:lnTo>
                    <a:pt x="0" y="1597787"/>
                  </a:lnTo>
                  <a:lnTo>
                    <a:pt x="162394" y="1597787"/>
                  </a:lnTo>
                  <a:lnTo>
                    <a:pt x="162394" y="1435379"/>
                  </a:lnTo>
                  <a:close/>
                </a:path>
                <a:path w="1106169" h="2188209">
                  <a:moveTo>
                    <a:pt x="162394" y="1140294"/>
                  </a:moveTo>
                  <a:lnTo>
                    <a:pt x="0" y="1140294"/>
                  </a:lnTo>
                  <a:lnTo>
                    <a:pt x="0" y="1302689"/>
                  </a:lnTo>
                  <a:lnTo>
                    <a:pt x="162394" y="1302689"/>
                  </a:lnTo>
                  <a:lnTo>
                    <a:pt x="162394" y="1140294"/>
                  </a:lnTo>
                  <a:close/>
                </a:path>
                <a:path w="1106169" h="2188209">
                  <a:moveTo>
                    <a:pt x="162394" y="845210"/>
                  </a:moveTo>
                  <a:lnTo>
                    <a:pt x="0" y="845210"/>
                  </a:lnTo>
                  <a:lnTo>
                    <a:pt x="0" y="1007618"/>
                  </a:lnTo>
                  <a:lnTo>
                    <a:pt x="162394" y="1007618"/>
                  </a:lnTo>
                  <a:lnTo>
                    <a:pt x="162394" y="845210"/>
                  </a:lnTo>
                  <a:close/>
                </a:path>
                <a:path w="1106169" h="2188209">
                  <a:moveTo>
                    <a:pt x="162394" y="550125"/>
                  </a:moveTo>
                  <a:lnTo>
                    <a:pt x="0" y="550125"/>
                  </a:lnTo>
                  <a:lnTo>
                    <a:pt x="0" y="712533"/>
                  </a:lnTo>
                  <a:lnTo>
                    <a:pt x="162394" y="712533"/>
                  </a:lnTo>
                  <a:lnTo>
                    <a:pt x="162394" y="550125"/>
                  </a:lnTo>
                  <a:close/>
                </a:path>
                <a:path w="1106169" h="2188209">
                  <a:moveTo>
                    <a:pt x="162394" y="255054"/>
                  </a:moveTo>
                  <a:lnTo>
                    <a:pt x="0" y="255054"/>
                  </a:lnTo>
                  <a:lnTo>
                    <a:pt x="0" y="417461"/>
                  </a:lnTo>
                  <a:lnTo>
                    <a:pt x="162394" y="417461"/>
                  </a:lnTo>
                  <a:lnTo>
                    <a:pt x="162394" y="255054"/>
                  </a:lnTo>
                  <a:close/>
                </a:path>
                <a:path w="1106169" h="2188209">
                  <a:moveTo>
                    <a:pt x="476961" y="2025548"/>
                  </a:moveTo>
                  <a:lnTo>
                    <a:pt x="314566" y="2025548"/>
                  </a:lnTo>
                  <a:lnTo>
                    <a:pt x="314566" y="2187943"/>
                  </a:lnTo>
                  <a:lnTo>
                    <a:pt x="476961" y="2187943"/>
                  </a:lnTo>
                  <a:lnTo>
                    <a:pt x="476961" y="2025548"/>
                  </a:lnTo>
                  <a:close/>
                </a:path>
                <a:path w="1106169" h="2188209">
                  <a:moveTo>
                    <a:pt x="476961" y="1730451"/>
                  </a:moveTo>
                  <a:lnTo>
                    <a:pt x="314566" y="1730451"/>
                  </a:lnTo>
                  <a:lnTo>
                    <a:pt x="314566" y="1892858"/>
                  </a:lnTo>
                  <a:lnTo>
                    <a:pt x="476961" y="1892858"/>
                  </a:lnTo>
                  <a:lnTo>
                    <a:pt x="476961" y="1730451"/>
                  </a:lnTo>
                  <a:close/>
                </a:path>
                <a:path w="1106169" h="2188209">
                  <a:moveTo>
                    <a:pt x="476961" y="1435379"/>
                  </a:moveTo>
                  <a:lnTo>
                    <a:pt x="314566" y="1435379"/>
                  </a:lnTo>
                  <a:lnTo>
                    <a:pt x="314566" y="1597787"/>
                  </a:lnTo>
                  <a:lnTo>
                    <a:pt x="476961" y="1597787"/>
                  </a:lnTo>
                  <a:lnTo>
                    <a:pt x="476961" y="1435379"/>
                  </a:lnTo>
                  <a:close/>
                </a:path>
                <a:path w="1106169" h="2188209">
                  <a:moveTo>
                    <a:pt x="476961" y="1140294"/>
                  </a:moveTo>
                  <a:lnTo>
                    <a:pt x="314566" y="1140294"/>
                  </a:lnTo>
                  <a:lnTo>
                    <a:pt x="314566" y="1302689"/>
                  </a:lnTo>
                  <a:lnTo>
                    <a:pt x="476961" y="1302689"/>
                  </a:lnTo>
                  <a:lnTo>
                    <a:pt x="476961" y="1140294"/>
                  </a:lnTo>
                  <a:close/>
                </a:path>
                <a:path w="1106169" h="2188209">
                  <a:moveTo>
                    <a:pt x="476961" y="845210"/>
                  </a:moveTo>
                  <a:lnTo>
                    <a:pt x="314566" y="845210"/>
                  </a:lnTo>
                  <a:lnTo>
                    <a:pt x="314566" y="1007618"/>
                  </a:lnTo>
                  <a:lnTo>
                    <a:pt x="476961" y="1007618"/>
                  </a:lnTo>
                  <a:lnTo>
                    <a:pt x="476961" y="845210"/>
                  </a:lnTo>
                  <a:close/>
                </a:path>
                <a:path w="1106169" h="2188209">
                  <a:moveTo>
                    <a:pt x="476961" y="550125"/>
                  </a:moveTo>
                  <a:lnTo>
                    <a:pt x="314566" y="550125"/>
                  </a:lnTo>
                  <a:lnTo>
                    <a:pt x="314566" y="712533"/>
                  </a:lnTo>
                  <a:lnTo>
                    <a:pt x="476961" y="712533"/>
                  </a:lnTo>
                  <a:lnTo>
                    <a:pt x="476961" y="550125"/>
                  </a:lnTo>
                  <a:close/>
                </a:path>
                <a:path w="1106169" h="2188209">
                  <a:moveTo>
                    <a:pt x="476961" y="255054"/>
                  </a:moveTo>
                  <a:lnTo>
                    <a:pt x="314566" y="255054"/>
                  </a:lnTo>
                  <a:lnTo>
                    <a:pt x="314566" y="417461"/>
                  </a:lnTo>
                  <a:lnTo>
                    <a:pt x="476961" y="417461"/>
                  </a:lnTo>
                  <a:lnTo>
                    <a:pt x="476961" y="255054"/>
                  </a:lnTo>
                  <a:close/>
                </a:path>
                <a:path w="1106169" h="2188209">
                  <a:moveTo>
                    <a:pt x="476961" y="0"/>
                  </a:moveTo>
                  <a:lnTo>
                    <a:pt x="314566" y="0"/>
                  </a:lnTo>
                  <a:lnTo>
                    <a:pt x="314566" y="162407"/>
                  </a:lnTo>
                  <a:lnTo>
                    <a:pt x="476961" y="162407"/>
                  </a:lnTo>
                  <a:lnTo>
                    <a:pt x="476961" y="0"/>
                  </a:lnTo>
                  <a:close/>
                </a:path>
                <a:path w="1106169" h="2188209">
                  <a:moveTo>
                    <a:pt x="791527" y="2025548"/>
                  </a:moveTo>
                  <a:lnTo>
                    <a:pt x="629132" y="2025548"/>
                  </a:lnTo>
                  <a:lnTo>
                    <a:pt x="629132" y="2187943"/>
                  </a:lnTo>
                  <a:lnTo>
                    <a:pt x="791527" y="2187943"/>
                  </a:lnTo>
                  <a:lnTo>
                    <a:pt x="791527" y="2025548"/>
                  </a:lnTo>
                  <a:close/>
                </a:path>
                <a:path w="1106169" h="2188209">
                  <a:moveTo>
                    <a:pt x="791527" y="1730451"/>
                  </a:moveTo>
                  <a:lnTo>
                    <a:pt x="629132" y="1730451"/>
                  </a:lnTo>
                  <a:lnTo>
                    <a:pt x="629132" y="1892858"/>
                  </a:lnTo>
                  <a:lnTo>
                    <a:pt x="791527" y="1892858"/>
                  </a:lnTo>
                  <a:lnTo>
                    <a:pt x="791527" y="1730451"/>
                  </a:lnTo>
                  <a:close/>
                </a:path>
                <a:path w="1106169" h="2188209">
                  <a:moveTo>
                    <a:pt x="791527" y="1435379"/>
                  </a:moveTo>
                  <a:lnTo>
                    <a:pt x="629132" y="1435379"/>
                  </a:lnTo>
                  <a:lnTo>
                    <a:pt x="629132" y="1597787"/>
                  </a:lnTo>
                  <a:lnTo>
                    <a:pt x="791527" y="1597787"/>
                  </a:lnTo>
                  <a:lnTo>
                    <a:pt x="791527" y="1435379"/>
                  </a:lnTo>
                  <a:close/>
                </a:path>
                <a:path w="1106169" h="2188209">
                  <a:moveTo>
                    <a:pt x="791527" y="1140294"/>
                  </a:moveTo>
                  <a:lnTo>
                    <a:pt x="629132" y="1140294"/>
                  </a:lnTo>
                  <a:lnTo>
                    <a:pt x="629132" y="1302689"/>
                  </a:lnTo>
                  <a:lnTo>
                    <a:pt x="791527" y="1302689"/>
                  </a:lnTo>
                  <a:lnTo>
                    <a:pt x="791527" y="1140294"/>
                  </a:lnTo>
                  <a:close/>
                </a:path>
                <a:path w="1106169" h="2188209">
                  <a:moveTo>
                    <a:pt x="791527" y="845210"/>
                  </a:moveTo>
                  <a:lnTo>
                    <a:pt x="629132" y="845210"/>
                  </a:lnTo>
                  <a:lnTo>
                    <a:pt x="629132" y="1007618"/>
                  </a:lnTo>
                  <a:lnTo>
                    <a:pt x="791527" y="1007618"/>
                  </a:lnTo>
                  <a:lnTo>
                    <a:pt x="791527" y="845210"/>
                  </a:lnTo>
                  <a:close/>
                </a:path>
                <a:path w="1106169" h="2188209">
                  <a:moveTo>
                    <a:pt x="791527" y="550125"/>
                  </a:moveTo>
                  <a:lnTo>
                    <a:pt x="629132" y="550125"/>
                  </a:lnTo>
                  <a:lnTo>
                    <a:pt x="629132" y="712533"/>
                  </a:lnTo>
                  <a:lnTo>
                    <a:pt x="791527" y="712533"/>
                  </a:lnTo>
                  <a:lnTo>
                    <a:pt x="791527" y="550125"/>
                  </a:lnTo>
                  <a:close/>
                </a:path>
                <a:path w="1106169" h="2188209">
                  <a:moveTo>
                    <a:pt x="791527" y="255054"/>
                  </a:moveTo>
                  <a:lnTo>
                    <a:pt x="629132" y="255054"/>
                  </a:lnTo>
                  <a:lnTo>
                    <a:pt x="629132" y="417461"/>
                  </a:lnTo>
                  <a:lnTo>
                    <a:pt x="791527" y="417461"/>
                  </a:lnTo>
                  <a:lnTo>
                    <a:pt x="791527" y="255054"/>
                  </a:lnTo>
                  <a:close/>
                </a:path>
                <a:path w="1106169" h="2188209">
                  <a:moveTo>
                    <a:pt x="791527" y="0"/>
                  </a:moveTo>
                  <a:lnTo>
                    <a:pt x="629132" y="0"/>
                  </a:lnTo>
                  <a:lnTo>
                    <a:pt x="629132" y="162407"/>
                  </a:lnTo>
                  <a:lnTo>
                    <a:pt x="791527" y="162407"/>
                  </a:lnTo>
                  <a:lnTo>
                    <a:pt x="791527" y="0"/>
                  </a:lnTo>
                  <a:close/>
                </a:path>
                <a:path w="1106169" h="2188209">
                  <a:moveTo>
                    <a:pt x="1106093" y="2025548"/>
                  </a:moveTo>
                  <a:lnTo>
                    <a:pt x="943698" y="2025548"/>
                  </a:lnTo>
                  <a:lnTo>
                    <a:pt x="943698" y="2187943"/>
                  </a:lnTo>
                  <a:lnTo>
                    <a:pt x="1106093" y="2187943"/>
                  </a:lnTo>
                  <a:lnTo>
                    <a:pt x="1106093" y="2025548"/>
                  </a:lnTo>
                  <a:close/>
                </a:path>
                <a:path w="1106169" h="2188209">
                  <a:moveTo>
                    <a:pt x="1106093" y="1730451"/>
                  </a:moveTo>
                  <a:lnTo>
                    <a:pt x="943698" y="1730451"/>
                  </a:lnTo>
                  <a:lnTo>
                    <a:pt x="943698" y="1892858"/>
                  </a:lnTo>
                  <a:lnTo>
                    <a:pt x="1106093" y="1892858"/>
                  </a:lnTo>
                  <a:lnTo>
                    <a:pt x="1106093" y="1730451"/>
                  </a:lnTo>
                  <a:close/>
                </a:path>
                <a:path w="1106169" h="2188209">
                  <a:moveTo>
                    <a:pt x="1106093" y="1435379"/>
                  </a:moveTo>
                  <a:lnTo>
                    <a:pt x="943698" y="1435379"/>
                  </a:lnTo>
                  <a:lnTo>
                    <a:pt x="943698" y="1597787"/>
                  </a:lnTo>
                  <a:lnTo>
                    <a:pt x="1106093" y="1597787"/>
                  </a:lnTo>
                  <a:lnTo>
                    <a:pt x="1106093" y="1435379"/>
                  </a:lnTo>
                  <a:close/>
                </a:path>
                <a:path w="1106169" h="2188209">
                  <a:moveTo>
                    <a:pt x="1106093" y="1140294"/>
                  </a:moveTo>
                  <a:lnTo>
                    <a:pt x="943698" y="1140294"/>
                  </a:lnTo>
                  <a:lnTo>
                    <a:pt x="943698" y="1302689"/>
                  </a:lnTo>
                  <a:lnTo>
                    <a:pt x="1106093" y="1302689"/>
                  </a:lnTo>
                  <a:lnTo>
                    <a:pt x="1106093" y="1140294"/>
                  </a:lnTo>
                  <a:close/>
                </a:path>
                <a:path w="1106169" h="2188209">
                  <a:moveTo>
                    <a:pt x="1106093" y="845210"/>
                  </a:moveTo>
                  <a:lnTo>
                    <a:pt x="943698" y="845210"/>
                  </a:lnTo>
                  <a:lnTo>
                    <a:pt x="943698" y="1007618"/>
                  </a:lnTo>
                  <a:lnTo>
                    <a:pt x="1106093" y="1007618"/>
                  </a:lnTo>
                  <a:lnTo>
                    <a:pt x="1106093" y="845210"/>
                  </a:lnTo>
                  <a:close/>
                </a:path>
                <a:path w="1106169" h="2188209">
                  <a:moveTo>
                    <a:pt x="1106093" y="550125"/>
                  </a:moveTo>
                  <a:lnTo>
                    <a:pt x="943698" y="550125"/>
                  </a:lnTo>
                  <a:lnTo>
                    <a:pt x="943698" y="712533"/>
                  </a:lnTo>
                  <a:lnTo>
                    <a:pt x="1106093" y="712533"/>
                  </a:lnTo>
                  <a:lnTo>
                    <a:pt x="1106093" y="550125"/>
                  </a:lnTo>
                  <a:close/>
                </a:path>
                <a:path w="1106169" h="2188209">
                  <a:moveTo>
                    <a:pt x="1106093" y="255054"/>
                  </a:moveTo>
                  <a:lnTo>
                    <a:pt x="943698" y="255054"/>
                  </a:lnTo>
                  <a:lnTo>
                    <a:pt x="943698" y="417461"/>
                  </a:lnTo>
                  <a:lnTo>
                    <a:pt x="1106093" y="417461"/>
                  </a:lnTo>
                  <a:lnTo>
                    <a:pt x="1106093" y="255054"/>
                  </a:lnTo>
                  <a:close/>
                </a:path>
              </a:pathLst>
            </a:custGeom>
            <a:solidFill>
              <a:srgbClr val="D5D6DE">
                <a:alpha val="38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18097678" y="5702925"/>
              <a:ext cx="1321435" cy="33655"/>
            </a:xfrm>
            <a:custGeom>
              <a:avLst/>
              <a:gdLst/>
              <a:ahLst/>
              <a:cxnLst/>
              <a:rect l="l" t="t" r="r" b="b"/>
              <a:pathLst>
                <a:path w="1321434" h="33654">
                  <a:moveTo>
                    <a:pt x="1320881" y="0"/>
                  </a:moveTo>
                  <a:lnTo>
                    <a:pt x="0" y="0"/>
                  </a:lnTo>
                  <a:lnTo>
                    <a:pt x="0" y="33119"/>
                  </a:lnTo>
                  <a:lnTo>
                    <a:pt x="1320881" y="33119"/>
                  </a:lnTo>
                  <a:lnTo>
                    <a:pt x="1320881" y="0"/>
                  </a:lnTo>
                  <a:close/>
                </a:path>
              </a:pathLst>
            </a:custGeom>
            <a:solidFill>
              <a:srgbClr val="ADB0BE">
                <a:alpha val="38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16651211" y="4955990"/>
              <a:ext cx="1508125" cy="3169920"/>
            </a:xfrm>
            <a:custGeom>
              <a:avLst/>
              <a:gdLst/>
              <a:ahLst/>
              <a:cxnLst/>
              <a:rect l="l" t="t" r="r" b="b"/>
              <a:pathLst>
                <a:path w="1508125" h="3169920">
                  <a:moveTo>
                    <a:pt x="1218336" y="0"/>
                  </a:moveTo>
                  <a:lnTo>
                    <a:pt x="289585" y="0"/>
                  </a:lnTo>
                  <a:lnTo>
                    <a:pt x="289585" y="364375"/>
                  </a:lnTo>
                  <a:lnTo>
                    <a:pt x="1218336" y="364375"/>
                  </a:lnTo>
                  <a:lnTo>
                    <a:pt x="1218336" y="0"/>
                  </a:lnTo>
                  <a:close/>
                </a:path>
                <a:path w="1508125" h="3169920">
                  <a:moveTo>
                    <a:pt x="1507921" y="364401"/>
                  </a:moveTo>
                  <a:lnTo>
                    <a:pt x="0" y="364401"/>
                  </a:lnTo>
                  <a:lnTo>
                    <a:pt x="0" y="3169361"/>
                  </a:lnTo>
                  <a:lnTo>
                    <a:pt x="1507921" y="3169361"/>
                  </a:lnTo>
                  <a:lnTo>
                    <a:pt x="1507921" y="364401"/>
                  </a:lnTo>
                  <a:close/>
                </a:path>
              </a:pathLst>
            </a:custGeom>
            <a:solidFill>
              <a:srgbClr val="3B4262">
                <a:alpha val="38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16620083" y="4916645"/>
              <a:ext cx="1570355" cy="405765"/>
            </a:xfrm>
            <a:custGeom>
              <a:avLst/>
              <a:gdLst/>
              <a:ahLst/>
              <a:cxnLst/>
              <a:rect l="l" t="t" r="r" b="b"/>
              <a:pathLst>
                <a:path w="1570355" h="405764">
                  <a:moveTo>
                    <a:pt x="1288923" y="0"/>
                  </a:moveTo>
                  <a:lnTo>
                    <a:pt x="281266" y="0"/>
                  </a:lnTo>
                  <a:lnTo>
                    <a:pt x="281266" y="39370"/>
                  </a:lnTo>
                  <a:lnTo>
                    <a:pt x="1288923" y="39370"/>
                  </a:lnTo>
                  <a:lnTo>
                    <a:pt x="1288923" y="0"/>
                  </a:lnTo>
                  <a:close/>
                </a:path>
                <a:path w="1570355" h="405764">
                  <a:moveTo>
                    <a:pt x="1570189" y="366356"/>
                  </a:moveTo>
                  <a:lnTo>
                    <a:pt x="0" y="366356"/>
                  </a:lnTo>
                  <a:lnTo>
                    <a:pt x="0" y="405726"/>
                  </a:lnTo>
                  <a:lnTo>
                    <a:pt x="1570189" y="405726"/>
                  </a:lnTo>
                  <a:lnTo>
                    <a:pt x="1570189" y="366356"/>
                  </a:lnTo>
                  <a:close/>
                </a:path>
              </a:pathLst>
            </a:custGeom>
            <a:solidFill>
              <a:srgbClr val="ADB0BE">
                <a:alpha val="38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16336810" y="4955990"/>
              <a:ext cx="1508125" cy="3169920"/>
            </a:xfrm>
            <a:custGeom>
              <a:avLst/>
              <a:gdLst/>
              <a:ahLst/>
              <a:cxnLst/>
              <a:rect l="l" t="t" r="r" b="b"/>
              <a:pathLst>
                <a:path w="1508125" h="3169920">
                  <a:moveTo>
                    <a:pt x="1218336" y="0"/>
                  </a:moveTo>
                  <a:lnTo>
                    <a:pt x="289572" y="0"/>
                  </a:lnTo>
                  <a:lnTo>
                    <a:pt x="289572" y="364375"/>
                  </a:lnTo>
                  <a:lnTo>
                    <a:pt x="1218336" y="364375"/>
                  </a:lnTo>
                  <a:lnTo>
                    <a:pt x="1218336" y="0"/>
                  </a:lnTo>
                  <a:close/>
                </a:path>
                <a:path w="1508125" h="3169920">
                  <a:moveTo>
                    <a:pt x="1507934" y="364401"/>
                  </a:moveTo>
                  <a:lnTo>
                    <a:pt x="0" y="364401"/>
                  </a:lnTo>
                  <a:lnTo>
                    <a:pt x="0" y="3169361"/>
                  </a:lnTo>
                  <a:lnTo>
                    <a:pt x="1507934" y="3169361"/>
                  </a:lnTo>
                  <a:lnTo>
                    <a:pt x="1507934" y="364401"/>
                  </a:lnTo>
                  <a:close/>
                </a:path>
              </a:pathLst>
            </a:custGeom>
            <a:solidFill>
              <a:srgbClr val="85889E">
                <a:alpha val="38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16433343" y="5113737"/>
              <a:ext cx="1315085" cy="2600960"/>
            </a:xfrm>
            <a:custGeom>
              <a:avLst/>
              <a:gdLst/>
              <a:ahLst/>
              <a:cxnLst/>
              <a:rect l="l" t="t" r="r" b="b"/>
              <a:pathLst>
                <a:path w="1315084" h="2600959">
                  <a:moveTo>
                    <a:pt x="193052" y="2407831"/>
                  </a:moveTo>
                  <a:lnTo>
                    <a:pt x="0" y="2407831"/>
                  </a:lnTo>
                  <a:lnTo>
                    <a:pt x="0" y="2600896"/>
                  </a:lnTo>
                  <a:lnTo>
                    <a:pt x="193052" y="2600896"/>
                  </a:lnTo>
                  <a:lnTo>
                    <a:pt x="193052" y="2407831"/>
                  </a:lnTo>
                  <a:close/>
                </a:path>
                <a:path w="1315084" h="2600959">
                  <a:moveTo>
                    <a:pt x="193052" y="2057069"/>
                  </a:moveTo>
                  <a:lnTo>
                    <a:pt x="0" y="2057069"/>
                  </a:lnTo>
                  <a:lnTo>
                    <a:pt x="0" y="2250122"/>
                  </a:lnTo>
                  <a:lnTo>
                    <a:pt x="193052" y="2250122"/>
                  </a:lnTo>
                  <a:lnTo>
                    <a:pt x="193052" y="2057069"/>
                  </a:lnTo>
                  <a:close/>
                </a:path>
                <a:path w="1315084" h="2600959">
                  <a:moveTo>
                    <a:pt x="193052" y="1706295"/>
                  </a:moveTo>
                  <a:lnTo>
                    <a:pt x="0" y="1706295"/>
                  </a:lnTo>
                  <a:lnTo>
                    <a:pt x="0" y="1899348"/>
                  </a:lnTo>
                  <a:lnTo>
                    <a:pt x="193052" y="1899348"/>
                  </a:lnTo>
                  <a:lnTo>
                    <a:pt x="193052" y="1706295"/>
                  </a:lnTo>
                  <a:close/>
                </a:path>
                <a:path w="1315084" h="2600959">
                  <a:moveTo>
                    <a:pt x="193052" y="1355509"/>
                  </a:moveTo>
                  <a:lnTo>
                    <a:pt x="0" y="1355509"/>
                  </a:lnTo>
                  <a:lnTo>
                    <a:pt x="0" y="1548561"/>
                  </a:lnTo>
                  <a:lnTo>
                    <a:pt x="193052" y="1548561"/>
                  </a:lnTo>
                  <a:lnTo>
                    <a:pt x="193052" y="1355509"/>
                  </a:lnTo>
                  <a:close/>
                </a:path>
                <a:path w="1315084" h="2600959">
                  <a:moveTo>
                    <a:pt x="193052" y="1004747"/>
                  </a:moveTo>
                  <a:lnTo>
                    <a:pt x="0" y="1004747"/>
                  </a:lnTo>
                  <a:lnTo>
                    <a:pt x="0" y="1197787"/>
                  </a:lnTo>
                  <a:lnTo>
                    <a:pt x="193052" y="1197787"/>
                  </a:lnTo>
                  <a:lnTo>
                    <a:pt x="193052" y="1004747"/>
                  </a:lnTo>
                  <a:close/>
                </a:path>
                <a:path w="1315084" h="2600959">
                  <a:moveTo>
                    <a:pt x="193052" y="653961"/>
                  </a:moveTo>
                  <a:lnTo>
                    <a:pt x="0" y="653961"/>
                  </a:lnTo>
                  <a:lnTo>
                    <a:pt x="0" y="847013"/>
                  </a:lnTo>
                  <a:lnTo>
                    <a:pt x="193052" y="847013"/>
                  </a:lnTo>
                  <a:lnTo>
                    <a:pt x="193052" y="653961"/>
                  </a:lnTo>
                  <a:close/>
                </a:path>
                <a:path w="1315084" h="2600959">
                  <a:moveTo>
                    <a:pt x="193052" y="303187"/>
                  </a:moveTo>
                  <a:lnTo>
                    <a:pt x="0" y="303187"/>
                  </a:lnTo>
                  <a:lnTo>
                    <a:pt x="0" y="496239"/>
                  </a:lnTo>
                  <a:lnTo>
                    <a:pt x="193052" y="496239"/>
                  </a:lnTo>
                  <a:lnTo>
                    <a:pt x="193052" y="303187"/>
                  </a:lnTo>
                  <a:close/>
                </a:path>
                <a:path w="1315084" h="2600959">
                  <a:moveTo>
                    <a:pt x="566991" y="2407831"/>
                  </a:moveTo>
                  <a:lnTo>
                    <a:pt x="373938" y="2407831"/>
                  </a:lnTo>
                  <a:lnTo>
                    <a:pt x="373938" y="2600896"/>
                  </a:lnTo>
                  <a:lnTo>
                    <a:pt x="566991" y="2600896"/>
                  </a:lnTo>
                  <a:lnTo>
                    <a:pt x="566991" y="2407831"/>
                  </a:lnTo>
                  <a:close/>
                </a:path>
                <a:path w="1315084" h="2600959">
                  <a:moveTo>
                    <a:pt x="566991" y="2057069"/>
                  </a:moveTo>
                  <a:lnTo>
                    <a:pt x="373938" y="2057069"/>
                  </a:lnTo>
                  <a:lnTo>
                    <a:pt x="373938" y="2250122"/>
                  </a:lnTo>
                  <a:lnTo>
                    <a:pt x="566991" y="2250122"/>
                  </a:lnTo>
                  <a:lnTo>
                    <a:pt x="566991" y="2057069"/>
                  </a:lnTo>
                  <a:close/>
                </a:path>
                <a:path w="1315084" h="2600959">
                  <a:moveTo>
                    <a:pt x="566991" y="1706295"/>
                  </a:moveTo>
                  <a:lnTo>
                    <a:pt x="373938" y="1706295"/>
                  </a:lnTo>
                  <a:lnTo>
                    <a:pt x="373938" y="1899348"/>
                  </a:lnTo>
                  <a:lnTo>
                    <a:pt x="566991" y="1899348"/>
                  </a:lnTo>
                  <a:lnTo>
                    <a:pt x="566991" y="1706295"/>
                  </a:lnTo>
                  <a:close/>
                </a:path>
                <a:path w="1315084" h="2600959">
                  <a:moveTo>
                    <a:pt x="566991" y="1355509"/>
                  </a:moveTo>
                  <a:lnTo>
                    <a:pt x="373938" y="1355509"/>
                  </a:lnTo>
                  <a:lnTo>
                    <a:pt x="373938" y="1548561"/>
                  </a:lnTo>
                  <a:lnTo>
                    <a:pt x="566991" y="1548561"/>
                  </a:lnTo>
                  <a:lnTo>
                    <a:pt x="566991" y="1355509"/>
                  </a:lnTo>
                  <a:close/>
                </a:path>
                <a:path w="1315084" h="2600959">
                  <a:moveTo>
                    <a:pt x="566991" y="1004747"/>
                  </a:moveTo>
                  <a:lnTo>
                    <a:pt x="373938" y="1004747"/>
                  </a:lnTo>
                  <a:lnTo>
                    <a:pt x="373938" y="1197787"/>
                  </a:lnTo>
                  <a:lnTo>
                    <a:pt x="566991" y="1197787"/>
                  </a:lnTo>
                  <a:lnTo>
                    <a:pt x="566991" y="1004747"/>
                  </a:lnTo>
                  <a:close/>
                </a:path>
                <a:path w="1315084" h="2600959">
                  <a:moveTo>
                    <a:pt x="566991" y="653961"/>
                  </a:moveTo>
                  <a:lnTo>
                    <a:pt x="373938" y="653961"/>
                  </a:lnTo>
                  <a:lnTo>
                    <a:pt x="373938" y="847013"/>
                  </a:lnTo>
                  <a:lnTo>
                    <a:pt x="566991" y="847013"/>
                  </a:lnTo>
                  <a:lnTo>
                    <a:pt x="566991" y="653961"/>
                  </a:lnTo>
                  <a:close/>
                </a:path>
                <a:path w="1315084" h="2600959">
                  <a:moveTo>
                    <a:pt x="566991" y="303187"/>
                  </a:moveTo>
                  <a:lnTo>
                    <a:pt x="373938" y="303187"/>
                  </a:lnTo>
                  <a:lnTo>
                    <a:pt x="373938" y="496239"/>
                  </a:lnTo>
                  <a:lnTo>
                    <a:pt x="566991" y="496239"/>
                  </a:lnTo>
                  <a:lnTo>
                    <a:pt x="566991" y="303187"/>
                  </a:lnTo>
                  <a:close/>
                </a:path>
                <a:path w="1315084" h="2600959">
                  <a:moveTo>
                    <a:pt x="566991" y="0"/>
                  </a:moveTo>
                  <a:lnTo>
                    <a:pt x="373938" y="0"/>
                  </a:lnTo>
                  <a:lnTo>
                    <a:pt x="373938" y="193052"/>
                  </a:lnTo>
                  <a:lnTo>
                    <a:pt x="566991" y="193052"/>
                  </a:lnTo>
                  <a:lnTo>
                    <a:pt x="566991" y="0"/>
                  </a:lnTo>
                  <a:close/>
                </a:path>
                <a:path w="1315084" h="2600959">
                  <a:moveTo>
                    <a:pt x="940930" y="2407831"/>
                  </a:moveTo>
                  <a:lnTo>
                    <a:pt x="747877" y="2407831"/>
                  </a:lnTo>
                  <a:lnTo>
                    <a:pt x="747877" y="2600896"/>
                  </a:lnTo>
                  <a:lnTo>
                    <a:pt x="940930" y="2600896"/>
                  </a:lnTo>
                  <a:lnTo>
                    <a:pt x="940930" y="2407831"/>
                  </a:lnTo>
                  <a:close/>
                </a:path>
                <a:path w="1315084" h="2600959">
                  <a:moveTo>
                    <a:pt x="940930" y="2057069"/>
                  </a:moveTo>
                  <a:lnTo>
                    <a:pt x="747877" y="2057069"/>
                  </a:lnTo>
                  <a:lnTo>
                    <a:pt x="747877" y="2250122"/>
                  </a:lnTo>
                  <a:lnTo>
                    <a:pt x="940930" y="2250122"/>
                  </a:lnTo>
                  <a:lnTo>
                    <a:pt x="940930" y="2057069"/>
                  </a:lnTo>
                  <a:close/>
                </a:path>
                <a:path w="1315084" h="2600959">
                  <a:moveTo>
                    <a:pt x="940930" y="1706295"/>
                  </a:moveTo>
                  <a:lnTo>
                    <a:pt x="747877" y="1706295"/>
                  </a:lnTo>
                  <a:lnTo>
                    <a:pt x="747877" y="1899348"/>
                  </a:lnTo>
                  <a:lnTo>
                    <a:pt x="940930" y="1899348"/>
                  </a:lnTo>
                  <a:lnTo>
                    <a:pt x="940930" y="1706295"/>
                  </a:lnTo>
                  <a:close/>
                </a:path>
                <a:path w="1315084" h="2600959">
                  <a:moveTo>
                    <a:pt x="940930" y="1355509"/>
                  </a:moveTo>
                  <a:lnTo>
                    <a:pt x="747877" y="1355509"/>
                  </a:lnTo>
                  <a:lnTo>
                    <a:pt x="747877" y="1548561"/>
                  </a:lnTo>
                  <a:lnTo>
                    <a:pt x="940930" y="1548561"/>
                  </a:lnTo>
                  <a:lnTo>
                    <a:pt x="940930" y="1355509"/>
                  </a:lnTo>
                  <a:close/>
                </a:path>
                <a:path w="1315084" h="2600959">
                  <a:moveTo>
                    <a:pt x="940930" y="1004747"/>
                  </a:moveTo>
                  <a:lnTo>
                    <a:pt x="747877" y="1004747"/>
                  </a:lnTo>
                  <a:lnTo>
                    <a:pt x="747877" y="1197787"/>
                  </a:lnTo>
                  <a:lnTo>
                    <a:pt x="940930" y="1197787"/>
                  </a:lnTo>
                  <a:lnTo>
                    <a:pt x="940930" y="1004747"/>
                  </a:lnTo>
                  <a:close/>
                </a:path>
                <a:path w="1315084" h="2600959">
                  <a:moveTo>
                    <a:pt x="940930" y="653961"/>
                  </a:moveTo>
                  <a:lnTo>
                    <a:pt x="747877" y="653961"/>
                  </a:lnTo>
                  <a:lnTo>
                    <a:pt x="747877" y="847013"/>
                  </a:lnTo>
                  <a:lnTo>
                    <a:pt x="940930" y="847013"/>
                  </a:lnTo>
                  <a:lnTo>
                    <a:pt x="940930" y="653961"/>
                  </a:lnTo>
                  <a:close/>
                </a:path>
                <a:path w="1315084" h="2600959">
                  <a:moveTo>
                    <a:pt x="940930" y="303187"/>
                  </a:moveTo>
                  <a:lnTo>
                    <a:pt x="747877" y="303187"/>
                  </a:lnTo>
                  <a:lnTo>
                    <a:pt x="747877" y="496239"/>
                  </a:lnTo>
                  <a:lnTo>
                    <a:pt x="940930" y="496239"/>
                  </a:lnTo>
                  <a:lnTo>
                    <a:pt x="940930" y="303187"/>
                  </a:lnTo>
                  <a:close/>
                </a:path>
                <a:path w="1315084" h="2600959">
                  <a:moveTo>
                    <a:pt x="940930" y="0"/>
                  </a:moveTo>
                  <a:lnTo>
                    <a:pt x="747877" y="0"/>
                  </a:lnTo>
                  <a:lnTo>
                    <a:pt x="747877" y="193052"/>
                  </a:lnTo>
                  <a:lnTo>
                    <a:pt x="940930" y="193052"/>
                  </a:lnTo>
                  <a:lnTo>
                    <a:pt x="940930" y="0"/>
                  </a:lnTo>
                  <a:close/>
                </a:path>
                <a:path w="1315084" h="2600959">
                  <a:moveTo>
                    <a:pt x="1314869" y="2407831"/>
                  </a:moveTo>
                  <a:lnTo>
                    <a:pt x="1121816" y="2407831"/>
                  </a:lnTo>
                  <a:lnTo>
                    <a:pt x="1121816" y="2600896"/>
                  </a:lnTo>
                  <a:lnTo>
                    <a:pt x="1314869" y="2600896"/>
                  </a:lnTo>
                  <a:lnTo>
                    <a:pt x="1314869" y="2407831"/>
                  </a:lnTo>
                  <a:close/>
                </a:path>
                <a:path w="1315084" h="2600959">
                  <a:moveTo>
                    <a:pt x="1314869" y="2057069"/>
                  </a:moveTo>
                  <a:lnTo>
                    <a:pt x="1121816" y="2057069"/>
                  </a:lnTo>
                  <a:lnTo>
                    <a:pt x="1121816" y="2250122"/>
                  </a:lnTo>
                  <a:lnTo>
                    <a:pt x="1314869" y="2250122"/>
                  </a:lnTo>
                  <a:lnTo>
                    <a:pt x="1314869" y="2057069"/>
                  </a:lnTo>
                  <a:close/>
                </a:path>
                <a:path w="1315084" h="2600959">
                  <a:moveTo>
                    <a:pt x="1314869" y="1706295"/>
                  </a:moveTo>
                  <a:lnTo>
                    <a:pt x="1121816" y="1706295"/>
                  </a:lnTo>
                  <a:lnTo>
                    <a:pt x="1121816" y="1899348"/>
                  </a:lnTo>
                  <a:lnTo>
                    <a:pt x="1314869" y="1899348"/>
                  </a:lnTo>
                  <a:lnTo>
                    <a:pt x="1314869" y="1706295"/>
                  </a:lnTo>
                  <a:close/>
                </a:path>
                <a:path w="1315084" h="2600959">
                  <a:moveTo>
                    <a:pt x="1314869" y="1355509"/>
                  </a:moveTo>
                  <a:lnTo>
                    <a:pt x="1121816" y="1355509"/>
                  </a:lnTo>
                  <a:lnTo>
                    <a:pt x="1121816" y="1548561"/>
                  </a:lnTo>
                  <a:lnTo>
                    <a:pt x="1314869" y="1548561"/>
                  </a:lnTo>
                  <a:lnTo>
                    <a:pt x="1314869" y="1355509"/>
                  </a:lnTo>
                  <a:close/>
                </a:path>
                <a:path w="1315084" h="2600959">
                  <a:moveTo>
                    <a:pt x="1314869" y="1004747"/>
                  </a:moveTo>
                  <a:lnTo>
                    <a:pt x="1121816" y="1004747"/>
                  </a:lnTo>
                  <a:lnTo>
                    <a:pt x="1121816" y="1197787"/>
                  </a:lnTo>
                  <a:lnTo>
                    <a:pt x="1314869" y="1197787"/>
                  </a:lnTo>
                  <a:lnTo>
                    <a:pt x="1314869" y="1004747"/>
                  </a:lnTo>
                  <a:close/>
                </a:path>
                <a:path w="1315084" h="2600959">
                  <a:moveTo>
                    <a:pt x="1314869" y="653961"/>
                  </a:moveTo>
                  <a:lnTo>
                    <a:pt x="1121816" y="653961"/>
                  </a:lnTo>
                  <a:lnTo>
                    <a:pt x="1121816" y="847013"/>
                  </a:lnTo>
                  <a:lnTo>
                    <a:pt x="1314869" y="847013"/>
                  </a:lnTo>
                  <a:lnTo>
                    <a:pt x="1314869" y="653961"/>
                  </a:lnTo>
                  <a:close/>
                </a:path>
                <a:path w="1315084" h="2600959">
                  <a:moveTo>
                    <a:pt x="1314869" y="303187"/>
                  </a:moveTo>
                  <a:lnTo>
                    <a:pt x="1121816" y="303187"/>
                  </a:lnTo>
                  <a:lnTo>
                    <a:pt x="1121816" y="496239"/>
                  </a:lnTo>
                  <a:lnTo>
                    <a:pt x="1314869" y="496239"/>
                  </a:lnTo>
                  <a:lnTo>
                    <a:pt x="1314869" y="303187"/>
                  </a:lnTo>
                  <a:close/>
                </a:path>
              </a:pathLst>
            </a:custGeom>
            <a:solidFill>
              <a:srgbClr val="FFFFFF">
                <a:alpha val="38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16305682" y="4916645"/>
              <a:ext cx="1570355" cy="405765"/>
            </a:xfrm>
            <a:custGeom>
              <a:avLst/>
              <a:gdLst/>
              <a:ahLst/>
              <a:cxnLst/>
              <a:rect l="l" t="t" r="r" b="b"/>
              <a:pathLst>
                <a:path w="1570355" h="405764">
                  <a:moveTo>
                    <a:pt x="1288923" y="0"/>
                  </a:moveTo>
                  <a:lnTo>
                    <a:pt x="281266" y="0"/>
                  </a:lnTo>
                  <a:lnTo>
                    <a:pt x="281266" y="39370"/>
                  </a:lnTo>
                  <a:lnTo>
                    <a:pt x="1288923" y="39370"/>
                  </a:lnTo>
                  <a:lnTo>
                    <a:pt x="1288923" y="0"/>
                  </a:lnTo>
                  <a:close/>
                </a:path>
                <a:path w="1570355" h="405764">
                  <a:moveTo>
                    <a:pt x="1570189" y="366356"/>
                  </a:moveTo>
                  <a:lnTo>
                    <a:pt x="0" y="366356"/>
                  </a:lnTo>
                  <a:lnTo>
                    <a:pt x="0" y="405726"/>
                  </a:lnTo>
                  <a:lnTo>
                    <a:pt x="1570189" y="405726"/>
                  </a:lnTo>
                  <a:lnTo>
                    <a:pt x="1570189" y="366356"/>
                  </a:lnTo>
                  <a:close/>
                </a:path>
              </a:pathLst>
            </a:custGeom>
            <a:solidFill>
              <a:srgbClr val="ADB0BE">
                <a:alpha val="38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7" name="object 107" descr=""/>
          <p:cNvGrpSpPr/>
          <p:nvPr/>
        </p:nvGrpSpPr>
        <p:grpSpPr>
          <a:xfrm>
            <a:off x="14733815" y="6002976"/>
            <a:ext cx="1598930" cy="2111375"/>
            <a:chOff x="14733815" y="6002976"/>
            <a:chExt cx="1598930" cy="2111375"/>
          </a:xfrm>
        </p:grpSpPr>
        <p:sp>
          <p:nvSpPr>
            <p:cNvPr id="108" name="object 108" descr=""/>
            <p:cNvSpPr/>
            <p:nvPr/>
          </p:nvSpPr>
          <p:spPr>
            <a:xfrm>
              <a:off x="14733815" y="6002976"/>
              <a:ext cx="1347470" cy="2111375"/>
            </a:xfrm>
            <a:custGeom>
              <a:avLst/>
              <a:gdLst/>
              <a:ahLst/>
              <a:cxnLst/>
              <a:rect l="l" t="t" r="r" b="b"/>
              <a:pathLst>
                <a:path w="1347469" h="2111375">
                  <a:moveTo>
                    <a:pt x="1347079" y="0"/>
                  </a:moveTo>
                  <a:lnTo>
                    <a:pt x="844099" y="587887"/>
                  </a:lnTo>
                  <a:lnTo>
                    <a:pt x="0" y="587887"/>
                  </a:lnTo>
                  <a:lnTo>
                    <a:pt x="0" y="2111171"/>
                  </a:lnTo>
                  <a:lnTo>
                    <a:pt x="1347079" y="2111171"/>
                  </a:lnTo>
                  <a:lnTo>
                    <a:pt x="1347079" y="0"/>
                  </a:lnTo>
                  <a:close/>
                </a:path>
              </a:pathLst>
            </a:custGeom>
            <a:solidFill>
              <a:srgbClr val="ADB0BE">
                <a:alpha val="38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16080892" y="6002979"/>
              <a:ext cx="251460" cy="2111375"/>
            </a:xfrm>
            <a:custGeom>
              <a:avLst/>
              <a:gdLst/>
              <a:ahLst/>
              <a:cxnLst/>
              <a:rect l="l" t="t" r="r" b="b"/>
              <a:pathLst>
                <a:path w="251459" h="2111375">
                  <a:moveTo>
                    <a:pt x="251395" y="0"/>
                  </a:moveTo>
                  <a:lnTo>
                    <a:pt x="0" y="0"/>
                  </a:lnTo>
                  <a:lnTo>
                    <a:pt x="0" y="2111171"/>
                  </a:lnTo>
                  <a:lnTo>
                    <a:pt x="251395" y="2111171"/>
                  </a:lnTo>
                  <a:lnTo>
                    <a:pt x="251395" y="0"/>
                  </a:lnTo>
                  <a:close/>
                </a:path>
              </a:pathLst>
            </a:custGeom>
            <a:solidFill>
              <a:srgbClr val="3B4262">
                <a:alpha val="38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14812138" y="6859592"/>
              <a:ext cx="185420" cy="200660"/>
            </a:xfrm>
            <a:custGeom>
              <a:avLst/>
              <a:gdLst/>
              <a:ahLst/>
              <a:cxnLst/>
              <a:rect l="l" t="t" r="r" b="b"/>
              <a:pathLst>
                <a:path w="185419" h="200659">
                  <a:moveTo>
                    <a:pt x="0" y="200486"/>
                  </a:moveTo>
                  <a:lnTo>
                    <a:pt x="185006" y="200486"/>
                  </a:lnTo>
                  <a:lnTo>
                    <a:pt x="185006" y="0"/>
                  </a:lnTo>
                  <a:lnTo>
                    <a:pt x="0" y="0"/>
                  </a:lnTo>
                  <a:lnTo>
                    <a:pt x="0" y="200486"/>
                  </a:lnTo>
                  <a:close/>
                </a:path>
              </a:pathLst>
            </a:custGeom>
            <a:solidFill>
              <a:srgbClr val="0A133B">
                <a:alpha val="38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14818972" y="6859592"/>
              <a:ext cx="178435" cy="200660"/>
            </a:xfrm>
            <a:custGeom>
              <a:avLst/>
              <a:gdLst/>
              <a:ahLst/>
              <a:cxnLst/>
              <a:rect l="l" t="t" r="r" b="b"/>
              <a:pathLst>
                <a:path w="178434" h="200659">
                  <a:moveTo>
                    <a:pt x="178172" y="0"/>
                  </a:moveTo>
                  <a:lnTo>
                    <a:pt x="0" y="0"/>
                  </a:lnTo>
                  <a:lnTo>
                    <a:pt x="0" y="200486"/>
                  </a:lnTo>
                  <a:lnTo>
                    <a:pt x="178172" y="200486"/>
                  </a:lnTo>
                  <a:lnTo>
                    <a:pt x="178172" y="0"/>
                  </a:lnTo>
                  <a:close/>
                </a:path>
              </a:pathLst>
            </a:custGeom>
            <a:solidFill>
              <a:srgbClr val="FFFFFF">
                <a:alpha val="113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14812138" y="7196890"/>
              <a:ext cx="185420" cy="200660"/>
            </a:xfrm>
            <a:custGeom>
              <a:avLst/>
              <a:gdLst/>
              <a:ahLst/>
              <a:cxnLst/>
              <a:rect l="l" t="t" r="r" b="b"/>
              <a:pathLst>
                <a:path w="185419" h="200659">
                  <a:moveTo>
                    <a:pt x="0" y="200486"/>
                  </a:moveTo>
                  <a:lnTo>
                    <a:pt x="185006" y="200486"/>
                  </a:lnTo>
                  <a:lnTo>
                    <a:pt x="185006" y="0"/>
                  </a:lnTo>
                  <a:lnTo>
                    <a:pt x="0" y="0"/>
                  </a:lnTo>
                  <a:lnTo>
                    <a:pt x="0" y="200486"/>
                  </a:lnTo>
                  <a:close/>
                </a:path>
              </a:pathLst>
            </a:custGeom>
            <a:solidFill>
              <a:srgbClr val="0A133B">
                <a:alpha val="38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14818972" y="7196890"/>
              <a:ext cx="178435" cy="200660"/>
            </a:xfrm>
            <a:custGeom>
              <a:avLst/>
              <a:gdLst/>
              <a:ahLst/>
              <a:cxnLst/>
              <a:rect l="l" t="t" r="r" b="b"/>
              <a:pathLst>
                <a:path w="178434" h="200659">
                  <a:moveTo>
                    <a:pt x="178172" y="0"/>
                  </a:moveTo>
                  <a:lnTo>
                    <a:pt x="0" y="0"/>
                  </a:lnTo>
                  <a:lnTo>
                    <a:pt x="0" y="200486"/>
                  </a:lnTo>
                  <a:lnTo>
                    <a:pt x="178172" y="200486"/>
                  </a:lnTo>
                  <a:lnTo>
                    <a:pt x="178172" y="0"/>
                  </a:lnTo>
                  <a:close/>
                </a:path>
              </a:pathLst>
            </a:custGeom>
            <a:solidFill>
              <a:srgbClr val="FFFFFF">
                <a:alpha val="113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14812138" y="7534178"/>
              <a:ext cx="185420" cy="200660"/>
            </a:xfrm>
            <a:custGeom>
              <a:avLst/>
              <a:gdLst/>
              <a:ahLst/>
              <a:cxnLst/>
              <a:rect l="l" t="t" r="r" b="b"/>
              <a:pathLst>
                <a:path w="185419" h="200659">
                  <a:moveTo>
                    <a:pt x="0" y="200486"/>
                  </a:moveTo>
                  <a:lnTo>
                    <a:pt x="185006" y="200486"/>
                  </a:lnTo>
                  <a:lnTo>
                    <a:pt x="185006" y="0"/>
                  </a:lnTo>
                  <a:lnTo>
                    <a:pt x="0" y="0"/>
                  </a:lnTo>
                  <a:lnTo>
                    <a:pt x="0" y="200486"/>
                  </a:lnTo>
                  <a:close/>
                </a:path>
              </a:pathLst>
            </a:custGeom>
            <a:solidFill>
              <a:srgbClr val="0A133B">
                <a:alpha val="38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14818972" y="7534178"/>
              <a:ext cx="178435" cy="200660"/>
            </a:xfrm>
            <a:custGeom>
              <a:avLst/>
              <a:gdLst/>
              <a:ahLst/>
              <a:cxnLst/>
              <a:rect l="l" t="t" r="r" b="b"/>
              <a:pathLst>
                <a:path w="178434" h="200659">
                  <a:moveTo>
                    <a:pt x="178172" y="0"/>
                  </a:moveTo>
                  <a:lnTo>
                    <a:pt x="0" y="0"/>
                  </a:lnTo>
                  <a:lnTo>
                    <a:pt x="0" y="200486"/>
                  </a:lnTo>
                  <a:lnTo>
                    <a:pt x="178172" y="200486"/>
                  </a:lnTo>
                  <a:lnTo>
                    <a:pt x="178172" y="0"/>
                  </a:lnTo>
                  <a:close/>
                </a:path>
              </a:pathLst>
            </a:custGeom>
            <a:solidFill>
              <a:srgbClr val="FFFFFF">
                <a:alpha val="113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14818972" y="7534157"/>
              <a:ext cx="200660" cy="200660"/>
            </a:xfrm>
            <a:custGeom>
              <a:avLst/>
              <a:gdLst/>
              <a:ahLst/>
              <a:cxnLst/>
              <a:rect l="l" t="t" r="r" b="b"/>
              <a:pathLst>
                <a:path w="200659" h="200659">
                  <a:moveTo>
                    <a:pt x="200412" y="0"/>
                  </a:moveTo>
                  <a:lnTo>
                    <a:pt x="0" y="0"/>
                  </a:lnTo>
                  <a:lnTo>
                    <a:pt x="0" y="200412"/>
                  </a:lnTo>
                  <a:lnTo>
                    <a:pt x="200412" y="200412"/>
                  </a:lnTo>
                  <a:lnTo>
                    <a:pt x="200412" y="0"/>
                  </a:lnTo>
                  <a:close/>
                </a:path>
              </a:pathLst>
            </a:custGeom>
            <a:solidFill>
              <a:srgbClr val="FFFFFF">
                <a:alpha val="75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15134596" y="6859592"/>
              <a:ext cx="200660" cy="200660"/>
            </a:xfrm>
            <a:custGeom>
              <a:avLst/>
              <a:gdLst/>
              <a:ahLst/>
              <a:cxnLst/>
              <a:rect l="l" t="t" r="r" b="b"/>
              <a:pathLst>
                <a:path w="200659" h="200659">
                  <a:moveTo>
                    <a:pt x="200486" y="0"/>
                  </a:moveTo>
                  <a:lnTo>
                    <a:pt x="0" y="0"/>
                  </a:lnTo>
                  <a:lnTo>
                    <a:pt x="0" y="200486"/>
                  </a:lnTo>
                  <a:lnTo>
                    <a:pt x="200486" y="200486"/>
                  </a:lnTo>
                  <a:lnTo>
                    <a:pt x="200486" y="0"/>
                  </a:lnTo>
                  <a:close/>
                </a:path>
              </a:pathLst>
            </a:custGeom>
            <a:solidFill>
              <a:srgbClr val="0A133B">
                <a:alpha val="38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15156910" y="6859592"/>
              <a:ext cx="178435" cy="200660"/>
            </a:xfrm>
            <a:custGeom>
              <a:avLst/>
              <a:gdLst/>
              <a:ahLst/>
              <a:cxnLst/>
              <a:rect l="l" t="t" r="r" b="b"/>
              <a:pathLst>
                <a:path w="178434" h="200659">
                  <a:moveTo>
                    <a:pt x="178172" y="0"/>
                  </a:moveTo>
                  <a:lnTo>
                    <a:pt x="0" y="0"/>
                  </a:lnTo>
                  <a:lnTo>
                    <a:pt x="0" y="200486"/>
                  </a:lnTo>
                  <a:lnTo>
                    <a:pt x="178172" y="200486"/>
                  </a:lnTo>
                  <a:lnTo>
                    <a:pt x="178172" y="0"/>
                  </a:lnTo>
                  <a:close/>
                </a:path>
              </a:pathLst>
            </a:custGeom>
            <a:solidFill>
              <a:srgbClr val="FFFFFF">
                <a:alpha val="113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15134596" y="7196890"/>
              <a:ext cx="200660" cy="200660"/>
            </a:xfrm>
            <a:custGeom>
              <a:avLst/>
              <a:gdLst/>
              <a:ahLst/>
              <a:cxnLst/>
              <a:rect l="l" t="t" r="r" b="b"/>
              <a:pathLst>
                <a:path w="200659" h="200659">
                  <a:moveTo>
                    <a:pt x="200486" y="0"/>
                  </a:moveTo>
                  <a:lnTo>
                    <a:pt x="0" y="0"/>
                  </a:lnTo>
                  <a:lnTo>
                    <a:pt x="0" y="200486"/>
                  </a:lnTo>
                  <a:lnTo>
                    <a:pt x="200486" y="200486"/>
                  </a:lnTo>
                  <a:lnTo>
                    <a:pt x="200486" y="0"/>
                  </a:lnTo>
                  <a:close/>
                </a:path>
              </a:pathLst>
            </a:custGeom>
            <a:solidFill>
              <a:srgbClr val="0A133B">
                <a:alpha val="38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15156910" y="7196890"/>
              <a:ext cx="178435" cy="200660"/>
            </a:xfrm>
            <a:custGeom>
              <a:avLst/>
              <a:gdLst/>
              <a:ahLst/>
              <a:cxnLst/>
              <a:rect l="l" t="t" r="r" b="b"/>
              <a:pathLst>
                <a:path w="178434" h="200659">
                  <a:moveTo>
                    <a:pt x="178172" y="0"/>
                  </a:moveTo>
                  <a:lnTo>
                    <a:pt x="0" y="0"/>
                  </a:lnTo>
                  <a:lnTo>
                    <a:pt x="0" y="200486"/>
                  </a:lnTo>
                  <a:lnTo>
                    <a:pt x="178172" y="200486"/>
                  </a:lnTo>
                  <a:lnTo>
                    <a:pt x="178172" y="0"/>
                  </a:lnTo>
                  <a:close/>
                </a:path>
              </a:pathLst>
            </a:custGeom>
            <a:solidFill>
              <a:srgbClr val="FFFFFF">
                <a:alpha val="113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15134596" y="7534178"/>
              <a:ext cx="200660" cy="200660"/>
            </a:xfrm>
            <a:custGeom>
              <a:avLst/>
              <a:gdLst/>
              <a:ahLst/>
              <a:cxnLst/>
              <a:rect l="l" t="t" r="r" b="b"/>
              <a:pathLst>
                <a:path w="200659" h="200659">
                  <a:moveTo>
                    <a:pt x="200486" y="0"/>
                  </a:moveTo>
                  <a:lnTo>
                    <a:pt x="0" y="0"/>
                  </a:lnTo>
                  <a:lnTo>
                    <a:pt x="0" y="200486"/>
                  </a:lnTo>
                  <a:lnTo>
                    <a:pt x="200486" y="200486"/>
                  </a:lnTo>
                  <a:lnTo>
                    <a:pt x="200486" y="0"/>
                  </a:lnTo>
                  <a:close/>
                </a:path>
              </a:pathLst>
            </a:custGeom>
            <a:solidFill>
              <a:srgbClr val="0A133B">
                <a:alpha val="38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15156910" y="7534178"/>
              <a:ext cx="178435" cy="200660"/>
            </a:xfrm>
            <a:custGeom>
              <a:avLst/>
              <a:gdLst/>
              <a:ahLst/>
              <a:cxnLst/>
              <a:rect l="l" t="t" r="r" b="b"/>
              <a:pathLst>
                <a:path w="178434" h="200659">
                  <a:moveTo>
                    <a:pt x="178172" y="0"/>
                  </a:moveTo>
                  <a:lnTo>
                    <a:pt x="0" y="0"/>
                  </a:lnTo>
                  <a:lnTo>
                    <a:pt x="0" y="200486"/>
                  </a:lnTo>
                  <a:lnTo>
                    <a:pt x="178172" y="200486"/>
                  </a:lnTo>
                  <a:lnTo>
                    <a:pt x="178172" y="0"/>
                  </a:lnTo>
                  <a:close/>
                </a:path>
              </a:pathLst>
            </a:custGeom>
            <a:solidFill>
              <a:srgbClr val="FFFFFF">
                <a:alpha val="113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15156920" y="7534157"/>
              <a:ext cx="200660" cy="200660"/>
            </a:xfrm>
            <a:custGeom>
              <a:avLst/>
              <a:gdLst/>
              <a:ahLst/>
              <a:cxnLst/>
              <a:rect l="l" t="t" r="r" b="b"/>
              <a:pathLst>
                <a:path w="200659" h="200659">
                  <a:moveTo>
                    <a:pt x="200412" y="0"/>
                  </a:moveTo>
                  <a:lnTo>
                    <a:pt x="0" y="0"/>
                  </a:lnTo>
                  <a:lnTo>
                    <a:pt x="0" y="200412"/>
                  </a:lnTo>
                  <a:lnTo>
                    <a:pt x="200412" y="200412"/>
                  </a:lnTo>
                  <a:lnTo>
                    <a:pt x="200412" y="0"/>
                  </a:lnTo>
                  <a:close/>
                </a:path>
              </a:pathLst>
            </a:custGeom>
            <a:solidFill>
              <a:srgbClr val="FFFFFF">
                <a:alpha val="75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15472544" y="6859592"/>
              <a:ext cx="200660" cy="200660"/>
            </a:xfrm>
            <a:custGeom>
              <a:avLst/>
              <a:gdLst/>
              <a:ahLst/>
              <a:cxnLst/>
              <a:rect l="l" t="t" r="r" b="b"/>
              <a:pathLst>
                <a:path w="200659" h="200659">
                  <a:moveTo>
                    <a:pt x="200486" y="0"/>
                  </a:moveTo>
                  <a:lnTo>
                    <a:pt x="0" y="0"/>
                  </a:lnTo>
                  <a:lnTo>
                    <a:pt x="0" y="200486"/>
                  </a:lnTo>
                  <a:lnTo>
                    <a:pt x="200486" y="200486"/>
                  </a:lnTo>
                  <a:lnTo>
                    <a:pt x="200486" y="0"/>
                  </a:lnTo>
                  <a:close/>
                </a:path>
              </a:pathLst>
            </a:custGeom>
            <a:solidFill>
              <a:srgbClr val="0A133B">
                <a:alpha val="38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15494858" y="6859592"/>
              <a:ext cx="178435" cy="200660"/>
            </a:xfrm>
            <a:custGeom>
              <a:avLst/>
              <a:gdLst/>
              <a:ahLst/>
              <a:cxnLst/>
              <a:rect l="l" t="t" r="r" b="b"/>
              <a:pathLst>
                <a:path w="178434" h="200659">
                  <a:moveTo>
                    <a:pt x="178172" y="0"/>
                  </a:moveTo>
                  <a:lnTo>
                    <a:pt x="0" y="0"/>
                  </a:lnTo>
                  <a:lnTo>
                    <a:pt x="0" y="200486"/>
                  </a:lnTo>
                  <a:lnTo>
                    <a:pt x="178172" y="200486"/>
                  </a:lnTo>
                  <a:lnTo>
                    <a:pt x="178172" y="0"/>
                  </a:lnTo>
                  <a:close/>
                </a:path>
              </a:pathLst>
            </a:custGeom>
            <a:solidFill>
              <a:srgbClr val="FFFFFF">
                <a:alpha val="113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15472544" y="7196890"/>
              <a:ext cx="200660" cy="200660"/>
            </a:xfrm>
            <a:custGeom>
              <a:avLst/>
              <a:gdLst/>
              <a:ahLst/>
              <a:cxnLst/>
              <a:rect l="l" t="t" r="r" b="b"/>
              <a:pathLst>
                <a:path w="200659" h="200659">
                  <a:moveTo>
                    <a:pt x="200486" y="0"/>
                  </a:moveTo>
                  <a:lnTo>
                    <a:pt x="0" y="0"/>
                  </a:lnTo>
                  <a:lnTo>
                    <a:pt x="0" y="200486"/>
                  </a:lnTo>
                  <a:lnTo>
                    <a:pt x="200486" y="200486"/>
                  </a:lnTo>
                  <a:lnTo>
                    <a:pt x="200486" y="0"/>
                  </a:lnTo>
                  <a:close/>
                </a:path>
              </a:pathLst>
            </a:custGeom>
            <a:solidFill>
              <a:srgbClr val="0A133B">
                <a:alpha val="38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15494858" y="7196890"/>
              <a:ext cx="178435" cy="200660"/>
            </a:xfrm>
            <a:custGeom>
              <a:avLst/>
              <a:gdLst/>
              <a:ahLst/>
              <a:cxnLst/>
              <a:rect l="l" t="t" r="r" b="b"/>
              <a:pathLst>
                <a:path w="178434" h="200659">
                  <a:moveTo>
                    <a:pt x="178172" y="0"/>
                  </a:moveTo>
                  <a:lnTo>
                    <a:pt x="0" y="0"/>
                  </a:lnTo>
                  <a:lnTo>
                    <a:pt x="0" y="200486"/>
                  </a:lnTo>
                  <a:lnTo>
                    <a:pt x="178172" y="200486"/>
                  </a:lnTo>
                  <a:lnTo>
                    <a:pt x="178172" y="0"/>
                  </a:lnTo>
                  <a:close/>
                </a:path>
              </a:pathLst>
            </a:custGeom>
            <a:solidFill>
              <a:srgbClr val="FFFFFF">
                <a:alpha val="113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15472544" y="7534178"/>
              <a:ext cx="200660" cy="200660"/>
            </a:xfrm>
            <a:custGeom>
              <a:avLst/>
              <a:gdLst/>
              <a:ahLst/>
              <a:cxnLst/>
              <a:rect l="l" t="t" r="r" b="b"/>
              <a:pathLst>
                <a:path w="200659" h="200659">
                  <a:moveTo>
                    <a:pt x="200486" y="0"/>
                  </a:moveTo>
                  <a:lnTo>
                    <a:pt x="0" y="0"/>
                  </a:lnTo>
                  <a:lnTo>
                    <a:pt x="0" y="200486"/>
                  </a:lnTo>
                  <a:lnTo>
                    <a:pt x="200486" y="200486"/>
                  </a:lnTo>
                  <a:lnTo>
                    <a:pt x="200486" y="0"/>
                  </a:lnTo>
                  <a:close/>
                </a:path>
              </a:pathLst>
            </a:custGeom>
            <a:solidFill>
              <a:srgbClr val="0A133B">
                <a:alpha val="38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15494858" y="7534178"/>
              <a:ext cx="178435" cy="200660"/>
            </a:xfrm>
            <a:custGeom>
              <a:avLst/>
              <a:gdLst/>
              <a:ahLst/>
              <a:cxnLst/>
              <a:rect l="l" t="t" r="r" b="b"/>
              <a:pathLst>
                <a:path w="178434" h="200659">
                  <a:moveTo>
                    <a:pt x="178172" y="0"/>
                  </a:moveTo>
                  <a:lnTo>
                    <a:pt x="0" y="0"/>
                  </a:lnTo>
                  <a:lnTo>
                    <a:pt x="0" y="200486"/>
                  </a:lnTo>
                  <a:lnTo>
                    <a:pt x="178172" y="200486"/>
                  </a:lnTo>
                  <a:lnTo>
                    <a:pt x="178172" y="0"/>
                  </a:lnTo>
                  <a:close/>
                </a:path>
              </a:pathLst>
            </a:custGeom>
            <a:solidFill>
              <a:srgbClr val="FFFFFF">
                <a:alpha val="113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15494868" y="7534157"/>
              <a:ext cx="200660" cy="200660"/>
            </a:xfrm>
            <a:custGeom>
              <a:avLst/>
              <a:gdLst/>
              <a:ahLst/>
              <a:cxnLst/>
              <a:rect l="l" t="t" r="r" b="b"/>
              <a:pathLst>
                <a:path w="200659" h="200659">
                  <a:moveTo>
                    <a:pt x="200412" y="0"/>
                  </a:moveTo>
                  <a:lnTo>
                    <a:pt x="0" y="0"/>
                  </a:lnTo>
                  <a:lnTo>
                    <a:pt x="0" y="200412"/>
                  </a:lnTo>
                  <a:lnTo>
                    <a:pt x="200412" y="200412"/>
                  </a:lnTo>
                  <a:lnTo>
                    <a:pt x="200412" y="0"/>
                  </a:lnTo>
                  <a:close/>
                </a:path>
              </a:pathLst>
            </a:custGeom>
            <a:solidFill>
              <a:srgbClr val="FFFFFF">
                <a:alpha val="75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15810492" y="6859592"/>
              <a:ext cx="200660" cy="200660"/>
            </a:xfrm>
            <a:custGeom>
              <a:avLst/>
              <a:gdLst/>
              <a:ahLst/>
              <a:cxnLst/>
              <a:rect l="l" t="t" r="r" b="b"/>
              <a:pathLst>
                <a:path w="200659" h="200659">
                  <a:moveTo>
                    <a:pt x="200486" y="0"/>
                  </a:moveTo>
                  <a:lnTo>
                    <a:pt x="0" y="0"/>
                  </a:lnTo>
                  <a:lnTo>
                    <a:pt x="0" y="200486"/>
                  </a:lnTo>
                  <a:lnTo>
                    <a:pt x="200486" y="200486"/>
                  </a:lnTo>
                  <a:lnTo>
                    <a:pt x="200486" y="0"/>
                  </a:lnTo>
                  <a:close/>
                </a:path>
              </a:pathLst>
            </a:custGeom>
            <a:solidFill>
              <a:srgbClr val="0A133B">
                <a:alpha val="38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15832805" y="6859592"/>
              <a:ext cx="178435" cy="200660"/>
            </a:xfrm>
            <a:custGeom>
              <a:avLst/>
              <a:gdLst/>
              <a:ahLst/>
              <a:cxnLst/>
              <a:rect l="l" t="t" r="r" b="b"/>
              <a:pathLst>
                <a:path w="178434" h="200659">
                  <a:moveTo>
                    <a:pt x="178172" y="0"/>
                  </a:moveTo>
                  <a:lnTo>
                    <a:pt x="0" y="0"/>
                  </a:lnTo>
                  <a:lnTo>
                    <a:pt x="0" y="200486"/>
                  </a:lnTo>
                  <a:lnTo>
                    <a:pt x="178172" y="200486"/>
                  </a:lnTo>
                  <a:lnTo>
                    <a:pt x="178172" y="0"/>
                  </a:lnTo>
                  <a:close/>
                </a:path>
              </a:pathLst>
            </a:custGeom>
            <a:solidFill>
              <a:srgbClr val="FFFFFF">
                <a:alpha val="113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15810492" y="7196890"/>
              <a:ext cx="200660" cy="200660"/>
            </a:xfrm>
            <a:custGeom>
              <a:avLst/>
              <a:gdLst/>
              <a:ahLst/>
              <a:cxnLst/>
              <a:rect l="l" t="t" r="r" b="b"/>
              <a:pathLst>
                <a:path w="200659" h="200659">
                  <a:moveTo>
                    <a:pt x="200486" y="0"/>
                  </a:moveTo>
                  <a:lnTo>
                    <a:pt x="0" y="0"/>
                  </a:lnTo>
                  <a:lnTo>
                    <a:pt x="0" y="200486"/>
                  </a:lnTo>
                  <a:lnTo>
                    <a:pt x="200486" y="200486"/>
                  </a:lnTo>
                  <a:lnTo>
                    <a:pt x="200486" y="0"/>
                  </a:lnTo>
                  <a:close/>
                </a:path>
              </a:pathLst>
            </a:custGeom>
            <a:solidFill>
              <a:srgbClr val="0A133B">
                <a:alpha val="38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15832805" y="7196890"/>
              <a:ext cx="178435" cy="200660"/>
            </a:xfrm>
            <a:custGeom>
              <a:avLst/>
              <a:gdLst/>
              <a:ahLst/>
              <a:cxnLst/>
              <a:rect l="l" t="t" r="r" b="b"/>
              <a:pathLst>
                <a:path w="178434" h="200659">
                  <a:moveTo>
                    <a:pt x="178172" y="0"/>
                  </a:moveTo>
                  <a:lnTo>
                    <a:pt x="0" y="0"/>
                  </a:lnTo>
                  <a:lnTo>
                    <a:pt x="0" y="200486"/>
                  </a:lnTo>
                  <a:lnTo>
                    <a:pt x="178172" y="200486"/>
                  </a:lnTo>
                  <a:lnTo>
                    <a:pt x="178172" y="0"/>
                  </a:lnTo>
                  <a:close/>
                </a:path>
              </a:pathLst>
            </a:custGeom>
            <a:solidFill>
              <a:srgbClr val="FFFFFF">
                <a:alpha val="113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15810492" y="7534178"/>
              <a:ext cx="200660" cy="200660"/>
            </a:xfrm>
            <a:custGeom>
              <a:avLst/>
              <a:gdLst/>
              <a:ahLst/>
              <a:cxnLst/>
              <a:rect l="l" t="t" r="r" b="b"/>
              <a:pathLst>
                <a:path w="200659" h="200659">
                  <a:moveTo>
                    <a:pt x="200486" y="0"/>
                  </a:moveTo>
                  <a:lnTo>
                    <a:pt x="0" y="0"/>
                  </a:lnTo>
                  <a:lnTo>
                    <a:pt x="0" y="200486"/>
                  </a:lnTo>
                  <a:lnTo>
                    <a:pt x="200486" y="200486"/>
                  </a:lnTo>
                  <a:lnTo>
                    <a:pt x="200486" y="0"/>
                  </a:lnTo>
                  <a:close/>
                </a:path>
              </a:pathLst>
            </a:custGeom>
            <a:solidFill>
              <a:srgbClr val="0A133B">
                <a:alpha val="38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15832805" y="7534178"/>
              <a:ext cx="178435" cy="200660"/>
            </a:xfrm>
            <a:custGeom>
              <a:avLst/>
              <a:gdLst/>
              <a:ahLst/>
              <a:cxnLst/>
              <a:rect l="l" t="t" r="r" b="b"/>
              <a:pathLst>
                <a:path w="178434" h="200659">
                  <a:moveTo>
                    <a:pt x="178172" y="0"/>
                  </a:moveTo>
                  <a:lnTo>
                    <a:pt x="0" y="0"/>
                  </a:lnTo>
                  <a:lnTo>
                    <a:pt x="0" y="200486"/>
                  </a:lnTo>
                  <a:lnTo>
                    <a:pt x="178172" y="200486"/>
                  </a:lnTo>
                  <a:lnTo>
                    <a:pt x="178172" y="0"/>
                  </a:lnTo>
                  <a:close/>
                </a:path>
              </a:pathLst>
            </a:custGeom>
            <a:solidFill>
              <a:srgbClr val="FFFFFF">
                <a:alpha val="113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15832816" y="7534157"/>
              <a:ext cx="200660" cy="200660"/>
            </a:xfrm>
            <a:custGeom>
              <a:avLst/>
              <a:gdLst/>
              <a:ahLst/>
              <a:cxnLst/>
              <a:rect l="l" t="t" r="r" b="b"/>
              <a:pathLst>
                <a:path w="200659" h="200659">
                  <a:moveTo>
                    <a:pt x="200412" y="0"/>
                  </a:moveTo>
                  <a:lnTo>
                    <a:pt x="0" y="0"/>
                  </a:lnTo>
                  <a:lnTo>
                    <a:pt x="0" y="200412"/>
                  </a:lnTo>
                  <a:lnTo>
                    <a:pt x="200412" y="200412"/>
                  </a:lnTo>
                  <a:lnTo>
                    <a:pt x="200412" y="0"/>
                  </a:lnTo>
                  <a:close/>
                </a:path>
              </a:pathLst>
            </a:custGeom>
            <a:solidFill>
              <a:srgbClr val="FFFFFF">
                <a:alpha val="75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8" name="object 138" descr=""/>
          <p:cNvSpPr/>
          <p:nvPr/>
        </p:nvSpPr>
        <p:spPr>
          <a:xfrm>
            <a:off x="1085872" y="8422554"/>
            <a:ext cx="48260" cy="20320"/>
          </a:xfrm>
          <a:custGeom>
            <a:avLst/>
            <a:gdLst/>
            <a:ahLst/>
            <a:cxnLst/>
            <a:rect l="l" t="t" r="r" b="b"/>
            <a:pathLst>
              <a:path w="48259" h="20320">
                <a:moveTo>
                  <a:pt x="0" y="19711"/>
                </a:moveTo>
                <a:lnTo>
                  <a:pt x="48166" y="19711"/>
                </a:lnTo>
                <a:lnTo>
                  <a:pt x="48166" y="0"/>
                </a:lnTo>
                <a:lnTo>
                  <a:pt x="0" y="0"/>
                </a:lnTo>
                <a:lnTo>
                  <a:pt x="0" y="19711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" name="object 139" descr=""/>
          <p:cNvSpPr/>
          <p:nvPr/>
        </p:nvSpPr>
        <p:spPr>
          <a:xfrm>
            <a:off x="19191918" y="8422554"/>
            <a:ext cx="48260" cy="20320"/>
          </a:xfrm>
          <a:custGeom>
            <a:avLst/>
            <a:gdLst/>
            <a:ahLst/>
            <a:cxnLst/>
            <a:rect l="l" t="t" r="r" b="b"/>
            <a:pathLst>
              <a:path w="48259" h="20320">
                <a:moveTo>
                  <a:pt x="0" y="19711"/>
                </a:moveTo>
                <a:lnTo>
                  <a:pt x="48166" y="19711"/>
                </a:lnTo>
                <a:lnTo>
                  <a:pt x="48166" y="0"/>
                </a:lnTo>
                <a:lnTo>
                  <a:pt x="0" y="0"/>
                </a:lnTo>
                <a:lnTo>
                  <a:pt x="0" y="19711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" name="object 140" descr=""/>
          <p:cNvSpPr/>
          <p:nvPr/>
        </p:nvSpPr>
        <p:spPr>
          <a:xfrm>
            <a:off x="42470" y="8231895"/>
            <a:ext cx="2086610" cy="191135"/>
          </a:xfrm>
          <a:custGeom>
            <a:avLst/>
            <a:gdLst/>
            <a:ahLst/>
            <a:cxnLst/>
            <a:rect l="l" t="t" r="r" b="b"/>
            <a:pathLst>
              <a:path w="2086610" h="191134">
                <a:moveTo>
                  <a:pt x="0" y="190659"/>
                </a:moveTo>
                <a:lnTo>
                  <a:pt x="2086470" y="190659"/>
                </a:lnTo>
                <a:lnTo>
                  <a:pt x="2086470" y="0"/>
                </a:lnTo>
                <a:lnTo>
                  <a:pt x="0" y="0"/>
                </a:lnTo>
                <a:lnTo>
                  <a:pt x="0" y="190659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" name="object 141" descr=""/>
          <p:cNvSpPr/>
          <p:nvPr/>
        </p:nvSpPr>
        <p:spPr>
          <a:xfrm>
            <a:off x="2190362" y="8231895"/>
            <a:ext cx="34925" cy="191135"/>
          </a:xfrm>
          <a:custGeom>
            <a:avLst/>
            <a:gdLst/>
            <a:ahLst/>
            <a:cxnLst/>
            <a:rect l="l" t="t" r="r" b="b"/>
            <a:pathLst>
              <a:path w="34925" h="191134">
                <a:moveTo>
                  <a:pt x="0" y="190659"/>
                </a:moveTo>
                <a:lnTo>
                  <a:pt x="34354" y="190659"/>
                </a:lnTo>
                <a:lnTo>
                  <a:pt x="34354" y="0"/>
                </a:lnTo>
                <a:lnTo>
                  <a:pt x="0" y="0"/>
                </a:lnTo>
                <a:lnTo>
                  <a:pt x="0" y="190659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" name="object 142" descr=""/>
          <p:cNvSpPr/>
          <p:nvPr/>
        </p:nvSpPr>
        <p:spPr>
          <a:xfrm>
            <a:off x="2286139" y="8231895"/>
            <a:ext cx="1278890" cy="191135"/>
          </a:xfrm>
          <a:custGeom>
            <a:avLst/>
            <a:gdLst/>
            <a:ahLst/>
            <a:cxnLst/>
            <a:rect l="l" t="t" r="r" b="b"/>
            <a:pathLst>
              <a:path w="1278889" h="191134">
                <a:moveTo>
                  <a:pt x="0" y="190659"/>
                </a:moveTo>
                <a:lnTo>
                  <a:pt x="1278788" y="190659"/>
                </a:lnTo>
                <a:lnTo>
                  <a:pt x="1278788" y="0"/>
                </a:lnTo>
                <a:lnTo>
                  <a:pt x="0" y="0"/>
                </a:lnTo>
                <a:lnTo>
                  <a:pt x="0" y="190659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" name="object 143" descr=""/>
          <p:cNvSpPr/>
          <p:nvPr/>
        </p:nvSpPr>
        <p:spPr>
          <a:xfrm>
            <a:off x="3626350" y="8231895"/>
            <a:ext cx="27940" cy="191135"/>
          </a:xfrm>
          <a:custGeom>
            <a:avLst/>
            <a:gdLst/>
            <a:ahLst/>
            <a:cxnLst/>
            <a:rect l="l" t="t" r="r" b="b"/>
            <a:pathLst>
              <a:path w="27939" h="191134">
                <a:moveTo>
                  <a:pt x="0" y="190659"/>
                </a:moveTo>
                <a:lnTo>
                  <a:pt x="27580" y="190659"/>
                </a:lnTo>
                <a:lnTo>
                  <a:pt x="27580" y="0"/>
                </a:lnTo>
                <a:lnTo>
                  <a:pt x="0" y="0"/>
                </a:lnTo>
                <a:lnTo>
                  <a:pt x="0" y="190659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" name="object 144" descr=""/>
          <p:cNvSpPr/>
          <p:nvPr/>
        </p:nvSpPr>
        <p:spPr>
          <a:xfrm>
            <a:off x="3715363" y="8231895"/>
            <a:ext cx="1492885" cy="191135"/>
          </a:xfrm>
          <a:custGeom>
            <a:avLst/>
            <a:gdLst/>
            <a:ahLst/>
            <a:cxnLst/>
            <a:rect l="l" t="t" r="r" b="b"/>
            <a:pathLst>
              <a:path w="1492885" h="191134">
                <a:moveTo>
                  <a:pt x="0" y="190659"/>
                </a:moveTo>
                <a:lnTo>
                  <a:pt x="1492624" y="190659"/>
                </a:lnTo>
                <a:lnTo>
                  <a:pt x="1492624" y="0"/>
                </a:lnTo>
                <a:lnTo>
                  <a:pt x="0" y="0"/>
                </a:lnTo>
                <a:lnTo>
                  <a:pt x="0" y="190659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" name="object 145" descr=""/>
          <p:cNvSpPr/>
          <p:nvPr/>
        </p:nvSpPr>
        <p:spPr>
          <a:xfrm>
            <a:off x="14918278" y="8145076"/>
            <a:ext cx="5186045" cy="277495"/>
          </a:xfrm>
          <a:custGeom>
            <a:avLst/>
            <a:gdLst/>
            <a:ahLst/>
            <a:cxnLst/>
            <a:rect l="l" t="t" r="r" b="b"/>
            <a:pathLst>
              <a:path w="5186044" h="277495">
                <a:moveTo>
                  <a:pt x="0" y="277478"/>
                </a:moveTo>
                <a:lnTo>
                  <a:pt x="5185820" y="277478"/>
                </a:lnTo>
                <a:lnTo>
                  <a:pt x="5185820" y="0"/>
                </a:lnTo>
                <a:lnTo>
                  <a:pt x="0" y="0"/>
                </a:lnTo>
                <a:lnTo>
                  <a:pt x="0" y="277478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" name="object 146" descr=""/>
          <p:cNvSpPr/>
          <p:nvPr/>
        </p:nvSpPr>
        <p:spPr>
          <a:xfrm>
            <a:off x="42470" y="8156987"/>
            <a:ext cx="2086610" cy="74930"/>
          </a:xfrm>
          <a:custGeom>
            <a:avLst/>
            <a:gdLst/>
            <a:ahLst/>
            <a:cxnLst/>
            <a:rect l="l" t="t" r="r" b="b"/>
            <a:pathLst>
              <a:path w="2086610" h="74929">
                <a:moveTo>
                  <a:pt x="0" y="74908"/>
                </a:moveTo>
                <a:lnTo>
                  <a:pt x="2086470" y="74908"/>
                </a:lnTo>
                <a:lnTo>
                  <a:pt x="2086470" y="0"/>
                </a:lnTo>
                <a:lnTo>
                  <a:pt x="0" y="0"/>
                </a:lnTo>
                <a:lnTo>
                  <a:pt x="0" y="74908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" name="object 147" descr=""/>
          <p:cNvSpPr/>
          <p:nvPr/>
        </p:nvSpPr>
        <p:spPr>
          <a:xfrm>
            <a:off x="2190362" y="8156987"/>
            <a:ext cx="34925" cy="74930"/>
          </a:xfrm>
          <a:custGeom>
            <a:avLst/>
            <a:gdLst/>
            <a:ahLst/>
            <a:cxnLst/>
            <a:rect l="l" t="t" r="r" b="b"/>
            <a:pathLst>
              <a:path w="34925" h="74929">
                <a:moveTo>
                  <a:pt x="0" y="74908"/>
                </a:moveTo>
                <a:lnTo>
                  <a:pt x="34354" y="74908"/>
                </a:lnTo>
                <a:lnTo>
                  <a:pt x="34354" y="0"/>
                </a:lnTo>
                <a:lnTo>
                  <a:pt x="0" y="0"/>
                </a:lnTo>
                <a:lnTo>
                  <a:pt x="0" y="74908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" name="object 148" descr=""/>
          <p:cNvSpPr/>
          <p:nvPr/>
        </p:nvSpPr>
        <p:spPr>
          <a:xfrm>
            <a:off x="3626350" y="8156987"/>
            <a:ext cx="27940" cy="74930"/>
          </a:xfrm>
          <a:custGeom>
            <a:avLst/>
            <a:gdLst/>
            <a:ahLst/>
            <a:cxnLst/>
            <a:rect l="l" t="t" r="r" b="b"/>
            <a:pathLst>
              <a:path w="27939" h="74929">
                <a:moveTo>
                  <a:pt x="0" y="74908"/>
                </a:moveTo>
                <a:lnTo>
                  <a:pt x="27580" y="74908"/>
                </a:lnTo>
                <a:lnTo>
                  <a:pt x="27580" y="0"/>
                </a:lnTo>
                <a:lnTo>
                  <a:pt x="0" y="0"/>
                </a:lnTo>
                <a:lnTo>
                  <a:pt x="0" y="74908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" name="object 149" descr=""/>
          <p:cNvSpPr/>
          <p:nvPr/>
        </p:nvSpPr>
        <p:spPr>
          <a:xfrm>
            <a:off x="3715363" y="8156987"/>
            <a:ext cx="1492885" cy="74930"/>
          </a:xfrm>
          <a:custGeom>
            <a:avLst/>
            <a:gdLst/>
            <a:ahLst/>
            <a:cxnLst/>
            <a:rect l="l" t="t" r="r" b="b"/>
            <a:pathLst>
              <a:path w="1492885" h="74929">
                <a:moveTo>
                  <a:pt x="0" y="74908"/>
                </a:moveTo>
                <a:lnTo>
                  <a:pt x="1492624" y="74908"/>
                </a:lnTo>
                <a:lnTo>
                  <a:pt x="1492624" y="0"/>
                </a:lnTo>
                <a:lnTo>
                  <a:pt x="0" y="0"/>
                </a:lnTo>
                <a:lnTo>
                  <a:pt x="0" y="74908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" name="object 150" descr=""/>
          <p:cNvSpPr/>
          <p:nvPr/>
        </p:nvSpPr>
        <p:spPr>
          <a:xfrm>
            <a:off x="42470" y="8155489"/>
            <a:ext cx="2086610" cy="1905"/>
          </a:xfrm>
          <a:custGeom>
            <a:avLst/>
            <a:gdLst/>
            <a:ahLst/>
            <a:cxnLst/>
            <a:rect l="l" t="t" r="r" b="b"/>
            <a:pathLst>
              <a:path w="2086610" h="1904">
                <a:moveTo>
                  <a:pt x="0" y="1497"/>
                </a:moveTo>
                <a:lnTo>
                  <a:pt x="2086470" y="1497"/>
                </a:lnTo>
                <a:lnTo>
                  <a:pt x="2086470" y="0"/>
                </a:lnTo>
                <a:lnTo>
                  <a:pt x="0" y="0"/>
                </a:lnTo>
                <a:lnTo>
                  <a:pt x="0" y="1497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" name="object 151" descr=""/>
          <p:cNvSpPr/>
          <p:nvPr/>
        </p:nvSpPr>
        <p:spPr>
          <a:xfrm>
            <a:off x="42470" y="8146097"/>
            <a:ext cx="2086610" cy="9525"/>
          </a:xfrm>
          <a:custGeom>
            <a:avLst/>
            <a:gdLst/>
            <a:ahLst/>
            <a:cxnLst/>
            <a:rect l="l" t="t" r="r" b="b"/>
            <a:pathLst>
              <a:path w="2086610" h="9525">
                <a:moveTo>
                  <a:pt x="0" y="9392"/>
                </a:moveTo>
                <a:lnTo>
                  <a:pt x="2086470" y="9392"/>
                </a:lnTo>
                <a:lnTo>
                  <a:pt x="2086470" y="0"/>
                </a:lnTo>
                <a:lnTo>
                  <a:pt x="0" y="0"/>
                </a:lnTo>
                <a:lnTo>
                  <a:pt x="0" y="9392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2" name="object 152" descr=""/>
          <p:cNvSpPr/>
          <p:nvPr/>
        </p:nvSpPr>
        <p:spPr>
          <a:xfrm>
            <a:off x="42470" y="8145076"/>
            <a:ext cx="2086610" cy="1270"/>
          </a:xfrm>
          <a:custGeom>
            <a:avLst/>
            <a:gdLst/>
            <a:ahLst/>
            <a:cxnLst/>
            <a:rect l="l" t="t" r="r" b="b"/>
            <a:pathLst>
              <a:path w="2086610" h="1270">
                <a:moveTo>
                  <a:pt x="0" y="1020"/>
                </a:moveTo>
                <a:lnTo>
                  <a:pt x="2086470" y="1020"/>
                </a:lnTo>
                <a:lnTo>
                  <a:pt x="2086470" y="0"/>
                </a:lnTo>
                <a:lnTo>
                  <a:pt x="0" y="0"/>
                </a:lnTo>
                <a:lnTo>
                  <a:pt x="0" y="1020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" name="object 153" descr=""/>
          <p:cNvSpPr/>
          <p:nvPr/>
        </p:nvSpPr>
        <p:spPr>
          <a:xfrm>
            <a:off x="3715363" y="8155489"/>
            <a:ext cx="1492885" cy="1905"/>
          </a:xfrm>
          <a:custGeom>
            <a:avLst/>
            <a:gdLst/>
            <a:ahLst/>
            <a:cxnLst/>
            <a:rect l="l" t="t" r="r" b="b"/>
            <a:pathLst>
              <a:path w="1492885" h="1904">
                <a:moveTo>
                  <a:pt x="0" y="1497"/>
                </a:moveTo>
                <a:lnTo>
                  <a:pt x="1492624" y="1497"/>
                </a:lnTo>
                <a:lnTo>
                  <a:pt x="1492624" y="0"/>
                </a:lnTo>
                <a:lnTo>
                  <a:pt x="0" y="0"/>
                </a:lnTo>
                <a:lnTo>
                  <a:pt x="0" y="1497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" name="object 154" descr=""/>
          <p:cNvSpPr/>
          <p:nvPr/>
        </p:nvSpPr>
        <p:spPr>
          <a:xfrm>
            <a:off x="2190362" y="8146097"/>
            <a:ext cx="1463675" cy="9525"/>
          </a:xfrm>
          <a:custGeom>
            <a:avLst/>
            <a:gdLst/>
            <a:ahLst/>
            <a:cxnLst/>
            <a:rect l="l" t="t" r="r" b="b"/>
            <a:pathLst>
              <a:path w="1463675" h="9525">
                <a:moveTo>
                  <a:pt x="0" y="9392"/>
                </a:moveTo>
                <a:lnTo>
                  <a:pt x="1463568" y="9392"/>
                </a:lnTo>
                <a:lnTo>
                  <a:pt x="1463568" y="0"/>
                </a:lnTo>
                <a:lnTo>
                  <a:pt x="0" y="0"/>
                </a:lnTo>
                <a:lnTo>
                  <a:pt x="0" y="9392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" name="object 155" descr=""/>
          <p:cNvSpPr/>
          <p:nvPr/>
        </p:nvSpPr>
        <p:spPr>
          <a:xfrm>
            <a:off x="3715363" y="8146097"/>
            <a:ext cx="1492885" cy="9525"/>
          </a:xfrm>
          <a:custGeom>
            <a:avLst/>
            <a:gdLst/>
            <a:ahLst/>
            <a:cxnLst/>
            <a:rect l="l" t="t" r="r" b="b"/>
            <a:pathLst>
              <a:path w="1492885" h="9525">
                <a:moveTo>
                  <a:pt x="0" y="9392"/>
                </a:moveTo>
                <a:lnTo>
                  <a:pt x="1492624" y="9392"/>
                </a:lnTo>
                <a:lnTo>
                  <a:pt x="1492624" y="0"/>
                </a:lnTo>
                <a:lnTo>
                  <a:pt x="0" y="0"/>
                </a:lnTo>
                <a:lnTo>
                  <a:pt x="0" y="9392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6" name="object 156" descr=""/>
          <p:cNvSpPr/>
          <p:nvPr/>
        </p:nvSpPr>
        <p:spPr>
          <a:xfrm>
            <a:off x="2190362" y="8145076"/>
            <a:ext cx="1463675" cy="1270"/>
          </a:xfrm>
          <a:custGeom>
            <a:avLst/>
            <a:gdLst/>
            <a:ahLst/>
            <a:cxnLst/>
            <a:rect l="l" t="t" r="r" b="b"/>
            <a:pathLst>
              <a:path w="1463675" h="1270">
                <a:moveTo>
                  <a:pt x="0" y="1020"/>
                </a:moveTo>
                <a:lnTo>
                  <a:pt x="1463568" y="1020"/>
                </a:lnTo>
                <a:lnTo>
                  <a:pt x="1463568" y="0"/>
                </a:lnTo>
                <a:lnTo>
                  <a:pt x="0" y="0"/>
                </a:lnTo>
                <a:lnTo>
                  <a:pt x="0" y="1020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" name="object 157" descr=""/>
          <p:cNvSpPr/>
          <p:nvPr/>
        </p:nvSpPr>
        <p:spPr>
          <a:xfrm>
            <a:off x="3715363" y="8145076"/>
            <a:ext cx="1492885" cy="1270"/>
          </a:xfrm>
          <a:custGeom>
            <a:avLst/>
            <a:gdLst/>
            <a:ahLst/>
            <a:cxnLst/>
            <a:rect l="l" t="t" r="r" b="b"/>
            <a:pathLst>
              <a:path w="1492885" h="1270">
                <a:moveTo>
                  <a:pt x="0" y="1020"/>
                </a:moveTo>
                <a:lnTo>
                  <a:pt x="1492624" y="1020"/>
                </a:lnTo>
                <a:lnTo>
                  <a:pt x="1492624" y="0"/>
                </a:lnTo>
                <a:lnTo>
                  <a:pt x="0" y="0"/>
                </a:lnTo>
                <a:lnTo>
                  <a:pt x="0" y="1020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8" name="object 158" descr=""/>
          <p:cNvSpPr/>
          <p:nvPr/>
        </p:nvSpPr>
        <p:spPr>
          <a:xfrm>
            <a:off x="1085872" y="8145081"/>
            <a:ext cx="48260" cy="297180"/>
          </a:xfrm>
          <a:custGeom>
            <a:avLst/>
            <a:gdLst/>
            <a:ahLst/>
            <a:cxnLst/>
            <a:rect l="l" t="t" r="r" b="b"/>
            <a:pathLst>
              <a:path w="48259" h="297179">
                <a:moveTo>
                  <a:pt x="48166" y="0"/>
                </a:moveTo>
                <a:lnTo>
                  <a:pt x="0" y="0"/>
                </a:lnTo>
                <a:lnTo>
                  <a:pt x="0" y="297184"/>
                </a:lnTo>
                <a:lnTo>
                  <a:pt x="48166" y="297184"/>
                </a:lnTo>
                <a:lnTo>
                  <a:pt x="48166" y="0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" name="object 159" descr=""/>
          <p:cNvSpPr/>
          <p:nvPr/>
        </p:nvSpPr>
        <p:spPr>
          <a:xfrm>
            <a:off x="19191918" y="8145081"/>
            <a:ext cx="48260" cy="297180"/>
          </a:xfrm>
          <a:custGeom>
            <a:avLst/>
            <a:gdLst/>
            <a:ahLst/>
            <a:cxnLst/>
            <a:rect l="l" t="t" r="r" b="b"/>
            <a:pathLst>
              <a:path w="48259" h="297179">
                <a:moveTo>
                  <a:pt x="48166" y="0"/>
                </a:moveTo>
                <a:lnTo>
                  <a:pt x="0" y="0"/>
                </a:lnTo>
                <a:lnTo>
                  <a:pt x="0" y="297184"/>
                </a:lnTo>
                <a:lnTo>
                  <a:pt x="48166" y="297184"/>
                </a:lnTo>
                <a:lnTo>
                  <a:pt x="48166" y="0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0" name="object 160" descr=""/>
          <p:cNvSpPr/>
          <p:nvPr/>
        </p:nvSpPr>
        <p:spPr>
          <a:xfrm>
            <a:off x="42469" y="8531645"/>
            <a:ext cx="20062190" cy="128905"/>
          </a:xfrm>
          <a:custGeom>
            <a:avLst/>
            <a:gdLst/>
            <a:ahLst/>
            <a:cxnLst/>
            <a:rect l="l" t="t" r="r" b="b"/>
            <a:pathLst>
              <a:path w="20062190" h="128904">
                <a:moveTo>
                  <a:pt x="20061629" y="0"/>
                </a:moveTo>
                <a:lnTo>
                  <a:pt x="0" y="0"/>
                </a:lnTo>
                <a:lnTo>
                  <a:pt x="0" y="128791"/>
                </a:lnTo>
                <a:lnTo>
                  <a:pt x="20061629" y="128791"/>
                </a:lnTo>
                <a:lnTo>
                  <a:pt x="20061629" y="0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61" name="object 161" descr=""/>
          <p:cNvGrpSpPr/>
          <p:nvPr/>
        </p:nvGrpSpPr>
        <p:grpSpPr>
          <a:xfrm>
            <a:off x="6375732" y="4982518"/>
            <a:ext cx="8544560" cy="3162935"/>
            <a:chOff x="6375732" y="4982518"/>
            <a:chExt cx="8544560" cy="3162935"/>
          </a:xfrm>
        </p:grpSpPr>
        <p:sp>
          <p:nvSpPr>
            <p:cNvPr id="162" name="object 162" descr=""/>
            <p:cNvSpPr/>
            <p:nvPr/>
          </p:nvSpPr>
          <p:spPr>
            <a:xfrm>
              <a:off x="8943706" y="4982518"/>
              <a:ext cx="2214245" cy="820419"/>
            </a:xfrm>
            <a:custGeom>
              <a:avLst/>
              <a:gdLst/>
              <a:ahLst/>
              <a:cxnLst/>
              <a:rect l="l" t="t" r="r" b="b"/>
              <a:pathLst>
                <a:path w="2214245" h="820420">
                  <a:moveTo>
                    <a:pt x="0" y="819891"/>
                  </a:moveTo>
                  <a:lnTo>
                    <a:pt x="2213964" y="819891"/>
                  </a:lnTo>
                  <a:lnTo>
                    <a:pt x="2213964" y="0"/>
                  </a:lnTo>
                  <a:lnTo>
                    <a:pt x="0" y="0"/>
                  </a:lnTo>
                  <a:lnTo>
                    <a:pt x="0" y="819891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6375732" y="5802409"/>
              <a:ext cx="7350125" cy="403860"/>
            </a:xfrm>
            <a:custGeom>
              <a:avLst/>
              <a:gdLst/>
              <a:ahLst/>
              <a:cxnLst/>
              <a:rect l="l" t="t" r="r" b="b"/>
              <a:pathLst>
                <a:path w="7350125" h="403860">
                  <a:moveTo>
                    <a:pt x="7349985" y="0"/>
                  </a:moveTo>
                  <a:lnTo>
                    <a:pt x="0" y="0"/>
                  </a:lnTo>
                  <a:lnTo>
                    <a:pt x="0" y="403359"/>
                  </a:lnTo>
                  <a:lnTo>
                    <a:pt x="7349985" y="403359"/>
                  </a:lnTo>
                  <a:lnTo>
                    <a:pt x="7349985" y="0"/>
                  </a:lnTo>
                  <a:close/>
                </a:path>
              </a:pathLst>
            </a:custGeom>
            <a:solidFill>
              <a:srgbClr val="009E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11497252" y="6205748"/>
              <a:ext cx="1250315" cy="1939925"/>
            </a:xfrm>
            <a:custGeom>
              <a:avLst/>
              <a:gdLst/>
              <a:ahLst/>
              <a:cxnLst/>
              <a:rect l="l" t="t" r="r" b="b"/>
              <a:pathLst>
                <a:path w="1250315" h="1939925">
                  <a:moveTo>
                    <a:pt x="0" y="1939417"/>
                  </a:moveTo>
                  <a:lnTo>
                    <a:pt x="1250286" y="1939417"/>
                  </a:lnTo>
                  <a:lnTo>
                    <a:pt x="1250286" y="0"/>
                  </a:lnTo>
                  <a:lnTo>
                    <a:pt x="0" y="0"/>
                  </a:lnTo>
                  <a:lnTo>
                    <a:pt x="0" y="1939417"/>
                  </a:lnTo>
                  <a:close/>
                </a:path>
              </a:pathLst>
            </a:custGeom>
            <a:solidFill>
              <a:srgbClr val="868A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11511238" y="7143443"/>
              <a:ext cx="561340" cy="1002030"/>
            </a:xfrm>
            <a:custGeom>
              <a:avLst/>
              <a:gdLst/>
              <a:ahLst/>
              <a:cxnLst/>
              <a:rect l="l" t="t" r="r" b="b"/>
              <a:pathLst>
                <a:path w="561340" h="1002029">
                  <a:moveTo>
                    <a:pt x="280441" y="0"/>
                  </a:moveTo>
                  <a:lnTo>
                    <a:pt x="235097" y="3718"/>
                  </a:lnTo>
                  <a:lnTo>
                    <a:pt x="192029" y="14476"/>
                  </a:lnTo>
                  <a:lnTo>
                    <a:pt x="151825" y="31682"/>
                  </a:lnTo>
                  <a:lnTo>
                    <a:pt x="115073" y="54741"/>
                  </a:lnTo>
                  <a:lnTo>
                    <a:pt x="82362" y="83061"/>
                  </a:lnTo>
                  <a:lnTo>
                    <a:pt x="54280" y="116048"/>
                  </a:lnTo>
                  <a:lnTo>
                    <a:pt x="31414" y="153108"/>
                  </a:lnTo>
                  <a:lnTo>
                    <a:pt x="14354" y="193649"/>
                  </a:lnTo>
                  <a:lnTo>
                    <a:pt x="3686" y="237076"/>
                  </a:lnTo>
                  <a:lnTo>
                    <a:pt x="0" y="282797"/>
                  </a:lnTo>
                  <a:lnTo>
                    <a:pt x="0" y="1001718"/>
                  </a:lnTo>
                  <a:lnTo>
                    <a:pt x="555543" y="1001718"/>
                  </a:lnTo>
                  <a:lnTo>
                    <a:pt x="558464" y="1001718"/>
                  </a:lnTo>
                  <a:lnTo>
                    <a:pt x="560778" y="999383"/>
                  </a:lnTo>
                  <a:lnTo>
                    <a:pt x="560778" y="282797"/>
                  </a:lnTo>
                  <a:lnTo>
                    <a:pt x="557092" y="237076"/>
                  </a:lnTo>
                  <a:lnTo>
                    <a:pt x="546425" y="193649"/>
                  </a:lnTo>
                  <a:lnTo>
                    <a:pt x="529366" y="153108"/>
                  </a:lnTo>
                  <a:lnTo>
                    <a:pt x="506505" y="116048"/>
                  </a:lnTo>
                  <a:lnTo>
                    <a:pt x="478429" y="83061"/>
                  </a:lnTo>
                  <a:lnTo>
                    <a:pt x="445727" y="54741"/>
                  </a:lnTo>
                  <a:lnTo>
                    <a:pt x="408989" y="31682"/>
                  </a:lnTo>
                  <a:lnTo>
                    <a:pt x="368803" y="14476"/>
                  </a:lnTo>
                  <a:lnTo>
                    <a:pt x="325757" y="3718"/>
                  </a:lnTo>
                  <a:lnTo>
                    <a:pt x="280441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11633011" y="6205772"/>
              <a:ext cx="964565" cy="57150"/>
            </a:xfrm>
            <a:custGeom>
              <a:avLst/>
              <a:gdLst/>
              <a:ahLst/>
              <a:cxnLst/>
              <a:rect l="l" t="t" r="r" b="b"/>
              <a:pathLst>
                <a:path w="964565" h="57150">
                  <a:moveTo>
                    <a:pt x="964473" y="0"/>
                  </a:moveTo>
                  <a:lnTo>
                    <a:pt x="0" y="0"/>
                  </a:lnTo>
                  <a:lnTo>
                    <a:pt x="0" y="28323"/>
                  </a:lnTo>
                  <a:lnTo>
                    <a:pt x="2215" y="39334"/>
                  </a:lnTo>
                  <a:lnTo>
                    <a:pt x="8243" y="48346"/>
                  </a:lnTo>
                  <a:lnTo>
                    <a:pt x="17157" y="54433"/>
                  </a:lnTo>
                  <a:lnTo>
                    <a:pt x="28030" y="56668"/>
                  </a:lnTo>
                  <a:lnTo>
                    <a:pt x="936390" y="56668"/>
                  </a:lnTo>
                  <a:lnTo>
                    <a:pt x="947302" y="54433"/>
                  </a:lnTo>
                  <a:lnTo>
                    <a:pt x="956231" y="48346"/>
                  </a:lnTo>
                  <a:lnTo>
                    <a:pt x="962260" y="39334"/>
                  </a:lnTo>
                  <a:lnTo>
                    <a:pt x="964473" y="28323"/>
                  </a:lnTo>
                  <a:lnTo>
                    <a:pt x="964473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 descr=""/>
            <p:cNvSpPr/>
            <p:nvPr/>
          </p:nvSpPr>
          <p:spPr>
            <a:xfrm>
              <a:off x="12210898" y="6205759"/>
              <a:ext cx="2466340" cy="1939925"/>
            </a:xfrm>
            <a:custGeom>
              <a:avLst/>
              <a:gdLst/>
              <a:ahLst/>
              <a:cxnLst/>
              <a:rect l="l" t="t" r="r" b="b"/>
              <a:pathLst>
                <a:path w="2466340" h="1939925">
                  <a:moveTo>
                    <a:pt x="2466302" y="0"/>
                  </a:moveTo>
                  <a:lnTo>
                    <a:pt x="536651" y="0"/>
                  </a:lnTo>
                  <a:lnTo>
                    <a:pt x="536651" y="1108075"/>
                  </a:lnTo>
                  <a:lnTo>
                    <a:pt x="529386" y="1090803"/>
                  </a:lnTo>
                  <a:lnTo>
                    <a:pt x="506526" y="1053744"/>
                  </a:lnTo>
                  <a:lnTo>
                    <a:pt x="478447" y="1020749"/>
                  </a:lnTo>
                  <a:lnTo>
                    <a:pt x="445731" y="992428"/>
                  </a:lnTo>
                  <a:lnTo>
                    <a:pt x="408990" y="969378"/>
                  </a:lnTo>
                  <a:lnTo>
                    <a:pt x="368808" y="952169"/>
                  </a:lnTo>
                  <a:lnTo>
                    <a:pt x="325755" y="941412"/>
                  </a:lnTo>
                  <a:lnTo>
                    <a:pt x="280428" y="937691"/>
                  </a:lnTo>
                  <a:lnTo>
                    <a:pt x="235102" y="941412"/>
                  </a:lnTo>
                  <a:lnTo>
                    <a:pt x="192036" y="952169"/>
                  </a:lnTo>
                  <a:lnTo>
                    <a:pt x="151828" y="969378"/>
                  </a:lnTo>
                  <a:lnTo>
                    <a:pt x="115087" y="992428"/>
                  </a:lnTo>
                  <a:lnTo>
                    <a:pt x="82372" y="1020749"/>
                  </a:lnTo>
                  <a:lnTo>
                    <a:pt x="54292" y="1053744"/>
                  </a:lnTo>
                  <a:lnTo>
                    <a:pt x="31419" y="1090803"/>
                  </a:lnTo>
                  <a:lnTo>
                    <a:pt x="14363" y="1131341"/>
                  </a:lnTo>
                  <a:lnTo>
                    <a:pt x="3695" y="1174762"/>
                  </a:lnTo>
                  <a:lnTo>
                    <a:pt x="0" y="1220482"/>
                  </a:lnTo>
                  <a:lnTo>
                    <a:pt x="0" y="1939404"/>
                  </a:lnTo>
                  <a:lnTo>
                    <a:pt x="536651" y="1939404"/>
                  </a:lnTo>
                  <a:lnTo>
                    <a:pt x="2466302" y="1939417"/>
                  </a:lnTo>
                  <a:lnTo>
                    <a:pt x="2466302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12531148" y="5536252"/>
              <a:ext cx="2389505" cy="572135"/>
            </a:xfrm>
            <a:custGeom>
              <a:avLst/>
              <a:gdLst/>
              <a:ahLst/>
              <a:cxnLst/>
              <a:rect l="l" t="t" r="r" b="b"/>
              <a:pathLst>
                <a:path w="2389505" h="572135">
                  <a:moveTo>
                    <a:pt x="1194539" y="0"/>
                  </a:moveTo>
                  <a:lnTo>
                    <a:pt x="0" y="520340"/>
                  </a:lnTo>
                  <a:lnTo>
                    <a:pt x="73" y="571930"/>
                  </a:lnTo>
                  <a:lnTo>
                    <a:pt x="2388932" y="571930"/>
                  </a:lnTo>
                  <a:lnTo>
                    <a:pt x="2389005" y="520266"/>
                  </a:lnTo>
                  <a:lnTo>
                    <a:pt x="1194539" y="0"/>
                  </a:lnTo>
                  <a:close/>
                </a:path>
              </a:pathLst>
            </a:custGeom>
            <a:solidFill>
              <a:srgbClr val="ADB3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12597473" y="5584361"/>
              <a:ext cx="2256790" cy="621665"/>
            </a:xfrm>
            <a:custGeom>
              <a:avLst/>
              <a:gdLst/>
              <a:ahLst/>
              <a:cxnLst/>
              <a:rect l="l" t="t" r="r" b="b"/>
              <a:pathLst>
                <a:path w="2256790" h="621664">
                  <a:moveTo>
                    <a:pt x="2220341" y="475729"/>
                  </a:moveTo>
                  <a:lnTo>
                    <a:pt x="1128217" y="0"/>
                  </a:lnTo>
                  <a:lnTo>
                    <a:pt x="36106" y="475729"/>
                  </a:lnTo>
                  <a:lnTo>
                    <a:pt x="2220341" y="475729"/>
                  </a:lnTo>
                  <a:close/>
                </a:path>
                <a:path w="2256790" h="621664">
                  <a:moveTo>
                    <a:pt x="2256409" y="523824"/>
                  </a:moveTo>
                  <a:lnTo>
                    <a:pt x="0" y="523824"/>
                  </a:lnTo>
                  <a:lnTo>
                    <a:pt x="0" y="621411"/>
                  </a:lnTo>
                  <a:lnTo>
                    <a:pt x="2256409" y="621411"/>
                  </a:lnTo>
                  <a:lnTo>
                    <a:pt x="2256409" y="523824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14553777" y="6205772"/>
              <a:ext cx="300355" cy="56515"/>
            </a:xfrm>
            <a:custGeom>
              <a:avLst/>
              <a:gdLst/>
              <a:ahLst/>
              <a:cxnLst/>
              <a:rect l="l" t="t" r="r" b="b"/>
              <a:pathLst>
                <a:path w="300355" h="56514">
                  <a:moveTo>
                    <a:pt x="300116" y="0"/>
                  </a:moveTo>
                  <a:lnTo>
                    <a:pt x="0" y="0"/>
                  </a:lnTo>
                  <a:lnTo>
                    <a:pt x="0" y="28082"/>
                  </a:lnTo>
                  <a:lnTo>
                    <a:pt x="2187" y="38961"/>
                  </a:lnTo>
                  <a:lnTo>
                    <a:pt x="8147" y="47855"/>
                  </a:lnTo>
                  <a:lnTo>
                    <a:pt x="16976" y="53858"/>
                  </a:lnTo>
                  <a:lnTo>
                    <a:pt x="27768" y="56061"/>
                  </a:lnTo>
                  <a:lnTo>
                    <a:pt x="272368" y="56061"/>
                  </a:lnTo>
                  <a:lnTo>
                    <a:pt x="283118" y="53858"/>
                  </a:lnTo>
                  <a:lnTo>
                    <a:pt x="291943" y="47855"/>
                  </a:lnTo>
                  <a:lnTo>
                    <a:pt x="297918" y="38961"/>
                  </a:lnTo>
                  <a:lnTo>
                    <a:pt x="300116" y="28082"/>
                  </a:lnTo>
                  <a:lnTo>
                    <a:pt x="300116" y="0"/>
                  </a:lnTo>
                  <a:close/>
                </a:path>
              </a:pathLst>
            </a:custGeom>
            <a:solidFill>
              <a:srgbClr val="ADB3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14595548" y="6261830"/>
              <a:ext cx="217170" cy="1670050"/>
            </a:xfrm>
            <a:custGeom>
              <a:avLst/>
              <a:gdLst/>
              <a:ahLst/>
              <a:cxnLst/>
              <a:rect l="l" t="t" r="r" b="b"/>
              <a:pathLst>
                <a:path w="217169" h="1670050">
                  <a:moveTo>
                    <a:pt x="206014" y="0"/>
                  </a:moveTo>
                  <a:lnTo>
                    <a:pt x="10575" y="0"/>
                  </a:lnTo>
                  <a:lnTo>
                    <a:pt x="0" y="1669938"/>
                  </a:lnTo>
                  <a:lnTo>
                    <a:pt x="216590" y="1669938"/>
                  </a:lnTo>
                  <a:lnTo>
                    <a:pt x="206014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12930111" y="6205772"/>
              <a:ext cx="1910714" cy="1939925"/>
            </a:xfrm>
            <a:custGeom>
              <a:avLst/>
              <a:gdLst/>
              <a:ahLst/>
              <a:cxnLst/>
              <a:rect l="l" t="t" r="r" b="b"/>
              <a:pathLst>
                <a:path w="1910715" h="1939925">
                  <a:moveTo>
                    <a:pt x="300113" y="0"/>
                  </a:moveTo>
                  <a:lnTo>
                    <a:pt x="0" y="0"/>
                  </a:lnTo>
                  <a:lnTo>
                    <a:pt x="0" y="28092"/>
                  </a:lnTo>
                  <a:lnTo>
                    <a:pt x="2184" y="38963"/>
                  </a:lnTo>
                  <a:lnTo>
                    <a:pt x="8128" y="47866"/>
                  </a:lnTo>
                  <a:lnTo>
                    <a:pt x="16954" y="53860"/>
                  </a:lnTo>
                  <a:lnTo>
                    <a:pt x="27749" y="56070"/>
                  </a:lnTo>
                  <a:lnTo>
                    <a:pt x="272275" y="56070"/>
                  </a:lnTo>
                  <a:lnTo>
                    <a:pt x="283070" y="53860"/>
                  </a:lnTo>
                  <a:lnTo>
                    <a:pt x="291934" y="47866"/>
                  </a:lnTo>
                  <a:lnTo>
                    <a:pt x="297916" y="38963"/>
                  </a:lnTo>
                  <a:lnTo>
                    <a:pt x="300113" y="28092"/>
                  </a:lnTo>
                  <a:lnTo>
                    <a:pt x="300113" y="0"/>
                  </a:lnTo>
                  <a:close/>
                </a:path>
                <a:path w="1910715" h="1939925">
                  <a:moveTo>
                    <a:pt x="1910638" y="1726018"/>
                  </a:moveTo>
                  <a:lnTo>
                    <a:pt x="1636801" y="1726018"/>
                  </a:lnTo>
                  <a:lnTo>
                    <a:pt x="1636801" y="1939404"/>
                  </a:lnTo>
                  <a:lnTo>
                    <a:pt x="1910638" y="1939404"/>
                  </a:lnTo>
                  <a:lnTo>
                    <a:pt x="1910638" y="1726018"/>
                  </a:lnTo>
                  <a:close/>
                </a:path>
              </a:pathLst>
            </a:custGeom>
            <a:solidFill>
              <a:srgbClr val="ADB3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12971864" y="6261830"/>
              <a:ext cx="216535" cy="1670050"/>
            </a:xfrm>
            <a:custGeom>
              <a:avLst/>
              <a:gdLst/>
              <a:ahLst/>
              <a:cxnLst/>
              <a:rect l="l" t="t" r="r" b="b"/>
              <a:pathLst>
                <a:path w="216534" h="1670050">
                  <a:moveTo>
                    <a:pt x="205941" y="0"/>
                  </a:moveTo>
                  <a:lnTo>
                    <a:pt x="10575" y="0"/>
                  </a:lnTo>
                  <a:lnTo>
                    <a:pt x="0" y="1669938"/>
                  </a:lnTo>
                  <a:lnTo>
                    <a:pt x="216516" y="1669938"/>
                  </a:lnTo>
                  <a:lnTo>
                    <a:pt x="205941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12597473" y="6205772"/>
              <a:ext cx="619760" cy="1939925"/>
            </a:xfrm>
            <a:custGeom>
              <a:avLst/>
              <a:gdLst/>
              <a:ahLst/>
              <a:cxnLst/>
              <a:rect l="l" t="t" r="r" b="b"/>
              <a:pathLst>
                <a:path w="619759" h="1939925">
                  <a:moveTo>
                    <a:pt x="300062" y="0"/>
                  </a:moveTo>
                  <a:lnTo>
                    <a:pt x="0" y="0"/>
                  </a:lnTo>
                  <a:lnTo>
                    <a:pt x="0" y="28092"/>
                  </a:lnTo>
                  <a:lnTo>
                    <a:pt x="2197" y="38963"/>
                  </a:lnTo>
                  <a:lnTo>
                    <a:pt x="8153" y="47866"/>
                  </a:lnTo>
                  <a:lnTo>
                    <a:pt x="16992" y="53860"/>
                  </a:lnTo>
                  <a:lnTo>
                    <a:pt x="27787" y="56070"/>
                  </a:lnTo>
                  <a:lnTo>
                    <a:pt x="272275" y="56070"/>
                  </a:lnTo>
                  <a:lnTo>
                    <a:pt x="283083" y="53860"/>
                  </a:lnTo>
                  <a:lnTo>
                    <a:pt x="291909" y="47866"/>
                  </a:lnTo>
                  <a:lnTo>
                    <a:pt x="297865" y="38963"/>
                  </a:lnTo>
                  <a:lnTo>
                    <a:pt x="300062" y="28092"/>
                  </a:lnTo>
                  <a:lnTo>
                    <a:pt x="300062" y="0"/>
                  </a:lnTo>
                  <a:close/>
                </a:path>
                <a:path w="619759" h="1939925">
                  <a:moveTo>
                    <a:pt x="619620" y="1726018"/>
                  </a:moveTo>
                  <a:lnTo>
                    <a:pt x="345757" y="1726018"/>
                  </a:lnTo>
                  <a:lnTo>
                    <a:pt x="345757" y="1939404"/>
                  </a:lnTo>
                  <a:lnTo>
                    <a:pt x="619620" y="1939404"/>
                  </a:lnTo>
                  <a:lnTo>
                    <a:pt x="619620" y="1726018"/>
                  </a:lnTo>
                  <a:close/>
                </a:path>
              </a:pathLst>
            </a:custGeom>
            <a:solidFill>
              <a:srgbClr val="ADB3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12639269" y="6261830"/>
              <a:ext cx="216535" cy="1670050"/>
            </a:xfrm>
            <a:custGeom>
              <a:avLst/>
              <a:gdLst/>
              <a:ahLst/>
              <a:cxnLst/>
              <a:rect l="l" t="t" r="r" b="b"/>
              <a:pathLst>
                <a:path w="216534" h="1670050">
                  <a:moveTo>
                    <a:pt x="205909" y="0"/>
                  </a:moveTo>
                  <a:lnTo>
                    <a:pt x="10575" y="0"/>
                  </a:lnTo>
                  <a:lnTo>
                    <a:pt x="0" y="1669938"/>
                  </a:lnTo>
                  <a:lnTo>
                    <a:pt x="216485" y="1669938"/>
                  </a:lnTo>
                  <a:lnTo>
                    <a:pt x="205909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12610630" y="6205772"/>
              <a:ext cx="1906270" cy="1939925"/>
            </a:xfrm>
            <a:custGeom>
              <a:avLst/>
              <a:gdLst/>
              <a:ahLst/>
              <a:cxnLst/>
              <a:rect l="l" t="t" r="r" b="b"/>
              <a:pathLst>
                <a:path w="1906269" h="1939925">
                  <a:moveTo>
                    <a:pt x="273824" y="1726018"/>
                  </a:moveTo>
                  <a:lnTo>
                    <a:pt x="0" y="1726018"/>
                  </a:lnTo>
                  <a:lnTo>
                    <a:pt x="0" y="1939404"/>
                  </a:lnTo>
                  <a:lnTo>
                    <a:pt x="273824" y="1939404"/>
                  </a:lnTo>
                  <a:lnTo>
                    <a:pt x="273824" y="1726018"/>
                  </a:lnTo>
                  <a:close/>
                </a:path>
                <a:path w="1906269" h="1939925">
                  <a:moveTo>
                    <a:pt x="1906270" y="0"/>
                  </a:moveTo>
                  <a:lnTo>
                    <a:pt x="1606156" y="0"/>
                  </a:lnTo>
                  <a:lnTo>
                    <a:pt x="1606156" y="28092"/>
                  </a:lnTo>
                  <a:lnTo>
                    <a:pt x="1608340" y="38963"/>
                  </a:lnTo>
                  <a:lnTo>
                    <a:pt x="1614297" y="47866"/>
                  </a:lnTo>
                  <a:lnTo>
                    <a:pt x="1623136" y="53860"/>
                  </a:lnTo>
                  <a:lnTo>
                    <a:pt x="1633931" y="56070"/>
                  </a:lnTo>
                  <a:lnTo>
                    <a:pt x="1878431" y="56070"/>
                  </a:lnTo>
                  <a:lnTo>
                    <a:pt x="1889239" y="53860"/>
                  </a:lnTo>
                  <a:lnTo>
                    <a:pt x="1898091" y="47866"/>
                  </a:lnTo>
                  <a:lnTo>
                    <a:pt x="1904072" y="38963"/>
                  </a:lnTo>
                  <a:lnTo>
                    <a:pt x="1906270" y="28092"/>
                  </a:lnTo>
                  <a:lnTo>
                    <a:pt x="1906270" y="0"/>
                  </a:lnTo>
                  <a:close/>
                </a:path>
              </a:pathLst>
            </a:custGeom>
            <a:solidFill>
              <a:srgbClr val="ADB3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14258564" y="6261830"/>
              <a:ext cx="217170" cy="1670050"/>
            </a:xfrm>
            <a:custGeom>
              <a:avLst/>
              <a:gdLst/>
              <a:ahLst/>
              <a:cxnLst/>
              <a:rect l="l" t="t" r="r" b="b"/>
              <a:pathLst>
                <a:path w="217169" h="1670050">
                  <a:moveTo>
                    <a:pt x="205920" y="0"/>
                  </a:moveTo>
                  <a:lnTo>
                    <a:pt x="10554" y="0"/>
                  </a:lnTo>
                  <a:lnTo>
                    <a:pt x="0" y="1669938"/>
                  </a:lnTo>
                  <a:lnTo>
                    <a:pt x="216590" y="1669938"/>
                  </a:lnTo>
                  <a:lnTo>
                    <a:pt x="205920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14229943" y="7931779"/>
              <a:ext cx="274320" cy="213995"/>
            </a:xfrm>
            <a:custGeom>
              <a:avLst/>
              <a:gdLst/>
              <a:ahLst/>
              <a:cxnLst/>
              <a:rect l="l" t="t" r="r" b="b"/>
              <a:pathLst>
                <a:path w="274319" h="213995">
                  <a:moveTo>
                    <a:pt x="273803" y="0"/>
                  </a:moveTo>
                  <a:lnTo>
                    <a:pt x="0" y="0"/>
                  </a:lnTo>
                  <a:lnTo>
                    <a:pt x="0" y="213386"/>
                  </a:lnTo>
                  <a:lnTo>
                    <a:pt x="273803" y="213386"/>
                  </a:lnTo>
                  <a:lnTo>
                    <a:pt x="273803" y="0"/>
                  </a:lnTo>
                  <a:close/>
                </a:path>
              </a:pathLst>
            </a:custGeom>
            <a:solidFill>
              <a:srgbClr val="ADB3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13513593" y="6328754"/>
              <a:ext cx="397510" cy="708025"/>
            </a:xfrm>
            <a:custGeom>
              <a:avLst/>
              <a:gdLst/>
              <a:ahLst/>
              <a:cxnLst/>
              <a:rect l="l" t="t" r="r" b="b"/>
              <a:pathLst>
                <a:path w="397509" h="708025">
                  <a:moveTo>
                    <a:pt x="198789" y="0"/>
                  </a:moveTo>
                  <a:lnTo>
                    <a:pt x="153351" y="5314"/>
                  </a:lnTo>
                  <a:lnTo>
                    <a:pt x="111564" y="20440"/>
                  </a:lnTo>
                  <a:lnTo>
                    <a:pt x="74646" y="44152"/>
                  </a:lnTo>
                  <a:lnTo>
                    <a:pt x="43814" y="75227"/>
                  </a:lnTo>
                  <a:lnTo>
                    <a:pt x="20284" y="112438"/>
                  </a:lnTo>
                  <a:lnTo>
                    <a:pt x="5273" y="154561"/>
                  </a:lnTo>
                  <a:lnTo>
                    <a:pt x="0" y="200370"/>
                  </a:lnTo>
                  <a:lnTo>
                    <a:pt x="0" y="707915"/>
                  </a:lnTo>
                  <a:lnTo>
                    <a:pt x="397495" y="707915"/>
                  </a:lnTo>
                  <a:lnTo>
                    <a:pt x="397495" y="200370"/>
                  </a:lnTo>
                  <a:lnTo>
                    <a:pt x="392225" y="154561"/>
                  </a:lnTo>
                  <a:lnTo>
                    <a:pt x="377224" y="112438"/>
                  </a:lnTo>
                  <a:lnTo>
                    <a:pt x="353708" y="75227"/>
                  </a:lnTo>
                  <a:lnTo>
                    <a:pt x="322891" y="44152"/>
                  </a:lnTo>
                  <a:lnTo>
                    <a:pt x="285989" y="20440"/>
                  </a:lnTo>
                  <a:lnTo>
                    <a:pt x="244217" y="5314"/>
                  </a:lnTo>
                  <a:lnTo>
                    <a:pt x="198789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13553034" y="6369381"/>
              <a:ext cx="318770" cy="633730"/>
            </a:xfrm>
            <a:custGeom>
              <a:avLst/>
              <a:gdLst/>
              <a:ahLst/>
              <a:cxnLst/>
              <a:rect l="l" t="t" r="r" b="b"/>
              <a:pathLst>
                <a:path w="318769" h="633729">
                  <a:moveTo>
                    <a:pt x="159345" y="0"/>
                  </a:moveTo>
                  <a:lnTo>
                    <a:pt x="109107" y="8225"/>
                  </a:lnTo>
                  <a:lnTo>
                    <a:pt x="65381" y="31105"/>
                  </a:lnTo>
                  <a:lnTo>
                    <a:pt x="30840" y="65942"/>
                  </a:lnTo>
                  <a:lnTo>
                    <a:pt x="8155" y="110041"/>
                  </a:lnTo>
                  <a:lnTo>
                    <a:pt x="0" y="160707"/>
                  </a:lnTo>
                  <a:lnTo>
                    <a:pt x="0" y="633383"/>
                  </a:lnTo>
                  <a:lnTo>
                    <a:pt x="318608" y="633383"/>
                  </a:lnTo>
                  <a:lnTo>
                    <a:pt x="318608" y="160707"/>
                  </a:lnTo>
                  <a:lnTo>
                    <a:pt x="310451" y="110041"/>
                  </a:lnTo>
                  <a:lnTo>
                    <a:pt x="287767" y="65942"/>
                  </a:lnTo>
                  <a:lnTo>
                    <a:pt x="253235" y="31105"/>
                  </a:lnTo>
                  <a:lnTo>
                    <a:pt x="209535" y="8225"/>
                  </a:lnTo>
                  <a:lnTo>
                    <a:pt x="159345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13513588" y="6517506"/>
              <a:ext cx="397510" cy="1478280"/>
            </a:xfrm>
            <a:custGeom>
              <a:avLst/>
              <a:gdLst/>
              <a:ahLst/>
              <a:cxnLst/>
              <a:rect l="l" t="t" r="r" b="b"/>
              <a:pathLst>
                <a:path w="397509" h="1478279">
                  <a:moveTo>
                    <a:pt x="378320" y="0"/>
                  </a:moveTo>
                  <a:lnTo>
                    <a:pt x="19151" y="0"/>
                  </a:lnTo>
                  <a:lnTo>
                    <a:pt x="19151" y="25831"/>
                  </a:lnTo>
                  <a:lnTo>
                    <a:pt x="186486" y="25831"/>
                  </a:lnTo>
                  <a:lnTo>
                    <a:pt x="186486" y="485254"/>
                  </a:lnTo>
                  <a:lnTo>
                    <a:pt x="210972" y="485254"/>
                  </a:lnTo>
                  <a:lnTo>
                    <a:pt x="210972" y="25831"/>
                  </a:lnTo>
                  <a:lnTo>
                    <a:pt x="378320" y="25831"/>
                  </a:lnTo>
                  <a:lnTo>
                    <a:pt x="378320" y="0"/>
                  </a:lnTo>
                  <a:close/>
                </a:path>
                <a:path w="397509" h="1478279">
                  <a:moveTo>
                    <a:pt x="397497" y="970457"/>
                  </a:moveTo>
                  <a:lnTo>
                    <a:pt x="392226" y="924636"/>
                  </a:lnTo>
                  <a:lnTo>
                    <a:pt x="377228" y="882510"/>
                  </a:lnTo>
                  <a:lnTo>
                    <a:pt x="353707" y="845299"/>
                  </a:lnTo>
                  <a:lnTo>
                    <a:pt x="322897" y="814222"/>
                  </a:lnTo>
                  <a:lnTo>
                    <a:pt x="285991" y="790511"/>
                  </a:lnTo>
                  <a:lnTo>
                    <a:pt x="244221" y="775398"/>
                  </a:lnTo>
                  <a:lnTo>
                    <a:pt x="198793" y="770077"/>
                  </a:lnTo>
                  <a:lnTo>
                    <a:pt x="153352" y="775398"/>
                  </a:lnTo>
                  <a:lnTo>
                    <a:pt x="111569" y="790511"/>
                  </a:lnTo>
                  <a:lnTo>
                    <a:pt x="74650" y="814222"/>
                  </a:lnTo>
                  <a:lnTo>
                    <a:pt x="43815" y="845299"/>
                  </a:lnTo>
                  <a:lnTo>
                    <a:pt x="20281" y="882510"/>
                  </a:lnTo>
                  <a:lnTo>
                    <a:pt x="5270" y="924636"/>
                  </a:lnTo>
                  <a:lnTo>
                    <a:pt x="0" y="970457"/>
                  </a:lnTo>
                  <a:lnTo>
                    <a:pt x="0" y="1477975"/>
                  </a:lnTo>
                  <a:lnTo>
                    <a:pt x="397497" y="1477975"/>
                  </a:lnTo>
                  <a:lnTo>
                    <a:pt x="397497" y="970457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13553034" y="7328212"/>
              <a:ext cx="318770" cy="633730"/>
            </a:xfrm>
            <a:custGeom>
              <a:avLst/>
              <a:gdLst/>
              <a:ahLst/>
              <a:cxnLst/>
              <a:rect l="l" t="t" r="r" b="b"/>
              <a:pathLst>
                <a:path w="318769" h="633729">
                  <a:moveTo>
                    <a:pt x="159345" y="0"/>
                  </a:moveTo>
                  <a:lnTo>
                    <a:pt x="109107" y="8224"/>
                  </a:lnTo>
                  <a:lnTo>
                    <a:pt x="65381" y="31101"/>
                  </a:lnTo>
                  <a:lnTo>
                    <a:pt x="30840" y="65935"/>
                  </a:lnTo>
                  <a:lnTo>
                    <a:pt x="8155" y="110032"/>
                  </a:lnTo>
                  <a:lnTo>
                    <a:pt x="0" y="160696"/>
                  </a:lnTo>
                  <a:lnTo>
                    <a:pt x="0" y="633383"/>
                  </a:lnTo>
                  <a:lnTo>
                    <a:pt x="318608" y="633383"/>
                  </a:lnTo>
                  <a:lnTo>
                    <a:pt x="318608" y="160696"/>
                  </a:lnTo>
                  <a:lnTo>
                    <a:pt x="310451" y="110032"/>
                  </a:lnTo>
                  <a:lnTo>
                    <a:pt x="287767" y="65935"/>
                  </a:lnTo>
                  <a:lnTo>
                    <a:pt x="253235" y="31101"/>
                  </a:lnTo>
                  <a:lnTo>
                    <a:pt x="209535" y="8224"/>
                  </a:lnTo>
                  <a:lnTo>
                    <a:pt x="159345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 descr=""/>
            <p:cNvSpPr/>
            <p:nvPr/>
          </p:nvSpPr>
          <p:spPr>
            <a:xfrm>
              <a:off x="13532739" y="7476330"/>
              <a:ext cx="359410" cy="485775"/>
            </a:xfrm>
            <a:custGeom>
              <a:avLst/>
              <a:gdLst/>
              <a:ahLst/>
              <a:cxnLst/>
              <a:rect l="l" t="t" r="r" b="b"/>
              <a:pathLst>
                <a:path w="359409" h="485775">
                  <a:moveTo>
                    <a:pt x="359168" y="0"/>
                  </a:moveTo>
                  <a:lnTo>
                    <a:pt x="0" y="0"/>
                  </a:lnTo>
                  <a:lnTo>
                    <a:pt x="0" y="25819"/>
                  </a:lnTo>
                  <a:lnTo>
                    <a:pt x="167335" y="25819"/>
                  </a:lnTo>
                  <a:lnTo>
                    <a:pt x="167335" y="485279"/>
                  </a:lnTo>
                  <a:lnTo>
                    <a:pt x="191820" y="485279"/>
                  </a:lnTo>
                  <a:lnTo>
                    <a:pt x="191820" y="25819"/>
                  </a:lnTo>
                  <a:lnTo>
                    <a:pt x="359168" y="25819"/>
                  </a:lnTo>
                  <a:lnTo>
                    <a:pt x="359168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7353880" y="6205748"/>
              <a:ext cx="1264920" cy="1939925"/>
            </a:xfrm>
            <a:custGeom>
              <a:avLst/>
              <a:gdLst/>
              <a:ahLst/>
              <a:cxnLst/>
              <a:rect l="l" t="t" r="r" b="b"/>
              <a:pathLst>
                <a:path w="1264920" h="1939925">
                  <a:moveTo>
                    <a:pt x="1264610" y="0"/>
                  </a:moveTo>
                  <a:lnTo>
                    <a:pt x="0" y="0"/>
                  </a:lnTo>
                  <a:lnTo>
                    <a:pt x="0" y="1939417"/>
                  </a:lnTo>
                  <a:lnTo>
                    <a:pt x="1264610" y="1939417"/>
                  </a:lnTo>
                  <a:lnTo>
                    <a:pt x="1264610" y="0"/>
                  </a:lnTo>
                  <a:close/>
                </a:path>
              </a:pathLst>
            </a:custGeom>
            <a:solidFill>
              <a:srgbClr val="868A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8029397" y="6205759"/>
              <a:ext cx="3468370" cy="1939925"/>
            </a:xfrm>
            <a:custGeom>
              <a:avLst/>
              <a:gdLst/>
              <a:ahLst/>
              <a:cxnLst/>
              <a:rect l="l" t="t" r="r" b="b"/>
              <a:pathLst>
                <a:path w="3468370" h="1939925">
                  <a:moveTo>
                    <a:pt x="560806" y="1220482"/>
                  </a:moveTo>
                  <a:lnTo>
                    <a:pt x="557123" y="1174762"/>
                  </a:lnTo>
                  <a:lnTo>
                    <a:pt x="546442" y="1131341"/>
                  </a:lnTo>
                  <a:lnTo>
                    <a:pt x="529386" y="1090803"/>
                  </a:lnTo>
                  <a:lnTo>
                    <a:pt x="506514" y="1053744"/>
                  </a:lnTo>
                  <a:lnTo>
                    <a:pt x="478434" y="1020749"/>
                  </a:lnTo>
                  <a:lnTo>
                    <a:pt x="445719" y="992428"/>
                  </a:lnTo>
                  <a:lnTo>
                    <a:pt x="408965" y="969378"/>
                  </a:lnTo>
                  <a:lnTo>
                    <a:pt x="368769" y="952169"/>
                  </a:lnTo>
                  <a:lnTo>
                    <a:pt x="325704" y="941412"/>
                  </a:lnTo>
                  <a:lnTo>
                    <a:pt x="280365" y="937691"/>
                  </a:lnTo>
                  <a:lnTo>
                    <a:pt x="235051" y="941412"/>
                  </a:lnTo>
                  <a:lnTo>
                    <a:pt x="191998" y="952169"/>
                  </a:lnTo>
                  <a:lnTo>
                    <a:pt x="151815" y="969378"/>
                  </a:lnTo>
                  <a:lnTo>
                    <a:pt x="115062" y="992428"/>
                  </a:lnTo>
                  <a:lnTo>
                    <a:pt x="82359" y="1020749"/>
                  </a:lnTo>
                  <a:lnTo>
                    <a:pt x="54279" y="1053744"/>
                  </a:lnTo>
                  <a:lnTo>
                    <a:pt x="31419" y="1090803"/>
                  </a:lnTo>
                  <a:lnTo>
                    <a:pt x="14351" y="1131341"/>
                  </a:lnTo>
                  <a:lnTo>
                    <a:pt x="3683" y="1174762"/>
                  </a:lnTo>
                  <a:lnTo>
                    <a:pt x="0" y="1220482"/>
                  </a:lnTo>
                  <a:lnTo>
                    <a:pt x="0" y="1937067"/>
                  </a:lnTo>
                  <a:lnTo>
                    <a:pt x="2336" y="1939404"/>
                  </a:lnTo>
                  <a:lnTo>
                    <a:pt x="5245" y="1939404"/>
                  </a:lnTo>
                  <a:lnTo>
                    <a:pt x="560806" y="1939404"/>
                  </a:lnTo>
                  <a:lnTo>
                    <a:pt x="560806" y="1220482"/>
                  </a:lnTo>
                  <a:close/>
                </a:path>
                <a:path w="3468370" h="1939925">
                  <a:moveTo>
                    <a:pt x="3467849" y="0"/>
                  </a:moveTo>
                  <a:lnTo>
                    <a:pt x="589089" y="0"/>
                  </a:lnTo>
                  <a:lnTo>
                    <a:pt x="589089" y="1939417"/>
                  </a:lnTo>
                  <a:lnTo>
                    <a:pt x="3467849" y="1939417"/>
                  </a:lnTo>
                  <a:lnTo>
                    <a:pt x="3467849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 descr=""/>
            <p:cNvSpPr/>
            <p:nvPr/>
          </p:nvSpPr>
          <p:spPr>
            <a:xfrm>
              <a:off x="8468422" y="6068851"/>
              <a:ext cx="3164840" cy="137160"/>
            </a:xfrm>
            <a:custGeom>
              <a:avLst/>
              <a:gdLst/>
              <a:ahLst/>
              <a:cxnLst/>
              <a:rect l="l" t="t" r="r" b="b"/>
              <a:pathLst>
                <a:path w="3164840" h="137160">
                  <a:moveTo>
                    <a:pt x="3164563" y="0"/>
                  </a:moveTo>
                  <a:lnTo>
                    <a:pt x="0" y="0"/>
                  </a:lnTo>
                  <a:lnTo>
                    <a:pt x="0" y="136917"/>
                  </a:lnTo>
                  <a:lnTo>
                    <a:pt x="3164563" y="136917"/>
                  </a:lnTo>
                  <a:lnTo>
                    <a:pt x="3164563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 descr=""/>
            <p:cNvSpPr/>
            <p:nvPr/>
          </p:nvSpPr>
          <p:spPr>
            <a:xfrm>
              <a:off x="8468421" y="6205772"/>
              <a:ext cx="300355" cy="56515"/>
            </a:xfrm>
            <a:custGeom>
              <a:avLst/>
              <a:gdLst/>
              <a:ahLst/>
              <a:cxnLst/>
              <a:rect l="l" t="t" r="r" b="b"/>
              <a:pathLst>
                <a:path w="300354" h="56514">
                  <a:moveTo>
                    <a:pt x="300116" y="0"/>
                  </a:moveTo>
                  <a:lnTo>
                    <a:pt x="0" y="0"/>
                  </a:lnTo>
                  <a:lnTo>
                    <a:pt x="0" y="28082"/>
                  </a:lnTo>
                  <a:lnTo>
                    <a:pt x="2197" y="38961"/>
                  </a:lnTo>
                  <a:lnTo>
                    <a:pt x="8175" y="47855"/>
                  </a:lnTo>
                  <a:lnTo>
                    <a:pt x="17007" y="53858"/>
                  </a:lnTo>
                  <a:lnTo>
                    <a:pt x="27768" y="56061"/>
                  </a:lnTo>
                  <a:lnTo>
                    <a:pt x="272368" y="56061"/>
                  </a:lnTo>
                  <a:lnTo>
                    <a:pt x="283158" y="53858"/>
                  </a:lnTo>
                  <a:lnTo>
                    <a:pt x="291979" y="47855"/>
                  </a:lnTo>
                  <a:lnTo>
                    <a:pt x="297932" y="38961"/>
                  </a:lnTo>
                  <a:lnTo>
                    <a:pt x="300116" y="28082"/>
                  </a:lnTo>
                  <a:lnTo>
                    <a:pt x="300116" y="0"/>
                  </a:lnTo>
                  <a:close/>
                </a:path>
              </a:pathLst>
            </a:custGeom>
            <a:solidFill>
              <a:srgbClr val="ADB3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 descr=""/>
            <p:cNvSpPr/>
            <p:nvPr/>
          </p:nvSpPr>
          <p:spPr>
            <a:xfrm>
              <a:off x="8510194" y="6261830"/>
              <a:ext cx="217170" cy="1670050"/>
            </a:xfrm>
            <a:custGeom>
              <a:avLst/>
              <a:gdLst/>
              <a:ahLst/>
              <a:cxnLst/>
              <a:rect l="l" t="t" r="r" b="b"/>
              <a:pathLst>
                <a:path w="217170" h="1670050">
                  <a:moveTo>
                    <a:pt x="206014" y="0"/>
                  </a:moveTo>
                  <a:lnTo>
                    <a:pt x="10575" y="0"/>
                  </a:lnTo>
                  <a:lnTo>
                    <a:pt x="0" y="1669938"/>
                  </a:lnTo>
                  <a:lnTo>
                    <a:pt x="216590" y="1669938"/>
                  </a:lnTo>
                  <a:lnTo>
                    <a:pt x="206014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 descr=""/>
            <p:cNvSpPr/>
            <p:nvPr/>
          </p:nvSpPr>
          <p:spPr>
            <a:xfrm>
              <a:off x="8481568" y="6205772"/>
              <a:ext cx="3151505" cy="1939925"/>
            </a:xfrm>
            <a:custGeom>
              <a:avLst/>
              <a:gdLst/>
              <a:ahLst/>
              <a:cxnLst/>
              <a:rect l="l" t="t" r="r" b="b"/>
              <a:pathLst>
                <a:path w="3151504" h="1939925">
                  <a:moveTo>
                    <a:pt x="273812" y="1726018"/>
                  </a:moveTo>
                  <a:lnTo>
                    <a:pt x="0" y="1726018"/>
                  </a:lnTo>
                  <a:lnTo>
                    <a:pt x="0" y="1939404"/>
                  </a:lnTo>
                  <a:lnTo>
                    <a:pt x="273812" y="1939404"/>
                  </a:lnTo>
                  <a:lnTo>
                    <a:pt x="273812" y="1726018"/>
                  </a:lnTo>
                  <a:close/>
                </a:path>
                <a:path w="3151504" h="1939925">
                  <a:moveTo>
                    <a:pt x="3151428" y="0"/>
                  </a:moveTo>
                  <a:lnTo>
                    <a:pt x="2851315" y="0"/>
                  </a:lnTo>
                  <a:lnTo>
                    <a:pt x="2851315" y="28092"/>
                  </a:lnTo>
                  <a:lnTo>
                    <a:pt x="2853499" y="38963"/>
                  </a:lnTo>
                  <a:lnTo>
                    <a:pt x="2859455" y="47866"/>
                  </a:lnTo>
                  <a:lnTo>
                    <a:pt x="2868282" y="53860"/>
                  </a:lnTo>
                  <a:lnTo>
                    <a:pt x="2879077" y="56070"/>
                  </a:lnTo>
                  <a:lnTo>
                    <a:pt x="3123679" y="56070"/>
                  </a:lnTo>
                  <a:lnTo>
                    <a:pt x="3134423" y="53860"/>
                  </a:lnTo>
                  <a:lnTo>
                    <a:pt x="3143250" y="47866"/>
                  </a:lnTo>
                  <a:lnTo>
                    <a:pt x="3149231" y="38963"/>
                  </a:lnTo>
                  <a:lnTo>
                    <a:pt x="3151428" y="28092"/>
                  </a:lnTo>
                  <a:lnTo>
                    <a:pt x="3151428" y="0"/>
                  </a:lnTo>
                  <a:close/>
                </a:path>
              </a:pathLst>
            </a:custGeom>
            <a:solidFill>
              <a:srgbClr val="ADB3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 descr=""/>
            <p:cNvSpPr/>
            <p:nvPr/>
          </p:nvSpPr>
          <p:spPr>
            <a:xfrm>
              <a:off x="11374658" y="6261830"/>
              <a:ext cx="217170" cy="1670050"/>
            </a:xfrm>
            <a:custGeom>
              <a:avLst/>
              <a:gdLst/>
              <a:ahLst/>
              <a:cxnLst/>
              <a:rect l="l" t="t" r="r" b="b"/>
              <a:pathLst>
                <a:path w="217170" h="1670050">
                  <a:moveTo>
                    <a:pt x="206014" y="0"/>
                  </a:moveTo>
                  <a:lnTo>
                    <a:pt x="10575" y="0"/>
                  </a:lnTo>
                  <a:lnTo>
                    <a:pt x="0" y="1669938"/>
                  </a:lnTo>
                  <a:lnTo>
                    <a:pt x="216590" y="1669938"/>
                  </a:lnTo>
                  <a:lnTo>
                    <a:pt x="206014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 descr=""/>
            <p:cNvSpPr/>
            <p:nvPr/>
          </p:nvSpPr>
          <p:spPr>
            <a:xfrm>
              <a:off x="10392118" y="6205772"/>
              <a:ext cx="1228090" cy="1939925"/>
            </a:xfrm>
            <a:custGeom>
              <a:avLst/>
              <a:gdLst/>
              <a:ahLst/>
              <a:cxnLst/>
              <a:rect l="l" t="t" r="r" b="b"/>
              <a:pathLst>
                <a:path w="1228090" h="1939925">
                  <a:moveTo>
                    <a:pt x="300113" y="0"/>
                  </a:moveTo>
                  <a:lnTo>
                    <a:pt x="0" y="0"/>
                  </a:lnTo>
                  <a:lnTo>
                    <a:pt x="0" y="28092"/>
                  </a:lnTo>
                  <a:lnTo>
                    <a:pt x="2197" y="38963"/>
                  </a:lnTo>
                  <a:lnTo>
                    <a:pt x="8191" y="47866"/>
                  </a:lnTo>
                  <a:lnTo>
                    <a:pt x="17043" y="53860"/>
                  </a:lnTo>
                  <a:lnTo>
                    <a:pt x="27838" y="56070"/>
                  </a:lnTo>
                  <a:lnTo>
                    <a:pt x="272376" y="56070"/>
                  </a:lnTo>
                  <a:lnTo>
                    <a:pt x="283159" y="53860"/>
                  </a:lnTo>
                  <a:lnTo>
                    <a:pt x="291985" y="47866"/>
                  </a:lnTo>
                  <a:lnTo>
                    <a:pt x="297929" y="38963"/>
                  </a:lnTo>
                  <a:lnTo>
                    <a:pt x="300113" y="28092"/>
                  </a:lnTo>
                  <a:lnTo>
                    <a:pt x="300113" y="0"/>
                  </a:lnTo>
                  <a:close/>
                </a:path>
                <a:path w="1228090" h="1939925">
                  <a:moveTo>
                    <a:pt x="1227772" y="1726018"/>
                  </a:moveTo>
                  <a:lnTo>
                    <a:pt x="953909" y="1726018"/>
                  </a:lnTo>
                  <a:lnTo>
                    <a:pt x="953909" y="1939404"/>
                  </a:lnTo>
                  <a:lnTo>
                    <a:pt x="1227772" y="1939404"/>
                  </a:lnTo>
                  <a:lnTo>
                    <a:pt x="1227772" y="1726018"/>
                  </a:lnTo>
                  <a:close/>
                </a:path>
              </a:pathLst>
            </a:custGeom>
            <a:solidFill>
              <a:srgbClr val="ADB3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 descr=""/>
            <p:cNvSpPr/>
            <p:nvPr/>
          </p:nvSpPr>
          <p:spPr>
            <a:xfrm>
              <a:off x="10433977" y="6261830"/>
              <a:ext cx="216535" cy="1670050"/>
            </a:xfrm>
            <a:custGeom>
              <a:avLst/>
              <a:gdLst/>
              <a:ahLst/>
              <a:cxnLst/>
              <a:rect l="l" t="t" r="r" b="b"/>
              <a:pathLst>
                <a:path w="216534" h="1670050">
                  <a:moveTo>
                    <a:pt x="205941" y="0"/>
                  </a:moveTo>
                  <a:lnTo>
                    <a:pt x="10575" y="0"/>
                  </a:lnTo>
                  <a:lnTo>
                    <a:pt x="0" y="1669938"/>
                  </a:lnTo>
                  <a:lnTo>
                    <a:pt x="216506" y="1669938"/>
                  </a:lnTo>
                  <a:lnTo>
                    <a:pt x="205941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 descr=""/>
            <p:cNvSpPr/>
            <p:nvPr/>
          </p:nvSpPr>
          <p:spPr>
            <a:xfrm>
              <a:off x="9422930" y="6205772"/>
              <a:ext cx="1256665" cy="1939925"/>
            </a:xfrm>
            <a:custGeom>
              <a:avLst/>
              <a:gdLst/>
              <a:ahLst/>
              <a:cxnLst/>
              <a:rect l="l" t="t" r="r" b="b"/>
              <a:pathLst>
                <a:path w="1256665" h="1939925">
                  <a:moveTo>
                    <a:pt x="300113" y="0"/>
                  </a:moveTo>
                  <a:lnTo>
                    <a:pt x="0" y="0"/>
                  </a:lnTo>
                  <a:lnTo>
                    <a:pt x="0" y="28092"/>
                  </a:lnTo>
                  <a:lnTo>
                    <a:pt x="2197" y="38963"/>
                  </a:lnTo>
                  <a:lnTo>
                    <a:pt x="8178" y="47866"/>
                  </a:lnTo>
                  <a:lnTo>
                    <a:pt x="17005" y="53860"/>
                  </a:lnTo>
                  <a:lnTo>
                    <a:pt x="27749" y="56070"/>
                  </a:lnTo>
                  <a:lnTo>
                    <a:pt x="272351" y="56070"/>
                  </a:lnTo>
                  <a:lnTo>
                    <a:pt x="283108" y="53860"/>
                  </a:lnTo>
                  <a:lnTo>
                    <a:pt x="291947" y="47866"/>
                  </a:lnTo>
                  <a:lnTo>
                    <a:pt x="297916" y="38963"/>
                  </a:lnTo>
                  <a:lnTo>
                    <a:pt x="300113" y="28092"/>
                  </a:lnTo>
                  <a:lnTo>
                    <a:pt x="300113" y="0"/>
                  </a:lnTo>
                  <a:close/>
                </a:path>
                <a:path w="1256665" h="1939925">
                  <a:moveTo>
                    <a:pt x="1256182" y="1726018"/>
                  </a:moveTo>
                  <a:lnTo>
                    <a:pt x="982446" y="1726018"/>
                  </a:lnTo>
                  <a:lnTo>
                    <a:pt x="982446" y="1939404"/>
                  </a:lnTo>
                  <a:lnTo>
                    <a:pt x="1256182" y="1939404"/>
                  </a:lnTo>
                  <a:lnTo>
                    <a:pt x="1256182" y="1726018"/>
                  </a:lnTo>
                  <a:close/>
                </a:path>
              </a:pathLst>
            </a:custGeom>
            <a:solidFill>
              <a:srgbClr val="ADB3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 descr=""/>
            <p:cNvSpPr/>
            <p:nvPr/>
          </p:nvSpPr>
          <p:spPr>
            <a:xfrm>
              <a:off x="9464696" y="6261830"/>
              <a:ext cx="217170" cy="1670050"/>
            </a:xfrm>
            <a:custGeom>
              <a:avLst/>
              <a:gdLst/>
              <a:ahLst/>
              <a:cxnLst/>
              <a:rect l="l" t="t" r="r" b="b"/>
              <a:pathLst>
                <a:path w="217170" h="1670050">
                  <a:moveTo>
                    <a:pt x="206004" y="0"/>
                  </a:moveTo>
                  <a:lnTo>
                    <a:pt x="10575" y="0"/>
                  </a:lnTo>
                  <a:lnTo>
                    <a:pt x="0" y="1669938"/>
                  </a:lnTo>
                  <a:lnTo>
                    <a:pt x="216590" y="1669938"/>
                  </a:lnTo>
                  <a:lnTo>
                    <a:pt x="206004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 descr=""/>
            <p:cNvSpPr/>
            <p:nvPr/>
          </p:nvSpPr>
          <p:spPr>
            <a:xfrm>
              <a:off x="9436068" y="7931779"/>
              <a:ext cx="274320" cy="213995"/>
            </a:xfrm>
            <a:custGeom>
              <a:avLst/>
              <a:gdLst/>
              <a:ahLst/>
              <a:cxnLst/>
              <a:rect l="l" t="t" r="r" b="b"/>
              <a:pathLst>
                <a:path w="274320" h="213995">
                  <a:moveTo>
                    <a:pt x="273834" y="0"/>
                  </a:moveTo>
                  <a:lnTo>
                    <a:pt x="0" y="0"/>
                  </a:lnTo>
                  <a:lnTo>
                    <a:pt x="0" y="213386"/>
                  </a:lnTo>
                  <a:lnTo>
                    <a:pt x="273834" y="213386"/>
                  </a:lnTo>
                  <a:lnTo>
                    <a:pt x="273834" y="0"/>
                  </a:lnTo>
                  <a:close/>
                </a:path>
              </a:pathLst>
            </a:custGeom>
            <a:solidFill>
              <a:srgbClr val="ADB3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 descr=""/>
            <p:cNvSpPr/>
            <p:nvPr/>
          </p:nvSpPr>
          <p:spPr>
            <a:xfrm>
              <a:off x="8820188" y="7143451"/>
              <a:ext cx="2472055" cy="1002030"/>
            </a:xfrm>
            <a:custGeom>
              <a:avLst/>
              <a:gdLst/>
              <a:ahLst/>
              <a:cxnLst/>
              <a:rect l="l" t="t" r="r" b="b"/>
              <a:pathLst>
                <a:path w="2472054" h="1002029">
                  <a:moveTo>
                    <a:pt x="560793" y="282790"/>
                  </a:moveTo>
                  <a:lnTo>
                    <a:pt x="557110" y="237070"/>
                  </a:lnTo>
                  <a:lnTo>
                    <a:pt x="546442" y="193649"/>
                  </a:lnTo>
                  <a:lnTo>
                    <a:pt x="529374" y="153111"/>
                  </a:lnTo>
                  <a:lnTo>
                    <a:pt x="506514" y="116052"/>
                  </a:lnTo>
                  <a:lnTo>
                    <a:pt x="478421" y="83058"/>
                  </a:lnTo>
                  <a:lnTo>
                    <a:pt x="445706" y="54737"/>
                  </a:lnTo>
                  <a:lnTo>
                    <a:pt x="408965" y="31686"/>
                  </a:lnTo>
                  <a:lnTo>
                    <a:pt x="368757" y="14478"/>
                  </a:lnTo>
                  <a:lnTo>
                    <a:pt x="325691" y="3721"/>
                  </a:lnTo>
                  <a:lnTo>
                    <a:pt x="280352" y="0"/>
                  </a:lnTo>
                  <a:lnTo>
                    <a:pt x="235038" y="3721"/>
                  </a:lnTo>
                  <a:lnTo>
                    <a:pt x="191985" y="14478"/>
                  </a:lnTo>
                  <a:lnTo>
                    <a:pt x="151803" y="31686"/>
                  </a:lnTo>
                  <a:lnTo>
                    <a:pt x="115062" y="54737"/>
                  </a:lnTo>
                  <a:lnTo>
                    <a:pt x="82359" y="83058"/>
                  </a:lnTo>
                  <a:lnTo>
                    <a:pt x="54279" y="116052"/>
                  </a:lnTo>
                  <a:lnTo>
                    <a:pt x="31407" y="153111"/>
                  </a:lnTo>
                  <a:lnTo>
                    <a:pt x="14351" y="193649"/>
                  </a:lnTo>
                  <a:lnTo>
                    <a:pt x="3683" y="237070"/>
                  </a:lnTo>
                  <a:lnTo>
                    <a:pt x="0" y="282790"/>
                  </a:lnTo>
                  <a:lnTo>
                    <a:pt x="0" y="999375"/>
                  </a:lnTo>
                  <a:lnTo>
                    <a:pt x="2336" y="1001712"/>
                  </a:lnTo>
                  <a:lnTo>
                    <a:pt x="5257" y="1001712"/>
                  </a:lnTo>
                  <a:lnTo>
                    <a:pt x="560793" y="1001712"/>
                  </a:lnTo>
                  <a:lnTo>
                    <a:pt x="560793" y="282790"/>
                  </a:lnTo>
                  <a:close/>
                </a:path>
                <a:path w="2472054" h="1002029">
                  <a:moveTo>
                    <a:pt x="1520723" y="282790"/>
                  </a:moveTo>
                  <a:lnTo>
                    <a:pt x="1517040" y="237070"/>
                  </a:lnTo>
                  <a:lnTo>
                    <a:pt x="1506372" y="193649"/>
                  </a:lnTo>
                  <a:lnTo>
                    <a:pt x="1489303" y="153111"/>
                  </a:lnTo>
                  <a:lnTo>
                    <a:pt x="1466443" y="116052"/>
                  </a:lnTo>
                  <a:lnTo>
                    <a:pt x="1438351" y="83058"/>
                  </a:lnTo>
                  <a:lnTo>
                    <a:pt x="1405648" y="54737"/>
                  </a:lnTo>
                  <a:lnTo>
                    <a:pt x="1368894" y="31686"/>
                  </a:lnTo>
                  <a:lnTo>
                    <a:pt x="1328686" y="14478"/>
                  </a:lnTo>
                  <a:lnTo>
                    <a:pt x="1285633" y="3721"/>
                  </a:lnTo>
                  <a:lnTo>
                    <a:pt x="1240294" y="0"/>
                  </a:lnTo>
                  <a:lnTo>
                    <a:pt x="1194968" y="3721"/>
                  </a:lnTo>
                  <a:lnTo>
                    <a:pt x="1151928" y="14478"/>
                  </a:lnTo>
                  <a:lnTo>
                    <a:pt x="1111732" y="31686"/>
                  </a:lnTo>
                  <a:lnTo>
                    <a:pt x="1074991" y="54737"/>
                  </a:lnTo>
                  <a:lnTo>
                    <a:pt x="1042289" y="83058"/>
                  </a:lnTo>
                  <a:lnTo>
                    <a:pt x="1014209" y="116052"/>
                  </a:lnTo>
                  <a:lnTo>
                    <a:pt x="991336" y="153111"/>
                  </a:lnTo>
                  <a:lnTo>
                    <a:pt x="974280" y="193649"/>
                  </a:lnTo>
                  <a:lnTo>
                    <a:pt x="963612" y="237070"/>
                  </a:lnTo>
                  <a:lnTo>
                    <a:pt x="959929" y="282790"/>
                  </a:lnTo>
                  <a:lnTo>
                    <a:pt x="959929" y="999375"/>
                  </a:lnTo>
                  <a:lnTo>
                    <a:pt x="962240" y="1001712"/>
                  </a:lnTo>
                  <a:lnTo>
                    <a:pt x="965161" y="1001712"/>
                  </a:lnTo>
                  <a:lnTo>
                    <a:pt x="1520723" y="1001712"/>
                  </a:lnTo>
                  <a:lnTo>
                    <a:pt x="1520723" y="282790"/>
                  </a:lnTo>
                  <a:close/>
                </a:path>
                <a:path w="2472054" h="1002029">
                  <a:moveTo>
                    <a:pt x="2471712" y="282790"/>
                  </a:moveTo>
                  <a:lnTo>
                    <a:pt x="2468016" y="237070"/>
                  </a:lnTo>
                  <a:lnTo>
                    <a:pt x="2457348" y="193649"/>
                  </a:lnTo>
                  <a:lnTo>
                    <a:pt x="2440292" y="153111"/>
                  </a:lnTo>
                  <a:lnTo>
                    <a:pt x="2417419" y="116052"/>
                  </a:lnTo>
                  <a:lnTo>
                    <a:pt x="2389340" y="83058"/>
                  </a:lnTo>
                  <a:lnTo>
                    <a:pt x="2356624" y="54737"/>
                  </a:lnTo>
                  <a:lnTo>
                    <a:pt x="2319871" y="31686"/>
                  </a:lnTo>
                  <a:lnTo>
                    <a:pt x="2279675" y="14478"/>
                  </a:lnTo>
                  <a:lnTo>
                    <a:pt x="2236609" y="3721"/>
                  </a:lnTo>
                  <a:lnTo>
                    <a:pt x="2191270" y="0"/>
                  </a:lnTo>
                  <a:lnTo>
                    <a:pt x="2145957" y="3721"/>
                  </a:lnTo>
                  <a:lnTo>
                    <a:pt x="2102904" y="14478"/>
                  </a:lnTo>
                  <a:lnTo>
                    <a:pt x="2062721" y="31686"/>
                  </a:lnTo>
                  <a:lnTo>
                    <a:pt x="2025980" y="54737"/>
                  </a:lnTo>
                  <a:lnTo>
                    <a:pt x="1993265" y="83058"/>
                  </a:lnTo>
                  <a:lnTo>
                    <a:pt x="1965185" y="116052"/>
                  </a:lnTo>
                  <a:lnTo>
                    <a:pt x="1942325" y="153111"/>
                  </a:lnTo>
                  <a:lnTo>
                    <a:pt x="1925256" y="193649"/>
                  </a:lnTo>
                  <a:lnTo>
                    <a:pt x="1914588" y="237070"/>
                  </a:lnTo>
                  <a:lnTo>
                    <a:pt x="1910905" y="282790"/>
                  </a:lnTo>
                  <a:lnTo>
                    <a:pt x="1910905" y="999375"/>
                  </a:lnTo>
                  <a:lnTo>
                    <a:pt x="1913216" y="1001712"/>
                  </a:lnTo>
                  <a:lnTo>
                    <a:pt x="1916150" y="1001712"/>
                  </a:lnTo>
                  <a:lnTo>
                    <a:pt x="2471712" y="1001712"/>
                  </a:lnTo>
                  <a:lnTo>
                    <a:pt x="2471712" y="282790"/>
                  </a:lnTo>
                  <a:close/>
                </a:path>
              </a:pathLst>
            </a:custGeom>
            <a:solidFill>
              <a:srgbClr val="959A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 descr=""/>
            <p:cNvSpPr/>
            <p:nvPr/>
          </p:nvSpPr>
          <p:spPr>
            <a:xfrm>
              <a:off x="10812745" y="6358308"/>
              <a:ext cx="397510" cy="708025"/>
            </a:xfrm>
            <a:custGeom>
              <a:avLst/>
              <a:gdLst/>
              <a:ahLst/>
              <a:cxnLst/>
              <a:rect l="l" t="t" r="r" b="b"/>
              <a:pathLst>
                <a:path w="397509" h="708025">
                  <a:moveTo>
                    <a:pt x="198716" y="0"/>
                  </a:moveTo>
                  <a:lnTo>
                    <a:pt x="153282" y="5318"/>
                  </a:lnTo>
                  <a:lnTo>
                    <a:pt x="111505" y="20456"/>
                  </a:lnTo>
                  <a:lnTo>
                    <a:pt x="74602" y="44185"/>
                  </a:lnTo>
                  <a:lnTo>
                    <a:pt x="43785" y="75278"/>
                  </a:lnTo>
                  <a:lnTo>
                    <a:pt x="20269" y="112505"/>
                  </a:lnTo>
                  <a:lnTo>
                    <a:pt x="5269" y="154640"/>
                  </a:lnTo>
                  <a:lnTo>
                    <a:pt x="0" y="200454"/>
                  </a:lnTo>
                  <a:lnTo>
                    <a:pt x="0" y="707915"/>
                  </a:lnTo>
                  <a:lnTo>
                    <a:pt x="397495" y="707915"/>
                  </a:lnTo>
                  <a:lnTo>
                    <a:pt x="397495" y="200454"/>
                  </a:lnTo>
                  <a:lnTo>
                    <a:pt x="392221" y="154640"/>
                  </a:lnTo>
                  <a:lnTo>
                    <a:pt x="377209" y="112505"/>
                  </a:lnTo>
                  <a:lnTo>
                    <a:pt x="353679" y="75278"/>
                  </a:lnTo>
                  <a:lnTo>
                    <a:pt x="322846" y="44185"/>
                  </a:lnTo>
                  <a:lnTo>
                    <a:pt x="285930" y="20456"/>
                  </a:lnTo>
                  <a:lnTo>
                    <a:pt x="244147" y="5318"/>
                  </a:lnTo>
                  <a:lnTo>
                    <a:pt x="198716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 descr=""/>
            <p:cNvSpPr/>
            <p:nvPr/>
          </p:nvSpPr>
          <p:spPr>
            <a:xfrm>
              <a:off x="10852208" y="6399040"/>
              <a:ext cx="318770" cy="633730"/>
            </a:xfrm>
            <a:custGeom>
              <a:avLst/>
              <a:gdLst/>
              <a:ahLst/>
              <a:cxnLst/>
              <a:rect l="l" t="t" r="r" b="b"/>
              <a:pathLst>
                <a:path w="318770" h="633729">
                  <a:moveTo>
                    <a:pt x="159262" y="0"/>
                  </a:moveTo>
                  <a:lnTo>
                    <a:pt x="109068" y="8223"/>
                  </a:lnTo>
                  <a:lnTo>
                    <a:pt x="65367" y="31095"/>
                  </a:lnTo>
                  <a:lnTo>
                    <a:pt x="30837" y="65915"/>
                  </a:lnTo>
                  <a:lnTo>
                    <a:pt x="8155" y="109984"/>
                  </a:lnTo>
                  <a:lnTo>
                    <a:pt x="0" y="160602"/>
                  </a:lnTo>
                  <a:lnTo>
                    <a:pt x="0" y="633279"/>
                  </a:lnTo>
                  <a:lnTo>
                    <a:pt x="318513" y="633279"/>
                  </a:lnTo>
                  <a:lnTo>
                    <a:pt x="318513" y="160602"/>
                  </a:lnTo>
                  <a:lnTo>
                    <a:pt x="310366" y="109984"/>
                  </a:lnTo>
                  <a:lnTo>
                    <a:pt x="287700" y="65915"/>
                  </a:lnTo>
                  <a:lnTo>
                    <a:pt x="253184" y="31095"/>
                  </a:lnTo>
                  <a:lnTo>
                    <a:pt x="209482" y="8223"/>
                  </a:lnTo>
                  <a:lnTo>
                    <a:pt x="159262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 descr=""/>
            <p:cNvSpPr/>
            <p:nvPr/>
          </p:nvSpPr>
          <p:spPr>
            <a:xfrm>
              <a:off x="8901849" y="6358311"/>
              <a:ext cx="2289810" cy="708025"/>
            </a:xfrm>
            <a:custGeom>
              <a:avLst/>
              <a:gdLst/>
              <a:ahLst/>
              <a:cxnLst/>
              <a:rect l="l" t="t" r="r" b="b"/>
              <a:pathLst>
                <a:path w="2289809" h="708025">
                  <a:moveTo>
                    <a:pt x="397497" y="200367"/>
                  </a:moveTo>
                  <a:lnTo>
                    <a:pt x="392214" y="154559"/>
                  </a:lnTo>
                  <a:lnTo>
                    <a:pt x="377202" y="112445"/>
                  </a:lnTo>
                  <a:lnTo>
                    <a:pt x="353669" y="75234"/>
                  </a:lnTo>
                  <a:lnTo>
                    <a:pt x="322834" y="44157"/>
                  </a:lnTo>
                  <a:lnTo>
                    <a:pt x="285915" y="20447"/>
                  </a:lnTo>
                  <a:lnTo>
                    <a:pt x="244132" y="5321"/>
                  </a:lnTo>
                  <a:lnTo>
                    <a:pt x="198691" y="0"/>
                  </a:lnTo>
                  <a:lnTo>
                    <a:pt x="153263" y="5321"/>
                  </a:lnTo>
                  <a:lnTo>
                    <a:pt x="111493" y="20447"/>
                  </a:lnTo>
                  <a:lnTo>
                    <a:pt x="74599" y="44157"/>
                  </a:lnTo>
                  <a:lnTo>
                    <a:pt x="43776" y="75234"/>
                  </a:lnTo>
                  <a:lnTo>
                    <a:pt x="20269" y="112445"/>
                  </a:lnTo>
                  <a:lnTo>
                    <a:pt x="5270" y="154559"/>
                  </a:lnTo>
                  <a:lnTo>
                    <a:pt x="0" y="200367"/>
                  </a:lnTo>
                  <a:lnTo>
                    <a:pt x="0" y="707923"/>
                  </a:lnTo>
                  <a:lnTo>
                    <a:pt x="397497" y="707923"/>
                  </a:lnTo>
                  <a:lnTo>
                    <a:pt x="397497" y="200367"/>
                  </a:lnTo>
                  <a:close/>
                </a:path>
                <a:path w="2289809" h="708025">
                  <a:moveTo>
                    <a:pt x="2289213" y="188747"/>
                  </a:moveTo>
                  <a:lnTo>
                    <a:pt x="1930069" y="188747"/>
                  </a:lnTo>
                  <a:lnTo>
                    <a:pt x="1930069" y="214579"/>
                  </a:lnTo>
                  <a:lnTo>
                    <a:pt x="2097316" y="214579"/>
                  </a:lnTo>
                  <a:lnTo>
                    <a:pt x="2097316" y="674014"/>
                  </a:lnTo>
                  <a:lnTo>
                    <a:pt x="2121903" y="674014"/>
                  </a:lnTo>
                  <a:lnTo>
                    <a:pt x="2121903" y="214579"/>
                  </a:lnTo>
                  <a:lnTo>
                    <a:pt x="2289213" y="214579"/>
                  </a:lnTo>
                  <a:lnTo>
                    <a:pt x="2289213" y="188747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 descr=""/>
            <p:cNvSpPr/>
            <p:nvPr/>
          </p:nvSpPr>
          <p:spPr>
            <a:xfrm>
              <a:off x="8941296" y="6398935"/>
              <a:ext cx="318770" cy="633730"/>
            </a:xfrm>
            <a:custGeom>
              <a:avLst/>
              <a:gdLst/>
              <a:ahLst/>
              <a:cxnLst/>
              <a:rect l="l" t="t" r="r" b="b"/>
              <a:pathLst>
                <a:path w="318770" h="633729">
                  <a:moveTo>
                    <a:pt x="159251" y="0"/>
                  </a:moveTo>
                  <a:lnTo>
                    <a:pt x="109059" y="8225"/>
                  </a:lnTo>
                  <a:lnTo>
                    <a:pt x="65361" y="31105"/>
                  </a:lnTo>
                  <a:lnTo>
                    <a:pt x="30833" y="65942"/>
                  </a:lnTo>
                  <a:lnTo>
                    <a:pt x="8154" y="110041"/>
                  </a:lnTo>
                  <a:lnTo>
                    <a:pt x="0" y="160707"/>
                  </a:lnTo>
                  <a:lnTo>
                    <a:pt x="0" y="633383"/>
                  </a:lnTo>
                  <a:lnTo>
                    <a:pt x="318587" y="633383"/>
                  </a:lnTo>
                  <a:lnTo>
                    <a:pt x="318587" y="160707"/>
                  </a:lnTo>
                  <a:lnTo>
                    <a:pt x="310430" y="110041"/>
                  </a:lnTo>
                  <a:lnTo>
                    <a:pt x="287744" y="65942"/>
                  </a:lnTo>
                  <a:lnTo>
                    <a:pt x="253203" y="31105"/>
                  </a:lnTo>
                  <a:lnTo>
                    <a:pt x="209480" y="8225"/>
                  </a:lnTo>
                  <a:lnTo>
                    <a:pt x="159251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 descr=""/>
            <p:cNvSpPr/>
            <p:nvPr/>
          </p:nvSpPr>
          <p:spPr>
            <a:xfrm>
              <a:off x="8921001" y="6358311"/>
              <a:ext cx="1334135" cy="708025"/>
            </a:xfrm>
            <a:custGeom>
              <a:avLst/>
              <a:gdLst/>
              <a:ahLst/>
              <a:cxnLst/>
              <a:rect l="l" t="t" r="r" b="b"/>
              <a:pathLst>
                <a:path w="1334134" h="708025">
                  <a:moveTo>
                    <a:pt x="359168" y="188747"/>
                  </a:moveTo>
                  <a:lnTo>
                    <a:pt x="0" y="188747"/>
                  </a:lnTo>
                  <a:lnTo>
                    <a:pt x="0" y="214579"/>
                  </a:lnTo>
                  <a:lnTo>
                    <a:pt x="167335" y="214579"/>
                  </a:lnTo>
                  <a:lnTo>
                    <a:pt x="167335" y="674014"/>
                  </a:lnTo>
                  <a:lnTo>
                    <a:pt x="191820" y="674014"/>
                  </a:lnTo>
                  <a:lnTo>
                    <a:pt x="191820" y="214579"/>
                  </a:lnTo>
                  <a:lnTo>
                    <a:pt x="359168" y="214579"/>
                  </a:lnTo>
                  <a:lnTo>
                    <a:pt x="359168" y="188747"/>
                  </a:lnTo>
                  <a:close/>
                </a:path>
                <a:path w="1334134" h="708025">
                  <a:moveTo>
                    <a:pt x="1333881" y="200367"/>
                  </a:moveTo>
                  <a:lnTo>
                    <a:pt x="1328610" y="154559"/>
                  </a:lnTo>
                  <a:lnTo>
                    <a:pt x="1313611" y="112445"/>
                  </a:lnTo>
                  <a:lnTo>
                    <a:pt x="1290091" y="75234"/>
                  </a:lnTo>
                  <a:lnTo>
                    <a:pt x="1259281" y="44157"/>
                  </a:lnTo>
                  <a:lnTo>
                    <a:pt x="1222375" y="20447"/>
                  </a:lnTo>
                  <a:lnTo>
                    <a:pt x="1180592" y="5321"/>
                  </a:lnTo>
                  <a:lnTo>
                    <a:pt x="1135151" y="0"/>
                  </a:lnTo>
                  <a:lnTo>
                    <a:pt x="1089723" y="5321"/>
                  </a:lnTo>
                  <a:lnTo>
                    <a:pt x="1047953" y="20447"/>
                  </a:lnTo>
                  <a:lnTo>
                    <a:pt x="1011034" y="44157"/>
                  </a:lnTo>
                  <a:lnTo>
                    <a:pt x="980198" y="75234"/>
                  </a:lnTo>
                  <a:lnTo>
                    <a:pt x="956678" y="112445"/>
                  </a:lnTo>
                  <a:lnTo>
                    <a:pt x="941666" y="154559"/>
                  </a:lnTo>
                  <a:lnTo>
                    <a:pt x="936383" y="200367"/>
                  </a:lnTo>
                  <a:lnTo>
                    <a:pt x="936383" y="707923"/>
                  </a:lnTo>
                  <a:lnTo>
                    <a:pt x="1333881" y="707923"/>
                  </a:lnTo>
                  <a:lnTo>
                    <a:pt x="1333881" y="200367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 descr=""/>
            <p:cNvSpPr/>
            <p:nvPr/>
          </p:nvSpPr>
          <p:spPr>
            <a:xfrm>
              <a:off x="9896836" y="6398935"/>
              <a:ext cx="318770" cy="633730"/>
            </a:xfrm>
            <a:custGeom>
              <a:avLst/>
              <a:gdLst/>
              <a:ahLst/>
              <a:cxnLst/>
              <a:rect l="l" t="t" r="r" b="b"/>
              <a:pathLst>
                <a:path w="318770" h="633729">
                  <a:moveTo>
                    <a:pt x="159335" y="0"/>
                  </a:moveTo>
                  <a:lnTo>
                    <a:pt x="109102" y="8225"/>
                  </a:lnTo>
                  <a:lnTo>
                    <a:pt x="65379" y="31105"/>
                  </a:lnTo>
                  <a:lnTo>
                    <a:pt x="30839" y="65942"/>
                  </a:lnTo>
                  <a:lnTo>
                    <a:pt x="8155" y="110041"/>
                  </a:lnTo>
                  <a:lnTo>
                    <a:pt x="0" y="160707"/>
                  </a:lnTo>
                  <a:lnTo>
                    <a:pt x="0" y="633383"/>
                  </a:lnTo>
                  <a:lnTo>
                    <a:pt x="318587" y="633383"/>
                  </a:lnTo>
                  <a:lnTo>
                    <a:pt x="318587" y="160707"/>
                  </a:lnTo>
                  <a:lnTo>
                    <a:pt x="310432" y="110041"/>
                  </a:lnTo>
                  <a:lnTo>
                    <a:pt x="287753" y="65942"/>
                  </a:lnTo>
                  <a:lnTo>
                    <a:pt x="253225" y="31105"/>
                  </a:lnTo>
                  <a:lnTo>
                    <a:pt x="209527" y="8225"/>
                  </a:lnTo>
                  <a:lnTo>
                    <a:pt x="159335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 descr=""/>
            <p:cNvSpPr/>
            <p:nvPr/>
          </p:nvSpPr>
          <p:spPr>
            <a:xfrm>
              <a:off x="7503922" y="6205772"/>
              <a:ext cx="2732405" cy="826769"/>
            </a:xfrm>
            <a:custGeom>
              <a:avLst/>
              <a:gdLst/>
              <a:ahLst/>
              <a:cxnLst/>
              <a:rect l="l" t="t" r="r" b="b"/>
              <a:pathLst>
                <a:path w="2732404" h="826770">
                  <a:moveTo>
                    <a:pt x="964488" y="0"/>
                  </a:moveTo>
                  <a:lnTo>
                    <a:pt x="0" y="0"/>
                  </a:lnTo>
                  <a:lnTo>
                    <a:pt x="0" y="28333"/>
                  </a:lnTo>
                  <a:lnTo>
                    <a:pt x="2222" y="39344"/>
                  </a:lnTo>
                  <a:lnTo>
                    <a:pt x="8255" y="48348"/>
                  </a:lnTo>
                  <a:lnTo>
                    <a:pt x="17195" y="54444"/>
                  </a:lnTo>
                  <a:lnTo>
                    <a:pt x="28117" y="56680"/>
                  </a:lnTo>
                  <a:lnTo>
                    <a:pt x="936485" y="56680"/>
                  </a:lnTo>
                  <a:lnTo>
                    <a:pt x="947343" y="54444"/>
                  </a:lnTo>
                  <a:lnTo>
                    <a:pt x="956259" y="48348"/>
                  </a:lnTo>
                  <a:lnTo>
                    <a:pt x="962279" y="39344"/>
                  </a:lnTo>
                  <a:lnTo>
                    <a:pt x="964488" y="28333"/>
                  </a:lnTo>
                  <a:lnTo>
                    <a:pt x="964488" y="0"/>
                  </a:lnTo>
                  <a:close/>
                </a:path>
                <a:path w="2732404" h="826770">
                  <a:moveTo>
                    <a:pt x="2731782" y="341287"/>
                  </a:moveTo>
                  <a:lnTo>
                    <a:pt x="2372614" y="341287"/>
                  </a:lnTo>
                  <a:lnTo>
                    <a:pt x="2372614" y="367118"/>
                  </a:lnTo>
                  <a:lnTo>
                    <a:pt x="2539949" y="367118"/>
                  </a:lnTo>
                  <a:lnTo>
                    <a:pt x="2539949" y="826554"/>
                  </a:lnTo>
                  <a:lnTo>
                    <a:pt x="2564473" y="826554"/>
                  </a:lnTo>
                  <a:lnTo>
                    <a:pt x="2564473" y="367118"/>
                  </a:lnTo>
                  <a:lnTo>
                    <a:pt x="2731782" y="367118"/>
                  </a:lnTo>
                  <a:lnTo>
                    <a:pt x="2731782" y="341287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4" name="object 204" descr=""/>
          <p:cNvSpPr/>
          <p:nvPr/>
        </p:nvSpPr>
        <p:spPr>
          <a:xfrm>
            <a:off x="5207987" y="8370771"/>
            <a:ext cx="9710420" cy="31115"/>
          </a:xfrm>
          <a:custGeom>
            <a:avLst/>
            <a:gdLst/>
            <a:ahLst/>
            <a:cxnLst/>
            <a:rect l="l" t="t" r="r" b="b"/>
            <a:pathLst>
              <a:path w="9710419" h="31115">
                <a:moveTo>
                  <a:pt x="0" y="30930"/>
                </a:moveTo>
                <a:lnTo>
                  <a:pt x="9710290" y="30930"/>
                </a:lnTo>
                <a:lnTo>
                  <a:pt x="9710290" y="0"/>
                </a:lnTo>
                <a:lnTo>
                  <a:pt x="0" y="0"/>
                </a:lnTo>
                <a:lnTo>
                  <a:pt x="0" y="30930"/>
                </a:lnTo>
                <a:close/>
              </a:path>
            </a:pathLst>
          </a:custGeom>
          <a:solidFill>
            <a:srgbClr val="057C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5" name="object 205" descr=""/>
          <p:cNvSpPr/>
          <p:nvPr/>
        </p:nvSpPr>
        <p:spPr>
          <a:xfrm>
            <a:off x="5207987" y="8267361"/>
            <a:ext cx="9710420" cy="41910"/>
          </a:xfrm>
          <a:custGeom>
            <a:avLst/>
            <a:gdLst/>
            <a:ahLst/>
            <a:cxnLst/>
            <a:rect l="l" t="t" r="r" b="b"/>
            <a:pathLst>
              <a:path w="9710419" h="41909">
                <a:moveTo>
                  <a:pt x="0" y="41894"/>
                </a:moveTo>
                <a:lnTo>
                  <a:pt x="9710290" y="41894"/>
                </a:lnTo>
                <a:lnTo>
                  <a:pt x="9710290" y="0"/>
                </a:lnTo>
                <a:lnTo>
                  <a:pt x="0" y="0"/>
                </a:lnTo>
                <a:lnTo>
                  <a:pt x="0" y="41894"/>
                </a:lnTo>
                <a:close/>
              </a:path>
            </a:pathLst>
          </a:custGeom>
          <a:solidFill>
            <a:srgbClr val="057CB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06" name="object 206" descr=""/>
          <p:cNvGrpSpPr/>
          <p:nvPr/>
        </p:nvGrpSpPr>
        <p:grpSpPr>
          <a:xfrm>
            <a:off x="5207987" y="6205748"/>
            <a:ext cx="9710420" cy="2000250"/>
            <a:chOff x="5207987" y="6205748"/>
            <a:chExt cx="9710420" cy="2000250"/>
          </a:xfrm>
        </p:grpSpPr>
        <p:sp>
          <p:nvSpPr>
            <p:cNvPr id="207" name="object 207" descr=""/>
            <p:cNvSpPr/>
            <p:nvPr/>
          </p:nvSpPr>
          <p:spPr>
            <a:xfrm>
              <a:off x="5207987" y="8145165"/>
              <a:ext cx="9710420" cy="60960"/>
            </a:xfrm>
            <a:custGeom>
              <a:avLst/>
              <a:gdLst/>
              <a:ahLst/>
              <a:cxnLst/>
              <a:rect l="l" t="t" r="r" b="b"/>
              <a:pathLst>
                <a:path w="9710419" h="60959">
                  <a:moveTo>
                    <a:pt x="0" y="60678"/>
                  </a:moveTo>
                  <a:lnTo>
                    <a:pt x="9710290" y="60678"/>
                  </a:lnTo>
                  <a:lnTo>
                    <a:pt x="9710290" y="0"/>
                  </a:lnTo>
                  <a:lnTo>
                    <a:pt x="0" y="0"/>
                  </a:lnTo>
                  <a:lnTo>
                    <a:pt x="0" y="60678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 descr=""/>
            <p:cNvSpPr/>
            <p:nvPr/>
          </p:nvSpPr>
          <p:spPr>
            <a:xfrm>
              <a:off x="5424220" y="6205759"/>
              <a:ext cx="2466340" cy="1939925"/>
            </a:xfrm>
            <a:custGeom>
              <a:avLst/>
              <a:gdLst/>
              <a:ahLst/>
              <a:cxnLst/>
              <a:rect l="l" t="t" r="r" b="b"/>
              <a:pathLst>
                <a:path w="2466340" h="1939925">
                  <a:moveTo>
                    <a:pt x="2466289" y="1220482"/>
                  </a:moveTo>
                  <a:lnTo>
                    <a:pt x="2462606" y="1174762"/>
                  </a:lnTo>
                  <a:lnTo>
                    <a:pt x="2451938" y="1131341"/>
                  </a:lnTo>
                  <a:lnTo>
                    <a:pt x="2434882" y="1090803"/>
                  </a:lnTo>
                  <a:lnTo>
                    <a:pt x="2412009" y="1053744"/>
                  </a:lnTo>
                  <a:lnTo>
                    <a:pt x="2383929" y="1020749"/>
                  </a:lnTo>
                  <a:lnTo>
                    <a:pt x="2351214" y="992428"/>
                  </a:lnTo>
                  <a:lnTo>
                    <a:pt x="2314460" y="969378"/>
                  </a:lnTo>
                  <a:lnTo>
                    <a:pt x="2274265" y="952169"/>
                  </a:lnTo>
                  <a:lnTo>
                    <a:pt x="2231199" y="941412"/>
                  </a:lnTo>
                  <a:lnTo>
                    <a:pt x="2185847" y="937691"/>
                  </a:lnTo>
                  <a:lnTo>
                    <a:pt x="2140534" y="941412"/>
                  </a:lnTo>
                  <a:lnTo>
                    <a:pt x="2097481" y="952169"/>
                  </a:lnTo>
                  <a:lnTo>
                    <a:pt x="2057298" y="969378"/>
                  </a:lnTo>
                  <a:lnTo>
                    <a:pt x="2020557" y="992428"/>
                  </a:lnTo>
                  <a:lnTo>
                    <a:pt x="1987867" y="1020749"/>
                  </a:lnTo>
                  <a:lnTo>
                    <a:pt x="1959787" y="1053744"/>
                  </a:lnTo>
                  <a:lnTo>
                    <a:pt x="1936927" y="1090803"/>
                  </a:lnTo>
                  <a:lnTo>
                    <a:pt x="1929663" y="1108075"/>
                  </a:lnTo>
                  <a:lnTo>
                    <a:pt x="1929663" y="0"/>
                  </a:lnTo>
                  <a:lnTo>
                    <a:pt x="0" y="0"/>
                  </a:lnTo>
                  <a:lnTo>
                    <a:pt x="0" y="1939417"/>
                  </a:lnTo>
                  <a:lnTo>
                    <a:pt x="1929663" y="1939417"/>
                  </a:lnTo>
                  <a:lnTo>
                    <a:pt x="2466289" y="1939404"/>
                  </a:lnTo>
                  <a:lnTo>
                    <a:pt x="2466289" y="1220482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9" name="object 209" descr=""/>
          <p:cNvGrpSpPr/>
          <p:nvPr/>
        </p:nvGrpSpPr>
        <p:grpSpPr>
          <a:xfrm>
            <a:off x="5181264" y="5536252"/>
            <a:ext cx="2389505" cy="2609215"/>
            <a:chOff x="5181264" y="5536252"/>
            <a:chExt cx="2389505" cy="2609215"/>
          </a:xfrm>
        </p:grpSpPr>
        <p:sp>
          <p:nvSpPr>
            <p:cNvPr id="210" name="object 210" descr=""/>
            <p:cNvSpPr/>
            <p:nvPr/>
          </p:nvSpPr>
          <p:spPr>
            <a:xfrm>
              <a:off x="5181264" y="5536252"/>
              <a:ext cx="2389505" cy="572135"/>
            </a:xfrm>
            <a:custGeom>
              <a:avLst/>
              <a:gdLst/>
              <a:ahLst/>
              <a:cxnLst/>
              <a:rect l="l" t="t" r="r" b="b"/>
              <a:pathLst>
                <a:path w="2389504" h="572135">
                  <a:moveTo>
                    <a:pt x="1194466" y="0"/>
                  </a:moveTo>
                  <a:lnTo>
                    <a:pt x="0" y="520266"/>
                  </a:lnTo>
                  <a:lnTo>
                    <a:pt x="94" y="571930"/>
                  </a:lnTo>
                  <a:lnTo>
                    <a:pt x="2388932" y="571930"/>
                  </a:lnTo>
                  <a:lnTo>
                    <a:pt x="2389026" y="520340"/>
                  </a:lnTo>
                  <a:lnTo>
                    <a:pt x="1194466" y="0"/>
                  </a:lnTo>
                  <a:close/>
                </a:path>
              </a:pathLst>
            </a:custGeom>
            <a:solidFill>
              <a:srgbClr val="ADB3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 descr=""/>
            <p:cNvSpPr/>
            <p:nvPr/>
          </p:nvSpPr>
          <p:spPr>
            <a:xfrm>
              <a:off x="5247526" y="5584361"/>
              <a:ext cx="2256790" cy="621665"/>
            </a:xfrm>
            <a:custGeom>
              <a:avLst/>
              <a:gdLst/>
              <a:ahLst/>
              <a:cxnLst/>
              <a:rect l="l" t="t" r="r" b="b"/>
              <a:pathLst>
                <a:path w="2256790" h="621664">
                  <a:moveTo>
                    <a:pt x="2220315" y="475729"/>
                  </a:moveTo>
                  <a:lnTo>
                    <a:pt x="1128191" y="0"/>
                  </a:lnTo>
                  <a:lnTo>
                    <a:pt x="36093" y="475729"/>
                  </a:lnTo>
                  <a:lnTo>
                    <a:pt x="2220315" y="475729"/>
                  </a:lnTo>
                  <a:close/>
                </a:path>
                <a:path w="2256790" h="621664">
                  <a:moveTo>
                    <a:pt x="2256409" y="523824"/>
                  </a:moveTo>
                  <a:lnTo>
                    <a:pt x="0" y="523824"/>
                  </a:lnTo>
                  <a:lnTo>
                    <a:pt x="0" y="621411"/>
                  </a:lnTo>
                  <a:lnTo>
                    <a:pt x="2256409" y="621411"/>
                  </a:lnTo>
                  <a:lnTo>
                    <a:pt x="2256409" y="523824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 descr=""/>
            <p:cNvSpPr/>
            <p:nvPr/>
          </p:nvSpPr>
          <p:spPr>
            <a:xfrm>
              <a:off x="5247533" y="6205772"/>
              <a:ext cx="300355" cy="56515"/>
            </a:xfrm>
            <a:custGeom>
              <a:avLst/>
              <a:gdLst/>
              <a:ahLst/>
              <a:cxnLst/>
              <a:rect l="l" t="t" r="r" b="b"/>
              <a:pathLst>
                <a:path w="300354" h="56514">
                  <a:moveTo>
                    <a:pt x="300116" y="0"/>
                  </a:moveTo>
                  <a:lnTo>
                    <a:pt x="0" y="0"/>
                  </a:lnTo>
                  <a:lnTo>
                    <a:pt x="0" y="28082"/>
                  </a:lnTo>
                  <a:lnTo>
                    <a:pt x="2196" y="38961"/>
                  </a:lnTo>
                  <a:lnTo>
                    <a:pt x="8171" y="47855"/>
                  </a:lnTo>
                  <a:lnTo>
                    <a:pt x="17002" y="53858"/>
                  </a:lnTo>
                  <a:lnTo>
                    <a:pt x="27768" y="56061"/>
                  </a:lnTo>
                  <a:lnTo>
                    <a:pt x="272368" y="56061"/>
                  </a:lnTo>
                  <a:lnTo>
                    <a:pt x="283158" y="53858"/>
                  </a:lnTo>
                  <a:lnTo>
                    <a:pt x="291979" y="47855"/>
                  </a:lnTo>
                  <a:lnTo>
                    <a:pt x="297932" y="38961"/>
                  </a:lnTo>
                  <a:lnTo>
                    <a:pt x="300116" y="28082"/>
                  </a:lnTo>
                  <a:lnTo>
                    <a:pt x="300116" y="0"/>
                  </a:lnTo>
                  <a:close/>
                </a:path>
              </a:pathLst>
            </a:custGeom>
            <a:solidFill>
              <a:srgbClr val="ADB3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 descr=""/>
            <p:cNvSpPr/>
            <p:nvPr/>
          </p:nvSpPr>
          <p:spPr>
            <a:xfrm>
              <a:off x="5289306" y="6261830"/>
              <a:ext cx="217170" cy="1670050"/>
            </a:xfrm>
            <a:custGeom>
              <a:avLst/>
              <a:gdLst/>
              <a:ahLst/>
              <a:cxnLst/>
              <a:rect l="l" t="t" r="r" b="b"/>
              <a:pathLst>
                <a:path w="217170" h="1670050">
                  <a:moveTo>
                    <a:pt x="206014" y="0"/>
                  </a:moveTo>
                  <a:lnTo>
                    <a:pt x="10575" y="0"/>
                  </a:lnTo>
                  <a:lnTo>
                    <a:pt x="0" y="1669938"/>
                  </a:lnTo>
                  <a:lnTo>
                    <a:pt x="216590" y="1669938"/>
                  </a:lnTo>
                  <a:lnTo>
                    <a:pt x="206014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 descr=""/>
            <p:cNvSpPr/>
            <p:nvPr/>
          </p:nvSpPr>
          <p:spPr>
            <a:xfrm>
              <a:off x="5260683" y="6205772"/>
              <a:ext cx="1910714" cy="1939925"/>
            </a:xfrm>
            <a:custGeom>
              <a:avLst/>
              <a:gdLst/>
              <a:ahLst/>
              <a:cxnLst/>
              <a:rect l="l" t="t" r="r" b="b"/>
              <a:pathLst>
                <a:path w="1910715" h="1939925">
                  <a:moveTo>
                    <a:pt x="273812" y="1726018"/>
                  </a:moveTo>
                  <a:lnTo>
                    <a:pt x="0" y="1726018"/>
                  </a:lnTo>
                  <a:lnTo>
                    <a:pt x="0" y="1939404"/>
                  </a:lnTo>
                  <a:lnTo>
                    <a:pt x="273812" y="1939404"/>
                  </a:lnTo>
                  <a:lnTo>
                    <a:pt x="273812" y="1726018"/>
                  </a:lnTo>
                  <a:close/>
                </a:path>
                <a:path w="1910715" h="1939925">
                  <a:moveTo>
                    <a:pt x="1910638" y="0"/>
                  </a:moveTo>
                  <a:lnTo>
                    <a:pt x="1610525" y="0"/>
                  </a:lnTo>
                  <a:lnTo>
                    <a:pt x="1610525" y="28092"/>
                  </a:lnTo>
                  <a:lnTo>
                    <a:pt x="1612722" y="38963"/>
                  </a:lnTo>
                  <a:lnTo>
                    <a:pt x="1618691" y="47866"/>
                  </a:lnTo>
                  <a:lnTo>
                    <a:pt x="1627517" y="53860"/>
                  </a:lnTo>
                  <a:lnTo>
                    <a:pt x="1638274" y="56070"/>
                  </a:lnTo>
                  <a:lnTo>
                    <a:pt x="1882876" y="56070"/>
                  </a:lnTo>
                  <a:lnTo>
                    <a:pt x="1893658" y="53860"/>
                  </a:lnTo>
                  <a:lnTo>
                    <a:pt x="1902498" y="47866"/>
                  </a:lnTo>
                  <a:lnTo>
                    <a:pt x="1908454" y="38963"/>
                  </a:lnTo>
                  <a:lnTo>
                    <a:pt x="1910638" y="28092"/>
                  </a:lnTo>
                  <a:lnTo>
                    <a:pt x="1910638" y="0"/>
                  </a:lnTo>
                  <a:close/>
                </a:path>
              </a:pathLst>
            </a:custGeom>
            <a:solidFill>
              <a:srgbClr val="ADB3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 descr=""/>
            <p:cNvSpPr/>
            <p:nvPr/>
          </p:nvSpPr>
          <p:spPr>
            <a:xfrm>
              <a:off x="6912968" y="6261830"/>
              <a:ext cx="217170" cy="1670050"/>
            </a:xfrm>
            <a:custGeom>
              <a:avLst/>
              <a:gdLst/>
              <a:ahLst/>
              <a:cxnLst/>
              <a:rect l="l" t="t" r="r" b="b"/>
              <a:pathLst>
                <a:path w="217170" h="1670050">
                  <a:moveTo>
                    <a:pt x="206035" y="0"/>
                  </a:moveTo>
                  <a:lnTo>
                    <a:pt x="10575" y="0"/>
                  </a:lnTo>
                  <a:lnTo>
                    <a:pt x="0" y="1669938"/>
                  </a:lnTo>
                  <a:lnTo>
                    <a:pt x="216590" y="1669938"/>
                  </a:lnTo>
                  <a:lnTo>
                    <a:pt x="206035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 descr=""/>
            <p:cNvSpPr/>
            <p:nvPr/>
          </p:nvSpPr>
          <p:spPr>
            <a:xfrm>
              <a:off x="6884365" y="6205772"/>
              <a:ext cx="619760" cy="1939925"/>
            </a:xfrm>
            <a:custGeom>
              <a:avLst/>
              <a:gdLst/>
              <a:ahLst/>
              <a:cxnLst/>
              <a:rect l="l" t="t" r="r" b="b"/>
              <a:pathLst>
                <a:path w="619759" h="1939925">
                  <a:moveTo>
                    <a:pt x="273799" y="1726018"/>
                  </a:moveTo>
                  <a:lnTo>
                    <a:pt x="0" y="1726018"/>
                  </a:lnTo>
                  <a:lnTo>
                    <a:pt x="0" y="1939404"/>
                  </a:lnTo>
                  <a:lnTo>
                    <a:pt x="273799" y="1939404"/>
                  </a:lnTo>
                  <a:lnTo>
                    <a:pt x="273799" y="1726018"/>
                  </a:lnTo>
                  <a:close/>
                </a:path>
                <a:path w="619759" h="1939925">
                  <a:moveTo>
                    <a:pt x="619556" y="0"/>
                  </a:moveTo>
                  <a:lnTo>
                    <a:pt x="319443" y="0"/>
                  </a:lnTo>
                  <a:lnTo>
                    <a:pt x="319443" y="28092"/>
                  </a:lnTo>
                  <a:lnTo>
                    <a:pt x="321640" y="38963"/>
                  </a:lnTo>
                  <a:lnTo>
                    <a:pt x="327634" y="47866"/>
                  </a:lnTo>
                  <a:lnTo>
                    <a:pt x="336486" y="53860"/>
                  </a:lnTo>
                  <a:lnTo>
                    <a:pt x="347281" y="56070"/>
                  </a:lnTo>
                  <a:lnTo>
                    <a:pt x="591807" y="56070"/>
                  </a:lnTo>
                  <a:lnTo>
                    <a:pt x="602602" y="53860"/>
                  </a:lnTo>
                  <a:lnTo>
                    <a:pt x="611416" y="47866"/>
                  </a:lnTo>
                  <a:lnTo>
                    <a:pt x="617372" y="38963"/>
                  </a:lnTo>
                  <a:lnTo>
                    <a:pt x="619556" y="28092"/>
                  </a:lnTo>
                  <a:lnTo>
                    <a:pt x="619556" y="0"/>
                  </a:lnTo>
                  <a:close/>
                </a:path>
              </a:pathLst>
            </a:custGeom>
            <a:solidFill>
              <a:srgbClr val="ADB3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 descr=""/>
            <p:cNvSpPr/>
            <p:nvPr/>
          </p:nvSpPr>
          <p:spPr>
            <a:xfrm>
              <a:off x="7245670" y="6261830"/>
              <a:ext cx="216535" cy="1670050"/>
            </a:xfrm>
            <a:custGeom>
              <a:avLst/>
              <a:gdLst/>
              <a:ahLst/>
              <a:cxnLst/>
              <a:rect l="l" t="t" r="r" b="b"/>
              <a:pathLst>
                <a:path w="216534" h="1670050">
                  <a:moveTo>
                    <a:pt x="205930" y="0"/>
                  </a:moveTo>
                  <a:lnTo>
                    <a:pt x="10491" y="0"/>
                  </a:lnTo>
                  <a:lnTo>
                    <a:pt x="0" y="1669938"/>
                  </a:lnTo>
                  <a:lnTo>
                    <a:pt x="216506" y="1669938"/>
                  </a:lnTo>
                  <a:lnTo>
                    <a:pt x="205930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 descr=""/>
            <p:cNvSpPr/>
            <p:nvPr/>
          </p:nvSpPr>
          <p:spPr>
            <a:xfrm>
              <a:off x="5584533" y="6205772"/>
              <a:ext cx="1906905" cy="1939925"/>
            </a:xfrm>
            <a:custGeom>
              <a:avLst/>
              <a:gdLst/>
              <a:ahLst/>
              <a:cxnLst/>
              <a:rect l="l" t="t" r="r" b="b"/>
              <a:pathLst>
                <a:path w="1906904" h="1939925">
                  <a:moveTo>
                    <a:pt x="300113" y="0"/>
                  </a:moveTo>
                  <a:lnTo>
                    <a:pt x="0" y="0"/>
                  </a:lnTo>
                  <a:lnTo>
                    <a:pt x="0" y="28092"/>
                  </a:lnTo>
                  <a:lnTo>
                    <a:pt x="2197" y="38963"/>
                  </a:lnTo>
                  <a:lnTo>
                    <a:pt x="8178" y="47866"/>
                  </a:lnTo>
                  <a:lnTo>
                    <a:pt x="17030" y="53860"/>
                  </a:lnTo>
                  <a:lnTo>
                    <a:pt x="27838" y="56070"/>
                  </a:lnTo>
                  <a:lnTo>
                    <a:pt x="272338" y="56070"/>
                  </a:lnTo>
                  <a:lnTo>
                    <a:pt x="283133" y="53860"/>
                  </a:lnTo>
                  <a:lnTo>
                    <a:pt x="291960" y="47866"/>
                  </a:lnTo>
                  <a:lnTo>
                    <a:pt x="297929" y="38963"/>
                  </a:lnTo>
                  <a:lnTo>
                    <a:pt x="300113" y="28092"/>
                  </a:lnTo>
                  <a:lnTo>
                    <a:pt x="300113" y="0"/>
                  </a:lnTo>
                  <a:close/>
                </a:path>
                <a:path w="1906904" h="1939925">
                  <a:moveTo>
                    <a:pt x="1906295" y="1726018"/>
                  </a:moveTo>
                  <a:lnTo>
                    <a:pt x="1632419" y="1726018"/>
                  </a:lnTo>
                  <a:lnTo>
                    <a:pt x="1632419" y="1939404"/>
                  </a:lnTo>
                  <a:lnTo>
                    <a:pt x="1906295" y="1939404"/>
                  </a:lnTo>
                  <a:lnTo>
                    <a:pt x="1906295" y="1726018"/>
                  </a:lnTo>
                  <a:close/>
                </a:path>
              </a:pathLst>
            </a:custGeom>
            <a:solidFill>
              <a:srgbClr val="ADB3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 descr=""/>
            <p:cNvSpPr/>
            <p:nvPr/>
          </p:nvSpPr>
          <p:spPr>
            <a:xfrm>
              <a:off x="5626289" y="6261830"/>
              <a:ext cx="217170" cy="1670050"/>
            </a:xfrm>
            <a:custGeom>
              <a:avLst/>
              <a:gdLst/>
              <a:ahLst/>
              <a:cxnLst/>
              <a:rect l="l" t="t" r="r" b="b"/>
              <a:pathLst>
                <a:path w="217170" h="1670050">
                  <a:moveTo>
                    <a:pt x="206014" y="0"/>
                  </a:moveTo>
                  <a:lnTo>
                    <a:pt x="10575" y="0"/>
                  </a:lnTo>
                  <a:lnTo>
                    <a:pt x="0" y="1669938"/>
                  </a:lnTo>
                  <a:lnTo>
                    <a:pt x="216590" y="1669938"/>
                  </a:lnTo>
                  <a:lnTo>
                    <a:pt x="206014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 descr=""/>
            <p:cNvSpPr/>
            <p:nvPr/>
          </p:nvSpPr>
          <p:spPr>
            <a:xfrm>
              <a:off x="5597662" y="7931779"/>
              <a:ext cx="274320" cy="213995"/>
            </a:xfrm>
            <a:custGeom>
              <a:avLst/>
              <a:gdLst/>
              <a:ahLst/>
              <a:cxnLst/>
              <a:rect l="l" t="t" r="r" b="b"/>
              <a:pathLst>
                <a:path w="274320" h="213995">
                  <a:moveTo>
                    <a:pt x="273855" y="0"/>
                  </a:moveTo>
                  <a:lnTo>
                    <a:pt x="0" y="0"/>
                  </a:lnTo>
                  <a:lnTo>
                    <a:pt x="0" y="213386"/>
                  </a:lnTo>
                  <a:lnTo>
                    <a:pt x="273855" y="213386"/>
                  </a:lnTo>
                  <a:lnTo>
                    <a:pt x="273855" y="0"/>
                  </a:lnTo>
                  <a:close/>
                </a:path>
              </a:pathLst>
            </a:custGeom>
            <a:solidFill>
              <a:srgbClr val="ADB3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 descr=""/>
            <p:cNvSpPr/>
            <p:nvPr/>
          </p:nvSpPr>
          <p:spPr>
            <a:xfrm>
              <a:off x="6190355" y="6328754"/>
              <a:ext cx="397510" cy="708025"/>
            </a:xfrm>
            <a:custGeom>
              <a:avLst/>
              <a:gdLst/>
              <a:ahLst/>
              <a:cxnLst/>
              <a:rect l="l" t="t" r="r" b="b"/>
              <a:pathLst>
                <a:path w="397509" h="708025">
                  <a:moveTo>
                    <a:pt x="198705" y="0"/>
                  </a:moveTo>
                  <a:lnTo>
                    <a:pt x="153278" y="5314"/>
                  </a:lnTo>
                  <a:lnTo>
                    <a:pt x="111506" y="20440"/>
                  </a:lnTo>
                  <a:lnTo>
                    <a:pt x="74604" y="44152"/>
                  </a:lnTo>
                  <a:lnTo>
                    <a:pt x="43787" y="75227"/>
                  </a:lnTo>
                  <a:lnTo>
                    <a:pt x="20271" y="112438"/>
                  </a:lnTo>
                  <a:lnTo>
                    <a:pt x="5270" y="154561"/>
                  </a:lnTo>
                  <a:lnTo>
                    <a:pt x="0" y="200370"/>
                  </a:lnTo>
                  <a:lnTo>
                    <a:pt x="0" y="707915"/>
                  </a:lnTo>
                  <a:lnTo>
                    <a:pt x="397495" y="707915"/>
                  </a:lnTo>
                  <a:lnTo>
                    <a:pt x="397495" y="200370"/>
                  </a:lnTo>
                  <a:lnTo>
                    <a:pt x="392220" y="154561"/>
                  </a:lnTo>
                  <a:lnTo>
                    <a:pt x="377207" y="112438"/>
                  </a:lnTo>
                  <a:lnTo>
                    <a:pt x="353675" y="75227"/>
                  </a:lnTo>
                  <a:lnTo>
                    <a:pt x="322840" y="44152"/>
                  </a:lnTo>
                  <a:lnTo>
                    <a:pt x="285922" y="20440"/>
                  </a:lnTo>
                  <a:lnTo>
                    <a:pt x="244137" y="5314"/>
                  </a:lnTo>
                  <a:lnTo>
                    <a:pt x="198705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 descr=""/>
            <p:cNvSpPr/>
            <p:nvPr/>
          </p:nvSpPr>
          <p:spPr>
            <a:xfrm>
              <a:off x="6229802" y="6369381"/>
              <a:ext cx="318770" cy="633730"/>
            </a:xfrm>
            <a:custGeom>
              <a:avLst/>
              <a:gdLst/>
              <a:ahLst/>
              <a:cxnLst/>
              <a:rect l="l" t="t" r="r" b="b"/>
              <a:pathLst>
                <a:path w="318770" h="633729">
                  <a:moveTo>
                    <a:pt x="159262" y="0"/>
                  </a:moveTo>
                  <a:lnTo>
                    <a:pt x="109064" y="8225"/>
                  </a:lnTo>
                  <a:lnTo>
                    <a:pt x="65363" y="31105"/>
                  </a:lnTo>
                  <a:lnTo>
                    <a:pt x="30834" y="65942"/>
                  </a:lnTo>
                  <a:lnTo>
                    <a:pt x="8154" y="110041"/>
                  </a:lnTo>
                  <a:lnTo>
                    <a:pt x="0" y="160707"/>
                  </a:lnTo>
                  <a:lnTo>
                    <a:pt x="0" y="633383"/>
                  </a:lnTo>
                  <a:lnTo>
                    <a:pt x="318608" y="633383"/>
                  </a:lnTo>
                  <a:lnTo>
                    <a:pt x="318608" y="160707"/>
                  </a:lnTo>
                  <a:lnTo>
                    <a:pt x="310450" y="110041"/>
                  </a:lnTo>
                  <a:lnTo>
                    <a:pt x="287762" y="65942"/>
                  </a:lnTo>
                  <a:lnTo>
                    <a:pt x="253217" y="31105"/>
                  </a:lnTo>
                  <a:lnTo>
                    <a:pt x="209492" y="8225"/>
                  </a:lnTo>
                  <a:lnTo>
                    <a:pt x="159262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 descr=""/>
            <p:cNvSpPr/>
            <p:nvPr/>
          </p:nvSpPr>
          <p:spPr>
            <a:xfrm>
              <a:off x="6190348" y="6517506"/>
              <a:ext cx="397510" cy="1478280"/>
            </a:xfrm>
            <a:custGeom>
              <a:avLst/>
              <a:gdLst/>
              <a:ahLst/>
              <a:cxnLst/>
              <a:rect l="l" t="t" r="r" b="b"/>
              <a:pathLst>
                <a:path w="397509" h="1478279">
                  <a:moveTo>
                    <a:pt x="378333" y="0"/>
                  </a:moveTo>
                  <a:lnTo>
                    <a:pt x="19177" y="0"/>
                  </a:lnTo>
                  <a:lnTo>
                    <a:pt x="19177" y="25831"/>
                  </a:lnTo>
                  <a:lnTo>
                    <a:pt x="186499" y="25831"/>
                  </a:lnTo>
                  <a:lnTo>
                    <a:pt x="186499" y="485254"/>
                  </a:lnTo>
                  <a:lnTo>
                    <a:pt x="210997" y="485254"/>
                  </a:lnTo>
                  <a:lnTo>
                    <a:pt x="210997" y="25831"/>
                  </a:lnTo>
                  <a:lnTo>
                    <a:pt x="378333" y="25831"/>
                  </a:lnTo>
                  <a:lnTo>
                    <a:pt x="378333" y="0"/>
                  </a:lnTo>
                  <a:close/>
                </a:path>
                <a:path w="397509" h="1478279">
                  <a:moveTo>
                    <a:pt x="397497" y="970457"/>
                  </a:moveTo>
                  <a:lnTo>
                    <a:pt x="392226" y="924636"/>
                  </a:lnTo>
                  <a:lnTo>
                    <a:pt x="377202" y="882510"/>
                  </a:lnTo>
                  <a:lnTo>
                    <a:pt x="353669" y="845299"/>
                  </a:lnTo>
                  <a:lnTo>
                    <a:pt x="322846" y="814222"/>
                  </a:lnTo>
                  <a:lnTo>
                    <a:pt x="285927" y="790511"/>
                  </a:lnTo>
                  <a:lnTo>
                    <a:pt x="244132" y="775398"/>
                  </a:lnTo>
                  <a:lnTo>
                    <a:pt x="198704" y="770077"/>
                  </a:lnTo>
                  <a:lnTo>
                    <a:pt x="153276" y="775398"/>
                  </a:lnTo>
                  <a:lnTo>
                    <a:pt x="111506" y="790511"/>
                  </a:lnTo>
                  <a:lnTo>
                    <a:pt x="74599" y="814222"/>
                  </a:lnTo>
                  <a:lnTo>
                    <a:pt x="43789" y="845299"/>
                  </a:lnTo>
                  <a:lnTo>
                    <a:pt x="20269" y="882510"/>
                  </a:lnTo>
                  <a:lnTo>
                    <a:pt x="5270" y="924636"/>
                  </a:lnTo>
                  <a:lnTo>
                    <a:pt x="0" y="970457"/>
                  </a:lnTo>
                  <a:lnTo>
                    <a:pt x="0" y="1477975"/>
                  </a:lnTo>
                  <a:lnTo>
                    <a:pt x="397497" y="1477975"/>
                  </a:lnTo>
                  <a:lnTo>
                    <a:pt x="397497" y="970457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 descr=""/>
            <p:cNvSpPr/>
            <p:nvPr/>
          </p:nvSpPr>
          <p:spPr>
            <a:xfrm>
              <a:off x="6229802" y="7328212"/>
              <a:ext cx="318770" cy="633730"/>
            </a:xfrm>
            <a:custGeom>
              <a:avLst/>
              <a:gdLst/>
              <a:ahLst/>
              <a:cxnLst/>
              <a:rect l="l" t="t" r="r" b="b"/>
              <a:pathLst>
                <a:path w="318770" h="633729">
                  <a:moveTo>
                    <a:pt x="159262" y="0"/>
                  </a:moveTo>
                  <a:lnTo>
                    <a:pt x="109064" y="8224"/>
                  </a:lnTo>
                  <a:lnTo>
                    <a:pt x="65363" y="31101"/>
                  </a:lnTo>
                  <a:lnTo>
                    <a:pt x="30834" y="65935"/>
                  </a:lnTo>
                  <a:lnTo>
                    <a:pt x="8154" y="110032"/>
                  </a:lnTo>
                  <a:lnTo>
                    <a:pt x="0" y="160696"/>
                  </a:lnTo>
                  <a:lnTo>
                    <a:pt x="0" y="633383"/>
                  </a:lnTo>
                  <a:lnTo>
                    <a:pt x="318608" y="633383"/>
                  </a:lnTo>
                  <a:lnTo>
                    <a:pt x="318608" y="160696"/>
                  </a:lnTo>
                  <a:lnTo>
                    <a:pt x="310450" y="110032"/>
                  </a:lnTo>
                  <a:lnTo>
                    <a:pt x="287762" y="65935"/>
                  </a:lnTo>
                  <a:lnTo>
                    <a:pt x="253217" y="31101"/>
                  </a:lnTo>
                  <a:lnTo>
                    <a:pt x="209492" y="8224"/>
                  </a:lnTo>
                  <a:lnTo>
                    <a:pt x="159262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 descr=""/>
            <p:cNvSpPr/>
            <p:nvPr/>
          </p:nvSpPr>
          <p:spPr>
            <a:xfrm>
              <a:off x="6209525" y="7476331"/>
              <a:ext cx="359410" cy="485775"/>
            </a:xfrm>
            <a:custGeom>
              <a:avLst/>
              <a:gdLst/>
              <a:ahLst/>
              <a:cxnLst/>
              <a:rect l="l" t="t" r="r" b="b"/>
              <a:pathLst>
                <a:path w="359409" h="485775">
                  <a:moveTo>
                    <a:pt x="359156" y="0"/>
                  </a:moveTo>
                  <a:lnTo>
                    <a:pt x="0" y="0"/>
                  </a:lnTo>
                  <a:lnTo>
                    <a:pt x="0" y="25819"/>
                  </a:lnTo>
                  <a:lnTo>
                    <a:pt x="167322" y="25819"/>
                  </a:lnTo>
                  <a:lnTo>
                    <a:pt x="167322" y="485279"/>
                  </a:lnTo>
                  <a:lnTo>
                    <a:pt x="191820" y="485279"/>
                  </a:lnTo>
                  <a:lnTo>
                    <a:pt x="191820" y="25819"/>
                  </a:lnTo>
                  <a:lnTo>
                    <a:pt x="359156" y="25819"/>
                  </a:lnTo>
                  <a:lnTo>
                    <a:pt x="359156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6" name="object 226" descr=""/>
          <p:cNvSpPr/>
          <p:nvPr/>
        </p:nvSpPr>
        <p:spPr>
          <a:xfrm>
            <a:off x="5207978" y="8205844"/>
            <a:ext cx="9714865" cy="257810"/>
          </a:xfrm>
          <a:custGeom>
            <a:avLst/>
            <a:gdLst/>
            <a:ahLst/>
            <a:cxnLst/>
            <a:rect l="l" t="t" r="r" b="b"/>
            <a:pathLst>
              <a:path w="9714865" h="257809">
                <a:moveTo>
                  <a:pt x="9710293" y="103416"/>
                </a:moveTo>
                <a:lnTo>
                  <a:pt x="0" y="103416"/>
                </a:lnTo>
                <a:lnTo>
                  <a:pt x="0" y="164934"/>
                </a:lnTo>
                <a:lnTo>
                  <a:pt x="9710293" y="164934"/>
                </a:lnTo>
                <a:lnTo>
                  <a:pt x="9710293" y="103416"/>
                </a:lnTo>
                <a:close/>
              </a:path>
              <a:path w="9714865" h="257809">
                <a:moveTo>
                  <a:pt x="9710293" y="0"/>
                </a:moveTo>
                <a:lnTo>
                  <a:pt x="0" y="0"/>
                </a:lnTo>
                <a:lnTo>
                  <a:pt x="0" y="61518"/>
                </a:lnTo>
                <a:lnTo>
                  <a:pt x="9710293" y="61518"/>
                </a:lnTo>
                <a:lnTo>
                  <a:pt x="9710293" y="0"/>
                </a:lnTo>
                <a:close/>
              </a:path>
              <a:path w="9714865" h="257809">
                <a:moveTo>
                  <a:pt x="9714852" y="195859"/>
                </a:moveTo>
                <a:lnTo>
                  <a:pt x="4559" y="195859"/>
                </a:lnTo>
                <a:lnTo>
                  <a:pt x="4559" y="257403"/>
                </a:lnTo>
                <a:lnTo>
                  <a:pt x="9714852" y="257403"/>
                </a:lnTo>
                <a:lnTo>
                  <a:pt x="9714852" y="195859"/>
                </a:lnTo>
                <a:close/>
              </a:path>
            </a:pathLst>
          </a:custGeom>
          <a:solidFill>
            <a:srgbClr val="ADB3C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27" name="object 227" descr=""/>
          <p:cNvGrpSpPr/>
          <p:nvPr/>
        </p:nvGrpSpPr>
        <p:grpSpPr>
          <a:xfrm>
            <a:off x="8375521" y="3755976"/>
            <a:ext cx="3350895" cy="2313305"/>
            <a:chOff x="8375521" y="3755976"/>
            <a:chExt cx="3350895" cy="2313305"/>
          </a:xfrm>
        </p:grpSpPr>
        <p:sp>
          <p:nvSpPr>
            <p:cNvPr id="228" name="object 228" descr=""/>
            <p:cNvSpPr/>
            <p:nvPr/>
          </p:nvSpPr>
          <p:spPr>
            <a:xfrm>
              <a:off x="8880023" y="4872406"/>
              <a:ext cx="2341880" cy="110489"/>
            </a:xfrm>
            <a:custGeom>
              <a:avLst/>
              <a:gdLst/>
              <a:ahLst/>
              <a:cxnLst/>
              <a:rect l="l" t="t" r="r" b="b"/>
              <a:pathLst>
                <a:path w="2341879" h="110489">
                  <a:moveTo>
                    <a:pt x="2341331" y="0"/>
                  </a:moveTo>
                  <a:lnTo>
                    <a:pt x="0" y="0"/>
                  </a:lnTo>
                  <a:lnTo>
                    <a:pt x="0" y="110111"/>
                  </a:lnTo>
                  <a:lnTo>
                    <a:pt x="2341331" y="110111"/>
                  </a:lnTo>
                  <a:lnTo>
                    <a:pt x="2341331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 descr=""/>
            <p:cNvSpPr/>
            <p:nvPr/>
          </p:nvSpPr>
          <p:spPr>
            <a:xfrm>
              <a:off x="9089023" y="5007311"/>
              <a:ext cx="198755" cy="354330"/>
            </a:xfrm>
            <a:custGeom>
              <a:avLst/>
              <a:gdLst/>
              <a:ahLst/>
              <a:cxnLst/>
              <a:rect l="l" t="t" r="r" b="b"/>
              <a:pathLst>
                <a:path w="198754" h="354329">
                  <a:moveTo>
                    <a:pt x="99358" y="0"/>
                  </a:moveTo>
                  <a:lnTo>
                    <a:pt x="60779" y="7901"/>
                  </a:lnTo>
                  <a:lnTo>
                    <a:pt x="29186" y="29419"/>
                  </a:lnTo>
                  <a:lnTo>
                    <a:pt x="7839" y="61273"/>
                  </a:lnTo>
                  <a:lnTo>
                    <a:pt x="0" y="100185"/>
                  </a:lnTo>
                  <a:lnTo>
                    <a:pt x="0" y="353947"/>
                  </a:lnTo>
                  <a:lnTo>
                    <a:pt x="198705" y="353947"/>
                  </a:lnTo>
                  <a:lnTo>
                    <a:pt x="198705" y="100185"/>
                  </a:lnTo>
                  <a:lnTo>
                    <a:pt x="190870" y="61273"/>
                  </a:lnTo>
                  <a:lnTo>
                    <a:pt x="169532" y="29419"/>
                  </a:lnTo>
                  <a:lnTo>
                    <a:pt x="137944" y="7901"/>
                  </a:lnTo>
                  <a:lnTo>
                    <a:pt x="99358" y="0"/>
                  </a:lnTo>
                  <a:close/>
                </a:path>
              </a:pathLst>
            </a:custGeom>
            <a:solidFill>
              <a:srgbClr val="ADB3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 descr=""/>
            <p:cNvSpPr/>
            <p:nvPr/>
          </p:nvSpPr>
          <p:spPr>
            <a:xfrm>
              <a:off x="9108718" y="5027678"/>
              <a:ext cx="159385" cy="316865"/>
            </a:xfrm>
            <a:custGeom>
              <a:avLst/>
              <a:gdLst/>
              <a:ahLst/>
              <a:cxnLst/>
              <a:rect l="l" t="t" r="r" b="b"/>
              <a:pathLst>
                <a:path w="159384" h="316864">
                  <a:moveTo>
                    <a:pt x="79662" y="0"/>
                  </a:moveTo>
                  <a:lnTo>
                    <a:pt x="48719" y="6336"/>
                  </a:lnTo>
                  <a:lnTo>
                    <a:pt x="23390" y="23592"/>
                  </a:lnTo>
                  <a:lnTo>
                    <a:pt x="6282" y="49134"/>
                  </a:lnTo>
                  <a:lnTo>
                    <a:pt x="0" y="80332"/>
                  </a:lnTo>
                  <a:lnTo>
                    <a:pt x="0" y="316670"/>
                  </a:lnTo>
                  <a:lnTo>
                    <a:pt x="159345" y="316670"/>
                  </a:lnTo>
                  <a:lnTo>
                    <a:pt x="159345" y="80332"/>
                  </a:lnTo>
                  <a:lnTo>
                    <a:pt x="153060" y="49134"/>
                  </a:lnTo>
                  <a:lnTo>
                    <a:pt x="135944" y="23592"/>
                  </a:lnTo>
                  <a:lnTo>
                    <a:pt x="110608" y="6336"/>
                  </a:lnTo>
                  <a:lnTo>
                    <a:pt x="79662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 descr=""/>
            <p:cNvSpPr/>
            <p:nvPr/>
          </p:nvSpPr>
          <p:spPr>
            <a:xfrm>
              <a:off x="9098560" y="5007311"/>
              <a:ext cx="433705" cy="354330"/>
            </a:xfrm>
            <a:custGeom>
              <a:avLst/>
              <a:gdLst/>
              <a:ahLst/>
              <a:cxnLst/>
              <a:rect l="l" t="t" r="r" b="b"/>
              <a:pathLst>
                <a:path w="433704" h="354329">
                  <a:moveTo>
                    <a:pt x="179603" y="94386"/>
                  </a:moveTo>
                  <a:lnTo>
                    <a:pt x="0" y="94386"/>
                  </a:lnTo>
                  <a:lnTo>
                    <a:pt x="0" y="107289"/>
                  </a:lnTo>
                  <a:lnTo>
                    <a:pt x="83718" y="107289"/>
                  </a:lnTo>
                  <a:lnTo>
                    <a:pt x="83718" y="337045"/>
                  </a:lnTo>
                  <a:lnTo>
                    <a:pt x="95910" y="337045"/>
                  </a:lnTo>
                  <a:lnTo>
                    <a:pt x="95910" y="107289"/>
                  </a:lnTo>
                  <a:lnTo>
                    <a:pt x="179603" y="107289"/>
                  </a:lnTo>
                  <a:lnTo>
                    <a:pt x="179603" y="94386"/>
                  </a:lnTo>
                  <a:close/>
                </a:path>
                <a:path w="433704" h="354329">
                  <a:moveTo>
                    <a:pt x="433692" y="100190"/>
                  </a:moveTo>
                  <a:lnTo>
                    <a:pt x="425843" y="61277"/>
                  </a:lnTo>
                  <a:lnTo>
                    <a:pt x="404482" y="29425"/>
                  </a:lnTo>
                  <a:lnTo>
                    <a:pt x="372884" y="7912"/>
                  </a:lnTo>
                  <a:lnTo>
                    <a:pt x="334238" y="0"/>
                  </a:lnTo>
                  <a:lnTo>
                    <a:pt x="295656" y="7912"/>
                  </a:lnTo>
                  <a:lnTo>
                    <a:pt x="264071" y="29425"/>
                  </a:lnTo>
                  <a:lnTo>
                    <a:pt x="242722" y="61277"/>
                  </a:lnTo>
                  <a:lnTo>
                    <a:pt x="234886" y="100190"/>
                  </a:lnTo>
                  <a:lnTo>
                    <a:pt x="234886" y="353949"/>
                  </a:lnTo>
                  <a:lnTo>
                    <a:pt x="433692" y="353949"/>
                  </a:lnTo>
                  <a:lnTo>
                    <a:pt x="433692" y="100190"/>
                  </a:lnTo>
                  <a:close/>
                </a:path>
              </a:pathLst>
            </a:custGeom>
            <a:solidFill>
              <a:srgbClr val="ADB3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 descr=""/>
            <p:cNvSpPr/>
            <p:nvPr/>
          </p:nvSpPr>
          <p:spPr>
            <a:xfrm>
              <a:off x="9353231" y="5027678"/>
              <a:ext cx="159385" cy="316865"/>
            </a:xfrm>
            <a:custGeom>
              <a:avLst/>
              <a:gdLst/>
              <a:ahLst/>
              <a:cxnLst/>
              <a:rect l="l" t="t" r="r" b="b"/>
              <a:pathLst>
                <a:path w="159384" h="316864">
                  <a:moveTo>
                    <a:pt x="79568" y="0"/>
                  </a:moveTo>
                  <a:lnTo>
                    <a:pt x="48688" y="6336"/>
                  </a:lnTo>
                  <a:lnTo>
                    <a:pt x="23386" y="23592"/>
                  </a:lnTo>
                  <a:lnTo>
                    <a:pt x="6283" y="49134"/>
                  </a:lnTo>
                  <a:lnTo>
                    <a:pt x="0" y="80332"/>
                  </a:lnTo>
                  <a:lnTo>
                    <a:pt x="0" y="316670"/>
                  </a:lnTo>
                  <a:lnTo>
                    <a:pt x="159262" y="316670"/>
                  </a:lnTo>
                  <a:lnTo>
                    <a:pt x="159262" y="80332"/>
                  </a:lnTo>
                  <a:lnTo>
                    <a:pt x="152976" y="49134"/>
                  </a:lnTo>
                  <a:lnTo>
                    <a:pt x="135859" y="23592"/>
                  </a:lnTo>
                  <a:lnTo>
                    <a:pt x="110520" y="6336"/>
                  </a:lnTo>
                  <a:lnTo>
                    <a:pt x="79568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 descr=""/>
            <p:cNvSpPr/>
            <p:nvPr/>
          </p:nvSpPr>
          <p:spPr>
            <a:xfrm>
              <a:off x="9343073" y="5007311"/>
              <a:ext cx="436880" cy="354330"/>
            </a:xfrm>
            <a:custGeom>
              <a:avLst/>
              <a:gdLst/>
              <a:ahLst/>
              <a:cxnLst/>
              <a:rect l="l" t="t" r="r" b="b"/>
              <a:pathLst>
                <a:path w="436879" h="354329">
                  <a:moveTo>
                    <a:pt x="179539" y="94386"/>
                  </a:moveTo>
                  <a:lnTo>
                    <a:pt x="0" y="94386"/>
                  </a:lnTo>
                  <a:lnTo>
                    <a:pt x="0" y="107289"/>
                  </a:lnTo>
                  <a:lnTo>
                    <a:pt x="83629" y="107289"/>
                  </a:lnTo>
                  <a:lnTo>
                    <a:pt x="83629" y="337045"/>
                  </a:lnTo>
                  <a:lnTo>
                    <a:pt x="95910" y="337045"/>
                  </a:lnTo>
                  <a:lnTo>
                    <a:pt x="95910" y="107289"/>
                  </a:lnTo>
                  <a:lnTo>
                    <a:pt x="179539" y="107289"/>
                  </a:lnTo>
                  <a:lnTo>
                    <a:pt x="179539" y="94386"/>
                  </a:lnTo>
                  <a:close/>
                </a:path>
                <a:path w="436879" h="354329">
                  <a:moveTo>
                    <a:pt x="436257" y="100190"/>
                  </a:moveTo>
                  <a:lnTo>
                    <a:pt x="428421" y="61277"/>
                  </a:lnTo>
                  <a:lnTo>
                    <a:pt x="407085" y="29425"/>
                  </a:lnTo>
                  <a:lnTo>
                    <a:pt x="375500" y="7912"/>
                  </a:lnTo>
                  <a:lnTo>
                    <a:pt x="336842" y="0"/>
                  </a:lnTo>
                  <a:lnTo>
                    <a:pt x="298246" y="7912"/>
                  </a:lnTo>
                  <a:lnTo>
                    <a:pt x="266661" y="29425"/>
                  </a:lnTo>
                  <a:lnTo>
                    <a:pt x="245313" y="61277"/>
                  </a:lnTo>
                  <a:lnTo>
                    <a:pt x="237477" y="100190"/>
                  </a:lnTo>
                  <a:lnTo>
                    <a:pt x="237477" y="353949"/>
                  </a:lnTo>
                  <a:lnTo>
                    <a:pt x="436257" y="353949"/>
                  </a:lnTo>
                  <a:lnTo>
                    <a:pt x="436257" y="100190"/>
                  </a:lnTo>
                  <a:close/>
                </a:path>
              </a:pathLst>
            </a:custGeom>
            <a:solidFill>
              <a:srgbClr val="ADB3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 descr=""/>
            <p:cNvSpPr/>
            <p:nvPr/>
          </p:nvSpPr>
          <p:spPr>
            <a:xfrm>
              <a:off x="9600326" y="5027678"/>
              <a:ext cx="159385" cy="316865"/>
            </a:xfrm>
            <a:custGeom>
              <a:avLst/>
              <a:gdLst/>
              <a:ahLst/>
              <a:cxnLst/>
              <a:rect l="l" t="t" r="r" b="b"/>
              <a:pathLst>
                <a:path w="159384" h="316864">
                  <a:moveTo>
                    <a:pt x="79652" y="0"/>
                  </a:moveTo>
                  <a:lnTo>
                    <a:pt x="48719" y="6336"/>
                  </a:lnTo>
                  <a:lnTo>
                    <a:pt x="23393" y="23592"/>
                  </a:lnTo>
                  <a:lnTo>
                    <a:pt x="6283" y="49134"/>
                  </a:lnTo>
                  <a:lnTo>
                    <a:pt x="0" y="80332"/>
                  </a:lnTo>
                  <a:lnTo>
                    <a:pt x="0" y="316670"/>
                  </a:lnTo>
                  <a:lnTo>
                    <a:pt x="159251" y="316670"/>
                  </a:lnTo>
                  <a:lnTo>
                    <a:pt x="159251" y="80332"/>
                  </a:lnTo>
                  <a:lnTo>
                    <a:pt x="152967" y="49134"/>
                  </a:lnTo>
                  <a:lnTo>
                    <a:pt x="135861" y="23592"/>
                  </a:lnTo>
                  <a:lnTo>
                    <a:pt x="110549" y="6336"/>
                  </a:lnTo>
                  <a:lnTo>
                    <a:pt x="79652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9590189" y="5007311"/>
              <a:ext cx="434340" cy="354330"/>
            </a:xfrm>
            <a:custGeom>
              <a:avLst/>
              <a:gdLst/>
              <a:ahLst/>
              <a:cxnLst/>
              <a:rect l="l" t="t" r="r" b="b"/>
              <a:pathLst>
                <a:path w="434340" h="354329">
                  <a:moveTo>
                    <a:pt x="179514" y="94386"/>
                  </a:moveTo>
                  <a:lnTo>
                    <a:pt x="0" y="94386"/>
                  </a:lnTo>
                  <a:lnTo>
                    <a:pt x="0" y="107289"/>
                  </a:lnTo>
                  <a:lnTo>
                    <a:pt x="83604" y="107289"/>
                  </a:lnTo>
                  <a:lnTo>
                    <a:pt x="83604" y="337045"/>
                  </a:lnTo>
                  <a:lnTo>
                    <a:pt x="95910" y="337045"/>
                  </a:lnTo>
                  <a:lnTo>
                    <a:pt x="95910" y="107289"/>
                  </a:lnTo>
                  <a:lnTo>
                    <a:pt x="179514" y="107289"/>
                  </a:lnTo>
                  <a:lnTo>
                    <a:pt x="179514" y="94386"/>
                  </a:lnTo>
                  <a:close/>
                </a:path>
                <a:path w="434340" h="354329">
                  <a:moveTo>
                    <a:pt x="433832" y="100190"/>
                  </a:moveTo>
                  <a:lnTo>
                    <a:pt x="425996" y="61277"/>
                  </a:lnTo>
                  <a:lnTo>
                    <a:pt x="404660" y="29425"/>
                  </a:lnTo>
                  <a:lnTo>
                    <a:pt x="373075" y="7912"/>
                  </a:lnTo>
                  <a:lnTo>
                    <a:pt x="334492" y="0"/>
                  </a:lnTo>
                  <a:lnTo>
                    <a:pt x="295897" y="7912"/>
                  </a:lnTo>
                  <a:lnTo>
                    <a:pt x="264312" y="29425"/>
                  </a:lnTo>
                  <a:lnTo>
                    <a:pt x="242976" y="61277"/>
                  </a:lnTo>
                  <a:lnTo>
                    <a:pt x="235140" y="100190"/>
                  </a:lnTo>
                  <a:lnTo>
                    <a:pt x="235140" y="353949"/>
                  </a:lnTo>
                  <a:lnTo>
                    <a:pt x="433832" y="353949"/>
                  </a:lnTo>
                  <a:lnTo>
                    <a:pt x="433832" y="100190"/>
                  </a:lnTo>
                  <a:close/>
                </a:path>
              </a:pathLst>
            </a:custGeom>
            <a:solidFill>
              <a:srgbClr val="ADB3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9845021" y="5027678"/>
              <a:ext cx="159385" cy="316865"/>
            </a:xfrm>
            <a:custGeom>
              <a:avLst/>
              <a:gdLst/>
              <a:ahLst/>
              <a:cxnLst/>
              <a:rect l="l" t="t" r="r" b="b"/>
              <a:pathLst>
                <a:path w="159384" h="316864">
                  <a:moveTo>
                    <a:pt x="79662" y="0"/>
                  </a:moveTo>
                  <a:lnTo>
                    <a:pt x="48723" y="6336"/>
                  </a:lnTo>
                  <a:lnTo>
                    <a:pt x="23394" y="23592"/>
                  </a:lnTo>
                  <a:lnTo>
                    <a:pt x="6283" y="49134"/>
                  </a:lnTo>
                  <a:lnTo>
                    <a:pt x="0" y="80332"/>
                  </a:lnTo>
                  <a:lnTo>
                    <a:pt x="0" y="316670"/>
                  </a:lnTo>
                  <a:lnTo>
                    <a:pt x="159251" y="316670"/>
                  </a:lnTo>
                  <a:lnTo>
                    <a:pt x="159251" y="80332"/>
                  </a:lnTo>
                  <a:lnTo>
                    <a:pt x="152979" y="49134"/>
                  </a:lnTo>
                  <a:lnTo>
                    <a:pt x="135893" y="23592"/>
                  </a:lnTo>
                  <a:lnTo>
                    <a:pt x="110589" y="6336"/>
                  </a:lnTo>
                  <a:lnTo>
                    <a:pt x="79662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 descr=""/>
            <p:cNvSpPr/>
            <p:nvPr/>
          </p:nvSpPr>
          <p:spPr>
            <a:xfrm>
              <a:off x="9834855" y="5007311"/>
              <a:ext cx="442595" cy="354330"/>
            </a:xfrm>
            <a:custGeom>
              <a:avLst/>
              <a:gdLst/>
              <a:ahLst/>
              <a:cxnLst/>
              <a:rect l="l" t="t" r="r" b="b"/>
              <a:pathLst>
                <a:path w="442595" h="354329">
                  <a:moveTo>
                    <a:pt x="179628" y="94386"/>
                  </a:moveTo>
                  <a:lnTo>
                    <a:pt x="0" y="94386"/>
                  </a:lnTo>
                  <a:lnTo>
                    <a:pt x="0" y="107289"/>
                  </a:lnTo>
                  <a:lnTo>
                    <a:pt x="83705" y="107289"/>
                  </a:lnTo>
                  <a:lnTo>
                    <a:pt x="83705" y="337045"/>
                  </a:lnTo>
                  <a:lnTo>
                    <a:pt x="95935" y="337045"/>
                  </a:lnTo>
                  <a:lnTo>
                    <a:pt x="95935" y="107289"/>
                  </a:lnTo>
                  <a:lnTo>
                    <a:pt x="179628" y="107289"/>
                  </a:lnTo>
                  <a:lnTo>
                    <a:pt x="179628" y="94386"/>
                  </a:lnTo>
                  <a:close/>
                </a:path>
                <a:path w="442595" h="354329">
                  <a:moveTo>
                    <a:pt x="442277" y="100190"/>
                  </a:moveTo>
                  <a:lnTo>
                    <a:pt x="434416" y="61277"/>
                  </a:lnTo>
                  <a:lnTo>
                    <a:pt x="413054" y="29425"/>
                  </a:lnTo>
                  <a:lnTo>
                    <a:pt x="381444" y="7912"/>
                  </a:lnTo>
                  <a:lnTo>
                    <a:pt x="342849" y="0"/>
                  </a:lnTo>
                  <a:lnTo>
                    <a:pt x="304266" y="7912"/>
                  </a:lnTo>
                  <a:lnTo>
                    <a:pt x="272669" y="29425"/>
                  </a:lnTo>
                  <a:lnTo>
                    <a:pt x="251333" y="61277"/>
                  </a:lnTo>
                  <a:lnTo>
                    <a:pt x="243497" y="100190"/>
                  </a:lnTo>
                  <a:lnTo>
                    <a:pt x="243497" y="353949"/>
                  </a:lnTo>
                  <a:lnTo>
                    <a:pt x="442277" y="353949"/>
                  </a:lnTo>
                  <a:lnTo>
                    <a:pt x="442277" y="100190"/>
                  </a:lnTo>
                  <a:close/>
                </a:path>
              </a:pathLst>
            </a:custGeom>
            <a:solidFill>
              <a:srgbClr val="ADB3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 descr=""/>
            <p:cNvSpPr/>
            <p:nvPr/>
          </p:nvSpPr>
          <p:spPr>
            <a:xfrm>
              <a:off x="10098112" y="5027678"/>
              <a:ext cx="159385" cy="316865"/>
            </a:xfrm>
            <a:custGeom>
              <a:avLst/>
              <a:gdLst/>
              <a:ahLst/>
              <a:cxnLst/>
              <a:rect l="l" t="t" r="r" b="b"/>
              <a:pathLst>
                <a:path w="159384" h="316864">
                  <a:moveTo>
                    <a:pt x="79599" y="0"/>
                  </a:moveTo>
                  <a:lnTo>
                    <a:pt x="48662" y="6336"/>
                  </a:lnTo>
                  <a:lnTo>
                    <a:pt x="23355" y="23592"/>
                  </a:lnTo>
                  <a:lnTo>
                    <a:pt x="6270" y="49134"/>
                  </a:lnTo>
                  <a:lnTo>
                    <a:pt x="0" y="80332"/>
                  </a:lnTo>
                  <a:lnTo>
                    <a:pt x="0" y="316670"/>
                  </a:lnTo>
                  <a:lnTo>
                    <a:pt x="159262" y="316670"/>
                  </a:lnTo>
                  <a:lnTo>
                    <a:pt x="159262" y="80332"/>
                  </a:lnTo>
                  <a:lnTo>
                    <a:pt x="152978" y="49134"/>
                  </a:lnTo>
                  <a:lnTo>
                    <a:pt x="135867" y="23592"/>
                  </a:lnTo>
                  <a:lnTo>
                    <a:pt x="110538" y="6336"/>
                  </a:lnTo>
                  <a:lnTo>
                    <a:pt x="79599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 descr=""/>
            <p:cNvSpPr/>
            <p:nvPr/>
          </p:nvSpPr>
          <p:spPr>
            <a:xfrm>
              <a:off x="10087890" y="5007311"/>
              <a:ext cx="433070" cy="354330"/>
            </a:xfrm>
            <a:custGeom>
              <a:avLst/>
              <a:gdLst/>
              <a:ahLst/>
              <a:cxnLst/>
              <a:rect l="l" t="t" r="r" b="b"/>
              <a:pathLst>
                <a:path w="433070" h="354329">
                  <a:moveTo>
                    <a:pt x="179628" y="94386"/>
                  </a:moveTo>
                  <a:lnTo>
                    <a:pt x="0" y="94386"/>
                  </a:lnTo>
                  <a:lnTo>
                    <a:pt x="0" y="107289"/>
                  </a:lnTo>
                  <a:lnTo>
                    <a:pt x="83705" y="107289"/>
                  </a:lnTo>
                  <a:lnTo>
                    <a:pt x="83705" y="337045"/>
                  </a:lnTo>
                  <a:lnTo>
                    <a:pt x="95935" y="337045"/>
                  </a:lnTo>
                  <a:lnTo>
                    <a:pt x="95935" y="107289"/>
                  </a:lnTo>
                  <a:lnTo>
                    <a:pt x="179628" y="107289"/>
                  </a:lnTo>
                  <a:lnTo>
                    <a:pt x="179628" y="94386"/>
                  </a:lnTo>
                  <a:close/>
                </a:path>
                <a:path w="433070" h="354329">
                  <a:moveTo>
                    <a:pt x="432904" y="100190"/>
                  </a:moveTo>
                  <a:lnTo>
                    <a:pt x="425069" y="61277"/>
                  </a:lnTo>
                  <a:lnTo>
                    <a:pt x="403720" y="29425"/>
                  </a:lnTo>
                  <a:lnTo>
                    <a:pt x="372135" y="7912"/>
                  </a:lnTo>
                  <a:lnTo>
                    <a:pt x="333540" y="0"/>
                  </a:lnTo>
                  <a:lnTo>
                    <a:pt x="294957" y="7912"/>
                  </a:lnTo>
                  <a:lnTo>
                    <a:pt x="263372" y="29425"/>
                  </a:lnTo>
                  <a:lnTo>
                    <a:pt x="242023" y="61277"/>
                  </a:lnTo>
                  <a:lnTo>
                    <a:pt x="234175" y="100190"/>
                  </a:lnTo>
                  <a:lnTo>
                    <a:pt x="234175" y="353949"/>
                  </a:lnTo>
                  <a:lnTo>
                    <a:pt x="432904" y="353949"/>
                  </a:lnTo>
                  <a:lnTo>
                    <a:pt x="432904" y="100190"/>
                  </a:lnTo>
                  <a:close/>
                </a:path>
              </a:pathLst>
            </a:custGeom>
            <a:solidFill>
              <a:srgbClr val="ADB3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 descr=""/>
            <p:cNvSpPr/>
            <p:nvPr/>
          </p:nvSpPr>
          <p:spPr>
            <a:xfrm>
              <a:off x="10341777" y="5027678"/>
              <a:ext cx="159385" cy="316865"/>
            </a:xfrm>
            <a:custGeom>
              <a:avLst/>
              <a:gdLst/>
              <a:ahLst/>
              <a:cxnLst/>
              <a:rect l="l" t="t" r="r" b="b"/>
              <a:pathLst>
                <a:path w="159384" h="316864">
                  <a:moveTo>
                    <a:pt x="79662" y="0"/>
                  </a:moveTo>
                  <a:lnTo>
                    <a:pt x="48719" y="6336"/>
                  </a:lnTo>
                  <a:lnTo>
                    <a:pt x="23390" y="23592"/>
                  </a:lnTo>
                  <a:lnTo>
                    <a:pt x="6282" y="49134"/>
                  </a:lnTo>
                  <a:lnTo>
                    <a:pt x="0" y="80332"/>
                  </a:lnTo>
                  <a:lnTo>
                    <a:pt x="0" y="316670"/>
                  </a:lnTo>
                  <a:lnTo>
                    <a:pt x="159345" y="316670"/>
                  </a:lnTo>
                  <a:lnTo>
                    <a:pt x="159345" y="80332"/>
                  </a:lnTo>
                  <a:lnTo>
                    <a:pt x="153060" y="49134"/>
                  </a:lnTo>
                  <a:lnTo>
                    <a:pt x="135944" y="23592"/>
                  </a:lnTo>
                  <a:lnTo>
                    <a:pt x="110608" y="6336"/>
                  </a:lnTo>
                  <a:lnTo>
                    <a:pt x="79662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 descr=""/>
            <p:cNvSpPr/>
            <p:nvPr/>
          </p:nvSpPr>
          <p:spPr>
            <a:xfrm>
              <a:off x="10331628" y="5007311"/>
              <a:ext cx="434340" cy="354330"/>
            </a:xfrm>
            <a:custGeom>
              <a:avLst/>
              <a:gdLst/>
              <a:ahLst/>
              <a:cxnLst/>
              <a:rect l="l" t="t" r="r" b="b"/>
              <a:pathLst>
                <a:path w="434340" h="354329">
                  <a:moveTo>
                    <a:pt x="179590" y="94386"/>
                  </a:moveTo>
                  <a:lnTo>
                    <a:pt x="0" y="94386"/>
                  </a:lnTo>
                  <a:lnTo>
                    <a:pt x="0" y="107289"/>
                  </a:lnTo>
                  <a:lnTo>
                    <a:pt x="83705" y="107289"/>
                  </a:lnTo>
                  <a:lnTo>
                    <a:pt x="83705" y="337045"/>
                  </a:lnTo>
                  <a:lnTo>
                    <a:pt x="95935" y="337045"/>
                  </a:lnTo>
                  <a:lnTo>
                    <a:pt x="95935" y="107289"/>
                  </a:lnTo>
                  <a:lnTo>
                    <a:pt x="179590" y="107289"/>
                  </a:lnTo>
                  <a:lnTo>
                    <a:pt x="179590" y="94386"/>
                  </a:lnTo>
                  <a:close/>
                </a:path>
                <a:path w="434340" h="354329">
                  <a:moveTo>
                    <a:pt x="433946" y="100190"/>
                  </a:moveTo>
                  <a:lnTo>
                    <a:pt x="426110" y="61277"/>
                  </a:lnTo>
                  <a:lnTo>
                    <a:pt x="404761" y="29425"/>
                  </a:lnTo>
                  <a:lnTo>
                    <a:pt x="373164" y="7912"/>
                  </a:lnTo>
                  <a:lnTo>
                    <a:pt x="334505" y="0"/>
                  </a:lnTo>
                  <a:lnTo>
                    <a:pt x="295910" y="7912"/>
                  </a:lnTo>
                  <a:lnTo>
                    <a:pt x="264312" y="29425"/>
                  </a:lnTo>
                  <a:lnTo>
                    <a:pt x="242976" y="61277"/>
                  </a:lnTo>
                  <a:lnTo>
                    <a:pt x="235140" y="100190"/>
                  </a:lnTo>
                  <a:lnTo>
                    <a:pt x="235140" y="353949"/>
                  </a:lnTo>
                  <a:lnTo>
                    <a:pt x="433946" y="353949"/>
                  </a:lnTo>
                  <a:lnTo>
                    <a:pt x="433946" y="100190"/>
                  </a:lnTo>
                  <a:close/>
                </a:path>
              </a:pathLst>
            </a:custGeom>
            <a:solidFill>
              <a:srgbClr val="ADB3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 descr=""/>
            <p:cNvSpPr/>
            <p:nvPr/>
          </p:nvSpPr>
          <p:spPr>
            <a:xfrm>
              <a:off x="10586540" y="5027678"/>
              <a:ext cx="159385" cy="316865"/>
            </a:xfrm>
            <a:custGeom>
              <a:avLst/>
              <a:gdLst/>
              <a:ahLst/>
              <a:cxnLst/>
              <a:rect l="l" t="t" r="r" b="b"/>
              <a:pathLst>
                <a:path w="159384" h="316864">
                  <a:moveTo>
                    <a:pt x="79589" y="0"/>
                  </a:moveTo>
                  <a:lnTo>
                    <a:pt x="48693" y="6336"/>
                  </a:lnTo>
                  <a:lnTo>
                    <a:pt x="23385" y="23592"/>
                  </a:lnTo>
                  <a:lnTo>
                    <a:pt x="6282" y="49134"/>
                  </a:lnTo>
                  <a:lnTo>
                    <a:pt x="0" y="80332"/>
                  </a:lnTo>
                  <a:lnTo>
                    <a:pt x="0" y="316670"/>
                  </a:lnTo>
                  <a:lnTo>
                    <a:pt x="159251" y="316670"/>
                  </a:lnTo>
                  <a:lnTo>
                    <a:pt x="159251" y="80332"/>
                  </a:lnTo>
                  <a:lnTo>
                    <a:pt x="152968" y="49134"/>
                  </a:lnTo>
                  <a:lnTo>
                    <a:pt x="135857" y="23592"/>
                  </a:lnTo>
                  <a:lnTo>
                    <a:pt x="110527" y="6336"/>
                  </a:lnTo>
                  <a:lnTo>
                    <a:pt x="79589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 descr=""/>
            <p:cNvSpPr/>
            <p:nvPr/>
          </p:nvSpPr>
          <p:spPr>
            <a:xfrm>
              <a:off x="10576395" y="5007311"/>
              <a:ext cx="433705" cy="354330"/>
            </a:xfrm>
            <a:custGeom>
              <a:avLst/>
              <a:gdLst/>
              <a:ahLst/>
              <a:cxnLst/>
              <a:rect l="l" t="t" r="r" b="b"/>
              <a:pathLst>
                <a:path w="433704" h="354329">
                  <a:moveTo>
                    <a:pt x="179539" y="94386"/>
                  </a:moveTo>
                  <a:lnTo>
                    <a:pt x="0" y="94386"/>
                  </a:lnTo>
                  <a:lnTo>
                    <a:pt x="0" y="107289"/>
                  </a:lnTo>
                  <a:lnTo>
                    <a:pt x="83629" y="107289"/>
                  </a:lnTo>
                  <a:lnTo>
                    <a:pt x="83629" y="337045"/>
                  </a:lnTo>
                  <a:lnTo>
                    <a:pt x="95910" y="337045"/>
                  </a:lnTo>
                  <a:lnTo>
                    <a:pt x="95910" y="107289"/>
                  </a:lnTo>
                  <a:lnTo>
                    <a:pt x="179539" y="107289"/>
                  </a:lnTo>
                  <a:lnTo>
                    <a:pt x="179539" y="94386"/>
                  </a:lnTo>
                  <a:close/>
                </a:path>
                <a:path w="433704" h="354329">
                  <a:moveTo>
                    <a:pt x="433603" y="100190"/>
                  </a:moveTo>
                  <a:lnTo>
                    <a:pt x="425767" y="61277"/>
                  </a:lnTo>
                  <a:lnTo>
                    <a:pt x="404418" y="29425"/>
                  </a:lnTo>
                  <a:lnTo>
                    <a:pt x="372833" y="7912"/>
                  </a:lnTo>
                  <a:lnTo>
                    <a:pt x="334251" y="0"/>
                  </a:lnTo>
                  <a:lnTo>
                    <a:pt x="295656" y="7912"/>
                  </a:lnTo>
                  <a:lnTo>
                    <a:pt x="264058" y="29425"/>
                  </a:lnTo>
                  <a:lnTo>
                    <a:pt x="242709" y="61277"/>
                  </a:lnTo>
                  <a:lnTo>
                    <a:pt x="234873" y="100190"/>
                  </a:lnTo>
                  <a:lnTo>
                    <a:pt x="234873" y="353949"/>
                  </a:lnTo>
                  <a:lnTo>
                    <a:pt x="433603" y="353949"/>
                  </a:lnTo>
                  <a:lnTo>
                    <a:pt x="433603" y="100190"/>
                  </a:lnTo>
                  <a:close/>
                </a:path>
              </a:pathLst>
            </a:custGeom>
            <a:solidFill>
              <a:srgbClr val="ADB3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 descr=""/>
            <p:cNvSpPr/>
            <p:nvPr/>
          </p:nvSpPr>
          <p:spPr>
            <a:xfrm>
              <a:off x="10830969" y="5027678"/>
              <a:ext cx="159385" cy="316865"/>
            </a:xfrm>
            <a:custGeom>
              <a:avLst/>
              <a:gdLst/>
              <a:ahLst/>
              <a:cxnLst/>
              <a:rect l="l" t="t" r="r" b="b"/>
              <a:pathLst>
                <a:path w="159384" h="316864">
                  <a:moveTo>
                    <a:pt x="79683" y="0"/>
                  </a:moveTo>
                  <a:lnTo>
                    <a:pt x="48732" y="6336"/>
                  </a:lnTo>
                  <a:lnTo>
                    <a:pt x="23397" y="23592"/>
                  </a:lnTo>
                  <a:lnTo>
                    <a:pt x="6283" y="49134"/>
                  </a:lnTo>
                  <a:lnTo>
                    <a:pt x="0" y="80332"/>
                  </a:lnTo>
                  <a:lnTo>
                    <a:pt x="0" y="316670"/>
                  </a:lnTo>
                  <a:lnTo>
                    <a:pt x="159251" y="316670"/>
                  </a:lnTo>
                  <a:lnTo>
                    <a:pt x="159251" y="80332"/>
                  </a:lnTo>
                  <a:lnTo>
                    <a:pt x="152969" y="49134"/>
                  </a:lnTo>
                  <a:lnTo>
                    <a:pt x="135868" y="23592"/>
                  </a:lnTo>
                  <a:lnTo>
                    <a:pt x="110567" y="6336"/>
                  </a:lnTo>
                  <a:lnTo>
                    <a:pt x="79683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 descr=""/>
            <p:cNvSpPr/>
            <p:nvPr/>
          </p:nvSpPr>
          <p:spPr>
            <a:xfrm>
              <a:off x="8375511" y="5101697"/>
              <a:ext cx="3350895" cy="967740"/>
            </a:xfrm>
            <a:custGeom>
              <a:avLst/>
              <a:gdLst/>
              <a:ahLst/>
              <a:cxnLst/>
              <a:rect l="l" t="t" r="r" b="b"/>
              <a:pathLst>
                <a:path w="3350895" h="967739">
                  <a:moveTo>
                    <a:pt x="2624861" y="0"/>
                  </a:moveTo>
                  <a:lnTo>
                    <a:pt x="2445321" y="0"/>
                  </a:lnTo>
                  <a:lnTo>
                    <a:pt x="2445321" y="12903"/>
                  </a:lnTo>
                  <a:lnTo>
                    <a:pt x="2528951" y="12903"/>
                  </a:lnTo>
                  <a:lnTo>
                    <a:pt x="2528951" y="242658"/>
                  </a:lnTo>
                  <a:lnTo>
                    <a:pt x="2541232" y="242658"/>
                  </a:lnTo>
                  <a:lnTo>
                    <a:pt x="2541232" y="12903"/>
                  </a:lnTo>
                  <a:lnTo>
                    <a:pt x="2624861" y="12903"/>
                  </a:lnTo>
                  <a:lnTo>
                    <a:pt x="2624861" y="0"/>
                  </a:lnTo>
                  <a:close/>
                </a:path>
                <a:path w="3350895" h="967739">
                  <a:moveTo>
                    <a:pt x="3350577" y="894867"/>
                  </a:moveTo>
                  <a:lnTo>
                    <a:pt x="1675168" y="165100"/>
                  </a:lnTo>
                  <a:lnTo>
                    <a:pt x="0" y="894689"/>
                  </a:lnTo>
                  <a:lnTo>
                    <a:pt x="88" y="967130"/>
                  </a:lnTo>
                  <a:lnTo>
                    <a:pt x="3350310" y="967130"/>
                  </a:lnTo>
                  <a:lnTo>
                    <a:pt x="3350577" y="894867"/>
                  </a:lnTo>
                  <a:close/>
                </a:path>
              </a:pathLst>
            </a:custGeom>
            <a:solidFill>
              <a:srgbClr val="ADB3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 descr=""/>
            <p:cNvSpPr/>
            <p:nvPr/>
          </p:nvSpPr>
          <p:spPr>
            <a:xfrm>
              <a:off x="8518967" y="5334205"/>
              <a:ext cx="3063875" cy="667385"/>
            </a:xfrm>
            <a:custGeom>
              <a:avLst/>
              <a:gdLst/>
              <a:ahLst/>
              <a:cxnLst/>
              <a:rect l="l" t="t" r="r" b="b"/>
              <a:pathLst>
                <a:path w="3063875" h="667385">
                  <a:moveTo>
                    <a:pt x="1531712" y="0"/>
                  </a:moveTo>
                  <a:lnTo>
                    <a:pt x="0" y="667183"/>
                  </a:lnTo>
                  <a:lnTo>
                    <a:pt x="3063435" y="667183"/>
                  </a:lnTo>
                  <a:lnTo>
                    <a:pt x="1531712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 descr=""/>
            <p:cNvSpPr/>
            <p:nvPr/>
          </p:nvSpPr>
          <p:spPr>
            <a:xfrm>
              <a:off x="8943705" y="5007311"/>
              <a:ext cx="99695" cy="354330"/>
            </a:xfrm>
            <a:custGeom>
              <a:avLst/>
              <a:gdLst/>
              <a:ahLst/>
              <a:cxnLst/>
              <a:rect l="l" t="t" r="r" b="b"/>
              <a:pathLst>
                <a:path w="99695" h="354329">
                  <a:moveTo>
                    <a:pt x="0" y="0"/>
                  </a:moveTo>
                  <a:lnTo>
                    <a:pt x="0" y="353947"/>
                  </a:lnTo>
                  <a:lnTo>
                    <a:pt x="99347" y="353947"/>
                  </a:lnTo>
                  <a:lnTo>
                    <a:pt x="99347" y="100185"/>
                  </a:lnTo>
                  <a:lnTo>
                    <a:pt x="91509" y="61273"/>
                  </a:lnTo>
                  <a:lnTo>
                    <a:pt x="70166" y="29419"/>
                  </a:lnTo>
                  <a:lnTo>
                    <a:pt x="38577" y="79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DB3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 descr=""/>
            <p:cNvSpPr/>
            <p:nvPr/>
          </p:nvSpPr>
          <p:spPr>
            <a:xfrm>
              <a:off x="8943703" y="5027678"/>
              <a:ext cx="80010" cy="316865"/>
            </a:xfrm>
            <a:custGeom>
              <a:avLst/>
              <a:gdLst/>
              <a:ahLst/>
              <a:cxnLst/>
              <a:rect l="l" t="t" r="r" b="b"/>
              <a:pathLst>
                <a:path w="80009" h="316864">
                  <a:moveTo>
                    <a:pt x="0" y="0"/>
                  </a:moveTo>
                  <a:lnTo>
                    <a:pt x="0" y="316670"/>
                  </a:lnTo>
                  <a:lnTo>
                    <a:pt x="79589" y="316670"/>
                  </a:lnTo>
                  <a:lnTo>
                    <a:pt x="79589" y="80332"/>
                  </a:lnTo>
                  <a:lnTo>
                    <a:pt x="73303" y="49134"/>
                  </a:lnTo>
                  <a:lnTo>
                    <a:pt x="56195" y="23592"/>
                  </a:lnTo>
                  <a:lnTo>
                    <a:pt x="30887" y="63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 descr=""/>
            <p:cNvSpPr/>
            <p:nvPr/>
          </p:nvSpPr>
          <p:spPr>
            <a:xfrm>
              <a:off x="8943696" y="5007311"/>
              <a:ext cx="2214245" cy="354330"/>
            </a:xfrm>
            <a:custGeom>
              <a:avLst/>
              <a:gdLst/>
              <a:ahLst/>
              <a:cxnLst/>
              <a:rect l="l" t="t" r="r" b="b"/>
              <a:pathLst>
                <a:path w="2214245" h="354329">
                  <a:moveTo>
                    <a:pt x="89725" y="94386"/>
                  </a:moveTo>
                  <a:lnTo>
                    <a:pt x="0" y="94386"/>
                  </a:lnTo>
                  <a:lnTo>
                    <a:pt x="0" y="102946"/>
                  </a:lnTo>
                  <a:lnTo>
                    <a:pt x="0" y="107289"/>
                  </a:lnTo>
                  <a:lnTo>
                    <a:pt x="0" y="337045"/>
                  </a:lnTo>
                  <a:lnTo>
                    <a:pt x="6121" y="337045"/>
                  </a:lnTo>
                  <a:lnTo>
                    <a:pt x="6121" y="107289"/>
                  </a:lnTo>
                  <a:lnTo>
                    <a:pt x="89725" y="107289"/>
                  </a:lnTo>
                  <a:lnTo>
                    <a:pt x="89725" y="94386"/>
                  </a:lnTo>
                  <a:close/>
                </a:path>
                <a:path w="2214245" h="354329">
                  <a:moveTo>
                    <a:pt x="2213940" y="0"/>
                  </a:moveTo>
                  <a:lnTo>
                    <a:pt x="2178253" y="7912"/>
                  </a:lnTo>
                  <a:lnTo>
                    <a:pt x="2149017" y="29425"/>
                  </a:lnTo>
                  <a:lnTo>
                    <a:pt x="2129256" y="61277"/>
                  </a:lnTo>
                  <a:lnTo>
                    <a:pt x="2121992" y="100190"/>
                  </a:lnTo>
                  <a:lnTo>
                    <a:pt x="2121992" y="353949"/>
                  </a:lnTo>
                  <a:lnTo>
                    <a:pt x="2213940" y="353949"/>
                  </a:lnTo>
                  <a:lnTo>
                    <a:pt x="2213940" y="0"/>
                  </a:lnTo>
                  <a:close/>
                </a:path>
              </a:pathLst>
            </a:custGeom>
            <a:solidFill>
              <a:srgbClr val="ADB3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 descr=""/>
            <p:cNvSpPr/>
            <p:nvPr/>
          </p:nvSpPr>
          <p:spPr>
            <a:xfrm>
              <a:off x="11083995" y="5027678"/>
              <a:ext cx="73660" cy="316865"/>
            </a:xfrm>
            <a:custGeom>
              <a:avLst/>
              <a:gdLst/>
              <a:ahLst/>
              <a:cxnLst/>
              <a:rect l="l" t="t" r="r" b="b"/>
              <a:pathLst>
                <a:path w="73659" h="316864">
                  <a:moveTo>
                    <a:pt x="73641" y="0"/>
                  </a:moveTo>
                  <a:lnTo>
                    <a:pt x="45066" y="6336"/>
                  </a:lnTo>
                  <a:lnTo>
                    <a:pt x="21648" y="23592"/>
                  </a:lnTo>
                  <a:lnTo>
                    <a:pt x="5816" y="49134"/>
                  </a:lnTo>
                  <a:lnTo>
                    <a:pt x="0" y="80332"/>
                  </a:lnTo>
                  <a:lnTo>
                    <a:pt x="0" y="316670"/>
                  </a:lnTo>
                  <a:lnTo>
                    <a:pt x="73641" y="316670"/>
                  </a:lnTo>
                  <a:lnTo>
                    <a:pt x="73641" y="0"/>
                  </a:lnTo>
                  <a:close/>
                </a:path>
              </a:pathLst>
            </a:custGeom>
            <a:solidFill>
              <a:srgbClr val="FFE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 descr=""/>
            <p:cNvSpPr/>
            <p:nvPr/>
          </p:nvSpPr>
          <p:spPr>
            <a:xfrm>
              <a:off x="11074540" y="5101697"/>
              <a:ext cx="83185" cy="243204"/>
            </a:xfrm>
            <a:custGeom>
              <a:avLst/>
              <a:gdLst/>
              <a:ahLst/>
              <a:cxnLst/>
              <a:rect l="l" t="t" r="r" b="b"/>
              <a:pathLst>
                <a:path w="83184" h="243204">
                  <a:moveTo>
                    <a:pt x="83121" y="0"/>
                  </a:moveTo>
                  <a:lnTo>
                    <a:pt x="0" y="0"/>
                  </a:lnTo>
                  <a:lnTo>
                    <a:pt x="0" y="12903"/>
                  </a:lnTo>
                  <a:lnTo>
                    <a:pt x="77444" y="12903"/>
                  </a:lnTo>
                  <a:lnTo>
                    <a:pt x="77444" y="242658"/>
                  </a:lnTo>
                  <a:lnTo>
                    <a:pt x="83096" y="242658"/>
                  </a:lnTo>
                  <a:lnTo>
                    <a:pt x="83096" y="12903"/>
                  </a:lnTo>
                  <a:lnTo>
                    <a:pt x="83121" y="0"/>
                  </a:lnTo>
                  <a:close/>
                </a:path>
              </a:pathLst>
            </a:custGeom>
            <a:solidFill>
              <a:srgbClr val="ADB3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 descr=""/>
            <p:cNvSpPr/>
            <p:nvPr/>
          </p:nvSpPr>
          <p:spPr>
            <a:xfrm>
              <a:off x="8943362" y="3755976"/>
              <a:ext cx="2214880" cy="1144905"/>
            </a:xfrm>
            <a:custGeom>
              <a:avLst/>
              <a:gdLst/>
              <a:ahLst/>
              <a:cxnLst/>
              <a:rect l="l" t="t" r="r" b="b"/>
              <a:pathLst>
                <a:path w="2214879" h="1144904">
                  <a:moveTo>
                    <a:pt x="1107149" y="0"/>
                  </a:moveTo>
                  <a:lnTo>
                    <a:pt x="1059119" y="1031"/>
                  </a:lnTo>
                  <a:lnTo>
                    <a:pt x="1011612" y="4097"/>
                  </a:lnTo>
                  <a:lnTo>
                    <a:pt x="964669" y="9156"/>
                  </a:lnTo>
                  <a:lnTo>
                    <a:pt x="918333" y="16167"/>
                  </a:lnTo>
                  <a:lnTo>
                    <a:pt x="872644" y="25087"/>
                  </a:lnTo>
                  <a:lnTo>
                    <a:pt x="827644" y="35874"/>
                  </a:lnTo>
                  <a:lnTo>
                    <a:pt x="783375" y="48486"/>
                  </a:lnTo>
                  <a:lnTo>
                    <a:pt x="739878" y="62882"/>
                  </a:lnTo>
                  <a:lnTo>
                    <a:pt x="697195" y="79020"/>
                  </a:lnTo>
                  <a:lnTo>
                    <a:pt x="655367" y="96858"/>
                  </a:lnTo>
                  <a:lnTo>
                    <a:pt x="614436" y="116354"/>
                  </a:lnTo>
                  <a:lnTo>
                    <a:pt x="574443" y="137466"/>
                  </a:lnTo>
                  <a:lnTo>
                    <a:pt x="535430" y="160152"/>
                  </a:lnTo>
                  <a:lnTo>
                    <a:pt x="497439" y="184371"/>
                  </a:lnTo>
                  <a:lnTo>
                    <a:pt x="460510" y="210080"/>
                  </a:lnTo>
                  <a:lnTo>
                    <a:pt x="424686" y="237238"/>
                  </a:lnTo>
                  <a:lnTo>
                    <a:pt x="390007" y="265802"/>
                  </a:lnTo>
                  <a:lnTo>
                    <a:pt x="356516" y="295732"/>
                  </a:lnTo>
                  <a:lnTo>
                    <a:pt x="324254" y="326984"/>
                  </a:lnTo>
                  <a:lnTo>
                    <a:pt x="293262" y="359518"/>
                  </a:lnTo>
                  <a:lnTo>
                    <a:pt x="263583" y="393291"/>
                  </a:lnTo>
                  <a:lnTo>
                    <a:pt x="235257" y="428261"/>
                  </a:lnTo>
                  <a:lnTo>
                    <a:pt x="208326" y="464387"/>
                  </a:lnTo>
                  <a:lnTo>
                    <a:pt x="182831" y="501626"/>
                  </a:lnTo>
                  <a:lnTo>
                    <a:pt x="158815" y="539937"/>
                  </a:lnTo>
                  <a:lnTo>
                    <a:pt x="136318" y="579278"/>
                  </a:lnTo>
                  <a:lnTo>
                    <a:pt x="115382" y="619607"/>
                  </a:lnTo>
                  <a:lnTo>
                    <a:pt x="96049" y="660882"/>
                  </a:lnTo>
                  <a:lnTo>
                    <a:pt x="78360" y="703061"/>
                  </a:lnTo>
                  <a:lnTo>
                    <a:pt x="62357" y="746103"/>
                  </a:lnTo>
                  <a:lnTo>
                    <a:pt x="48081" y="789965"/>
                  </a:lnTo>
                  <a:lnTo>
                    <a:pt x="35574" y="834606"/>
                  </a:lnTo>
                  <a:lnTo>
                    <a:pt x="24877" y="879984"/>
                  </a:lnTo>
                  <a:lnTo>
                    <a:pt x="16032" y="926056"/>
                  </a:lnTo>
                  <a:lnTo>
                    <a:pt x="9080" y="972782"/>
                  </a:lnTo>
                  <a:lnTo>
                    <a:pt x="4063" y="1020118"/>
                  </a:lnTo>
                  <a:lnTo>
                    <a:pt x="1022" y="1068024"/>
                  </a:lnTo>
                  <a:lnTo>
                    <a:pt x="0" y="1116458"/>
                  </a:lnTo>
                  <a:lnTo>
                    <a:pt x="345" y="1144907"/>
                  </a:lnTo>
                  <a:lnTo>
                    <a:pt x="1107149" y="1116458"/>
                  </a:lnTo>
                  <a:lnTo>
                    <a:pt x="2214278" y="1116458"/>
                  </a:lnTo>
                  <a:lnTo>
                    <a:pt x="2213255" y="1068024"/>
                  </a:lnTo>
                  <a:lnTo>
                    <a:pt x="2210214" y="1020118"/>
                  </a:lnTo>
                  <a:lnTo>
                    <a:pt x="2205197" y="972782"/>
                  </a:lnTo>
                  <a:lnTo>
                    <a:pt x="2198245" y="926056"/>
                  </a:lnTo>
                  <a:lnTo>
                    <a:pt x="2189400" y="879984"/>
                  </a:lnTo>
                  <a:lnTo>
                    <a:pt x="2178703" y="834606"/>
                  </a:lnTo>
                  <a:lnTo>
                    <a:pt x="2166196" y="789965"/>
                  </a:lnTo>
                  <a:lnTo>
                    <a:pt x="2151920" y="746103"/>
                  </a:lnTo>
                  <a:lnTo>
                    <a:pt x="2135917" y="703061"/>
                  </a:lnTo>
                  <a:lnTo>
                    <a:pt x="2118228" y="660882"/>
                  </a:lnTo>
                  <a:lnTo>
                    <a:pt x="2098896" y="619607"/>
                  </a:lnTo>
                  <a:lnTo>
                    <a:pt x="2077960" y="579278"/>
                  </a:lnTo>
                  <a:lnTo>
                    <a:pt x="2055463" y="539937"/>
                  </a:lnTo>
                  <a:lnTo>
                    <a:pt x="2031447" y="501626"/>
                  </a:lnTo>
                  <a:lnTo>
                    <a:pt x="2005953" y="464387"/>
                  </a:lnTo>
                  <a:lnTo>
                    <a:pt x="1979022" y="428261"/>
                  </a:lnTo>
                  <a:lnTo>
                    <a:pt x="1950696" y="393291"/>
                  </a:lnTo>
                  <a:lnTo>
                    <a:pt x="1921017" y="359518"/>
                  </a:lnTo>
                  <a:lnTo>
                    <a:pt x="1890026" y="326984"/>
                  </a:lnTo>
                  <a:lnTo>
                    <a:pt x="1857764" y="295732"/>
                  </a:lnTo>
                  <a:lnTo>
                    <a:pt x="1824273" y="265802"/>
                  </a:lnTo>
                  <a:lnTo>
                    <a:pt x="1789596" y="237238"/>
                  </a:lnTo>
                  <a:lnTo>
                    <a:pt x="1753772" y="210080"/>
                  </a:lnTo>
                  <a:lnTo>
                    <a:pt x="1716844" y="184371"/>
                  </a:lnTo>
                  <a:lnTo>
                    <a:pt x="1678853" y="160152"/>
                  </a:lnTo>
                  <a:lnTo>
                    <a:pt x="1639840" y="137466"/>
                  </a:lnTo>
                  <a:lnTo>
                    <a:pt x="1599848" y="116354"/>
                  </a:lnTo>
                  <a:lnTo>
                    <a:pt x="1558918" y="96858"/>
                  </a:lnTo>
                  <a:lnTo>
                    <a:pt x="1517091" y="79020"/>
                  </a:lnTo>
                  <a:lnTo>
                    <a:pt x="1474409" y="62882"/>
                  </a:lnTo>
                  <a:lnTo>
                    <a:pt x="1430914" y="48486"/>
                  </a:lnTo>
                  <a:lnTo>
                    <a:pt x="1386646" y="35874"/>
                  </a:lnTo>
                  <a:lnTo>
                    <a:pt x="1341647" y="25087"/>
                  </a:lnTo>
                  <a:lnTo>
                    <a:pt x="1295960" y="16167"/>
                  </a:lnTo>
                  <a:lnTo>
                    <a:pt x="1249624" y="9156"/>
                  </a:lnTo>
                  <a:lnTo>
                    <a:pt x="1202683" y="4097"/>
                  </a:lnTo>
                  <a:lnTo>
                    <a:pt x="1155178" y="1031"/>
                  </a:lnTo>
                  <a:lnTo>
                    <a:pt x="1107149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3" name="object 253" descr=""/>
          <p:cNvGrpSpPr/>
          <p:nvPr/>
        </p:nvGrpSpPr>
        <p:grpSpPr>
          <a:xfrm>
            <a:off x="15469821" y="5163151"/>
            <a:ext cx="1973580" cy="2971165"/>
            <a:chOff x="15469821" y="5163151"/>
            <a:chExt cx="1973580" cy="2971165"/>
          </a:xfrm>
        </p:grpSpPr>
        <p:pic>
          <p:nvPicPr>
            <p:cNvPr id="254" name="object 25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469821" y="5163151"/>
              <a:ext cx="1973259" cy="1973259"/>
            </a:xfrm>
            <a:prstGeom prst="rect">
              <a:avLst/>
            </a:prstGeom>
          </p:spPr>
        </p:pic>
        <p:sp>
          <p:nvSpPr>
            <p:cNvPr id="255" name="object 255" descr=""/>
            <p:cNvSpPr/>
            <p:nvPr/>
          </p:nvSpPr>
          <p:spPr>
            <a:xfrm>
              <a:off x="16450167" y="6298406"/>
              <a:ext cx="12700" cy="1829435"/>
            </a:xfrm>
            <a:custGeom>
              <a:avLst/>
              <a:gdLst/>
              <a:ahLst/>
              <a:cxnLst/>
              <a:rect l="l" t="t" r="r" b="b"/>
              <a:pathLst>
                <a:path w="12700" h="1829434">
                  <a:moveTo>
                    <a:pt x="0" y="1829211"/>
                  </a:moveTo>
                  <a:lnTo>
                    <a:pt x="12565" y="1829211"/>
                  </a:lnTo>
                  <a:lnTo>
                    <a:pt x="12565" y="0"/>
                  </a:lnTo>
                  <a:lnTo>
                    <a:pt x="0" y="0"/>
                  </a:lnTo>
                  <a:lnTo>
                    <a:pt x="0" y="1829211"/>
                  </a:lnTo>
                  <a:close/>
                </a:path>
              </a:pathLst>
            </a:custGeom>
            <a:solidFill>
              <a:srgbClr val="8B90A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 descr=""/>
            <p:cNvSpPr/>
            <p:nvPr/>
          </p:nvSpPr>
          <p:spPr>
            <a:xfrm>
              <a:off x="16165815" y="8121330"/>
              <a:ext cx="555625" cy="12700"/>
            </a:xfrm>
            <a:custGeom>
              <a:avLst/>
              <a:gdLst/>
              <a:ahLst/>
              <a:cxnLst/>
              <a:rect l="l" t="t" r="r" b="b"/>
              <a:pathLst>
                <a:path w="555625" h="12700">
                  <a:moveTo>
                    <a:pt x="0" y="12565"/>
                  </a:moveTo>
                  <a:lnTo>
                    <a:pt x="555291" y="12565"/>
                  </a:lnTo>
                  <a:lnTo>
                    <a:pt x="555291" y="0"/>
                  </a:lnTo>
                  <a:lnTo>
                    <a:pt x="0" y="0"/>
                  </a:lnTo>
                  <a:lnTo>
                    <a:pt x="0" y="1256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 descr=""/>
            <p:cNvSpPr/>
            <p:nvPr/>
          </p:nvSpPr>
          <p:spPr>
            <a:xfrm>
              <a:off x="16450167" y="6298406"/>
              <a:ext cx="12700" cy="1829435"/>
            </a:xfrm>
            <a:custGeom>
              <a:avLst/>
              <a:gdLst/>
              <a:ahLst/>
              <a:cxnLst/>
              <a:rect l="l" t="t" r="r" b="b"/>
              <a:pathLst>
                <a:path w="12700" h="1829434">
                  <a:moveTo>
                    <a:pt x="0" y="1829211"/>
                  </a:moveTo>
                  <a:lnTo>
                    <a:pt x="12565" y="1829211"/>
                  </a:lnTo>
                  <a:lnTo>
                    <a:pt x="12565" y="0"/>
                  </a:lnTo>
                  <a:lnTo>
                    <a:pt x="0" y="0"/>
                  </a:lnTo>
                  <a:lnTo>
                    <a:pt x="0" y="1829211"/>
                  </a:lnTo>
                  <a:close/>
                </a:path>
              </a:pathLst>
            </a:custGeom>
            <a:solidFill>
              <a:srgbClr val="8B90A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 descr=""/>
            <p:cNvSpPr/>
            <p:nvPr/>
          </p:nvSpPr>
          <p:spPr>
            <a:xfrm>
              <a:off x="16165815" y="8121330"/>
              <a:ext cx="555625" cy="12700"/>
            </a:xfrm>
            <a:custGeom>
              <a:avLst/>
              <a:gdLst/>
              <a:ahLst/>
              <a:cxnLst/>
              <a:rect l="l" t="t" r="r" b="b"/>
              <a:pathLst>
                <a:path w="555625" h="12700">
                  <a:moveTo>
                    <a:pt x="0" y="12565"/>
                  </a:moveTo>
                  <a:lnTo>
                    <a:pt x="555291" y="12565"/>
                  </a:lnTo>
                  <a:lnTo>
                    <a:pt x="555291" y="0"/>
                  </a:lnTo>
                  <a:lnTo>
                    <a:pt x="0" y="0"/>
                  </a:lnTo>
                  <a:lnTo>
                    <a:pt x="0" y="1256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9" name="object 259" descr=""/>
          <p:cNvGrpSpPr/>
          <p:nvPr/>
        </p:nvGrpSpPr>
        <p:grpSpPr>
          <a:xfrm>
            <a:off x="858614" y="5257688"/>
            <a:ext cx="1337310" cy="2876550"/>
            <a:chOff x="858614" y="5257688"/>
            <a:chExt cx="1337310" cy="2876550"/>
          </a:xfrm>
        </p:grpSpPr>
        <p:sp>
          <p:nvSpPr>
            <p:cNvPr id="260" name="object 260" descr=""/>
            <p:cNvSpPr/>
            <p:nvPr/>
          </p:nvSpPr>
          <p:spPr>
            <a:xfrm>
              <a:off x="2134029" y="6199711"/>
              <a:ext cx="0" cy="83185"/>
            </a:xfrm>
            <a:custGeom>
              <a:avLst/>
              <a:gdLst/>
              <a:ahLst/>
              <a:cxnLst/>
              <a:rect l="l" t="t" r="r" b="b"/>
              <a:pathLst>
                <a:path w="0" h="83185">
                  <a:moveTo>
                    <a:pt x="0" y="0"/>
                  </a:moveTo>
                  <a:lnTo>
                    <a:pt x="0" y="82981"/>
                  </a:lnTo>
                </a:path>
              </a:pathLst>
            </a:custGeom>
            <a:ln w="7622">
              <a:solidFill>
                <a:srgbClr val="1685B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1" name="object 26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8614" y="5257688"/>
              <a:ext cx="1337069" cy="2314285"/>
            </a:xfrm>
            <a:prstGeom prst="rect">
              <a:avLst/>
            </a:prstGeom>
          </p:spPr>
        </p:pic>
        <p:sp>
          <p:nvSpPr>
            <p:cNvPr id="262" name="object 262" descr=""/>
            <p:cNvSpPr/>
            <p:nvPr/>
          </p:nvSpPr>
          <p:spPr>
            <a:xfrm>
              <a:off x="1527152" y="5613862"/>
              <a:ext cx="0" cy="2513965"/>
            </a:xfrm>
            <a:custGeom>
              <a:avLst/>
              <a:gdLst/>
              <a:ahLst/>
              <a:cxnLst/>
              <a:rect l="l" t="t" r="r" b="b"/>
              <a:pathLst>
                <a:path w="0" h="2513965">
                  <a:moveTo>
                    <a:pt x="0" y="0"/>
                  </a:moveTo>
                  <a:lnTo>
                    <a:pt x="0" y="2513755"/>
                  </a:lnTo>
                </a:path>
              </a:pathLst>
            </a:custGeom>
            <a:ln w="12565">
              <a:solidFill>
                <a:srgbClr val="01206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 descr=""/>
            <p:cNvSpPr/>
            <p:nvPr/>
          </p:nvSpPr>
          <p:spPr>
            <a:xfrm>
              <a:off x="1225226" y="8127613"/>
              <a:ext cx="603250" cy="0"/>
            </a:xfrm>
            <a:custGeom>
              <a:avLst/>
              <a:gdLst/>
              <a:ahLst/>
              <a:cxnLst/>
              <a:rect l="l" t="t" r="r" b="b"/>
              <a:pathLst>
                <a:path w="603250" h="0">
                  <a:moveTo>
                    <a:pt x="0" y="0"/>
                  </a:moveTo>
                  <a:lnTo>
                    <a:pt x="602997" y="0"/>
                  </a:lnTo>
                </a:path>
              </a:pathLst>
            </a:custGeom>
            <a:ln w="1256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 descr=""/>
            <p:cNvSpPr/>
            <p:nvPr/>
          </p:nvSpPr>
          <p:spPr>
            <a:xfrm>
              <a:off x="1527156" y="6005588"/>
              <a:ext cx="135890" cy="217804"/>
            </a:xfrm>
            <a:custGeom>
              <a:avLst/>
              <a:gdLst/>
              <a:ahLst/>
              <a:cxnLst/>
              <a:rect l="l" t="t" r="r" b="b"/>
              <a:pathLst>
                <a:path w="135889" h="217804">
                  <a:moveTo>
                    <a:pt x="135566" y="0"/>
                  </a:moveTo>
                  <a:lnTo>
                    <a:pt x="0" y="217574"/>
                  </a:lnTo>
                </a:path>
              </a:pathLst>
            </a:custGeom>
            <a:ln w="12565">
              <a:solidFill>
                <a:srgbClr val="01206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 descr=""/>
            <p:cNvSpPr/>
            <p:nvPr/>
          </p:nvSpPr>
          <p:spPr>
            <a:xfrm>
              <a:off x="1367782" y="6223161"/>
              <a:ext cx="159385" cy="246379"/>
            </a:xfrm>
            <a:custGeom>
              <a:avLst/>
              <a:gdLst/>
              <a:ahLst/>
              <a:cxnLst/>
              <a:rect l="l" t="t" r="r" b="b"/>
              <a:pathLst>
                <a:path w="159384" h="246379">
                  <a:moveTo>
                    <a:pt x="0" y="0"/>
                  </a:moveTo>
                  <a:lnTo>
                    <a:pt x="159366" y="245908"/>
                  </a:lnTo>
                </a:path>
              </a:pathLst>
            </a:custGeom>
            <a:ln w="12565">
              <a:solidFill>
                <a:srgbClr val="01206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 descr=""/>
            <p:cNvSpPr/>
            <p:nvPr/>
          </p:nvSpPr>
          <p:spPr>
            <a:xfrm>
              <a:off x="1527156" y="6692267"/>
              <a:ext cx="410845" cy="393700"/>
            </a:xfrm>
            <a:custGeom>
              <a:avLst/>
              <a:gdLst/>
              <a:ahLst/>
              <a:cxnLst/>
              <a:rect l="l" t="t" r="r" b="b"/>
              <a:pathLst>
                <a:path w="410844" h="393700">
                  <a:moveTo>
                    <a:pt x="410846" y="0"/>
                  </a:moveTo>
                  <a:lnTo>
                    <a:pt x="0" y="393642"/>
                  </a:lnTo>
                </a:path>
              </a:pathLst>
            </a:custGeom>
            <a:ln w="12565">
              <a:solidFill>
                <a:srgbClr val="01206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7" name="object 267" descr=""/>
          <p:cNvGrpSpPr/>
          <p:nvPr/>
        </p:nvGrpSpPr>
        <p:grpSpPr>
          <a:xfrm>
            <a:off x="17180951" y="5812868"/>
            <a:ext cx="1245870" cy="2321560"/>
            <a:chOff x="17180951" y="5812868"/>
            <a:chExt cx="1245870" cy="2321560"/>
          </a:xfrm>
        </p:grpSpPr>
        <p:pic>
          <p:nvPicPr>
            <p:cNvPr id="268" name="object 26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180951" y="5812868"/>
              <a:ext cx="1245658" cy="1866864"/>
            </a:xfrm>
            <a:prstGeom prst="rect">
              <a:avLst/>
            </a:prstGeom>
          </p:spPr>
        </p:pic>
        <p:sp>
          <p:nvSpPr>
            <p:cNvPr id="269" name="object 269" descr=""/>
            <p:cNvSpPr/>
            <p:nvPr/>
          </p:nvSpPr>
          <p:spPr>
            <a:xfrm>
              <a:off x="17803786" y="6101366"/>
              <a:ext cx="0" cy="2026285"/>
            </a:xfrm>
            <a:custGeom>
              <a:avLst/>
              <a:gdLst/>
              <a:ahLst/>
              <a:cxnLst/>
              <a:rect l="l" t="t" r="r" b="b"/>
              <a:pathLst>
                <a:path w="0" h="2026284">
                  <a:moveTo>
                    <a:pt x="0" y="0"/>
                  </a:moveTo>
                  <a:lnTo>
                    <a:pt x="0" y="2026252"/>
                  </a:lnTo>
                </a:path>
              </a:pathLst>
            </a:custGeom>
            <a:ln w="12565">
              <a:solidFill>
                <a:srgbClr val="01206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 descr=""/>
            <p:cNvSpPr/>
            <p:nvPr/>
          </p:nvSpPr>
          <p:spPr>
            <a:xfrm>
              <a:off x="17522501" y="8127613"/>
              <a:ext cx="561975" cy="0"/>
            </a:xfrm>
            <a:custGeom>
              <a:avLst/>
              <a:gdLst/>
              <a:ahLst/>
              <a:cxnLst/>
              <a:rect l="l" t="t" r="r" b="b"/>
              <a:pathLst>
                <a:path w="561975" h="0">
                  <a:moveTo>
                    <a:pt x="0" y="0"/>
                  </a:moveTo>
                  <a:lnTo>
                    <a:pt x="561773" y="0"/>
                  </a:lnTo>
                </a:path>
              </a:pathLst>
            </a:custGeom>
            <a:ln w="1256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 descr=""/>
            <p:cNvSpPr/>
            <p:nvPr/>
          </p:nvSpPr>
          <p:spPr>
            <a:xfrm>
              <a:off x="17803788" y="6417122"/>
              <a:ext cx="126364" cy="175895"/>
            </a:xfrm>
            <a:custGeom>
              <a:avLst/>
              <a:gdLst/>
              <a:ahLst/>
              <a:cxnLst/>
              <a:rect l="l" t="t" r="r" b="b"/>
              <a:pathLst>
                <a:path w="126365" h="175895">
                  <a:moveTo>
                    <a:pt x="126299" y="0"/>
                  </a:moveTo>
                  <a:lnTo>
                    <a:pt x="0" y="175376"/>
                  </a:lnTo>
                </a:path>
              </a:pathLst>
            </a:custGeom>
            <a:ln w="12565">
              <a:solidFill>
                <a:srgbClr val="01206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 descr=""/>
            <p:cNvSpPr/>
            <p:nvPr/>
          </p:nvSpPr>
          <p:spPr>
            <a:xfrm>
              <a:off x="17655310" y="6592500"/>
              <a:ext cx="148590" cy="198755"/>
            </a:xfrm>
            <a:custGeom>
              <a:avLst/>
              <a:gdLst/>
              <a:ahLst/>
              <a:cxnLst/>
              <a:rect l="l" t="t" r="r" b="b"/>
              <a:pathLst>
                <a:path w="148590" h="198754">
                  <a:moveTo>
                    <a:pt x="0" y="0"/>
                  </a:moveTo>
                  <a:lnTo>
                    <a:pt x="148477" y="198213"/>
                  </a:lnTo>
                </a:path>
              </a:pathLst>
            </a:custGeom>
            <a:ln w="12565">
              <a:solidFill>
                <a:srgbClr val="01206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 descr=""/>
            <p:cNvSpPr/>
            <p:nvPr/>
          </p:nvSpPr>
          <p:spPr>
            <a:xfrm>
              <a:off x="17803784" y="6970630"/>
              <a:ext cx="382905" cy="317500"/>
            </a:xfrm>
            <a:custGeom>
              <a:avLst/>
              <a:gdLst/>
              <a:ahLst/>
              <a:cxnLst/>
              <a:rect l="l" t="t" r="r" b="b"/>
              <a:pathLst>
                <a:path w="382905" h="317500">
                  <a:moveTo>
                    <a:pt x="382763" y="0"/>
                  </a:moveTo>
                  <a:lnTo>
                    <a:pt x="0" y="317299"/>
                  </a:lnTo>
                </a:path>
              </a:pathLst>
            </a:custGeom>
            <a:ln w="12565">
              <a:solidFill>
                <a:srgbClr val="01206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74" name="object 274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423340" y="4095623"/>
            <a:ext cx="1025916" cy="2315290"/>
          </a:xfrm>
          <a:prstGeom prst="rect">
            <a:avLst/>
          </a:prstGeom>
        </p:spPr>
      </p:pic>
      <p:sp>
        <p:nvSpPr>
          <p:cNvPr id="275" name="object 275" descr=""/>
          <p:cNvSpPr/>
          <p:nvPr/>
        </p:nvSpPr>
        <p:spPr>
          <a:xfrm>
            <a:off x="2936304" y="7980238"/>
            <a:ext cx="0" cy="121920"/>
          </a:xfrm>
          <a:custGeom>
            <a:avLst/>
            <a:gdLst/>
            <a:ahLst/>
            <a:cxnLst/>
            <a:rect l="l" t="t" r="r" b="b"/>
            <a:pathLst>
              <a:path w="0" h="121920">
                <a:moveTo>
                  <a:pt x="0" y="0"/>
                </a:moveTo>
                <a:lnTo>
                  <a:pt x="0" y="121734"/>
                </a:lnTo>
              </a:path>
            </a:pathLst>
          </a:custGeom>
          <a:ln w="12565">
            <a:solidFill>
              <a:srgbClr val="01206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76" name="object 276" descr=""/>
          <p:cNvGrpSpPr/>
          <p:nvPr/>
        </p:nvGrpSpPr>
        <p:grpSpPr>
          <a:xfrm>
            <a:off x="2807737" y="4453422"/>
            <a:ext cx="450215" cy="3260725"/>
            <a:chOff x="2807737" y="4453422"/>
            <a:chExt cx="450215" cy="3260725"/>
          </a:xfrm>
        </p:grpSpPr>
        <p:sp>
          <p:nvSpPr>
            <p:cNvPr id="277" name="object 277" descr=""/>
            <p:cNvSpPr/>
            <p:nvPr/>
          </p:nvSpPr>
          <p:spPr>
            <a:xfrm>
              <a:off x="2936304" y="4453422"/>
              <a:ext cx="0" cy="3260725"/>
            </a:xfrm>
            <a:custGeom>
              <a:avLst/>
              <a:gdLst/>
              <a:ahLst/>
              <a:cxnLst/>
              <a:rect l="l" t="t" r="r" b="b"/>
              <a:pathLst>
                <a:path w="0" h="3260725">
                  <a:moveTo>
                    <a:pt x="0" y="0"/>
                  </a:moveTo>
                  <a:lnTo>
                    <a:pt x="0" y="3260269"/>
                  </a:lnTo>
                </a:path>
              </a:pathLst>
            </a:custGeom>
            <a:ln w="12565">
              <a:solidFill>
                <a:srgbClr val="01206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 descr=""/>
            <p:cNvSpPr/>
            <p:nvPr/>
          </p:nvSpPr>
          <p:spPr>
            <a:xfrm>
              <a:off x="2936308" y="4845026"/>
              <a:ext cx="104139" cy="217804"/>
            </a:xfrm>
            <a:custGeom>
              <a:avLst/>
              <a:gdLst/>
              <a:ahLst/>
              <a:cxnLst/>
              <a:rect l="l" t="t" r="r" b="b"/>
              <a:pathLst>
                <a:path w="104139" h="217804">
                  <a:moveTo>
                    <a:pt x="104017" y="0"/>
                  </a:moveTo>
                  <a:lnTo>
                    <a:pt x="0" y="217501"/>
                  </a:lnTo>
                </a:path>
              </a:pathLst>
            </a:custGeom>
            <a:ln w="12565">
              <a:solidFill>
                <a:srgbClr val="01206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 descr=""/>
            <p:cNvSpPr/>
            <p:nvPr/>
          </p:nvSpPr>
          <p:spPr>
            <a:xfrm>
              <a:off x="2814020" y="5062529"/>
              <a:ext cx="122555" cy="246379"/>
            </a:xfrm>
            <a:custGeom>
              <a:avLst/>
              <a:gdLst/>
              <a:ahLst/>
              <a:cxnLst/>
              <a:rect l="l" t="t" r="r" b="b"/>
              <a:pathLst>
                <a:path w="122555" h="246379">
                  <a:moveTo>
                    <a:pt x="0" y="0"/>
                  </a:moveTo>
                  <a:lnTo>
                    <a:pt x="122278" y="245824"/>
                  </a:lnTo>
                </a:path>
              </a:pathLst>
            </a:custGeom>
            <a:ln w="12565">
              <a:solidFill>
                <a:srgbClr val="01206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 descr=""/>
            <p:cNvSpPr/>
            <p:nvPr/>
          </p:nvSpPr>
          <p:spPr>
            <a:xfrm>
              <a:off x="2936308" y="5531486"/>
              <a:ext cx="315595" cy="393700"/>
            </a:xfrm>
            <a:custGeom>
              <a:avLst/>
              <a:gdLst/>
              <a:ahLst/>
              <a:cxnLst/>
              <a:rect l="l" t="t" r="r" b="b"/>
              <a:pathLst>
                <a:path w="315595" h="393700">
                  <a:moveTo>
                    <a:pt x="315236" y="0"/>
                  </a:moveTo>
                  <a:lnTo>
                    <a:pt x="0" y="393516"/>
                  </a:lnTo>
                </a:path>
              </a:pathLst>
            </a:custGeom>
            <a:ln w="12565">
              <a:solidFill>
                <a:srgbClr val="01206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1" name="object 281" descr=""/>
          <p:cNvGrpSpPr/>
          <p:nvPr/>
        </p:nvGrpSpPr>
        <p:grpSpPr>
          <a:xfrm>
            <a:off x="3595294" y="5256858"/>
            <a:ext cx="1026160" cy="2877185"/>
            <a:chOff x="3595294" y="5256858"/>
            <a:chExt cx="1026160" cy="2877185"/>
          </a:xfrm>
        </p:grpSpPr>
        <p:pic>
          <p:nvPicPr>
            <p:cNvPr id="282" name="object 28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595294" y="5256858"/>
              <a:ext cx="1025916" cy="2315280"/>
            </a:xfrm>
            <a:prstGeom prst="rect">
              <a:avLst/>
            </a:prstGeom>
          </p:spPr>
        </p:pic>
        <p:sp>
          <p:nvSpPr>
            <p:cNvPr id="283" name="object 283" descr=""/>
            <p:cNvSpPr/>
            <p:nvPr/>
          </p:nvSpPr>
          <p:spPr>
            <a:xfrm>
              <a:off x="4108252" y="5614652"/>
              <a:ext cx="0" cy="2513330"/>
            </a:xfrm>
            <a:custGeom>
              <a:avLst/>
              <a:gdLst/>
              <a:ahLst/>
              <a:cxnLst/>
              <a:rect l="l" t="t" r="r" b="b"/>
              <a:pathLst>
                <a:path w="0" h="2513329">
                  <a:moveTo>
                    <a:pt x="0" y="0"/>
                  </a:moveTo>
                  <a:lnTo>
                    <a:pt x="0" y="2512960"/>
                  </a:lnTo>
                </a:path>
              </a:pathLst>
            </a:custGeom>
            <a:ln w="12565">
              <a:solidFill>
                <a:srgbClr val="01206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 descr=""/>
            <p:cNvSpPr/>
            <p:nvPr/>
          </p:nvSpPr>
          <p:spPr>
            <a:xfrm>
              <a:off x="3876586" y="8127613"/>
              <a:ext cx="462915" cy="0"/>
            </a:xfrm>
            <a:custGeom>
              <a:avLst/>
              <a:gdLst/>
              <a:ahLst/>
              <a:cxnLst/>
              <a:rect l="l" t="t" r="r" b="b"/>
              <a:pathLst>
                <a:path w="462914" h="0">
                  <a:moveTo>
                    <a:pt x="0" y="0"/>
                  </a:moveTo>
                  <a:lnTo>
                    <a:pt x="462677" y="0"/>
                  </a:lnTo>
                </a:path>
              </a:pathLst>
            </a:custGeom>
            <a:ln w="1256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 descr=""/>
            <p:cNvSpPr/>
            <p:nvPr/>
          </p:nvSpPr>
          <p:spPr>
            <a:xfrm>
              <a:off x="4108257" y="6006254"/>
              <a:ext cx="104139" cy="217804"/>
            </a:xfrm>
            <a:custGeom>
              <a:avLst/>
              <a:gdLst/>
              <a:ahLst/>
              <a:cxnLst/>
              <a:rect l="l" t="t" r="r" b="b"/>
              <a:pathLst>
                <a:path w="104139" h="217804">
                  <a:moveTo>
                    <a:pt x="104017" y="0"/>
                  </a:moveTo>
                  <a:lnTo>
                    <a:pt x="0" y="217501"/>
                  </a:lnTo>
                </a:path>
              </a:pathLst>
            </a:custGeom>
            <a:ln w="12565">
              <a:solidFill>
                <a:srgbClr val="01206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 descr=""/>
            <p:cNvSpPr/>
            <p:nvPr/>
          </p:nvSpPr>
          <p:spPr>
            <a:xfrm>
              <a:off x="3985968" y="6223759"/>
              <a:ext cx="122555" cy="246379"/>
            </a:xfrm>
            <a:custGeom>
              <a:avLst/>
              <a:gdLst/>
              <a:ahLst/>
              <a:cxnLst/>
              <a:rect l="l" t="t" r="r" b="b"/>
              <a:pathLst>
                <a:path w="122554" h="246379">
                  <a:moveTo>
                    <a:pt x="0" y="0"/>
                  </a:moveTo>
                  <a:lnTo>
                    <a:pt x="122278" y="245824"/>
                  </a:lnTo>
                </a:path>
              </a:pathLst>
            </a:custGeom>
            <a:ln w="12565">
              <a:solidFill>
                <a:srgbClr val="01206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 descr=""/>
            <p:cNvSpPr/>
            <p:nvPr/>
          </p:nvSpPr>
          <p:spPr>
            <a:xfrm>
              <a:off x="4108257" y="6692717"/>
              <a:ext cx="315595" cy="393700"/>
            </a:xfrm>
            <a:custGeom>
              <a:avLst/>
              <a:gdLst/>
              <a:ahLst/>
              <a:cxnLst/>
              <a:rect l="l" t="t" r="r" b="b"/>
              <a:pathLst>
                <a:path w="315595" h="393700">
                  <a:moveTo>
                    <a:pt x="315236" y="0"/>
                  </a:moveTo>
                  <a:lnTo>
                    <a:pt x="0" y="393527"/>
                  </a:lnTo>
                </a:path>
              </a:pathLst>
            </a:custGeom>
            <a:ln w="12565">
              <a:solidFill>
                <a:srgbClr val="01206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8" name="object 288" descr=""/>
          <p:cNvGrpSpPr/>
          <p:nvPr/>
        </p:nvGrpSpPr>
        <p:grpSpPr>
          <a:xfrm>
            <a:off x="2255428" y="7693273"/>
            <a:ext cx="61594" cy="453390"/>
            <a:chOff x="2255428" y="7693273"/>
            <a:chExt cx="61594" cy="453390"/>
          </a:xfrm>
        </p:grpSpPr>
        <p:sp>
          <p:nvSpPr>
            <p:cNvPr id="289" name="object 289" descr=""/>
            <p:cNvSpPr/>
            <p:nvPr/>
          </p:nvSpPr>
          <p:spPr>
            <a:xfrm>
              <a:off x="2255428" y="7693273"/>
              <a:ext cx="61594" cy="453390"/>
            </a:xfrm>
            <a:custGeom>
              <a:avLst/>
              <a:gdLst/>
              <a:ahLst/>
              <a:cxnLst/>
              <a:rect l="l" t="t" r="r" b="b"/>
              <a:pathLst>
                <a:path w="61594" h="453390">
                  <a:moveTo>
                    <a:pt x="61422" y="0"/>
                  </a:moveTo>
                  <a:lnTo>
                    <a:pt x="0" y="0"/>
                  </a:lnTo>
                  <a:lnTo>
                    <a:pt x="0" y="452823"/>
                  </a:lnTo>
                  <a:lnTo>
                    <a:pt x="61422" y="452823"/>
                  </a:lnTo>
                  <a:lnTo>
                    <a:pt x="61422" y="0"/>
                  </a:lnTo>
                  <a:close/>
                </a:path>
              </a:pathLst>
            </a:custGeom>
            <a:solidFill>
              <a:srgbClr val="009E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 descr=""/>
            <p:cNvSpPr/>
            <p:nvPr/>
          </p:nvSpPr>
          <p:spPr>
            <a:xfrm>
              <a:off x="2255418" y="7693285"/>
              <a:ext cx="61594" cy="408940"/>
            </a:xfrm>
            <a:custGeom>
              <a:avLst/>
              <a:gdLst/>
              <a:ahLst/>
              <a:cxnLst/>
              <a:rect l="l" t="t" r="r" b="b"/>
              <a:pathLst>
                <a:path w="61594" h="408940">
                  <a:moveTo>
                    <a:pt x="61429" y="286956"/>
                  </a:moveTo>
                  <a:lnTo>
                    <a:pt x="0" y="286956"/>
                  </a:lnTo>
                  <a:lnTo>
                    <a:pt x="0" y="408698"/>
                  </a:lnTo>
                  <a:lnTo>
                    <a:pt x="61429" y="408698"/>
                  </a:lnTo>
                  <a:lnTo>
                    <a:pt x="61429" y="286956"/>
                  </a:lnTo>
                  <a:close/>
                </a:path>
                <a:path w="61594" h="408940">
                  <a:moveTo>
                    <a:pt x="61429" y="0"/>
                  </a:moveTo>
                  <a:lnTo>
                    <a:pt x="0" y="0"/>
                  </a:lnTo>
                  <a:lnTo>
                    <a:pt x="0" y="20408"/>
                  </a:lnTo>
                  <a:lnTo>
                    <a:pt x="61429" y="20408"/>
                  </a:lnTo>
                  <a:lnTo>
                    <a:pt x="61429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1" name="object 291" descr=""/>
          <p:cNvGrpSpPr/>
          <p:nvPr/>
        </p:nvGrpSpPr>
        <p:grpSpPr>
          <a:xfrm>
            <a:off x="2107234" y="7693273"/>
            <a:ext cx="1630045" cy="768985"/>
            <a:chOff x="2107234" y="7693273"/>
            <a:chExt cx="1630045" cy="768985"/>
          </a:xfrm>
        </p:grpSpPr>
        <p:sp>
          <p:nvSpPr>
            <p:cNvPr id="292" name="object 292" descr=""/>
            <p:cNvSpPr/>
            <p:nvPr/>
          </p:nvSpPr>
          <p:spPr>
            <a:xfrm>
              <a:off x="3525746" y="7693273"/>
              <a:ext cx="61594" cy="453390"/>
            </a:xfrm>
            <a:custGeom>
              <a:avLst/>
              <a:gdLst/>
              <a:ahLst/>
              <a:cxnLst/>
              <a:rect l="l" t="t" r="r" b="b"/>
              <a:pathLst>
                <a:path w="61595" h="453390">
                  <a:moveTo>
                    <a:pt x="61432" y="0"/>
                  </a:moveTo>
                  <a:lnTo>
                    <a:pt x="0" y="0"/>
                  </a:lnTo>
                  <a:lnTo>
                    <a:pt x="0" y="452823"/>
                  </a:lnTo>
                  <a:lnTo>
                    <a:pt x="61432" y="452823"/>
                  </a:lnTo>
                  <a:lnTo>
                    <a:pt x="61432" y="0"/>
                  </a:lnTo>
                  <a:close/>
                </a:path>
              </a:pathLst>
            </a:custGeom>
            <a:solidFill>
              <a:srgbClr val="009E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 descr=""/>
            <p:cNvSpPr/>
            <p:nvPr/>
          </p:nvSpPr>
          <p:spPr>
            <a:xfrm>
              <a:off x="3525736" y="7693285"/>
              <a:ext cx="61594" cy="408940"/>
            </a:xfrm>
            <a:custGeom>
              <a:avLst/>
              <a:gdLst/>
              <a:ahLst/>
              <a:cxnLst/>
              <a:rect l="l" t="t" r="r" b="b"/>
              <a:pathLst>
                <a:path w="61595" h="408940">
                  <a:moveTo>
                    <a:pt x="61442" y="286956"/>
                  </a:moveTo>
                  <a:lnTo>
                    <a:pt x="0" y="286956"/>
                  </a:lnTo>
                  <a:lnTo>
                    <a:pt x="0" y="408698"/>
                  </a:lnTo>
                  <a:lnTo>
                    <a:pt x="61442" y="408698"/>
                  </a:lnTo>
                  <a:lnTo>
                    <a:pt x="61442" y="286956"/>
                  </a:lnTo>
                  <a:close/>
                </a:path>
                <a:path w="61595" h="408940">
                  <a:moveTo>
                    <a:pt x="61442" y="0"/>
                  </a:moveTo>
                  <a:lnTo>
                    <a:pt x="0" y="0"/>
                  </a:lnTo>
                  <a:lnTo>
                    <a:pt x="0" y="20408"/>
                  </a:lnTo>
                  <a:lnTo>
                    <a:pt x="61442" y="20408"/>
                  </a:lnTo>
                  <a:lnTo>
                    <a:pt x="61442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 descr=""/>
            <p:cNvSpPr/>
            <p:nvPr/>
          </p:nvSpPr>
          <p:spPr>
            <a:xfrm>
              <a:off x="2188415" y="8101973"/>
              <a:ext cx="1468755" cy="55244"/>
            </a:xfrm>
            <a:custGeom>
              <a:avLst/>
              <a:gdLst/>
              <a:ahLst/>
              <a:cxnLst/>
              <a:rect l="l" t="t" r="r" b="b"/>
              <a:pathLst>
                <a:path w="1468754" h="55245">
                  <a:moveTo>
                    <a:pt x="1468656" y="0"/>
                  </a:moveTo>
                  <a:lnTo>
                    <a:pt x="0" y="0"/>
                  </a:lnTo>
                  <a:lnTo>
                    <a:pt x="0" y="55014"/>
                  </a:lnTo>
                  <a:lnTo>
                    <a:pt x="1468656" y="55014"/>
                  </a:lnTo>
                  <a:lnTo>
                    <a:pt x="1468656" y="0"/>
                  </a:lnTo>
                  <a:close/>
                </a:path>
              </a:pathLst>
            </a:custGeom>
            <a:solidFill>
              <a:srgbClr val="009E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 descr=""/>
            <p:cNvSpPr/>
            <p:nvPr/>
          </p:nvSpPr>
          <p:spPr>
            <a:xfrm>
              <a:off x="2188415" y="8101973"/>
              <a:ext cx="1468755" cy="44450"/>
            </a:xfrm>
            <a:custGeom>
              <a:avLst/>
              <a:gdLst/>
              <a:ahLst/>
              <a:cxnLst/>
              <a:rect l="l" t="t" r="r" b="b"/>
              <a:pathLst>
                <a:path w="1468754" h="44450">
                  <a:moveTo>
                    <a:pt x="0" y="44124"/>
                  </a:moveTo>
                  <a:lnTo>
                    <a:pt x="1468656" y="44124"/>
                  </a:lnTo>
                  <a:lnTo>
                    <a:pt x="1468656" y="0"/>
                  </a:lnTo>
                  <a:lnTo>
                    <a:pt x="0" y="0"/>
                  </a:lnTo>
                  <a:lnTo>
                    <a:pt x="0" y="44124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 descr=""/>
            <p:cNvSpPr/>
            <p:nvPr/>
          </p:nvSpPr>
          <p:spPr>
            <a:xfrm>
              <a:off x="2224717" y="8155490"/>
              <a:ext cx="61594" cy="306705"/>
            </a:xfrm>
            <a:custGeom>
              <a:avLst/>
              <a:gdLst/>
              <a:ahLst/>
              <a:cxnLst/>
              <a:rect l="l" t="t" r="r" b="b"/>
              <a:pathLst>
                <a:path w="61594" h="306704">
                  <a:moveTo>
                    <a:pt x="61422" y="0"/>
                  </a:moveTo>
                  <a:lnTo>
                    <a:pt x="0" y="0"/>
                  </a:lnTo>
                  <a:lnTo>
                    <a:pt x="0" y="306524"/>
                  </a:lnTo>
                  <a:lnTo>
                    <a:pt x="61422" y="306524"/>
                  </a:lnTo>
                  <a:lnTo>
                    <a:pt x="61422" y="0"/>
                  </a:lnTo>
                  <a:close/>
                </a:path>
              </a:pathLst>
            </a:custGeom>
            <a:solidFill>
              <a:srgbClr val="009E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 descr=""/>
            <p:cNvSpPr/>
            <p:nvPr/>
          </p:nvSpPr>
          <p:spPr>
            <a:xfrm>
              <a:off x="2224717" y="8231896"/>
              <a:ext cx="61594" cy="230504"/>
            </a:xfrm>
            <a:custGeom>
              <a:avLst/>
              <a:gdLst/>
              <a:ahLst/>
              <a:cxnLst/>
              <a:rect l="l" t="t" r="r" b="b"/>
              <a:pathLst>
                <a:path w="61594" h="230504">
                  <a:moveTo>
                    <a:pt x="0" y="230118"/>
                  </a:moveTo>
                  <a:lnTo>
                    <a:pt x="61422" y="230118"/>
                  </a:lnTo>
                  <a:lnTo>
                    <a:pt x="61422" y="0"/>
                  </a:lnTo>
                  <a:lnTo>
                    <a:pt x="0" y="0"/>
                  </a:lnTo>
                  <a:lnTo>
                    <a:pt x="0" y="230118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 descr=""/>
            <p:cNvSpPr/>
            <p:nvPr/>
          </p:nvSpPr>
          <p:spPr>
            <a:xfrm>
              <a:off x="3564928" y="8155490"/>
              <a:ext cx="61594" cy="306705"/>
            </a:xfrm>
            <a:custGeom>
              <a:avLst/>
              <a:gdLst/>
              <a:ahLst/>
              <a:cxnLst/>
              <a:rect l="l" t="t" r="r" b="b"/>
              <a:pathLst>
                <a:path w="61595" h="306704">
                  <a:moveTo>
                    <a:pt x="61422" y="0"/>
                  </a:moveTo>
                  <a:lnTo>
                    <a:pt x="0" y="0"/>
                  </a:lnTo>
                  <a:lnTo>
                    <a:pt x="0" y="306524"/>
                  </a:lnTo>
                  <a:lnTo>
                    <a:pt x="61422" y="306524"/>
                  </a:lnTo>
                  <a:lnTo>
                    <a:pt x="61422" y="0"/>
                  </a:lnTo>
                  <a:close/>
                </a:path>
              </a:pathLst>
            </a:custGeom>
            <a:solidFill>
              <a:srgbClr val="009E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 descr=""/>
            <p:cNvSpPr/>
            <p:nvPr/>
          </p:nvSpPr>
          <p:spPr>
            <a:xfrm>
              <a:off x="3564928" y="8231896"/>
              <a:ext cx="61594" cy="230504"/>
            </a:xfrm>
            <a:custGeom>
              <a:avLst/>
              <a:gdLst/>
              <a:ahLst/>
              <a:cxnLst/>
              <a:rect l="l" t="t" r="r" b="b"/>
              <a:pathLst>
                <a:path w="61595" h="230504">
                  <a:moveTo>
                    <a:pt x="0" y="230118"/>
                  </a:moveTo>
                  <a:lnTo>
                    <a:pt x="61422" y="230118"/>
                  </a:lnTo>
                  <a:lnTo>
                    <a:pt x="61422" y="0"/>
                  </a:lnTo>
                  <a:lnTo>
                    <a:pt x="0" y="0"/>
                  </a:lnTo>
                  <a:lnTo>
                    <a:pt x="0" y="230118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 descr=""/>
            <p:cNvSpPr/>
            <p:nvPr/>
          </p:nvSpPr>
          <p:spPr>
            <a:xfrm>
              <a:off x="2188415" y="7713692"/>
              <a:ext cx="1468755" cy="266700"/>
            </a:xfrm>
            <a:custGeom>
              <a:avLst/>
              <a:gdLst/>
              <a:ahLst/>
              <a:cxnLst/>
              <a:rect l="l" t="t" r="r" b="b"/>
              <a:pathLst>
                <a:path w="1468754" h="266700">
                  <a:moveTo>
                    <a:pt x="1468656" y="0"/>
                  </a:moveTo>
                  <a:lnTo>
                    <a:pt x="0" y="0"/>
                  </a:lnTo>
                  <a:lnTo>
                    <a:pt x="0" y="266546"/>
                  </a:lnTo>
                  <a:lnTo>
                    <a:pt x="1468656" y="266546"/>
                  </a:lnTo>
                  <a:lnTo>
                    <a:pt x="1468656" y="0"/>
                  </a:lnTo>
                  <a:close/>
                </a:path>
              </a:pathLst>
            </a:custGeom>
            <a:solidFill>
              <a:srgbClr val="009E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 descr=""/>
            <p:cNvSpPr/>
            <p:nvPr/>
          </p:nvSpPr>
          <p:spPr>
            <a:xfrm>
              <a:off x="2188415" y="7713692"/>
              <a:ext cx="1468755" cy="266700"/>
            </a:xfrm>
            <a:custGeom>
              <a:avLst/>
              <a:gdLst/>
              <a:ahLst/>
              <a:cxnLst/>
              <a:rect l="l" t="t" r="r" b="b"/>
              <a:pathLst>
                <a:path w="1468754" h="266700">
                  <a:moveTo>
                    <a:pt x="1468656" y="0"/>
                  </a:moveTo>
                  <a:lnTo>
                    <a:pt x="0" y="0"/>
                  </a:lnTo>
                  <a:lnTo>
                    <a:pt x="0" y="266546"/>
                  </a:lnTo>
                  <a:lnTo>
                    <a:pt x="1468656" y="266546"/>
                  </a:lnTo>
                  <a:lnTo>
                    <a:pt x="1468656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 descr=""/>
            <p:cNvSpPr/>
            <p:nvPr/>
          </p:nvSpPr>
          <p:spPr>
            <a:xfrm>
              <a:off x="2190373" y="8146097"/>
              <a:ext cx="1463675" cy="86360"/>
            </a:xfrm>
            <a:custGeom>
              <a:avLst/>
              <a:gdLst/>
              <a:ahLst/>
              <a:cxnLst/>
              <a:rect l="l" t="t" r="r" b="b"/>
              <a:pathLst>
                <a:path w="1463675" h="86359">
                  <a:moveTo>
                    <a:pt x="1463557" y="0"/>
                  </a:moveTo>
                  <a:lnTo>
                    <a:pt x="0" y="0"/>
                  </a:lnTo>
                  <a:lnTo>
                    <a:pt x="0" y="85798"/>
                  </a:lnTo>
                  <a:lnTo>
                    <a:pt x="1463557" y="85798"/>
                  </a:lnTo>
                  <a:lnTo>
                    <a:pt x="1463557" y="0"/>
                  </a:lnTo>
                  <a:close/>
                </a:path>
              </a:pathLst>
            </a:custGeom>
            <a:solidFill>
              <a:srgbClr val="009E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 descr=""/>
            <p:cNvSpPr/>
            <p:nvPr/>
          </p:nvSpPr>
          <p:spPr>
            <a:xfrm>
              <a:off x="2190373" y="8146097"/>
              <a:ext cx="1463675" cy="86360"/>
            </a:xfrm>
            <a:custGeom>
              <a:avLst/>
              <a:gdLst/>
              <a:ahLst/>
              <a:cxnLst/>
              <a:rect l="l" t="t" r="r" b="b"/>
              <a:pathLst>
                <a:path w="1463675" h="86359">
                  <a:moveTo>
                    <a:pt x="1463557" y="0"/>
                  </a:moveTo>
                  <a:lnTo>
                    <a:pt x="0" y="0"/>
                  </a:lnTo>
                  <a:lnTo>
                    <a:pt x="0" y="85798"/>
                  </a:lnTo>
                  <a:lnTo>
                    <a:pt x="1463557" y="85798"/>
                  </a:lnTo>
                  <a:lnTo>
                    <a:pt x="1463557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 descr=""/>
            <p:cNvSpPr/>
            <p:nvPr/>
          </p:nvSpPr>
          <p:spPr>
            <a:xfrm>
              <a:off x="2107222" y="7980241"/>
              <a:ext cx="106680" cy="481330"/>
            </a:xfrm>
            <a:custGeom>
              <a:avLst/>
              <a:gdLst/>
              <a:ahLst/>
              <a:cxnLst/>
              <a:rect l="l" t="t" r="r" b="b"/>
              <a:pathLst>
                <a:path w="106680" h="481329">
                  <a:moveTo>
                    <a:pt x="106540" y="0"/>
                  </a:moveTo>
                  <a:lnTo>
                    <a:pt x="0" y="0"/>
                  </a:lnTo>
                  <a:lnTo>
                    <a:pt x="0" y="61239"/>
                  </a:lnTo>
                  <a:lnTo>
                    <a:pt x="21717" y="61239"/>
                  </a:lnTo>
                  <a:lnTo>
                    <a:pt x="21717" y="481215"/>
                  </a:lnTo>
                  <a:lnTo>
                    <a:pt x="83134" y="481215"/>
                  </a:lnTo>
                  <a:lnTo>
                    <a:pt x="83134" y="61239"/>
                  </a:lnTo>
                  <a:lnTo>
                    <a:pt x="106540" y="61239"/>
                  </a:lnTo>
                  <a:lnTo>
                    <a:pt x="106540" y="0"/>
                  </a:lnTo>
                  <a:close/>
                </a:path>
              </a:pathLst>
            </a:custGeom>
            <a:solidFill>
              <a:srgbClr val="009E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 descr=""/>
            <p:cNvSpPr/>
            <p:nvPr/>
          </p:nvSpPr>
          <p:spPr>
            <a:xfrm>
              <a:off x="2107234" y="7980238"/>
              <a:ext cx="106680" cy="61594"/>
            </a:xfrm>
            <a:custGeom>
              <a:avLst/>
              <a:gdLst/>
              <a:ahLst/>
              <a:cxnLst/>
              <a:rect l="l" t="t" r="r" b="b"/>
              <a:pathLst>
                <a:path w="106680" h="61595">
                  <a:moveTo>
                    <a:pt x="106530" y="0"/>
                  </a:moveTo>
                  <a:lnTo>
                    <a:pt x="0" y="0"/>
                  </a:lnTo>
                  <a:lnTo>
                    <a:pt x="0" y="61233"/>
                  </a:lnTo>
                  <a:lnTo>
                    <a:pt x="106530" y="61233"/>
                  </a:lnTo>
                  <a:lnTo>
                    <a:pt x="106530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 descr=""/>
            <p:cNvSpPr/>
            <p:nvPr/>
          </p:nvSpPr>
          <p:spPr>
            <a:xfrm>
              <a:off x="2213762" y="7980241"/>
              <a:ext cx="1523365" cy="481330"/>
            </a:xfrm>
            <a:custGeom>
              <a:avLst/>
              <a:gdLst/>
              <a:ahLst/>
              <a:cxnLst/>
              <a:rect l="l" t="t" r="r" b="b"/>
              <a:pathLst>
                <a:path w="1523364" h="481329">
                  <a:moveTo>
                    <a:pt x="83540" y="0"/>
                  </a:moveTo>
                  <a:lnTo>
                    <a:pt x="0" y="0"/>
                  </a:lnTo>
                  <a:lnTo>
                    <a:pt x="0" y="61239"/>
                  </a:lnTo>
                  <a:lnTo>
                    <a:pt x="83540" y="61239"/>
                  </a:lnTo>
                  <a:lnTo>
                    <a:pt x="83540" y="0"/>
                  </a:lnTo>
                  <a:close/>
                </a:path>
                <a:path w="1523364" h="481329">
                  <a:moveTo>
                    <a:pt x="1523301" y="0"/>
                  </a:moveTo>
                  <a:lnTo>
                    <a:pt x="1416773" y="0"/>
                  </a:lnTo>
                  <a:lnTo>
                    <a:pt x="1416773" y="61239"/>
                  </a:lnTo>
                  <a:lnTo>
                    <a:pt x="1440167" y="61239"/>
                  </a:lnTo>
                  <a:lnTo>
                    <a:pt x="1440167" y="481215"/>
                  </a:lnTo>
                  <a:lnTo>
                    <a:pt x="1501597" y="481215"/>
                  </a:lnTo>
                  <a:lnTo>
                    <a:pt x="1501597" y="61239"/>
                  </a:lnTo>
                  <a:lnTo>
                    <a:pt x="1523301" y="61239"/>
                  </a:lnTo>
                  <a:lnTo>
                    <a:pt x="1523301" y="0"/>
                  </a:lnTo>
                  <a:close/>
                </a:path>
              </a:pathLst>
            </a:custGeom>
            <a:solidFill>
              <a:srgbClr val="009E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 descr=""/>
            <p:cNvSpPr/>
            <p:nvPr/>
          </p:nvSpPr>
          <p:spPr>
            <a:xfrm>
              <a:off x="3630538" y="7980238"/>
              <a:ext cx="106680" cy="61594"/>
            </a:xfrm>
            <a:custGeom>
              <a:avLst/>
              <a:gdLst/>
              <a:ahLst/>
              <a:cxnLst/>
              <a:rect l="l" t="t" r="r" b="b"/>
              <a:pathLst>
                <a:path w="106679" h="61595">
                  <a:moveTo>
                    <a:pt x="106530" y="0"/>
                  </a:moveTo>
                  <a:lnTo>
                    <a:pt x="0" y="0"/>
                  </a:lnTo>
                  <a:lnTo>
                    <a:pt x="0" y="61233"/>
                  </a:lnTo>
                  <a:lnTo>
                    <a:pt x="106530" y="61233"/>
                  </a:lnTo>
                  <a:lnTo>
                    <a:pt x="106530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 descr=""/>
            <p:cNvSpPr/>
            <p:nvPr/>
          </p:nvSpPr>
          <p:spPr>
            <a:xfrm>
              <a:off x="3546991" y="7980238"/>
              <a:ext cx="83820" cy="61594"/>
            </a:xfrm>
            <a:custGeom>
              <a:avLst/>
              <a:gdLst/>
              <a:ahLst/>
              <a:cxnLst/>
              <a:rect l="l" t="t" r="r" b="b"/>
              <a:pathLst>
                <a:path w="83820" h="61595">
                  <a:moveTo>
                    <a:pt x="83547" y="0"/>
                  </a:moveTo>
                  <a:lnTo>
                    <a:pt x="0" y="0"/>
                  </a:lnTo>
                  <a:lnTo>
                    <a:pt x="0" y="61233"/>
                  </a:lnTo>
                  <a:lnTo>
                    <a:pt x="83547" y="61233"/>
                  </a:lnTo>
                  <a:lnTo>
                    <a:pt x="83547" y="0"/>
                  </a:lnTo>
                  <a:close/>
                </a:path>
              </a:pathLst>
            </a:custGeom>
            <a:solidFill>
              <a:srgbClr val="009E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 descr=""/>
            <p:cNvSpPr/>
            <p:nvPr/>
          </p:nvSpPr>
          <p:spPr>
            <a:xfrm>
              <a:off x="2213762" y="7980241"/>
              <a:ext cx="1417320" cy="61594"/>
            </a:xfrm>
            <a:custGeom>
              <a:avLst/>
              <a:gdLst/>
              <a:ahLst/>
              <a:cxnLst/>
              <a:rect l="l" t="t" r="r" b="b"/>
              <a:pathLst>
                <a:path w="1417320" h="61595">
                  <a:moveTo>
                    <a:pt x="83540" y="0"/>
                  </a:moveTo>
                  <a:lnTo>
                    <a:pt x="0" y="0"/>
                  </a:lnTo>
                  <a:lnTo>
                    <a:pt x="0" y="61239"/>
                  </a:lnTo>
                  <a:lnTo>
                    <a:pt x="83540" y="61239"/>
                  </a:lnTo>
                  <a:lnTo>
                    <a:pt x="83540" y="0"/>
                  </a:lnTo>
                  <a:close/>
                </a:path>
                <a:path w="1417320" h="61595">
                  <a:moveTo>
                    <a:pt x="1416773" y="0"/>
                  </a:moveTo>
                  <a:lnTo>
                    <a:pt x="1333220" y="0"/>
                  </a:lnTo>
                  <a:lnTo>
                    <a:pt x="1333220" y="61239"/>
                  </a:lnTo>
                  <a:lnTo>
                    <a:pt x="1416773" y="61239"/>
                  </a:lnTo>
                  <a:lnTo>
                    <a:pt x="1416773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0" name="object 310" descr=""/>
          <p:cNvGrpSpPr/>
          <p:nvPr/>
        </p:nvGrpSpPr>
        <p:grpSpPr>
          <a:xfrm>
            <a:off x="12701798" y="2934528"/>
            <a:ext cx="2628900" cy="7545705"/>
            <a:chOff x="12701798" y="2934528"/>
            <a:chExt cx="2628900" cy="7545705"/>
          </a:xfrm>
        </p:grpSpPr>
        <p:pic>
          <p:nvPicPr>
            <p:cNvPr id="311" name="object 311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162279" y="5101321"/>
              <a:ext cx="1880602" cy="5378836"/>
            </a:xfrm>
            <a:prstGeom prst="rect">
              <a:avLst/>
            </a:prstGeom>
          </p:spPr>
        </p:pic>
        <p:pic>
          <p:nvPicPr>
            <p:cNvPr id="312" name="object 312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483881" y="5117024"/>
              <a:ext cx="1543624" cy="2920089"/>
            </a:xfrm>
            <a:prstGeom prst="rect">
              <a:avLst/>
            </a:prstGeom>
          </p:spPr>
        </p:pic>
        <p:pic>
          <p:nvPicPr>
            <p:cNvPr id="313" name="object 313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701798" y="2934528"/>
              <a:ext cx="2628627" cy="5026656"/>
            </a:xfrm>
            <a:prstGeom prst="rect">
              <a:avLst/>
            </a:prstGeom>
          </p:spPr>
        </p:pic>
        <p:pic>
          <p:nvPicPr>
            <p:cNvPr id="314" name="object 314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3918319" y="3269837"/>
              <a:ext cx="721831" cy="302878"/>
            </a:xfrm>
            <a:prstGeom prst="rect">
              <a:avLst/>
            </a:prstGeom>
          </p:spPr>
        </p:pic>
        <p:pic>
          <p:nvPicPr>
            <p:cNvPr id="315" name="object 315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379387" y="3796985"/>
              <a:ext cx="112740" cy="112729"/>
            </a:xfrm>
            <a:prstGeom prst="rect">
              <a:avLst/>
            </a:prstGeom>
          </p:spPr>
        </p:pic>
        <p:pic>
          <p:nvPicPr>
            <p:cNvPr id="316" name="object 316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3738062" y="3791102"/>
              <a:ext cx="100164" cy="100154"/>
            </a:xfrm>
            <a:prstGeom prst="rect">
              <a:avLst/>
            </a:prstGeom>
          </p:spPr>
        </p:pic>
        <p:sp>
          <p:nvSpPr>
            <p:cNvPr id="317" name="object 317" descr=""/>
            <p:cNvSpPr/>
            <p:nvPr/>
          </p:nvSpPr>
          <p:spPr>
            <a:xfrm>
              <a:off x="13791438" y="4146315"/>
              <a:ext cx="355600" cy="369570"/>
            </a:xfrm>
            <a:custGeom>
              <a:avLst/>
              <a:gdLst/>
              <a:ahLst/>
              <a:cxnLst/>
              <a:rect l="l" t="t" r="r" b="b"/>
              <a:pathLst>
                <a:path w="355600" h="369570">
                  <a:moveTo>
                    <a:pt x="59893" y="0"/>
                  </a:moveTo>
                  <a:lnTo>
                    <a:pt x="55851" y="0"/>
                  </a:lnTo>
                  <a:lnTo>
                    <a:pt x="52888" y="1874"/>
                  </a:lnTo>
                  <a:lnTo>
                    <a:pt x="0" y="134812"/>
                  </a:lnTo>
                  <a:lnTo>
                    <a:pt x="387" y="137702"/>
                  </a:lnTo>
                  <a:lnTo>
                    <a:pt x="173031" y="367800"/>
                  </a:lnTo>
                  <a:lnTo>
                    <a:pt x="175366" y="368962"/>
                  </a:lnTo>
                  <a:lnTo>
                    <a:pt x="177827" y="368962"/>
                  </a:lnTo>
                  <a:lnTo>
                    <a:pt x="180486" y="368920"/>
                  </a:lnTo>
                  <a:lnTo>
                    <a:pt x="182842" y="367664"/>
                  </a:lnTo>
                  <a:lnTo>
                    <a:pt x="355109" y="119839"/>
                  </a:lnTo>
                  <a:lnTo>
                    <a:pt x="355497" y="117326"/>
                  </a:lnTo>
                  <a:lnTo>
                    <a:pt x="354062" y="112708"/>
                  </a:lnTo>
                  <a:lnTo>
                    <a:pt x="352324" y="110855"/>
                  </a:lnTo>
                  <a:lnTo>
                    <a:pt x="61757" y="513"/>
                  </a:lnTo>
                  <a:lnTo>
                    <a:pt x="598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 descr=""/>
            <p:cNvSpPr/>
            <p:nvPr/>
          </p:nvSpPr>
          <p:spPr>
            <a:xfrm>
              <a:off x="13783136" y="4138457"/>
              <a:ext cx="372110" cy="384810"/>
            </a:xfrm>
            <a:custGeom>
              <a:avLst/>
              <a:gdLst/>
              <a:ahLst/>
              <a:cxnLst/>
              <a:rect l="l" t="t" r="r" b="b"/>
              <a:pathLst>
                <a:path w="372109" h="384810">
                  <a:moveTo>
                    <a:pt x="69128" y="0"/>
                  </a:moveTo>
                  <a:lnTo>
                    <a:pt x="61024" y="0"/>
                  </a:lnTo>
                  <a:lnTo>
                    <a:pt x="55129" y="3759"/>
                  </a:lnTo>
                  <a:lnTo>
                    <a:pt x="0" y="142309"/>
                  </a:lnTo>
                  <a:lnTo>
                    <a:pt x="764" y="148079"/>
                  </a:lnTo>
                  <a:lnTo>
                    <a:pt x="176528" y="382354"/>
                  </a:lnTo>
                  <a:lnTo>
                    <a:pt x="181188" y="384679"/>
                  </a:lnTo>
                  <a:lnTo>
                    <a:pt x="186308" y="384668"/>
                  </a:lnTo>
                  <a:lnTo>
                    <a:pt x="191449" y="384585"/>
                  </a:lnTo>
                  <a:lnTo>
                    <a:pt x="196140" y="382072"/>
                  </a:lnTo>
                  <a:lnTo>
                    <a:pt x="205246" y="368973"/>
                  </a:lnTo>
                  <a:lnTo>
                    <a:pt x="186119" y="368973"/>
                  </a:lnTo>
                  <a:lnTo>
                    <a:pt x="16617" y="143032"/>
                  </a:lnTo>
                  <a:lnTo>
                    <a:pt x="67275" y="15706"/>
                  </a:lnTo>
                  <a:lnTo>
                    <a:pt x="111489" y="15706"/>
                  </a:lnTo>
                  <a:lnTo>
                    <a:pt x="71013" y="335"/>
                  </a:lnTo>
                  <a:lnTo>
                    <a:pt x="69128" y="0"/>
                  </a:lnTo>
                  <a:close/>
                </a:path>
                <a:path w="372109" h="384810">
                  <a:moveTo>
                    <a:pt x="111489" y="15706"/>
                  </a:moveTo>
                  <a:lnTo>
                    <a:pt x="67275" y="15706"/>
                  </a:lnTo>
                  <a:lnTo>
                    <a:pt x="355570" y="125200"/>
                  </a:lnTo>
                  <a:lnTo>
                    <a:pt x="186119" y="368973"/>
                  </a:lnTo>
                  <a:lnTo>
                    <a:pt x="205246" y="368973"/>
                  </a:lnTo>
                  <a:lnTo>
                    <a:pt x="371234" y="130194"/>
                  </a:lnTo>
                  <a:lnTo>
                    <a:pt x="372009" y="125168"/>
                  </a:lnTo>
                  <a:lnTo>
                    <a:pt x="369151" y="115933"/>
                  </a:lnTo>
                  <a:lnTo>
                    <a:pt x="365674" y="112237"/>
                  </a:lnTo>
                  <a:lnTo>
                    <a:pt x="111489" y="157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 descr=""/>
            <p:cNvSpPr/>
            <p:nvPr/>
          </p:nvSpPr>
          <p:spPr>
            <a:xfrm>
              <a:off x="14179699" y="4099275"/>
              <a:ext cx="281305" cy="392430"/>
            </a:xfrm>
            <a:custGeom>
              <a:avLst/>
              <a:gdLst/>
              <a:ahLst/>
              <a:cxnLst/>
              <a:rect l="l" t="t" r="r" b="b"/>
              <a:pathLst>
                <a:path w="281305" h="392429">
                  <a:moveTo>
                    <a:pt x="197187" y="0"/>
                  </a:moveTo>
                  <a:lnTo>
                    <a:pt x="193449" y="0"/>
                  </a:lnTo>
                  <a:lnTo>
                    <a:pt x="191659" y="617"/>
                  </a:lnTo>
                  <a:lnTo>
                    <a:pt x="1361" y="159691"/>
                  </a:lnTo>
                  <a:lnTo>
                    <a:pt x="366" y="161628"/>
                  </a:lnTo>
                  <a:lnTo>
                    <a:pt x="0" y="165795"/>
                  </a:lnTo>
                  <a:lnTo>
                    <a:pt x="670" y="167879"/>
                  </a:lnTo>
                  <a:lnTo>
                    <a:pt x="190769" y="391234"/>
                  </a:lnTo>
                  <a:lnTo>
                    <a:pt x="192967" y="392218"/>
                  </a:lnTo>
                  <a:lnTo>
                    <a:pt x="195240" y="392218"/>
                  </a:lnTo>
                  <a:lnTo>
                    <a:pt x="195836" y="392218"/>
                  </a:lnTo>
                  <a:lnTo>
                    <a:pt x="199868" y="391349"/>
                  </a:lnTo>
                  <a:lnTo>
                    <a:pt x="202119" y="389150"/>
                  </a:lnTo>
                  <a:lnTo>
                    <a:pt x="280912" y="80322"/>
                  </a:lnTo>
                  <a:lnTo>
                    <a:pt x="280064" y="77400"/>
                  </a:lnTo>
                  <a:lnTo>
                    <a:pt x="199135" y="722"/>
                  </a:lnTo>
                  <a:lnTo>
                    <a:pt x="1971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 descr=""/>
            <p:cNvSpPr/>
            <p:nvPr/>
          </p:nvSpPr>
          <p:spPr>
            <a:xfrm>
              <a:off x="14171708" y="4091427"/>
              <a:ext cx="297815" cy="408305"/>
            </a:xfrm>
            <a:custGeom>
              <a:avLst/>
              <a:gdLst/>
              <a:ahLst/>
              <a:cxnLst/>
              <a:rect l="l" t="t" r="r" b="b"/>
              <a:pathLst>
                <a:path w="297815" h="408304">
                  <a:moveTo>
                    <a:pt x="207124" y="0"/>
                  </a:moveTo>
                  <a:lnTo>
                    <a:pt x="199658" y="0"/>
                  </a:lnTo>
                  <a:lnTo>
                    <a:pt x="196077" y="1214"/>
                  </a:lnTo>
                  <a:lnTo>
                    <a:pt x="2711" y="162864"/>
                  </a:lnTo>
                  <a:lnTo>
                    <a:pt x="712" y="166727"/>
                  </a:lnTo>
                  <a:lnTo>
                    <a:pt x="0" y="175073"/>
                  </a:lnTo>
                  <a:lnTo>
                    <a:pt x="1329" y="179219"/>
                  </a:lnTo>
                  <a:lnTo>
                    <a:pt x="194287" y="405945"/>
                  </a:lnTo>
                  <a:lnTo>
                    <a:pt x="198685" y="407924"/>
                  </a:lnTo>
                  <a:lnTo>
                    <a:pt x="204412" y="407924"/>
                  </a:lnTo>
                  <a:lnTo>
                    <a:pt x="205595" y="407788"/>
                  </a:lnTo>
                  <a:lnTo>
                    <a:pt x="212496" y="406186"/>
                  </a:lnTo>
                  <a:lnTo>
                    <a:pt x="216998" y="401788"/>
                  </a:lnTo>
                  <a:lnTo>
                    <a:pt x="219440" y="392218"/>
                  </a:lnTo>
                  <a:lnTo>
                    <a:pt x="203229" y="392218"/>
                  </a:lnTo>
                  <a:lnTo>
                    <a:pt x="15999" y="172225"/>
                  </a:lnTo>
                  <a:lnTo>
                    <a:pt x="203229" y="15706"/>
                  </a:lnTo>
                  <a:lnTo>
                    <a:pt x="226063" y="15706"/>
                  </a:lnTo>
                  <a:lnTo>
                    <a:pt x="211009" y="1444"/>
                  </a:lnTo>
                  <a:lnTo>
                    <a:pt x="207124" y="0"/>
                  </a:lnTo>
                  <a:close/>
                </a:path>
                <a:path w="297815" h="408304">
                  <a:moveTo>
                    <a:pt x="226063" y="15706"/>
                  </a:moveTo>
                  <a:lnTo>
                    <a:pt x="203229" y="15706"/>
                  </a:lnTo>
                  <a:lnTo>
                    <a:pt x="280588" y="88992"/>
                  </a:lnTo>
                  <a:lnTo>
                    <a:pt x="203229" y="392218"/>
                  </a:lnTo>
                  <a:lnTo>
                    <a:pt x="219440" y="392218"/>
                  </a:lnTo>
                  <a:lnTo>
                    <a:pt x="297216" y="87358"/>
                  </a:lnTo>
                  <a:lnTo>
                    <a:pt x="295519" y="81505"/>
                  </a:lnTo>
                  <a:lnTo>
                    <a:pt x="226063" y="157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1" name="object 321" descr=""/>
          <p:cNvSpPr txBox="1"/>
          <p:nvPr/>
        </p:nvSpPr>
        <p:spPr>
          <a:xfrm>
            <a:off x="624158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solidFill>
                  <a:srgbClr val="F1F1F1"/>
                </a:solidFill>
                <a:latin typeface="Open Sans"/>
                <a:cs typeface="Open Sans"/>
              </a:rPr>
              <a:t>Example</a:t>
            </a:r>
            <a:r>
              <a:rPr dirty="0" sz="1700" spc="70">
                <a:solidFill>
                  <a:srgbClr val="F1F1F1"/>
                </a:solidFill>
                <a:latin typeface="Open Sans"/>
                <a:cs typeface="Open Sans"/>
              </a:rPr>
              <a:t> </a:t>
            </a:r>
            <a:r>
              <a:rPr dirty="0" sz="1700">
                <a:solidFill>
                  <a:srgbClr val="F1F1F1"/>
                </a:solidFill>
                <a:latin typeface="Open Sans"/>
                <a:cs typeface="Open Sans"/>
              </a:rPr>
              <a:t>background</a:t>
            </a:r>
            <a:r>
              <a:rPr dirty="0" sz="1700" spc="70">
                <a:solidFill>
                  <a:srgbClr val="F1F1F1"/>
                </a:solidFill>
                <a:latin typeface="Open Sans"/>
                <a:cs typeface="Open Sans"/>
              </a:rPr>
              <a:t> </a:t>
            </a:r>
            <a:r>
              <a:rPr dirty="0" sz="1700" spc="-10">
                <a:solidFill>
                  <a:srgbClr val="F1F1F1"/>
                </a:solidFill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719004" y="6620576"/>
            <a:ext cx="2508250" cy="3263265"/>
            <a:chOff x="1719004" y="6620576"/>
            <a:chExt cx="2508250" cy="3263265"/>
          </a:xfrm>
        </p:grpSpPr>
        <p:sp>
          <p:nvSpPr>
            <p:cNvPr id="3" name="object 3" descr=""/>
            <p:cNvSpPr/>
            <p:nvPr/>
          </p:nvSpPr>
          <p:spPr>
            <a:xfrm>
              <a:off x="1842634" y="6756035"/>
              <a:ext cx="2035810" cy="3128010"/>
            </a:xfrm>
            <a:custGeom>
              <a:avLst/>
              <a:gdLst/>
              <a:ahLst/>
              <a:cxnLst/>
              <a:rect l="l" t="t" r="r" b="b"/>
              <a:pathLst>
                <a:path w="2035810" h="3128009">
                  <a:moveTo>
                    <a:pt x="2035466" y="0"/>
                  </a:moveTo>
                  <a:lnTo>
                    <a:pt x="0" y="0"/>
                  </a:lnTo>
                  <a:lnTo>
                    <a:pt x="0" y="3127758"/>
                  </a:lnTo>
                  <a:lnTo>
                    <a:pt x="2035466" y="3127758"/>
                  </a:lnTo>
                  <a:lnTo>
                    <a:pt x="2035466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842634" y="6755742"/>
              <a:ext cx="1692275" cy="3128645"/>
            </a:xfrm>
            <a:custGeom>
              <a:avLst/>
              <a:gdLst/>
              <a:ahLst/>
              <a:cxnLst/>
              <a:rect l="l" t="t" r="r" b="b"/>
              <a:pathLst>
                <a:path w="1692275" h="3128645">
                  <a:moveTo>
                    <a:pt x="1691728" y="0"/>
                  </a:moveTo>
                  <a:lnTo>
                    <a:pt x="0" y="0"/>
                  </a:lnTo>
                  <a:lnTo>
                    <a:pt x="0" y="3128051"/>
                  </a:lnTo>
                  <a:lnTo>
                    <a:pt x="1691728" y="3128051"/>
                  </a:lnTo>
                  <a:lnTo>
                    <a:pt x="1691728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534363" y="6755742"/>
              <a:ext cx="344170" cy="3128645"/>
            </a:xfrm>
            <a:custGeom>
              <a:avLst/>
              <a:gdLst/>
              <a:ahLst/>
              <a:cxnLst/>
              <a:rect l="l" t="t" r="r" b="b"/>
              <a:pathLst>
                <a:path w="344170" h="3128645">
                  <a:moveTo>
                    <a:pt x="343748" y="0"/>
                  </a:moveTo>
                  <a:lnTo>
                    <a:pt x="0" y="0"/>
                  </a:lnTo>
                  <a:lnTo>
                    <a:pt x="0" y="3128051"/>
                  </a:lnTo>
                  <a:lnTo>
                    <a:pt x="343748" y="3128051"/>
                  </a:lnTo>
                  <a:lnTo>
                    <a:pt x="343748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987918" y="6914889"/>
              <a:ext cx="1401445" cy="2969260"/>
            </a:xfrm>
            <a:custGeom>
              <a:avLst/>
              <a:gdLst/>
              <a:ahLst/>
              <a:cxnLst/>
              <a:rect l="l" t="t" r="r" b="b"/>
              <a:pathLst>
                <a:path w="1401445" h="2969259">
                  <a:moveTo>
                    <a:pt x="369201" y="2532596"/>
                  </a:moveTo>
                  <a:lnTo>
                    <a:pt x="0" y="2532596"/>
                  </a:lnTo>
                  <a:lnTo>
                    <a:pt x="0" y="2968904"/>
                  </a:lnTo>
                  <a:lnTo>
                    <a:pt x="369201" y="2968904"/>
                  </a:lnTo>
                  <a:lnTo>
                    <a:pt x="369201" y="2532596"/>
                  </a:lnTo>
                  <a:close/>
                </a:path>
                <a:path w="1401445" h="2969259">
                  <a:moveTo>
                    <a:pt x="369201" y="1923808"/>
                  </a:moveTo>
                  <a:lnTo>
                    <a:pt x="0" y="1923808"/>
                  </a:lnTo>
                  <a:lnTo>
                    <a:pt x="0" y="2293010"/>
                  </a:lnTo>
                  <a:lnTo>
                    <a:pt x="369201" y="2293010"/>
                  </a:lnTo>
                  <a:lnTo>
                    <a:pt x="369201" y="1923808"/>
                  </a:lnTo>
                  <a:close/>
                </a:path>
                <a:path w="1401445" h="2969259">
                  <a:moveTo>
                    <a:pt x="369201" y="1442847"/>
                  </a:moveTo>
                  <a:lnTo>
                    <a:pt x="0" y="1442847"/>
                  </a:lnTo>
                  <a:lnTo>
                    <a:pt x="0" y="1812061"/>
                  </a:lnTo>
                  <a:lnTo>
                    <a:pt x="369201" y="1812061"/>
                  </a:lnTo>
                  <a:lnTo>
                    <a:pt x="369201" y="1442847"/>
                  </a:lnTo>
                  <a:close/>
                </a:path>
                <a:path w="1401445" h="2969259">
                  <a:moveTo>
                    <a:pt x="369201" y="961898"/>
                  </a:moveTo>
                  <a:lnTo>
                    <a:pt x="0" y="961898"/>
                  </a:lnTo>
                  <a:lnTo>
                    <a:pt x="0" y="1331112"/>
                  </a:lnTo>
                  <a:lnTo>
                    <a:pt x="369201" y="1331112"/>
                  </a:lnTo>
                  <a:lnTo>
                    <a:pt x="369201" y="961898"/>
                  </a:lnTo>
                  <a:close/>
                </a:path>
                <a:path w="1401445" h="2969259">
                  <a:moveTo>
                    <a:pt x="369201" y="480949"/>
                  </a:moveTo>
                  <a:lnTo>
                    <a:pt x="0" y="480949"/>
                  </a:lnTo>
                  <a:lnTo>
                    <a:pt x="0" y="850163"/>
                  </a:lnTo>
                  <a:lnTo>
                    <a:pt x="369201" y="850163"/>
                  </a:lnTo>
                  <a:lnTo>
                    <a:pt x="369201" y="480949"/>
                  </a:lnTo>
                  <a:close/>
                </a:path>
                <a:path w="1401445" h="2969259">
                  <a:moveTo>
                    <a:pt x="369201" y="0"/>
                  </a:moveTo>
                  <a:lnTo>
                    <a:pt x="0" y="0"/>
                  </a:lnTo>
                  <a:lnTo>
                    <a:pt x="0" y="369214"/>
                  </a:lnTo>
                  <a:lnTo>
                    <a:pt x="369201" y="369214"/>
                  </a:lnTo>
                  <a:lnTo>
                    <a:pt x="369201" y="0"/>
                  </a:lnTo>
                  <a:close/>
                </a:path>
                <a:path w="1401445" h="2969259">
                  <a:moveTo>
                    <a:pt x="885177" y="2404757"/>
                  </a:moveTo>
                  <a:lnTo>
                    <a:pt x="515975" y="2404757"/>
                  </a:lnTo>
                  <a:lnTo>
                    <a:pt x="515975" y="2968904"/>
                  </a:lnTo>
                  <a:lnTo>
                    <a:pt x="885177" y="2968904"/>
                  </a:lnTo>
                  <a:lnTo>
                    <a:pt x="885177" y="2404757"/>
                  </a:lnTo>
                  <a:close/>
                </a:path>
                <a:path w="1401445" h="2969259">
                  <a:moveTo>
                    <a:pt x="885177" y="1923808"/>
                  </a:moveTo>
                  <a:lnTo>
                    <a:pt x="515975" y="1923808"/>
                  </a:lnTo>
                  <a:lnTo>
                    <a:pt x="515975" y="2293010"/>
                  </a:lnTo>
                  <a:lnTo>
                    <a:pt x="885177" y="2293010"/>
                  </a:lnTo>
                  <a:lnTo>
                    <a:pt x="885177" y="1923808"/>
                  </a:lnTo>
                  <a:close/>
                </a:path>
                <a:path w="1401445" h="2969259">
                  <a:moveTo>
                    <a:pt x="885177" y="1442847"/>
                  </a:moveTo>
                  <a:lnTo>
                    <a:pt x="515975" y="1442847"/>
                  </a:lnTo>
                  <a:lnTo>
                    <a:pt x="515975" y="1812061"/>
                  </a:lnTo>
                  <a:lnTo>
                    <a:pt x="885177" y="1812061"/>
                  </a:lnTo>
                  <a:lnTo>
                    <a:pt x="885177" y="1442847"/>
                  </a:lnTo>
                  <a:close/>
                </a:path>
                <a:path w="1401445" h="2969259">
                  <a:moveTo>
                    <a:pt x="885177" y="961898"/>
                  </a:moveTo>
                  <a:lnTo>
                    <a:pt x="515975" y="961898"/>
                  </a:lnTo>
                  <a:lnTo>
                    <a:pt x="515975" y="1331112"/>
                  </a:lnTo>
                  <a:lnTo>
                    <a:pt x="885177" y="1331112"/>
                  </a:lnTo>
                  <a:lnTo>
                    <a:pt x="885177" y="961898"/>
                  </a:lnTo>
                  <a:close/>
                </a:path>
                <a:path w="1401445" h="2969259">
                  <a:moveTo>
                    <a:pt x="885177" y="480949"/>
                  </a:moveTo>
                  <a:lnTo>
                    <a:pt x="515975" y="480949"/>
                  </a:lnTo>
                  <a:lnTo>
                    <a:pt x="515975" y="850163"/>
                  </a:lnTo>
                  <a:lnTo>
                    <a:pt x="885177" y="850163"/>
                  </a:lnTo>
                  <a:lnTo>
                    <a:pt x="885177" y="480949"/>
                  </a:lnTo>
                  <a:close/>
                </a:path>
                <a:path w="1401445" h="2969259">
                  <a:moveTo>
                    <a:pt x="885177" y="0"/>
                  </a:moveTo>
                  <a:lnTo>
                    <a:pt x="515975" y="0"/>
                  </a:lnTo>
                  <a:lnTo>
                    <a:pt x="515975" y="369214"/>
                  </a:lnTo>
                  <a:lnTo>
                    <a:pt x="885177" y="369214"/>
                  </a:lnTo>
                  <a:lnTo>
                    <a:pt x="885177" y="0"/>
                  </a:lnTo>
                  <a:close/>
                </a:path>
                <a:path w="1401445" h="2969259">
                  <a:moveTo>
                    <a:pt x="1401152" y="2532596"/>
                  </a:moveTo>
                  <a:lnTo>
                    <a:pt x="1031951" y="2532596"/>
                  </a:lnTo>
                  <a:lnTo>
                    <a:pt x="1031951" y="2968904"/>
                  </a:lnTo>
                  <a:lnTo>
                    <a:pt x="1401152" y="2968904"/>
                  </a:lnTo>
                  <a:lnTo>
                    <a:pt x="1401152" y="2532596"/>
                  </a:lnTo>
                  <a:close/>
                </a:path>
                <a:path w="1401445" h="2969259">
                  <a:moveTo>
                    <a:pt x="1401152" y="1923808"/>
                  </a:moveTo>
                  <a:lnTo>
                    <a:pt x="1031951" y="1923808"/>
                  </a:lnTo>
                  <a:lnTo>
                    <a:pt x="1031951" y="2293010"/>
                  </a:lnTo>
                  <a:lnTo>
                    <a:pt x="1401152" y="2293010"/>
                  </a:lnTo>
                  <a:lnTo>
                    <a:pt x="1401152" y="1923808"/>
                  </a:lnTo>
                  <a:close/>
                </a:path>
                <a:path w="1401445" h="2969259">
                  <a:moveTo>
                    <a:pt x="1401152" y="1442847"/>
                  </a:moveTo>
                  <a:lnTo>
                    <a:pt x="1031951" y="1442847"/>
                  </a:lnTo>
                  <a:lnTo>
                    <a:pt x="1031951" y="1812061"/>
                  </a:lnTo>
                  <a:lnTo>
                    <a:pt x="1401152" y="1812061"/>
                  </a:lnTo>
                  <a:lnTo>
                    <a:pt x="1401152" y="1442847"/>
                  </a:lnTo>
                  <a:close/>
                </a:path>
                <a:path w="1401445" h="2969259">
                  <a:moveTo>
                    <a:pt x="1401152" y="961898"/>
                  </a:moveTo>
                  <a:lnTo>
                    <a:pt x="1031951" y="961898"/>
                  </a:lnTo>
                  <a:lnTo>
                    <a:pt x="1031951" y="1331112"/>
                  </a:lnTo>
                  <a:lnTo>
                    <a:pt x="1401152" y="1331112"/>
                  </a:lnTo>
                  <a:lnTo>
                    <a:pt x="1401152" y="961898"/>
                  </a:lnTo>
                  <a:close/>
                </a:path>
                <a:path w="1401445" h="2969259">
                  <a:moveTo>
                    <a:pt x="1401152" y="480949"/>
                  </a:moveTo>
                  <a:lnTo>
                    <a:pt x="1031951" y="480949"/>
                  </a:lnTo>
                  <a:lnTo>
                    <a:pt x="1031951" y="850163"/>
                  </a:lnTo>
                  <a:lnTo>
                    <a:pt x="1401152" y="850163"/>
                  </a:lnTo>
                  <a:lnTo>
                    <a:pt x="1401152" y="480949"/>
                  </a:lnTo>
                  <a:close/>
                </a:path>
                <a:path w="1401445" h="2969259">
                  <a:moveTo>
                    <a:pt x="1401152" y="0"/>
                  </a:moveTo>
                  <a:lnTo>
                    <a:pt x="1031951" y="0"/>
                  </a:lnTo>
                  <a:lnTo>
                    <a:pt x="1031951" y="369214"/>
                  </a:lnTo>
                  <a:lnTo>
                    <a:pt x="1401152" y="369214"/>
                  </a:lnTo>
                  <a:lnTo>
                    <a:pt x="1401152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018474" y="6914889"/>
              <a:ext cx="1370965" cy="2969260"/>
            </a:xfrm>
            <a:custGeom>
              <a:avLst/>
              <a:gdLst/>
              <a:ahLst/>
              <a:cxnLst/>
              <a:rect l="l" t="t" r="r" b="b"/>
              <a:pathLst>
                <a:path w="1370964" h="2969259">
                  <a:moveTo>
                    <a:pt x="338645" y="2532596"/>
                  </a:moveTo>
                  <a:lnTo>
                    <a:pt x="0" y="2532596"/>
                  </a:lnTo>
                  <a:lnTo>
                    <a:pt x="0" y="2968904"/>
                  </a:lnTo>
                  <a:lnTo>
                    <a:pt x="338645" y="2968904"/>
                  </a:lnTo>
                  <a:lnTo>
                    <a:pt x="338645" y="2532596"/>
                  </a:lnTo>
                  <a:close/>
                </a:path>
                <a:path w="1370964" h="2969259">
                  <a:moveTo>
                    <a:pt x="338645" y="1923808"/>
                  </a:moveTo>
                  <a:lnTo>
                    <a:pt x="0" y="1923808"/>
                  </a:lnTo>
                  <a:lnTo>
                    <a:pt x="0" y="2293010"/>
                  </a:lnTo>
                  <a:lnTo>
                    <a:pt x="338645" y="2293010"/>
                  </a:lnTo>
                  <a:lnTo>
                    <a:pt x="338645" y="1923808"/>
                  </a:lnTo>
                  <a:close/>
                </a:path>
                <a:path w="1370964" h="2969259">
                  <a:moveTo>
                    <a:pt x="338645" y="1442847"/>
                  </a:moveTo>
                  <a:lnTo>
                    <a:pt x="0" y="1442847"/>
                  </a:lnTo>
                  <a:lnTo>
                    <a:pt x="0" y="1812061"/>
                  </a:lnTo>
                  <a:lnTo>
                    <a:pt x="338645" y="1812061"/>
                  </a:lnTo>
                  <a:lnTo>
                    <a:pt x="338645" y="1442847"/>
                  </a:lnTo>
                  <a:close/>
                </a:path>
                <a:path w="1370964" h="2969259">
                  <a:moveTo>
                    <a:pt x="338645" y="961898"/>
                  </a:moveTo>
                  <a:lnTo>
                    <a:pt x="0" y="961898"/>
                  </a:lnTo>
                  <a:lnTo>
                    <a:pt x="0" y="1331112"/>
                  </a:lnTo>
                  <a:lnTo>
                    <a:pt x="338645" y="1331112"/>
                  </a:lnTo>
                  <a:lnTo>
                    <a:pt x="338645" y="961898"/>
                  </a:lnTo>
                  <a:close/>
                </a:path>
                <a:path w="1370964" h="2969259">
                  <a:moveTo>
                    <a:pt x="338645" y="480949"/>
                  </a:moveTo>
                  <a:lnTo>
                    <a:pt x="0" y="480949"/>
                  </a:lnTo>
                  <a:lnTo>
                    <a:pt x="0" y="850163"/>
                  </a:lnTo>
                  <a:lnTo>
                    <a:pt x="338645" y="850163"/>
                  </a:lnTo>
                  <a:lnTo>
                    <a:pt x="338645" y="480949"/>
                  </a:lnTo>
                  <a:close/>
                </a:path>
                <a:path w="1370964" h="2969259">
                  <a:moveTo>
                    <a:pt x="338645" y="0"/>
                  </a:moveTo>
                  <a:lnTo>
                    <a:pt x="0" y="0"/>
                  </a:lnTo>
                  <a:lnTo>
                    <a:pt x="0" y="369214"/>
                  </a:lnTo>
                  <a:lnTo>
                    <a:pt x="338645" y="369214"/>
                  </a:lnTo>
                  <a:lnTo>
                    <a:pt x="338645" y="0"/>
                  </a:lnTo>
                  <a:close/>
                </a:path>
                <a:path w="1370964" h="2969259">
                  <a:moveTo>
                    <a:pt x="854621" y="2404757"/>
                  </a:moveTo>
                  <a:lnTo>
                    <a:pt x="515975" y="2404757"/>
                  </a:lnTo>
                  <a:lnTo>
                    <a:pt x="515975" y="2968904"/>
                  </a:lnTo>
                  <a:lnTo>
                    <a:pt x="854621" y="2968904"/>
                  </a:lnTo>
                  <a:lnTo>
                    <a:pt x="854621" y="2404757"/>
                  </a:lnTo>
                  <a:close/>
                </a:path>
                <a:path w="1370964" h="2969259">
                  <a:moveTo>
                    <a:pt x="854621" y="1923808"/>
                  </a:moveTo>
                  <a:lnTo>
                    <a:pt x="515975" y="1923808"/>
                  </a:lnTo>
                  <a:lnTo>
                    <a:pt x="515975" y="2293010"/>
                  </a:lnTo>
                  <a:lnTo>
                    <a:pt x="854621" y="2293010"/>
                  </a:lnTo>
                  <a:lnTo>
                    <a:pt x="854621" y="1923808"/>
                  </a:lnTo>
                  <a:close/>
                </a:path>
                <a:path w="1370964" h="2969259">
                  <a:moveTo>
                    <a:pt x="854621" y="1442847"/>
                  </a:moveTo>
                  <a:lnTo>
                    <a:pt x="515975" y="1442847"/>
                  </a:lnTo>
                  <a:lnTo>
                    <a:pt x="515975" y="1812061"/>
                  </a:lnTo>
                  <a:lnTo>
                    <a:pt x="854621" y="1812061"/>
                  </a:lnTo>
                  <a:lnTo>
                    <a:pt x="854621" y="1442847"/>
                  </a:lnTo>
                  <a:close/>
                </a:path>
                <a:path w="1370964" h="2969259">
                  <a:moveTo>
                    <a:pt x="854621" y="961898"/>
                  </a:moveTo>
                  <a:lnTo>
                    <a:pt x="515975" y="961898"/>
                  </a:lnTo>
                  <a:lnTo>
                    <a:pt x="515975" y="1331112"/>
                  </a:lnTo>
                  <a:lnTo>
                    <a:pt x="854621" y="1331112"/>
                  </a:lnTo>
                  <a:lnTo>
                    <a:pt x="854621" y="961898"/>
                  </a:lnTo>
                  <a:close/>
                </a:path>
                <a:path w="1370964" h="2969259">
                  <a:moveTo>
                    <a:pt x="854621" y="480949"/>
                  </a:moveTo>
                  <a:lnTo>
                    <a:pt x="515975" y="480949"/>
                  </a:lnTo>
                  <a:lnTo>
                    <a:pt x="515975" y="850163"/>
                  </a:lnTo>
                  <a:lnTo>
                    <a:pt x="854621" y="850163"/>
                  </a:lnTo>
                  <a:lnTo>
                    <a:pt x="854621" y="480949"/>
                  </a:lnTo>
                  <a:close/>
                </a:path>
                <a:path w="1370964" h="2969259">
                  <a:moveTo>
                    <a:pt x="854621" y="0"/>
                  </a:moveTo>
                  <a:lnTo>
                    <a:pt x="515975" y="0"/>
                  </a:lnTo>
                  <a:lnTo>
                    <a:pt x="515975" y="369214"/>
                  </a:lnTo>
                  <a:lnTo>
                    <a:pt x="854621" y="369214"/>
                  </a:lnTo>
                  <a:lnTo>
                    <a:pt x="854621" y="0"/>
                  </a:lnTo>
                  <a:close/>
                </a:path>
                <a:path w="1370964" h="2969259">
                  <a:moveTo>
                    <a:pt x="1370596" y="2532596"/>
                  </a:moveTo>
                  <a:lnTo>
                    <a:pt x="1031963" y="2532596"/>
                  </a:lnTo>
                  <a:lnTo>
                    <a:pt x="1031963" y="2968904"/>
                  </a:lnTo>
                  <a:lnTo>
                    <a:pt x="1370596" y="2968904"/>
                  </a:lnTo>
                  <a:lnTo>
                    <a:pt x="1370596" y="2532596"/>
                  </a:lnTo>
                  <a:close/>
                </a:path>
                <a:path w="1370964" h="2969259">
                  <a:moveTo>
                    <a:pt x="1370596" y="1923808"/>
                  </a:moveTo>
                  <a:lnTo>
                    <a:pt x="1031963" y="1923808"/>
                  </a:lnTo>
                  <a:lnTo>
                    <a:pt x="1031963" y="2293010"/>
                  </a:lnTo>
                  <a:lnTo>
                    <a:pt x="1370596" y="2293010"/>
                  </a:lnTo>
                  <a:lnTo>
                    <a:pt x="1370596" y="1923808"/>
                  </a:lnTo>
                  <a:close/>
                </a:path>
                <a:path w="1370964" h="2969259">
                  <a:moveTo>
                    <a:pt x="1370596" y="1442847"/>
                  </a:moveTo>
                  <a:lnTo>
                    <a:pt x="1031963" y="1442847"/>
                  </a:lnTo>
                  <a:lnTo>
                    <a:pt x="1031963" y="1812061"/>
                  </a:lnTo>
                  <a:lnTo>
                    <a:pt x="1370596" y="1812061"/>
                  </a:lnTo>
                  <a:lnTo>
                    <a:pt x="1370596" y="1442847"/>
                  </a:lnTo>
                  <a:close/>
                </a:path>
                <a:path w="1370964" h="2969259">
                  <a:moveTo>
                    <a:pt x="1370596" y="961898"/>
                  </a:moveTo>
                  <a:lnTo>
                    <a:pt x="1031963" y="961898"/>
                  </a:lnTo>
                  <a:lnTo>
                    <a:pt x="1031963" y="1331112"/>
                  </a:lnTo>
                  <a:lnTo>
                    <a:pt x="1370596" y="1331112"/>
                  </a:lnTo>
                  <a:lnTo>
                    <a:pt x="1370596" y="961898"/>
                  </a:lnTo>
                  <a:close/>
                </a:path>
                <a:path w="1370964" h="2969259">
                  <a:moveTo>
                    <a:pt x="1370596" y="480949"/>
                  </a:moveTo>
                  <a:lnTo>
                    <a:pt x="1031963" y="480949"/>
                  </a:lnTo>
                  <a:lnTo>
                    <a:pt x="1031963" y="850163"/>
                  </a:lnTo>
                  <a:lnTo>
                    <a:pt x="1370596" y="850163"/>
                  </a:lnTo>
                  <a:lnTo>
                    <a:pt x="1370596" y="480949"/>
                  </a:lnTo>
                  <a:close/>
                </a:path>
                <a:path w="1370964" h="2969259">
                  <a:moveTo>
                    <a:pt x="1370596" y="0"/>
                  </a:moveTo>
                  <a:lnTo>
                    <a:pt x="1031963" y="0"/>
                  </a:lnTo>
                  <a:lnTo>
                    <a:pt x="1031963" y="369214"/>
                  </a:lnTo>
                  <a:lnTo>
                    <a:pt x="1370596" y="369214"/>
                  </a:lnTo>
                  <a:lnTo>
                    <a:pt x="1370596" y="0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719004" y="6620576"/>
              <a:ext cx="2508250" cy="158750"/>
            </a:xfrm>
            <a:custGeom>
              <a:avLst/>
              <a:gdLst/>
              <a:ahLst/>
              <a:cxnLst/>
              <a:rect l="l" t="t" r="r" b="b"/>
              <a:pathLst>
                <a:path w="2508250" h="158750">
                  <a:moveTo>
                    <a:pt x="2508080" y="0"/>
                  </a:moveTo>
                  <a:lnTo>
                    <a:pt x="0" y="0"/>
                  </a:lnTo>
                  <a:lnTo>
                    <a:pt x="74730" y="158654"/>
                  </a:lnTo>
                  <a:lnTo>
                    <a:pt x="2433339" y="158654"/>
                  </a:lnTo>
                  <a:lnTo>
                    <a:pt x="2508080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535699" y="6620576"/>
              <a:ext cx="691515" cy="158750"/>
            </a:xfrm>
            <a:custGeom>
              <a:avLst/>
              <a:gdLst/>
              <a:ahLst/>
              <a:cxnLst/>
              <a:rect l="l" t="t" r="r" b="b"/>
              <a:pathLst>
                <a:path w="691514" h="158750">
                  <a:moveTo>
                    <a:pt x="691382" y="0"/>
                  </a:moveTo>
                  <a:lnTo>
                    <a:pt x="35663" y="0"/>
                  </a:lnTo>
                  <a:lnTo>
                    <a:pt x="0" y="158654"/>
                  </a:lnTo>
                  <a:lnTo>
                    <a:pt x="616651" y="158654"/>
                  </a:lnTo>
                  <a:lnTo>
                    <a:pt x="691382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 descr=""/>
          <p:cNvGrpSpPr/>
          <p:nvPr/>
        </p:nvGrpSpPr>
        <p:grpSpPr>
          <a:xfrm>
            <a:off x="7048507" y="4736934"/>
            <a:ext cx="2247265" cy="5147310"/>
            <a:chOff x="7048507" y="4736934"/>
            <a:chExt cx="2247265" cy="5147310"/>
          </a:xfrm>
        </p:grpSpPr>
        <p:sp>
          <p:nvSpPr>
            <p:cNvPr id="11" name="object 11" descr=""/>
            <p:cNvSpPr/>
            <p:nvPr/>
          </p:nvSpPr>
          <p:spPr>
            <a:xfrm>
              <a:off x="7145083" y="4884807"/>
              <a:ext cx="2054860" cy="4999355"/>
            </a:xfrm>
            <a:custGeom>
              <a:avLst/>
              <a:gdLst/>
              <a:ahLst/>
              <a:cxnLst/>
              <a:rect l="l" t="t" r="r" b="b"/>
              <a:pathLst>
                <a:path w="2054859" h="4999355">
                  <a:moveTo>
                    <a:pt x="2054364" y="0"/>
                  </a:moveTo>
                  <a:lnTo>
                    <a:pt x="0" y="0"/>
                  </a:lnTo>
                  <a:lnTo>
                    <a:pt x="0" y="528447"/>
                  </a:lnTo>
                  <a:lnTo>
                    <a:pt x="0" y="3254121"/>
                  </a:lnTo>
                  <a:lnTo>
                    <a:pt x="0" y="4998986"/>
                  </a:lnTo>
                  <a:lnTo>
                    <a:pt x="2054364" y="4998986"/>
                  </a:lnTo>
                  <a:lnTo>
                    <a:pt x="2054364" y="3254121"/>
                  </a:lnTo>
                  <a:lnTo>
                    <a:pt x="2054364" y="528447"/>
                  </a:lnTo>
                  <a:lnTo>
                    <a:pt x="2054364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145083" y="4884807"/>
              <a:ext cx="1563370" cy="4999355"/>
            </a:xfrm>
            <a:custGeom>
              <a:avLst/>
              <a:gdLst/>
              <a:ahLst/>
              <a:cxnLst/>
              <a:rect l="l" t="t" r="r" b="b"/>
              <a:pathLst>
                <a:path w="1563370" h="4999355">
                  <a:moveTo>
                    <a:pt x="1562747" y="0"/>
                  </a:moveTo>
                  <a:lnTo>
                    <a:pt x="0" y="0"/>
                  </a:lnTo>
                  <a:lnTo>
                    <a:pt x="0" y="528447"/>
                  </a:lnTo>
                  <a:lnTo>
                    <a:pt x="0" y="3254121"/>
                  </a:lnTo>
                  <a:lnTo>
                    <a:pt x="0" y="4998986"/>
                  </a:lnTo>
                  <a:lnTo>
                    <a:pt x="1562747" y="4998986"/>
                  </a:lnTo>
                  <a:lnTo>
                    <a:pt x="1562747" y="3254121"/>
                  </a:lnTo>
                  <a:lnTo>
                    <a:pt x="1562747" y="528447"/>
                  </a:lnTo>
                  <a:lnTo>
                    <a:pt x="1562747" y="0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048507" y="4736934"/>
              <a:ext cx="2247265" cy="160020"/>
            </a:xfrm>
            <a:custGeom>
              <a:avLst/>
              <a:gdLst/>
              <a:ahLst/>
              <a:cxnLst/>
              <a:rect l="l" t="t" r="r" b="b"/>
              <a:pathLst>
                <a:path w="2247265" h="160020">
                  <a:moveTo>
                    <a:pt x="2247125" y="0"/>
                  </a:moveTo>
                  <a:lnTo>
                    <a:pt x="0" y="0"/>
                  </a:lnTo>
                  <a:lnTo>
                    <a:pt x="0" y="159576"/>
                  </a:lnTo>
                  <a:lnTo>
                    <a:pt x="2247125" y="159576"/>
                  </a:lnTo>
                  <a:lnTo>
                    <a:pt x="2247125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8708143" y="4736934"/>
              <a:ext cx="588010" cy="160020"/>
            </a:xfrm>
            <a:custGeom>
              <a:avLst/>
              <a:gdLst/>
              <a:ahLst/>
              <a:cxnLst/>
              <a:rect l="l" t="t" r="r" b="b"/>
              <a:pathLst>
                <a:path w="588009" h="160020">
                  <a:moveTo>
                    <a:pt x="587489" y="0"/>
                  </a:moveTo>
                  <a:lnTo>
                    <a:pt x="0" y="0"/>
                  </a:lnTo>
                  <a:lnTo>
                    <a:pt x="0" y="159576"/>
                  </a:lnTo>
                  <a:lnTo>
                    <a:pt x="587489" y="159576"/>
                  </a:lnTo>
                  <a:lnTo>
                    <a:pt x="587489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8708143" y="4896510"/>
              <a:ext cx="492125" cy="351155"/>
            </a:xfrm>
            <a:custGeom>
              <a:avLst/>
              <a:gdLst/>
              <a:ahLst/>
              <a:cxnLst/>
              <a:rect l="l" t="t" r="r" b="b"/>
              <a:pathLst>
                <a:path w="492125" h="351154">
                  <a:moveTo>
                    <a:pt x="0" y="350806"/>
                  </a:moveTo>
                  <a:lnTo>
                    <a:pt x="491618" y="350806"/>
                  </a:lnTo>
                  <a:lnTo>
                    <a:pt x="491618" y="0"/>
                  </a:lnTo>
                  <a:lnTo>
                    <a:pt x="0" y="0"/>
                  </a:lnTo>
                  <a:lnTo>
                    <a:pt x="0" y="350806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354760" y="5084285"/>
              <a:ext cx="266065" cy="402590"/>
            </a:xfrm>
            <a:custGeom>
              <a:avLst/>
              <a:gdLst/>
              <a:ahLst/>
              <a:cxnLst/>
              <a:rect l="l" t="t" r="r" b="b"/>
              <a:pathLst>
                <a:path w="266065" h="402589">
                  <a:moveTo>
                    <a:pt x="265457" y="0"/>
                  </a:moveTo>
                  <a:lnTo>
                    <a:pt x="0" y="0"/>
                  </a:lnTo>
                  <a:lnTo>
                    <a:pt x="0" y="402228"/>
                  </a:lnTo>
                  <a:lnTo>
                    <a:pt x="265457" y="402228"/>
                  </a:lnTo>
                  <a:lnTo>
                    <a:pt x="265457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354760" y="5110975"/>
              <a:ext cx="266065" cy="375920"/>
            </a:xfrm>
            <a:custGeom>
              <a:avLst/>
              <a:gdLst/>
              <a:ahLst/>
              <a:cxnLst/>
              <a:rect l="l" t="t" r="r" b="b"/>
              <a:pathLst>
                <a:path w="266065" h="375920">
                  <a:moveTo>
                    <a:pt x="265457" y="0"/>
                  </a:moveTo>
                  <a:lnTo>
                    <a:pt x="0" y="0"/>
                  </a:lnTo>
                  <a:lnTo>
                    <a:pt x="0" y="375538"/>
                  </a:lnTo>
                  <a:lnTo>
                    <a:pt x="265457" y="375538"/>
                  </a:lnTo>
                  <a:lnTo>
                    <a:pt x="26545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354760" y="5084286"/>
              <a:ext cx="683895" cy="402590"/>
            </a:xfrm>
            <a:custGeom>
              <a:avLst/>
              <a:gdLst/>
              <a:ahLst/>
              <a:cxnLst/>
              <a:rect l="l" t="t" r="r" b="b"/>
              <a:pathLst>
                <a:path w="683895" h="402589">
                  <a:moveTo>
                    <a:pt x="38049" y="0"/>
                  </a:moveTo>
                  <a:lnTo>
                    <a:pt x="0" y="0"/>
                  </a:lnTo>
                  <a:lnTo>
                    <a:pt x="0" y="402234"/>
                  </a:lnTo>
                  <a:lnTo>
                    <a:pt x="38049" y="402234"/>
                  </a:lnTo>
                  <a:lnTo>
                    <a:pt x="38049" y="0"/>
                  </a:lnTo>
                  <a:close/>
                </a:path>
                <a:path w="683895" h="402589">
                  <a:moveTo>
                    <a:pt x="683768" y="0"/>
                  </a:moveTo>
                  <a:lnTo>
                    <a:pt x="418312" y="0"/>
                  </a:lnTo>
                  <a:lnTo>
                    <a:pt x="418312" y="402234"/>
                  </a:lnTo>
                  <a:lnTo>
                    <a:pt x="683768" y="402234"/>
                  </a:lnTo>
                  <a:lnTo>
                    <a:pt x="683768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7773082" y="5110975"/>
              <a:ext cx="266065" cy="375920"/>
            </a:xfrm>
            <a:custGeom>
              <a:avLst/>
              <a:gdLst/>
              <a:ahLst/>
              <a:cxnLst/>
              <a:rect l="l" t="t" r="r" b="b"/>
              <a:pathLst>
                <a:path w="266065" h="375920">
                  <a:moveTo>
                    <a:pt x="265457" y="0"/>
                  </a:moveTo>
                  <a:lnTo>
                    <a:pt x="0" y="0"/>
                  </a:lnTo>
                  <a:lnTo>
                    <a:pt x="0" y="375538"/>
                  </a:lnTo>
                  <a:lnTo>
                    <a:pt x="265457" y="375538"/>
                  </a:lnTo>
                  <a:lnTo>
                    <a:pt x="26545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7773073" y="5084286"/>
              <a:ext cx="683895" cy="402590"/>
            </a:xfrm>
            <a:custGeom>
              <a:avLst/>
              <a:gdLst/>
              <a:ahLst/>
              <a:cxnLst/>
              <a:rect l="l" t="t" r="r" b="b"/>
              <a:pathLst>
                <a:path w="683895" h="402589">
                  <a:moveTo>
                    <a:pt x="38049" y="0"/>
                  </a:moveTo>
                  <a:lnTo>
                    <a:pt x="0" y="0"/>
                  </a:lnTo>
                  <a:lnTo>
                    <a:pt x="0" y="402234"/>
                  </a:lnTo>
                  <a:lnTo>
                    <a:pt x="38049" y="402234"/>
                  </a:lnTo>
                  <a:lnTo>
                    <a:pt x="38049" y="0"/>
                  </a:lnTo>
                  <a:close/>
                </a:path>
                <a:path w="683895" h="402589">
                  <a:moveTo>
                    <a:pt x="683793" y="0"/>
                  </a:moveTo>
                  <a:lnTo>
                    <a:pt x="418338" y="0"/>
                  </a:lnTo>
                  <a:lnTo>
                    <a:pt x="418338" y="402234"/>
                  </a:lnTo>
                  <a:lnTo>
                    <a:pt x="683793" y="402234"/>
                  </a:lnTo>
                  <a:lnTo>
                    <a:pt x="683793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8191415" y="5110975"/>
              <a:ext cx="266065" cy="375920"/>
            </a:xfrm>
            <a:custGeom>
              <a:avLst/>
              <a:gdLst/>
              <a:ahLst/>
              <a:cxnLst/>
              <a:rect l="l" t="t" r="r" b="b"/>
              <a:pathLst>
                <a:path w="266065" h="375920">
                  <a:moveTo>
                    <a:pt x="265457" y="0"/>
                  </a:moveTo>
                  <a:lnTo>
                    <a:pt x="0" y="0"/>
                  </a:lnTo>
                  <a:lnTo>
                    <a:pt x="0" y="375538"/>
                  </a:lnTo>
                  <a:lnTo>
                    <a:pt x="265457" y="375538"/>
                  </a:lnTo>
                  <a:lnTo>
                    <a:pt x="26545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7354747" y="5084286"/>
              <a:ext cx="875030" cy="859790"/>
            </a:xfrm>
            <a:custGeom>
              <a:avLst/>
              <a:gdLst/>
              <a:ahLst/>
              <a:cxnLst/>
              <a:rect l="l" t="t" r="r" b="b"/>
              <a:pathLst>
                <a:path w="875029" h="859789">
                  <a:moveTo>
                    <a:pt x="265468" y="605815"/>
                  </a:moveTo>
                  <a:lnTo>
                    <a:pt x="0" y="605815"/>
                  </a:lnTo>
                  <a:lnTo>
                    <a:pt x="0" y="859193"/>
                  </a:lnTo>
                  <a:lnTo>
                    <a:pt x="265468" y="859193"/>
                  </a:lnTo>
                  <a:lnTo>
                    <a:pt x="265468" y="605815"/>
                  </a:lnTo>
                  <a:close/>
                </a:path>
                <a:path w="875029" h="859789">
                  <a:moveTo>
                    <a:pt x="874712" y="0"/>
                  </a:moveTo>
                  <a:lnTo>
                    <a:pt x="836663" y="0"/>
                  </a:lnTo>
                  <a:lnTo>
                    <a:pt x="836663" y="402234"/>
                  </a:lnTo>
                  <a:lnTo>
                    <a:pt x="874712" y="402234"/>
                  </a:lnTo>
                  <a:lnTo>
                    <a:pt x="874712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354760" y="5716799"/>
              <a:ext cx="266065" cy="226695"/>
            </a:xfrm>
            <a:custGeom>
              <a:avLst/>
              <a:gdLst/>
              <a:ahLst/>
              <a:cxnLst/>
              <a:rect l="l" t="t" r="r" b="b"/>
              <a:pathLst>
                <a:path w="266065" h="226695">
                  <a:moveTo>
                    <a:pt x="0" y="226673"/>
                  </a:moveTo>
                  <a:lnTo>
                    <a:pt x="265457" y="226673"/>
                  </a:lnTo>
                  <a:lnTo>
                    <a:pt x="265457" y="0"/>
                  </a:lnTo>
                  <a:lnTo>
                    <a:pt x="0" y="0"/>
                  </a:lnTo>
                  <a:lnTo>
                    <a:pt x="0" y="226673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7354747" y="5690101"/>
              <a:ext cx="683895" cy="254000"/>
            </a:xfrm>
            <a:custGeom>
              <a:avLst/>
              <a:gdLst/>
              <a:ahLst/>
              <a:cxnLst/>
              <a:rect l="l" t="t" r="r" b="b"/>
              <a:pathLst>
                <a:path w="683895" h="254000">
                  <a:moveTo>
                    <a:pt x="38061" y="0"/>
                  </a:moveTo>
                  <a:lnTo>
                    <a:pt x="0" y="0"/>
                  </a:lnTo>
                  <a:lnTo>
                    <a:pt x="0" y="253377"/>
                  </a:lnTo>
                  <a:lnTo>
                    <a:pt x="38061" y="253377"/>
                  </a:lnTo>
                  <a:lnTo>
                    <a:pt x="38061" y="0"/>
                  </a:lnTo>
                  <a:close/>
                </a:path>
                <a:path w="683895" h="254000">
                  <a:moveTo>
                    <a:pt x="683780" y="0"/>
                  </a:moveTo>
                  <a:lnTo>
                    <a:pt x="418325" y="0"/>
                  </a:lnTo>
                  <a:lnTo>
                    <a:pt x="418325" y="253377"/>
                  </a:lnTo>
                  <a:lnTo>
                    <a:pt x="683780" y="253377"/>
                  </a:lnTo>
                  <a:lnTo>
                    <a:pt x="683780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773082" y="5716799"/>
              <a:ext cx="266065" cy="226695"/>
            </a:xfrm>
            <a:custGeom>
              <a:avLst/>
              <a:gdLst/>
              <a:ahLst/>
              <a:cxnLst/>
              <a:rect l="l" t="t" r="r" b="b"/>
              <a:pathLst>
                <a:path w="266065" h="226695">
                  <a:moveTo>
                    <a:pt x="0" y="226673"/>
                  </a:moveTo>
                  <a:lnTo>
                    <a:pt x="265457" y="226673"/>
                  </a:lnTo>
                  <a:lnTo>
                    <a:pt x="265457" y="0"/>
                  </a:lnTo>
                  <a:lnTo>
                    <a:pt x="0" y="0"/>
                  </a:lnTo>
                  <a:lnTo>
                    <a:pt x="0" y="226673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7773073" y="5690101"/>
              <a:ext cx="683895" cy="254000"/>
            </a:xfrm>
            <a:custGeom>
              <a:avLst/>
              <a:gdLst/>
              <a:ahLst/>
              <a:cxnLst/>
              <a:rect l="l" t="t" r="r" b="b"/>
              <a:pathLst>
                <a:path w="683895" h="254000">
                  <a:moveTo>
                    <a:pt x="38049" y="0"/>
                  </a:moveTo>
                  <a:lnTo>
                    <a:pt x="0" y="0"/>
                  </a:lnTo>
                  <a:lnTo>
                    <a:pt x="0" y="253377"/>
                  </a:lnTo>
                  <a:lnTo>
                    <a:pt x="38049" y="253377"/>
                  </a:lnTo>
                  <a:lnTo>
                    <a:pt x="38049" y="0"/>
                  </a:lnTo>
                  <a:close/>
                </a:path>
                <a:path w="683895" h="254000">
                  <a:moveTo>
                    <a:pt x="683793" y="0"/>
                  </a:moveTo>
                  <a:lnTo>
                    <a:pt x="418338" y="0"/>
                  </a:lnTo>
                  <a:lnTo>
                    <a:pt x="418338" y="253377"/>
                  </a:lnTo>
                  <a:lnTo>
                    <a:pt x="683793" y="253377"/>
                  </a:lnTo>
                  <a:lnTo>
                    <a:pt x="683793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8191415" y="5716799"/>
              <a:ext cx="266065" cy="226695"/>
            </a:xfrm>
            <a:custGeom>
              <a:avLst/>
              <a:gdLst/>
              <a:ahLst/>
              <a:cxnLst/>
              <a:rect l="l" t="t" r="r" b="b"/>
              <a:pathLst>
                <a:path w="266065" h="226695">
                  <a:moveTo>
                    <a:pt x="0" y="226673"/>
                  </a:moveTo>
                  <a:lnTo>
                    <a:pt x="265457" y="226673"/>
                  </a:lnTo>
                  <a:lnTo>
                    <a:pt x="265457" y="0"/>
                  </a:lnTo>
                  <a:lnTo>
                    <a:pt x="0" y="0"/>
                  </a:lnTo>
                  <a:lnTo>
                    <a:pt x="0" y="226673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8191415" y="5690099"/>
              <a:ext cx="38100" cy="254000"/>
            </a:xfrm>
            <a:custGeom>
              <a:avLst/>
              <a:gdLst/>
              <a:ahLst/>
              <a:cxnLst/>
              <a:rect l="l" t="t" r="r" b="b"/>
              <a:pathLst>
                <a:path w="38100" h="254000">
                  <a:moveTo>
                    <a:pt x="0" y="253374"/>
                  </a:moveTo>
                  <a:lnTo>
                    <a:pt x="38051" y="253374"/>
                  </a:lnTo>
                  <a:lnTo>
                    <a:pt x="38051" y="0"/>
                  </a:lnTo>
                  <a:lnTo>
                    <a:pt x="0" y="0"/>
                  </a:lnTo>
                  <a:lnTo>
                    <a:pt x="0" y="253374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/>
          <p:nvPr/>
        </p:nvSpPr>
        <p:spPr>
          <a:xfrm>
            <a:off x="4823423" y="2050126"/>
            <a:ext cx="45720" cy="448945"/>
          </a:xfrm>
          <a:custGeom>
            <a:avLst/>
            <a:gdLst/>
            <a:ahLst/>
            <a:cxnLst/>
            <a:rect l="l" t="t" r="r" b="b"/>
            <a:pathLst>
              <a:path w="45720" h="448944">
                <a:moveTo>
                  <a:pt x="0" y="448363"/>
                </a:moveTo>
                <a:lnTo>
                  <a:pt x="45558" y="448363"/>
                </a:lnTo>
                <a:lnTo>
                  <a:pt x="45558" y="0"/>
                </a:lnTo>
                <a:lnTo>
                  <a:pt x="0" y="0"/>
                </a:lnTo>
                <a:lnTo>
                  <a:pt x="0" y="448363"/>
                </a:lnTo>
                <a:close/>
              </a:path>
            </a:pathLst>
          </a:custGeom>
          <a:solidFill>
            <a:srgbClr val="D0D0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5816660" y="2050126"/>
            <a:ext cx="45720" cy="448945"/>
          </a:xfrm>
          <a:custGeom>
            <a:avLst/>
            <a:gdLst/>
            <a:ahLst/>
            <a:cxnLst/>
            <a:rect l="l" t="t" r="r" b="b"/>
            <a:pathLst>
              <a:path w="45720" h="448944">
                <a:moveTo>
                  <a:pt x="0" y="448363"/>
                </a:moveTo>
                <a:lnTo>
                  <a:pt x="45558" y="448363"/>
                </a:lnTo>
                <a:lnTo>
                  <a:pt x="45558" y="0"/>
                </a:lnTo>
                <a:lnTo>
                  <a:pt x="0" y="0"/>
                </a:lnTo>
                <a:lnTo>
                  <a:pt x="0" y="448363"/>
                </a:lnTo>
                <a:close/>
              </a:path>
            </a:pathLst>
          </a:custGeom>
          <a:solidFill>
            <a:srgbClr val="D0D0C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1" name="object 31" descr=""/>
          <p:cNvGrpSpPr/>
          <p:nvPr/>
        </p:nvGrpSpPr>
        <p:grpSpPr>
          <a:xfrm>
            <a:off x="4284885" y="2498489"/>
            <a:ext cx="2437130" cy="612140"/>
            <a:chOff x="4284885" y="2498489"/>
            <a:chExt cx="2437130" cy="612140"/>
          </a:xfrm>
        </p:grpSpPr>
        <p:sp>
          <p:nvSpPr>
            <p:cNvPr id="32" name="object 32" descr=""/>
            <p:cNvSpPr/>
            <p:nvPr/>
          </p:nvSpPr>
          <p:spPr>
            <a:xfrm>
              <a:off x="5177842" y="2498489"/>
              <a:ext cx="1544320" cy="612140"/>
            </a:xfrm>
            <a:custGeom>
              <a:avLst/>
              <a:gdLst/>
              <a:ahLst/>
              <a:cxnLst/>
              <a:rect l="l" t="t" r="r" b="b"/>
              <a:pathLst>
                <a:path w="1544320" h="612139">
                  <a:moveTo>
                    <a:pt x="0" y="611541"/>
                  </a:moveTo>
                  <a:lnTo>
                    <a:pt x="1543973" y="611541"/>
                  </a:lnTo>
                  <a:lnTo>
                    <a:pt x="1543973" y="0"/>
                  </a:lnTo>
                  <a:lnTo>
                    <a:pt x="0" y="0"/>
                  </a:lnTo>
                  <a:lnTo>
                    <a:pt x="0" y="611541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5828859" y="2498489"/>
              <a:ext cx="893444" cy="488950"/>
            </a:xfrm>
            <a:custGeom>
              <a:avLst/>
              <a:gdLst/>
              <a:ahLst/>
              <a:cxnLst/>
              <a:rect l="l" t="t" r="r" b="b"/>
              <a:pathLst>
                <a:path w="893445" h="488950">
                  <a:moveTo>
                    <a:pt x="0" y="488561"/>
                  </a:moveTo>
                  <a:lnTo>
                    <a:pt x="892957" y="488561"/>
                  </a:lnTo>
                  <a:lnTo>
                    <a:pt x="892957" y="0"/>
                  </a:lnTo>
                  <a:lnTo>
                    <a:pt x="0" y="0"/>
                  </a:lnTo>
                  <a:lnTo>
                    <a:pt x="0" y="488561"/>
                  </a:lnTo>
                  <a:close/>
                </a:path>
              </a:pathLst>
            </a:custGeom>
            <a:solidFill>
              <a:srgbClr val="FFFFFF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4284885" y="2498489"/>
              <a:ext cx="1544320" cy="612140"/>
            </a:xfrm>
            <a:custGeom>
              <a:avLst/>
              <a:gdLst/>
              <a:ahLst/>
              <a:cxnLst/>
              <a:rect l="l" t="t" r="r" b="b"/>
              <a:pathLst>
                <a:path w="1544320" h="612139">
                  <a:moveTo>
                    <a:pt x="0" y="611541"/>
                  </a:moveTo>
                  <a:lnTo>
                    <a:pt x="1543973" y="611541"/>
                  </a:lnTo>
                  <a:lnTo>
                    <a:pt x="1543973" y="0"/>
                  </a:lnTo>
                  <a:lnTo>
                    <a:pt x="0" y="0"/>
                  </a:lnTo>
                  <a:lnTo>
                    <a:pt x="0" y="611541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4284885" y="2498489"/>
              <a:ext cx="1544320" cy="488950"/>
            </a:xfrm>
            <a:custGeom>
              <a:avLst/>
              <a:gdLst/>
              <a:ahLst/>
              <a:cxnLst/>
              <a:rect l="l" t="t" r="r" b="b"/>
              <a:pathLst>
                <a:path w="1544320" h="488950">
                  <a:moveTo>
                    <a:pt x="0" y="488561"/>
                  </a:moveTo>
                  <a:lnTo>
                    <a:pt x="1543973" y="488561"/>
                  </a:lnTo>
                  <a:lnTo>
                    <a:pt x="1543973" y="0"/>
                  </a:lnTo>
                  <a:lnTo>
                    <a:pt x="0" y="0"/>
                  </a:lnTo>
                  <a:lnTo>
                    <a:pt x="0" y="488561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6" name="object 36" descr=""/>
          <p:cNvGrpSpPr/>
          <p:nvPr/>
        </p:nvGrpSpPr>
        <p:grpSpPr>
          <a:xfrm>
            <a:off x="3850322" y="3326296"/>
            <a:ext cx="3305810" cy="6557645"/>
            <a:chOff x="3850322" y="3326296"/>
            <a:chExt cx="3305810" cy="6557645"/>
          </a:xfrm>
        </p:grpSpPr>
        <p:sp>
          <p:nvSpPr>
            <p:cNvPr id="37" name="object 37" descr=""/>
            <p:cNvSpPr/>
            <p:nvPr/>
          </p:nvSpPr>
          <p:spPr>
            <a:xfrm>
              <a:off x="3850322" y="3326300"/>
              <a:ext cx="3305810" cy="6557645"/>
            </a:xfrm>
            <a:custGeom>
              <a:avLst/>
              <a:gdLst/>
              <a:ahLst/>
              <a:cxnLst/>
              <a:rect l="l" t="t" r="r" b="b"/>
              <a:pathLst>
                <a:path w="3305809" h="6557645">
                  <a:moveTo>
                    <a:pt x="3305746" y="0"/>
                  </a:moveTo>
                  <a:lnTo>
                    <a:pt x="2412492" y="0"/>
                  </a:lnTo>
                  <a:lnTo>
                    <a:pt x="893241" y="0"/>
                  </a:lnTo>
                  <a:lnTo>
                    <a:pt x="0" y="0"/>
                  </a:lnTo>
                  <a:lnTo>
                    <a:pt x="0" y="4812627"/>
                  </a:lnTo>
                  <a:lnTo>
                    <a:pt x="0" y="6557505"/>
                  </a:lnTo>
                  <a:lnTo>
                    <a:pt x="893241" y="6557505"/>
                  </a:lnTo>
                  <a:lnTo>
                    <a:pt x="2412492" y="6557505"/>
                  </a:lnTo>
                  <a:lnTo>
                    <a:pt x="3305746" y="6557505"/>
                  </a:lnTo>
                  <a:lnTo>
                    <a:pt x="3305746" y="4812627"/>
                  </a:lnTo>
                  <a:lnTo>
                    <a:pt x="3305746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6263128" y="3416283"/>
              <a:ext cx="893444" cy="2538095"/>
            </a:xfrm>
            <a:custGeom>
              <a:avLst/>
              <a:gdLst/>
              <a:ahLst/>
              <a:cxnLst/>
              <a:rect l="l" t="t" r="r" b="b"/>
              <a:pathLst>
                <a:path w="893445" h="2538095">
                  <a:moveTo>
                    <a:pt x="0" y="2537985"/>
                  </a:moveTo>
                  <a:lnTo>
                    <a:pt x="892957" y="2537985"/>
                  </a:lnTo>
                  <a:lnTo>
                    <a:pt x="892957" y="0"/>
                  </a:lnTo>
                  <a:lnTo>
                    <a:pt x="0" y="0"/>
                  </a:lnTo>
                  <a:lnTo>
                    <a:pt x="0" y="2537985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3850322" y="3416293"/>
              <a:ext cx="2413000" cy="6468110"/>
            </a:xfrm>
            <a:custGeom>
              <a:avLst/>
              <a:gdLst/>
              <a:ahLst/>
              <a:cxnLst/>
              <a:rect l="l" t="t" r="r" b="b"/>
              <a:pathLst>
                <a:path w="2413000" h="6468109">
                  <a:moveTo>
                    <a:pt x="2412492" y="0"/>
                  </a:moveTo>
                  <a:lnTo>
                    <a:pt x="0" y="0"/>
                  </a:lnTo>
                  <a:lnTo>
                    <a:pt x="0" y="4722634"/>
                  </a:lnTo>
                  <a:lnTo>
                    <a:pt x="0" y="6467513"/>
                  </a:lnTo>
                  <a:lnTo>
                    <a:pt x="2412492" y="6467513"/>
                  </a:lnTo>
                  <a:lnTo>
                    <a:pt x="2412492" y="4722634"/>
                  </a:lnTo>
                  <a:lnTo>
                    <a:pt x="2412492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4027462" y="3613054"/>
              <a:ext cx="2007235" cy="6114415"/>
            </a:xfrm>
            <a:custGeom>
              <a:avLst/>
              <a:gdLst/>
              <a:ahLst/>
              <a:cxnLst/>
              <a:rect l="l" t="t" r="r" b="b"/>
              <a:pathLst>
                <a:path w="2007235" h="6114415">
                  <a:moveTo>
                    <a:pt x="295897" y="0"/>
                  </a:moveTo>
                  <a:lnTo>
                    <a:pt x="0" y="0"/>
                  </a:lnTo>
                  <a:lnTo>
                    <a:pt x="0" y="6114262"/>
                  </a:lnTo>
                  <a:lnTo>
                    <a:pt x="295897" y="6114262"/>
                  </a:lnTo>
                  <a:lnTo>
                    <a:pt x="295897" y="0"/>
                  </a:lnTo>
                  <a:close/>
                </a:path>
                <a:path w="2007235" h="6114415">
                  <a:moveTo>
                    <a:pt x="866305" y="0"/>
                  </a:moveTo>
                  <a:lnTo>
                    <a:pt x="570407" y="0"/>
                  </a:lnTo>
                  <a:lnTo>
                    <a:pt x="570407" y="6114262"/>
                  </a:lnTo>
                  <a:lnTo>
                    <a:pt x="866305" y="6114262"/>
                  </a:lnTo>
                  <a:lnTo>
                    <a:pt x="866305" y="0"/>
                  </a:lnTo>
                  <a:close/>
                </a:path>
                <a:path w="2007235" h="6114415">
                  <a:moveTo>
                    <a:pt x="1436420" y="2509456"/>
                  </a:moveTo>
                  <a:lnTo>
                    <a:pt x="1140523" y="2509456"/>
                  </a:lnTo>
                  <a:lnTo>
                    <a:pt x="1140523" y="4525873"/>
                  </a:lnTo>
                  <a:lnTo>
                    <a:pt x="1140523" y="6114262"/>
                  </a:lnTo>
                  <a:lnTo>
                    <a:pt x="1436420" y="6114262"/>
                  </a:lnTo>
                  <a:lnTo>
                    <a:pt x="1436420" y="4525873"/>
                  </a:lnTo>
                  <a:lnTo>
                    <a:pt x="1436420" y="2509456"/>
                  </a:lnTo>
                  <a:close/>
                </a:path>
                <a:path w="2007235" h="6114415">
                  <a:moveTo>
                    <a:pt x="1436420" y="0"/>
                  </a:moveTo>
                  <a:lnTo>
                    <a:pt x="1140523" y="0"/>
                  </a:lnTo>
                  <a:lnTo>
                    <a:pt x="1140523" y="2330424"/>
                  </a:lnTo>
                  <a:lnTo>
                    <a:pt x="1436420" y="2330424"/>
                  </a:lnTo>
                  <a:lnTo>
                    <a:pt x="1436420" y="0"/>
                  </a:lnTo>
                  <a:close/>
                </a:path>
                <a:path w="2007235" h="6114415">
                  <a:moveTo>
                    <a:pt x="2006815" y="0"/>
                  </a:moveTo>
                  <a:lnTo>
                    <a:pt x="1710918" y="0"/>
                  </a:lnTo>
                  <a:lnTo>
                    <a:pt x="1710918" y="2341219"/>
                  </a:lnTo>
                  <a:lnTo>
                    <a:pt x="2006815" y="2341219"/>
                  </a:lnTo>
                  <a:lnTo>
                    <a:pt x="2006815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4027462" y="3690435"/>
              <a:ext cx="2007235" cy="6036945"/>
            </a:xfrm>
            <a:custGeom>
              <a:avLst/>
              <a:gdLst/>
              <a:ahLst/>
              <a:cxnLst/>
              <a:rect l="l" t="t" r="r" b="b"/>
              <a:pathLst>
                <a:path w="2007235" h="6036945">
                  <a:moveTo>
                    <a:pt x="295897" y="0"/>
                  </a:moveTo>
                  <a:lnTo>
                    <a:pt x="0" y="0"/>
                  </a:lnTo>
                  <a:lnTo>
                    <a:pt x="0" y="6036881"/>
                  </a:lnTo>
                  <a:lnTo>
                    <a:pt x="295897" y="6036881"/>
                  </a:lnTo>
                  <a:lnTo>
                    <a:pt x="295897" y="0"/>
                  </a:lnTo>
                  <a:close/>
                </a:path>
                <a:path w="2007235" h="6036945">
                  <a:moveTo>
                    <a:pt x="866305" y="0"/>
                  </a:moveTo>
                  <a:lnTo>
                    <a:pt x="570407" y="0"/>
                  </a:lnTo>
                  <a:lnTo>
                    <a:pt x="570407" y="6036881"/>
                  </a:lnTo>
                  <a:lnTo>
                    <a:pt x="866305" y="6036881"/>
                  </a:lnTo>
                  <a:lnTo>
                    <a:pt x="866305" y="0"/>
                  </a:lnTo>
                  <a:close/>
                </a:path>
                <a:path w="2007235" h="6036945">
                  <a:moveTo>
                    <a:pt x="1436420" y="2432075"/>
                  </a:moveTo>
                  <a:lnTo>
                    <a:pt x="1140523" y="2432075"/>
                  </a:lnTo>
                  <a:lnTo>
                    <a:pt x="1140523" y="4448492"/>
                  </a:lnTo>
                  <a:lnTo>
                    <a:pt x="1140523" y="6036881"/>
                  </a:lnTo>
                  <a:lnTo>
                    <a:pt x="1436420" y="6036881"/>
                  </a:lnTo>
                  <a:lnTo>
                    <a:pt x="1436420" y="4448492"/>
                  </a:lnTo>
                  <a:lnTo>
                    <a:pt x="1436420" y="2432075"/>
                  </a:lnTo>
                  <a:close/>
                </a:path>
                <a:path w="2007235" h="6036945">
                  <a:moveTo>
                    <a:pt x="1436420" y="0"/>
                  </a:moveTo>
                  <a:lnTo>
                    <a:pt x="1140523" y="0"/>
                  </a:lnTo>
                  <a:lnTo>
                    <a:pt x="1140523" y="2253043"/>
                  </a:lnTo>
                  <a:lnTo>
                    <a:pt x="1436420" y="2253043"/>
                  </a:lnTo>
                  <a:lnTo>
                    <a:pt x="1436420" y="0"/>
                  </a:lnTo>
                  <a:close/>
                </a:path>
                <a:path w="2007235" h="6036945">
                  <a:moveTo>
                    <a:pt x="2006815" y="0"/>
                  </a:moveTo>
                  <a:lnTo>
                    <a:pt x="1710918" y="0"/>
                  </a:lnTo>
                  <a:lnTo>
                    <a:pt x="1710918" y="2263838"/>
                  </a:lnTo>
                  <a:lnTo>
                    <a:pt x="2006815" y="2263838"/>
                  </a:lnTo>
                  <a:lnTo>
                    <a:pt x="2006815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6450635" y="3613066"/>
              <a:ext cx="602615" cy="2341245"/>
            </a:xfrm>
            <a:custGeom>
              <a:avLst/>
              <a:gdLst/>
              <a:ahLst/>
              <a:cxnLst/>
              <a:rect l="l" t="t" r="r" b="b"/>
              <a:pathLst>
                <a:path w="602615" h="2341245">
                  <a:moveTo>
                    <a:pt x="124117" y="0"/>
                  </a:moveTo>
                  <a:lnTo>
                    <a:pt x="0" y="0"/>
                  </a:lnTo>
                  <a:lnTo>
                    <a:pt x="0" y="2341207"/>
                  </a:lnTo>
                  <a:lnTo>
                    <a:pt x="124117" y="2341207"/>
                  </a:lnTo>
                  <a:lnTo>
                    <a:pt x="124117" y="0"/>
                  </a:lnTo>
                  <a:close/>
                </a:path>
                <a:path w="602615" h="2341245">
                  <a:moveTo>
                    <a:pt x="363397" y="0"/>
                  </a:moveTo>
                  <a:lnTo>
                    <a:pt x="239268" y="0"/>
                  </a:lnTo>
                  <a:lnTo>
                    <a:pt x="239268" y="2341207"/>
                  </a:lnTo>
                  <a:lnTo>
                    <a:pt x="363397" y="2341207"/>
                  </a:lnTo>
                  <a:lnTo>
                    <a:pt x="363397" y="0"/>
                  </a:lnTo>
                  <a:close/>
                </a:path>
                <a:path w="602615" h="2341245">
                  <a:moveTo>
                    <a:pt x="602551" y="0"/>
                  </a:moveTo>
                  <a:lnTo>
                    <a:pt x="478434" y="0"/>
                  </a:lnTo>
                  <a:lnTo>
                    <a:pt x="478434" y="2341207"/>
                  </a:lnTo>
                  <a:lnTo>
                    <a:pt x="602551" y="2341207"/>
                  </a:lnTo>
                  <a:lnTo>
                    <a:pt x="602551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6450635" y="3690448"/>
              <a:ext cx="602615" cy="2264410"/>
            </a:xfrm>
            <a:custGeom>
              <a:avLst/>
              <a:gdLst/>
              <a:ahLst/>
              <a:cxnLst/>
              <a:rect l="l" t="t" r="r" b="b"/>
              <a:pathLst>
                <a:path w="602615" h="2264410">
                  <a:moveTo>
                    <a:pt x="124117" y="0"/>
                  </a:moveTo>
                  <a:lnTo>
                    <a:pt x="0" y="0"/>
                  </a:lnTo>
                  <a:lnTo>
                    <a:pt x="0" y="2263825"/>
                  </a:lnTo>
                  <a:lnTo>
                    <a:pt x="124117" y="2263825"/>
                  </a:lnTo>
                  <a:lnTo>
                    <a:pt x="124117" y="0"/>
                  </a:lnTo>
                  <a:close/>
                </a:path>
                <a:path w="602615" h="2264410">
                  <a:moveTo>
                    <a:pt x="363397" y="0"/>
                  </a:moveTo>
                  <a:lnTo>
                    <a:pt x="239268" y="0"/>
                  </a:lnTo>
                  <a:lnTo>
                    <a:pt x="239268" y="2263825"/>
                  </a:lnTo>
                  <a:lnTo>
                    <a:pt x="363397" y="2263825"/>
                  </a:lnTo>
                  <a:lnTo>
                    <a:pt x="363397" y="0"/>
                  </a:lnTo>
                  <a:close/>
                </a:path>
                <a:path w="602615" h="2264410">
                  <a:moveTo>
                    <a:pt x="602551" y="0"/>
                  </a:moveTo>
                  <a:lnTo>
                    <a:pt x="478434" y="0"/>
                  </a:lnTo>
                  <a:lnTo>
                    <a:pt x="478434" y="2263825"/>
                  </a:lnTo>
                  <a:lnTo>
                    <a:pt x="602551" y="2263825"/>
                  </a:lnTo>
                  <a:lnTo>
                    <a:pt x="602551" y="0"/>
                  </a:lnTo>
                  <a:close/>
                </a:path>
              </a:pathLst>
            </a:custGeom>
            <a:solidFill>
              <a:srgbClr val="FFFFFF">
                <a:alpha val="11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4" name="object 44" descr=""/>
          <p:cNvGrpSpPr/>
          <p:nvPr/>
        </p:nvGrpSpPr>
        <p:grpSpPr>
          <a:xfrm>
            <a:off x="3782230" y="2987050"/>
            <a:ext cx="3436620" cy="429259"/>
            <a:chOff x="3782230" y="2987050"/>
            <a:chExt cx="3436620" cy="429259"/>
          </a:xfrm>
        </p:grpSpPr>
        <p:sp>
          <p:nvSpPr>
            <p:cNvPr id="45" name="object 45" descr=""/>
            <p:cNvSpPr/>
            <p:nvPr/>
          </p:nvSpPr>
          <p:spPr>
            <a:xfrm>
              <a:off x="3850322" y="3140019"/>
              <a:ext cx="3254375" cy="123189"/>
            </a:xfrm>
            <a:custGeom>
              <a:avLst/>
              <a:gdLst/>
              <a:ahLst/>
              <a:cxnLst/>
              <a:rect l="l" t="t" r="r" b="b"/>
              <a:pathLst>
                <a:path w="3254375" h="123189">
                  <a:moveTo>
                    <a:pt x="0" y="122980"/>
                  </a:moveTo>
                  <a:lnTo>
                    <a:pt x="3254173" y="122980"/>
                  </a:lnTo>
                  <a:lnTo>
                    <a:pt x="3254173" y="0"/>
                  </a:lnTo>
                  <a:lnTo>
                    <a:pt x="0" y="0"/>
                  </a:lnTo>
                  <a:lnTo>
                    <a:pt x="0" y="12298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3782225" y="2987058"/>
              <a:ext cx="3436620" cy="429259"/>
            </a:xfrm>
            <a:custGeom>
              <a:avLst/>
              <a:gdLst/>
              <a:ahLst/>
              <a:cxnLst/>
              <a:rect l="l" t="t" r="r" b="b"/>
              <a:pathLst>
                <a:path w="3436620" h="429260">
                  <a:moveTo>
                    <a:pt x="3436543" y="276250"/>
                  </a:moveTo>
                  <a:lnTo>
                    <a:pt x="0" y="276250"/>
                  </a:lnTo>
                  <a:lnTo>
                    <a:pt x="0" y="429234"/>
                  </a:lnTo>
                  <a:lnTo>
                    <a:pt x="3436543" y="429234"/>
                  </a:lnTo>
                  <a:lnTo>
                    <a:pt x="3436543" y="276250"/>
                  </a:lnTo>
                  <a:close/>
                </a:path>
                <a:path w="3436620" h="429260">
                  <a:moveTo>
                    <a:pt x="3436543" y="0"/>
                  </a:moveTo>
                  <a:lnTo>
                    <a:pt x="0" y="0"/>
                  </a:lnTo>
                  <a:lnTo>
                    <a:pt x="0" y="152971"/>
                  </a:lnTo>
                  <a:lnTo>
                    <a:pt x="3436543" y="152971"/>
                  </a:lnTo>
                  <a:lnTo>
                    <a:pt x="3436543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3782225" y="2987058"/>
              <a:ext cx="3436620" cy="429259"/>
            </a:xfrm>
            <a:custGeom>
              <a:avLst/>
              <a:gdLst/>
              <a:ahLst/>
              <a:cxnLst/>
              <a:rect l="l" t="t" r="r" b="b"/>
              <a:pathLst>
                <a:path w="3436620" h="429260">
                  <a:moveTo>
                    <a:pt x="3436543" y="276250"/>
                  </a:moveTo>
                  <a:lnTo>
                    <a:pt x="0" y="276250"/>
                  </a:lnTo>
                  <a:lnTo>
                    <a:pt x="0" y="429234"/>
                  </a:lnTo>
                  <a:lnTo>
                    <a:pt x="3436543" y="429234"/>
                  </a:lnTo>
                  <a:lnTo>
                    <a:pt x="3436543" y="276250"/>
                  </a:lnTo>
                  <a:close/>
                </a:path>
                <a:path w="3436620" h="429260">
                  <a:moveTo>
                    <a:pt x="3436543" y="0"/>
                  </a:moveTo>
                  <a:lnTo>
                    <a:pt x="0" y="0"/>
                  </a:lnTo>
                  <a:lnTo>
                    <a:pt x="0" y="152971"/>
                  </a:lnTo>
                  <a:lnTo>
                    <a:pt x="3436543" y="152971"/>
                  </a:lnTo>
                  <a:lnTo>
                    <a:pt x="3436543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6263119" y="2987058"/>
              <a:ext cx="955675" cy="429259"/>
            </a:xfrm>
            <a:custGeom>
              <a:avLst/>
              <a:gdLst/>
              <a:ahLst/>
              <a:cxnLst/>
              <a:rect l="l" t="t" r="r" b="b"/>
              <a:pathLst>
                <a:path w="955675" h="429260">
                  <a:moveTo>
                    <a:pt x="955649" y="276250"/>
                  </a:moveTo>
                  <a:lnTo>
                    <a:pt x="0" y="276250"/>
                  </a:lnTo>
                  <a:lnTo>
                    <a:pt x="0" y="429234"/>
                  </a:lnTo>
                  <a:lnTo>
                    <a:pt x="955649" y="429234"/>
                  </a:lnTo>
                  <a:lnTo>
                    <a:pt x="955649" y="276250"/>
                  </a:lnTo>
                  <a:close/>
                </a:path>
                <a:path w="955675" h="429260">
                  <a:moveTo>
                    <a:pt x="955649" y="0"/>
                  </a:moveTo>
                  <a:lnTo>
                    <a:pt x="0" y="0"/>
                  </a:lnTo>
                  <a:lnTo>
                    <a:pt x="0" y="152971"/>
                  </a:lnTo>
                  <a:lnTo>
                    <a:pt x="955649" y="152971"/>
                  </a:lnTo>
                  <a:lnTo>
                    <a:pt x="955649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 descr=""/>
          <p:cNvSpPr/>
          <p:nvPr/>
        </p:nvSpPr>
        <p:spPr>
          <a:xfrm>
            <a:off x="4873097" y="2498478"/>
            <a:ext cx="369570" cy="369570"/>
          </a:xfrm>
          <a:custGeom>
            <a:avLst/>
            <a:gdLst/>
            <a:ahLst/>
            <a:cxnLst/>
            <a:rect l="l" t="t" r="r" b="b"/>
            <a:pathLst>
              <a:path w="369570" h="369569">
                <a:moveTo>
                  <a:pt x="368941" y="0"/>
                </a:moveTo>
                <a:lnTo>
                  <a:pt x="0" y="0"/>
                </a:lnTo>
                <a:lnTo>
                  <a:pt x="0" y="368941"/>
                </a:lnTo>
                <a:lnTo>
                  <a:pt x="368941" y="368941"/>
                </a:lnTo>
                <a:lnTo>
                  <a:pt x="368941" y="0"/>
                </a:lnTo>
                <a:close/>
              </a:path>
            </a:pathLst>
          </a:custGeom>
          <a:solidFill>
            <a:srgbClr val="FFFFFF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0" name="object 50" descr=""/>
          <p:cNvGrpSpPr/>
          <p:nvPr/>
        </p:nvGrpSpPr>
        <p:grpSpPr>
          <a:xfrm>
            <a:off x="17034457" y="5072074"/>
            <a:ext cx="1350645" cy="4878070"/>
            <a:chOff x="17034457" y="5072074"/>
            <a:chExt cx="1350645" cy="4878070"/>
          </a:xfrm>
        </p:grpSpPr>
        <p:sp>
          <p:nvSpPr>
            <p:cNvPr id="51" name="object 51" descr=""/>
            <p:cNvSpPr/>
            <p:nvPr/>
          </p:nvSpPr>
          <p:spPr>
            <a:xfrm>
              <a:off x="17668007" y="5161287"/>
              <a:ext cx="38735" cy="169545"/>
            </a:xfrm>
            <a:custGeom>
              <a:avLst/>
              <a:gdLst/>
              <a:ahLst/>
              <a:cxnLst/>
              <a:rect l="l" t="t" r="r" b="b"/>
              <a:pathLst>
                <a:path w="38734" h="169545">
                  <a:moveTo>
                    <a:pt x="38658" y="0"/>
                  </a:moveTo>
                  <a:lnTo>
                    <a:pt x="0" y="0"/>
                  </a:lnTo>
                  <a:lnTo>
                    <a:pt x="0" y="169178"/>
                  </a:lnTo>
                  <a:lnTo>
                    <a:pt x="38658" y="169178"/>
                  </a:lnTo>
                  <a:lnTo>
                    <a:pt x="38658" y="0"/>
                  </a:lnTo>
                  <a:close/>
                </a:path>
              </a:pathLst>
            </a:custGeom>
            <a:solidFill>
              <a:srgbClr val="D0D0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7081641" y="5072081"/>
              <a:ext cx="1303655" cy="335915"/>
            </a:xfrm>
            <a:custGeom>
              <a:avLst/>
              <a:gdLst/>
              <a:ahLst/>
              <a:cxnLst/>
              <a:rect l="l" t="t" r="r" b="b"/>
              <a:pathLst>
                <a:path w="1303655" h="335914">
                  <a:moveTo>
                    <a:pt x="1303147" y="103111"/>
                  </a:moveTo>
                  <a:lnTo>
                    <a:pt x="1293685" y="61912"/>
                  </a:lnTo>
                  <a:lnTo>
                    <a:pt x="1269873" y="28727"/>
                  </a:lnTo>
                  <a:lnTo>
                    <a:pt x="1235290" y="6959"/>
                  </a:lnTo>
                  <a:lnTo>
                    <a:pt x="1193444" y="0"/>
                  </a:lnTo>
                  <a:lnTo>
                    <a:pt x="1161338" y="1130"/>
                  </a:lnTo>
                  <a:lnTo>
                    <a:pt x="1029487" y="7480"/>
                  </a:lnTo>
                  <a:lnTo>
                    <a:pt x="958037" y="12700"/>
                  </a:lnTo>
                  <a:lnTo>
                    <a:pt x="918260" y="16217"/>
                  </a:lnTo>
                  <a:lnTo>
                    <a:pt x="886790" y="19316"/>
                  </a:lnTo>
                  <a:lnTo>
                    <a:pt x="886777" y="18872"/>
                  </a:lnTo>
                  <a:lnTo>
                    <a:pt x="845883" y="24472"/>
                  </a:lnTo>
                  <a:lnTo>
                    <a:pt x="802894" y="30988"/>
                  </a:lnTo>
                  <a:lnTo>
                    <a:pt x="757999" y="38455"/>
                  </a:lnTo>
                  <a:lnTo>
                    <a:pt x="711415" y="46888"/>
                  </a:lnTo>
                  <a:lnTo>
                    <a:pt x="663371" y="56299"/>
                  </a:lnTo>
                  <a:lnTo>
                    <a:pt x="614045" y="66738"/>
                  </a:lnTo>
                  <a:lnTo>
                    <a:pt x="563676" y="78193"/>
                  </a:lnTo>
                  <a:lnTo>
                    <a:pt x="512457" y="90703"/>
                  </a:lnTo>
                  <a:lnTo>
                    <a:pt x="460603" y="104305"/>
                  </a:lnTo>
                  <a:lnTo>
                    <a:pt x="408317" y="118986"/>
                  </a:lnTo>
                  <a:lnTo>
                    <a:pt x="355828" y="134797"/>
                  </a:lnTo>
                  <a:lnTo>
                    <a:pt x="303326" y="151752"/>
                  </a:lnTo>
                  <a:lnTo>
                    <a:pt x="251028" y="169862"/>
                  </a:lnTo>
                  <a:lnTo>
                    <a:pt x="199148" y="189166"/>
                  </a:lnTo>
                  <a:lnTo>
                    <a:pt x="147904" y="209664"/>
                  </a:lnTo>
                  <a:lnTo>
                    <a:pt x="97485" y="231406"/>
                  </a:lnTo>
                  <a:lnTo>
                    <a:pt x="48107" y="254393"/>
                  </a:lnTo>
                  <a:lnTo>
                    <a:pt x="0" y="278663"/>
                  </a:lnTo>
                  <a:lnTo>
                    <a:pt x="0" y="335343"/>
                  </a:lnTo>
                  <a:lnTo>
                    <a:pt x="235026" y="202590"/>
                  </a:lnTo>
                  <a:lnTo>
                    <a:pt x="405930" y="130263"/>
                  </a:lnTo>
                  <a:lnTo>
                    <a:pt x="596011" y="93103"/>
                  </a:lnTo>
                  <a:lnTo>
                    <a:pt x="878078" y="66814"/>
                  </a:lnTo>
                  <a:lnTo>
                    <a:pt x="878116" y="67437"/>
                  </a:lnTo>
                  <a:lnTo>
                    <a:pt x="878116" y="103708"/>
                  </a:lnTo>
                  <a:lnTo>
                    <a:pt x="916978" y="97688"/>
                  </a:lnTo>
                  <a:lnTo>
                    <a:pt x="966800" y="90373"/>
                  </a:lnTo>
                  <a:lnTo>
                    <a:pt x="1023251" y="82677"/>
                  </a:lnTo>
                  <a:lnTo>
                    <a:pt x="1081989" y="75526"/>
                  </a:lnTo>
                  <a:lnTo>
                    <a:pt x="1138643" y="69837"/>
                  </a:lnTo>
                  <a:lnTo>
                    <a:pt x="1188897" y="66522"/>
                  </a:lnTo>
                  <a:lnTo>
                    <a:pt x="1228394" y="66522"/>
                  </a:lnTo>
                  <a:lnTo>
                    <a:pt x="1252791" y="70726"/>
                  </a:lnTo>
                  <a:lnTo>
                    <a:pt x="1266647" y="77520"/>
                  </a:lnTo>
                  <a:lnTo>
                    <a:pt x="1279766" y="85458"/>
                  </a:lnTo>
                  <a:lnTo>
                    <a:pt x="1291996" y="94132"/>
                  </a:lnTo>
                  <a:lnTo>
                    <a:pt x="1303147" y="103111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17034447" y="5287206"/>
              <a:ext cx="765175" cy="4662805"/>
            </a:xfrm>
            <a:custGeom>
              <a:avLst/>
              <a:gdLst/>
              <a:ahLst/>
              <a:cxnLst/>
              <a:rect l="l" t="t" r="r" b="b"/>
              <a:pathLst>
                <a:path w="765175" h="4662805">
                  <a:moveTo>
                    <a:pt x="764730" y="25717"/>
                  </a:moveTo>
                  <a:lnTo>
                    <a:pt x="760857" y="14490"/>
                  </a:lnTo>
                  <a:lnTo>
                    <a:pt x="753237" y="5918"/>
                  </a:lnTo>
                  <a:lnTo>
                    <a:pt x="742937" y="812"/>
                  </a:lnTo>
                  <a:lnTo>
                    <a:pt x="731062" y="0"/>
                  </a:lnTo>
                  <a:lnTo>
                    <a:pt x="720598" y="1549"/>
                  </a:lnTo>
                  <a:lnTo>
                    <a:pt x="661936" y="12649"/>
                  </a:lnTo>
                  <a:lnTo>
                    <a:pt x="617321" y="23088"/>
                  </a:lnTo>
                  <a:lnTo>
                    <a:pt x="564883" y="37376"/>
                  </a:lnTo>
                  <a:lnTo>
                    <a:pt x="506412" y="55956"/>
                  </a:lnTo>
                  <a:lnTo>
                    <a:pt x="443712" y="79286"/>
                  </a:lnTo>
                  <a:lnTo>
                    <a:pt x="378536" y="107784"/>
                  </a:lnTo>
                  <a:lnTo>
                    <a:pt x="312699" y="141922"/>
                  </a:lnTo>
                  <a:lnTo>
                    <a:pt x="247967" y="182130"/>
                  </a:lnTo>
                  <a:lnTo>
                    <a:pt x="208851" y="211721"/>
                  </a:lnTo>
                  <a:lnTo>
                    <a:pt x="176720" y="239598"/>
                  </a:lnTo>
                  <a:lnTo>
                    <a:pt x="98894" y="313410"/>
                  </a:lnTo>
                  <a:lnTo>
                    <a:pt x="75057" y="339369"/>
                  </a:lnTo>
                  <a:lnTo>
                    <a:pt x="75057" y="56362"/>
                  </a:lnTo>
                  <a:lnTo>
                    <a:pt x="74841" y="56362"/>
                  </a:lnTo>
                  <a:lnTo>
                    <a:pt x="74841" y="55092"/>
                  </a:lnTo>
                  <a:lnTo>
                    <a:pt x="215" y="55092"/>
                  </a:lnTo>
                  <a:lnTo>
                    <a:pt x="215" y="56362"/>
                  </a:lnTo>
                  <a:lnTo>
                    <a:pt x="0" y="56362"/>
                  </a:lnTo>
                  <a:lnTo>
                    <a:pt x="0" y="4662652"/>
                  </a:lnTo>
                  <a:lnTo>
                    <a:pt x="75057" y="4662652"/>
                  </a:lnTo>
                  <a:lnTo>
                    <a:pt x="75057" y="442556"/>
                  </a:lnTo>
                  <a:lnTo>
                    <a:pt x="76898" y="433527"/>
                  </a:lnTo>
                  <a:lnTo>
                    <a:pt x="109220" y="389699"/>
                  </a:lnTo>
                  <a:lnTo>
                    <a:pt x="151739" y="345389"/>
                  </a:lnTo>
                  <a:lnTo>
                    <a:pt x="216941" y="284060"/>
                  </a:lnTo>
                  <a:lnTo>
                    <a:pt x="246456" y="258419"/>
                  </a:lnTo>
                  <a:lnTo>
                    <a:pt x="281774" y="231648"/>
                  </a:lnTo>
                  <a:lnTo>
                    <a:pt x="343077" y="193687"/>
                  </a:lnTo>
                  <a:lnTo>
                    <a:pt x="405828" y="161391"/>
                  </a:lnTo>
                  <a:lnTo>
                    <a:pt x="468198" y="134353"/>
                  </a:lnTo>
                  <a:lnTo>
                    <a:pt x="528320" y="112191"/>
                  </a:lnTo>
                  <a:lnTo>
                    <a:pt x="584377" y="94500"/>
                  </a:lnTo>
                  <a:lnTo>
                    <a:pt x="634517" y="80899"/>
                  </a:lnTo>
                  <a:lnTo>
                    <a:pt x="676897" y="70980"/>
                  </a:lnTo>
                  <a:lnTo>
                    <a:pt x="730986" y="60642"/>
                  </a:lnTo>
                  <a:lnTo>
                    <a:pt x="739013" y="59423"/>
                  </a:lnTo>
                  <a:lnTo>
                    <a:pt x="750252" y="55524"/>
                  </a:lnTo>
                  <a:lnTo>
                    <a:pt x="758850" y="47891"/>
                  </a:lnTo>
                  <a:lnTo>
                    <a:pt x="763943" y="37604"/>
                  </a:lnTo>
                  <a:lnTo>
                    <a:pt x="764730" y="25717"/>
                  </a:lnTo>
                  <a:close/>
                </a:path>
              </a:pathLst>
            </a:custGeom>
            <a:solidFill>
              <a:srgbClr val="D0D0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7959768" y="5138600"/>
              <a:ext cx="425450" cy="75565"/>
            </a:xfrm>
            <a:custGeom>
              <a:avLst/>
              <a:gdLst/>
              <a:ahLst/>
              <a:cxnLst/>
              <a:rect l="l" t="t" r="r" b="b"/>
              <a:pathLst>
                <a:path w="425450" h="75564">
                  <a:moveTo>
                    <a:pt x="350271" y="0"/>
                  </a:moveTo>
                  <a:lnTo>
                    <a:pt x="310773" y="7"/>
                  </a:lnTo>
                  <a:lnTo>
                    <a:pt x="260520" y="3316"/>
                  </a:lnTo>
                  <a:lnTo>
                    <a:pt x="203857" y="9006"/>
                  </a:lnTo>
                  <a:lnTo>
                    <a:pt x="145129" y="16157"/>
                  </a:lnTo>
                  <a:lnTo>
                    <a:pt x="88680" y="23849"/>
                  </a:lnTo>
                  <a:lnTo>
                    <a:pt x="38855" y="31162"/>
                  </a:lnTo>
                  <a:lnTo>
                    <a:pt x="0" y="37176"/>
                  </a:lnTo>
                  <a:lnTo>
                    <a:pt x="0" y="42276"/>
                  </a:lnTo>
                  <a:lnTo>
                    <a:pt x="77337" y="74945"/>
                  </a:lnTo>
                  <a:lnTo>
                    <a:pt x="425327" y="42276"/>
                  </a:lnTo>
                  <a:lnTo>
                    <a:pt x="425327" y="39878"/>
                  </a:lnTo>
                  <a:lnTo>
                    <a:pt x="425327" y="37480"/>
                  </a:lnTo>
                  <a:lnTo>
                    <a:pt x="388525" y="10995"/>
                  </a:lnTo>
                  <a:lnTo>
                    <a:pt x="374669" y="4214"/>
                  </a:lnTo>
                  <a:lnTo>
                    <a:pt x="350271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17959768" y="5138600"/>
              <a:ext cx="425450" cy="75565"/>
            </a:xfrm>
            <a:custGeom>
              <a:avLst/>
              <a:gdLst/>
              <a:ahLst/>
              <a:cxnLst/>
              <a:rect l="l" t="t" r="r" b="b"/>
              <a:pathLst>
                <a:path w="425450" h="75564">
                  <a:moveTo>
                    <a:pt x="350271" y="0"/>
                  </a:moveTo>
                  <a:lnTo>
                    <a:pt x="310773" y="7"/>
                  </a:lnTo>
                  <a:lnTo>
                    <a:pt x="260520" y="3316"/>
                  </a:lnTo>
                  <a:lnTo>
                    <a:pt x="203857" y="9006"/>
                  </a:lnTo>
                  <a:lnTo>
                    <a:pt x="145129" y="16157"/>
                  </a:lnTo>
                  <a:lnTo>
                    <a:pt x="88680" y="23849"/>
                  </a:lnTo>
                  <a:lnTo>
                    <a:pt x="38855" y="31162"/>
                  </a:lnTo>
                  <a:lnTo>
                    <a:pt x="0" y="37176"/>
                  </a:lnTo>
                  <a:lnTo>
                    <a:pt x="0" y="42276"/>
                  </a:lnTo>
                  <a:lnTo>
                    <a:pt x="77337" y="74945"/>
                  </a:lnTo>
                  <a:lnTo>
                    <a:pt x="425327" y="42276"/>
                  </a:lnTo>
                  <a:lnTo>
                    <a:pt x="425327" y="39878"/>
                  </a:lnTo>
                  <a:lnTo>
                    <a:pt x="425327" y="37480"/>
                  </a:lnTo>
                  <a:lnTo>
                    <a:pt x="388525" y="10995"/>
                  </a:lnTo>
                  <a:lnTo>
                    <a:pt x="374669" y="4214"/>
                  </a:lnTo>
                  <a:lnTo>
                    <a:pt x="350271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6" name="object 56" descr=""/>
          <p:cNvGrpSpPr/>
          <p:nvPr/>
        </p:nvGrpSpPr>
        <p:grpSpPr>
          <a:xfrm>
            <a:off x="1039635" y="4151339"/>
            <a:ext cx="18025110" cy="5828665"/>
            <a:chOff x="1039635" y="4151339"/>
            <a:chExt cx="18025110" cy="5828665"/>
          </a:xfrm>
        </p:grpSpPr>
        <p:sp>
          <p:nvSpPr>
            <p:cNvPr id="57" name="object 57" descr=""/>
            <p:cNvSpPr/>
            <p:nvPr/>
          </p:nvSpPr>
          <p:spPr>
            <a:xfrm>
              <a:off x="11612728" y="4151343"/>
              <a:ext cx="4783455" cy="5808980"/>
            </a:xfrm>
            <a:custGeom>
              <a:avLst/>
              <a:gdLst/>
              <a:ahLst/>
              <a:cxnLst/>
              <a:rect l="l" t="t" r="r" b="b"/>
              <a:pathLst>
                <a:path w="4783455" h="5808980">
                  <a:moveTo>
                    <a:pt x="4783137" y="0"/>
                  </a:moveTo>
                  <a:lnTo>
                    <a:pt x="0" y="0"/>
                  </a:lnTo>
                  <a:lnTo>
                    <a:pt x="0" y="1261910"/>
                  </a:lnTo>
                  <a:lnTo>
                    <a:pt x="0" y="5808383"/>
                  </a:lnTo>
                  <a:lnTo>
                    <a:pt x="4783137" y="5808383"/>
                  </a:lnTo>
                  <a:lnTo>
                    <a:pt x="4783137" y="1261910"/>
                  </a:lnTo>
                  <a:lnTo>
                    <a:pt x="4783137" y="0"/>
                  </a:lnTo>
                  <a:close/>
                </a:path>
              </a:pathLst>
            </a:custGeom>
            <a:solidFill>
              <a:srgbClr val="D5F4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12089788" y="4356464"/>
              <a:ext cx="4306570" cy="641985"/>
            </a:xfrm>
            <a:custGeom>
              <a:avLst/>
              <a:gdLst/>
              <a:ahLst/>
              <a:cxnLst/>
              <a:rect l="l" t="t" r="r" b="b"/>
              <a:pathLst>
                <a:path w="4306569" h="641985">
                  <a:moveTo>
                    <a:pt x="4306078" y="0"/>
                  </a:moveTo>
                  <a:lnTo>
                    <a:pt x="0" y="0"/>
                  </a:lnTo>
                  <a:lnTo>
                    <a:pt x="0" y="641718"/>
                  </a:lnTo>
                  <a:lnTo>
                    <a:pt x="4306078" y="641718"/>
                  </a:lnTo>
                  <a:lnTo>
                    <a:pt x="4306078" y="0"/>
                  </a:lnTo>
                  <a:close/>
                </a:path>
              </a:pathLst>
            </a:custGeom>
            <a:solidFill>
              <a:srgbClr val="E4F6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8410448" y="5247328"/>
              <a:ext cx="5620385" cy="4732655"/>
            </a:xfrm>
            <a:custGeom>
              <a:avLst/>
              <a:gdLst/>
              <a:ahLst/>
              <a:cxnLst/>
              <a:rect l="l" t="t" r="r" b="b"/>
              <a:pathLst>
                <a:path w="5620384" h="4732655">
                  <a:moveTo>
                    <a:pt x="5535561" y="2301456"/>
                  </a:moveTo>
                  <a:lnTo>
                    <a:pt x="133578" y="2301456"/>
                  </a:lnTo>
                  <a:lnTo>
                    <a:pt x="133578" y="4732579"/>
                  </a:lnTo>
                  <a:lnTo>
                    <a:pt x="5535561" y="4732579"/>
                  </a:lnTo>
                  <a:lnTo>
                    <a:pt x="5535561" y="2301456"/>
                  </a:lnTo>
                  <a:close/>
                </a:path>
                <a:path w="5620384" h="4732655">
                  <a:moveTo>
                    <a:pt x="5620067" y="0"/>
                  </a:moveTo>
                  <a:lnTo>
                    <a:pt x="0" y="0"/>
                  </a:lnTo>
                  <a:lnTo>
                    <a:pt x="0" y="165925"/>
                  </a:lnTo>
                  <a:lnTo>
                    <a:pt x="133578" y="165925"/>
                  </a:lnTo>
                  <a:lnTo>
                    <a:pt x="133578" y="2102789"/>
                  </a:lnTo>
                  <a:lnTo>
                    <a:pt x="5535561" y="2102789"/>
                  </a:lnTo>
                  <a:lnTo>
                    <a:pt x="5535561" y="165925"/>
                  </a:lnTo>
                  <a:lnTo>
                    <a:pt x="5620067" y="165925"/>
                  </a:lnTo>
                  <a:lnTo>
                    <a:pt x="56200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8544033" y="5826042"/>
              <a:ext cx="3495675" cy="848994"/>
            </a:xfrm>
            <a:custGeom>
              <a:avLst/>
              <a:gdLst/>
              <a:ahLst/>
              <a:cxnLst/>
              <a:rect l="l" t="t" r="r" b="b"/>
              <a:pathLst>
                <a:path w="3495675" h="848995">
                  <a:moveTo>
                    <a:pt x="3495108" y="0"/>
                  </a:moveTo>
                  <a:lnTo>
                    <a:pt x="0" y="0"/>
                  </a:lnTo>
                  <a:lnTo>
                    <a:pt x="0" y="848801"/>
                  </a:lnTo>
                  <a:lnTo>
                    <a:pt x="3495108" y="848801"/>
                  </a:lnTo>
                  <a:lnTo>
                    <a:pt x="3495108" y="0"/>
                  </a:lnTo>
                  <a:close/>
                </a:path>
              </a:pathLst>
            </a:custGeom>
            <a:solidFill>
              <a:srgbClr val="8BC8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5283555" y="6122510"/>
              <a:ext cx="3260725" cy="3825240"/>
            </a:xfrm>
            <a:custGeom>
              <a:avLst/>
              <a:gdLst/>
              <a:ahLst/>
              <a:cxnLst/>
              <a:rect l="l" t="t" r="r" b="b"/>
              <a:pathLst>
                <a:path w="3260725" h="3825240">
                  <a:moveTo>
                    <a:pt x="3260471" y="2016417"/>
                  </a:moveTo>
                  <a:lnTo>
                    <a:pt x="0" y="2016417"/>
                  </a:lnTo>
                  <a:lnTo>
                    <a:pt x="0" y="3824821"/>
                  </a:lnTo>
                  <a:lnTo>
                    <a:pt x="3260471" y="3824821"/>
                  </a:lnTo>
                  <a:lnTo>
                    <a:pt x="3260471" y="2016417"/>
                  </a:lnTo>
                  <a:close/>
                </a:path>
                <a:path w="3260725" h="3825240">
                  <a:moveTo>
                    <a:pt x="3260471" y="0"/>
                  </a:moveTo>
                  <a:lnTo>
                    <a:pt x="0" y="0"/>
                  </a:lnTo>
                  <a:lnTo>
                    <a:pt x="0" y="1640166"/>
                  </a:lnTo>
                  <a:lnTo>
                    <a:pt x="3260471" y="1640166"/>
                  </a:lnTo>
                  <a:lnTo>
                    <a:pt x="3260471" y="0"/>
                  </a:lnTo>
                  <a:close/>
                </a:path>
              </a:pathLst>
            </a:custGeom>
            <a:solidFill>
              <a:srgbClr val="E0F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5735458" y="7762674"/>
              <a:ext cx="2808605" cy="376555"/>
            </a:xfrm>
            <a:custGeom>
              <a:avLst/>
              <a:gdLst/>
              <a:ahLst/>
              <a:cxnLst/>
              <a:rect l="l" t="t" r="r" b="b"/>
              <a:pathLst>
                <a:path w="2808604" h="376554">
                  <a:moveTo>
                    <a:pt x="2808574" y="0"/>
                  </a:moveTo>
                  <a:lnTo>
                    <a:pt x="0" y="0"/>
                  </a:lnTo>
                  <a:lnTo>
                    <a:pt x="0" y="376260"/>
                  </a:lnTo>
                  <a:lnTo>
                    <a:pt x="2808574" y="376260"/>
                  </a:lnTo>
                  <a:lnTo>
                    <a:pt x="2808574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8713559" y="5943479"/>
              <a:ext cx="3006090" cy="612140"/>
            </a:xfrm>
            <a:custGeom>
              <a:avLst/>
              <a:gdLst/>
              <a:ahLst/>
              <a:cxnLst/>
              <a:rect l="l" t="t" r="r" b="b"/>
              <a:pathLst>
                <a:path w="3006090" h="612140">
                  <a:moveTo>
                    <a:pt x="503504" y="256019"/>
                  </a:moveTo>
                  <a:lnTo>
                    <a:pt x="355828" y="256019"/>
                  </a:lnTo>
                  <a:lnTo>
                    <a:pt x="355828" y="108699"/>
                  </a:lnTo>
                  <a:lnTo>
                    <a:pt x="256019" y="108699"/>
                  </a:lnTo>
                  <a:lnTo>
                    <a:pt x="256019" y="256019"/>
                  </a:lnTo>
                  <a:lnTo>
                    <a:pt x="108331" y="256019"/>
                  </a:lnTo>
                  <a:lnTo>
                    <a:pt x="108331" y="356349"/>
                  </a:lnTo>
                  <a:lnTo>
                    <a:pt x="256019" y="356349"/>
                  </a:lnTo>
                  <a:lnTo>
                    <a:pt x="256019" y="503669"/>
                  </a:lnTo>
                  <a:lnTo>
                    <a:pt x="355828" y="503669"/>
                  </a:lnTo>
                  <a:lnTo>
                    <a:pt x="355828" y="356349"/>
                  </a:lnTo>
                  <a:lnTo>
                    <a:pt x="503504" y="356349"/>
                  </a:lnTo>
                  <a:lnTo>
                    <a:pt x="503504" y="256019"/>
                  </a:lnTo>
                  <a:close/>
                </a:path>
                <a:path w="3006090" h="612140">
                  <a:moveTo>
                    <a:pt x="611835" y="305917"/>
                  </a:moveTo>
                  <a:lnTo>
                    <a:pt x="608063" y="257594"/>
                  </a:lnTo>
                  <a:lnTo>
                    <a:pt x="596938" y="211112"/>
                  </a:lnTo>
                  <a:lnTo>
                    <a:pt x="583679" y="179108"/>
                  </a:lnTo>
                  <a:lnTo>
                    <a:pt x="583679" y="305917"/>
                  </a:lnTo>
                  <a:lnTo>
                    <a:pt x="578345" y="360527"/>
                  </a:lnTo>
                  <a:lnTo>
                    <a:pt x="562673" y="412267"/>
                  </a:lnTo>
                  <a:lnTo>
                    <a:pt x="537171" y="459930"/>
                  </a:lnTo>
                  <a:lnTo>
                    <a:pt x="502323" y="502323"/>
                  </a:lnTo>
                  <a:lnTo>
                    <a:pt x="459943" y="537159"/>
                  </a:lnTo>
                  <a:lnTo>
                    <a:pt x="412280" y="562673"/>
                  </a:lnTo>
                  <a:lnTo>
                    <a:pt x="360540" y="578345"/>
                  </a:lnTo>
                  <a:lnTo>
                    <a:pt x="305917" y="583679"/>
                  </a:lnTo>
                  <a:lnTo>
                    <a:pt x="251307" y="578345"/>
                  </a:lnTo>
                  <a:lnTo>
                    <a:pt x="199567" y="562673"/>
                  </a:lnTo>
                  <a:lnTo>
                    <a:pt x="151904" y="537159"/>
                  </a:lnTo>
                  <a:lnTo>
                    <a:pt x="109524" y="502323"/>
                  </a:lnTo>
                  <a:lnTo>
                    <a:pt x="74676" y="459930"/>
                  </a:lnTo>
                  <a:lnTo>
                    <a:pt x="49161" y="412267"/>
                  </a:lnTo>
                  <a:lnTo>
                    <a:pt x="33489" y="360527"/>
                  </a:lnTo>
                  <a:lnTo>
                    <a:pt x="28155" y="305917"/>
                  </a:lnTo>
                  <a:lnTo>
                    <a:pt x="33489" y="251307"/>
                  </a:lnTo>
                  <a:lnTo>
                    <a:pt x="49161" y="199567"/>
                  </a:lnTo>
                  <a:lnTo>
                    <a:pt x="74676" y="151904"/>
                  </a:lnTo>
                  <a:lnTo>
                    <a:pt x="109524" y="109512"/>
                  </a:lnTo>
                  <a:lnTo>
                    <a:pt x="151904" y="74663"/>
                  </a:lnTo>
                  <a:lnTo>
                    <a:pt x="199567" y="49161"/>
                  </a:lnTo>
                  <a:lnTo>
                    <a:pt x="251307" y="33489"/>
                  </a:lnTo>
                  <a:lnTo>
                    <a:pt x="305917" y="28155"/>
                  </a:lnTo>
                  <a:lnTo>
                    <a:pt x="360540" y="33489"/>
                  </a:lnTo>
                  <a:lnTo>
                    <a:pt x="412280" y="49161"/>
                  </a:lnTo>
                  <a:lnTo>
                    <a:pt x="459943" y="74663"/>
                  </a:lnTo>
                  <a:lnTo>
                    <a:pt x="502323" y="109512"/>
                  </a:lnTo>
                  <a:lnTo>
                    <a:pt x="537171" y="151904"/>
                  </a:lnTo>
                  <a:lnTo>
                    <a:pt x="562673" y="199567"/>
                  </a:lnTo>
                  <a:lnTo>
                    <a:pt x="578345" y="251307"/>
                  </a:lnTo>
                  <a:lnTo>
                    <a:pt x="583679" y="305917"/>
                  </a:lnTo>
                  <a:lnTo>
                    <a:pt x="583679" y="179108"/>
                  </a:lnTo>
                  <a:lnTo>
                    <a:pt x="553745" y="126441"/>
                  </a:lnTo>
                  <a:lnTo>
                    <a:pt x="522236" y="89598"/>
                  </a:lnTo>
                  <a:lnTo>
                    <a:pt x="485394" y="58089"/>
                  </a:lnTo>
                  <a:lnTo>
                    <a:pt x="444665" y="33096"/>
                  </a:lnTo>
                  <a:lnTo>
                    <a:pt x="432727" y="28155"/>
                  </a:lnTo>
                  <a:lnTo>
                    <a:pt x="400723" y="14897"/>
                  </a:lnTo>
                  <a:lnTo>
                    <a:pt x="354253" y="3771"/>
                  </a:lnTo>
                  <a:lnTo>
                    <a:pt x="305917" y="0"/>
                  </a:lnTo>
                  <a:lnTo>
                    <a:pt x="257594" y="3771"/>
                  </a:lnTo>
                  <a:lnTo>
                    <a:pt x="211124" y="14897"/>
                  </a:lnTo>
                  <a:lnTo>
                    <a:pt x="167182" y="33096"/>
                  </a:lnTo>
                  <a:lnTo>
                    <a:pt x="126441" y="58089"/>
                  </a:lnTo>
                  <a:lnTo>
                    <a:pt x="89598" y="89598"/>
                  </a:lnTo>
                  <a:lnTo>
                    <a:pt x="58102" y="126441"/>
                  </a:lnTo>
                  <a:lnTo>
                    <a:pt x="33108" y="167170"/>
                  </a:lnTo>
                  <a:lnTo>
                    <a:pt x="14897" y="211112"/>
                  </a:lnTo>
                  <a:lnTo>
                    <a:pt x="3771" y="257594"/>
                  </a:lnTo>
                  <a:lnTo>
                    <a:pt x="0" y="305917"/>
                  </a:lnTo>
                  <a:lnTo>
                    <a:pt x="3771" y="354241"/>
                  </a:lnTo>
                  <a:lnTo>
                    <a:pt x="14897" y="400723"/>
                  </a:lnTo>
                  <a:lnTo>
                    <a:pt x="33108" y="444665"/>
                  </a:lnTo>
                  <a:lnTo>
                    <a:pt x="58102" y="485394"/>
                  </a:lnTo>
                  <a:lnTo>
                    <a:pt x="89598" y="522224"/>
                  </a:lnTo>
                  <a:lnTo>
                    <a:pt x="126441" y="553732"/>
                  </a:lnTo>
                  <a:lnTo>
                    <a:pt x="167182" y="578739"/>
                  </a:lnTo>
                  <a:lnTo>
                    <a:pt x="211124" y="596938"/>
                  </a:lnTo>
                  <a:lnTo>
                    <a:pt x="257594" y="608063"/>
                  </a:lnTo>
                  <a:lnTo>
                    <a:pt x="305917" y="611835"/>
                  </a:lnTo>
                  <a:lnTo>
                    <a:pt x="354253" y="608063"/>
                  </a:lnTo>
                  <a:lnTo>
                    <a:pt x="400723" y="596938"/>
                  </a:lnTo>
                  <a:lnTo>
                    <a:pt x="432727" y="583679"/>
                  </a:lnTo>
                  <a:lnTo>
                    <a:pt x="444665" y="578739"/>
                  </a:lnTo>
                  <a:lnTo>
                    <a:pt x="485394" y="553732"/>
                  </a:lnTo>
                  <a:lnTo>
                    <a:pt x="522236" y="522224"/>
                  </a:lnTo>
                  <a:lnTo>
                    <a:pt x="553745" y="485394"/>
                  </a:lnTo>
                  <a:lnTo>
                    <a:pt x="578739" y="444665"/>
                  </a:lnTo>
                  <a:lnTo>
                    <a:pt x="596938" y="400723"/>
                  </a:lnTo>
                  <a:lnTo>
                    <a:pt x="608063" y="354241"/>
                  </a:lnTo>
                  <a:lnTo>
                    <a:pt x="611835" y="305917"/>
                  </a:lnTo>
                  <a:close/>
                </a:path>
                <a:path w="3006090" h="612140">
                  <a:moveTo>
                    <a:pt x="1104150" y="159359"/>
                  </a:moveTo>
                  <a:lnTo>
                    <a:pt x="1039202" y="159359"/>
                  </a:lnTo>
                  <a:lnTo>
                    <a:pt x="1039202" y="276199"/>
                  </a:lnTo>
                  <a:lnTo>
                    <a:pt x="919416" y="276199"/>
                  </a:lnTo>
                  <a:lnTo>
                    <a:pt x="919416" y="159359"/>
                  </a:lnTo>
                  <a:lnTo>
                    <a:pt x="854456" y="159359"/>
                  </a:lnTo>
                  <a:lnTo>
                    <a:pt x="854456" y="276199"/>
                  </a:lnTo>
                  <a:lnTo>
                    <a:pt x="854456" y="335889"/>
                  </a:lnTo>
                  <a:lnTo>
                    <a:pt x="854456" y="453999"/>
                  </a:lnTo>
                  <a:lnTo>
                    <a:pt x="919416" y="453999"/>
                  </a:lnTo>
                  <a:lnTo>
                    <a:pt x="919416" y="335889"/>
                  </a:lnTo>
                  <a:lnTo>
                    <a:pt x="1039202" y="335889"/>
                  </a:lnTo>
                  <a:lnTo>
                    <a:pt x="1039202" y="453999"/>
                  </a:lnTo>
                  <a:lnTo>
                    <a:pt x="1104150" y="453999"/>
                  </a:lnTo>
                  <a:lnTo>
                    <a:pt x="1104150" y="335889"/>
                  </a:lnTo>
                  <a:lnTo>
                    <a:pt x="1104150" y="276199"/>
                  </a:lnTo>
                  <a:lnTo>
                    <a:pt x="1104150" y="159359"/>
                  </a:lnTo>
                  <a:close/>
                </a:path>
                <a:path w="3006090" h="612140">
                  <a:moveTo>
                    <a:pt x="1475740" y="306971"/>
                  </a:moveTo>
                  <a:lnTo>
                    <a:pt x="1468208" y="258533"/>
                  </a:lnTo>
                  <a:lnTo>
                    <a:pt x="1446898" y="216598"/>
                  </a:lnTo>
                  <a:lnTo>
                    <a:pt x="1444459" y="214185"/>
                  </a:lnTo>
                  <a:lnTo>
                    <a:pt x="1413700" y="183616"/>
                  </a:lnTo>
                  <a:lnTo>
                    <a:pt x="1407833" y="180682"/>
                  </a:lnTo>
                  <a:lnTo>
                    <a:pt x="1407833" y="306971"/>
                  </a:lnTo>
                  <a:lnTo>
                    <a:pt x="1401343" y="343179"/>
                  </a:lnTo>
                  <a:lnTo>
                    <a:pt x="1383157" y="372656"/>
                  </a:lnTo>
                  <a:lnTo>
                    <a:pt x="1355166" y="392493"/>
                  </a:lnTo>
                  <a:lnTo>
                    <a:pt x="1319263" y="399757"/>
                  </a:lnTo>
                  <a:lnTo>
                    <a:pt x="1283220" y="392379"/>
                  </a:lnTo>
                  <a:lnTo>
                    <a:pt x="1254937" y="372338"/>
                  </a:lnTo>
                  <a:lnTo>
                    <a:pt x="1236459" y="342811"/>
                  </a:lnTo>
                  <a:lnTo>
                    <a:pt x="1229842" y="306971"/>
                  </a:lnTo>
                  <a:lnTo>
                    <a:pt x="1236332" y="270764"/>
                  </a:lnTo>
                  <a:lnTo>
                    <a:pt x="1254518" y="241287"/>
                  </a:lnTo>
                  <a:lnTo>
                    <a:pt x="1282509" y="221449"/>
                  </a:lnTo>
                  <a:lnTo>
                    <a:pt x="1318425" y="214185"/>
                  </a:lnTo>
                  <a:lnTo>
                    <a:pt x="1354455" y="221564"/>
                  </a:lnTo>
                  <a:lnTo>
                    <a:pt x="1382737" y="241592"/>
                  </a:lnTo>
                  <a:lnTo>
                    <a:pt x="1401216" y="271119"/>
                  </a:lnTo>
                  <a:lnTo>
                    <a:pt x="1407833" y="306971"/>
                  </a:lnTo>
                  <a:lnTo>
                    <a:pt x="1407833" y="180682"/>
                  </a:lnTo>
                  <a:lnTo>
                    <a:pt x="1370520" y="162026"/>
                  </a:lnTo>
                  <a:lnTo>
                    <a:pt x="1319263" y="154292"/>
                  </a:lnTo>
                  <a:lnTo>
                    <a:pt x="1267917" y="162115"/>
                  </a:lnTo>
                  <a:lnTo>
                    <a:pt x="1224534" y="183857"/>
                  </a:lnTo>
                  <a:lnTo>
                    <a:pt x="1191082" y="216966"/>
                  </a:lnTo>
                  <a:lnTo>
                    <a:pt x="1169555" y="258864"/>
                  </a:lnTo>
                  <a:lnTo>
                    <a:pt x="1161948" y="306971"/>
                  </a:lnTo>
                  <a:lnTo>
                    <a:pt x="1169466" y="355409"/>
                  </a:lnTo>
                  <a:lnTo>
                    <a:pt x="1190777" y="397344"/>
                  </a:lnTo>
                  <a:lnTo>
                    <a:pt x="1223975" y="430326"/>
                  </a:lnTo>
                  <a:lnTo>
                    <a:pt x="1267155" y="451916"/>
                  </a:lnTo>
                  <a:lnTo>
                    <a:pt x="1318425" y="459651"/>
                  </a:lnTo>
                  <a:lnTo>
                    <a:pt x="1369758" y="451827"/>
                  </a:lnTo>
                  <a:lnTo>
                    <a:pt x="1413141" y="430085"/>
                  </a:lnTo>
                  <a:lnTo>
                    <a:pt x="1443774" y="399757"/>
                  </a:lnTo>
                  <a:lnTo>
                    <a:pt x="1446593" y="396976"/>
                  </a:lnTo>
                  <a:lnTo>
                    <a:pt x="1468120" y="355079"/>
                  </a:lnTo>
                  <a:lnTo>
                    <a:pt x="1475740" y="306971"/>
                  </a:lnTo>
                  <a:close/>
                </a:path>
                <a:path w="3006090" h="612140">
                  <a:moveTo>
                    <a:pt x="1744840" y="367284"/>
                  </a:moveTo>
                  <a:lnTo>
                    <a:pt x="1720481" y="308813"/>
                  </a:lnTo>
                  <a:lnTo>
                    <a:pt x="1651203" y="277863"/>
                  </a:lnTo>
                  <a:lnTo>
                    <a:pt x="1619719" y="269011"/>
                  </a:lnTo>
                  <a:lnTo>
                    <a:pt x="1600225" y="260845"/>
                  </a:lnTo>
                  <a:lnTo>
                    <a:pt x="1590294" y="251472"/>
                  </a:lnTo>
                  <a:lnTo>
                    <a:pt x="1587525" y="239064"/>
                  </a:lnTo>
                  <a:lnTo>
                    <a:pt x="1589951" y="228511"/>
                  </a:lnTo>
                  <a:lnTo>
                    <a:pt x="1597164" y="220091"/>
                  </a:lnTo>
                  <a:lnTo>
                    <a:pt x="1609051" y="214515"/>
                  </a:lnTo>
                  <a:lnTo>
                    <a:pt x="1625473" y="212496"/>
                  </a:lnTo>
                  <a:lnTo>
                    <a:pt x="1644294" y="214490"/>
                  </a:lnTo>
                  <a:lnTo>
                    <a:pt x="1663382" y="220243"/>
                  </a:lnTo>
                  <a:lnTo>
                    <a:pt x="1682711" y="229400"/>
                  </a:lnTo>
                  <a:lnTo>
                    <a:pt x="1702244" y="241592"/>
                  </a:lnTo>
                  <a:lnTo>
                    <a:pt x="1735975" y="192671"/>
                  </a:lnTo>
                  <a:lnTo>
                    <a:pt x="1712264" y="176669"/>
                  </a:lnTo>
                  <a:lnTo>
                    <a:pt x="1686052" y="164884"/>
                  </a:lnTo>
                  <a:lnTo>
                    <a:pt x="1657388" y="157619"/>
                  </a:lnTo>
                  <a:lnTo>
                    <a:pt x="1626311" y="155130"/>
                  </a:lnTo>
                  <a:lnTo>
                    <a:pt x="1584731" y="161505"/>
                  </a:lnTo>
                  <a:lnTo>
                    <a:pt x="1552041" y="179539"/>
                  </a:lnTo>
                  <a:lnTo>
                    <a:pt x="1530654" y="207619"/>
                  </a:lnTo>
                  <a:lnTo>
                    <a:pt x="1522984" y="244132"/>
                  </a:lnTo>
                  <a:lnTo>
                    <a:pt x="1529918" y="281317"/>
                  </a:lnTo>
                  <a:lnTo>
                    <a:pt x="1549615" y="306285"/>
                  </a:lnTo>
                  <a:lnTo>
                    <a:pt x="1580464" y="322948"/>
                  </a:lnTo>
                  <a:lnTo>
                    <a:pt x="1620837" y="335229"/>
                  </a:lnTo>
                  <a:lnTo>
                    <a:pt x="1650949" y="344119"/>
                  </a:lnTo>
                  <a:lnTo>
                    <a:pt x="1669072" y="352577"/>
                  </a:lnTo>
                  <a:lnTo>
                    <a:pt x="1677949" y="361734"/>
                  </a:lnTo>
                  <a:lnTo>
                    <a:pt x="1680298" y="372757"/>
                  </a:lnTo>
                  <a:lnTo>
                    <a:pt x="1677390" y="384898"/>
                  </a:lnTo>
                  <a:lnTo>
                    <a:pt x="1668970" y="393915"/>
                  </a:lnTo>
                  <a:lnTo>
                    <a:pt x="1655572" y="399516"/>
                  </a:lnTo>
                  <a:lnTo>
                    <a:pt x="1637703" y="401447"/>
                  </a:lnTo>
                  <a:lnTo>
                    <a:pt x="1613433" y="398932"/>
                  </a:lnTo>
                  <a:lnTo>
                    <a:pt x="1590941" y="391744"/>
                  </a:lnTo>
                  <a:lnTo>
                    <a:pt x="1569796" y="380453"/>
                  </a:lnTo>
                  <a:lnTo>
                    <a:pt x="1549552" y="365594"/>
                  </a:lnTo>
                  <a:lnTo>
                    <a:pt x="1511173" y="411568"/>
                  </a:lnTo>
                  <a:lnTo>
                    <a:pt x="1539405" y="432295"/>
                  </a:lnTo>
                  <a:lnTo>
                    <a:pt x="1570329" y="447052"/>
                  </a:lnTo>
                  <a:lnTo>
                    <a:pt x="1602994" y="455879"/>
                  </a:lnTo>
                  <a:lnTo>
                    <a:pt x="1636445" y="458812"/>
                  </a:lnTo>
                  <a:lnTo>
                    <a:pt x="1680248" y="452755"/>
                  </a:lnTo>
                  <a:lnTo>
                    <a:pt x="1714525" y="435038"/>
                  </a:lnTo>
                  <a:lnTo>
                    <a:pt x="1736852" y="406323"/>
                  </a:lnTo>
                  <a:lnTo>
                    <a:pt x="1744840" y="367284"/>
                  </a:lnTo>
                  <a:close/>
                </a:path>
                <a:path w="3006090" h="612140">
                  <a:moveTo>
                    <a:pt x="2035022" y="262267"/>
                  </a:moveTo>
                  <a:lnTo>
                    <a:pt x="2027262" y="220383"/>
                  </a:lnTo>
                  <a:lnTo>
                    <a:pt x="2025611" y="217982"/>
                  </a:lnTo>
                  <a:lnTo>
                    <a:pt x="2004923" y="187871"/>
                  </a:lnTo>
                  <a:lnTo>
                    <a:pt x="1969363" y="166827"/>
                  </a:lnTo>
                  <a:lnTo>
                    <a:pt x="1969223" y="166814"/>
                  </a:lnTo>
                  <a:lnTo>
                    <a:pt x="1969223" y="262686"/>
                  </a:lnTo>
                  <a:lnTo>
                    <a:pt x="1965756" y="280835"/>
                  </a:lnTo>
                  <a:lnTo>
                    <a:pt x="1955673" y="295262"/>
                  </a:lnTo>
                  <a:lnTo>
                    <a:pt x="1939505" y="304800"/>
                  </a:lnTo>
                  <a:lnTo>
                    <a:pt x="1917776" y="308241"/>
                  </a:lnTo>
                  <a:lnTo>
                    <a:pt x="1866315" y="308241"/>
                  </a:lnTo>
                  <a:lnTo>
                    <a:pt x="1866315" y="217982"/>
                  </a:lnTo>
                  <a:lnTo>
                    <a:pt x="1916506" y="217982"/>
                  </a:lnTo>
                  <a:lnTo>
                    <a:pt x="1938439" y="220878"/>
                  </a:lnTo>
                  <a:lnTo>
                    <a:pt x="1955038" y="229412"/>
                  </a:lnTo>
                  <a:lnTo>
                    <a:pt x="1965553" y="243420"/>
                  </a:lnTo>
                  <a:lnTo>
                    <a:pt x="1969223" y="262686"/>
                  </a:lnTo>
                  <a:lnTo>
                    <a:pt x="1969223" y="166814"/>
                  </a:lnTo>
                  <a:lnTo>
                    <a:pt x="1921979" y="159359"/>
                  </a:lnTo>
                  <a:lnTo>
                    <a:pt x="1801368" y="159359"/>
                  </a:lnTo>
                  <a:lnTo>
                    <a:pt x="1801368" y="454596"/>
                  </a:lnTo>
                  <a:lnTo>
                    <a:pt x="1866315" y="454596"/>
                  </a:lnTo>
                  <a:lnTo>
                    <a:pt x="1866315" y="366014"/>
                  </a:lnTo>
                  <a:lnTo>
                    <a:pt x="1915655" y="366014"/>
                  </a:lnTo>
                  <a:lnTo>
                    <a:pt x="1962238" y="359410"/>
                  </a:lnTo>
                  <a:lnTo>
                    <a:pt x="2000173" y="339763"/>
                  </a:lnTo>
                  <a:lnTo>
                    <a:pt x="2024938" y="308241"/>
                  </a:lnTo>
                  <a:lnTo>
                    <a:pt x="2025675" y="307301"/>
                  </a:lnTo>
                  <a:lnTo>
                    <a:pt x="2035022" y="262267"/>
                  </a:lnTo>
                  <a:close/>
                </a:path>
                <a:path w="3006090" h="612140">
                  <a:moveTo>
                    <a:pt x="2151011" y="159359"/>
                  </a:moveTo>
                  <a:lnTo>
                    <a:pt x="2086063" y="159359"/>
                  </a:lnTo>
                  <a:lnTo>
                    <a:pt x="2086063" y="454596"/>
                  </a:lnTo>
                  <a:lnTo>
                    <a:pt x="2151011" y="454596"/>
                  </a:lnTo>
                  <a:lnTo>
                    <a:pt x="2151011" y="159359"/>
                  </a:lnTo>
                  <a:close/>
                </a:path>
                <a:path w="3006090" h="612140">
                  <a:moveTo>
                    <a:pt x="2448369" y="159550"/>
                  </a:moveTo>
                  <a:lnTo>
                    <a:pt x="2203742" y="159550"/>
                  </a:lnTo>
                  <a:lnTo>
                    <a:pt x="2203742" y="219240"/>
                  </a:lnTo>
                  <a:lnTo>
                    <a:pt x="2293582" y="219240"/>
                  </a:lnTo>
                  <a:lnTo>
                    <a:pt x="2293582" y="454190"/>
                  </a:lnTo>
                  <a:lnTo>
                    <a:pt x="2358529" y="454190"/>
                  </a:lnTo>
                  <a:lnTo>
                    <a:pt x="2358529" y="219240"/>
                  </a:lnTo>
                  <a:lnTo>
                    <a:pt x="2448369" y="219240"/>
                  </a:lnTo>
                  <a:lnTo>
                    <a:pt x="2448369" y="159550"/>
                  </a:lnTo>
                  <a:close/>
                </a:path>
                <a:path w="3006090" h="612140">
                  <a:moveTo>
                    <a:pt x="2747835" y="454583"/>
                  </a:moveTo>
                  <a:lnTo>
                    <a:pt x="2719654" y="388366"/>
                  </a:lnTo>
                  <a:lnTo>
                    <a:pt x="2695244" y="331012"/>
                  </a:lnTo>
                  <a:lnTo>
                    <a:pt x="2654503" y="235280"/>
                  </a:lnTo>
                  <a:lnTo>
                    <a:pt x="2629738" y="177088"/>
                  </a:lnTo>
                  <a:lnTo>
                    <a:pt x="2629738" y="331012"/>
                  </a:lnTo>
                  <a:lnTo>
                    <a:pt x="2551290" y="331012"/>
                  </a:lnTo>
                  <a:lnTo>
                    <a:pt x="2590508" y="235280"/>
                  </a:lnTo>
                  <a:lnTo>
                    <a:pt x="2629738" y="331012"/>
                  </a:lnTo>
                  <a:lnTo>
                    <a:pt x="2629738" y="177088"/>
                  </a:lnTo>
                  <a:lnTo>
                    <a:pt x="2621292" y="157238"/>
                  </a:lnTo>
                  <a:lnTo>
                    <a:pt x="2561412" y="157238"/>
                  </a:lnTo>
                  <a:lnTo>
                    <a:pt x="2434882" y="454583"/>
                  </a:lnTo>
                  <a:lnTo>
                    <a:pt x="2501100" y="454583"/>
                  </a:lnTo>
                  <a:lnTo>
                    <a:pt x="2528100" y="388366"/>
                  </a:lnTo>
                  <a:lnTo>
                    <a:pt x="2652941" y="388366"/>
                  </a:lnTo>
                  <a:lnTo>
                    <a:pt x="2679928" y="454583"/>
                  </a:lnTo>
                  <a:lnTo>
                    <a:pt x="2747835" y="454583"/>
                  </a:lnTo>
                  <a:close/>
                </a:path>
                <a:path w="3006090" h="612140">
                  <a:moveTo>
                    <a:pt x="3005544" y="395579"/>
                  </a:moveTo>
                  <a:lnTo>
                    <a:pt x="2858351" y="395579"/>
                  </a:lnTo>
                  <a:lnTo>
                    <a:pt x="2858351" y="159359"/>
                  </a:lnTo>
                  <a:lnTo>
                    <a:pt x="2793390" y="159359"/>
                  </a:lnTo>
                  <a:lnTo>
                    <a:pt x="2793390" y="395579"/>
                  </a:lnTo>
                  <a:lnTo>
                    <a:pt x="2793390" y="453999"/>
                  </a:lnTo>
                  <a:lnTo>
                    <a:pt x="3005544" y="453999"/>
                  </a:lnTo>
                  <a:lnTo>
                    <a:pt x="3005544" y="3955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12135117" y="4390637"/>
              <a:ext cx="4260850" cy="4843145"/>
            </a:xfrm>
            <a:custGeom>
              <a:avLst/>
              <a:gdLst/>
              <a:ahLst/>
              <a:cxnLst/>
              <a:rect l="l" t="t" r="r" b="b"/>
              <a:pathLst>
                <a:path w="4260850" h="4843145">
                  <a:moveTo>
                    <a:pt x="4260710" y="3405403"/>
                  </a:moveTo>
                  <a:lnTo>
                    <a:pt x="2082355" y="3405403"/>
                  </a:lnTo>
                  <a:lnTo>
                    <a:pt x="2082355" y="4843030"/>
                  </a:lnTo>
                  <a:lnTo>
                    <a:pt x="4260710" y="4843030"/>
                  </a:lnTo>
                  <a:lnTo>
                    <a:pt x="4260710" y="3405403"/>
                  </a:lnTo>
                  <a:close/>
                </a:path>
                <a:path w="4260850" h="4843145">
                  <a:moveTo>
                    <a:pt x="4260710" y="1288605"/>
                  </a:moveTo>
                  <a:lnTo>
                    <a:pt x="2082355" y="1288605"/>
                  </a:lnTo>
                  <a:lnTo>
                    <a:pt x="2082355" y="2726232"/>
                  </a:lnTo>
                  <a:lnTo>
                    <a:pt x="4260710" y="2726232"/>
                  </a:lnTo>
                  <a:lnTo>
                    <a:pt x="4260710" y="1288605"/>
                  </a:lnTo>
                  <a:close/>
                </a:path>
                <a:path w="4260850" h="4843145">
                  <a:moveTo>
                    <a:pt x="4260748" y="0"/>
                  </a:moveTo>
                  <a:lnTo>
                    <a:pt x="0" y="0"/>
                  </a:lnTo>
                  <a:lnTo>
                    <a:pt x="0" y="566381"/>
                  </a:lnTo>
                  <a:lnTo>
                    <a:pt x="4260748" y="566381"/>
                  </a:lnTo>
                  <a:lnTo>
                    <a:pt x="4260748" y="0"/>
                  </a:lnTo>
                  <a:close/>
                </a:path>
              </a:pathLst>
            </a:custGeom>
            <a:solidFill>
              <a:srgbClr val="E0F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8544030" y="5413254"/>
              <a:ext cx="5402580" cy="220345"/>
            </a:xfrm>
            <a:custGeom>
              <a:avLst/>
              <a:gdLst/>
              <a:ahLst/>
              <a:cxnLst/>
              <a:rect l="l" t="t" r="r" b="b"/>
              <a:pathLst>
                <a:path w="5402580" h="220345">
                  <a:moveTo>
                    <a:pt x="5401982" y="0"/>
                  </a:moveTo>
                  <a:lnTo>
                    <a:pt x="0" y="0"/>
                  </a:lnTo>
                  <a:lnTo>
                    <a:pt x="0" y="56982"/>
                  </a:lnTo>
                  <a:lnTo>
                    <a:pt x="5401982" y="219878"/>
                  </a:lnTo>
                  <a:lnTo>
                    <a:pt x="5401982" y="0"/>
                  </a:lnTo>
                  <a:close/>
                </a:path>
              </a:pathLst>
            </a:custGeom>
            <a:solidFill>
              <a:srgbClr val="CEED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5079562" y="5943473"/>
              <a:ext cx="3464560" cy="179070"/>
            </a:xfrm>
            <a:custGeom>
              <a:avLst/>
              <a:gdLst/>
              <a:ahLst/>
              <a:cxnLst/>
              <a:rect l="l" t="t" r="r" b="b"/>
              <a:pathLst>
                <a:path w="3464559" h="179070">
                  <a:moveTo>
                    <a:pt x="3464470" y="0"/>
                  </a:moveTo>
                  <a:lnTo>
                    <a:pt x="0" y="0"/>
                  </a:lnTo>
                  <a:lnTo>
                    <a:pt x="0" y="179031"/>
                  </a:lnTo>
                  <a:lnTo>
                    <a:pt x="3464470" y="179031"/>
                  </a:lnTo>
                  <a:lnTo>
                    <a:pt x="34644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9384729" y="7949904"/>
              <a:ext cx="3796029" cy="1983105"/>
            </a:xfrm>
            <a:custGeom>
              <a:avLst/>
              <a:gdLst/>
              <a:ahLst/>
              <a:cxnLst/>
              <a:rect l="l" t="t" r="r" b="b"/>
              <a:pathLst>
                <a:path w="3796030" h="1983104">
                  <a:moveTo>
                    <a:pt x="3795842" y="0"/>
                  </a:moveTo>
                  <a:lnTo>
                    <a:pt x="0" y="0"/>
                  </a:lnTo>
                  <a:lnTo>
                    <a:pt x="0" y="1982955"/>
                  </a:lnTo>
                  <a:lnTo>
                    <a:pt x="3795842" y="1982955"/>
                  </a:lnTo>
                  <a:lnTo>
                    <a:pt x="3795842" y="0"/>
                  </a:lnTo>
                  <a:close/>
                </a:path>
              </a:pathLst>
            </a:custGeom>
            <a:solidFill>
              <a:srgbClr val="D5F4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9512307" y="8088581"/>
              <a:ext cx="3558540" cy="1851025"/>
            </a:xfrm>
            <a:custGeom>
              <a:avLst/>
              <a:gdLst/>
              <a:ahLst/>
              <a:cxnLst/>
              <a:rect l="l" t="t" r="r" b="b"/>
              <a:pathLst>
                <a:path w="3558540" h="1851025">
                  <a:moveTo>
                    <a:pt x="3558300" y="0"/>
                  </a:moveTo>
                  <a:lnTo>
                    <a:pt x="0" y="0"/>
                  </a:lnTo>
                  <a:lnTo>
                    <a:pt x="0" y="1850948"/>
                  </a:lnTo>
                  <a:lnTo>
                    <a:pt x="3558300" y="1850948"/>
                  </a:lnTo>
                  <a:lnTo>
                    <a:pt x="35583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9647021" y="8205666"/>
              <a:ext cx="3296285" cy="1725930"/>
            </a:xfrm>
            <a:custGeom>
              <a:avLst/>
              <a:gdLst/>
              <a:ahLst/>
              <a:cxnLst/>
              <a:rect l="l" t="t" r="r" b="b"/>
              <a:pathLst>
                <a:path w="3296284" h="1725929">
                  <a:moveTo>
                    <a:pt x="963828" y="540804"/>
                  </a:moveTo>
                  <a:lnTo>
                    <a:pt x="0" y="540804"/>
                  </a:lnTo>
                  <a:lnTo>
                    <a:pt x="0" y="1725879"/>
                  </a:lnTo>
                  <a:lnTo>
                    <a:pt x="963828" y="1725879"/>
                  </a:lnTo>
                  <a:lnTo>
                    <a:pt x="963828" y="540804"/>
                  </a:lnTo>
                  <a:close/>
                </a:path>
                <a:path w="3296284" h="1725929">
                  <a:moveTo>
                    <a:pt x="2240521" y="540804"/>
                  </a:moveTo>
                  <a:lnTo>
                    <a:pt x="1055535" y="540804"/>
                  </a:lnTo>
                  <a:lnTo>
                    <a:pt x="1055535" y="1725879"/>
                  </a:lnTo>
                  <a:lnTo>
                    <a:pt x="2240521" y="1725879"/>
                  </a:lnTo>
                  <a:lnTo>
                    <a:pt x="2240521" y="540804"/>
                  </a:lnTo>
                  <a:close/>
                </a:path>
                <a:path w="3296284" h="1725929">
                  <a:moveTo>
                    <a:pt x="3296069" y="540804"/>
                  </a:moveTo>
                  <a:lnTo>
                    <a:pt x="2322017" y="540804"/>
                  </a:lnTo>
                  <a:lnTo>
                    <a:pt x="2322017" y="1725879"/>
                  </a:lnTo>
                  <a:lnTo>
                    <a:pt x="3296069" y="1725879"/>
                  </a:lnTo>
                  <a:lnTo>
                    <a:pt x="3296069" y="540804"/>
                  </a:lnTo>
                  <a:close/>
                </a:path>
                <a:path w="3296284" h="1725929">
                  <a:moveTo>
                    <a:pt x="3296069" y="0"/>
                  </a:moveTo>
                  <a:lnTo>
                    <a:pt x="0" y="0"/>
                  </a:lnTo>
                  <a:lnTo>
                    <a:pt x="0" y="425297"/>
                  </a:lnTo>
                  <a:lnTo>
                    <a:pt x="3296069" y="425297"/>
                  </a:lnTo>
                  <a:lnTo>
                    <a:pt x="3296069" y="0"/>
                  </a:lnTo>
                  <a:close/>
                </a:path>
              </a:pathLst>
            </a:custGeom>
            <a:solidFill>
              <a:srgbClr val="E0F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10865388" y="8746463"/>
              <a:ext cx="1022350" cy="1185545"/>
            </a:xfrm>
            <a:custGeom>
              <a:avLst/>
              <a:gdLst/>
              <a:ahLst/>
              <a:cxnLst/>
              <a:rect l="l" t="t" r="r" b="b"/>
              <a:pathLst>
                <a:path w="1022350" h="1185545">
                  <a:moveTo>
                    <a:pt x="1022167" y="0"/>
                  </a:moveTo>
                  <a:lnTo>
                    <a:pt x="225448" y="0"/>
                  </a:lnTo>
                  <a:lnTo>
                    <a:pt x="0" y="1185073"/>
                  </a:lnTo>
                  <a:lnTo>
                    <a:pt x="880161" y="1185073"/>
                  </a:lnTo>
                  <a:lnTo>
                    <a:pt x="1022167" y="438583"/>
                  </a:lnTo>
                  <a:lnTo>
                    <a:pt x="1022167" y="0"/>
                  </a:lnTo>
                  <a:close/>
                </a:path>
              </a:pathLst>
            </a:custGeom>
            <a:solidFill>
              <a:srgbClr val="B5E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10857910" y="8971967"/>
              <a:ext cx="887094" cy="961390"/>
            </a:xfrm>
            <a:custGeom>
              <a:avLst/>
              <a:gdLst/>
              <a:ahLst/>
              <a:cxnLst/>
              <a:rect l="l" t="t" r="r" b="b"/>
              <a:pathLst>
                <a:path w="887095" h="961390">
                  <a:moveTo>
                    <a:pt x="886507" y="0"/>
                  </a:moveTo>
                  <a:lnTo>
                    <a:pt x="0" y="0"/>
                  </a:lnTo>
                  <a:lnTo>
                    <a:pt x="0" y="960892"/>
                  </a:lnTo>
                  <a:lnTo>
                    <a:pt x="886507" y="960892"/>
                  </a:lnTo>
                  <a:lnTo>
                    <a:pt x="8865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10900180" y="9015390"/>
              <a:ext cx="802005" cy="917575"/>
            </a:xfrm>
            <a:custGeom>
              <a:avLst/>
              <a:gdLst/>
              <a:ahLst/>
              <a:cxnLst/>
              <a:rect l="l" t="t" r="r" b="b"/>
              <a:pathLst>
                <a:path w="802004" h="917575">
                  <a:moveTo>
                    <a:pt x="801986" y="0"/>
                  </a:moveTo>
                  <a:lnTo>
                    <a:pt x="0" y="0"/>
                  </a:lnTo>
                  <a:lnTo>
                    <a:pt x="0" y="917469"/>
                  </a:lnTo>
                  <a:lnTo>
                    <a:pt x="801986" y="917469"/>
                  </a:lnTo>
                  <a:lnTo>
                    <a:pt x="801986" y="0"/>
                  </a:lnTo>
                  <a:close/>
                </a:path>
              </a:pathLst>
            </a:custGeom>
            <a:solidFill>
              <a:srgbClr val="D5F4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11214748" y="9015393"/>
              <a:ext cx="173355" cy="917575"/>
            </a:xfrm>
            <a:custGeom>
              <a:avLst/>
              <a:gdLst/>
              <a:ahLst/>
              <a:cxnLst/>
              <a:rect l="l" t="t" r="r" b="b"/>
              <a:pathLst>
                <a:path w="173354" h="917575">
                  <a:moveTo>
                    <a:pt x="37896" y="458749"/>
                  </a:moveTo>
                  <a:lnTo>
                    <a:pt x="36410" y="451370"/>
                  </a:lnTo>
                  <a:lnTo>
                    <a:pt x="32346" y="445338"/>
                  </a:lnTo>
                  <a:lnTo>
                    <a:pt x="26327" y="441286"/>
                  </a:lnTo>
                  <a:lnTo>
                    <a:pt x="18961" y="439788"/>
                  </a:lnTo>
                  <a:lnTo>
                    <a:pt x="11582" y="441286"/>
                  </a:lnTo>
                  <a:lnTo>
                    <a:pt x="5549" y="445338"/>
                  </a:lnTo>
                  <a:lnTo>
                    <a:pt x="1498" y="451370"/>
                  </a:lnTo>
                  <a:lnTo>
                    <a:pt x="0" y="458749"/>
                  </a:lnTo>
                  <a:lnTo>
                    <a:pt x="1498" y="466115"/>
                  </a:lnTo>
                  <a:lnTo>
                    <a:pt x="5549" y="472135"/>
                  </a:lnTo>
                  <a:lnTo>
                    <a:pt x="11582" y="476199"/>
                  </a:lnTo>
                  <a:lnTo>
                    <a:pt x="18961" y="477685"/>
                  </a:lnTo>
                  <a:lnTo>
                    <a:pt x="26327" y="476199"/>
                  </a:lnTo>
                  <a:lnTo>
                    <a:pt x="32346" y="472135"/>
                  </a:lnTo>
                  <a:lnTo>
                    <a:pt x="36410" y="466115"/>
                  </a:lnTo>
                  <a:lnTo>
                    <a:pt x="37896" y="458749"/>
                  </a:lnTo>
                  <a:close/>
                </a:path>
                <a:path w="173354" h="917575">
                  <a:moveTo>
                    <a:pt x="101358" y="0"/>
                  </a:moveTo>
                  <a:lnTo>
                    <a:pt x="71475" y="0"/>
                  </a:lnTo>
                  <a:lnTo>
                    <a:pt x="71475" y="917473"/>
                  </a:lnTo>
                  <a:lnTo>
                    <a:pt x="101358" y="917473"/>
                  </a:lnTo>
                  <a:lnTo>
                    <a:pt x="101358" y="0"/>
                  </a:lnTo>
                  <a:close/>
                </a:path>
                <a:path w="173354" h="917575">
                  <a:moveTo>
                    <a:pt x="172821" y="458749"/>
                  </a:moveTo>
                  <a:lnTo>
                    <a:pt x="171335" y="451370"/>
                  </a:lnTo>
                  <a:lnTo>
                    <a:pt x="167271" y="445338"/>
                  </a:lnTo>
                  <a:lnTo>
                    <a:pt x="161251" y="441286"/>
                  </a:lnTo>
                  <a:lnTo>
                    <a:pt x="153873" y="439788"/>
                  </a:lnTo>
                  <a:lnTo>
                    <a:pt x="146507" y="441286"/>
                  </a:lnTo>
                  <a:lnTo>
                    <a:pt x="140487" y="445338"/>
                  </a:lnTo>
                  <a:lnTo>
                    <a:pt x="136423" y="451370"/>
                  </a:lnTo>
                  <a:lnTo>
                    <a:pt x="134937" y="458749"/>
                  </a:lnTo>
                  <a:lnTo>
                    <a:pt x="136423" y="466115"/>
                  </a:lnTo>
                  <a:lnTo>
                    <a:pt x="140487" y="472135"/>
                  </a:lnTo>
                  <a:lnTo>
                    <a:pt x="146507" y="476199"/>
                  </a:lnTo>
                  <a:lnTo>
                    <a:pt x="153873" y="477685"/>
                  </a:lnTo>
                  <a:lnTo>
                    <a:pt x="161251" y="476199"/>
                  </a:lnTo>
                  <a:lnTo>
                    <a:pt x="167271" y="472135"/>
                  </a:lnTo>
                  <a:lnTo>
                    <a:pt x="171335" y="466115"/>
                  </a:lnTo>
                  <a:lnTo>
                    <a:pt x="172821" y="458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9797859" y="8205666"/>
              <a:ext cx="2961005" cy="1725930"/>
            </a:xfrm>
            <a:custGeom>
              <a:avLst/>
              <a:gdLst/>
              <a:ahLst/>
              <a:cxnLst/>
              <a:rect l="l" t="t" r="r" b="b"/>
              <a:pathLst>
                <a:path w="2961004" h="1725929">
                  <a:moveTo>
                    <a:pt x="643775" y="540804"/>
                  </a:moveTo>
                  <a:lnTo>
                    <a:pt x="155778" y="540804"/>
                  </a:lnTo>
                  <a:lnTo>
                    <a:pt x="0" y="1725879"/>
                  </a:lnTo>
                  <a:lnTo>
                    <a:pt x="487997" y="1725879"/>
                  </a:lnTo>
                  <a:lnTo>
                    <a:pt x="643775" y="540804"/>
                  </a:lnTo>
                  <a:close/>
                </a:path>
                <a:path w="2961004" h="1725929">
                  <a:moveTo>
                    <a:pt x="714819" y="0"/>
                  </a:moveTo>
                  <a:lnTo>
                    <a:pt x="226822" y="0"/>
                  </a:lnTo>
                  <a:lnTo>
                    <a:pt x="170929" y="425284"/>
                  </a:lnTo>
                  <a:lnTo>
                    <a:pt x="658926" y="425284"/>
                  </a:lnTo>
                  <a:lnTo>
                    <a:pt x="714819" y="0"/>
                  </a:lnTo>
                  <a:close/>
                </a:path>
                <a:path w="2961004" h="1725929">
                  <a:moveTo>
                    <a:pt x="2276005" y="0"/>
                  </a:moveTo>
                  <a:lnTo>
                    <a:pt x="1395857" y="0"/>
                  </a:lnTo>
                  <a:lnTo>
                    <a:pt x="1314932" y="425284"/>
                  </a:lnTo>
                  <a:lnTo>
                    <a:pt x="2195080" y="425284"/>
                  </a:lnTo>
                  <a:lnTo>
                    <a:pt x="2276005" y="0"/>
                  </a:lnTo>
                  <a:close/>
                </a:path>
                <a:path w="2961004" h="1725929">
                  <a:moveTo>
                    <a:pt x="2889732" y="540804"/>
                  </a:moveTo>
                  <a:lnTo>
                    <a:pt x="2401735" y="540804"/>
                  </a:lnTo>
                  <a:lnTo>
                    <a:pt x="2245957" y="1725879"/>
                  </a:lnTo>
                  <a:lnTo>
                    <a:pt x="2733954" y="1725879"/>
                  </a:lnTo>
                  <a:lnTo>
                    <a:pt x="2889732" y="540804"/>
                  </a:lnTo>
                  <a:close/>
                </a:path>
                <a:path w="2961004" h="1725929">
                  <a:moveTo>
                    <a:pt x="2960776" y="0"/>
                  </a:moveTo>
                  <a:lnTo>
                    <a:pt x="2472779" y="0"/>
                  </a:lnTo>
                  <a:lnTo>
                    <a:pt x="2416886" y="425284"/>
                  </a:lnTo>
                  <a:lnTo>
                    <a:pt x="2904883" y="425284"/>
                  </a:lnTo>
                  <a:lnTo>
                    <a:pt x="2960776" y="0"/>
                  </a:lnTo>
                  <a:close/>
                </a:path>
              </a:pathLst>
            </a:custGeom>
            <a:solidFill>
              <a:srgbClr val="B5E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14514865" y="5679263"/>
              <a:ext cx="1036319" cy="1437640"/>
            </a:xfrm>
            <a:custGeom>
              <a:avLst/>
              <a:gdLst/>
              <a:ahLst/>
              <a:cxnLst/>
              <a:rect l="l" t="t" r="r" b="b"/>
              <a:pathLst>
                <a:path w="1036319" h="1437640">
                  <a:moveTo>
                    <a:pt x="1036104" y="0"/>
                  </a:moveTo>
                  <a:lnTo>
                    <a:pt x="315330" y="0"/>
                  </a:lnTo>
                  <a:lnTo>
                    <a:pt x="0" y="1437600"/>
                  </a:lnTo>
                  <a:lnTo>
                    <a:pt x="720763" y="1437600"/>
                  </a:lnTo>
                  <a:lnTo>
                    <a:pt x="1036104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14217472" y="5679242"/>
              <a:ext cx="2178685" cy="3554729"/>
            </a:xfrm>
            <a:custGeom>
              <a:avLst/>
              <a:gdLst/>
              <a:ahLst/>
              <a:cxnLst/>
              <a:rect l="l" t="t" r="r" b="b"/>
              <a:pathLst>
                <a:path w="2178684" h="3554729">
                  <a:moveTo>
                    <a:pt x="631710" y="2116798"/>
                  </a:moveTo>
                  <a:lnTo>
                    <a:pt x="0" y="2116798"/>
                  </a:lnTo>
                  <a:lnTo>
                    <a:pt x="0" y="3554412"/>
                  </a:lnTo>
                  <a:lnTo>
                    <a:pt x="316382" y="3554412"/>
                  </a:lnTo>
                  <a:lnTo>
                    <a:pt x="631710" y="2116798"/>
                  </a:lnTo>
                  <a:close/>
                </a:path>
                <a:path w="2178684" h="3554729">
                  <a:moveTo>
                    <a:pt x="1972106" y="2116810"/>
                  </a:moveTo>
                  <a:lnTo>
                    <a:pt x="1251343" y="2116810"/>
                  </a:lnTo>
                  <a:lnTo>
                    <a:pt x="936015" y="3554412"/>
                  </a:lnTo>
                  <a:lnTo>
                    <a:pt x="1656778" y="3554412"/>
                  </a:lnTo>
                  <a:lnTo>
                    <a:pt x="1972106" y="2116810"/>
                  </a:lnTo>
                  <a:close/>
                </a:path>
                <a:path w="2178684" h="3554729">
                  <a:moveTo>
                    <a:pt x="2178354" y="0"/>
                  </a:moveTo>
                  <a:lnTo>
                    <a:pt x="1737944" y="0"/>
                  </a:lnTo>
                  <a:lnTo>
                    <a:pt x="1386052" y="1437627"/>
                  </a:lnTo>
                  <a:lnTo>
                    <a:pt x="2178354" y="1437627"/>
                  </a:lnTo>
                  <a:lnTo>
                    <a:pt x="2178354" y="0"/>
                  </a:lnTo>
                  <a:close/>
                </a:path>
              </a:pathLst>
            </a:custGeom>
            <a:solidFill>
              <a:srgbClr val="B5E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13178448" y="4390637"/>
              <a:ext cx="2455545" cy="566420"/>
            </a:xfrm>
            <a:custGeom>
              <a:avLst/>
              <a:gdLst/>
              <a:ahLst/>
              <a:cxnLst/>
              <a:rect l="l" t="t" r="r" b="b"/>
              <a:pathLst>
                <a:path w="2455544" h="566420">
                  <a:moveTo>
                    <a:pt x="60071" y="0"/>
                  </a:moveTo>
                  <a:lnTo>
                    <a:pt x="0" y="0"/>
                  </a:lnTo>
                  <a:lnTo>
                    <a:pt x="0" y="566381"/>
                  </a:lnTo>
                  <a:lnTo>
                    <a:pt x="60071" y="566381"/>
                  </a:lnTo>
                  <a:lnTo>
                    <a:pt x="60071" y="0"/>
                  </a:lnTo>
                  <a:close/>
                </a:path>
                <a:path w="2455544" h="566420">
                  <a:moveTo>
                    <a:pt x="1272590" y="0"/>
                  </a:moveTo>
                  <a:lnTo>
                    <a:pt x="1212532" y="0"/>
                  </a:lnTo>
                  <a:lnTo>
                    <a:pt x="1212532" y="566381"/>
                  </a:lnTo>
                  <a:lnTo>
                    <a:pt x="1272590" y="566381"/>
                  </a:lnTo>
                  <a:lnTo>
                    <a:pt x="1272590" y="0"/>
                  </a:lnTo>
                  <a:close/>
                </a:path>
                <a:path w="2455544" h="566420">
                  <a:moveTo>
                    <a:pt x="2455100" y="0"/>
                  </a:moveTo>
                  <a:lnTo>
                    <a:pt x="2395042" y="0"/>
                  </a:lnTo>
                  <a:lnTo>
                    <a:pt x="2395042" y="566381"/>
                  </a:lnTo>
                  <a:lnTo>
                    <a:pt x="2455100" y="566381"/>
                  </a:lnTo>
                  <a:lnTo>
                    <a:pt x="2455100" y="0"/>
                  </a:lnTo>
                  <a:close/>
                </a:path>
              </a:pathLst>
            </a:custGeom>
            <a:solidFill>
              <a:srgbClr val="E4F6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5665555" y="6603327"/>
              <a:ext cx="361315" cy="570230"/>
            </a:xfrm>
            <a:custGeom>
              <a:avLst/>
              <a:gdLst/>
              <a:ahLst/>
              <a:cxnLst/>
              <a:rect l="l" t="t" r="r" b="b"/>
              <a:pathLst>
                <a:path w="361314" h="570229">
                  <a:moveTo>
                    <a:pt x="361193" y="0"/>
                  </a:moveTo>
                  <a:lnTo>
                    <a:pt x="0" y="0"/>
                  </a:lnTo>
                  <a:lnTo>
                    <a:pt x="0" y="570118"/>
                  </a:lnTo>
                  <a:lnTo>
                    <a:pt x="361193" y="570118"/>
                  </a:lnTo>
                  <a:lnTo>
                    <a:pt x="361193" y="0"/>
                  </a:lnTo>
                  <a:close/>
                </a:path>
              </a:pathLst>
            </a:custGeom>
            <a:solidFill>
              <a:srgbClr val="D5F4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5643740" y="6585425"/>
              <a:ext cx="398145" cy="605790"/>
            </a:xfrm>
            <a:custGeom>
              <a:avLst/>
              <a:gdLst/>
              <a:ahLst/>
              <a:cxnLst/>
              <a:rect l="l" t="t" r="r" b="b"/>
              <a:pathLst>
                <a:path w="398145" h="605790">
                  <a:moveTo>
                    <a:pt x="397929" y="0"/>
                  </a:moveTo>
                  <a:lnTo>
                    <a:pt x="361188" y="0"/>
                  </a:lnTo>
                  <a:lnTo>
                    <a:pt x="361188" y="36830"/>
                  </a:lnTo>
                  <a:lnTo>
                    <a:pt x="361188" y="208584"/>
                  </a:lnTo>
                  <a:lnTo>
                    <a:pt x="361188" y="236131"/>
                  </a:lnTo>
                  <a:lnTo>
                    <a:pt x="361188" y="398310"/>
                  </a:lnTo>
                  <a:lnTo>
                    <a:pt x="212737" y="398310"/>
                  </a:lnTo>
                  <a:lnTo>
                    <a:pt x="212737" y="236131"/>
                  </a:lnTo>
                  <a:lnTo>
                    <a:pt x="361188" y="236131"/>
                  </a:lnTo>
                  <a:lnTo>
                    <a:pt x="361188" y="208584"/>
                  </a:lnTo>
                  <a:lnTo>
                    <a:pt x="212737" y="208584"/>
                  </a:lnTo>
                  <a:lnTo>
                    <a:pt x="212737" y="36830"/>
                  </a:lnTo>
                  <a:lnTo>
                    <a:pt x="361188" y="36830"/>
                  </a:lnTo>
                  <a:lnTo>
                    <a:pt x="361188" y="0"/>
                  </a:lnTo>
                  <a:lnTo>
                    <a:pt x="185191" y="0"/>
                  </a:lnTo>
                  <a:lnTo>
                    <a:pt x="185191" y="36830"/>
                  </a:lnTo>
                  <a:lnTo>
                    <a:pt x="185191" y="208584"/>
                  </a:lnTo>
                  <a:lnTo>
                    <a:pt x="185191" y="236131"/>
                  </a:lnTo>
                  <a:lnTo>
                    <a:pt x="185191" y="398310"/>
                  </a:lnTo>
                  <a:lnTo>
                    <a:pt x="185191" y="425856"/>
                  </a:lnTo>
                  <a:lnTo>
                    <a:pt x="185191" y="570230"/>
                  </a:lnTo>
                  <a:lnTo>
                    <a:pt x="36728" y="570230"/>
                  </a:lnTo>
                  <a:lnTo>
                    <a:pt x="36728" y="425856"/>
                  </a:lnTo>
                  <a:lnTo>
                    <a:pt x="185191" y="425856"/>
                  </a:lnTo>
                  <a:lnTo>
                    <a:pt x="185191" y="398310"/>
                  </a:lnTo>
                  <a:lnTo>
                    <a:pt x="36728" y="398310"/>
                  </a:lnTo>
                  <a:lnTo>
                    <a:pt x="36728" y="236131"/>
                  </a:lnTo>
                  <a:lnTo>
                    <a:pt x="185191" y="236131"/>
                  </a:lnTo>
                  <a:lnTo>
                    <a:pt x="185191" y="208584"/>
                  </a:lnTo>
                  <a:lnTo>
                    <a:pt x="36728" y="208584"/>
                  </a:lnTo>
                  <a:lnTo>
                    <a:pt x="36728" y="36830"/>
                  </a:lnTo>
                  <a:lnTo>
                    <a:pt x="185191" y="36830"/>
                  </a:lnTo>
                  <a:lnTo>
                    <a:pt x="185191" y="0"/>
                  </a:lnTo>
                  <a:lnTo>
                    <a:pt x="0" y="0"/>
                  </a:lnTo>
                  <a:lnTo>
                    <a:pt x="0" y="36830"/>
                  </a:lnTo>
                  <a:lnTo>
                    <a:pt x="0" y="570230"/>
                  </a:lnTo>
                  <a:lnTo>
                    <a:pt x="0" y="605790"/>
                  </a:lnTo>
                  <a:lnTo>
                    <a:pt x="397929" y="605790"/>
                  </a:lnTo>
                  <a:lnTo>
                    <a:pt x="397929" y="570230"/>
                  </a:lnTo>
                  <a:lnTo>
                    <a:pt x="212737" y="570230"/>
                  </a:lnTo>
                  <a:lnTo>
                    <a:pt x="212737" y="425856"/>
                  </a:lnTo>
                  <a:lnTo>
                    <a:pt x="361188" y="425856"/>
                  </a:lnTo>
                  <a:lnTo>
                    <a:pt x="361188" y="569658"/>
                  </a:lnTo>
                  <a:lnTo>
                    <a:pt x="397929" y="569658"/>
                  </a:lnTo>
                  <a:lnTo>
                    <a:pt x="397929" y="36830"/>
                  </a:lnTo>
                  <a:lnTo>
                    <a:pt x="397929" y="36258"/>
                  </a:lnTo>
                  <a:lnTo>
                    <a:pt x="397929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6708476" y="6603327"/>
              <a:ext cx="361315" cy="570230"/>
            </a:xfrm>
            <a:custGeom>
              <a:avLst/>
              <a:gdLst/>
              <a:ahLst/>
              <a:cxnLst/>
              <a:rect l="l" t="t" r="r" b="b"/>
              <a:pathLst>
                <a:path w="361315" h="570229">
                  <a:moveTo>
                    <a:pt x="361193" y="0"/>
                  </a:moveTo>
                  <a:lnTo>
                    <a:pt x="0" y="0"/>
                  </a:lnTo>
                  <a:lnTo>
                    <a:pt x="0" y="570118"/>
                  </a:lnTo>
                  <a:lnTo>
                    <a:pt x="361193" y="570118"/>
                  </a:lnTo>
                  <a:lnTo>
                    <a:pt x="361193" y="0"/>
                  </a:lnTo>
                  <a:close/>
                </a:path>
              </a:pathLst>
            </a:custGeom>
            <a:solidFill>
              <a:srgbClr val="D5F4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6686664" y="6585425"/>
              <a:ext cx="398145" cy="605790"/>
            </a:xfrm>
            <a:custGeom>
              <a:avLst/>
              <a:gdLst/>
              <a:ahLst/>
              <a:cxnLst/>
              <a:rect l="l" t="t" r="r" b="b"/>
              <a:pathLst>
                <a:path w="398145" h="605790">
                  <a:moveTo>
                    <a:pt x="397916" y="0"/>
                  </a:moveTo>
                  <a:lnTo>
                    <a:pt x="361188" y="0"/>
                  </a:lnTo>
                  <a:lnTo>
                    <a:pt x="361188" y="36830"/>
                  </a:lnTo>
                  <a:lnTo>
                    <a:pt x="361188" y="208584"/>
                  </a:lnTo>
                  <a:lnTo>
                    <a:pt x="361188" y="236131"/>
                  </a:lnTo>
                  <a:lnTo>
                    <a:pt x="361188" y="398310"/>
                  </a:lnTo>
                  <a:lnTo>
                    <a:pt x="212737" y="398310"/>
                  </a:lnTo>
                  <a:lnTo>
                    <a:pt x="212737" y="236131"/>
                  </a:lnTo>
                  <a:lnTo>
                    <a:pt x="361188" y="236131"/>
                  </a:lnTo>
                  <a:lnTo>
                    <a:pt x="361188" y="208584"/>
                  </a:lnTo>
                  <a:lnTo>
                    <a:pt x="212737" y="208584"/>
                  </a:lnTo>
                  <a:lnTo>
                    <a:pt x="212737" y="36830"/>
                  </a:lnTo>
                  <a:lnTo>
                    <a:pt x="361188" y="36830"/>
                  </a:lnTo>
                  <a:lnTo>
                    <a:pt x="361188" y="0"/>
                  </a:lnTo>
                  <a:lnTo>
                    <a:pt x="185178" y="0"/>
                  </a:lnTo>
                  <a:lnTo>
                    <a:pt x="185178" y="36830"/>
                  </a:lnTo>
                  <a:lnTo>
                    <a:pt x="185178" y="208584"/>
                  </a:lnTo>
                  <a:lnTo>
                    <a:pt x="185178" y="236131"/>
                  </a:lnTo>
                  <a:lnTo>
                    <a:pt x="185178" y="398310"/>
                  </a:lnTo>
                  <a:lnTo>
                    <a:pt x="185178" y="425856"/>
                  </a:lnTo>
                  <a:lnTo>
                    <a:pt x="185178" y="570230"/>
                  </a:lnTo>
                  <a:lnTo>
                    <a:pt x="36728" y="570230"/>
                  </a:lnTo>
                  <a:lnTo>
                    <a:pt x="36728" y="425856"/>
                  </a:lnTo>
                  <a:lnTo>
                    <a:pt x="185178" y="425856"/>
                  </a:lnTo>
                  <a:lnTo>
                    <a:pt x="185178" y="398310"/>
                  </a:lnTo>
                  <a:lnTo>
                    <a:pt x="36728" y="398310"/>
                  </a:lnTo>
                  <a:lnTo>
                    <a:pt x="36728" y="236131"/>
                  </a:lnTo>
                  <a:lnTo>
                    <a:pt x="185178" y="236131"/>
                  </a:lnTo>
                  <a:lnTo>
                    <a:pt x="185178" y="208584"/>
                  </a:lnTo>
                  <a:lnTo>
                    <a:pt x="36728" y="208584"/>
                  </a:lnTo>
                  <a:lnTo>
                    <a:pt x="36728" y="36830"/>
                  </a:lnTo>
                  <a:lnTo>
                    <a:pt x="185178" y="36830"/>
                  </a:lnTo>
                  <a:lnTo>
                    <a:pt x="185178" y="0"/>
                  </a:lnTo>
                  <a:lnTo>
                    <a:pt x="0" y="0"/>
                  </a:lnTo>
                  <a:lnTo>
                    <a:pt x="0" y="36830"/>
                  </a:lnTo>
                  <a:lnTo>
                    <a:pt x="0" y="570230"/>
                  </a:lnTo>
                  <a:lnTo>
                    <a:pt x="0" y="605790"/>
                  </a:lnTo>
                  <a:lnTo>
                    <a:pt x="397916" y="605790"/>
                  </a:lnTo>
                  <a:lnTo>
                    <a:pt x="397916" y="570230"/>
                  </a:lnTo>
                  <a:lnTo>
                    <a:pt x="212737" y="570230"/>
                  </a:lnTo>
                  <a:lnTo>
                    <a:pt x="212737" y="425856"/>
                  </a:lnTo>
                  <a:lnTo>
                    <a:pt x="361188" y="425856"/>
                  </a:lnTo>
                  <a:lnTo>
                    <a:pt x="361188" y="569658"/>
                  </a:lnTo>
                  <a:lnTo>
                    <a:pt x="397916" y="569658"/>
                  </a:lnTo>
                  <a:lnTo>
                    <a:pt x="397916" y="36830"/>
                  </a:lnTo>
                  <a:lnTo>
                    <a:pt x="397916" y="36258"/>
                  </a:lnTo>
                  <a:lnTo>
                    <a:pt x="397916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7751397" y="6603327"/>
              <a:ext cx="361315" cy="570230"/>
            </a:xfrm>
            <a:custGeom>
              <a:avLst/>
              <a:gdLst/>
              <a:ahLst/>
              <a:cxnLst/>
              <a:rect l="l" t="t" r="r" b="b"/>
              <a:pathLst>
                <a:path w="361315" h="570229">
                  <a:moveTo>
                    <a:pt x="361193" y="0"/>
                  </a:moveTo>
                  <a:lnTo>
                    <a:pt x="0" y="0"/>
                  </a:lnTo>
                  <a:lnTo>
                    <a:pt x="0" y="570118"/>
                  </a:lnTo>
                  <a:lnTo>
                    <a:pt x="361193" y="570118"/>
                  </a:lnTo>
                  <a:lnTo>
                    <a:pt x="361193" y="0"/>
                  </a:lnTo>
                  <a:close/>
                </a:path>
              </a:pathLst>
            </a:custGeom>
            <a:solidFill>
              <a:srgbClr val="D5F4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7729575" y="6585425"/>
              <a:ext cx="398145" cy="605790"/>
            </a:xfrm>
            <a:custGeom>
              <a:avLst/>
              <a:gdLst/>
              <a:ahLst/>
              <a:cxnLst/>
              <a:rect l="l" t="t" r="r" b="b"/>
              <a:pathLst>
                <a:path w="398145" h="605790">
                  <a:moveTo>
                    <a:pt x="397929" y="0"/>
                  </a:moveTo>
                  <a:lnTo>
                    <a:pt x="361213" y="0"/>
                  </a:lnTo>
                  <a:lnTo>
                    <a:pt x="361213" y="36830"/>
                  </a:lnTo>
                  <a:lnTo>
                    <a:pt x="361213" y="208584"/>
                  </a:lnTo>
                  <a:lnTo>
                    <a:pt x="361213" y="236131"/>
                  </a:lnTo>
                  <a:lnTo>
                    <a:pt x="361213" y="398310"/>
                  </a:lnTo>
                  <a:lnTo>
                    <a:pt x="212750" y="398310"/>
                  </a:lnTo>
                  <a:lnTo>
                    <a:pt x="212750" y="236131"/>
                  </a:lnTo>
                  <a:lnTo>
                    <a:pt x="361213" y="236131"/>
                  </a:lnTo>
                  <a:lnTo>
                    <a:pt x="361213" y="208584"/>
                  </a:lnTo>
                  <a:lnTo>
                    <a:pt x="212750" y="208584"/>
                  </a:lnTo>
                  <a:lnTo>
                    <a:pt x="212750" y="36830"/>
                  </a:lnTo>
                  <a:lnTo>
                    <a:pt x="361213" y="36830"/>
                  </a:lnTo>
                  <a:lnTo>
                    <a:pt x="361213" y="0"/>
                  </a:lnTo>
                  <a:lnTo>
                    <a:pt x="185204" y="0"/>
                  </a:lnTo>
                  <a:lnTo>
                    <a:pt x="185204" y="36830"/>
                  </a:lnTo>
                  <a:lnTo>
                    <a:pt x="185204" y="208584"/>
                  </a:lnTo>
                  <a:lnTo>
                    <a:pt x="185204" y="236131"/>
                  </a:lnTo>
                  <a:lnTo>
                    <a:pt x="185204" y="398310"/>
                  </a:lnTo>
                  <a:lnTo>
                    <a:pt x="185204" y="425856"/>
                  </a:lnTo>
                  <a:lnTo>
                    <a:pt x="185204" y="570230"/>
                  </a:lnTo>
                  <a:lnTo>
                    <a:pt x="36741" y="570230"/>
                  </a:lnTo>
                  <a:lnTo>
                    <a:pt x="36741" y="425856"/>
                  </a:lnTo>
                  <a:lnTo>
                    <a:pt x="185204" y="425856"/>
                  </a:lnTo>
                  <a:lnTo>
                    <a:pt x="185204" y="398310"/>
                  </a:lnTo>
                  <a:lnTo>
                    <a:pt x="36741" y="398310"/>
                  </a:lnTo>
                  <a:lnTo>
                    <a:pt x="36741" y="236131"/>
                  </a:lnTo>
                  <a:lnTo>
                    <a:pt x="185204" y="236131"/>
                  </a:lnTo>
                  <a:lnTo>
                    <a:pt x="185204" y="208584"/>
                  </a:lnTo>
                  <a:lnTo>
                    <a:pt x="36741" y="208584"/>
                  </a:lnTo>
                  <a:lnTo>
                    <a:pt x="36741" y="36830"/>
                  </a:lnTo>
                  <a:lnTo>
                    <a:pt x="185204" y="36830"/>
                  </a:lnTo>
                  <a:lnTo>
                    <a:pt x="185204" y="0"/>
                  </a:lnTo>
                  <a:lnTo>
                    <a:pt x="0" y="0"/>
                  </a:lnTo>
                  <a:lnTo>
                    <a:pt x="0" y="36830"/>
                  </a:lnTo>
                  <a:lnTo>
                    <a:pt x="0" y="570230"/>
                  </a:lnTo>
                  <a:lnTo>
                    <a:pt x="0" y="605790"/>
                  </a:lnTo>
                  <a:lnTo>
                    <a:pt x="397929" y="605790"/>
                  </a:lnTo>
                  <a:lnTo>
                    <a:pt x="397929" y="570230"/>
                  </a:lnTo>
                  <a:lnTo>
                    <a:pt x="212750" y="570230"/>
                  </a:lnTo>
                  <a:lnTo>
                    <a:pt x="212750" y="425856"/>
                  </a:lnTo>
                  <a:lnTo>
                    <a:pt x="361213" y="425856"/>
                  </a:lnTo>
                  <a:lnTo>
                    <a:pt x="361213" y="569658"/>
                  </a:lnTo>
                  <a:lnTo>
                    <a:pt x="397929" y="569658"/>
                  </a:lnTo>
                  <a:lnTo>
                    <a:pt x="397929" y="36830"/>
                  </a:lnTo>
                  <a:lnTo>
                    <a:pt x="397929" y="36258"/>
                  </a:lnTo>
                  <a:lnTo>
                    <a:pt x="397929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6708476" y="8558179"/>
              <a:ext cx="361315" cy="570230"/>
            </a:xfrm>
            <a:custGeom>
              <a:avLst/>
              <a:gdLst/>
              <a:ahLst/>
              <a:cxnLst/>
              <a:rect l="l" t="t" r="r" b="b"/>
              <a:pathLst>
                <a:path w="361315" h="570229">
                  <a:moveTo>
                    <a:pt x="361193" y="0"/>
                  </a:moveTo>
                  <a:lnTo>
                    <a:pt x="0" y="0"/>
                  </a:lnTo>
                  <a:lnTo>
                    <a:pt x="0" y="570118"/>
                  </a:lnTo>
                  <a:lnTo>
                    <a:pt x="361193" y="570118"/>
                  </a:lnTo>
                  <a:lnTo>
                    <a:pt x="361193" y="0"/>
                  </a:lnTo>
                  <a:close/>
                </a:path>
              </a:pathLst>
            </a:custGeom>
            <a:solidFill>
              <a:srgbClr val="D5F4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6686664" y="8539956"/>
              <a:ext cx="398145" cy="607060"/>
            </a:xfrm>
            <a:custGeom>
              <a:avLst/>
              <a:gdLst/>
              <a:ahLst/>
              <a:cxnLst/>
              <a:rect l="l" t="t" r="r" b="b"/>
              <a:pathLst>
                <a:path w="398145" h="607059">
                  <a:moveTo>
                    <a:pt x="397916" y="0"/>
                  </a:moveTo>
                  <a:lnTo>
                    <a:pt x="361188" y="0"/>
                  </a:lnTo>
                  <a:lnTo>
                    <a:pt x="361188" y="36830"/>
                  </a:lnTo>
                  <a:lnTo>
                    <a:pt x="361188" y="208902"/>
                  </a:lnTo>
                  <a:lnTo>
                    <a:pt x="361188" y="236448"/>
                  </a:lnTo>
                  <a:lnTo>
                    <a:pt x="361188" y="398627"/>
                  </a:lnTo>
                  <a:lnTo>
                    <a:pt x="212737" y="398627"/>
                  </a:lnTo>
                  <a:lnTo>
                    <a:pt x="212737" y="236448"/>
                  </a:lnTo>
                  <a:lnTo>
                    <a:pt x="361188" y="236448"/>
                  </a:lnTo>
                  <a:lnTo>
                    <a:pt x="361188" y="208902"/>
                  </a:lnTo>
                  <a:lnTo>
                    <a:pt x="212737" y="208902"/>
                  </a:lnTo>
                  <a:lnTo>
                    <a:pt x="212737" y="36830"/>
                  </a:lnTo>
                  <a:lnTo>
                    <a:pt x="361188" y="36830"/>
                  </a:lnTo>
                  <a:lnTo>
                    <a:pt x="361188" y="0"/>
                  </a:lnTo>
                  <a:lnTo>
                    <a:pt x="185178" y="0"/>
                  </a:lnTo>
                  <a:lnTo>
                    <a:pt x="185178" y="36830"/>
                  </a:lnTo>
                  <a:lnTo>
                    <a:pt x="185178" y="208902"/>
                  </a:lnTo>
                  <a:lnTo>
                    <a:pt x="185178" y="236448"/>
                  </a:lnTo>
                  <a:lnTo>
                    <a:pt x="185178" y="398627"/>
                  </a:lnTo>
                  <a:lnTo>
                    <a:pt x="185178" y="426173"/>
                  </a:lnTo>
                  <a:lnTo>
                    <a:pt x="185178" y="570230"/>
                  </a:lnTo>
                  <a:lnTo>
                    <a:pt x="36728" y="570230"/>
                  </a:lnTo>
                  <a:lnTo>
                    <a:pt x="36728" y="426173"/>
                  </a:lnTo>
                  <a:lnTo>
                    <a:pt x="185178" y="426173"/>
                  </a:lnTo>
                  <a:lnTo>
                    <a:pt x="185178" y="398627"/>
                  </a:lnTo>
                  <a:lnTo>
                    <a:pt x="36728" y="398627"/>
                  </a:lnTo>
                  <a:lnTo>
                    <a:pt x="36728" y="236448"/>
                  </a:lnTo>
                  <a:lnTo>
                    <a:pt x="185178" y="236448"/>
                  </a:lnTo>
                  <a:lnTo>
                    <a:pt x="185178" y="208902"/>
                  </a:lnTo>
                  <a:lnTo>
                    <a:pt x="36728" y="208902"/>
                  </a:lnTo>
                  <a:lnTo>
                    <a:pt x="36728" y="36830"/>
                  </a:lnTo>
                  <a:lnTo>
                    <a:pt x="185178" y="36830"/>
                  </a:lnTo>
                  <a:lnTo>
                    <a:pt x="185178" y="0"/>
                  </a:lnTo>
                  <a:lnTo>
                    <a:pt x="0" y="0"/>
                  </a:lnTo>
                  <a:lnTo>
                    <a:pt x="0" y="36830"/>
                  </a:lnTo>
                  <a:lnTo>
                    <a:pt x="0" y="570230"/>
                  </a:lnTo>
                  <a:lnTo>
                    <a:pt x="0" y="607060"/>
                  </a:lnTo>
                  <a:lnTo>
                    <a:pt x="397916" y="607060"/>
                  </a:lnTo>
                  <a:lnTo>
                    <a:pt x="397916" y="570230"/>
                  </a:lnTo>
                  <a:lnTo>
                    <a:pt x="212737" y="570230"/>
                  </a:lnTo>
                  <a:lnTo>
                    <a:pt x="212737" y="426173"/>
                  </a:lnTo>
                  <a:lnTo>
                    <a:pt x="361188" y="426173"/>
                  </a:lnTo>
                  <a:lnTo>
                    <a:pt x="361188" y="569988"/>
                  </a:lnTo>
                  <a:lnTo>
                    <a:pt x="397916" y="569988"/>
                  </a:lnTo>
                  <a:lnTo>
                    <a:pt x="397916" y="36830"/>
                  </a:lnTo>
                  <a:lnTo>
                    <a:pt x="397916" y="36601"/>
                  </a:lnTo>
                  <a:lnTo>
                    <a:pt x="397916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8460098" y="7350111"/>
              <a:ext cx="5645150" cy="198755"/>
            </a:xfrm>
            <a:custGeom>
              <a:avLst/>
              <a:gdLst/>
              <a:ahLst/>
              <a:cxnLst/>
              <a:rect l="l" t="t" r="r" b="b"/>
              <a:pathLst>
                <a:path w="5645150" h="198754">
                  <a:moveTo>
                    <a:pt x="5645095" y="0"/>
                  </a:moveTo>
                  <a:lnTo>
                    <a:pt x="0" y="0"/>
                  </a:lnTo>
                  <a:lnTo>
                    <a:pt x="0" y="198664"/>
                  </a:lnTo>
                  <a:lnTo>
                    <a:pt x="5645095" y="198664"/>
                  </a:lnTo>
                  <a:lnTo>
                    <a:pt x="5645095" y="0"/>
                  </a:lnTo>
                  <a:close/>
                </a:path>
              </a:pathLst>
            </a:custGeom>
            <a:solidFill>
              <a:srgbClr val="CEED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1039635" y="9932099"/>
              <a:ext cx="18025110" cy="48260"/>
            </a:xfrm>
            <a:custGeom>
              <a:avLst/>
              <a:gdLst/>
              <a:ahLst/>
              <a:cxnLst/>
              <a:rect l="l" t="t" r="r" b="b"/>
              <a:pathLst>
                <a:path w="18025110" h="48259">
                  <a:moveTo>
                    <a:pt x="18000928" y="0"/>
                  </a:moveTo>
                  <a:lnTo>
                    <a:pt x="23905" y="0"/>
                  </a:lnTo>
                  <a:lnTo>
                    <a:pt x="14621" y="1885"/>
                  </a:lnTo>
                  <a:lnTo>
                    <a:pt x="7020" y="7020"/>
                  </a:lnTo>
                  <a:lnTo>
                    <a:pt x="1885" y="14621"/>
                  </a:lnTo>
                  <a:lnTo>
                    <a:pt x="0" y="23905"/>
                  </a:lnTo>
                  <a:lnTo>
                    <a:pt x="1887" y="33188"/>
                  </a:lnTo>
                  <a:lnTo>
                    <a:pt x="7025" y="40789"/>
                  </a:lnTo>
                  <a:lnTo>
                    <a:pt x="14630" y="45924"/>
                  </a:lnTo>
                  <a:lnTo>
                    <a:pt x="23915" y="47810"/>
                  </a:lnTo>
                  <a:lnTo>
                    <a:pt x="18000917" y="47810"/>
                  </a:lnTo>
                  <a:lnTo>
                    <a:pt x="18010201" y="45924"/>
                  </a:lnTo>
                  <a:lnTo>
                    <a:pt x="18017802" y="40789"/>
                  </a:lnTo>
                  <a:lnTo>
                    <a:pt x="18022937" y="33188"/>
                  </a:lnTo>
                  <a:lnTo>
                    <a:pt x="18024822" y="23905"/>
                  </a:lnTo>
                  <a:lnTo>
                    <a:pt x="18022937" y="14621"/>
                  </a:lnTo>
                  <a:lnTo>
                    <a:pt x="18017803" y="7020"/>
                  </a:lnTo>
                  <a:lnTo>
                    <a:pt x="18010205" y="1885"/>
                  </a:lnTo>
                  <a:lnTo>
                    <a:pt x="18000928" y="0"/>
                  </a:lnTo>
                  <a:close/>
                </a:path>
              </a:pathLst>
            </a:custGeom>
            <a:solidFill>
              <a:srgbClr val="40477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8" name="object 8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88806" y="7172693"/>
              <a:ext cx="2092666" cy="2776430"/>
            </a:xfrm>
            <a:prstGeom prst="rect">
              <a:avLst/>
            </a:prstGeom>
          </p:spPr>
        </p:pic>
        <p:pic>
          <p:nvPicPr>
            <p:cNvPr id="89" name="object 8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67627" y="7427592"/>
              <a:ext cx="1491591" cy="2518879"/>
            </a:xfrm>
            <a:prstGeom prst="rect">
              <a:avLst/>
            </a:prstGeom>
          </p:spPr>
        </p:pic>
      </p:grpSp>
      <p:graphicFrame>
        <p:nvGraphicFramePr>
          <p:cNvPr id="90" name="object 90" descr=""/>
          <p:cNvGraphicFramePr>
            <a:graphicFrameLocks noGrp="1"/>
          </p:cNvGraphicFramePr>
          <p:nvPr/>
        </p:nvGraphicFramePr>
        <p:xfrm>
          <a:off x="5643744" y="8539956"/>
          <a:ext cx="398145" cy="568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340"/>
                <a:gridCol w="180340"/>
              </a:tblGrid>
              <a:tr h="2038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5F4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5F4FF">
                        <a:alpha val="50000"/>
                      </a:srgbClr>
                    </a:solidFill>
                  </a:tcPr>
                </a:tc>
              </a:tr>
              <a:tr h="1892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5F4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5F4FF">
                        <a:alpha val="50000"/>
                      </a:srgbClr>
                    </a:solidFill>
                  </a:tcPr>
                </a:tc>
              </a:tr>
              <a:tr h="1758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5F4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5F4FF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1" name="object 91" descr=""/>
          <p:cNvGraphicFramePr>
            <a:graphicFrameLocks noGrp="1"/>
          </p:cNvGraphicFramePr>
          <p:nvPr/>
        </p:nvGraphicFramePr>
        <p:xfrm>
          <a:off x="7729586" y="8539956"/>
          <a:ext cx="398145" cy="568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340"/>
                <a:gridCol w="180340"/>
              </a:tblGrid>
              <a:tr h="2038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5F4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5F4FF">
                        <a:alpha val="50000"/>
                      </a:srgbClr>
                    </a:solidFill>
                  </a:tcPr>
                </a:tc>
              </a:tr>
              <a:tr h="1892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5F4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5F4FF">
                        <a:alpha val="50000"/>
                      </a:srgbClr>
                    </a:solidFill>
                  </a:tcPr>
                </a:tc>
              </a:tr>
              <a:tr h="1758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5F4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5F4FF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2" name="object 92" descr=""/>
          <p:cNvSpPr txBox="1"/>
          <p:nvPr/>
        </p:nvSpPr>
        <p:spPr>
          <a:xfrm>
            <a:off x="624158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3871"/>
            <a:ext cx="20104100" cy="8526780"/>
            <a:chOff x="0" y="3871"/>
            <a:chExt cx="20104100" cy="852678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871"/>
              <a:ext cx="20104099" cy="659129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0" y="4555067"/>
              <a:ext cx="20104100" cy="3975100"/>
            </a:xfrm>
            <a:custGeom>
              <a:avLst/>
              <a:gdLst/>
              <a:ahLst/>
              <a:cxnLst/>
              <a:rect l="l" t="t" r="r" b="b"/>
              <a:pathLst>
                <a:path w="20104100" h="3975100">
                  <a:moveTo>
                    <a:pt x="131668" y="0"/>
                  </a:moveTo>
                  <a:lnTo>
                    <a:pt x="0" y="0"/>
                  </a:lnTo>
                  <a:lnTo>
                    <a:pt x="0" y="3975100"/>
                  </a:lnTo>
                  <a:lnTo>
                    <a:pt x="20104099" y="3975100"/>
                  </a:lnTo>
                  <a:lnTo>
                    <a:pt x="20104099" y="2044700"/>
                  </a:lnTo>
                  <a:lnTo>
                    <a:pt x="9007757" y="2044700"/>
                  </a:lnTo>
                  <a:lnTo>
                    <a:pt x="8597937" y="2032000"/>
                  </a:lnTo>
                  <a:lnTo>
                    <a:pt x="8586792" y="2019300"/>
                  </a:lnTo>
                  <a:lnTo>
                    <a:pt x="8032373" y="2019300"/>
                  </a:lnTo>
                  <a:lnTo>
                    <a:pt x="7160033" y="1993900"/>
                  </a:lnTo>
                  <a:lnTo>
                    <a:pt x="7141372" y="1943100"/>
                  </a:lnTo>
                  <a:lnTo>
                    <a:pt x="7133524" y="1930400"/>
                  </a:lnTo>
                  <a:lnTo>
                    <a:pt x="5907956" y="1930400"/>
                  </a:lnTo>
                  <a:lnTo>
                    <a:pt x="5882622" y="1892300"/>
                  </a:lnTo>
                  <a:lnTo>
                    <a:pt x="5851483" y="1854200"/>
                  </a:lnTo>
                  <a:lnTo>
                    <a:pt x="5815181" y="1828800"/>
                  </a:lnTo>
                  <a:lnTo>
                    <a:pt x="5774358" y="1803400"/>
                  </a:lnTo>
                  <a:lnTo>
                    <a:pt x="5729656" y="1778000"/>
                  </a:lnTo>
                  <a:lnTo>
                    <a:pt x="5681715" y="1765300"/>
                  </a:lnTo>
                  <a:lnTo>
                    <a:pt x="5610227" y="1765300"/>
                  </a:lnTo>
                  <a:lnTo>
                    <a:pt x="5619244" y="1727200"/>
                  </a:lnTo>
                  <a:lnTo>
                    <a:pt x="5625808" y="1701800"/>
                  </a:lnTo>
                  <a:lnTo>
                    <a:pt x="5629820" y="1663700"/>
                  </a:lnTo>
                  <a:lnTo>
                    <a:pt x="5631179" y="1625600"/>
                  </a:lnTo>
                  <a:lnTo>
                    <a:pt x="5628842" y="1574800"/>
                  </a:lnTo>
                  <a:lnTo>
                    <a:pt x="5621982" y="1536700"/>
                  </a:lnTo>
                  <a:lnTo>
                    <a:pt x="5610826" y="1485900"/>
                  </a:lnTo>
                  <a:lnTo>
                    <a:pt x="5595603" y="1447800"/>
                  </a:lnTo>
                  <a:lnTo>
                    <a:pt x="5576539" y="1409700"/>
                  </a:lnTo>
                  <a:lnTo>
                    <a:pt x="5553863" y="1371600"/>
                  </a:lnTo>
                  <a:lnTo>
                    <a:pt x="5527802" y="1333500"/>
                  </a:lnTo>
                  <a:lnTo>
                    <a:pt x="3191086" y="1333500"/>
                  </a:lnTo>
                  <a:lnTo>
                    <a:pt x="3157676" y="1320800"/>
                  </a:lnTo>
                  <a:lnTo>
                    <a:pt x="2945010" y="1320800"/>
                  </a:lnTo>
                  <a:lnTo>
                    <a:pt x="2931497" y="1270000"/>
                  </a:lnTo>
                  <a:lnTo>
                    <a:pt x="2913648" y="1231900"/>
                  </a:lnTo>
                  <a:lnTo>
                    <a:pt x="2891724" y="1193800"/>
                  </a:lnTo>
                  <a:lnTo>
                    <a:pt x="2865983" y="1155700"/>
                  </a:lnTo>
                  <a:lnTo>
                    <a:pt x="2836686" y="1117600"/>
                  </a:lnTo>
                  <a:lnTo>
                    <a:pt x="2804094" y="1092200"/>
                  </a:lnTo>
                  <a:lnTo>
                    <a:pt x="2768466" y="1054100"/>
                  </a:lnTo>
                  <a:lnTo>
                    <a:pt x="2256717" y="1054100"/>
                  </a:lnTo>
                  <a:lnTo>
                    <a:pt x="2260356" y="1028700"/>
                  </a:lnTo>
                  <a:lnTo>
                    <a:pt x="2262991" y="1016000"/>
                  </a:lnTo>
                  <a:lnTo>
                    <a:pt x="2264594" y="990600"/>
                  </a:lnTo>
                  <a:lnTo>
                    <a:pt x="2261107" y="927100"/>
                  </a:lnTo>
                  <a:lnTo>
                    <a:pt x="2249430" y="876300"/>
                  </a:lnTo>
                  <a:lnTo>
                    <a:pt x="2230714" y="825500"/>
                  </a:lnTo>
                  <a:lnTo>
                    <a:pt x="2205572" y="787400"/>
                  </a:lnTo>
                  <a:lnTo>
                    <a:pt x="2174614" y="749300"/>
                  </a:lnTo>
                  <a:lnTo>
                    <a:pt x="2185314" y="711200"/>
                  </a:lnTo>
                  <a:lnTo>
                    <a:pt x="2193151" y="685800"/>
                  </a:lnTo>
                  <a:lnTo>
                    <a:pt x="2197968" y="660400"/>
                  </a:lnTo>
                  <a:lnTo>
                    <a:pt x="2199608" y="622300"/>
                  </a:lnTo>
                  <a:lnTo>
                    <a:pt x="2196020" y="571500"/>
                  </a:lnTo>
                  <a:lnTo>
                    <a:pt x="2185594" y="533400"/>
                  </a:lnTo>
                  <a:lnTo>
                    <a:pt x="2168844" y="495300"/>
                  </a:lnTo>
                  <a:lnTo>
                    <a:pt x="2146281" y="457200"/>
                  </a:lnTo>
                  <a:lnTo>
                    <a:pt x="906726" y="457200"/>
                  </a:lnTo>
                  <a:lnTo>
                    <a:pt x="870496" y="419100"/>
                  </a:lnTo>
                  <a:lnTo>
                    <a:pt x="830831" y="393700"/>
                  </a:lnTo>
                  <a:lnTo>
                    <a:pt x="567983" y="393700"/>
                  </a:lnTo>
                  <a:lnTo>
                    <a:pt x="550606" y="355600"/>
                  </a:lnTo>
                  <a:lnTo>
                    <a:pt x="529919" y="304800"/>
                  </a:lnTo>
                  <a:lnTo>
                    <a:pt x="506090" y="266700"/>
                  </a:lnTo>
                  <a:lnTo>
                    <a:pt x="479286" y="228600"/>
                  </a:lnTo>
                  <a:lnTo>
                    <a:pt x="449672" y="190500"/>
                  </a:lnTo>
                  <a:lnTo>
                    <a:pt x="417417" y="152400"/>
                  </a:lnTo>
                  <a:lnTo>
                    <a:pt x="382686" y="127000"/>
                  </a:lnTo>
                  <a:lnTo>
                    <a:pt x="345647" y="88900"/>
                  </a:lnTo>
                  <a:lnTo>
                    <a:pt x="306466" y="63500"/>
                  </a:lnTo>
                  <a:lnTo>
                    <a:pt x="265311" y="50800"/>
                  </a:lnTo>
                  <a:lnTo>
                    <a:pt x="222349" y="25400"/>
                  </a:lnTo>
                  <a:lnTo>
                    <a:pt x="131668" y="0"/>
                  </a:lnTo>
                  <a:close/>
                </a:path>
                <a:path w="20104100" h="3975100">
                  <a:moveTo>
                    <a:pt x="9193392" y="1993900"/>
                  </a:moveTo>
                  <a:lnTo>
                    <a:pt x="9114692" y="1993900"/>
                  </a:lnTo>
                  <a:lnTo>
                    <a:pt x="9077097" y="2006600"/>
                  </a:lnTo>
                  <a:lnTo>
                    <a:pt x="9041121" y="2019300"/>
                  </a:lnTo>
                  <a:lnTo>
                    <a:pt x="9007757" y="2044700"/>
                  </a:lnTo>
                  <a:lnTo>
                    <a:pt x="9302104" y="2044700"/>
                  </a:lnTo>
                  <a:lnTo>
                    <a:pt x="9267611" y="2019300"/>
                  </a:lnTo>
                  <a:lnTo>
                    <a:pt x="9231499" y="2006600"/>
                  </a:lnTo>
                  <a:lnTo>
                    <a:pt x="9193392" y="1993900"/>
                  </a:lnTo>
                  <a:close/>
                </a:path>
                <a:path w="20104100" h="3975100">
                  <a:moveTo>
                    <a:pt x="9617552" y="1854200"/>
                  </a:moveTo>
                  <a:lnTo>
                    <a:pt x="9592074" y="1854200"/>
                  </a:lnTo>
                  <a:lnTo>
                    <a:pt x="9543314" y="1866900"/>
                  </a:lnTo>
                  <a:lnTo>
                    <a:pt x="9496986" y="1879600"/>
                  </a:lnTo>
                  <a:lnTo>
                    <a:pt x="9453680" y="1892300"/>
                  </a:lnTo>
                  <a:lnTo>
                    <a:pt x="9413987" y="1930400"/>
                  </a:lnTo>
                  <a:lnTo>
                    <a:pt x="9378496" y="1955800"/>
                  </a:lnTo>
                  <a:lnTo>
                    <a:pt x="9347797" y="2006600"/>
                  </a:lnTo>
                  <a:lnTo>
                    <a:pt x="9322481" y="2044700"/>
                  </a:lnTo>
                  <a:lnTo>
                    <a:pt x="20104099" y="2044700"/>
                  </a:lnTo>
                  <a:lnTo>
                    <a:pt x="20104099" y="1930400"/>
                  </a:lnTo>
                  <a:lnTo>
                    <a:pt x="19470957" y="1930400"/>
                  </a:lnTo>
                  <a:lnTo>
                    <a:pt x="19444169" y="1892300"/>
                  </a:lnTo>
                  <a:lnTo>
                    <a:pt x="19433193" y="1879600"/>
                  </a:lnTo>
                  <a:lnTo>
                    <a:pt x="9690229" y="1879600"/>
                  </a:lnTo>
                  <a:lnTo>
                    <a:pt x="9666712" y="1866900"/>
                  </a:lnTo>
                  <a:lnTo>
                    <a:pt x="9642459" y="1866900"/>
                  </a:lnTo>
                  <a:lnTo>
                    <a:pt x="9617552" y="1854200"/>
                  </a:lnTo>
                  <a:close/>
                </a:path>
                <a:path w="20104100" h="3975100">
                  <a:moveTo>
                    <a:pt x="8356380" y="1892300"/>
                  </a:moveTo>
                  <a:lnTo>
                    <a:pt x="8256323" y="1892300"/>
                  </a:lnTo>
                  <a:lnTo>
                    <a:pt x="8205933" y="1905000"/>
                  </a:lnTo>
                  <a:lnTo>
                    <a:pt x="8157936" y="1917700"/>
                  </a:lnTo>
                  <a:lnTo>
                    <a:pt x="8112739" y="1943100"/>
                  </a:lnTo>
                  <a:lnTo>
                    <a:pt x="8070749" y="1981200"/>
                  </a:lnTo>
                  <a:lnTo>
                    <a:pt x="8032373" y="2019300"/>
                  </a:lnTo>
                  <a:lnTo>
                    <a:pt x="8586792" y="2019300"/>
                  </a:lnTo>
                  <a:lnTo>
                    <a:pt x="8527929" y="1955800"/>
                  </a:lnTo>
                  <a:lnTo>
                    <a:pt x="8488526" y="1930400"/>
                  </a:lnTo>
                  <a:lnTo>
                    <a:pt x="8446598" y="1917700"/>
                  </a:lnTo>
                  <a:lnTo>
                    <a:pt x="8402447" y="1905000"/>
                  </a:lnTo>
                  <a:lnTo>
                    <a:pt x="8356380" y="1892300"/>
                  </a:lnTo>
                  <a:close/>
                </a:path>
                <a:path w="20104100" h="3975100">
                  <a:moveTo>
                    <a:pt x="6364436" y="1676400"/>
                  </a:moveTo>
                  <a:lnTo>
                    <a:pt x="6267312" y="1676400"/>
                  </a:lnTo>
                  <a:lnTo>
                    <a:pt x="6220514" y="1689100"/>
                  </a:lnTo>
                  <a:lnTo>
                    <a:pt x="6175440" y="1701800"/>
                  </a:lnTo>
                  <a:lnTo>
                    <a:pt x="6132350" y="1714500"/>
                  </a:lnTo>
                  <a:lnTo>
                    <a:pt x="6091501" y="1739900"/>
                  </a:lnTo>
                  <a:lnTo>
                    <a:pt x="6053153" y="1765300"/>
                  </a:lnTo>
                  <a:lnTo>
                    <a:pt x="6017563" y="1790700"/>
                  </a:lnTo>
                  <a:lnTo>
                    <a:pt x="5984990" y="1816100"/>
                  </a:lnTo>
                  <a:lnTo>
                    <a:pt x="5955692" y="1854200"/>
                  </a:lnTo>
                  <a:lnTo>
                    <a:pt x="5929928" y="1892300"/>
                  </a:lnTo>
                  <a:lnTo>
                    <a:pt x="5907956" y="1930400"/>
                  </a:lnTo>
                  <a:lnTo>
                    <a:pt x="7133524" y="1930400"/>
                  </a:lnTo>
                  <a:lnTo>
                    <a:pt x="7117828" y="1905000"/>
                  </a:lnTo>
                  <a:lnTo>
                    <a:pt x="7089824" y="1866900"/>
                  </a:lnTo>
                  <a:lnTo>
                    <a:pt x="7057782" y="1828800"/>
                  </a:lnTo>
                  <a:lnTo>
                    <a:pt x="6649253" y="1828800"/>
                  </a:lnTo>
                  <a:lnTo>
                    <a:pt x="6616570" y="1790700"/>
                  </a:lnTo>
                  <a:lnTo>
                    <a:pt x="6580772" y="1765300"/>
                  </a:lnTo>
                  <a:lnTo>
                    <a:pt x="6542126" y="1739900"/>
                  </a:lnTo>
                  <a:lnTo>
                    <a:pt x="6500902" y="1714500"/>
                  </a:lnTo>
                  <a:lnTo>
                    <a:pt x="6457366" y="1701800"/>
                  </a:lnTo>
                  <a:lnTo>
                    <a:pt x="6411788" y="1689100"/>
                  </a:lnTo>
                  <a:lnTo>
                    <a:pt x="6364436" y="1676400"/>
                  </a:lnTo>
                  <a:close/>
                </a:path>
                <a:path w="20104100" h="3975100">
                  <a:moveTo>
                    <a:pt x="19949511" y="1676400"/>
                  </a:moveTo>
                  <a:lnTo>
                    <a:pt x="19850942" y="1676400"/>
                  </a:lnTo>
                  <a:lnTo>
                    <a:pt x="19753793" y="1701800"/>
                  </a:lnTo>
                  <a:lnTo>
                    <a:pt x="19708228" y="1714500"/>
                  </a:lnTo>
                  <a:lnTo>
                    <a:pt x="19665034" y="1739900"/>
                  </a:lnTo>
                  <a:lnTo>
                    <a:pt x="19624484" y="1765300"/>
                  </a:lnTo>
                  <a:lnTo>
                    <a:pt x="19586851" y="1790700"/>
                  </a:lnTo>
                  <a:lnTo>
                    <a:pt x="19552408" y="1816100"/>
                  </a:lnTo>
                  <a:lnTo>
                    <a:pt x="19521430" y="1854200"/>
                  </a:lnTo>
                  <a:lnTo>
                    <a:pt x="19494188" y="1892300"/>
                  </a:lnTo>
                  <a:lnTo>
                    <a:pt x="19470957" y="1930400"/>
                  </a:lnTo>
                  <a:lnTo>
                    <a:pt x="20104099" y="1930400"/>
                  </a:lnTo>
                  <a:lnTo>
                    <a:pt x="20104099" y="1714500"/>
                  </a:lnTo>
                  <a:lnTo>
                    <a:pt x="20083240" y="1714500"/>
                  </a:lnTo>
                  <a:lnTo>
                    <a:pt x="20040357" y="1701800"/>
                  </a:lnTo>
                  <a:lnTo>
                    <a:pt x="19949511" y="1676400"/>
                  </a:lnTo>
                  <a:close/>
                </a:path>
                <a:path w="20104100" h="3975100">
                  <a:moveTo>
                    <a:pt x="10047707" y="1384300"/>
                  </a:moveTo>
                  <a:lnTo>
                    <a:pt x="9930574" y="1384300"/>
                  </a:lnTo>
                  <a:lnTo>
                    <a:pt x="9887189" y="1397000"/>
                  </a:lnTo>
                  <a:lnTo>
                    <a:pt x="9846349" y="1409700"/>
                  </a:lnTo>
                  <a:lnTo>
                    <a:pt x="9808533" y="1435100"/>
                  </a:lnTo>
                  <a:lnTo>
                    <a:pt x="9774214" y="1473200"/>
                  </a:lnTo>
                  <a:lnTo>
                    <a:pt x="9743870" y="1511300"/>
                  </a:lnTo>
                  <a:lnTo>
                    <a:pt x="9717976" y="1549400"/>
                  </a:lnTo>
                  <a:lnTo>
                    <a:pt x="9697008" y="1587500"/>
                  </a:lnTo>
                  <a:lnTo>
                    <a:pt x="9681442" y="1638300"/>
                  </a:lnTo>
                  <a:lnTo>
                    <a:pt x="9671753" y="1689100"/>
                  </a:lnTo>
                  <a:lnTo>
                    <a:pt x="9668418" y="1739900"/>
                  </a:lnTo>
                  <a:lnTo>
                    <a:pt x="9669848" y="1778000"/>
                  </a:lnTo>
                  <a:lnTo>
                    <a:pt x="9674050" y="1816100"/>
                  </a:lnTo>
                  <a:lnTo>
                    <a:pt x="9680888" y="1841500"/>
                  </a:lnTo>
                  <a:lnTo>
                    <a:pt x="9690229" y="1879600"/>
                  </a:lnTo>
                  <a:lnTo>
                    <a:pt x="19433193" y="1879600"/>
                  </a:lnTo>
                  <a:lnTo>
                    <a:pt x="19411241" y="1854200"/>
                  </a:lnTo>
                  <a:lnTo>
                    <a:pt x="19372854" y="1828800"/>
                  </a:lnTo>
                  <a:lnTo>
                    <a:pt x="19329687" y="1803400"/>
                  </a:lnTo>
                  <a:lnTo>
                    <a:pt x="19282418" y="1778000"/>
                  </a:lnTo>
                  <a:lnTo>
                    <a:pt x="19231728" y="1765300"/>
                  </a:lnTo>
                  <a:lnTo>
                    <a:pt x="19156139" y="1765300"/>
                  </a:lnTo>
                  <a:lnTo>
                    <a:pt x="19165671" y="1727200"/>
                  </a:lnTo>
                  <a:lnTo>
                    <a:pt x="19172613" y="1701800"/>
                  </a:lnTo>
                  <a:lnTo>
                    <a:pt x="19176857" y="1663700"/>
                  </a:lnTo>
                  <a:lnTo>
                    <a:pt x="19178296" y="1625600"/>
                  </a:lnTo>
                  <a:lnTo>
                    <a:pt x="19175824" y="1574800"/>
                  </a:lnTo>
                  <a:lnTo>
                    <a:pt x="19168569" y="1536700"/>
                  </a:lnTo>
                  <a:lnTo>
                    <a:pt x="19156773" y="1485900"/>
                  </a:lnTo>
                  <a:lnTo>
                    <a:pt x="19140674" y="1447800"/>
                  </a:lnTo>
                  <a:lnTo>
                    <a:pt x="19127235" y="1422400"/>
                  </a:lnTo>
                  <a:lnTo>
                    <a:pt x="10113367" y="1422400"/>
                  </a:lnTo>
                  <a:lnTo>
                    <a:pt x="10081410" y="1397000"/>
                  </a:lnTo>
                  <a:lnTo>
                    <a:pt x="10047707" y="1384300"/>
                  </a:lnTo>
                  <a:close/>
                </a:path>
                <a:path w="20104100" h="3975100">
                  <a:moveTo>
                    <a:pt x="6941635" y="1752600"/>
                  </a:moveTo>
                  <a:lnTo>
                    <a:pt x="6763632" y="1752600"/>
                  </a:lnTo>
                  <a:lnTo>
                    <a:pt x="6722742" y="1778000"/>
                  </a:lnTo>
                  <a:lnTo>
                    <a:pt x="6684484" y="1790700"/>
                  </a:lnTo>
                  <a:lnTo>
                    <a:pt x="6649253" y="1828800"/>
                  </a:lnTo>
                  <a:lnTo>
                    <a:pt x="7057782" y="1828800"/>
                  </a:lnTo>
                  <a:lnTo>
                    <a:pt x="7022121" y="1803400"/>
                  </a:lnTo>
                  <a:lnTo>
                    <a:pt x="6983265" y="1778000"/>
                  </a:lnTo>
                  <a:lnTo>
                    <a:pt x="6941635" y="1752600"/>
                  </a:lnTo>
                  <a:close/>
                </a:path>
                <a:path w="20104100" h="3975100">
                  <a:moveTo>
                    <a:pt x="6851739" y="1739900"/>
                  </a:moveTo>
                  <a:lnTo>
                    <a:pt x="6806763" y="1752600"/>
                  </a:lnTo>
                  <a:lnTo>
                    <a:pt x="6897653" y="1752600"/>
                  </a:lnTo>
                  <a:lnTo>
                    <a:pt x="6851739" y="1739900"/>
                  </a:lnTo>
                  <a:close/>
                </a:path>
                <a:path w="20104100" h="3975100">
                  <a:moveTo>
                    <a:pt x="10400488" y="1270000"/>
                  </a:moveTo>
                  <a:lnTo>
                    <a:pt x="10359978" y="1270000"/>
                  </a:lnTo>
                  <a:lnTo>
                    <a:pt x="10310557" y="1282700"/>
                  </a:lnTo>
                  <a:lnTo>
                    <a:pt x="10263645" y="1295400"/>
                  </a:lnTo>
                  <a:lnTo>
                    <a:pt x="10219855" y="1308100"/>
                  </a:lnTo>
                  <a:lnTo>
                    <a:pt x="10179803" y="1346200"/>
                  </a:lnTo>
                  <a:lnTo>
                    <a:pt x="10144102" y="1371600"/>
                  </a:lnTo>
                  <a:lnTo>
                    <a:pt x="10113367" y="1422400"/>
                  </a:lnTo>
                  <a:lnTo>
                    <a:pt x="19127235" y="1422400"/>
                  </a:lnTo>
                  <a:lnTo>
                    <a:pt x="19120515" y="1409700"/>
                  </a:lnTo>
                  <a:lnTo>
                    <a:pt x="19096536" y="1371600"/>
                  </a:lnTo>
                  <a:lnTo>
                    <a:pt x="19068977" y="1333500"/>
                  </a:lnTo>
                  <a:lnTo>
                    <a:pt x="16598102" y="1333500"/>
                  </a:lnTo>
                  <a:lnTo>
                    <a:pt x="16562769" y="1320800"/>
                  </a:lnTo>
                  <a:lnTo>
                    <a:pt x="10511104" y="1320800"/>
                  </a:lnTo>
                  <a:lnTo>
                    <a:pt x="10476384" y="1295400"/>
                  </a:lnTo>
                  <a:lnTo>
                    <a:pt x="10439401" y="1282700"/>
                  </a:lnTo>
                  <a:lnTo>
                    <a:pt x="10400488" y="1270000"/>
                  </a:lnTo>
                  <a:close/>
                </a:path>
                <a:path w="20104100" h="3975100">
                  <a:moveTo>
                    <a:pt x="3687139" y="927100"/>
                  </a:moveTo>
                  <a:lnTo>
                    <a:pt x="3592128" y="927100"/>
                  </a:lnTo>
                  <a:lnTo>
                    <a:pt x="3543245" y="939800"/>
                  </a:lnTo>
                  <a:lnTo>
                    <a:pt x="3496281" y="952500"/>
                  </a:lnTo>
                  <a:lnTo>
                    <a:pt x="3451530" y="965200"/>
                  </a:lnTo>
                  <a:lnTo>
                    <a:pt x="3409291" y="990600"/>
                  </a:lnTo>
                  <a:lnTo>
                    <a:pt x="3369860" y="1016000"/>
                  </a:lnTo>
                  <a:lnTo>
                    <a:pt x="3333533" y="1041400"/>
                  </a:lnTo>
                  <a:lnTo>
                    <a:pt x="3300608" y="1079500"/>
                  </a:lnTo>
                  <a:lnTo>
                    <a:pt x="3271380" y="1117600"/>
                  </a:lnTo>
                  <a:lnTo>
                    <a:pt x="3246146" y="1155700"/>
                  </a:lnTo>
                  <a:lnTo>
                    <a:pt x="3225203" y="1193800"/>
                  </a:lnTo>
                  <a:lnTo>
                    <a:pt x="3208848" y="1231900"/>
                  </a:lnTo>
                  <a:lnTo>
                    <a:pt x="3197377" y="1282700"/>
                  </a:lnTo>
                  <a:lnTo>
                    <a:pt x="3191086" y="1333500"/>
                  </a:lnTo>
                  <a:lnTo>
                    <a:pt x="5527802" y="1333500"/>
                  </a:lnTo>
                  <a:lnTo>
                    <a:pt x="5498583" y="1308100"/>
                  </a:lnTo>
                  <a:lnTo>
                    <a:pt x="5466433" y="1270000"/>
                  </a:lnTo>
                  <a:lnTo>
                    <a:pt x="5431582" y="1244600"/>
                  </a:lnTo>
                  <a:lnTo>
                    <a:pt x="5394255" y="1219200"/>
                  </a:lnTo>
                  <a:lnTo>
                    <a:pt x="5354681" y="1206500"/>
                  </a:lnTo>
                  <a:lnTo>
                    <a:pt x="4988403" y="1206500"/>
                  </a:lnTo>
                  <a:lnTo>
                    <a:pt x="4985486" y="1155700"/>
                  </a:lnTo>
                  <a:lnTo>
                    <a:pt x="4976683" y="1104900"/>
                  </a:lnTo>
                  <a:lnTo>
                    <a:pt x="4962494" y="1054100"/>
                  </a:lnTo>
                  <a:lnTo>
                    <a:pt x="4943314" y="1003300"/>
                  </a:lnTo>
                  <a:lnTo>
                    <a:pt x="4919535" y="965200"/>
                  </a:lnTo>
                  <a:lnTo>
                    <a:pt x="4900881" y="939800"/>
                  </a:lnTo>
                  <a:lnTo>
                    <a:pt x="3708944" y="939800"/>
                  </a:lnTo>
                  <a:lnTo>
                    <a:pt x="3687139" y="927100"/>
                  </a:lnTo>
                  <a:close/>
                </a:path>
                <a:path w="20104100" h="3975100">
                  <a:moveTo>
                    <a:pt x="17122629" y="927100"/>
                  </a:moveTo>
                  <a:lnTo>
                    <a:pt x="17025671" y="927100"/>
                  </a:lnTo>
                  <a:lnTo>
                    <a:pt x="16930567" y="952500"/>
                  </a:lnTo>
                  <a:lnTo>
                    <a:pt x="16885865" y="965200"/>
                  </a:lnTo>
                  <a:lnTo>
                    <a:pt x="16843404" y="977900"/>
                  </a:lnTo>
                  <a:lnTo>
                    <a:pt x="16803437" y="1003300"/>
                  </a:lnTo>
                  <a:lnTo>
                    <a:pt x="16766221" y="1028700"/>
                  </a:lnTo>
                  <a:lnTo>
                    <a:pt x="16732010" y="1066800"/>
                  </a:lnTo>
                  <a:lnTo>
                    <a:pt x="16701060" y="1092200"/>
                  </a:lnTo>
                  <a:lnTo>
                    <a:pt x="16673625" y="1130300"/>
                  </a:lnTo>
                  <a:lnTo>
                    <a:pt x="16649959" y="1168400"/>
                  </a:lnTo>
                  <a:lnTo>
                    <a:pt x="16630320" y="1206500"/>
                  </a:lnTo>
                  <a:lnTo>
                    <a:pt x="16614960" y="1244600"/>
                  </a:lnTo>
                  <a:lnTo>
                    <a:pt x="16604136" y="1282700"/>
                  </a:lnTo>
                  <a:lnTo>
                    <a:pt x="16598102" y="1333500"/>
                  </a:lnTo>
                  <a:lnTo>
                    <a:pt x="19068977" y="1333500"/>
                  </a:lnTo>
                  <a:lnTo>
                    <a:pt x="19038079" y="1308100"/>
                  </a:lnTo>
                  <a:lnTo>
                    <a:pt x="19004083" y="1270000"/>
                  </a:lnTo>
                  <a:lnTo>
                    <a:pt x="18967229" y="1244600"/>
                  </a:lnTo>
                  <a:lnTo>
                    <a:pt x="18927759" y="1219200"/>
                  </a:lnTo>
                  <a:lnTo>
                    <a:pt x="18885912" y="1206500"/>
                  </a:lnTo>
                  <a:lnTo>
                    <a:pt x="18498599" y="1206500"/>
                  </a:lnTo>
                  <a:lnTo>
                    <a:pt x="18495987" y="1155700"/>
                  </a:lnTo>
                  <a:lnTo>
                    <a:pt x="18488024" y="1104900"/>
                  </a:lnTo>
                  <a:lnTo>
                    <a:pt x="18475154" y="1066800"/>
                  </a:lnTo>
                  <a:lnTo>
                    <a:pt x="18457704" y="1016000"/>
                  </a:lnTo>
                  <a:lnTo>
                    <a:pt x="18436002" y="977900"/>
                  </a:lnTo>
                  <a:lnTo>
                    <a:pt x="18410377" y="939800"/>
                  </a:lnTo>
                  <a:lnTo>
                    <a:pt x="17145687" y="939800"/>
                  </a:lnTo>
                  <a:lnTo>
                    <a:pt x="17122629" y="927100"/>
                  </a:lnTo>
                  <a:close/>
                </a:path>
                <a:path w="20104100" h="3975100">
                  <a:moveTo>
                    <a:pt x="3123278" y="1308100"/>
                  </a:moveTo>
                  <a:lnTo>
                    <a:pt x="2997511" y="1308100"/>
                  </a:lnTo>
                  <a:lnTo>
                    <a:pt x="2970998" y="1320800"/>
                  </a:lnTo>
                  <a:lnTo>
                    <a:pt x="3157676" y="1320800"/>
                  </a:lnTo>
                  <a:lnTo>
                    <a:pt x="3123278" y="1308100"/>
                  </a:lnTo>
                  <a:close/>
                </a:path>
                <a:path w="20104100" h="3975100">
                  <a:moveTo>
                    <a:pt x="10836089" y="850900"/>
                  </a:moveTo>
                  <a:lnTo>
                    <a:pt x="10791173" y="863600"/>
                  </a:lnTo>
                  <a:lnTo>
                    <a:pt x="10748093" y="863600"/>
                  </a:lnTo>
                  <a:lnTo>
                    <a:pt x="10707244" y="889000"/>
                  </a:lnTo>
                  <a:lnTo>
                    <a:pt x="10669021" y="901700"/>
                  </a:lnTo>
                  <a:lnTo>
                    <a:pt x="10633817" y="939800"/>
                  </a:lnTo>
                  <a:lnTo>
                    <a:pt x="10602027" y="965200"/>
                  </a:lnTo>
                  <a:lnTo>
                    <a:pt x="10574045" y="1003300"/>
                  </a:lnTo>
                  <a:lnTo>
                    <a:pt x="10550267" y="1054100"/>
                  </a:lnTo>
                  <a:lnTo>
                    <a:pt x="10531086" y="1092200"/>
                  </a:lnTo>
                  <a:lnTo>
                    <a:pt x="10516897" y="1143000"/>
                  </a:lnTo>
                  <a:lnTo>
                    <a:pt x="10508095" y="1193800"/>
                  </a:lnTo>
                  <a:lnTo>
                    <a:pt x="10505073" y="1244600"/>
                  </a:lnTo>
                  <a:lnTo>
                    <a:pt x="10505460" y="1270000"/>
                  </a:lnTo>
                  <a:lnTo>
                    <a:pt x="10506608" y="1282700"/>
                  </a:lnTo>
                  <a:lnTo>
                    <a:pt x="10508496" y="1295400"/>
                  </a:lnTo>
                  <a:lnTo>
                    <a:pt x="10511104" y="1320800"/>
                  </a:lnTo>
                  <a:lnTo>
                    <a:pt x="16337890" y="1320800"/>
                  </a:lnTo>
                  <a:lnTo>
                    <a:pt x="16323600" y="1270000"/>
                  </a:lnTo>
                  <a:lnTo>
                    <a:pt x="16304726" y="1231900"/>
                  </a:lnTo>
                  <a:lnTo>
                    <a:pt x="16281541" y="1193800"/>
                  </a:lnTo>
                  <a:lnTo>
                    <a:pt x="16272467" y="1181100"/>
                  </a:lnTo>
                  <a:lnTo>
                    <a:pt x="11711811" y="1181100"/>
                  </a:lnTo>
                  <a:lnTo>
                    <a:pt x="11681075" y="1143000"/>
                  </a:lnTo>
                  <a:lnTo>
                    <a:pt x="11645361" y="1104900"/>
                  </a:lnTo>
                  <a:lnTo>
                    <a:pt x="11605284" y="1079500"/>
                  </a:lnTo>
                  <a:lnTo>
                    <a:pt x="11325163" y="1079500"/>
                  </a:lnTo>
                  <a:lnTo>
                    <a:pt x="11294091" y="1028700"/>
                  </a:lnTo>
                  <a:lnTo>
                    <a:pt x="11254636" y="1003300"/>
                  </a:lnTo>
                  <a:lnTo>
                    <a:pt x="11231575" y="990600"/>
                  </a:lnTo>
                  <a:lnTo>
                    <a:pt x="11084312" y="990600"/>
                  </a:lnTo>
                  <a:lnTo>
                    <a:pt x="11051732" y="952500"/>
                  </a:lnTo>
                  <a:lnTo>
                    <a:pt x="11014974" y="914400"/>
                  </a:lnTo>
                  <a:lnTo>
                    <a:pt x="10974532" y="889000"/>
                  </a:lnTo>
                  <a:lnTo>
                    <a:pt x="10930906" y="876300"/>
                  </a:lnTo>
                  <a:lnTo>
                    <a:pt x="10884593" y="863600"/>
                  </a:lnTo>
                  <a:lnTo>
                    <a:pt x="10836089" y="850900"/>
                  </a:lnTo>
                  <a:close/>
                </a:path>
                <a:path w="20104100" h="3975100">
                  <a:moveTo>
                    <a:pt x="16526392" y="1308100"/>
                  </a:moveTo>
                  <a:lnTo>
                    <a:pt x="16393404" y="1308100"/>
                  </a:lnTo>
                  <a:lnTo>
                    <a:pt x="16365370" y="1320800"/>
                  </a:lnTo>
                  <a:lnTo>
                    <a:pt x="16562769" y="1320800"/>
                  </a:lnTo>
                  <a:lnTo>
                    <a:pt x="16526392" y="1308100"/>
                  </a:lnTo>
                  <a:close/>
                </a:path>
                <a:path w="20104100" h="3975100">
                  <a:moveTo>
                    <a:pt x="4988506" y="1206470"/>
                  </a:moveTo>
                  <a:close/>
                </a:path>
                <a:path w="20104100" h="3975100">
                  <a:moveTo>
                    <a:pt x="5224749" y="1168400"/>
                  </a:moveTo>
                  <a:lnTo>
                    <a:pt x="5128254" y="1168400"/>
                  </a:lnTo>
                  <a:lnTo>
                    <a:pt x="5079650" y="1181100"/>
                  </a:lnTo>
                  <a:lnTo>
                    <a:pt x="5032938" y="1193800"/>
                  </a:lnTo>
                  <a:lnTo>
                    <a:pt x="4988510" y="1206469"/>
                  </a:lnTo>
                  <a:lnTo>
                    <a:pt x="5354681" y="1206500"/>
                  </a:lnTo>
                  <a:lnTo>
                    <a:pt x="5313087" y="1193800"/>
                  </a:lnTo>
                  <a:lnTo>
                    <a:pt x="5269700" y="1181100"/>
                  </a:lnTo>
                  <a:lnTo>
                    <a:pt x="5224749" y="1168400"/>
                  </a:lnTo>
                  <a:close/>
                </a:path>
                <a:path w="20104100" h="3975100">
                  <a:moveTo>
                    <a:pt x="18498713" y="1206469"/>
                  </a:moveTo>
                  <a:close/>
                </a:path>
                <a:path w="20104100" h="3975100">
                  <a:moveTo>
                    <a:pt x="18748522" y="1168400"/>
                  </a:moveTo>
                  <a:lnTo>
                    <a:pt x="18646483" y="1168400"/>
                  </a:lnTo>
                  <a:lnTo>
                    <a:pt x="18595087" y="1181100"/>
                  </a:lnTo>
                  <a:lnTo>
                    <a:pt x="18545691" y="1193800"/>
                  </a:lnTo>
                  <a:lnTo>
                    <a:pt x="18498713" y="1206469"/>
                  </a:lnTo>
                  <a:lnTo>
                    <a:pt x="18885912" y="1206500"/>
                  </a:lnTo>
                  <a:lnTo>
                    <a:pt x="18841930" y="1193800"/>
                  </a:lnTo>
                  <a:lnTo>
                    <a:pt x="18748522" y="1168400"/>
                  </a:lnTo>
                  <a:close/>
                </a:path>
                <a:path w="20104100" h="3975100">
                  <a:moveTo>
                    <a:pt x="12554120" y="393700"/>
                  </a:moveTo>
                  <a:lnTo>
                    <a:pt x="12513170" y="406400"/>
                  </a:lnTo>
                  <a:lnTo>
                    <a:pt x="12473693" y="419100"/>
                  </a:lnTo>
                  <a:lnTo>
                    <a:pt x="12435980" y="431800"/>
                  </a:lnTo>
                  <a:lnTo>
                    <a:pt x="12400323" y="457200"/>
                  </a:lnTo>
                  <a:lnTo>
                    <a:pt x="12367013" y="482600"/>
                  </a:lnTo>
                  <a:lnTo>
                    <a:pt x="12336342" y="508000"/>
                  </a:lnTo>
                  <a:lnTo>
                    <a:pt x="12308599" y="546100"/>
                  </a:lnTo>
                  <a:lnTo>
                    <a:pt x="12284077" y="596900"/>
                  </a:lnTo>
                  <a:lnTo>
                    <a:pt x="12263066" y="635000"/>
                  </a:lnTo>
                  <a:lnTo>
                    <a:pt x="12245858" y="685800"/>
                  </a:lnTo>
                  <a:lnTo>
                    <a:pt x="12232744" y="736600"/>
                  </a:lnTo>
                  <a:lnTo>
                    <a:pt x="12224015" y="787400"/>
                  </a:lnTo>
                  <a:lnTo>
                    <a:pt x="12027091" y="787400"/>
                  </a:lnTo>
                  <a:lnTo>
                    <a:pt x="11984132" y="800100"/>
                  </a:lnTo>
                  <a:lnTo>
                    <a:pt x="11943263" y="825500"/>
                  </a:lnTo>
                  <a:lnTo>
                    <a:pt x="11904767" y="838200"/>
                  </a:lnTo>
                  <a:lnTo>
                    <a:pt x="11868927" y="863600"/>
                  </a:lnTo>
                  <a:lnTo>
                    <a:pt x="11836026" y="901700"/>
                  </a:lnTo>
                  <a:lnTo>
                    <a:pt x="11806347" y="927100"/>
                  </a:lnTo>
                  <a:lnTo>
                    <a:pt x="11780175" y="965200"/>
                  </a:lnTo>
                  <a:lnTo>
                    <a:pt x="11757791" y="1003300"/>
                  </a:lnTo>
                  <a:lnTo>
                    <a:pt x="11739479" y="1054100"/>
                  </a:lnTo>
                  <a:lnTo>
                    <a:pt x="11725523" y="1092200"/>
                  </a:lnTo>
                  <a:lnTo>
                    <a:pt x="11716206" y="1143000"/>
                  </a:lnTo>
                  <a:lnTo>
                    <a:pt x="11711811" y="1181100"/>
                  </a:lnTo>
                  <a:lnTo>
                    <a:pt x="16272467" y="1181100"/>
                  </a:lnTo>
                  <a:lnTo>
                    <a:pt x="16254321" y="1155700"/>
                  </a:lnTo>
                  <a:lnTo>
                    <a:pt x="16223341" y="1117600"/>
                  </a:lnTo>
                  <a:lnTo>
                    <a:pt x="16188877" y="1092200"/>
                  </a:lnTo>
                  <a:lnTo>
                    <a:pt x="16151203" y="1054100"/>
                  </a:lnTo>
                  <a:lnTo>
                    <a:pt x="15610080" y="1054100"/>
                  </a:lnTo>
                  <a:lnTo>
                    <a:pt x="15613926" y="1028700"/>
                  </a:lnTo>
                  <a:lnTo>
                    <a:pt x="15616713" y="1016000"/>
                  </a:lnTo>
                  <a:lnTo>
                    <a:pt x="15618408" y="990600"/>
                  </a:lnTo>
                  <a:lnTo>
                    <a:pt x="15614721" y="927100"/>
                  </a:lnTo>
                  <a:lnTo>
                    <a:pt x="15602375" y="876300"/>
                  </a:lnTo>
                  <a:lnTo>
                    <a:pt x="15582587" y="825500"/>
                  </a:lnTo>
                  <a:lnTo>
                    <a:pt x="15556002" y="787400"/>
                  </a:lnTo>
                  <a:lnTo>
                    <a:pt x="15523266" y="749300"/>
                  </a:lnTo>
                  <a:lnTo>
                    <a:pt x="15534573" y="711200"/>
                  </a:lnTo>
                  <a:lnTo>
                    <a:pt x="15542861" y="685800"/>
                  </a:lnTo>
                  <a:lnTo>
                    <a:pt x="15547957" y="660400"/>
                  </a:lnTo>
                  <a:lnTo>
                    <a:pt x="15549694" y="622300"/>
                  </a:lnTo>
                  <a:lnTo>
                    <a:pt x="15545899" y="571500"/>
                  </a:lnTo>
                  <a:lnTo>
                    <a:pt x="15534875" y="533400"/>
                  </a:lnTo>
                  <a:lnTo>
                    <a:pt x="15517163" y="495300"/>
                  </a:lnTo>
                  <a:lnTo>
                    <a:pt x="15493304" y="457200"/>
                  </a:lnTo>
                  <a:lnTo>
                    <a:pt x="14182573" y="457200"/>
                  </a:lnTo>
                  <a:lnTo>
                    <a:pt x="14153589" y="431800"/>
                  </a:lnTo>
                  <a:lnTo>
                    <a:pt x="12685729" y="431800"/>
                  </a:lnTo>
                  <a:lnTo>
                    <a:pt x="12654700" y="419100"/>
                  </a:lnTo>
                  <a:lnTo>
                    <a:pt x="12622308" y="406400"/>
                  </a:lnTo>
                  <a:lnTo>
                    <a:pt x="12588724" y="406400"/>
                  </a:lnTo>
                  <a:lnTo>
                    <a:pt x="12554120" y="393700"/>
                  </a:lnTo>
                  <a:close/>
                </a:path>
                <a:path w="20104100" h="3975100">
                  <a:moveTo>
                    <a:pt x="11514509" y="1041400"/>
                  </a:moveTo>
                  <a:lnTo>
                    <a:pt x="11427835" y="1041400"/>
                  </a:lnTo>
                  <a:lnTo>
                    <a:pt x="11391946" y="1054100"/>
                  </a:lnTo>
                  <a:lnTo>
                    <a:pt x="11357636" y="1066800"/>
                  </a:lnTo>
                  <a:lnTo>
                    <a:pt x="11325163" y="1079500"/>
                  </a:lnTo>
                  <a:lnTo>
                    <a:pt x="11605284" y="1079500"/>
                  </a:lnTo>
                  <a:lnTo>
                    <a:pt x="11561461" y="1054100"/>
                  </a:lnTo>
                  <a:lnTo>
                    <a:pt x="11514509" y="1041400"/>
                  </a:lnTo>
                  <a:close/>
                </a:path>
                <a:path w="20104100" h="3975100">
                  <a:moveTo>
                    <a:pt x="2600799" y="977900"/>
                  </a:moveTo>
                  <a:lnTo>
                    <a:pt x="2451204" y="977900"/>
                  </a:lnTo>
                  <a:lnTo>
                    <a:pt x="2398800" y="990600"/>
                  </a:lnTo>
                  <a:lnTo>
                    <a:pt x="2348671" y="1003300"/>
                  </a:lnTo>
                  <a:lnTo>
                    <a:pt x="2301187" y="1028700"/>
                  </a:lnTo>
                  <a:lnTo>
                    <a:pt x="2256717" y="1054100"/>
                  </a:lnTo>
                  <a:lnTo>
                    <a:pt x="2768466" y="1054100"/>
                  </a:lnTo>
                  <a:lnTo>
                    <a:pt x="2730062" y="1028700"/>
                  </a:lnTo>
                  <a:lnTo>
                    <a:pt x="2689143" y="1016000"/>
                  </a:lnTo>
                  <a:lnTo>
                    <a:pt x="2645969" y="990600"/>
                  </a:lnTo>
                  <a:lnTo>
                    <a:pt x="2600799" y="977900"/>
                  </a:lnTo>
                  <a:close/>
                </a:path>
                <a:path w="20104100" h="3975100">
                  <a:moveTo>
                    <a:pt x="15973912" y="977900"/>
                  </a:moveTo>
                  <a:lnTo>
                    <a:pt x="15778540" y="977900"/>
                  </a:lnTo>
                  <a:lnTo>
                    <a:pt x="15733488" y="990600"/>
                  </a:lnTo>
                  <a:lnTo>
                    <a:pt x="15690244" y="1003300"/>
                  </a:lnTo>
                  <a:lnTo>
                    <a:pt x="15649032" y="1028700"/>
                  </a:lnTo>
                  <a:lnTo>
                    <a:pt x="15610080" y="1054100"/>
                  </a:lnTo>
                  <a:lnTo>
                    <a:pt x="16151203" y="1054100"/>
                  </a:lnTo>
                  <a:lnTo>
                    <a:pt x="16110594" y="1028700"/>
                  </a:lnTo>
                  <a:lnTo>
                    <a:pt x="16067326" y="1016000"/>
                  </a:lnTo>
                  <a:lnTo>
                    <a:pt x="16021674" y="990600"/>
                  </a:lnTo>
                  <a:lnTo>
                    <a:pt x="15973912" y="977900"/>
                  </a:lnTo>
                  <a:close/>
                </a:path>
                <a:path w="20104100" h="3975100">
                  <a:moveTo>
                    <a:pt x="11157440" y="965200"/>
                  </a:moveTo>
                  <a:lnTo>
                    <a:pt x="11138297" y="965200"/>
                  </a:lnTo>
                  <a:lnTo>
                    <a:pt x="11119671" y="977900"/>
                  </a:lnTo>
                  <a:lnTo>
                    <a:pt x="11101647" y="977900"/>
                  </a:lnTo>
                  <a:lnTo>
                    <a:pt x="11084312" y="990600"/>
                  </a:lnTo>
                  <a:lnTo>
                    <a:pt x="11231575" y="990600"/>
                  </a:lnTo>
                  <a:lnTo>
                    <a:pt x="11208514" y="977900"/>
                  </a:lnTo>
                  <a:lnTo>
                    <a:pt x="11157440" y="965200"/>
                  </a:lnTo>
                  <a:close/>
                </a:path>
                <a:path w="20104100" h="3975100">
                  <a:moveTo>
                    <a:pt x="4702408" y="812800"/>
                  </a:moveTo>
                  <a:lnTo>
                    <a:pt x="3926438" y="812800"/>
                  </a:lnTo>
                  <a:lnTo>
                    <a:pt x="3881285" y="825500"/>
                  </a:lnTo>
                  <a:lnTo>
                    <a:pt x="3838649" y="850900"/>
                  </a:lnTo>
                  <a:lnTo>
                    <a:pt x="3798987" y="876300"/>
                  </a:lnTo>
                  <a:lnTo>
                    <a:pt x="3762758" y="901700"/>
                  </a:lnTo>
                  <a:lnTo>
                    <a:pt x="3730420" y="939800"/>
                  </a:lnTo>
                  <a:lnTo>
                    <a:pt x="4900881" y="939800"/>
                  </a:lnTo>
                  <a:lnTo>
                    <a:pt x="4859764" y="889000"/>
                  </a:lnTo>
                  <a:lnTo>
                    <a:pt x="4824560" y="863600"/>
                  </a:lnTo>
                  <a:lnTo>
                    <a:pt x="4786336" y="838200"/>
                  </a:lnTo>
                  <a:lnTo>
                    <a:pt x="4745488" y="825500"/>
                  </a:lnTo>
                  <a:lnTo>
                    <a:pt x="4702408" y="812800"/>
                  </a:lnTo>
                  <a:close/>
                </a:path>
                <a:path w="20104100" h="3975100">
                  <a:moveTo>
                    <a:pt x="18192592" y="812800"/>
                  </a:moveTo>
                  <a:lnTo>
                    <a:pt x="17375664" y="812800"/>
                  </a:lnTo>
                  <a:lnTo>
                    <a:pt x="17327920" y="825500"/>
                  </a:lnTo>
                  <a:lnTo>
                    <a:pt x="17282836" y="850900"/>
                  </a:lnTo>
                  <a:lnTo>
                    <a:pt x="17240898" y="876300"/>
                  </a:lnTo>
                  <a:lnTo>
                    <a:pt x="17202591" y="901700"/>
                  </a:lnTo>
                  <a:lnTo>
                    <a:pt x="17168399" y="939800"/>
                  </a:lnTo>
                  <a:lnTo>
                    <a:pt x="18410377" y="939800"/>
                  </a:lnTo>
                  <a:lnTo>
                    <a:pt x="18381156" y="914400"/>
                  </a:lnTo>
                  <a:lnTo>
                    <a:pt x="18348666" y="889000"/>
                  </a:lnTo>
                  <a:lnTo>
                    <a:pt x="18313238" y="863600"/>
                  </a:lnTo>
                  <a:lnTo>
                    <a:pt x="18275197" y="838200"/>
                  </a:lnTo>
                  <a:lnTo>
                    <a:pt x="18234872" y="825500"/>
                  </a:lnTo>
                  <a:lnTo>
                    <a:pt x="18192592" y="812800"/>
                  </a:lnTo>
                  <a:close/>
                </a:path>
                <a:path w="20104100" h="3975100">
                  <a:moveTo>
                    <a:pt x="4372242" y="469900"/>
                  </a:moveTo>
                  <a:lnTo>
                    <a:pt x="4280617" y="469900"/>
                  </a:lnTo>
                  <a:lnTo>
                    <a:pt x="4236692" y="482600"/>
                  </a:lnTo>
                  <a:lnTo>
                    <a:pt x="4195112" y="495300"/>
                  </a:lnTo>
                  <a:lnTo>
                    <a:pt x="4156295" y="520700"/>
                  </a:lnTo>
                  <a:lnTo>
                    <a:pt x="4120663" y="546100"/>
                  </a:lnTo>
                  <a:lnTo>
                    <a:pt x="4088635" y="584200"/>
                  </a:lnTo>
                  <a:lnTo>
                    <a:pt x="4060630" y="622300"/>
                  </a:lnTo>
                  <a:lnTo>
                    <a:pt x="4037069" y="660400"/>
                  </a:lnTo>
                  <a:lnTo>
                    <a:pt x="4018373" y="711200"/>
                  </a:lnTo>
                  <a:lnTo>
                    <a:pt x="4004959" y="762000"/>
                  </a:lnTo>
                  <a:lnTo>
                    <a:pt x="3997250" y="812800"/>
                  </a:lnTo>
                  <a:lnTo>
                    <a:pt x="4655596" y="812800"/>
                  </a:lnTo>
                  <a:lnTo>
                    <a:pt x="4647798" y="762000"/>
                  </a:lnTo>
                  <a:lnTo>
                    <a:pt x="4634321" y="711200"/>
                  </a:lnTo>
                  <a:lnTo>
                    <a:pt x="4615585" y="660400"/>
                  </a:lnTo>
                  <a:lnTo>
                    <a:pt x="4592006" y="622300"/>
                  </a:lnTo>
                  <a:lnTo>
                    <a:pt x="4564003" y="584200"/>
                  </a:lnTo>
                  <a:lnTo>
                    <a:pt x="4531993" y="546100"/>
                  </a:lnTo>
                  <a:lnTo>
                    <a:pt x="4496394" y="520700"/>
                  </a:lnTo>
                  <a:lnTo>
                    <a:pt x="4457624" y="495300"/>
                  </a:lnTo>
                  <a:lnTo>
                    <a:pt x="4416101" y="482600"/>
                  </a:lnTo>
                  <a:lnTo>
                    <a:pt x="4372242" y="469900"/>
                  </a:lnTo>
                  <a:close/>
                </a:path>
                <a:path w="20104100" h="3975100">
                  <a:moveTo>
                    <a:pt x="17843103" y="469900"/>
                  </a:moveTo>
                  <a:lnTo>
                    <a:pt x="17754150" y="469900"/>
                  </a:lnTo>
                  <a:lnTo>
                    <a:pt x="17711317" y="482600"/>
                  </a:lnTo>
                  <a:lnTo>
                    <a:pt x="17670503" y="495300"/>
                  </a:lnTo>
                  <a:lnTo>
                    <a:pt x="17632051" y="508000"/>
                  </a:lnTo>
                  <a:lnTo>
                    <a:pt x="17596304" y="533400"/>
                  </a:lnTo>
                  <a:lnTo>
                    <a:pt x="17563604" y="571500"/>
                  </a:lnTo>
                  <a:lnTo>
                    <a:pt x="17534292" y="596900"/>
                  </a:lnTo>
                  <a:lnTo>
                    <a:pt x="17508711" y="635000"/>
                  </a:lnTo>
                  <a:lnTo>
                    <a:pt x="17487203" y="673100"/>
                  </a:lnTo>
                  <a:lnTo>
                    <a:pt x="17470110" y="723900"/>
                  </a:lnTo>
                  <a:lnTo>
                    <a:pt x="17457774" y="762000"/>
                  </a:lnTo>
                  <a:lnTo>
                    <a:pt x="17450537" y="812800"/>
                  </a:lnTo>
                  <a:lnTo>
                    <a:pt x="18146694" y="812800"/>
                  </a:lnTo>
                  <a:lnTo>
                    <a:pt x="18139367" y="762000"/>
                  </a:lnTo>
                  <a:lnTo>
                    <a:pt x="18126965" y="723900"/>
                  </a:lnTo>
                  <a:lnTo>
                    <a:pt x="18109829" y="673100"/>
                  </a:lnTo>
                  <a:lnTo>
                    <a:pt x="18088297" y="635000"/>
                  </a:lnTo>
                  <a:lnTo>
                    <a:pt x="18062711" y="596900"/>
                  </a:lnTo>
                  <a:lnTo>
                    <a:pt x="18033410" y="558800"/>
                  </a:lnTo>
                  <a:lnTo>
                    <a:pt x="18000736" y="533400"/>
                  </a:lnTo>
                  <a:lnTo>
                    <a:pt x="17965028" y="508000"/>
                  </a:lnTo>
                  <a:lnTo>
                    <a:pt x="17926626" y="495300"/>
                  </a:lnTo>
                  <a:lnTo>
                    <a:pt x="17885871" y="482600"/>
                  </a:lnTo>
                  <a:lnTo>
                    <a:pt x="17843103" y="469900"/>
                  </a:lnTo>
                  <a:close/>
                </a:path>
                <a:path w="20104100" h="3975100">
                  <a:moveTo>
                    <a:pt x="12145391" y="774700"/>
                  </a:moveTo>
                  <a:lnTo>
                    <a:pt x="12118144" y="774700"/>
                  </a:lnTo>
                  <a:lnTo>
                    <a:pt x="12071856" y="787400"/>
                  </a:lnTo>
                  <a:lnTo>
                    <a:pt x="12172156" y="787400"/>
                  </a:lnTo>
                  <a:lnTo>
                    <a:pt x="12145391" y="774700"/>
                  </a:lnTo>
                  <a:close/>
                </a:path>
                <a:path w="20104100" h="3975100">
                  <a:moveTo>
                    <a:pt x="1586498" y="0"/>
                  </a:moveTo>
                  <a:lnTo>
                    <a:pt x="1485764" y="0"/>
                  </a:lnTo>
                  <a:lnTo>
                    <a:pt x="1436486" y="12700"/>
                  </a:lnTo>
                  <a:lnTo>
                    <a:pt x="1390363" y="25400"/>
                  </a:lnTo>
                  <a:lnTo>
                    <a:pt x="1348007" y="50800"/>
                  </a:lnTo>
                  <a:lnTo>
                    <a:pt x="1310028" y="76200"/>
                  </a:lnTo>
                  <a:lnTo>
                    <a:pt x="1277035" y="114300"/>
                  </a:lnTo>
                  <a:lnTo>
                    <a:pt x="1249641" y="152400"/>
                  </a:lnTo>
                  <a:lnTo>
                    <a:pt x="1228455" y="190500"/>
                  </a:lnTo>
                  <a:lnTo>
                    <a:pt x="1214089" y="241300"/>
                  </a:lnTo>
                  <a:lnTo>
                    <a:pt x="1157769" y="241300"/>
                  </a:lnTo>
                  <a:lnTo>
                    <a:pt x="1111187" y="254000"/>
                  </a:lnTo>
                  <a:lnTo>
                    <a:pt x="1067333" y="279400"/>
                  </a:lnTo>
                  <a:lnTo>
                    <a:pt x="1026712" y="304800"/>
                  </a:lnTo>
                  <a:lnTo>
                    <a:pt x="989834" y="330200"/>
                  </a:lnTo>
                  <a:lnTo>
                    <a:pt x="957205" y="368300"/>
                  </a:lnTo>
                  <a:lnTo>
                    <a:pt x="929333" y="406400"/>
                  </a:lnTo>
                  <a:lnTo>
                    <a:pt x="906726" y="457200"/>
                  </a:lnTo>
                  <a:lnTo>
                    <a:pt x="2146281" y="457200"/>
                  </a:lnTo>
                  <a:lnTo>
                    <a:pt x="2118418" y="419100"/>
                  </a:lnTo>
                  <a:lnTo>
                    <a:pt x="2085766" y="381000"/>
                  </a:lnTo>
                  <a:lnTo>
                    <a:pt x="2048837" y="355600"/>
                  </a:lnTo>
                  <a:lnTo>
                    <a:pt x="2008143" y="342900"/>
                  </a:lnTo>
                  <a:lnTo>
                    <a:pt x="1964197" y="317500"/>
                  </a:lnTo>
                  <a:lnTo>
                    <a:pt x="1917509" y="317500"/>
                  </a:lnTo>
                  <a:lnTo>
                    <a:pt x="1868592" y="304800"/>
                  </a:lnTo>
                  <a:lnTo>
                    <a:pt x="1865003" y="266700"/>
                  </a:lnTo>
                  <a:lnTo>
                    <a:pt x="1854577" y="215900"/>
                  </a:lnTo>
                  <a:lnTo>
                    <a:pt x="1837826" y="177800"/>
                  </a:lnTo>
                  <a:lnTo>
                    <a:pt x="1815263" y="139700"/>
                  </a:lnTo>
                  <a:lnTo>
                    <a:pt x="1787399" y="101600"/>
                  </a:lnTo>
                  <a:lnTo>
                    <a:pt x="1754747" y="76200"/>
                  </a:lnTo>
                  <a:lnTo>
                    <a:pt x="1717819" y="50800"/>
                  </a:lnTo>
                  <a:lnTo>
                    <a:pt x="1677127" y="25400"/>
                  </a:lnTo>
                  <a:lnTo>
                    <a:pt x="1633182" y="12700"/>
                  </a:lnTo>
                  <a:lnTo>
                    <a:pt x="1586498" y="0"/>
                  </a:lnTo>
                  <a:close/>
                </a:path>
                <a:path w="20104100" h="3975100">
                  <a:moveTo>
                    <a:pt x="14901369" y="0"/>
                  </a:moveTo>
                  <a:lnTo>
                    <a:pt x="14800219" y="0"/>
                  </a:lnTo>
                  <a:lnTo>
                    <a:pt x="14752921" y="12700"/>
                  </a:lnTo>
                  <a:lnTo>
                    <a:pt x="14708220" y="25400"/>
                  </a:lnTo>
                  <a:lnTo>
                    <a:pt x="14666587" y="38100"/>
                  </a:lnTo>
                  <a:lnTo>
                    <a:pt x="14628493" y="63500"/>
                  </a:lnTo>
                  <a:lnTo>
                    <a:pt x="14594409" y="88900"/>
                  </a:lnTo>
                  <a:lnTo>
                    <a:pt x="14564805" y="127000"/>
                  </a:lnTo>
                  <a:lnTo>
                    <a:pt x="14540154" y="165100"/>
                  </a:lnTo>
                  <a:lnTo>
                    <a:pt x="14520925" y="203200"/>
                  </a:lnTo>
                  <a:lnTo>
                    <a:pt x="14507590" y="241300"/>
                  </a:lnTo>
                  <a:lnTo>
                    <a:pt x="14448023" y="241300"/>
                  </a:lnTo>
                  <a:lnTo>
                    <a:pt x="14398770" y="254000"/>
                  </a:lnTo>
                  <a:lnTo>
                    <a:pt x="14352400" y="279400"/>
                  </a:lnTo>
                  <a:lnTo>
                    <a:pt x="14309449" y="304800"/>
                  </a:lnTo>
                  <a:lnTo>
                    <a:pt x="14270454" y="330200"/>
                  </a:lnTo>
                  <a:lnTo>
                    <a:pt x="14235952" y="368300"/>
                  </a:lnTo>
                  <a:lnTo>
                    <a:pt x="14206480" y="406400"/>
                  </a:lnTo>
                  <a:lnTo>
                    <a:pt x="14182573" y="457200"/>
                  </a:lnTo>
                  <a:lnTo>
                    <a:pt x="15493304" y="457200"/>
                  </a:lnTo>
                  <a:lnTo>
                    <a:pt x="15463841" y="419100"/>
                  </a:lnTo>
                  <a:lnTo>
                    <a:pt x="15429314" y="381000"/>
                  </a:lnTo>
                  <a:lnTo>
                    <a:pt x="15390264" y="355600"/>
                  </a:lnTo>
                  <a:lnTo>
                    <a:pt x="15347234" y="342900"/>
                  </a:lnTo>
                  <a:lnTo>
                    <a:pt x="15300765" y="317500"/>
                  </a:lnTo>
                  <a:lnTo>
                    <a:pt x="15251397" y="317500"/>
                  </a:lnTo>
                  <a:lnTo>
                    <a:pt x="15199673" y="304800"/>
                  </a:lnTo>
                  <a:lnTo>
                    <a:pt x="15195878" y="266700"/>
                  </a:lnTo>
                  <a:lnTo>
                    <a:pt x="15184854" y="215900"/>
                  </a:lnTo>
                  <a:lnTo>
                    <a:pt x="15167142" y="177800"/>
                  </a:lnTo>
                  <a:lnTo>
                    <a:pt x="15143283" y="139700"/>
                  </a:lnTo>
                  <a:lnTo>
                    <a:pt x="15113819" y="101600"/>
                  </a:lnTo>
                  <a:lnTo>
                    <a:pt x="15079291" y="76200"/>
                  </a:lnTo>
                  <a:lnTo>
                    <a:pt x="15040241" y="50800"/>
                  </a:lnTo>
                  <a:lnTo>
                    <a:pt x="14997209" y="25400"/>
                  </a:lnTo>
                  <a:lnTo>
                    <a:pt x="14950738" y="12700"/>
                  </a:lnTo>
                  <a:lnTo>
                    <a:pt x="14901369" y="0"/>
                  </a:lnTo>
                  <a:close/>
                </a:path>
                <a:path w="20104100" h="3975100">
                  <a:moveTo>
                    <a:pt x="13359462" y="279400"/>
                  </a:moveTo>
                  <a:lnTo>
                    <a:pt x="13100555" y="279400"/>
                  </a:lnTo>
                  <a:lnTo>
                    <a:pt x="13040991" y="292100"/>
                  </a:lnTo>
                  <a:lnTo>
                    <a:pt x="12985203" y="304800"/>
                  </a:lnTo>
                  <a:lnTo>
                    <a:pt x="12933281" y="317500"/>
                  </a:lnTo>
                  <a:lnTo>
                    <a:pt x="12885317" y="330200"/>
                  </a:lnTo>
                  <a:lnTo>
                    <a:pt x="12841401" y="355600"/>
                  </a:lnTo>
                  <a:lnTo>
                    <a:pt x="12801624" y="368300"/>
                  </a:lnTo>
                  <a:lnTo>
                    <a:pt x="12766078" y="381000"/>
                  </a:lnTo>
                  <a:lnTo>
                    <a:pt x="12734852" y="406400"/>
                  </a:lnTo>
                  <a:lnTo>
                    <a:pt x="12708039" y="419100"/>
                  </a:lnTo>
                  <a:lnTo>
                    <a:pt x="12685729" y="431800"/>
                  </a:lnTo>
                  <a:lnTo>
                    <a:pt x="14153589" y="431800"/>
                  </a:lnTo>
                  <a:lnTo>
                    <a:pt x="14109975" y="419100"/>
                  </a:lnTo>
                  <a:lnTo>
                    <a:pt x="14056790" y="406400"/>
                  </a:lnTo>
                  <a:lnTo>
                    <a:pt x="13999093" y="393700"/>
                  </a:lnTo>
                  <a:lnTo>
                    <a:pt x="13824385" y="393700"/>
                  </a:lnTo>
                  <a:lnTo>
                    <a:pt x="13801962" y="381000"/>
                  </a:lnTo>
                  <a:lnTo>
                    <a:pt x="13736559" y="355600"/>
                  </a:lnTo>
                  <a:lnTo>
                    <a:pt x="13694868" y="342900"/>
                  </a:lnTo>
                  <a:lnTo>
                    <a:pt x="13648043" y="330200"/>
                  </a:lnTo>
                  <a:lnTo>
                    <a:pt x="13596729" y="317500"/>
                  </a:lnTo>
                  <a:lnTo>
                    <a:pt x="13541569" y="304800"/>
                  </a:lnTo>
                  <a:lnTo>
                    <a:pt x="13483208" y="292100"/>
                  </a:lnTo>
                  <a:lnTo>
                    <a:pt x="13422291" y="292100"/>
                  </a:lnTo>
                  <a:lnTo>
                    <a:pt x="13359462" y="279400"/>
                  </a:lnTo>
                  <a:close/>
                </a:path>
                <a:path w="20104100" h="3975100">
                  <a:moveTo>
                    <a:pt x="743034" y="368300"/>
                  </a:moveTo>
                  <a:lnTo>
                    <a:pt x="662263" y="368300"/>
                  </a:lnTo>
                  <a:lnTo>
                    <a:pt x="629660" y="381000"/>
                  </a:lnTo>
                  <a:lnTo>
                    <a:pt x="598178" y="381000"/>
                  </a:lnTo>
                  <a:lnTo>
                    <a:pt x="567983" y="393700"/>
                  </a:lnTo>
                  <a:lnTo>
                    <a:pt x="830831" y="393700"/>
                  </a:lnTo>
                  <a:lnTo>
                    <a:pt x="788190" y="381000"/>
                  </a:lnTo>
                  <a:lnTo>
                    <a:pt x="743034" y="3683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/>
          <p:nvPr/>
        </p:nvSpPr>
        <p:spPr>
          <a:xfrm>
            <a:off x="0" y="8900639"/>
            <a:ext cx="20104100" cy="2365375"/>
          </a:xfrm>
          <a:custGeom>
            <a:avLst/>
            <a:gdLst/>
            <a:ahLst/>
            <a:cxnLst/>
            <a:rect l="l" t="t" r="r" b="b"/>
            <a:pathLst>
              <a:path w="20104100" h="2365375">
                <a:moveTo>
                  <a:pt x="20104099" y="2365058"/>
                </a:moveTo>
                <a:lnTo>
                  <a:pt x="20104099" y="0"/>
                </a:lnTo>
                <a:lnTo>
                  <a:pt x="0" y="0"/>
                </a:lnTo>
                <a:lnTo>
                  <a:pt x="0" y="2365058"/>
                </a:lnTo>
                <a:lnTo>
                  <a:pt x="20104099" y="2365058"/>
                </a:lnTo>
                <a:close/>
              </a:path>
            </a:pathLst>
          </a:custGeom>
          <a:solidFill>
            <a:srgbClr val="82CF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590003" y="6901656"/>
            <a:ext cx="596265" cy="54610"/>
          </a:xfrm>
          <a:custGeom>
            <a:avLst/>
            <a:gdLst/>
            <a:ahLst/>
            <a:cxnLst/>
            <a:rect l="l" t="t" r="r" b="b"/>
            <a:pathLst>
              <a:path w="596264" h="54609">
                <a:moveTo>
                  <a:pt x="0" y="54609"/>
                </a:moveTo>
                <a:lnTo>
                  <a:pt x="595688" y="54609"/>
                </a:lnTo>
                <a:lnTo>
                  <a:pt x="595688" y="0"/>
                </a:lnTo>
                <a:lnTo>
                  <a:pt x="0" y="0"/>
                </a:lnTo>
                <a:lnTo>
                  <a:pt x="0" y="54609"/>
                </a:lnTo>
                <a:close/>
              </a:path>
            </a:pathLst>
          </a:custGeom>
          <a:solidFill>
            <a:srgbClr val="92C4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466926" y="4802053"/>
            <a:ext cx="718820" cy="2099310"/>
          </a:xfrm>
          <a:custGeom>
            <a:avLst/>
            <a:gdLst/>
            <a:ahLst/>
            <a:cxnLst/>
            <a:rect l="l" t="t" r="r" b="b"/>
            <a:pathLst>
              <a:path w="718819" h="2099309">
                <a:moveTo>
                  <a:pt x="220840" y="1823326"/>
                </a:moveTo>
                <a:lnTo>
                  <a:pt x="167208" y="1823326"/>
                </a:lnTo>
                <a:lnTo>
                  <a:pt x="167208" y="1917407"/>
                </a:lnTo>
                <a:lnTo>
                  <a:pt x="220840" y="1917407"/>
                </a:lnTo>
                <a:lnTo>
                  <a:pt x="220840" y="1823326"/>
                </a:lnTo>
                <a:close/>
              </a:path>
              <a:path w="718819" h="2099309">
                <a:moveTo>
                  <a:pt x="225501" y="2004961"/>
                </a:moveTo>
                <a:lnTo>
                  <a:pt x="167208" y="2004961"/>
                </a:lnTo>
                <a:lnTo>
                  <a:pt x="167208" y="2099056"/>
                </a:lnTo>
                <a:lnTo>
                  <a:pt x="225501" y="2099056"/>
                </a:lnTo>
                <a:lnTo>
                  <a:pt x="225501" y="2004961"/>
                </a:lnTo>
                <a:close/>
              </a:path>
              <a:path w="718819" h="2099309">
                <a:moveTo>
                  <a:pt x="391668" y="2004961"/>
                </a:moveTo>
                <a:lnTo>
                  <a:pt x="333375" y="2004961"/>
                </a:lnTo>
                <a:lnTo>
                  <a:pt x="333375" y="2099056"/>
                </a:lnTo>
                <a:lnTo>
                  <a:pt x="391668" y="2099056"/>
                </a:lnTo>
                <a:lnTo>
                  <a:pt x="391668" y="2004961"/>
                </a:lnTo>
                <a:close/>
              </a:path>
              <a:path w="718819" h="2099309">
                <a:moveTo>
                  <a:pt x="557834" y="2004961"/>
                </a:moveTo>
                <a:lnTo>
                  <a:pt x="499529" y="2004961"/>
                </a:lnTo>
                <a:lnTo>
                  <a:pt x="499529" y="2099056"/>
                </a:lnTo>
                <a:lnTo>
                  <a:pt x="557834" y="2099056"/>
                </a:lnTo>
                <a:lnTo>
                  <a:pt x="557834" y="2004961"/>
                </a:lnTo>
                <a:close/>
              </a:path>
              <a:path w="718819" h="2099309">
                <a:moveTo>
                  <a:pt x="557834" y="1823326"/>
                </a:moveTo>
                <a:lnTo>
                  <a:pt x="499529" y="1823326"/>
                </a:lnTo>
                <a:lnTo>
                  <a:pt x="499529" y="1917407"/>
                </a:lnTo>
                <a:lnTo>
                  <a:pt x="557834" y="1917407"/>
                </a:lnTo>
                <a:lnTo>
                  <a:pt x="557834" y="1823326"/>
                </a:lnTo>
                <a:close/>
              </a:path>
              <a:path w="718819" h="2099309">
                <a:moveTo>
                  <a:pt x="718756" y="2004961"/>
                </a:moveTo>
                <a:lnTo>
                  <a:pt x="665695" y="2004961"/>
                </a:lnTo>
                <a:lnTo>
                  <a:pt x="665695" y="2099056"/>
                </a:lnTo>
                <a:lnTo>
                  <a:pt x="718756" y="2099056"/>
                </a:lnTo>
                <a:lnTo>
                  <a:pt x="718756" y="2004961"/>
                </a:lnTo>
                <a:close/>
              </a:path>
              <a:path w="718819" h="2099309">
                <a:moveTo>
                  <a:pt x="718756" y="1823326"/>
                </a:moveTo>
                <a:lnTo>
                  <a:pt x="665695" y="1823326"/>
                </a:lnTo>
                <a:lnTo>
                  <a:pt x="665695" y="1917407"/>
                </a:lnTo>
                <a:lnTo>
                  <a:pt x="718756" y="1917407"/>
                </a:lnTo>
                <a:lnTo>
                  <a:pt x="718756" y="1823326"/>
                </a:lnTo>
                <a:close/>
              </a:path>
              <a:path w="718819" h="2099309">
                <a:moveTo>
                  <a:pt x="718756" y="451142"/>
                </a:moveTo>
                <a:lnTo>
                  <a:pt x="599567" y="451142"/>
                </a:lnTo>
                <a:lnTo>
                  <a:pt x="599567" y="265163"/>
                </a:lnTo>
                <a:lnTo>
                  <a:pt x="370725" y="265163"/>
                </a:lnTo>
                <a:lnTo>
                  <a:pt x="370725" y="0"/>
                </a:lnTo>
                <a:lnTo>
                  <a:pt x="339153" y="0"/>
                </a:lnTo>
                <a:lnTo>
                  <a:pt x="339153" y="265163"/>
                </a:lnTo>
                <a:lnTo>
                  <a:pt x="119202" y="265163"/>
                </a:lnTo>
                <a:lnTo>
                  <a:pt x="119202" y="451142"/>
                </a:lnTo>
                <a:lnTo>
                  <a:pt x="0" y="451142"/>
                </a:lnTo>
                <a:lnTo>
                  <a:pt x="0" y="551472"/>
                </a:lnTo>
                <a:lnTo>
                  <a:pt x="0" y="2067852"/>
                </a:lnTo>
                <a:lnTo>
                  <a:pt x="59334" y="2067852"/>
                </a:lnTo>
                <a:lnTo>
                  <a:pt x="59334" y="2004352"/>
                </a:lnTo>
                <a:lnTo>
                  <a:pt x="718756" y="2004352"/>
                </a:lnTo>
                <a:lnTo>
                  <a:pt x="718756" y="1924342"/>
                </a:lnTo>
                <a:lnTo>
                  <a:pt x="718756" y="1917992"/>
                </a:lnTo>
                <a:lnTo>
                  <a:pt x="391668" y="1917992"/>
                </a:lnTo>
                <a:lnTo>
                  <a:pt x="391668" y="1822742"/>
                </a:lnTo>
                <a:lnTo>
                  <a:pt x="718756" y="1822742"/>
                </a:lnTo>
                <a:lnTo>
                  <a:pt x="718756" y="1816392"/>
                </a:lnTo>
                <a:lnTo>
                  <a:pt x="718756" y="1735747"/>
                </a:lnTo>
                <a:lnTo>
                  <a:pt x="718756" y="1735112"/>
                </a:lnTo>
                <a:lnTo>
                  <a:pt x="718756" y="1641678"/>
                </a:lnTo>
                <a:lnTo>
                  <a:pt x="665695" y="1641678"/>
                </a:lnTo>
                <a:lnTo>
                  <a:pt x="665695" y="1735112"/>
                </a:lnTo>
                <a:lnTo>
                  <a:pt x="557834" y="1735112"/>
                </a:lnTo>
                <a:lnTo>
                  <a:pt x="557834" y="1641678"/>
                </a:lnTo>
                <a:lnTo>
                  <a:pt x="499529" y="1641678"/>
                </a:lnTo>
                <a:lnTo>
                  <a:pt x="499529" y="1735112"/>
                </a:lnTo>
                <a:lnTo>
                  <a:pt x="391668" y="1735112"/>
                </a:lnTo>
                <a:lnTo>
                  <a:pt x="391668" y="1641678"/>
                </a:lnTo>
                <a:lnTo>
                  <a:pt x="338023" y="1641678"/>
                </a:lnTo>
                <a:lnTo>
                  <a:pt x="338023" y="1816392"/>
                </a:lnTo>
                <a:lnTo>
                  <a:pt x="338023" y="1822742"/>
                </a:lnTo>
                <a:lnTo>
                  <a:pt x="338023" y="1917992"/>
                </a:lnTo>
                <a:lnTo>
                  <a:pt x="338023" y="1924342"/>
                </a:lnTo>
                <a:lnTo>
                  <a:pt x="220840" y="1924342"/>
                </a:lnTo>
                <a:lnTo>
                  <a:pt x="220840" y="1917992"/>
                </a:lnTo>
                <a:lnTo>
                  <a:pt x="59334" y="1917992"/>
                </a:lnTo>
                <a:lnTo>
                  <a:pt x="59334" y="1822742"/>
                </a:lnTo>
                <a:lnTo>
                  <a:pt x="220840" y="1822742"/>
                </a:lnTo>
                <a:lnTo>
                  <a:pt x="220840" y="1816392"/>
                </a:lnTo>
                <a:lnTo>
                  <a:pt x="338023" y="1816392"/>
                </a:lnTo>
                <a:lnTo>
                  <a:pt x="338023" y="1641678"/>
                </a:lnTo>
                <a:lnTo>
                  <a:pt x="333375" y="1641678"/>
                </a:lnTo>
                <a:lnTo>
                  <a:pt x="333375" y="1735112"/>
                </a:lnTo>
                <a:lnTo>
                  <a:pt x="225501" y="1735112"/>
                </a:lnTo>
                <a:lnTo>
                  <a:pt x="225501" y="1641678"/>
                </a:lnTo>
                <a:lnTo>
                  <a:pt x="167208" y="1641678"/>
                </a:lnTo>
                <a:lnTo>
                  <a:pt x="167208" y="1735112"/>
                </a:lnTo>
                <a:lnTo>
                  <a:pt x="59334" y="1735112"/>
                </a:lnTo>
                <a:lnTo>
                  <a:pt x="59334" y="1641132"/>
                </a:lnTo>
                <a:lnTo>
                  <a:pt x="718756" y="1641132"/>
                </a:lnTo>
                <a:lnTo>
                  <a:pt x="718756" y="1554111"/>
                </a:lnTo>
                <a:lnTo>
                  <a:pt x="718756" y="1553502"/>
                </a:lnTo>
                <a:lnTo>
                  <a:pt x="718756" y="1460017"/>
                </a:lnTo>
                <a:lnTo>
                  <a:pt x="665695" y="1460017"/>
                </a:lnTo>
                <a:lnTo>
                  <a:pt x="665695" y="1553502"/>
                </a:lnTo>
                <a:lnTo>
                  <a:pt x="557834" y="1553502"/>
                </a:lnTo>
                <a:lnTo>
                  <a:pt x="557834" y="1460017"/>
                </a:lnTo>
                <a:lnTo>
                  <a:pt x="499529" y="1460017"/>
                </a:lnTo>
                <a:lnTo>
                  <a:pt x="499529" y="1553502"/>
                </a:lnTo>
                <a:lnTo>
                  <a:pt x="391668" y="1553502"/>
                </a:lnTo>
                <a:lnTo>
                  <a:pt x="391668" y="1460017"/>
                </a:lnTo>
                <a:lnTo>
                  <a:pt x="333375" y="1460017"/>
                </a:lnTo>
                <a:lnTo>
                  <a:pt x="333375" y="1553502"/>
                </a:lnTo>
                <a:lnTo>
                  <a:pt x="225501" y="1553502"/>
                </a:lnTo>
                <a:lnTo>
                  <a:pt x="225501" y="1460017"/>
                </a:lnTo>
                <a:lnTo>
                  <a:pt x="167208" y="1460017"/>
                </a:lnTo>
                <a:lnTo>
                  <a:pt x="167208" y="1553502"/>
                </a:lnTo>
                <a:lnTo>
                  <a:pt x="59334" y="1553502"/>
                </a:lnTo>
                <a:lnTo>
                  <a:pt x="59334" y="1459522"/>
                </a:lnTo>
                <a:lnTo>
                  <a:pt x="718756" y="1459522"/>
                </a:lnTo>
                <a:lnTo>
                  <a:pt x="718756" y="1372463"/>
                </a:lnTo>
                <a:lnTo>
                  <a:pt x="718756" y="1371892"/>
                </a:lnTo>
                <a:lnTo>
                  <a:pt x="718756" y="1278369"/>
                </a:lnTo>
                <a:lnTo>
                  <a:pt x="665695" y="1278369"/>
                </a:lnTo>
                <a:lnTo>
                  <a:pt x="665695" y="1371892"/>
                </a:lnTo>
                <a:lnTo>
                  <a:pt x="557834" y="1371892"/>
                </a:lnTo>
                <a:lnTo>
                  <a:pt x="557834" y="1278369"/>
                </a:lnTo>
                <a:lnTo>
                  <a:pt x="499529" y="1278369"/>
                </a:lnTo>
                <a:lnTo>
                  <a:pt x="499529" y="1371892"/>
                </a:lnTo>
                <a:lnTo>
                  <a:pt x="391668" y="1371892"/>
                </a:lnTo>
                <a:lnTo>
                  <a:pt x="391668" y="1278369"/>
                </a:lnTo>
                <a:lnTo>
                  <a:pt x="333375" y="1278369"/>
                </a:lnTo>
                <a:lnTo>
                  <a:pt x="333375" y="1371892"/>
                </a:lnTo>
                <a:lnTo>
                  <a:pt x="225501" y="1371892"/>
                </a:lnTo>
                <a:lnTo>
                  <a:pt x="225501" y="1278369"/>
                </a:lnTo>
                <a:lnTo>
                  <a:pt x="167208" y="1278369"/>
                </a:lnTo>
                <a:lnTo>
                  <a:pt x="167208" y="1371892"/>
                </a:lnTo>
                <a:lnTo>
                  <a:pt x="59334" y="1371892"/>
                </a:lnTo>
                <a:lnTo>
                  <a:pt x="59334" y="1277912"/>
                </a:lnTo>
                <a:lnTo>
                  <a:pt x="718756" y="1277912"/>
                </a:lnTo>
                <a:lnTo>
                  <a:pt x="718756" y="1190815"/>
                </a:lnTo>
                <a:lnTo>
                  <a:pt x="718756" y="1190282"/>
                </a:lnTo>
                <a:lnTo>
                  <a:pt x="718756" y="1096721"/>
                </a:lnTo>
                <a:lnTo>
                  <a:pt x="665695" y="1096721"/>
                </a:lnTo>
                <a:lnTo>
                  <a:pt x="665695" y="1190282"/>
                </a:lnTo>
                <a:lnTo>
                  <a:pt x="557834" y="1190282"/>
                </a:lnTo>
                <a:lnTo>
                  <a:pt x="557834" y="1096721"/>
                </a:lnTo>
                <a:lnTo>
                  <a:pt x="499529" y="1096721"/>
                </a:lnTo>
                <a:lnTo>
                  <a:pt x="499529" y="1190282"/>
                </a:lnTo>
                <a:lnTo>
                  <a:pt x="391668" y="1190282"/>
                </a:lnTo>
                <a:lnTo>
                  <a:pt x="391668" y="1096721"/>
                </a:lnTo>
                <a:lnTo>
                  <a:pt x="333375" y="1096721"/>
                </a:lnTo>
                <a:lnTo>
                  <a:pt x="333375" y="1190282"/>
                </a:lnTo>
                <a:lnTo>
                  <a:pt x="225501" y="1190282"/>
                </a:lnTo>
                <a:lnTo>
                  <a:pt x="225501" y="1096721"/>
                </a:lnTo>
                <a:lnTo>
                  <a:pt x="167208" y="1096721"/>
                </a:lnTo>
                <a:lnTo>
                  <a:pt x="167208" y="1190282"/>
                </a:lnTo>
                <a:lnTo>
                  <a:pt x="59334" y="1190282"/>
                </a:lnTo>
                <a:lnTo>
                  <a:pt x="59334" y="1096302"/>
                </a:lnTo>
                <a:lnTo>
                  <a:pt x="718756" y="1096302"/>
                </a:lnTo>
                <a:lnTo>
                  <a:pt x="718756" y="1009167"/>
                </a:lnTo>
                <a:lnTo>
                  <a:pt x="718756" y="1008672"/>
                </a:lnTo>
                <a:lnTo>
                  <a:pt x="718756" y="915098"/>
                </a:lnTo>
                <a:lnTo>
                  <a:pt x="665695" y="915098"/>
                </a:lnTo>
                <a:lnTo>
                  <a:pt x="665695" y="1008672"/>
                </a:lnTo>
                <a:lnTo>
                  <a:pt x="557834" y="1008672"/>
                </a:lnTo>
                <a:lnTo>
                  <a:pt x="557834" y="915098"/>
                </a:lnTo>
                <a:lnTo>
                  <a:pt x="499529" y="915098"/>
                </a:lnTo>
                <a:lnTo>
                  <a:pt x="499529" y="1008672"/>
                </a:lnTo>
                <a:lnTo>
                  <a:pt x="391668" y="1008672"/>
                </a:lnTo>
                <a:lnTo>
                  <a:pt x="391668" y="915098"/>
                </a:lnTo>
                <a:lnTo>
                  <a:pt x="333375" y="915098"/>
                </a:lnTo>
                <a:lnTo>
                  <a:pt x="333375" y="1008672"/>
                </a:lnTo>
                <a:lnTo>
                  <a:pt x="225501" y="1008672"/>
                </a:lnTo>
                <a:lnTo>
                  <a:pt x="225501" y="915098"/>
                </a:lnTo>
                <a:lnTo>
                  <a:pt x="167208" y="915098"/>
                </a:lnTo>
                <a:lnTo>
                  <a:pt x="167208" y="1008672"/>
                </a:lnTo>
                <a:lnTo>
                  <a:pt x="59334" y="1008672"/>
                </a:lnTo>
                <a:lnTo>
                  <a:pt x="59334" y="914692"/>
                </a:lnTo>
                <a:lnTo>
                  <a:pt x="718756" y="914692"/>
                </a:lnTo>
                <a:lnTo>
                  <a:pt x="718756" y="834682"/>
                </a:lnTo>
                <a:lnTo>
                  <a:pt x="718756" y="827532"/>
                </a:lnTo>
                <a:lnTo>
                  <a:pt x="718756" y="827062"/>
                </a:lnTo>
                <a:lnTo>
                  <a:pt x="718756" y="733437"/>
                </a:lnTo>
                <a:lnTo>
                  <a:pt x="665695" y="733437"/>
                </a:lnTo>
                <a:lnTo>
                  <a:pt x="665695" y="827062"/>
                </a:lnTo>
                <a:lnTo>
                  <a:pt x="557834" y="827062"/>
                </a:lnTo>
                <a:lnTo>
                  <a:pt x="557834" y="733437"/>
                </a:lnTo>
                <a:lnTo>
                  <a:pt x="499529" y="733437"/>
                </a:lnTo>
                <a:lnTo>
                  <a:pt x="499529" y="827062"/>
                </a:lnTo>
                <a:lnTo>
                  <a:pt x="391668" y="827062"/>
                </a:lnTo>
                <a:lnTo>
                  <a:pt x="391668" y="733082"/>
                </a:lnTo>
                <a:lnTo>
                  <a:pt x="718756" y="733082"/>
                </a:lnTo>
                <a:lnTo>
                  <a:pt x="718756" y="726732"/>
                </a:lnTo>
                <a:lnTo>
                  <a:pt x="718756" y="645871"/>
                </a:lnTo>
                <a:lnTo>
                  <a:pt x="718756" y="645452"/>
                </a:lnTo>
                <a:lnTo>
                  <a:pt x="718756" y="551789"/>
                </a:lnTo>
                <a:lnTo>
                  <a:pt x="665695" y="551789"/>
                </a:lnTo>
                <a:lnTo>
                  <a:pt x="665695" y="645452"/>
                </a:lnTo>
                <a:lnTo>
                  <a:pt x="557834" y="645452"/>
                </a:lnTo>
                <a:lnTo>
                  <a:pt x="557834" y="551789"/>
                </a:lnTo>
                <a:lnTo>
                  <a:pt x="499529" y="551789"/>
                </a:lnTo>
                <a:lnTo>
                  <a:pt x="499529" y="645452"/>
                </a:lnTo>
                <a:lnTo>
                  <a:pt x="391668" y="645452"/>
                </a:lnTo>
                <a:lnTo>
                  <a:pt x="391668" y="551789"/>
                </a:lnTo>
                <a:lnTo>
                  <a:pt x="338023" y="551789"/>
                </a:lnTo>
                <a:lnTo>
                  <a:pt x="338023" y="726732"/>
                </a:lnTo>
                <a:lnTo>
                  <a:pt x="338023" y="733082"/>
                </a:lnTo>
                <a:lnTo>
                  <a:pt x="338023" y="827062"/>
                </a:lnTo>
                <a:lnTo>
                  <a:pt x="338023" y="834682"/>
                </a:lnTo>
                <a:lnTo>
                  <a:pt x="220840" y="834682"/>
                </a:lnTo>
                <a:lnTo>
                  <a:pt x="220840" y="827532"/>
                </a:lnTo>
                <a:lnTo>
                  <a:pt x="220840" y="827062"/>
                </a:lnTo>
                <a:lnTo>
                  <a:pt x="220840" y="733437"/>
                </a:lnTo>
                <a:lnTo>
                  <a:pt x="167208" y="733437"/>
                </a:lnTo>
                <a:lnTo>
                  <a:pt x="167208" y="827062"/>
                </a:lnTo>
                <a:lnTo>
                  <a:pt x="59334" y="827062"/>
                </a:lnTo>
                <a:lnTo>
                  <a:pt x="59334" y="733082"/>
                </a:lnTo>
                <a:lnTo>
                  <a:pt x="220840" y="733082"/>
                </a:lnTo>
                <a:lnTo>
                  <a:pt x="220840" y="726732"/>
                </a:lnTo>
                <a:lnTo>
                  <a:pt x="338023" y="726732"/>
                </a:lnTo>
                <a:lnTo>
                  <a:pt x="338023" y="551789"/>
                </a:lnTo>
                <a:lnTo>
                  <a:pt x="333375" y="551789"/>
                </a:lnTo>
                <a:lnTo>
                  <a:pt x="333375" y="645452"/>
                </a:lnTo>
                <a:lnTo>
                  <a:pt x="225501" y="645452"/>
                </a:lnTo>
                <a:lnTo>
                  <a:pt x="225501" y="551789"/>
                </a:lnTo>
                <a:lnTo>
                  <a:pt x="167208" y="551789"/>
                </a:lnTo>
                <a:lnTo>
                  <a:pt x="167208" y="645452"/>
                </a:lnTo>
                <a:lnTo>
                  <a:pt x="59334" y="645452"/>
                </a:lnTo>
                <a:lnTo>
                  <a:pt x="59334" y="551472"/>
                </a:lnTo>
                <a:lnTo>
                  <a:pt x="718756" y="551472"/>
                </a:lnTo>
                <a:lnTo>
                  <a:pt x="718756" y="451142"/>
                </a:lnTo>
                <a:close/>
              </a:path>
            </a:pathLst>
          </a:custGeom>
          <a:solidFill>
            <a:srgbClr val="92C4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920656" y="6815296"/>
            <a:ext cx="12065" cy="40640"/>
          </a:xfrm>
          <a:custGeom>
            <a:avLst/>
            <a:gdLst/>
            <a:ahLst/>
            <a:cxnLst/>
            <a:rect l="l" t="t" r="r" b="b"/>
            <a:pathLst>
              <a:path w="12064" h="40640">
                <a:moveTo>
                  <a:pt x="0" y="40640"/>
                </a:moveTo>
                <a:lnTo>
                  <a:pt x="12062" y="40640"/>
                </a:lnTo>
                <a:lnTo>
                  <a:pt x="12062" y="0"/>
                </a:lnTo>
                <a:lnTo>
                  <a:pt x="0" y="0"/>
                </a:lnTo>
                <a:lnTo>
                  <a:pt x="0" y="40640"/>
                </a:lnTo>
                <a:close/>
              </a:path>
            </a:pathLst>
          </a:custGeom>
          <a:solidFill>
            <a:srgbClr val="92C4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4213948" y="5079117"/>
            <a:ext cx="718820" cy="1736089"/>
          </a:xfrm>
          <a:custGeom>
            <a:avLst/>
            <a:gdLst/>
            <a:ahLst/>
            <a:cxnLst/>
            <a:rect l="l" t="t" r="r" b="b"/>
            <a:pathLst>
              <a:path w="718820" h="1736090">
                <a:moveTo>
                  <a:pt x="220840" y="733437"/>
                </a:moveTo>
                <a:lnTo>
                  <a:pt x="167208" y="733437"/>
                </a:lnTo>
                <a:lnTo>
                  <a:pt x="167208" y="827519"/>
                </a:lnTo>
                <a:lnTo>
                  <a:pt x="220840" y="827519"/>
                </a:lnTo>
                <a:lnTo>
                  <a:pt x="220840" y="733437"/>
                </a:lnTo>
                <a:close/>
              </a:path>
              <a:path w="718820" h="1736090">
                <a:moveTo>
                  <a:pt x="225501" y="1096721"/>
                </a:moveTo>
                <a:lnTo>
                  <a:pt x="167208" y="1096721"/>
                </a:lnTo>
                <a:lnTo>
                  <a:pt x="167208" y="1190815"/>
                </a:lnTo>
                <a:lnTo>
                  <a:pt x="225501" y="1190815"/>
                </a:lnTo>
                <a:lnTo>
                  <a:pt x="225501" y="1096721"/>
                </a:lnTo>
                <a:close/>
              </a:path>
              <a:path w="718820" h="1736090">
                <a:moveTo>
                  <a:pt x="391668" y="1096721"/>
                </a:moveTo>
                <a:lnTo>
                  <a:pt x="333375" y="1096721"/>
                </a:lnTo>
                <a:lnTo>
                  <a:pt x="333375" y="1190815"/>
                </a:lnTo>
                <a:lnTo>
                  <a:pt x="391668" y="1190815"/>
                </a:lnTo>
                <a:lnTo>
                  <a:pt x="391668" y="1096721"/>
                </a:lnTo>
                <a:close/>
              </a:path>
              <a:path w="718820" h="1736090">
                <a:moveTo>
                  <a:pt x="557834" y="1096721"/>
                </a:moveTo>
                <a:lnTo>
                  <a:pt x="499529" y="1096721"/>
                </a:lnTo>
                <a:lnTo>
                  <a:pt x="499529" y="1190815"/>
                </a:lnTo>
                <a:lnTo>
                  <a:pt x="557834" y="1190815"/>
                </a:lnTo>
                <a:lnTo>
                  <a:pt x="557834" y="1096721"/>
                </a:lnTo>
                <a:close/>
              </a:path>
              <a:path w="718820" h="1736090">
                <a:moveTo>
                  <a:pt x="557834" y="915085"/>
                </a:moveTo>
                <a:lnTo>
                  <a:pt x="499529" y="915085"/>
                </a:lnTo>
                <a:lnTo>
                  <a:pt x="499529" y="1009154"/>
                </a:lnTo>
                <a:lnTo>
                  <a:pt x="557834" y="1009154"/>
                </a:lnTo>
                <a:lnTo>
                  <a:pt x="557834" y="915085"/>
                </a:lnTo>
                <a:close/>
              </a:path>
              <a:path w="718820" h="1736090">
                <a:moveTo>
                  <a:pt x="557834" y="733437"/>
                </a:moveTo>
                <a:lnTo>
                  <a:pt x="499529" y="733437"/>
                </a:lnTo>
                <a:lnTo>
                  <a:pt x="499529" y="827519"/>
                </a:lnTo>
                <a:lnTo>
                  <a:pt x="557834" y="827519"/>
                </a:lnTo>
                <a:lnTo>
                  <a:pt x="557834" y="733437"/>
                </a:lnTo>
                <a:close/>
              </a:path>
              <a:path w="718820" h="1736090">
                <a:moveTo>
                  <a:pt x="599579" y="265150"/>
                </a:moveTo>
                <a:lnTo>
                  <a:pt x="370738" y="265150"/>
                </a:lnTo>
                <a:lnTo>
                  <a:pt x="370738" y="0"/>
                </a:lnTo>
                <a:lnTo>
                  <a:pt x="339153" y="0"/>
                </a:lnTo>
                <a:lnTo>
                  <a:pt x="339153" y="265150"/>
                </a:lnTo>
                <a:lnTo>
                  <a:pt x="119202" y="265150"/>
                </a:lnTo>
                <a:lnTo>
                  <a:pt x="119202" y="451751"/>
                </a:lnTo>
                <a:lnTo>
                  <a:pt x="599579" y="451751"/>
                </a:lnTo>
                <a:lnTo>
                  <a:pt x="599579" y="265150"/>
                </a:lnTo>
                <a:close/>
              </a:path>
              <a:path w="718820" h="1736090">
                <a:moveTo>
                  <a:pt x="718769" y="1096721"/>
                </a:moveTo>
                <a:lnTo>
                  <a:pt x="665695" y="1096721"/>
                </a:lnTo>
                <a:lnTo>
                  <a:pt x="665695" y="1190815"/>
                </a:lnTo>
                <a:lnTo>
                  <a:pt x="718769" y="1190815"/>
                </a:lnTo>
                <a:lnTo>
                  <a:pt x="718769" y="1096721"/>
                </a:lnTo>
                <a:close/>
              </a:path>
              <a:path w="718820" h="1736090">
                <a:moveTo>
                  <a:pt x="718769" y="915085"/>
                </a:moveTo>
                <a:lnTo>
                  <a:pt x="665695" y="915085"/>
                </a:lnTo>
                <a:lnTo>
                  <a:pt x="665695" y="1009154"/>
                </a:lnTo>
                <a:lnTo>
                  <a:pt x="718769" y="1009154"/>
                </a:lnTo>
                <a:lnTo>
                  <a:pt x="718769" y="915085"/>
                </a:lnTo>
                <a:close/>
              </a:path>
              <a:path w="718820" h="1736090">
                <a:moveTo>
                  <a:pt x="718769" y="733437"/>
                </a:moveTo>
                <a:lnTo>
                  <a:pt x="665695" y="733437"/>
                </a:lnTo>
                <a:lnTo>
                  <a:pt x="665695" y="827519"/>
                </a:lnTo>
                <a:lnTo>
                  <a:pt x="718769" y="827519"/>
                </a:lnTo>
                <a:lnTo>
                  <a:pt x="718769" y="733437"/>
                </a:lnTo>
                <a:close/>
              </a:path>
              <a:path w="718820" h="1736090">
                <a:moveTo>
                  <a:pt x="718769" y="452208"/>
                </a:moveTo>
                <a:lnTo>
                  <a:pt x="0" y="452208"/>
                </a:lnTo>
                <a:lnTo>
                  <a:pt x="0" y="551268"/>
                </a:lnTo>
                <a:lnTo>
                  <a:pt x="0" y="645248"/>
                </a:lnTo>
                <a:lnTo>
                  <a:pt x="0" y="1614258"/>
                </a:lnTo>
                <a:lnTo>
                  <a:pt x="706704" y="1614258"/>
                </a:lnTo>
                <a:lnTo>
                  <a:pt x="706704" y="1641678"/>
                </a:lnTo>
                <a:lnTo>
                  <a:pt x="706704" y="1642198"/>
                </a:lnTo>
                <a:lnTo>
                  <a:pt x="706704" y="1735747"/>
                </a:lnTo>
                <a:lnTo>
                  <a:pt x="718769" y="1735747"/>
                </a:lnTo>
                <a:lnTo>
                  <a:pt x="718769" y="1642198"/>
                </a:lnTo>
                <a:lnTo>
                  <a:pt x="718769" y="1641678"/>
                </a:lnTo>
                <a:lnTo>
                  <a:pt x="718769" y="1614258"/>
                </a:lnTo>
                <a:lnTo>
                  <a:pt x="718769" y="1554568"/>
                </a:lnTo>
                <a:lnTo>
                  <a:pt x="59334" y="1554568"/>
                </a:lnTo>
                <a:lnTo>
                  <a:pt x="59334" y="1460588"/>
                </a:lnTo>
                <a:lnTo>
                  <a:pt x="167208" y="1460588"/>
                </a:lnTo>
                <a:lnTo>
                  <a:pt x="167208" y="1554111"/>
                </a:lnTo>
                <a:lnTo>
                  <a:pt x="225501" y="1554111"/>
                </a:lnTo>
                <a:lnTo>
                  <a:pt x="225501" y="1460588"/>
                </a:lnTo>
                <a:lnTo>
                  <a:pt x="333375" y="1460588"/>
                </a:lnTo>
                <a:lnTo>
                  <a:pt x="333375" y="1554111"/>
                </a:lnTo>
                <a:lnTo>
                  <a:pt x="391668" y="1554111"/>
                </a:lnTo>
                <a:lnTo>
                  <a:pt x="391668" y="1460588"/>
                </a:lnTo>
                <a:lnTo>
                  <a:pt x="499529" y="1460588"/>
                </a:lnTo>
                <a:lnTo>
                  <a:pt x="499529" y="1554111"/>
                </a:lnTo>
                <a:lnTo>
                  <a:pt x="557834" y="1554111"/>
                </a:lnTo>
                <a:lnTo>
                  <a:pt x="557834" y="1460588"/>
                </a:lnTo>
                <a:lnTo>
                  <a:pt x="665695" y="1460588"/>
                </a:lnTo>
                <a:lnTo>
                  <a:pt x="665695" y="1554111"/>
                </a:lnTo>
                <a:lnTo>
                  <a:pt x="718769" y="1554111"/>
                </a:lnTo>
                <a:lnTo>
                  <a:pt x="718769" y="1460588"/>
                </a:lnTo>
                <a:lnTo>
                  <a:pt x="718769" y="1460017"/>
                </a:lnTo>
                <a:lnTo>
                  <a:pt x="718769" y="1372958"/>
                </a:lnTo>
                <a:lnTo>
                  <a:pt x="391668" y="1372958"/>
                </a:lnTo>
                <a:lnTo>
                  <a:pt x="391668" y="1278978"/>
                </a:lnTo>
                <a:lnTo>
                  <a:pt x="499529" y="1278978"/>
                </a:lnTo>
                <a:lnTo>
                  <a:pt x="499529" y="1372476"/>
                </a:lnTo>
                <a:lnTo>
                  <a:pt x="557834" y="1372476"/>
                </a:lnTo>
                <a:lnTo>
                  <a:pt x="557834" y="1278978"/>
                </a:lnTo>
                <a:lnTo>
                  <a:pt x="665695" y="1278978"/>
                </a:lnTo>
                <a:lnTo>
                  <a:pt x="665695" y="1372476"/>
                </a:lnTo>
                <a:lnTo>
                  <a:pt x="718769" y="1372476"/>
                </a:lnTo>
                <a:lnTo>
                  <a:pt x="718769" y="1278978"/>
                </a:lnTo>
                <a:lnTo>
                  <a:pt x="718769" y="1278382"/>
                </a:lnTo>
                <a:lnTo>
                  <a:pt x="718769" y="1191348"/>
                </a:lnTo>
                <a:lnTo>
                  <a:pt x="333375" y="1191348"/>
                </a:lnTo>
                <a:lnTo>
                  <a:pt x="333375" y="1278978"/>
                </a:lnTo>
                <a:lnTo>
                  <a:pt x="333375" y="1372958"/>
                </a:lnTo>
                <a:lnTo>
                  <a:pt x="225501" y="1372958"/>
                </a:lnTo>
                <a:lnTo>
                  <a:pt x="225501" y="1278978"/>
                </a:lnTo>
                <a:lnTo>
                  <a:pt x="333375" y="1278978"/>
                </a:lnTo>
                <a:lnTo>
                  <a:pt x="333375" y="1191348"/>
                </a:lnTo>
                <a:lnTo>
                  <a:pt x="167208" y="1191348"/>
                </a:lnTo>
                <a:lnTo>
                  <a:pt x="167208" y="1278978"/>
                </a:lnTo>
                <a:lnTo>
                  <a:pt x="167208" y="1372958"/>
                </a:lnTo>
                <a:lnTo>
                  <a:pt x="59334" y="1372958"/>
                </a:lnTo>
                <a:lnTo>
                  <a:pt x="59334" y="1278978"/>
                </a:lnTo>
                <a:lnTo>
                  <a:pt x="167208" y="1278978"/>
                </a:lnTo>
                <a:lnTo>
                  <a:pt x="167208" y="1191348"/>
                </a:lnTo>
                <a:lnTo>
                  <a:pt x="59334" y="1191348"/>
                </a:lnTo>
                <a:lnTo>
                  <a:pt x="59334" y="1096098"/>
                </a:lnTo>
                <a:lnTo>
                  <a:pt x="718769" y="1096098"/>
                </a:lnTo>
                <a:lnTo>
                  <a:pt x="718769" y="1009738"/>
                </a:lnTo>
                <a:lnTo>
                  <a:pt x="391668" y="1009738"/>
                </a:lnTo>
                <a:lnTo>
                  <a:pt x="391668" y="914488"/>
                </a:lnTo>
                <a:lnTo>
                  <a:pt x="718769" y="914488"/>
                </a:lnTo>
                <a:lnTo>
                  <a:pt x="718769" y="834478"/>
                </a:lnTo>
                <a:lnTo>
                  <a:pt x="718769" y="828128"/>
                </a:lnTo>
                <a:lnTo>
                  <a:pt x="391668" y="828128"/>
                </a:lnTo>
                <a:lnTo>
                  <a:pt x="391668" y="732878"/>
                </a:lnTo>
                <a:lnTo>
                  <a:pt x="718769" y="732878"/>
                </a:lnTo>
                <a:lnTo>
                  <a:pt x="718769" y="726528"/>
                </a:lnTo>
                <a:lnTo>
                  <a:pt x="718769" y="645871"/>
                </a:lnTo>
                <a:lnTo>
                  <a:pt x="718769" y="645248"/>
                </a:lnTo>
                <a:lnTo>
                  <a:pt x="718769" y="551789"/>
                </a:lnTo>
                <a:lnTo>
                  <a:pt x="665695" y="551789"/>
                </a:lnTo>
                <a:lnTo>
                  <a:pt x="665695" y="645248"/>
                </a:lnTo>
                <a:lnTo>
                  <a:pt x="557834" y="645248"/>
                </a:lnTo>
                <a:lnTo>
                  <a:pt x="557834" y="551789"/>
                </a:lnTo>
                <a:lnTo>
                  <a:pt x="499529" y="551789"/>
                </a:lnTo>
                <a:lnTo>
                  <a:pt x="499529" y="645248"/>
                </a:lnTo>
                <a:lnTo>
                  <a:pt x="391668" y="645248"/>
                </a:lnTo>
                <a:lnTo>
                  <a:pt x="391668" y="551789"/>
                </a:lnTo>
                <a:lnTo>
                  <a:pt x="338035" y="551789"/>
                </a:lnTo>
                <a:lnTo>
                  <a:pt x="338035" y="726528"/>
                </a:lnTo>
                <a:lnTo>
                  <a:pt x="338035" y="732878"/>
                </a:lnTo>
                <a:lnTo>
                  <a:pt x="338035" y="828128"/>
                </a:lnTo>
                <a:lnTo>
                  <a:pt x="338035" y="834478"/>
                </a:lnTo>
                <a:lnTo>
                  <a:pt x="333375" y="834478"/>
                </a:lnTo>
                <a:lnTo>
                  <a:pt x="333375" y="914488"/>
                </a:lnTo>
                <a:lnTo>
                  <a:pt x="333375" y="1009738"/>
                </a:lnTo>
                <a:lnTo>
                  <a:pt x="225501" y="1009738"/>
                </a:lnTo>
                <a:lnTo>
                  <a:pt x="225501" y="914488"/>
                </a:lnTo>
                <a:lnTo>
                  <a:pt x="333375" y="914488"/>
                </a:lnTo>
                <a:lnTo>
                  <a:pt x="333375" y="834478"/>
                </a:lnTo>
                <a:lnTo>
                  <a:pt x="220840" y="834478"/>
                </a:lnTo>
                <a:lnTo>
                  <a:pt x="220840" y="828128"/>
                </a:lnTo>
                <a:lnTo>
                  <a:pt x="167208" y="828128"/>
                </a:lnTo>
                <a:lnTo>
                  <a:pt x="167208" y="914488"/>
                </a:lnTo>
                <a:lnTo>
                  <a:pt x="167208" y="1009738"/>
                </a:lnTo>
                <a:lnTo>
                  <a:pt x="59334" y="1009738"/>
                </a:lnTo>
                <a:lnTo>
                  <a:pt x="59334" y="914488"/>
                </a:lnTo>
                <a:lnTo>
                  <a:pt x="167208" y="914488"/>
                </a:lnTo>
                <a:lnTo>
                  <a:pt x="167208" y="828128"/>
                </a:lnTo>
                <a:lnTo>
                  <a:pt x="59334" y="828128"/>
                </a:lnTo>
                <a:lnTo>
                  <a:pt x="59334" y="732878"/>
                </a:lnTo>
                <a:lnTo>
                  <a:pt x="220840" y="732878"/>
                </a:lnTo>
                <a:lnTo>
                  <a:pt x="220840" y="726528"/>
                </a:lnTo>
                <a:lnTo>
                  <a:pt x="338035" y="726528"/>
                </a:lnTo>
                <a:lnTo>
                  <a:pt x="338035" y="551789"/>
                </a:lnTo>
                <a:lnTo>
                  <a:pt x="333375" y="551789"/>
                </a:lnTo>
                <a:lnTo>
                  <a:pt x="333375" y="645248"/>
                </a:lnTo>
                <a:lnTo>
                  <a:pt x="225501" y="645248"/>
                </a:lnTo>
                <a:lnTo>
                  <a:pt x="225501" y="551789"/>
                </a:lnTo>
                <a:lnTo>
                  <a:pt x="167208" y="551789"/>
                </a:lnTo>
                <a:lnTo>
                  <a:pt x="167208" y="645248"/>
                </a:lnTo>
                <a:lnTo>
                  <a:pt x="59334" y="645248"/>
                </a:lnTo>
                <a:lnTo>
                  <a:pt x="59334" y="551268"/>
                </a:lnTo>
                <a:lnTo>
                  <a:pt x="718769" y="551268"/>
                </a:lnTo>
                <a:lnTo>
                  <a:pt x="718769" y="452208"/>
                </a:lnTo>
                <a:close/>
              </a:path>
            </a:pathLst>
          </a:custGeom>
          <a:solidFill>
            <a:srgbClr val="92C4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5204898" y="5259431"/>
            <a:ext cx="718820" cy="2647315"/>
          </a:xfrm>
          <a:custGeom>
            <a:avLst/>
            <a:gdLst/>
            <a:ahLst/>
            <a:cxnLst/>
            <a:rect l="l" t="t" r="r" b="b"/>
            <a:pathLst>
              <a:path w="718819" h="2647315">
                <a:moveTo>
                  <a:pt x="225501" y="1278369"/>
                </a:moveTo>
                <a:lnTo>
                  <a:pt x="167220" y="1278369"/>
                </a:lnTo>
                <a:lnTo>
                  <a:pt x="167220" y="1372463"/>
                </a:lnTo>
                <a:lnTo>
                  <a:pt x="225501" y="1372463"/>
                </a:lnTo>
                <a:lnTo>
                  <a:pt x="225501" y="1278369"/>
                </a:lnTo>
                <a:close/>
              </a:path>
              <a:path w="718819" h="2647315">
                <a:moveTo>
                  <a:pt x="225501" y="1096721"/>
                </a:moveTo>
                <a:lnTo>
                  <a:pt x="167220" y="1096721"/>
                </a:lnTo>
                <a:lnTo>
                  <a:pt x="167220" y="1190802"/>
                </a:lnTo>
                <a:lnTo>
                  <a:pt x="225501" y="1190802"/>
                </a:lnTo>
                <a:lnTo>
                  <a:pt x="225501" y="1096721"/>
                </a:lnTo>
                <a:close/>
              </a:path>
              <a:path w="718819" h="2647315">
                <a:moveTo>
                  <a:pt x="225501" y="915085"/>
                </a:moveTo>
                <a:lnTo>
                  <a:pt x="167220" y="915085"/>
                </a:lnTo>
                <a:lnTo>
                  <a:pt x="167220" y="1009154"/>
                </a:lnTo>
                <a:lnTo>
                  <a:pt x="225501" y="1009154"/>
                </a:lnTo>
                <a:lnTo>
                  <a:pt x="225501" y="915085"/>
                </a:lnTo>
                <a:close/>
              </a:path>
              <a:path w="718819" h="2647315">
                <a:moveTo>
                  <a:pt x="391680" y="1278369"/>
                </a:moveTo>
                <a:lnTo>
                  <a:pt x="333375" y="1278369"/>
                </a:lnTo>
                <a:lnTo>
                  <a:pt x="333375" y="1372463"/>
                </a:lnTo>
                <a:lnTo>
                  <a:pt x="391680" y="1372463"/>
                </a:lnTo>
                <a:lnTo>
                  <a:pt x="391680" y="1278369"/>
                </a:lnTo>
                <a:close/>
              </a:path>
              <a:path w="718819" h="2647315">
                <a:moveTo>
                  <a:pt x="391680" y="1096721"/>
                </a:moveTo>
                <a:lnTo>
                  <a:pt x="333375" y="1096721"/>
                </a:lnTo>
                <a:lnTo>
                  <a:pt x="333375" y="1190802"/>
                </a:lnTo>
                <a:lnTo>
                  <a:pt x="391680" y="1190802"/>
                </a:lnTo>
                <a:lnTo>
                  <a:pt x="391680" y="1096721"/>
                </a:lnTo>
                <a:close/>
              </a:path>
              <a:path w="718819" h="2647315">
                <a:moveTo>
                  <a:pt x="391680" y="915085"/>
                </a:moveTo>
                <a:lnTo>
                  <a:pt x="333375" y="915085"/>
                </a:lnTo>
                <a:lnTo>
                  <a:pt x="333375" y="1009154"/>
                </a:lnTo>
                <a:lnTo>
                  <a:pt x="391680" y="1009154"/>
                </a:lnTo>
                <a:lnTo>
                  <a:pt x="391680" y="915085"/>
                </a:lnTo>
                <a:close/>
              </a:path>
              <a:path w="718819" h="2647315">
                <a:moveTo>
                  <a:pt x="557847" y="1278369"/>
                </a:moveTo>
                <a:lnTo>
                  <a:pt x="499541" y="1278369"/>
                </a:lnTo>
                <a:lnTo>
                  <a:pt x="499541" y="1372463"/>
                </a:lnTo>
                <a:lnTo>
                  <a:pt x="557847" y="1372463"/>
                </a:lnTo>
                <a:lnTo>
                  <a:pt x="557847" y="1278369"/>
                </a:lnTo>
                <a:close/>
              </a:path>
              <a:path w="718819" h="2647315">
                <a:moveTo>
                  <a:pt x="557847" y="1096721"/>
                </a:moveTo>
                <a:lnTo>
                  <a:pt x="499541" y="1096721"/>
                </a:lnTo>
                <a:lnTo>
                  <a:pt x="499541" y="1190802"/>
                </a:lnTo>
                <a:lnTo>
                  <a:pt x="557847" y="1190802"/>
                </a:lnTo>
                <a:lnTo>
                  <a:pt x="557847" y="1096721"/>
                </a:lnTo>
                <a:close/>
              </a:path>
              <a:path w="718819" h="2647315">
                <a:moveTo>
                  <a:pt x="557847" y="915085"/>
                </a:moveTo>
                <a:lnTo>
                  <a:pt x="499541" y="915085"/>
                </a:lnTo>
                <a:lnTo>
                  <a:pt x="499541" y="1009154"/>
                </a:lnTo>
                <a:lnTo>
                  <a:pt x="557847" y="1009154"/>
                </a:lnTo>
                <a:lnTo>
                  <a:pt x="557847" y="915085"/>
                </a:lnTo>
                <a:close/>
              </a:path>
              <a:path w="718819" h="2647315">
                <a:moveTo>
                  <a:pt x="599579" y="265150"/>
                </a:moveTo>
                <a:lnTo>
                  <a:pt x="370738" y="265150"/>
                </a:lnTo>
                <a:lnTo>
                  <a:pt x="370738" y="0"/>
                </a:lnTo>
                <a:lnTo>
                  <a:pt x="339153" y="0"/>
                </a:lnTo>
                <a:lnTo>
                  <a:pt x="339153" y="265150"/>
                </a:lnTo>
                <a:lnTo>
                  <a:pt x="119202" y="265150"/>
                </a:lnTo>
                <a:lnTo>
                  <a:pt x="119202" y="451751"/>
                </a:lnTo>
                <a:lnTo>
                  <a:pt x="599579" y="451751"/>
                </a:lnTo>
                <a:lnTo>
                  <a:pt x="599579" y="265150"/>
                </a:lnTo>
                <a:close/>
              </a:path>
              <a:path w="718819" h="2647315">
                <a:moveTo>
                  <a:pt x="718769" y="1278369"/>
                </a:moveTo>
                <a:lnTo>
                  <a:pt x="665708" y="1278369"/>
                </a:lnTo>
                <a:lnTo>
                  <a:pt x="665708" y="1372463"/>
                </a:lnTo>
                <a:lnTo>
                  <a:pt x="718769" y="1372463"/>
                </a:lnTo>
                <a:lnTo>
                  <a:pt x="718769" y="1278369"/>
                </a:lnTo>
                <a:close/>
              </a:path>
              <a:path w="718819" h="2647315">
                <a:moveTo>
                  <a:pt x="718769" y="1096721"/>
                </a:moveTo>
                <a:lnTo>
                  <a:pt x="665708" y="1096721"/>
                </a:lnTo>
                <a:lnTo>
                  <a:pt x="665708" y="1190802"/>
                </a:lnTo>
                <a:lnTo>
                  <a:pt x="718769" y="1190802"/>
                </a:lnTo>
                <a:lnTo>
                  <a:pt x="718769" y="1096721"/>
                </a:lnTo>
                <a:close/>
              </a:path>
              <a:path w="718819" h="2647315">
                <a:moveTo>
                  <a:pt x="718769" y="915085"/>
                </a:moveTo>
                <a:lnTo>
                  <a:pt x="665708" y="915085"/>
                </a:lnTo>
                <a:lnTo>
                  <a:pt x="665708" y="1009154"/>
                </a:lnTo>
                <a:lnTo>
                  <a:pt x="718769" y="1009154"/>
                </a:lnTo>
                <a:lnTo>
                  <a:pt x="718769" y="915085"/>
                </a:lnTo>
                <a:close/>
              </a:path>
              <a:path w="718819" h="2647315">
                <a:moveTo>
                  <a:pt x="718769" y="452234"/>
                </a:moveTo>
                <a:lnTo>
                  <a:pt x="0" y="452234"/>
                </a:lnTo>
                <a:lnTo>
                  <a:pt x="0" y="551294"/>
                </a:lnTo>
                <a:lnTo>
                  <a:pt x="0" y="645274"/>
                </a:lnTo>
                <a:lnTo>
                  <a:pt x="0" y="2646794"/>
                </a:lnTo>
                <a:lnTo>
                  <a:pt x="718769" y="2646794"/>
                </a:lnTo>
                <a:lnTo>
                  <a:pt x="718769" y="1924164"/>
                </a:lnTo>
                <a:lnTo>
                  <a:pt x="718769" y="1917814"/>
                </a:lnTo>
                <a:lnTo>
                  <a:pt x="391680" y="1917814"/>
                </a:lnTo>
                <a:lnTo>
                  <a:pt x="391680" y="1823834"/>
                </a:lnTo>
                <a:lnTo>
                  <a:pt x="499541" y="1823834"/>
                </a:lnTo>
                <a:lnTo>
                  <a:pt x="499541" y="1917395"/>
                </a:lnTo>
                <a:lnTo>
                  <a:pt x="557847" y="1917395"/>
                </a:lnTo>
                <a:lnTo>
                  <a:pt x="557847" y="1823834"/>
                </a:lnTo>
                <a:lnTo>
                  <a:pt x="665708" y="1823834"/>
                </a:lnTo>
                <a:lnTo>
                  <a:pt x="665708" y="1917395"/>
                </a:lnTo>
                <a:lnTo>
                  <a:pt x="718769" y="1917395"/>
                </a:lnTo>
                <a:lnTo>
                  <a:pt x="718769" y="1823834"/>
                </a:lnTo>
                <a:lnTo>
                  <a:pt x="718769" y="1823326"/>
                </a:lnTo>
                <a:lnTo>
                  <a:pt x="718769" y="1816214"/>
                </a:lnTo>
                <a:lnTo>
                  <a:pt x="718769" y="1736204"/>
                </a:lnTo>
                <a:lnTo>
                  <a:pt x="338035" y="1736204"/>
                </a:lnTo>
                <a:lnTo>
                  <a:pt x="338035" y="1816214"/>
                </a:lnTo>
                <a:lnTo>
                  <a:pt x="338035" y="1823834"/>
                </a:lnTo>
                <a:lnTo>
                  <a:pt x="338035" y="1917814"/>
                </a:lnTo>
                <a:lnTo>
                  <a:pt x="338035" y="1924164"/>
                </a:lnTo>
                <a:lnTo>
                  <a:pt x="220853" y="1924164"/>
                </a:lnTo>
                <a:lnTo>
                  <a:pt x="220853" y="1917814"/>
                </a:lnTo>
                <a:lnTo>
                  <a:pt x="59347" y="1917814"/>
                </a:lnTo>
                <a:lnTo>
                  <a:pt x="59347" y="1823834"/>
                </a:lnTo>
                <a:lnTo>
                  <a:pt x="167220" y="1823834"/>
                </a:lnTo>
                <a:lnTo>
                  <a:pt x="167220" y="1917395"/>
                </a:lnTo>
                <a:lnTo>
                  <a:pt x="220853" y="1917395"/>
                </a:lnTo>
                <a:lnTo>
                  <a:pt x="220853" y="1823834"/>
                </a:lnTo>
                <a:lnTo>
                  <a:pt x="220853" y="1823326"/>
                </a:lnTo>
                <a:lnTo>
                  <a:pt x="220853" y="1816214"/>
                </a:lnTo>
                <a:lnTo>
                  <a:pt x="338035" y="1816214"/>
                </a:lnTo>
                <a:lnTo>
                  <a:pt x="338035" y="1736204"/>
                </a:lnTo>
                <a:lnTo>
                  <a:pt x="59347" y="1736204"/>
                </a:lnTo>
                <a:lnTo>
                  <a:pt x="59347" y="1642224"/>
                </a:lnTo>
                <a:lnTo>
                  <a:pt x="167220" y="1642224"/>
                </a:lnTo>
                <a:lnTo>
                  <a:pt x="167220" y="1735747"/>
                </a:lnTo>
                <a:lnTo>
                  <a:pt x="225501" y="1735747"/>
                </a:lnTo>
                <a:lnTo>
                  <a:pt x="225501" y="1642224"/>
                </a:lnTo>
                <a:lnTo>
                  <a:pt x="333375" y="1642224"/>
                </a:lnTo>
                <a:lnTo>
                  <a:pt x="333375" y="1735747"/>
                </a:lnTo>
                <a:lnTo>
                  <a:pt x="391680" y="1735747"/>
                </a:lnTo>
                <a:lnTo>
                  <a:pt x="391680" y="1642224"/>
                </a:lnTo>
                <a:lnTo>
                  <a:pt x="499541" y="1642224"/>
                </a:lnTo>
                <a:lnTo>
                  <a:pt x="499541" y="1735747"/>
                </a:lnTo>
                <a:lnTo>
                  <a:pt x="557847" y="1735747"/>
                </a:lnTo>
                <a:lnTo>
                  <a:pt x="557847" y="1642224"/>
                </a:lnTo>
                <a:lnTo>
                  <a:pt x="665708" y="1642224"/>
                </a:lnTo>
                <a:lnTo>
                  <a:pt x="665708" y="1735747"/>
                </a:lnTo>
                <a:lnTo>
                  <a:pt x="718769" y="1735747"/>
                </a:lnTo>
                <a:lnTo>
                  <a:pt x="718769" y="1642224"/>
                </a:lnTo>
                <a:lnTo>
                  <a:pt x="718769" y="1641678"/>
                </a:lnTo>
                <a:lnTo>
                  <a:pt x="718769" y="1554594"/>
                </a:lnTo>
                <a:lnTo>
                  <a:pt x="59347" y="1554594"/>
                </a:lnTo>
                <a:lnTo>
                  <a:pt x="59347" y="1460614"/>
                </a:lnTo>
                <a:lnTo>
                  <a:pt x="167220" y="1460614"/>
                </a:lnTo>
                <a:lnTo>
                  <a:pt x="167220" y="1554099"/>
                </a:lnTo>
                <a:lnTo>
                  <a:pt x="225501" y="1554099"/>
                </a:lnTo>
                <a:lnTo>
                  <a:pt x="225501" y="1460614"/>
                </a:lnTo>
                <a:lnTo>
                  <a:pt x="333375" y="1460614"/>
                </a:lnTo>
                <a:lnTo>
                  <a:pt x="333375" y="1554099"/>
                </a:lnTo>
                <a:lnTo>
                  <a:pt x="391680" y="1554099"/>
                </a:lnTo>
                <a:lnTo>
                  <a:pt x="391680" y="1460614"/>
                </a:lnTo>
                <a:lnTo>
                  <a:pt x="499541" y="1460614"/>
                </a:lnTo>
                <a:lnTo>
                  <a:pt x="499541" y="1554099"/>
                </a:lnTo>
                <a:lnTo>
                  <a:pt x="557847" y="1554099"/>
                </a:lnTo>
                <a:lnTo>
                  <a:pt x="557847" y="1460614"/>
                </a:lnTo>
                <a:lnTo>
                  <a:pt x="665708" y="1460614"/>
                </a:lnTo>
                <a:lnTo>
                  <a:pt x="665708" y="1554099"/>
                </a:lnTo>
                <a:lnTo>
                  <a:pt x="718769" y="1554099"/>
                </a:lnTo>
                <a:lnTo>
                  <a:pt x="718769" y="1460614"/>
                </a:lnTo>
                <a:lnTo>
                  <a:pt x="718769" y="1460017"/>
                </a:lnTo>
                <a:lnTo>
                  <a:pt x="718769" y="1372984"/>
                </a:lnTo>
                <a:lnTo>
                  <a:pt x="59347" y="1372984"/>
                </a:lnTo>
                <a:lnTo>
                  <a:pt x="59347" y="1277734"/>
                </a:lnTo>
                <a:lnTo>
                  <a:pt x="718769" y="1277734"/>
                </a:lnTo>
                <a:lnTo>
                  <a:pt x="718769" y="1191374"/>
                </a:lnTo>
                <a:lnTo>
                  <a:pt x="59347" y="1191374"/>
                </a:lnTo>
                <a:lnTo>
                  <a:pt x="59347" y="1096124"/>
                </a:lnTo>
                <a:lnTo>
                  <a:pt x="718769" y="1096124"/>
                </a:lnTo>
                <a:lnTo>
                  <a:pt x="718769" y="1009764"/>
                </a:lnTo>
                <a:lnTo>
                  <a:pt x="59347" y="1009764"/>
                </a:lnTo>
                <a:lnTo>
                  <a:pt x="59347" y="914514"/>
                </a:lnTo>
                <a:lnTo>
                  <a:pt x="718769" y="914514"/>
                </a:lnTo>
                <a:lnTo>
                  <a:pt x="718769" y="834504"/>
                </a:lnTo>
                <a:lnTo>
                  <a:pt x="718769" y="827519"/>
                </a:lnTo>
                <a:lnTo>
                  <a:pt x="718769" y="826884"/>
                </a:lnTo>
                <a:lnTo>
                  <a:pt x="718769" y="733425"/>
                </a:lnTo>
                <a:lnTo>
                  <a:pt x="665708" y="733425"/>
                </a:lnTo>
                <a:lnTo>
                  <a:pt x="665708" y="826884"/>
                </a:lnTo>
                <a:lnTo>
                  <a:pt x="557847" y="826884"/>
                </a:lnTo>
                <a:lnTo>
                  <a:pt x="557847" y="733425"/>
                </a:lnTo>
                <a:lnTo>
                  <a:pt x="499541" y="733425"/>
                </a:lnTo>
                <a:lnTo>
                  <a:pt x="499541" y="826884"/>
                </a:lnTo>
                <a:lnTo>
                  <a:pt x="391680" y="826884"/>
                </a:lnTo>
                <a:lnTo>
                  <a:pt x="391680" y="732904"/>
                </a:lnTo>
                <a:lnTo>
                  <a:pt x="718769" y="732904"/>
                </a:lnTo>
                <a:lnTo>
                  <a:pt x="718769" y="726554"/>
                </a:lnTo>
                <a:lnTo>
                  <a:pt x="718769" y="645871"/>
                </a:lnTo>
                <a:lnTo>
                  <a:pt x="718769" y="645274"/>
                </a:lnTo>
                <a:lnTo>
                  <a:pt x="718769" y="551789"/>
                </a:lnTo>
                <a:lnTo>
                  <a:pt x="665708" y="551789"/>
                </a:lnTo>
                <a:lnTo>
                  <a:pt x="665708" y="645274"/>
                </a:lnTo>
                <a:lnTo>
                  <a:pt x="557847" y="645274"/>
                </a:lnTo>
                <a:lnTo>
                  <a:pt x="557847" y="551789"/>
                </a:lnTo>
                <a:lnTo>
                  <a:pt x="499541" y="551789"/>
                </a:lnTo>
                <a:lnTo>
                  <a:pt x="499541" y="645274"/>
                </a:lnTo>
                <a:lnTo>
                  <a:pt x="391680" y="645274"/>
                </a:lnTo>
                <a:lnTo>
                  <a:pt x="391680" y="551789"/>
                </a:lnTo>
                <a:lnTo>
                  <a:pt x="338035" y="551789"/>
                </a:lnTo>
                <a:lnTo>
                  <a:pt x="338035" y="726554"/>
                </a:lnTo>
                <a:lnTo>
                  <a:pt x="338035" y="732904"/>
                </a:lnTo>
                <a:lnTo>
                  <a:pt x="338035" y="826884"/>
                </a:lnTo>
                <a:lnTo>
                  <a:pt x="338035" y="834504"/>
                </a:lnTo>
                <a:lnTo>
                  <a:pt x="220853" y="834504"/>
                </a:lnTo>
                <a:lnTo>
                  <a:pt x="220853" y="827519"/>
                </a:lnTo>
                <a:lnTo>
                  <a:pt x="220853" y="826884"/>
                </a:lnTo>
                <a:lnTo>
                  <a:pt x="220853" y="733425"/>
                </a:lnTo>
                <a:lnTo>
                  <a:pt x="167220" y="733425"/>
                </a:lnTo>
                <a:lnTo>
                  <a:pt x="167220" y="826884"/>
                </a:lnTo>
                <a:lnTo>
                  <a:pt x="59347" y="826884"/>
                </a:lnTo>
                <a:lnTo>
                  <a:pt x="59347" y="732904"/>
                </a:lnTo>
                <a:lnTo>
                  <a:pt x="220853" y="732904"/>
                </a:lnTo>
                <a:lnTo>
                  <a:pt x="220853" y="726554"/>
                </a:lnTo>
                <a:lnTo>
                  <a:pt x="338035" y="726554"/>
                </a:lnTo>
                <a:lnTo>
                  <a:pt x="338035" y="551789"/>
                </a:lnTo>
                <a:lnTo>
                  <a:pt x="333375" y="551789"/>
                </a:lnTo>
                <a:lnTo>
                  <a:pt x="333375" y="645274"/>
                </a:lnTo>
                <a:lnTo>
                  <a:pt x="225501" y="645274"/>
                </a:lnTo>
                <a:lnTo>
                  <a:pt x="225501" y="551789"/>
                </a:lnTo>
                <a:lnTo>
                  <a:pt x="167220" y="551789"/>
                </a:lnTo>
                <a:lnTo>
                  <a:pt x="167220" y="645274"/>
                </a:lnTo>
                <a:lnTo>
                  <a:pt x="59347" y="645274"/>
                </a:lnTo>
                <a:lnTo>
                  <a:pt x="59347" y="551294"/>
                </a:lnTo>
                <a:lnTo>
                  <a:pt x="718769" y="551294"/>
                </a:lnTo>
                <a:lnTo>
                  <a:pt x="718769" y="452234"/>
                </a:lnTo>
                <a:close/>
              </a:path>
            </a:pathLst>
          </a:custGeom>
          <a:solidFill>
            <a:srgbClr val="92C4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7253839" y="3101345"/>
            <a:ext cx="945515" cy="4836795"/>
          </a:xfrm>
          <a:custGeom>
            <a:avLst/>
            <a:gdLst/>
            <a:ahLst/>
            <a:cxnLst/>
            <a:rect l="l" t="t" r="r" b="b"/>
            <a:pathLst>
              <a:path w="945515" h="4836795">
                <a:moveTo>
                  <a:pt x="944892" y="1313180"/>
                </a:moveTo>
                <a:lnTo>
                  <a:pt x="850747" y="1313180"/>
                </a:lnTo>
                <a:lnTo>
                  <a:pt x="850747" y="1018540"/>
                </a:lnTo>
                <a:lnTo>
                  <a:pt x="654862" y="1018540"/>
                </a:lnTo>
                <a:lnTo>
                  <a:pt x="654862" y="0"/>
                </a:lnTo>
                <a:lnTo>
                  <a:pt x="579805" y="0"/>
                </a:lnTo>
                <a:lnTo>
                  <a:pt x="579805" y="1018540"/>
                </a:lnTo>
                <a:lnTo>
                  <a:pt x="410832" y="1018540"/>
                </a:lnTo>
                <a:lnTo>
                  <a:pt x="410832" y="1313180"/>
                </a:lnTo>
                <a:lnTo>
                  <a:pt x="301701" y="1313180"/>
                </a:lnTo>
                <a:lnTo>
                  <a:pt x="301701" y="1747532"/>
                </a:lnTo>
                <a:lnTo>
                  <a:pt x="195351" y="1747532"/>
                </a:lnTo>
                <a:lnTo>
                  <a:pt x="195351" y="2311412"/>
                </a:lnTo>
                <a:lnTo>
                  <a:pt x="0" y="2311412"/>
                </a:lnTo>
                <a:lnTo>
                  <a:pt x="0" y="4836172"/>
                </a:lnTo>
                <a:lnTo>
                  <a:pt x="944892" y="4836172"/>
                </a:lnTo>
                <a:lnTo>
                  <a:pt x="944892" y="2311412"/>
                </a:lnTo>
                <a:lnTo>
                  <a:pt x="944892" y="1747532"/>
                </a:lnTo>
                <a:lnTo>
                  <a:pt x="944892" y="1313180"/>
                </a:lnTo>
                <a:close/>
              </a:path>
            </a:pathLst>
          </a:custGeom>
          <a:solidFill>
            <a:srgbClr val="92C4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2871099" y="6948646"/>
            <a:ext cx="677545" cy="7620"/>
          </a:xfrm>
          <a:custGeom>
            <a:avLst/>
            <a:gdLst/>
            <a:ahLst/>
            <a:cxnLst/>
            <a:rect l="l" t="t" r="r" b="b"/>
            <a:pathLst>
              <a:path w="677545" h="7620">
                <a:moveTo>
                  <a:pt x="0" y="7620"/>
                </a:moveTo>
                <a:lnTo>
                  <a:pt x="677235" y="7620"/>
                </a:lnTo>
                <a:lnTo>
                  <a:pt x="677235" y="0"/>
                </a:lnTo>
                <a:lnTo>
                  <a:pt x="0" y="0"/>
                </a:lnTo>
                <a:lnTo>
                  <a:pt x="0" y="7620"/>
                </a:lnTo>
                <a:close/>
              </a:path>
            </a:pathLst>
          </a:custGeom>
          <a:solidFill>
            <a:srgbClr val="9BCA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2871089" y="4845246"/>
            <a:ext cx="677545" cy="1848485"/>
          </a:xfrm>
          <a:custGeom>
            <a:avLst/>
            <a:gdLst/>
            <a:ahLst/>
            <a:cxnLst/>
            <a:rect l="l" t="t" r="r" b="b"/>
            <a:pathLst>
              <a:path w="677545" h="1848484">
                <a:moveTo>
                  <a:pt x="677240" y="941070"/>
                </a:moveTo>
                <a:lnTo>
                  <a:pt x="609765" y="941070"/>
                </a:lnTo>
                <a:lnTo>
                  <a:pt x="609765" y="728980"/>
                </a:lnTo>
                <a:lnTo>
                  <a:pt x="469366" y="728980"/>
                </a:lnTo>
                <a:lnTo>
                  <a:pt x="469366" y="0"/>
                </a:lnTo>
                <a:lnTo>
                  <a:pt x="415556" y="0"/>
                </a:lnTo>
                <a:lnTo>
                  <a:pt x="415556" y="728980"/>
                </a:lnTo>
                <a:lnTo>
                  <a:pt x="294462" y="728980"/>
                </a:lnTo>
                <a:lnTo>
                  <a:pt x="294462" y="941070"/>
                </a:lnTo>
                <a:lnTo>
                  <a:pt x="216242" y="941070"/>
                </a:lnTo>
                <a:lnTo>
                  <a:pt x="216242" y="1100709"/>
                </a:lnTo>
                <a:lnTo>
                  <a:pt x="216242" y="1252220"/>
                </a:lnTo>
                <a:lnTo>
                  <a:pt x="348488" y="1252220"/>
                </a:lnTo>
                <a:lnTo>
                  <a:pt x="348488" y="1331239"/>
                </a:lnTo>
                <a:lnTo>
                  <a:pt x="140004" y="1331239"/>
                </a:lnTo>
                <a:lnTo>
                  <a:pt x="140004" y="1657350"/>
                </a:lnTo>
                <a:lnTo>
                  <a:pt x="0" y="1657350"/>
                </a:lnTo>
                <a:lnTo>
                  <a:pt x="0" y="1670329"/>
                </a:lnTo>
                <a:lnTo>
                  <a:pt x="0" y="1848129"/>
                </a:lnTo>
                <a:lnTo>
                  <a:pt x="677240" y="1848129"/>
                </a:lnTo>
                <a:lnTo>
                  <a:pt x="677240" y="1100709"/>
                </a:lnTo>
                <a:lnTo>
                  <a:pt x="677240" y="941070"/>
                </a:lnTo>
                <a:close/>
              </a:path>
            </a:pathLst>
          </a:custGeom>
          <a:solidFill>
            <a:srgbClr val="9BCA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758837" y="5690126"/>
            <a:ext cx="471170" cy="1179830"/>
          </a:xfrm>
          <a:custGeom>
            <a:avLst/>
            <a:gdLst/>
            <a:ahLst/>
            <a:cxnLst/>
            <a:rect l="l" t="t" r="r" b="b"/>
            <a:pathLst>
              <a:path w="471169" h="1179829">
                <a:moveTo>
                  <a:pt x="470662" y="825500"/>
                </a:moveTo>
                <a:lnTo>
                  <a:pt x="411543" y="825500"/>
                </a:lnTo>
                <a:lnTo>
                  <a:pt x="411543" y="640080"/>
                </a:lnTo>
                <a:lnTo>
                  <a:pt x="288531" y="640080"/>
                </a:lnTo>
                <a:lnTo>
                  <a:pt x="288531" y="0"/>
                </a:lnTo>
                <a:lnTo>
                  <a:pt x="241401" y="0"/>
                </a:lnTo>
                <a:lnTo>
                  <a:pt x="241401" y="640080"/>
                </a:lnTo>
                <a:lnTo>
                  <a:pt x="135305" y="640080"/>
                </a:lnTo>
                <a:lnTo>
                  <a:pt x="135305" y="825500"/>
                </a:lnTo>
                <a:lnTo>
                  <a:pt x="66776" y="825500"/>
                </a:lnTo>
                <a:lnTo>
                  <a:pt x="66776" y="1097280"/>
                </a:lnTo>
                <a:lnTo>
                  <a:pt x="0" y="1097280"/>
                </a:lnTo>
                <a:lnTo>
                  <a:pt x="0" y="1179779"/>
                </a:lnTo>
                <a:lnTo>
                  <a:pt x="470662" y="1179779"/>
                </a:lnTo>
                <a:lnTo>
                  <a:pt x="470662" y="1097280"/>
                </a:lnTo>
                <a:lnTo>
                  <a:pt x="470662" y="825500"/>
                </a:lnTo>
                <a:close/>
              </a:path>
            </a:pathLst>
          </a:custGeom>
          <a:solidFill>
            <a:srgbClr val="92C4C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" name="object 15" descr=""/>
          <p:cNvGrpSpPr/>
          <p:nvPr/>
        </p:nvGrpSpPr>
        <p:grpSpPr>
          <a:xfrm>
            <a:off x="0" y="3624802"/>
            <a:ext cx="20104100" cy="6198870"/>
            <a:chOff x="0" y="3624802"/>
            <a:chExt cx="20104100" cy="6198870"/>
          </a:xfrm>
        </p:grpSpPr>
        <p:sp>
          <p:nvSpPr>
            <p:cNvPr id="16" name="object 16" descr=""/>
            <p:cNvSpPr/>
            <p:nvPr/>
          </p:nvSpPr>
          <p:spPr>
            <a:xfrm>
              <a:off x="0" y="5151392"/>
              <a:ext cx="20104100" cy="3828415"/>
            </a:xfrm>
            <a:custGeom>
              <a:avLst/>
              <a:gdLst/>
              <a:ahLst/>
              <a:cxnLst/>
              <a:rect l="l" t="t" r="r" b="b"/>
              <a:pathLst>
                <a:path w="20104100" h="3828415">
                  <a:moveTo>
                    <a:pt x="3219577" y="794562"/>
                  </a:moveTo>
                  <a:lnTo>
                    <a:pt x="2969209" y="794562"/>
                  </a:lnTo>
                  <a:lnTo>
                    <a:pt x="2969209" y="0"/>
                  </a:lnTo>
                  <a:lnTo>
                    <a:pt x="2873273" y="0"/>
                  </a:lnTo>
                  <a:lnTo>
                    <a:pt x="2873273" y="794562"/>
                  </a:lnTo>
                  <a:lnTo>
                    <a:pt x="2657310" y="794562"/>
                  </a:lnTo>
                  <a:lnTo>
                    <a:pt x="2657310" y="1024877"/>
                  </a:lnTo>
                  <a:lnTo>
                    <a:pt x="3219577" y="1024877"/>
                  </a:lnTo>
                  <a:lnTo>
                    <a:pt x="3219577" y="794562"/>
                  </a:lnTo>
                  <a:close/>
                </a:path>
                <a:path w="20104100" h="3828415">
                  <a:moveTo>
                    <a:pt x="20104100" y="1368780"/>
                  </a:moveTo>
                  <a:lnTo>
                    <a:pt x="19849008" y="1368780"/>
                  </a:lnTo>
                  <a:lnTo>
                    <a:pt x="19849008" y="1573733"/>
                  </a:lnTo>
                  <a:lnTo>
                    <a:pt x="19586715" y="1573733"/>
                  </a:lnTo>
                  <a:lnTo>
                    <a:pt x="19586715" y="2151799"/>
                  </a:lnTo>
                  <a:lnTo>
                    <a:pt x="19132716" y="2151799"/>
                  </a:lnTo>
                  <a:lnTo>
                    <a:pt x="19132716" y="2387981"/>
                  </a:lnTo>
                  <a:lnTo>
                    <a:pt x="18960491" y="2387981"/>
                  </a:lnTo>
                  <a:lnTo>
                    <a:pt x="18960491" y="2223516"/>
                  </a:lnTo>
                  <a:lnTo>
                    <a:pt x="18927204" y="2223516"/>
                  </a:lnTo>
                  <a:lnTo>
                    <a:pt x="18927204" y="2387981"/>
                  </a:lnTo>
                  <a:lnTo>
                    <a:pt x="18918009" y="2387981"/>
                  </a:lnTo>
                  <a:lnTo>
                    <a:pt x="18918009" y="2433053"/>
                  </a:lnTo>
                  <a:lnTo>
                    <a:pt x="18761774" y="2433053"/>
                  </a:lnTo>
                  <a:lnTo>
                    <a:pt x="18761774" y="2273808"/>
                  </a:lnTo>
                  <a:lnTo>
                    <a:pt x="18761774" y="2228100"/>
                  </a:lnTo>
                  <a:lnTo>
                    <a:pt x="18655221" y="2228100"/>
                  </a:lnTo>
                  <a:lnTo>
                    <a:pt x="18655221" y="1998764"/>
                  </a:lnTo>
                  <a:lnTo>
                    <a:pt x="18611279" y="1998764"/>
                  </a:lnTo>
                  <a:lnTo>
                    <a:pt x="18289715" y="924077"/>
                  </a:lnTo>
                  <a:lnTo>
                    <a:pt x="17968138" y="1998764"/>
                  </a:lnTo>
                  <a:lnTo>
                    <a:pt x="17934801" y="1998764"/>
                  </a:lnTo>
                  <a:lnTo>
                    <a:pt x="17934801" y="2228100"/>
                  </a:lnTo>
                  <a:lnTo>
                    <a:pt x="17886896" y="2228100"/>
                  </a:lnTo>
                  <a:lnTo>
                    <a:pt x="17886896" y="1972424"/>
                  </a:lnTo>
                  <a:lnTo>
                    <a:pt x="17784928" y="1972424"/>
                  </a:lnTo>
                  <a:lnTo>
                    <a:pt x="17784928" y="1842579"/>
                  </a:lnTo>
                  <a:lnTo>
                    <a:pt x="17784928" y="1767497"/>
                  </a:lnTo>
                  <a:lnTo>
                    <a:pt x="17601934" y="1767497"/>
                  </a:lnTo>
                  <a:lnTo>
                    <a:pt x="17601934" y="1337868"/>
                  </a:lnTo>
                  <a:lnTo>
                    <a:pt x="17601934" y="608266"/>
                  </a:lnTo>
                  <a:lnTo>
                    <a:pt x="17531830" y="608266"/>
                  </a:lnTo>
                  <a:lnTo>
                    <a:pt x="17531830" y="1062799"/>
                  </a:lnTo>
                  <a:lnTo>
                    <a:pt x="17263275" y="1062799"/>
                  </a:lnTo>
                  <a:lnTo>
                    <a:pt x="17263275" y="1337868"/>
                  </a:lnTo>
                  <a:lnTo>
                    <a:pt x="17246029" y="1337868"/>
                  </a:lnTo>
                  <a:lnTo>
                    <a:pt x="17246029" y="553694"/>
                  </a:lnTo>
                  <a:lnTo>
                    <a:pt x="17115968" y="553694"/>
                  </a:lnTo>
                  <a:lnTo>
                    <a:pt x="17115968" y="348729"/>
                  </a:lnTo>
                  <a:lnTo>
                    <a:pt x="16591776" y="348729"/>
                  </a:lnTo>
                  <a:lnTo>
                    <a:pt x="16591776" y="553694"/>
                  </a:lnTo>
                  <a:lnTo>
                    <a:pt x="16461664" y="553694"/>
                  </a:lnTo>
                  <a:lnTo>
                    <a:pt x="16461664" y="1797507"/>
                  </a:lnTo>
                  <a:lnTo>
                    <a:pt x="15312644" y="1797507"/>
                  </a:lnTo>
                  <a:lnTo>
                    <a:pt x="15312644" y="1633042"/>
                  </a:lnTo>
                  <a:lnTo>
                    <a:pt x="15279408" y="1633042"/>
                  </a:lnTo>
                  <a:lnTo>
                    <a:pt x="15279408" y="1797507"/>
                  </a:lnTo>
                  <a:lnTo>
                    <a:pt x="15270163" y="1797507"/>
                  </a:lnTo>
                  <a:lnTo>
                    <a:pt x="15270163" y="1842579"/>
                  </a:lnTo>
                  <a:lnTo>
                    <a:pt x="15113978" y="1842579"/>
                  </a:lnTo>
                  <a:lnTo>
                    <a:pt x="15113978" y="1637639"/>
                  </a:lnTo>
                  <a:lnTo>
                    <a:pt x="15007387" y="1637639"/>
                  </a:lnTo>
                  <a:lnTo>
                    <a:pt x="15007387" y="1408303"/>
                  </a:lnTo>
                  <a:lnTo>
                    <a:pt x="14963432" y="1408303"/>
                  </a:lnTo>
                  <a:lnTo>
                    <a:pt x="14641881" y="785863"/>
                  </a:lnTo>
                  <a:lnTo>
                    <a:pt x="14320342" y="1408303"/>
                  </a:lnTo>
                  <a:lnTo>
                    <a:pt x="14286967" y="1408303"/>
                  </a:lnTo>
                  <a:lnTo>
                    <a:pt x="14286967" y="1637639"/>
                  </a:lnTo>
                  <a:lnTo>
                    <a:pt x="14239062" y="1637639"/>
                  </a:lnTo>
                  <a:lnTo>
                    <a:pt x="14239062" y="1381950"/>
                  </a:lnTo>
                  <a:lnTo>
                    <a:pt x="14137119" y="1381950"/>
                  </a:lnTo>
                  <a:lnTo>
                    <a:pt x="14137119" y="1177023"/>
                  </a:lnTo>
                  <a:lnTo>
                    <a:pt x="13954087" y="1177023"/>
                  </a:lnTo>
                  <a:lnTo>
                    <a:pt x="13954087" y="470065"/>
                  </a:lnTo>
                  <a:lnTo>
                    <a:pt x="13883970" y="470065"/>
                  </a:lnTo>
                  <a:lnTo>
                    <a:pt x="13883970" y="1177023"/>
                  </a:lnTo>
                  <a:lnTo>
                    <a:pt x="13726122" y="1177023"/>
                  </a:lnTo>
                  <a:lnTo>
                    <a:pt x="13726122" y="1381950"/>
                  </a:lnTo>
                  <a:lnTo>
                    <a:pt x="13624103" y="1381950"/>
                  </a:lnTo>
                  <a:lnTo>
                    <a:pt x="13624103" y="1683321"/>
                  </a:lnTo>
                  <a:lnTo>
                    <a:pt x="13524789" y="1683321"/>
                  </a:lnTo>
                  <a:lnTo>
                    <a:pt x="13524789" y="2075472"/>
                  </a:lnTo>
                  <a:lnTo>
                    <a:pt x="12945885" y="2273808"/>
                  </a:lnTo>
                  <a:lnTo>
                    <a:pt x="12132526" y="2273808"/>
                  </a:lnTo>
                  <a:lnTo>
                    <a:pt x="12132526" y="1489646"/>
                  </a:lnTo>
                  <a:lnTo>
                    <a:pt x="12002440" y="1489646"/>
                  </a:lnTo>
                  <a:lnTo>
                    <a:pt x="12002440" y="1284693"/>
                  </a:lnTo>
                  <a:lnTo>
                    <a:pt x="11478285" y="1284693"/>
                  </a:lnTo>
                  <a:lnTo>
                    <a:pt x="11478285" y="1489646"/>
                  </a:lnTo>
                  <a:lnTo>
                    <a:pt x="11348199" y="1489646"/>
                  </a:lnTo>
                  <a:lnTo>
                    <a:pt x="11348199" y="2754033"/>
                  </a:lnTo>
                  <a:lnTo>
                    <a:pt x="11232680" y="2754033"/>
                  </a:lnTo>
                  <a:lnTo>
                    <a:pt x="11232680" y="2912440"/>
                  </a:lnTo>
                  <a:lnTo>
                    <a:pt x="11160316" y="2912440"/>
                  </a:lnTo>
                  <a:lnTo>
                    <a:pt x="11160316" y="2901658"/>
                  </a:lnTo>
                  <a:lnTo>
                    <a:pt x="11160316" y="2895066"/>
                  </a:lnTo>
                  <a:lnTo>
                    <a:pt x="11156074" y="2895066"/>
                  </a:lnTo>
                  <a:lnTo>
                    <a:pt x="11156074" y="2826550"/>
                  </a:lnTo>
                  <a:lnTo>
                    <a:pt x="11156074" y="2273808"/>
                  </a:lnTo>
                  <a:lnTo>
                    <a:pt x="11156074" y="2174405"/>
                  </a:lnTo>
                  <a:lnTo>
                    <a:pt x="11197857" y="2174405"/>
                  </a:lnTo>
                  <a:lnTo>
                    <a:pt x="11197857" y="2075472"/>
                  </a:lnTo>
                  <a:lnTo>
                    <a:pt x="11197857" y="2069299"/>
                  </a:lnTo>
                  <a:lnTo>
                    <a:pt x="11118977" y="2069299"/>
                  </a:lnTo>
                  <a:lnTo>
                    <a:pt x="11118977" y="2826550"/>
                  </a:lnTo>
                  <a:lnTo>
                    <a:pt x="11118977" y="2901658"/>
                  </a:lnTo>
                  <a:lnTo>
                    <a:pt x="11118977" y="2943377"/>
                  </a:lnTo>
                  <a:lnTo>
                    <a:pt x="11118977" y="2958465"/>
                  </a:lnTo>
                  <a:lnTo>
                    <a:pt x="11092218" y="2958465"/>
                  </a:lnTo>
                  <a:lnTo>
                    <a:pt x="11092218" y="2943377"/>
                  </a:lnTo>
                  <a:lnTo>
                    <a:pt x="11118977" y="2943377"/>
                  </a:lnTo>
                  <a:lnTo>
                    <a:pt x="11118977" y="2901658"/>
                  </a:lnTo>
                  <a:lnTo>
                    <a:pt x="11092218" y="2901658"/>
                  </a:lnTo>
                  <a:lnTo>
                    <a:pt x="11092218" y="2826550"/>
                  </a:lnTo>
                  <a:lnTo>
                    <a:pt x="11118977" y="2826550"/>
                  </a:lnTo>
                  <a:lnTo>
                    <a:pt x="11118977" y="2069299"/>
                  </a:lnTo>
                  <a:lnTo>
                    <a:pt x="10628782" y="2069299"/>
                  </a:lnTo>
                  <a:lnTo>
                    <a:pt x="10628782" y="1842579"/>
                  </a:lnTo>
                  <a:lnTo>
                    <a:pt x="10628782" y="1797507"/>
                  </a:lnTo>
                  <a:lnTo>
                    <a:pt x="10560812" y="1797507"/>
                  </a:lnTo>
                  <a:lnTo>
                    <a:pt x="10560812" y="1633042"/>
                  </a:lnTo>
                  <a:lnTo>
                    <a:pt x="10527563" y="1633042"/>
                  </a:lnTo>
                  <a:lnTo>
                    <a:pt x="10527563" y="1797507"/>
                  </a:lnTo>
                  <a:lnTo>
                    <a:pt x="10518381" y="1797507"/>
                  </a:lnTo>
                  <a:lnTo>
                    <a:pt x="10518381" y="1842579"/>
                  </a:lnTo>
                  <a:lnTo>
                    <a:pt x="10362133" y="1842579"/>
                  </a:lnTo>
                  <a:lnTo>
                    <a:pt x="10362133" y="1637639"/>
                  </a:lnTo>
                  <a:lnTo>
                    <a:pt x="9487268" y="1637639"/>
                  </a:lnTo>
                  <a:lnTo>
                    <a:pt x="9487268" y="1381950"/>
                  </a:lnTo>
                  <a:lnTo>
                    <a:pt x="9385300" y="1381950"/>
                  </a:lnTo>
                  <a:lnTo>
                    <a:pt x="9385300" y="1177023"/>
                  </a:lnTo>
                  <a:lnTo>
                    <a:pt x="9202268" y="1177023"/>
                  </a:lnTo>
                  <a:lnTo>
                    <a:pt x="9202268" y="470065"/>
                  </a:lnTo>
                  <a:lnTo>
                    <a:pt x="9132151" y="470065"/>
                  </a:lnTo>
                  <a:lnTo>
                    <a:pt x="9132151" y="1177023"/>
                  </a:lnTo>
                  <a:lnTo>
                    <a:pt x="8974277" y="1177023"/>
                  </a:lnTo>
                  <a:lnTo>
                    <a:pt x="8974277" y="1381950"/>
                  </a:lnTo>
                  <a:lnTo>
                    <a:pt x="8872283" y="1381950"/>
                  </a:lnTo>
                  <a:lnTo>
                    <a:pt x="8872283" y="1683321"/>
                  </a:lnTo>
                  <a:lnTo>
                    <a:pt x="8772944" y="1683321"/>
                  </a:lnTo>
                  <a:lnTo>
                    <a:pt x="8772944" y="2075472"/>
                  </a:lnTo>
                  <a:lnTo>
                    <a:pt x="8194065" y="2075472"/>
                  </a:lnTo>
                  <a:lnTo>
                    <a:pt x="8194065" y="1998764"/>
                  </a:lnTo>
                  <a:lnTo>
                    <a:pt x="7473645" y="1998764"/>
                  </a:lnTo>
                  <a:lnTo>
                    <a:pt x="7473645" y="2273808"/>
                  </a:lnTo>
                  <a:lnTo>
                    <a:pt x="7380694" y="2273808"/>
                  </a:lnTo>
                  <a:lnTo>
                    <a:pt x="7380694" y="1489646"/>
                  </a:lnTo>
                  <a:lnTo>
                    <a:pt x="7250595" y="1489646"/>
                  </a:lnTo>
                  <a:lnTo>
                    <a:pt x="7250595" y="1284693"/>
                  </a:lnTo>
                  <a:lnTo>
                    <a:pt x="6726428" y="1284693"/>
                  </a:lnTo>
                  <a:lnTo>
                    <a:pt x="6726428" y="1489646"/>
                  </a:lnTo>
                  <a:lnTo>
                    <a:pt x="6641960" y="1489646"/>
                  </a:lnTo>
                  <a:lnTo>
                    <a:pt x="6641960" y="830783"/>
                  </a:lnTo>
                  <a:lnTo>
                    <a:pt x="6641960" y="423113"/>
                  </a:lnTo>
                  <a:lnTo>
                    <a:pt x="6082703" y="423113"/>
                  </a:lnTo>
                  <a:lnTo>
                    <a:pt x="6082703" y="830783"/>
                  </a:lnTo>
                  <a:lnTo>
                    <a:pt x="5904763" y="830783"/>
                  </a:lnTo>
                  <a:lnTo>
                    <a:pt x="5904763" y="2566873"/>
                  </a:lnTo>
                  <a:lnTo>
                    <a:pt x="5746737" y="2566873"/>
                  </a:lnTo>
                  <a:lnTo>
                    <a:pt x="5746737" y="2744673"/>
                  </a:lnTo>
                  <a:lnTo>
                    <a:pt x="5647741" y="2744673"/>
                  </a:lnTo>
                  <a:lnTo>
                    <a:pt x="5647741" y="2733243"/>
                  </a:lnTo>
                  <a:lnTo>
                    <a:pt x="5647741" y="2725623"/>
                  </a:lnTo>
                  <a:lnTo>
                    <a:pt x="5641962" y="2725623"/>
                  </a:lnTo>
                  <a:lnTo>
                    <a:pt x="5641962" y="2648153"/>
                  </a:lnTo>
                  <a:lnTo>
                    <a:pt x="5641962" y="2027123"/>
                  </a:lnTo>
                  <a:lnTo>
                    <a:pt x="5641962" y="1915363"/>
                  </a:lnTo>
                  <a:lnTo>
                    <a:pt x="5699099" y="1915363"/>
                  </a:lnTo>
                  <a:lnTo>
                    <a:pt x="5699099" y="1804873"/>
                  </a:lnTo>
                  <a:lnTo>
                    <a:pt x="5699099" y="1797253"/>
                  </a:lnTo>
                  <a:lnTo>
                    <a:pt x="5605754" y="1797253"/>
                  </a:lnTo>
                  <a:lnTo>
                    <a:pt x="5605754" y="2796743"/>
                  </a:lnTo>
                  <a:lnTo>
                    <a:pt x="5569191" y="2796743"/>
                  </a:lnTo>
                  <a:lnTo>
                    <a:pt x="5569191" y="2780233"/>
                  </a:lnTo>
                  <a:lnTo>
                    <a:pt x="5605754" y="2780233"/>
                  </a:lnTo>
                  <a:lnTo>
                    <a:pt x="5605754" y="2733243"/>
                  </a:lnTo>
                  <a:lnTo>
                    <a:pt x="5569191" y="2733243"/>
                  </a:lnTo>
                  <a:lnTo>
                    <a:pt x="5569191" y="2648153"/>
                  </a:lnTo>
                  <a:lnTo>
                    <a:pt x="5605754" y="2648153"/>
                  </a:lnTo>
                  <a:lnTo>
                    <a:pt x="5605754" y="1797253"/>
                  </a:lnTo>
                  <a:lnTo>
                    <a:pt x="4920653" y="1797253"/>
                  </a:lnTo>
                  <a:lnTo>
                    <a:pt x="4920653" y="1542567"/>
                  </a:lnTo>
                  <a:lnTo>
                    <a:pt x="4920653" y="1541983"/>
                  </a:lnTo>
                  <a:lnTo>
                    <a:pt x="4920653" y="1491919"/>
                  </a:lnTo>
                  <a:lnTo>
                    <a:pt x="4827638" y="1491919"/>
                  </a:lnTo>
                  <a:lnTo>
                    <a:pt x="4827638" y="1307084"/>
                  </a:lnTo>
                  <a:lnTo>
                    <a:pt x="4782147" y="1307084"/>
                  </a:lnTo>
                  <a:lnTo>
                    <a:pt x="4782147" y="1491919"/>
                  </a:lnTo>
                  <a:lnTo>
                    <a:pt x="4769599" y="1491919"/>
                  </a:lnTo>
                  <a:lnTo>
                    <a:pt x="4769599" y="1541983"/>
                  </a:lnTo>
                  <a:lnTo>
                    <a:pt x="3359061" y="1541983"/>
                  </a:lnTo>
                  <a:lnTo>
                    <a:pt x="3359061" y="1364183"/>
                  </a:lnTo>
                  <a:lnTo>
                    <a:pt x="3359061" y="1025093"/>
                  </a:lnTo>
                  <a:lnTo>
                    <a:pt x="2517800" y="1025093"/>
                  </a:lnTo>
                  <a:lnTo>
                    <a:pt x="2517800" y="1364183"/>
                  </a:lnTo>
                  <a:lnTo>
                    <a:pt x="2381885" y="1364183"/>
                  </a:lnTo>
                  <a:lnTo>
                    <a:pt x="2381885" y="1541983"/>
                  </a:lnTo>
                  <a:lnTo>
                    <a:pt x="2381885" y="1797253"/>
                  </a:lnTo>
                  <a:lnTo>
                    <a:pt x="2381885" y="1804873"/>
                  </a:lnTo>
                  <a:lnTo>
                    <a:pt x="1590001" y="1804873"/>
                  </a:lnTo>
                  <a:lnTo>
                    <a:pt x="1590001" y="1718513"/>
                  </a:lnTo>
                  <a:lnTo>
                    <a:pt x="604494" y="1718513"/>
                  </a:lnTo>
                  <a:lnTo>
                    <a:pt x="604494" y="1804873"/>
                  </a:lnTo>
                  <a:lnTo>
                    <a:pt x="604494" y="1915363"/>
                  </a:lnTo>
                  <a:lnTo>
                    <a:pt x="604494" y="2027123"/>
                  </a:lnTo>
                  <a:lnTo>
                    <a:pt x="477342" y="2027123"/>
                  </a:lnTo>
                  <a:lnTo>
                    <a:pt x="477342" y="1145743"/>
                  </a:lnTo>
                  <a:lnTo>
                    <a:pt x="299377" y="1145743"/>
                  </a:lnTo>
                  <a:lnTo>
                    <a:pt x="299377" y="915873"/>
                  </a:lnTo>
                  <a:lnTo>
                    <a:pt x="0" y="915873"/>
                  </a:lnTo>
                  <a:lnTo>
                    <a:pt x="0" y="1145743"/>
                  </a:lnTo>
                  <a:lnTo>
                    <a:pt x="0" y="2027123"/>
                  </a:lnTo>
                  <a:lnTo>
                    <a:pt x="0" y="3827983"/>
                  </a:lnTo>
                  <a:lnTo>
                    <a:pt x="6641960" y="3827983"/>
                  </a:lnTo>
                  <a:lnTo>
                    <a:pt x="20104100" y="3827907"/>
                  </a:lnTo>
                  <a:lnTo>
                    <a:pt x="20104100" y="2958465"/>
                  </a:lnTo>
                  <a:lnTo>
                    <a:pt x="20104100" y="2943377"/>
                  </a:lnTo>
                  <a:lnTo>
                    <a:pt x="20104100" y="2912440"/>
                  </a:lnTo>
                  <a:lnTo>
                    <a:pt x="20104100" y="2433053"/>
                  </a:lnTo>
                  <a:lnTo>
                    <a:pt x="20104100" y="1368780"/>
                  </a:lnTo>
                  <a:close/>
                </a:path>
              </a:pathLst>
            </a:custGeom>
            <a:solidFill>
              <a:srgbClr val="A9D7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8204701" y="7881473"/>
              <a:ext cx="524510" cy="532130"/>
            </a:xfrm>
            <a:custGeom>
              <a:avLst/>
              <a:gdLst/>
              <a:ahLst/>
              <a:cxnLst/>
              <a:rect l="l" t="t" r="r" b="b"/>
              <a:pathLst>
                <a:path w="524509" h="532129">
                  <a:moveTo>
                    <a:pt x="4914" y="324396"/>
                  </a:moveTo>
                  <a:lnTo>
                    <a:pt x="4572" y="324104"/>
                  </a:lnTo>
                  <a:lnTo>
                    <a:pt x="3581" y="323176"/>
                  </a:lnTo>
                  <a:lnTo>
                    <a:pt x="2667" y="321589"/>
                  </a:lnTo>
                  <a:lnTo>
                    <a:pt x="1816" y="321945"/>
                  </a:lnTo>
                  <a:lnTo>
                    <a:pt x="914" y="322186"/>
                  </a:lnTo>
                  <a:lnTo>
                    <a:pt x="0" y="322313"/>
                  </a:lnTo>
                  <a:lnTo>
                    <a:pt x="406" y="322491"/>
                  </a:lnTo>
                  <a:lnTo>
                    <a:pt x="1739" y="322935"/>
                  </a:lnTo>
                  <a:lnTo>
                    <a:pt x="3086" y="323494"/>
                  </a:lnTo>
                  <a:lnTo>
                    <a:pt x="4470" y="324205"/>
                  </a:lnTo>
                  <a:lnTo>
                    <a:pt x="4914" y="324396"/>
                  </a:lnTo>
                  <a:close/>
                </a:path>
                <a:path w="524509" h="532129">
                  <a:moveTo>
                    <a:pt x="16141" y="419112"/>
                  </a:moveTo>
                  <a:lnTo>
                    <a:pt x="15989" y="418947"/>
                  </a:lnTo>
                  <a:lnTo>
                    <a:pt x="15697" y="419163"/>
                  </a:lnTo>
                  <a:lnTo>
                    <a:pt x="15405" y="419417"/>
                  </a:lnTo>
                  <a:lnTo>
                    <a:pt x="15100" y="419633"/>
                  </a:lnTo>
                  <a:lnTo>
                    <a:pt x="15290" y="419976"/>
                  </a:lnTo>
                  <a:lnTo>
                    <a:pt x="15379" y="420141"/>
                  </a:lnTo>
                  <a:lnTo>
                    <a:pt x="15671" y="419747"/>
                  </a:lnTo>
                  <a:lnTo>
                    <a:pt x="15913" y="419404"/>
                  </a:lnTo>
                  <a:lnTo>
                    <a:pt x="16141" y="419112"/>
                  </a:lnTo>
                  <a:close/>
                </a:path>
                <a:path w="524509" h="532129">
                  <a:moveTo>
                    <a:pt x="216166" y="531533"/>
                  </a:moveTo>
                  <a:lnTo>
                    <a:pt x="215646" y="531075"/>
                  </a:lnTo>
                  <a:lnTo>
                    <a:pt x="215125" y="530580"/>
                  </a:lnTo>
                  <a:lnTo>
                    <a:pt x="214630" y="530059"/>
                  </a:lnTo>
                  <a:lnTo>
                    <a:pt x="215163" y="530834"/>
                  </a:lnTo>
                  <a:lnTo>
                    <a:pt x="215849" y="532003"/>
                  </a:lnTo>
                  <a:lnTo>
                    <a:pt x="216166" y="531533"/>
                  </a:lnTo>
                  <a:close/>
                </a:path>
                <a:path w="524509" h="532129">
                  <a:moveTo>
                    <a:pt x="524090" y="0"/>
                  </a:moveTo>
                  <a:lnTo>
                    <a:pt x="523735" y="88"/>
                  </a:lnTo>
                  <a:lnTo>
                    <a:pt x="523125" y="203"/>
                  </a:lnTo>
                  <a:lnTo>
                    <a:pt x="523671" y="1155"/>
                  </a:lnTo>
                  <a:lnTo>
                    <a:pt x="523824" y="774"/>
                  </a:lnTo>
                  <a:lnTo>
                    <a:pt x="523938" y="393"/>
                  </a:lnTo>
                  <a:lnTo>
                    <a:pt x="524090" y="0"/>
                  </a:lnTo>
                  <a:close/>
                </a:path>
              </a:pathLst>
            </a:custGeom>
            <a:solidFill>
              <a:srgbClr val="92C4C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34354" y="3624802"/>
              <a:ext cx="2181365" cy="6155175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117823" y="4642305"/>
              <a:ext cx="2075178" cy="1414145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12479688" y="5247733"/>
              <a:ext cx="53340" cy="614045"/>
            </a:xfrm>
            <a:custGeom>
              <a:avLst/>
              <a:gdLst/>
              <a:ahLst/>
              <a:cxnLst/>
              <a:rect l="l" t="t" r="r" b="b"/>
              <a:pathLst>
                <a:path w="53340" h="614045">
                  <a:moveTo>
                    <a:pt x="24160" y="613688"/>
                  </a:moveTo>
                  <a:lnTo>
                    <a:pt x="3779" y="433575"/>
                  </a:lnTo>
                  <a:lnTo>
                    <a:pt x="0" y="309612"/>
                  </a:lnTo>
                  <a:lnTo>
                    <a:pt x="15533" y="184264"/>
                  </a:lnTo>
                  <a:lnTo>
                    <a:pt x="53091" y="0"/>
                  </a:lnTo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05043" y="4721583"/>
              <a:ext cx="862011" cy="1263775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45279" y="4791946"/>
              <a:ext cx="2927561" cy="4766503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63257" y="6518064"/>
              <a:ext cx="1842959" cy="1545774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4944685" y="6302440"/>
              <a:ext cx="525780" cy="161290"/>
            </a:xfrm>
            <a:custGeom>
              <a:avLst/>
              <a:gdLst/>
              <a:ahLst/>
              <a:cxnLst/>
              <a:rect l="l" t="t" r="r" b="b"/>
              <a:pathLst>
                <a:path w="525779" h="161289">
                  <a:moveTo>
                    <a:pt x="465734" y="0"/>
                  </a:moveTo>
                  <a:lnTo>
                    <a:pt x="59621" y="0"/>
                  </a:lnTo>
                  <a:lnTo>
                    <a:pt x="36434" y="4692"/>
                  </a:lnTo>
                  <a:lnTo>
                    <a:pt x="17481" y="17479"/>
                  </a:lnTo>
                  <a:lnTo>
                    <a:pt x="4692" y="36430"/>
                  </a:lnTo>
                  <a:lnTo>
                    <a:pt x="0" y="59610"/>
                  </a:lnTo>
                  <a:lnTo>
                    <a:pt x="0" y="101368"/>
                  </a:lnTo>
                  <a:lnTo>
                    <a:pt x="4692" y="124549"/>
                  </a:lnTo>
                  <a:lnTo>
                    <a:pt x="17481" y="143499"/>
                  </a:lnTo>
                  <a:lnTo>
                    <a:pt x="36434" y="156287"/>
                  </a:lnTo>
                  <a:lnTo>
                    <a:pt x="59621" y="160979"/>
                  </a:lnTo>
                  <a:lnTo>
                    <a:pt x="465734" y="160979"/>
                  </a:lnTo>
                  <a:lnTo>
                    <a:pt x="488920" y="156287"/>
                  </a:lnTo>
                  <a:lnTo>
                    <a:pt x="507874" y="143499"/>
                  </a:lnTo>
                  <a:lnTo>
                    <a:pt x="520663" y="124549"/>
                  </a:lnTo>
                  <a:lnTo>
                    <a:pt x="525355" y="101368"/>
                  </a:lnTo>
                  <a:lnTo>
                    <a:pt x="525355" y="59610"/>
                  </a:lnTo>
                  <a:lnTo>
                    <a:pt x="520663" y="36430"/>
                  </a:lnTo>
                  <a:lnTo>
                    <a:pt x="507874" y="17479"/>
                  </a:lnTo>
                  <a:lnTo>
                    <a:pt x="488920" y="4692"/>
                  </a:lnTo>
                  <a:lnTo>
                    <a:pt x="465734" y="0"/>
                  </a:lnTo>
                  <a:close/>
                </a:path>
              </a:pathLst>
            </a:custGeom>
            <a:solidFill>
              <a:srgbClr val="95D9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938405" y="6296156"/>
              <a:ext cx="538480" cy="173990"/>
            </a:xfrm>
            <a:custGeom>
              <a:avLst/>
              <a:gdLst/>
              <a:ahLst/>
              <a:cxnLst/>
              <a:rect l="l" t="t" r="r" b="b"/>
              <a:pathLst>
                <a:path w="538479" h="173989">
                  <a:moveTo>
                    <a:pt x="472017" y="0"/>
                  </a:moveTo>
                  <a:lnTo>
                    <a:pt x="65903" y="0"/>
                  </a:lnTo>
                  <a:lnTo>
                    <a:pt x="40273" y="5186"/>
                  </a:lnTo>
                  <a:lnTo>
                    <a:pt x="19322" y="19322"/>
                  </a:lnTo>
                  <a:lnTo>
                    <a:pt x="5186" y="40273"/>
                  </a:lnTo>
                  <a:lnTo>
                    <a:pt x="0" y="65903"/>
                  </a:lnTo>
                  <a:lnTo>
                    <a:pt x="0" y="107651"/>
                  </a:lnTo>
                  <a:lnTo>
                    <a:pt x="5186" y="133275"/>
                  </a:lnTo>
                  <a:lnTo>
                    <a:pt x="19322" y="154223"/>
                  </a:lnTo>
                  <a:lnTo>
                    <a:pt x="40273" y="168358"/>
                  </a:lnTo>
                  <a:lnTo>
                    <a:pt x="65903" y="173544"/>
                  </a:lnTo>
                  <a:lnTo>
                    <a:pt x="472017" y="173544"/>
                  </a:lnTo>
                  <a:lnTo>
                    <a:pt x="497642" y="168358"/>
                  </a:lnTo>
                  <a:lnTo>
                    <a:pt x="508564" y="160989"/>
                  </a:lnTo>
                  <a:lnTo>
                    <a:pt x="65903" y="160989"/>
                  </a:lnTo>
                  <a:lnTo>
                    <a:pt x="45139" y="156797"/>
                  </a:lnTo>
                  <a:lnTo>
                    <a:pt x="28185" y="145365"/>
                  </a:lnTo>
                  <a:lnTo>
                    <a:pt x="16755" y="128411"/>
                  </a:lnTo>
                  <a:lnTo>
                    <a:pt x="12565" y="107651"/>
                  </a:lnTo>
                  <a:lnTo>
                    <a:pt x="12565" y="65903"/>
                  </a:lnTo>
                  <a:lnTo>
                    <a:pt x="16755" y="45143"/>
                  </a:lnTo>
                  <a:lnTo>
                    <a:pt x="28185" y="28188"/>
                  </a:lnTo>
                  <a:lnTo>
                    <a:pt x="45139" y="16757"/>
                  </a:lnTo>
                  <a:lnTo>
                    <a:pt x="65903" y="12565"/>
                  </a:lnTo>
                  <a:lnTo>
                    <a:pt x="508578" y="12565"/>
                  </a:lnTo>
                  <a:lnTo>
                    <a:pt x="497642" y="5186"/>
                  </a:lnTo>
                  <a:lnTo>
                    <a:pt x="472017" y="0"/>
                  </a:lnTo>
                  <a:close/>
                </a:path>
                <a:path w="538479" h="173989">
                  <a:moveTo>
                    <a:pt x="508578" y="12565"/>
                  </a:moveTo>
                  <a:lnTo>
                    <a:pt x="472017" y="12565"/>
                  </a:lnTo>
                  <a:lnTo>
                    <a:pt x="492777" y="16757"/>
                  </a:lnTo>
                  <a:lnTo>
                    <a:pt x="509731" y="28188"/>
                  </a:lnTo>
                  <a:lnTo>
                    <a:pt x="521163" y="45143"/>
                  </a:lnTo>
                  <a:lnTo>
                    <a:pt x="525355" y="65903"/>
                  </a:lnTo>
                  <a:lnTo>
                    <a:pt x="525355" y="107651"/>
                  </a:lnTo>
                  <a:lnTo>
                    <a:pt x="521163" y="128411"/>
                  </a:lnTo>
                  <a:lnTo>
                    <a:pt x="509731" y="145365"/>
                  </a:lnTo>
                  <a:lnTo>
                    <a:pt x="492777" y="156797"/>
                  </a:lnTo>
                  <a:lnTo>
                    <a:pt x="472017" y="160989"/>
                  </a:lnTo>
                  <a:lnTo>
                    <a:pt x="508564" y="160989"/>
                  </a:lnTo>
                  <a:lnTo>
                    <a:pt x="518594" y="154223"/>
                  </a:lnTo>
                  <a:lnTo>
                    <a:pt x="532732" y="133275"/>
                  </a:lnTo>
                  <a:lnTo>
                    <a:pt x="537920" y="107651"/>
                  </a:lnTo>
                  <a:lnTo>
                    <a:pt x="537920" y="65903"/>
                  </a:lnTo>
                  <a:lnTo>
                    <a:pt x="532732" y="40273"/>
                  </a:lnTo>
                  <a:lnTo>
                    <a:pt x="518594" y="19322"/>
                  </a:lnTo>
                  <a:lnTo>
                    <a:pt x="508578" y="125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77319" y="5677867"/>
              <a:ext cx="3156053" cy="4145299"/>
            </a:xfrm>
            <a:prstGeom prst="rect">
              <a:avLst/>
            </a:prstGeom>
          </p:spPr>
        </p:pic>
      </p:grpSp>
      <p:graphicFrame>
        <p:nvGraphicFramePr>
          <p:cNvPr id="27" name="object 27" descr=""/>
          <p:cNvGraphicFramePr>
            <a:graphicFrameLocks noGrp="1"/>
          </p:cNvGraphicFramePr>
          <p:nvPr/>
        </p:nvGraphicFramePr>
        <p:xfrm>
          <a:off x="9904766" y="5209139"/>
          <a:ext cx="807085" cy="2893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7650"/>
                <a:gridCol w="131445"/>
                <a:gridCol w="427355"/>
              </a:tblGrid>
              <a:tr h="7981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A9D7DB"/>
                    </a:solidFill>
                  </a:tcPr>
                </a:tc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A9D7DB"/>
                    </a:solidFill>
                  </a:tcPr>
                </a:tc>
              </a:tr>
              <a:tr h="1104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A9D7DB"/>
                      </a:solidFill>
                      <a:prstDash val="solid"/>
                    </a:lnT>
                    <a:lnB w="9525">
                      <a:solidFill>
                        <a:srgbClr val="A9D7DB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A9D7DB"/>
                    </a:solidFill>
                  </a:tcPr>
                </a:tc>
              </a:tr>
              <a:tr h="10807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A9D7DB"/>
                      </a:solidFill>
                      <a:prstDash val="solid"/>
                    </a:lnT>
                    <a:lnB w="9525">
                      <a:solidFill>
                        <a:srgbClr val="A9D7DB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A9D7DB"/>
                    </a:solidFill>
                  </a:tcPr>
                </a:tc>
              </a:tr>
              <a:tr h="1098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A9D7DB"/>
                      </a:solidFill>
                      <a:prstDash val="solid"/>
                    </a:lnT>
                    <a:lnB w="9525">
                      <a:solidFill>
                        <a:srgbClr val="A9D7DB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A9D7DB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A9D7DB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A9D7DB"/>
                    </a:solidFill>
                  </a:tcPr>
                </a:tc>
              </a:tr>
            </a:tbl>
          </a:graphicData>
        </a:graphic>
      </p:graphicFrame>
      <p:sp>
        <p:nvSpPr>
          <p:cNvPr id="28" name="object 28" descr=""/>
          <p:cNvSpPr txBox="1"/>
          <p:nvPr/>
        </p:nvSpPr>
        <p:spPr>
          <a:xfrm>
            <a:off x="624158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82361" y="7199180"/>
            <a:ext cx="542925" cy="1960880"/>
            <a:chOff x="9182361" y="7199180"/>
            <a:chExt cx="542925" cy="1960880"/>
          </a:xfrm>
        </p:grpSpPr>
        <p:sp>
          <p:nvSpPr>
            <p:cNvPr id="3" name="object 3" descr=""/>
            <p:cNvSpPr/>
            <p:nvPr/>
          </p:nvSpPr>
          <p:spPr>
            <a:xfrm>
              <a:off x="9436989" y="7235036"/>
              <a:ext cx="15875" cy="68580"/>
            </a:xfrm>
            <a:custGeom>
              <a:avLst/>
              <a:gdLst/>
              <a:ahLst/>
              <a:cxnLst/>
              <a:rect l="l" t="t" r="r" b="b"/>
              <a:pathLst>
                <a:path w="15875" h="68579">
                  <a:moveTo>
                    <a:pt x="15538" y="0"/>
                  </a:moveTo>
                  <a:lnTo>
                    <a:pt x="0" y="0"/>
                  </a:lnTo>
                  <a:lnTo>
                    <a:pt x="0" y="67997"/>
                  </a:lnTo>
                  <a:lnTo>
                    <a:pt x="15538" y="67997"/>
                  </a:lnTo>
                  <a:lnTo>
                    <a:pt x="15538" y="0"/>
                  </a:lnTo>
                  <a:close/>
                </a:path>
              </a:pathLst>
            </a:custGeom>
            <a:solidFill>
              <a:srgbClr val="D0D0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9201327" y="7199191"/>
              <a:ext cx="523875" cy="135255"/>
            </a:xfrm>
            <a:custGeom>
              <a:avLst/>
              <a:gdLst/>
              <a:ahLst/>
              <a:cxnLst/>
              <a:rect l="l" t="t" r="r" b="b"/>
              <a:pathLst>
                <a:path w="523875" h="135254">
                  <a:moveTo>
                    <a:pt x="523735" y="41440"/>
                  </a:moveTo>
                  <a:lnTo>
                    <a:pt x="519925" y="24879"/>
                  </a:lnTo>
                  <a:lnTo>
                    <a:pt x="510362" y="11544"/>
                  </a:lnTo>
                  <a:lnTo>
                    <a:pt x="496455" y="2794"/>
                  </a:lnTo>
                  <a:lnTo>
                    <a:pt x="479640" y="0"/>
                  </a:lnTo>
                  <a:lnTo>
                    <a:pt x="466737" y="444"/>
                  </a:lnTo>
                  <a:lnTo>
                    <a:pt x="413753" y="3009"/>
                  </a:lnTo>
                  <a:lnTo>
                    <a:pt x="385038" y="5105"/>
                  </a:lnTo>
                  <a:lnTo>
                    <a:pt x="356387" y="7797"/>
                  </a:lnTo>
                  <a:lnTo>
                    <a:pt x="356387" y="7581"/>
                  </a:lnTo>
                  <a:lnTo>
                    <a:pt x="352666" y="8140"/>
                  </a:lnTo>
                  <a:lnTo>
                    <a:pt x="352069" y="8191"/>
                  </a:lnTo>
                  <a:lnTo>
                    <a:pt x="312458" y="14122"/>
                  </a:lnTo>
                  <a:lnTo>
                    <a:pt x="263804" y="23202"/>
                  </a:lnTo>
                  <a:lnTo>
                    <a:pt x="211861" y="34975"/>
                  </a:lnTo>
                  <a:lnTo>
                    <a:pt x="158076" y="49593"/>
                  </a:lnTo>
                  <a:lnTo>
                    <a:pt x="103886" y="67195"/>
                  </a:lnTo>
                  <a:lnTo>
                    <a:pt x="50711" y="87947"/>
                  </a:lnTo>
                  <a:lnTo>
                    <a:pt x="0" y="111988"/>
                  </a:lnTo>
                  <a:lnTo>
                    <a:pt x="0" y="134772"/>
                  </a:lnTo>
                  <a:lnTo>
                    <a:pt x="94449" y="81419"/>
                  </a:lnTo>
                  <a:lnTo>
                    <a:pt x="163144" y="52362"/>
                  </a:lnTo>
                  <a:lnTo>
                    <a:pt x="239534" y="37426"/>
                  </a:lnTo>
                  <a:lnTo>
                    <a:pt x="352894" y="26860"/>
                  </a:lnTo>
                  <a:lnTo>
                    <a:pt x="352907" y="27101"/>
                  </a:lnTo>
                  <a:lnTo>
                    <a:pt x="352907" y="41681"/>
                  </a:lnTo>
                  <a:lnTo>
                    <a:pt x="388556" y="36322"/>
                  </a:lnTo>
                  <a:lnTo>
                    <a:pt x="434848" y="30353"/>
                  </a:lnTo>
                  <a:lnTo>
                    <a:pt x="477812" y="26733"/>
                  </a:lnTo>
                  <a:lnTo>
                    <a:pt x="503491" y="28422"/>
                  </a:lnTo>
                  <a:lnTo>
                    <a:pt x="511086" y="31686"/>
                  </a:lnTo>
                  <a:lnTo>
                    <a:pt x="518071" y="36626"/>
                  </a:lnTo>
                  <a:lnTo>
                    <a:pt x="523735" y="4144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182354" y="7284802"/>
              <a:ext cx="308610" cy="1875155"/>
            </a:xfrm>
            <a:custGeom>
              <a:avLst/>
              <a:gdLst/>
              <a:ahLst/>
              <a:cxnLst/>
              <a:rect l="l" t="t" r="r" b="b"/>
              <a:pathLst>
                <a:path w="308609" h="1875154">
                  <a:moveTo>
                    <a:pt x="308229" y="17792"/>
                  </a:moveTo>
                  <a:lnTo>
                    <a:pt x="306476" y="4610"/>
                  </a:lnTo>
                  <a:lnTo>
                    <a:pt x="300418" y="0"/>
                  </a:lnTo>
                  <a:lnTo>
                    <a:pt x="293827" y="850"/>
                  </a:lnTo>
                  <a:lnTo>
                    <a:pt x="227025" y="15862"/>
                  </a:lnTo>
                  <a:lnTo>
                    <a:pt x="165315" y="38163"/>
                  </a:lnTo>
                  <a:lnTo>
                    <a:pt x="99656" y="74041"/>
                  </a:lnTo>
                  <a:lnTo>
                    <a:pt x="33972" y="132740"/>
                  </a:lnTo>
                  <a:lnTo>
                    <a:pt x="30162" y="137210"/>
                  </a:lnTo>
                  <a:lnTo>
                    <a:pt x="30162" y="24384"/>
                  </a:lnTo>
                  <a:lnTo>
                    <a:pt x="29908" y="24384"/>
                  </a:lnTo>
                  <a:lnTo>
                    <a:pt x="29908" y="23114"/>
                  </a:lnTo>
                  <a:lnTo>
                    <a:pt x="266" y="23114"/>
                  </a:lnTo>
                  <a:lnTo>
                    <a:pt x="266" y="24384"/>
                  </a:lnTo>
                  <a:lnTo>
                    <a:pt x="0" y="24384"/>
                  </a:lnTo>
                  <a:lnTo>
                    <a:pt x="0" y="1874774"/>
                  </a:lnTo>
                  <a:lnTo>
                    <a:pt x="30162" y="1874774"/>
                  </a:lnTo>
                  <a:lnTo>
                    <a:pt x="30162" y="182422"/>
                  </a:lnTo>
                  <a:lnTo>
                    <a:pt x="30911" y="181737"/>
                  </a:lnTo>
                  <a:lnTo>
                    <a:pt x="30911" y="175082"/>
                  </a:lnTo>
                  <a:lnTo>
                    <a:pt x="34378" y="169075"/>
                  </a:lnTo>
                  <a:lnTo>
                    <a:pt x="60985" y="139661"/>
                  </a:lnTo>
                  <a:lnTo>
                    <a:pt x="99060" y="104711"/>
                  </a:lnTo>
                  <a:lnTo>
                    <a:pt x="175704" y="60020"/>
                  </a:lnTo>
                  <a:lnTo>
                    <a:pt x="234873" y="38836"/>
                  </a:lnTo>
                  <a:lnTo>
                    <a:pt x="279158" y="27889"/>
                  </a:lnTo>
                  <a:lnTo>
                    <a:pt x="303606" y="23837"/>
                  </a:lnTo>
                  <a:lnTo>
                    <a:pt x="308229" y="17792"/>
                  </a:lnTo>
                  <a:close/>
                </a:path>
              </a:pathLst>
            </a:custGeom>
            <a:solidFill>
              <a:srgbClr val="D0D0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554251" y="7225924"/>
              <a:ext cx="171450" cy="30480"/>
            </a:xfrm>
            <a:custGeom>
              <a:avLst/>
              <a:gdLst/>
              <a:ahLst/>
              <a:cxnLst/>
              <a:rect l="l" t="t" r="r" b="b"/>
              <a:pathLst>
                <a:path w="171450" h="30479">
                  <a:moveTo>
                    <a:pt x="124897" y="0"/>
                  </a:moveTo>
                  <a:lnTo>
                    <a:pt x="81926" y="3617"/>
                  </a:lnTo>
                  <a:lnTo>
                    <a:pt x="35637" y="9583"/>
                  </a:lnTo>
                  <a:lnTo>
                    <a:pt x="0" y="14936"/>
                  </a:lnTo>
                  <a:lnTo>
                    <a:pt x="0" y="16989"/>
                  </a:lnTo>
                  <a:lnTo>
                    <a:pt x="31077" y="30119"/>
                  </a:lnTo>
                  <a:lnTo>
                    <a:pt x="170937" y="16989"/>
                  </a:lnTo>
                  <a:lnTo>
                    <a:pt x="170937" y="16025"/>
                  </a:lnTo>
                  <a:lnTo>
                    <a:pt x="170822" y="14695"/>
                  </a:lnTo>
                  <a:lnTo>
                    <a:pt x="165157" y="9879"/>
                  </a:lnTo>
                  <a:lnTo>
                    <a:pt x="158173" y="4947"/>
                  </a:lnTo>
                  <a:lnTo>
                    <a:pt x="150581" y="1691"/>
                  </a:lnTo>
                  <a:lnTo>
                    <a:pt x="124897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9554251" y="7225924"/>
              <a:ext cx="171450" cy="30480"/>
            </a:xfrm>
            <a:custGeom>
              <a:avLst/>
              <a:gdLst/>
              <a:ahLst/>
              <a:cxnLst/>
              <a:rect l="l" t="t" r="r" b="b"/>
              <a:pathLst>
                <a:path w="171450" h="30479">
                  <a:moveTo>
                    <a:pt x="124897" y="0"/>
                  </a:moveTo>
                  <a:lnTo>
                    <a:pt x="81926" y="3617"/>
                  </a:lnTo>
                  <a:lnTo>
                    <a:pt x="35637" y="9583"/>
                  </a:lnTo>
                  <a:lnTo>
                    <a:pt x="0" y="14936"/>
                  </a:lnTo>
                  <a:lnTo>
                    <a:pt x="0" y="16989"/>
                  </a:lnTo>
                  <a:lnTo>
                    <a:pt x="31077" y="30119"/>
                  </a:lnTo>
                  <a:lnTo>
                    <a:pt x="170937" y="16989"/>
                  </a:lnTo>
                  <a:lnTo>
                    <a:pt x="170937" y="16025"/>
                  </a:lnTo>
                  <a:lnTo>
                    <a:pt x="170822" y="14695"/>
                  </a:lnTo>
                  <a:lnTo>
                    <a:pt x="165157" y="9879"/>
                  </a:lnTo>
                  <a:lnTo>
                    <a:pt x="158173" y="4947"/>
                  </a:lnTo>
                  <a:lnTo>
                    <a:pt x="150581" y="1691"/>
                  </a:lnTo>
                  <a:lnTo>
                    <a:pt x="124897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8798161" y="9132389"/>
            <a:ext cx="618490" cy="0"/>
          </a:xfrm>
          <a:custGeom>
            <a:avLst/>
            <a:gdLst/>
            <a:ahLst/>
            <a:cxnLst/>
            <a:rect l="l" t="t" r="r" b="b"/>
            <a:pathLst>
              <a:path w="618490" h="0">
                <a:moveTo>
                  <a:pt x="0" y="0"/>
                </a:moveTo>
                <a:lnTo>
                  <a:pt x="618461" y="0"/>
                </a:lnTo>
                <a:lnTo>
                  <a:pt x="0" y="0"/>
                </a:lnTo>
                <a:close/>
              </a:path>
            </a:pathLst>
          </a:custGeom>
          <a:solidFill>
            <a:srgbClr val="B7D5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763305" y="9132389"/>
            <a:ext cx="1533525" cy="0"/>
          </a:xfrm>
          <a:custGeom>
            <a:avLst/>
            <a:gdLst/>
            <a:ahLst/>
            <a:cxnLst/>
            <a:rect l="l" t="t" r="r" b="b"/>
            <a:pathLst>
              <a:path w="1533525" h="0">
                <a:moveTo>
                  <a:pt x="0" y="0"/>
                </a:moveTo>
                <a:lnTo>
                  <a:pt x="1533483" y="0"/>
                </a:lnTo>
                <a:lnTo>
                  <a:pt x="0" y="0"/>
                </a:lnTo>
                <a:close/>
              </a:path>
            </a:pathLst>
          </a:custGeom>
          <a:solidFill>
            <a:srgbClr val="B7D58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" name="object 10" descr=""/>
          <p:cNvGrpSpPr/>
          <p:nvPr/>
        </p:nvGrpSpPr>
        <p:grpSpPr>
          <a:xfrm>
            <a:off x="2296788" y="3508165"/>
            <a:ext cx="3117215" cy="5631815"/>
            <a:chOff x="2296788" y="3508165"/>
            <a:chExt cx="3117215" cy="5631815"/>
          </a:xfrm>
        </p:grpSpPr>
        <p:sp>
          <p:nvSpPr>
            <p:cNvPr id="11" name="object 11" descr=""/>
            <p:cNvSpPr/>
            <p:nvPr/>
          </p:nvSpPr>
          <p:spPr>
            <a:xfrm>
              <a:off x="3115549" y="3508165"/>
              <a:ext cx="1042035" cy="421005"/>
            </a:xfrm>
            <a:custGeom>
              <a:avLst/>
              <a:gdLst/>
              <a:ahLst/>
              <a:cxnLst/>
              <a:rect l="l" t="t" r="r" b="b"/>
              <a:pathLst>
                <a:path w="1042035" h="421004">
                  <a:moveTo>
                    <a:pt x="1041706" y="0"/>
                  </a:moveTo>
                  <a:lnTo>
                    <a:pt x="0" y="0"/>
                  </a:lnTo>
                  <a:lnTo>
                    <a:pt x="0" y="420594"/>
                  </a:lnTo>
                  <a:lnTo>
                    <a:pt x="1041706" y="420594"/>
                  </a:lnTo>
                  <a:lnTo>
                    <a:pt x="1041706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115549" y="3508165"/>
              <a:ext cx="373380" cy="401320"/>
            </a:xfrm>
            <a:custGeom>
              <a:avLst/>
              <a:gdLst/>
              <a:ahLst/>
              <a:cxnLst/>
              <a:rect l="l" t="t" r="r" b="b"/>
              <a:pathLst>
                <a:path w="373379" h="401320">
                  <a:moveTo>
                    <a:pt x="0" y="400835"/>
                  </a:moveTo>
                  <a:lnTo>
                    <a:pt x="373224" y="400835"/>
                  </a:lnTo>
                  <a:lnTo>
                    <a:pt x="373224" y="0"/>
                  </a:lnTo>
                  <a:lnTo>
                    <a:pt x="0" y="0"/>
                  </a:lnTo>
                  <a:lnTo>
                    <a:pt x="0" y="400835"/>
                  </a:lnTo>
                  <a:close/>
                </a:path>
              </a:pathLst>
            </a:custGeom>
            <a:solidFill>
              <a:srgbClr val="000000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488773" y="3508165"/>
              <a:ext cx="1042035" cy="421005"/>
            </a:xfrm>
            <a:custGeom>
              <a:avLst/>
              <a:gdLst/>
              <a:ahLst/>
              <a:cxnLst/>
              <a:rect l="l" t="t" r="r" b="b"/>
              <a:pathLst>
                <a:path w="1042035" h="421004">
                  <a:moveTo>
                    <a:pt x="1041706" y="0"/>
                  </a:moveTo>
                  <a:lnTo>
                    <a:pt x="0" y="0"/>
                  </a:lnTo>
                  <a:lnTo>
                    <a:pt x="0" y="420594"/>
                  </a:lnTo>
                  <a:lnTo>
                    <a:pt x="1041706" y="420594"/>
                  </a:lnTo>
                  <a:lnTo>
                    <a:pt x="1041706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488766" y="3508177"/>
              <a:ext cx="1042035" cy="421005"/>
            </a:xfrm>
            <a:custGeom>
              <a:avLst/>
              <a:gdLst/>
              <a:ahLst/>
              <a:cxnLst/>
              <a:rect l="l" t="t" r="r" b="b"/>
              <a:pathLst>
                <a:path w="1042035" h="421004">
                  <a:moveTo>
                    <a:pt x="1041704" y="0"/>
                  </a:moveTo>
                  <a:lnTo>
                    <a:pt x="0" y="0"/>
                  </a:lnTo>
                  <a:lnTo>
                    <a:pt x="0" y="400824"/>
                  </a:lnTo>
                  <a:lnTo>
                    <a:pt x="0" y="420585"/>
                  </a:lnTo>
                  <a:lnTo>
                    <a:pt x="29324" y="420585"/>
                  </a:lnTo>
                  <a:lnTo>
                    <a:pt x="29324" y="400824"/>
                  </a:lnTo>
                  <a:lnTo>
                    <a:pt x="1041704" y="400824"/>
                  </a:lnTo>
                  <a:lnTo>
                    <a:pt x="1041704" y="0"/>
                  </a:lnTo>
                  <a:close/>
                </a:path>
              </a:pathLst>
            </a:custGeom>
            <a:solidFill>
              <a:srgbClr val="000000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296788" y="3909001"/>
              <a:ext cx="1896110" cy="5227320"/>
            </a:xfrm>
            <a:custGeom>
              <a:avLst/>
              <a:gdLst/>
              <a:ahLst/>
              <a:cxnLst/>
              <a:rect l="l" t="t" r="r" b="b"/>
              <a:pathLst>
                <a:path w="1896110" h="5227320">
                  <a:moveTo>
                    <a:pt x="1895785" y="0"/>
                  </a:moveTo>
                  <a:lnTo>
                    <a:pt x="0" y="0"/>
                  </a:lnTo>
                  <a:lnTo>
                    <a:pt x="0" y="5226961"/>
                  </a:lnTo>
                  <a:lnTo>
                    <a:pt x="1895785" y="5226961"/>
                  </a:lnTo>
                  <a:lnTo>
                    <a:pt x="1895785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296788" y="3909001"/>
              <a:ext cx="718185" cy="5227320"/>
            </a:xfrm>
            <a:custGeom>
              <a:avLst/>
              <a:gdLst/>
              <a:ahLst/>
              <a:cxnLst/>
              <a:rect l="l" t="t" r="r" b="b"/>
              <a:pathLst>
                <a:path w="718185" h="5227320">
                  <a:moveTo>
                    <a:pt x="717684" y="0"/>
                  </a:moveTo>
                  <a:lnTo>
                    <a:pt x="0" y="0"/>
                  </a:lnTo>
                  <a:lnTo>
                    <a:pt x="0" y="5226961"/>
                  </a:lnTo>
                  <a:lnTo>
                    <a:pt x="717684" y="5226961"/>
                  </a:lnTo>
                  <a:lnTo>
                    <a:pt x="717684" y="0"/>
                  </a:lnTo>
                  <a:close/>
                </a:path>
              </a:pathLst>
            </a:custGeom>
            <a:solidFill>
              <a:srgbClr val="000000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518091" y="3909001"/>
              <a:ext cx="1896110" cy="5227320"/>
            </a:xfrm>
            <a:custGeom>
              <a:avLst/>
              <a:gdLst/>
              <a:ahLst/>
              <a:cxnLst/>
              <a:rect l="l" t="t" r="r" b="b"/>
              <a:pathLst>
                <a:path w="1896110" h="5227320">
                  <a:moveTo>
                    <a:pt x="1895785" y="0"/>
                  </a:moveTo>
                  <a:lnTo>
                    <a:pt x="0" y="0"/>
                  </a:lnTo>
                  <a:lnTo>
                    <a:pt x="0" y="5226961"/>
                  </a:lnTo>
                  <a:lnTo>
                    <a:pt x="1895785" y="5226961"/>
                  </a:lnTo>
                  <a:lnTo>
                    <a:pt x="1895785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014473" y="3909001"/>
              <a:ext cx="2399665" cy="5227320"/>
            </a:xfrm>
            <a:custGeom>
              <a:avLst/>
              <a:gdLst/>
              <a:ahLst/>
              <a:cxnLst/>
              <a:rect l="l" t="t" r="r" b="b"/>
              <a:pathLst>
                <a:path w="2399665" h="5227320">
                  <a:moveTo>
                    <a:pt x="2399403" y="0"/>
                  </a:moveTo>
                  <a:lnTo>
                    <a:pt x="0" y="0"/>
                  </a:lnTo>
                  <a:lnTo>
                    <a:pt x="0" y="5226961"/>
                  </a:lnTo>
                  <a:lnTo>
                    <a:pt x="2399403" y="5226961"/>
                  </a:lnTo>
                  <a:lnTo>
                    <a:pt x="2399403" y="0"/>
                  </a:lnTo>
                  <a:close/>
                </a:path>
              </a:pathLst>
            </a:custGeom>
            <a:solidFill>
              <a:srgbClr val="000000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3116719" y="3905179"/>
              <a:ext cx="1493520" cy="10160"/>
            </a:xfrm>
            <a:custGeom>
              <a:avLst/>
              <a:gdLst/>
              <a:ahLst/>
              <a:cxnLst/>
              <a:rect l="l" t="t" r="r" b="b"/>
              <a:pathLst>
                <a:path w="1493520" h="10160">
                  <a:moveTo>
                    <a:pt x="1493291" y="5080"/>
                  </a:moveTo>
                  <a:lnTo>
                    <a:pt x="1493278" y="3810"/>
                  </a:lnTo>
                  <a:lnTo>
                    <a:pt x="1439659" y="3810"/>
                  </a:lnTo>
                  <a:lnTo>
                    <a:pt x="1439659" y="2540"/>
                  </a:lnTo>
                  <a:lnTo>
                    <a:pt x="1318475" y="2540"/>
                  </a:lnTo>
                  <a:lnTo>
                    <a:pt x="1318475" y="1270"/>
                  </a:lnTo>
                  <a:lnTo>
                    <a:pt x="1066012" y="1270"/>
                  </a:lnTo>
                  <a:lnTo>
                    <a:pt x="1066012" y="0"/>
                  </a:lnTo>
                  <a:lnTo>
                    <a:pt x="427266" y="0"/>
                  </a:lnTo>
                  <a:lnTo>
                    <a:pt x="427266" y="1270"/>
                  </a:lnTo>
                  <a:lnTo>
                    <a:pt x="174790" y="1270"/>
                  </a:lnTo>
                  <a:lnTo>
                    <a:pt x="174790" y="2540"/>
                  </a:lnTo>
                  <a:lnTo>
                    <a:pt x="53619" y="2540"/>
                  </a:lnTo>
                  <a:lnTo>
                    <a:pt x="53619" y="3810"/>
                  </a:lnTo>
                  <a:lnTo>
                    <a:pt x="0" y="3810"/>
                  </a:lnTo>
                  <a:lnTo>
                    <a:pt x="0" y="5080"/>
                  </a:lnTo>
                  <a:lnTo>
                    <a:pt x="0" y="6350"/>
                  </a:lnTo>
                  <a:lnTo>
                    <a:pt x="53543" y="6350"/>
                  </a:lnTo>
                  <a:lnTo>
                    <a:pt x="53543" y="7620"/>
                  </a:lnTo>
                  <a:lnTo>
                    <a:pt x="174345" y="7620"/>
                  </a:lnTo>
                  <a:lnTo>
                    <a:pt x="174345" y="8890"/>
                  </a:lnTo>
                  <a:lnTo>
                    <a:pt x="425488" y="8890"/>
                  </a:lnTo>
                  <a:lnTo>
                    <a:pt x="425488" y="10160"/>
                  </a:lnTo>
                  <a:lnTo>
                    <a:pt x="1067790" y="10160"/>
                  </a:lnTo>
                  <a:lnTo>
                    <a:pt x="1067790" y="8890"/>
                  </a:lnTo>
                  <a:lnTo>
                    <a:pt x="1318920" y="8890"/>
                  </a:lnTo>
                  <a:lnTo>
                    <a:pt x="1318920" y="7620"/>
                  </a:lnTo>
                  <a:lnTo>
                    <a:pt x="1439748" y="7620"/>
                  </a:lnTo>
                  <a:lnTo>
                    <a:pt x="1439748" y="6350"/>
                  </a:lnTo>
                  <a:lnTo>
                    <a:pt x="1493291" y="6350"/>
                  </a:lnTo>
                  <a:lnTo>
                    <a:pt x="1493291" y="5080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358368" y="4273325"/>
              <a:ext cx="638810" cy="1485265"/>
            </a:xfrm>
            <a:custGeom>
              <a:avLst/>
              <a:gdLst/>
              <a:ahLst/>
              <a:cxnLst/>
              <a:rect l="l" t="t" r="r" b="b"/>
              <a:pathLst>
                <a:path w="638810" h="1485264">
                  <a:moveTo>
                    <a:pt x="638430" y="0"/>
                  </a:moveTo>
                  <a:lnTo>
                    <a:pt x="0" y="0"/>
                  </a:lnTo>
                  <a:lnTo>
                    <a:pt x="0" y="1484698"/>
                  </a:lnTo>
                  <a:lnTo>
                    <a:pt x="638430" y="1484698"/>
                  </a:lnTo>
                  <a:lnTo>
                    <a:pt x="638430" y="0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353422" y="4268412"/>
              <a:ext cx="648970" cy="1493520"/>
            </a:xfrm>
            <a:custGeom>
              <a:avLst/>
              <a:gdLst/>
              <a:ahLst/>
              <a:cxnLst/>
              <a:rect l="l" t="t" r="r" b="b"/>
              <a:pathLst>
                <a:path w="648970" h="1493520">
                  <a:moveTo>
                    <a:pt x="648677" y="307301"/>
                  </a:moveTo>
                  <a:lnTo>
                    <a:pt x="647420" y="307301"/>
                  </a:lnTo>
                  <a:lnTo>
                    <a:pt x="648055" y="4927"/>
                  </a:lnTo>
                  <a:lnTo>
                    <a:pt x="648068" y="228"/>
                  </a:lnTo>
                  <a:lnTo>
                    <a:pt x="639292" y="228"/>
                  </a:lnTo>
                  <a:lnTo>
                    <a:pt x="639292" y="307301"/>
                  </a:lnTo>
                  <a:lnTo>
                    <a:pt x="626376" y="307301"/>
                  </a:lnTo>
                  <a:lnTo>
                    <a:pt x="626376" y="306031"/>
                  </a:lnTo>
                  <a:lnTo>
                    <a:pt x="574979" y="306031"/>
                  </a:lnTo>
                  <a:lnTo>
                    <a:pt x="574979" y="304761"/>
                  </a:lnTo>
                  <a:lnTo>
                    <a:pt x="465074" y="304761"/>
                  </a:lnTo>
                  <a:lnTo>
                    <a:pt x="465074" y="303491"/>
                  </a:lnTo>
                  <a:lnTo>
                    <a:pt x="184581" y="303491"/>
                  </a:lnTo>
                  <a:lnTo>
                    <a:pt x="184581" y="304761"/>
                  </a:lnTo>
                  <a:lnTo>
                    <a:pt x="74676" y="304761"/>
                  </a:lnTo>
                  <a:lnTo>
                    <a:pt x="74676" y="306031"/>
                  </a:lnTo>
                  <a:lnTo>
                    <a:pt x="23279" y="306031"/>
                  </a:lnTo>
                  <a:lnTo>
                    <a:pt x="23279" y="307301"/>
                  </a:lnTo>
                  <a:lnTo>
                    <a:pt x="9563" y="307301"/>
                  </a:lnTo>
                  <a:lnTo>
                    <a:pt x="9855" y="9842"/>
                  </a:lnTo>
                  <a:lnTo>
                    <a:pt x="638683" y="9613"/>
                  </a:lnTo>
                  <a:lnTo>
                    <a:pt x="639292" y="307301"/>
                  </a:lnTo>
                  <a:lnTo>
                    <a:pt x="639292" y="228"/>
                  </a:lnTo>
                  <a:lnTo>
                    <a:pt x="0" y="0"/>
                  </a:lnTo>
                  <a:lnTo>
                    <a:pt x="1422" y="1493139"/>
                  </a:lnTo>
                  <a:lnTo>
                    <a:pt x="632472" y="1489976"/>
                  </a:lnTo>
                  <a:lnTo>
                    <a:pt x="639800" y="1489849"/>
                  </a:lnTo>
                  <a:lnTo>
                    <a:pt x="643369" y="1489621"/>
                  </a:lnTo>
                  <a:lnTo>
                    <a:pt x="639318" y="1489379"/>
                  </a:lnTo>
                  <a:lnTo>
                    <a:pt x="8445" y="1486115"/>
                  </a:lnTo>
                  <a:lnTo>
                    <a:pt x="9563" y="309841"/>
                  </a:lnTo>
                  <a:lnTo>
                    <a:pt x="23241" y="309841"/>
                  </a:lnTo>
                  <a:lnTo>
                    <a:pt x="23241" y="311111"/>
                  </a:lnTo>
                  <a:lnTo>
                    <a:pt x="74371" y="311111"/>
                  </a:lnTo>
                  <a:lnTo>
                    <a:pt x="74371" y="312381"/>
                  </a:lnTo>
                  <a:lnTo>
                    <a:pt x="183007" y="312381"/>
                  </a:lnTo>
                  <a:lnTo>
                    <a:pt x="183007" y="313651"/>
                  </a:lnTo>
                  <a:lnTo>
                    <a:pt x="330669" y="313651"/>
                  </a:lnTo>
                  <a:lnTo>
                    <a:pt x="330669" y="317550"/>
                  </a:lnTo>
                  <a:lnTo>
                    <a:pt x="329958" y="317550"/>
                  </a:lnTo>
                  <a:lnTo>
                    <a:pt x="329958" y="334060"/>
                  </a:lnTo>
                  <a:lnTo>
                    <a:pt x="329323" y="334060"/>
                  </a:lnTo>
                  <a:lnTo>
                    <a:pt x="329323" y="358190"/>
                  </a:lnTo>
                  <a:lnTo>
                    <a:pt x="328739" y="358190"/>
                  </a:lnTo>
                  <a:lnTo>
                    <a:pt x="328739" y="392480"/>
                  </a:lnTo>
                  <a:lnTo>
                    <a:pt x="328218" y="392480"/>
                  </a:lnTo>
                  <a:lnTo>
                    <a:pt x="328218" y="434390"/>
                  </a:lnTo>
                  <a:lnTo>
                    <a:pt x="327723" y="434390"/>
                  </a:lnTo>
                  <a:lnTo>
                    <a:pt x="327723" y="483920"/>
                  </a:lnTo>
                  <a:lnTo>
                    <a:pt x="327266" y="483920"/>
                  </a:lnTo>
                  <a:lnTo>
                    <a:pt x="327266" y="539800"/>
                  </a:lnTo>
                  <a:lnTo>
                    <a:pt x="326885" y="539800"/>
                  </a:lnTo>
                  <a:lnTo>
                    <a:pt x="326885" y="602030"/>
                  </a:lnTo>
                  <a:lnTo>
                    <a:pt x="326478" y="602030"/>
                  </a:lnTo>
                  <a:lnTo>
                    <a:pt x="326478" y="740460"/>
                  </a:lnTo>
                  <a:lnTo>
                    <a:pt x="326161" y="740460"/>
                  </a:lnTo>
                  <a:lnTo>
                    <a:pt x="326161" y="816660"/>
                  </a:lnTo>
                  <a:lnTo>
                    <a:pt x="326097" y="974140"/>
                  </a:lnTo>
                  <a:lnTo>
                    <a:pt x="326161" y="1050340"/>
                  </a:lnTo>
                  <a:lnTo>
                    <a:pt x="326478" y="1050340"/>
                  </a:lnTo>
                  <a:lnTo>
                    <a:pt x="326478" y="1190040"/>
                  </a:lnTo>
                  <a:lnTo>
                    <a:pt x="326910" y="1190040"/>
                  </a:lnTo>
                  <a:lnTo>
                    <a:pt x="326910" y="1252270"/>
                  </a:lnTo>
                  <a:lnTo>
                    <a:pt x="327279" y="1252270"/>
                  </a:lnTo>
                  <a:lnTo>
                    <a:pt x="327279" y="1308150"/>
                  </a:lnTo>
                  <a:lnTo>
                    <a:pt x="327723" y="1308150"/>
                  </a:lnTo>
                  <a:lnTo>
                    <a:pt x="327723" y="1356410"/>
                  </a:lnTo>
                  <a:lnTo>
                    <a:pt x="328231" y="1356410"/>
                  </a:lnTo>
                  <a:lnTo>
                    <a:pt x="328231" y="1398320"/>
                  </a:lnTo>
                  <a:lnTo>
                    <a:pt x="328777" y="1398320"/>
                  </a:lnTo>
                  <a:lnTo>
                    <a:pt x="328777" y="1432610"/>
                  </a:lnTo>
                  <a:lnTo>
                    <a:pt x="329336" y="1432610"/>
                  </a:lnTo>
                  <a:lnTo>
                    <a:pt x="329336" y="1458010"/>
                  </a:lnTo>
                  <a:lnTo>
                    <a:pt x="329971" y="1458010"/>
                  </a:lnTo>
                  <a:lnTo>
                    <a:pt x="329971" y="1473250"/>
                  </a:lnTo>
                  <a:lnTo>
                    <a:pt x="330619" y="1473250"/>
                  </a:lnTo>
                  <a:lnTo>
                    <a:pt x="330619" y="1478330"/>
                  </a:lnTo>
                  <a:lnTo>
                    <a:pt x="331266" y="1478330"/>
                  </a:lnTo>
                  <a:lnTo>
                    <a:pt x="331266" y="1473250"/>
                  </a:lnTo>
                  <a:lnTo>
                    <a:pt x="331914" y="1473250"/>
                  </a:lnTo>
                  <a:lnTo>
                    <a:pt x="331914" y="1458010"/>
                  </a:lnTo>
                  <a:lnTo>
                    <a:pt x="332549" y="1458010"/>
                  </a:lnTo>
                  <a:lnTo>
                    <a:pt x="332549" y="1432610"/>
                  </a:lnTo>
                  <a:lnTo>
                    <a:pt x="333146" y="1432610"/>
                  </a:lnTo>
                  <a:lnTo>
                    <a:pt x="333146" y="1398320"/>
                  </a:lnTo>
                  <a:lnTo>
                    <a:pt x="333667" y="1398320"/>
                  </a:lnTo>
                  <a:lnTo>
                    <a:pt x="333667" y="1356410"/>
                  </a:lnTo>
                  <a:lnTo>
                    <a:pt x="334149" y="1356410"/>
                  </a:lnTo>
                  <a:lnTo>
                    <a:pt x="334149" y="1308150"/>
                  </a:lnTo>
                  <a:lnTo>
                    <a:pt x="334606" y="1308150"/>
                  </a:lnTo>
                  <a:lnTo>
                    <a:pt x="334606" y="1252270"/>
                  </a:lnTo>
                  <a:lnTo>
                    <a:pt x="334987" y="1252270"/>
                  </a:lnTo>
                  <a:lnTo>
                    <a:pt x="334987" y="1190040"/>
                  </a:lnTo>
                  <a:lnTo>
                    <a:pt x="335394" y="1190040"/>
                  </a:lnTo>
                  <a:lnTo>
                    <a:pt x="335394" y="1050340"/>
                  </a:lnTo>
                  <a:lnTo>
                    <a:pt x="335711" y="1050340"/>
                  </a:lnTo>
                  <a:lnTo>
                    <a:pt x="335711" y="974140"/>
                  </a:lnTo>
                  <a:lnTo>
                    <a:pt x="335775" y="816660"/>
                  </a:lnTo>
                  <a:lnTo>
                    <a:pt x="335711" y="740460"/>
                  </a:lnTo>
                  <a:lnTo>
                    <a:pt x="335394" y="740460"/>
                  </a:lnTo>
                  <a:lnTo>
                    <a:pt x="335394" y="602030"/>
                  </a:lnTo>
                  <a:lnTo>
                    <a:pt x="334975" y="602030"/>
                  </a:lnTo>
                  <a:lnTo>
                    <a:pt x="334975" y="539800"/>
                  </a:lnTo>
                  <a:lnTo>
                    <a:pt x="334606" y="539800"/>
                  </a:lnTo>
                  <a:lnTo>
                    <a:pt x="334606" y="483920"/>
                  </a:lnTo>
                  <a:lnTo>
                    <a:pt x="334162" y="483920"/>
                  </a:lnTo>
                  <a:lnTo>
                    <a:pt x="334162" y="434390"/>
                  </a:lnTo>
                  <a:lnTo>
                    <a:pt x="333654" y="434390"/>
                  </a:lnTo>
                  <a:lnTo>
                    <a:pt x="333654" y="392480"/>
                  </a:lnTo>
                  <a:lnTo>
                    <a:pt x="333095" y="392480"/>
                  </a:lnTo>
                  <a:lnTo>
                    <a:pt x="333095" y="358190"/>
                  </a:lnTo>
                  <a:lnTo>
                    <a:pt x="332562" y="358190"/>
                  </a:lnTo>
                  <a:lnTo>
                    <a:pt x="332562" y="334060"/>
                  </a:lnTo>
                  <a:lnTo>
                    <a:pt x="331927" y="334060"/>
                  </a:lnTo>
                  <a:lnTo>
                    <a:pt x="331927" y="317550"/>
                  </a:lnTo>
                  <a:lnTo>
                    <a:pt x="331216" y="317550"/>
                  </a:lnTo>
                  <a:lnTo>
                    <a:pt x="331216" y="313651"/>
                  </a:lnTo>
                  <a:lnTo>
                    <a:pt x="466648" y="313651"/>
                  </a:lnTo>
                  <a:lnTo>
                    <a:pt x="466648" y="312381"/>
                  </a:lnTo>
                  <a:lnTo>
                    <a:pt x="575271" y="312381"/>
                  </a:lnTo>
                  <a:lnTo>
                    <a:pt x="575271" y="311111"/>
                  </a:lnTo>
                  <a:lnTo>
                    <a:pt x="626414" y="311111"/>
                  </a:lnTo>
                  <a:lnTo>
                    <a:pt x="626414" y="309841"/>
                  </a:lnTo>
                  <a:lnTo>
                    <a:pt x="639305" y="309841"/>
                  </a:lnTo>
                  <a:lnTo>
                    <a:pt x="640918" y="1072324"/>
                  </a:lnTo>
                  <a:lnTo>
                    <a:pt x="642213" y="1379982"/>
                  </a:lnTo>
                  <a:lnTo>
                    <a:pt x="642810" y="1461757"/>
                  </a:lnTo>
                  <a:lnTo>
                    <a:pt x="643369" y="1489621"/>
                  </a:lnTo>
                  <a:lnTo>
                    <a:pt x="643559" y="1487373"/>
                  </a:lnTo>
                  <a:lnTo>
                    <a:pt x="644550" y="1377886"/>
                  </a:lnTo>
                  <a:lnTo>
                    <a:pt x="645845" y="1069149"/>
                  </a:lnTo>
                  <a:lnTo>
                    <a:pt x="647420" y="309841"/>
                  </a:lnTo>
                  <a:lnTo>
                    <a:pt x="648677" y="309841"/>
                  </a:lnTo>
                  <a:lnTo>
                    <a:pt x="648677" y="308571"/>
                  </a:lnTo>
                  <a:lnTo>
                    <a:pt x="648677" y="307301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509977" y="4273325"/>
              <a:ext cx="638810" cy="1485265"/>
            </a:xfrm>
            <a:custGeom>
              <a:avLst/>
              <a:gdLst/>
              <a:ahLst/>
              <a:cxnLst/>
              <a:rect l="l" t="t" r="r" b="b"/>
              <a:pathLst>
                <a:path w="638810" h="1485264">
                  <a:moveTo>
                    <a:pt x="638430" y="0"/>
                  </a:moveTo>
                  <a:lnTo>
                    <a:pt x="0" y="0"/>
                  </a:lnTo>
                  <a:lnTo>
                    <a:pt x="0" y="1484698"/>
                  </a:lnTo>
                  <a:lnTo>
                    <a:pt x="638430" y="1484698"/>
                  </a:lnTo>
                  <a:lnTo>
                    <a:pt x="638430" y="0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505033" y="4268412"/>
              <a:ext cx="648970" cy="1493520"/>
            </a:xfrm>
            <a:custGeom>
              <a:avLst/>
              <a:gdLst/>
              <a:ahLst/>
              <a:cxnLst/>
              <a:rect l="l" t="t" r="r" b="b"/>
              <a:pathLst>
                <a:path w="648970" h="1493520">
                  <a:moveTo>
                    <a:pt x="648677" y="307301"/>
                  </a:moveTo>
                  <a:lnTo>
                    <a:pt x="647420" y="307301"/>
                  </a:lnTo>
                  <a:lnTo>
                    <a:pt x="648055" y="4927"/>
                  </a:lnTo>
                  <a:lnTo>
                    <a:pt x="648068" y="228"/>
                  </a:lnTo>
                  <a:lnTo>
                    <a:pt x="639292" y="228"/>
                  </a:lnTo>
                  <a:lnTo>
                    <a:pt x="639292" y="307301"/>
                  </a:lnTo>
                  <a:lnTo>
                    <a:pt x="626376" y="307301"/>
                  </a:lnTo>
                  <a:lnTo>
                    <a:pt x="626376" y="306031"/>
                  </a:lnTo>
                  <a:lnTo>
                    <a:pt x="574979" y="306031"/>
                  </a:lnTo>
                  <a:lnTo>
                    <a:pt x="574979" y="304761"/>
                  </a:lnTo>
                  <a:lnTo>
                    <a:pt x="465074" y="304761"/>
                  </a:lnTo>
                  <a:lnTo>
                    <a:pt x="465074" y="303491"/>
                  </a:lnTo>
                  <a:lnTo>
                    <a:pt x="184581" y="303491"/>
                  </a:lnTo>
                  <a:lnTo>
                    <a:pt x="184581" y="304761"/>
                  </a:lnTo>
                  <a:lnTo>
                    <a:pt x="74663" y="304761"/>
                  </a:lnTo>
                  <a:lnTo>
                    <a:pt x="74663" y="306031"/>
                  </a:lnTo>
                  <a:lnTo>
                    <a:pt x="23279" y="306031"/>
                  </a:lnTo>
                  <a:lnTo>
                    <a:pt x="23279" y="307301"/>
                  </a:lnTo>
                  <a:lnTo>
                    <a:pt x="9563" y="307301"/>
                  </a:lnTo>
                  <a:lnTo>
                    <a:pt x="9855" y="9842"/>
                  </a:lnTo>
                  <a:lnTo>
                    <a:pt x="638683" y="9613"/>
                  </a:lnTo>
                  <a:lnTo>
                    <a:pt x="639292" y="307301"/>
                  </a:lnTo>
                  <a:lnTo>
                    <a:pt x="639292" y="228"/>
                  </a:lnTo>
                  <a:lnTo>
                    <a:pt x="0" y="0"/>
                  </a:lnTo>
                  <a:lnTo>
                    <a:pt x="1422" y="1493139"/>
                  </a:lnTo>
                  <a:lnTo>
                    <a:pt x="632472" y="1489976"/>
                  </a:lnTo>
                  <a:lnTo>
                    <a:pt x="639800" y="1489849"/>
                  </a:lnTo>
                  <a:lnTo>
                    <a:pt x="643369" y="1489621"/>
                  </a:lnTo>
                  <a:lnTo>
                    <a:pt x="639318" y="1489379"/>
                  </a:lnTo>
                  <a:lnTo>
                    <a:pt x="8445" y="1486115"/>
                  </a:lnTo>
                  <a:lnTo>
                    <a:pt x="9563" y="309841"/>
                  </a:lnTo>
                  <a:lnTo>
                    <a:pt x="23241" y="309841"/>
                  </a:lnTo>
                  <a:lnTo>
                    <a:pt x="23241" y="311111"/>
                  </a:lnTo>
                  <a:lnTo>
                    <a:pt x="74371" y="311111"/>
                  </a:lnTo>
                  <a:lnTo>
                    <a:pt x="74371" y="312381"/>
                  </a:lnTo>
                  <a:lnTo>
                    <a:pt x="183007" y="312381"/>
                  </a:lnTo>
                  <a:lnTo>
                    <a:pt x="183007" y="313651"/>
                  </a:lnTo>
                  <a:lnTo>
                    <a:pt x="330669" y="313651"/>
                  </a:lnTo>
                  <a:lnTo>
                    <a:pt x="330669" y="317550"/>
                  </a:lnTo>
                  <a:lnTo>
                    <a:pt x="329958" y="317550"/>
                  </a:lnTo>
                  <a:lnTo>
                    <a:pt x="329958" y="334060"/>
                  </a:lnTo>
                  <a:lnTo>
                    <a:pt x="329323" y="334060"/>
                  </a:lnTo>
                  <a:lnTo>
                    <a:pt x="329323" y="358190"/>
                  </a:lnTo>
                  <a:lnTo>
                    <a:pt x="328739" y="358190"/>
                  </a:lnTo>
                  <a:lnTo>
                    <a:pt x="328739" y="392480"/>
                  </a:lnTo>
                  <a:lnTo>
                    <a:pt x="328218" y="392480"/>
                  </a:lnTo>
                  <a:lnTo>
                    <a:pt x="328218" y="434390"/>
                  </a:lnTo>
                  <a:lnTo>
                    <a:pt x="327723" y="434390"/>
                  </a:lnTo>
                  <a:lnTo>
                    <a:pt x="327723" y="483920"/>
                  </a:lnTo>
                  <a:lnTo>
                    <a:pt x="327266" y="483920"/>
                  </a:lnTo>
                  <a:lnTo>
                    <a:pt x="327266" y="539800"/>
                  </a:lnTo>
                  <a:lnTo>
                    <a:pt x="326885" y="539800"/>
                  </a:lnTo>
                  <a:lnTo>
                    <a:pt x="326885" y="602030"/>
                  </a:lnTo>
                  <a:lnTo>
                    <a:pt x="326478" y="602030"/>
                  </a:lnTo>
                  <a:lnTo>
                    <a:pt x="326478" y="740460"/>
                  </a:lnTo>
                  <a:lnTo>
                    <a:pt x="326161" y="740460"/>
                  </a:lnTo>
                  <a:lnTo>
                    <a:pt x="326161" y="816660"/>
                  </a:lnTo>
                  <a:lnTo>
                    <a:pt x="326097" y="974140"/>
                  </a:lnTo>
                  <a:lnTo>
                    <a:pt x="326161" y="1050340"/>
                  </a:lnTo>
                  <a:lnTo>
                    <a:pt x="326478" y="1050340"/>
                  </a:lnTo>
                  <a:lnTo>
                    <a:pt x="326478" y="1190040"/>
                  </a:lnTo>
                  <a:lnTo>
                    <a:pt x="326910" y="1190040"/>
                  </a:lnTo>
                  <a:lnTo>
                    <a:pt x="326910" y="1252270"/>
                  </a:lnTo>
                  <a:lnTo>
                    <a:pt x="327279" y="1252270"/>
                  </a:lnTo>
                  <a:lnTo>
                    <a:pt x="327279" y="1308150"/>
                  </a:lnTo>
                  <a:lnTo>
                    <a:pt x="327723" y="1308150"/>
                  </a:lnTo>
                  <a:lnTo>
                    <a:pt x="327723" y="1356410"/>
                  </a:lnTo>
                  <a:lnTo>
                    <a:pt x="328231" y="1356410"/>
                  </a:lnTo>
                  <a:lnTo>
                    <a:pt x="328231" y="1398320"/>
                  </a:lnTo>
                  <a:lnTo>
                    <a:pt x="328777" y="1398320"/>
                  </a:lnTo>
                  <a:lnTo>
                    <a:pt x="328777" y="1432610"/>
                  </a:lnTo>
                  <a:lnTo>
                    <a:pt x="329336" y="1432610"/>
                  </a:lnTo>
                  <a:lnTo>
                    <a:pt x="329336" y="1458010"/>
                  </a:lnTo>
                  <a:lnTo>
                    <a:pt x="329971" y="1458010"/>
                  </a:lnTo>
                  <a:lnTo>
                    <a:pt x="329971" y="1473250"/>
                  </a:lnTo>
                  <a:lnTo>
                    <a:pt x="330619" y="1473250"/>
                  </a:lnTo>
                  <a:lnTo>
                    <a:pt x="330619" y="1478330"/>
                  </a:lnTo>
                  <a:lnTo>
                    <a:pt x="331266" y="1478330"/>
                  </a:lnTo>
                  <a:lnTo>
                    <a:pt x="331266" y="1473250"/>
                  </a:lnTo>
                  <a:lnTo>
                    <a:pt x="331914" y="1473250"/>
                  </a:lnTo>
                  <a:lnTo>
                    <a:pt x="331914" y="1458010"/>
                  </a:lnTo>
                  <a:lnTo>
                    <a:pt x="332549" y="1458010"/>
                  </a:lnTo>
                  <a:lnTo>
                    <a:pt x="332549" y="1432610"/>
                  </a:lnTo>
                  <a:lnTo>
                    <a:pt x="333146" y="1432610"/>
                  </a:lnTo>
                  <a:lnTo>
                    <a:pt x="333146" y="1398320"/>
                  </a:lnTo>
                  <a:lnTo>
                    <a:pt x="333667" y="1398320"/>
                  </a:lnTo>
                  <a:lnTo>
                    <a:pt x="333667" y="1356410"/>
                  </a:lnTo>
                  <a:lnTo>
                    <a:pt x="334149" y="1356410"/>
                  </a:lnTo>
                  <a:lnTo>
                    <a:pt x="334149" y="1308150"/>
                  </a:lnTo>
                  <a:lnTo>
                    <a:pt x="334606" y="1308150"/>
                  </a:lnTo>
                  <a:lnTo>
                    <a:pt x="334606" y="1252270"/>
                  </a:lnTo>
                  <a:lnTo>
                    <a:pt x="334987" y="1252270"/>
                  </a:lnTo>
                  <a:lnTo>
                    <a:pt x="334987" y="1190040"/>
                  </a:lnTo>
                  <a:lnTo>
                    <a:pt x="335394" y="1190040"/>
                  </a:lnTo>
                  <a:lnTo>
                    <a:pt x="335394" y="1050340"/>
                  </a:lnTo>
                  <a:lnTo>
                    <a:pt x="335711" y="1050340"/>
                  </a:lnTo>
                  <a:lnTo>
                    <a:pt x="335711" y="974140"/>
                  </a:lnTo>
                  <a:lnTo>
                    <a:pt x="335775" y="816660"/>
                  </a:lnTo>
                  <a:lnTo>
                    <a:pt x="335711" y="740460"/>
                  </a:lnTo>
                  <a:lnTo>
                    <a:pt x="335394" y="740460"/>
                  </a:lnTo>
                  <a:lnTo>
                    <a:pt x="335394" y="602030"/>
                  </a:lnTo>
                  <a:lnTo>
                    <a:pt x="334975" y="602030"/>
                  </a:lnTo>
                  <a:lnTo>
                    <a:pt x="334975" y="539800"/>
                  </a:lnTo>
                  <a:lnTo>
                    <a:pt x="334606" y="539800"/>
                  </a:lnTo>
                  <a:lnTo>
                    <a:pt x="334606" y="483920"/>
                  </a:lnTo>
                  <a:lnTo>
                    <a:pt x="334162" y="483920"/>
                  </a:lnTo>
                  <a:lnTo>
                    <a:pt x="334162" y="434390"/>
                  </a:lnTo>
                  <a:lnTo>
                    <a:pt x="333654" y="434390"/>
                  </a:lnTo>
                  <a:lnTo>
                    <a:pt x="333654" y="392480"/>
                  </a:lnTo>
                  <a:lnTo>
                    <a:pt x="333095" y="392480"/>
                  </a:lnTo>
                  <a:lnTo>
                    <a:pt x="333095" y="358190"/>
                  </a:lnTo>
                  <a:lnTo>
                    <a:pt x="332549" y="358190"/>
                  </a:lnTo>
                  <a:lnTo>
                    <a:pt x="332549" y="334060"/>
                  </a:lnTo>
                  <a:lnTo>
                    <a:pt x="331927" y="334060"/>
                  </a:lnTo>
                  <a:lnTo>
                    <a:pt x="331927" y="317550"/>
                  </a:lnTo>
                  <a:lnTo>
                    <a:pt x="331216" y="317550"/>
                  </a:lnTo>
                  <a:lnTo>
                    <a:pt x="331216" y="313651"/>
                  </a:lnTo>
                  <a:lnTo>
                    <a:pt x="466648" y="313651"/>
                  </a:lnTo>
                  <a:lnTo>
                    <a:pt x="466648" y="312381"/>
                  </a:lnTo>
                  <a:lnTo>
                    <a:pt x="575271" y="312381"/>
                  </a:lnTo>
                  <a:lnTo>
                    <a:pt x="575271" y="311111"/>
                  </a:lnTo>
                  <a:lnTo>
                    <a:pt x="626414" y="311111"/>
                  </a:lnTo>
                  <a:lnTo>
                    <a:pt x="626414" y="309841"/>
                  </a:lnTo>
                  <a:lnTo>
                    <a:pt x="639305" y="309841"/>
                  </a:lnTo>
                  <a:lnTo>
                    <a:pt x="640905" y="1072324"/>
                  </a:lnTo>
                  <a:lnTo>
                    <a:pt x="642213" y="1379982"/>
                  </a:lnTo>
                  <a:lnTo>
                    <a:pt x="642810" y="1461757"/>
                  </a:lnTo>
                  <a:lnTo>
                    <a:pt x="643369" y="1489621"/>
                  </a:lnTo>
                  <a:lnTo>
                    <a:pt x="643559" y="1487373"/>
                  </a:lnTo>
                  <a:lnTo>
                    <a:pt x="644550" y="1377886"/>
                  </a:lnTo>
                  <a:lnTo>
                    <a:pt x="645845" y="1069149"/>
                  </a:lnTo>
                  <a:lnTo>
                    <a:pt x="647420" y="309841"/>
                  </a:lnTo>
                  <a:lnTo>
                    <a:pt x="648677" y="309841"/>
                  </a:lnTo>
                  <a:lnTo>
                    <a:pt x="648677" y="308571"/>
                  </a:lnTo>
                  <a:lnTo>
                    <a:pt x="648677" y="307301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3358368" y="6080987"/>
              <a:ext cx="638810" cy="1485265"/>
            </a:xfrm>
            <a:custGeom>
              <a:avLst/>
              <a:gdLst/>
              <a:ahLst/>
              <a:cxnLst/>
              <a:rect l="l" t="t" r="r" b="b"/>
              <a:pathLst>
                <a:path w="638810" h="1485265">
                  <a:moveTo>
                    <a:pt x="638430" y="0"/>
                  </a:moveTo>
                  <a:lnTo>
                    <a:pt x="0" y="0"/>
                  </a:lnTo>
                  <a:lnTo>
                    <a:pt x="0" y="1484687"/>
                  </a:lnTo>
                  <a:lnTo>
                    <a:pt x="638430" y="1484687"/>
                  </a:lnTo>
                  <a:lnTo>
                    <a:pt x="638430" y="0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3353422" y="6076066"/>
              <a:ext cx="648970" cy="1493520"/>
            </a:xfrm>
            <a:custGeom>
              <a:avLst/>
              <a:gdLst/>
              <a:ahLst/>
              <a:cxnLst/>
              <a:rect l="l" t="t" r="r" b="b"/>
              <a:pathLst>
                <a:path w="648970" h="1493520">
                  <a:moveTo>
                    <a:pt x="648677" y="307301"/>
                  </a:moveTo>
                  <a:lnTo>
                    <a:pt x="647420" y="307301"/>
                  </a:lnTo>
                  <a:lnTo>
                    <a:pt x="648055" y="4927"/>
                  </a:lnTo>
                  <a:lnTo>
                    <a:pt x="648068" y="228"/>
                  </a:lnTo>
                  <a:lnTo>
                    <a:pt x="639292" y="228"/>
                  </a:lnTo>
                  <a:lnTo>
                    <a:pt x="639292" y="307301"/>
                  </a:lnTo>
                  <a:lnTo>
                    <a:pt x="626414" y="307301"/>
                  </a:lnTo>
                  <a:lnTo>
                    <a:pt x="626414" y="306031"/>
                  </a:lnTo>
                  <a:lnTo>
                    <a:pt x="575271" y="306031"/>
                  </a:lnTo>
                  <a:lnTo>
                    <a:pt x="575271" y="304761"/>
                  </a:lnTo>
                  <a:lnTo>
                    <a:pt x="466648" y="304761"/>
                  </a:lnTo>
                  <a:lnTo>
                    <a:pt x="466648" y="303491"/>
                  </a:lnTo>
                  <a:lnTo>
                    <a:pt x="183007" y="303491"/>
                  </a:lnTo>
                  <a:lnTo>
                    <a:pt x="183007" y="304761"/>
                  </a:lnTo>
                  <a:lnTo>
                    <a:pt x="74371" y="304761"/>
                  </a:lnTo>
                  <a:lnTo>
                    <a:pt x="74371" y="306031"/>
                  </a:lnTo>
                  <a:lnTo>
                    <a:pt x="23241" y="306031"/>
                  </a:lnTo>
                  <a:lnTo>
                    <a:pt x="23241" y="307301"/>
                  </a:lnTo>
                  <a:lnTo>
                    <a:pt x="9563" y="307301"/>
                  </a:lnTo>
                  <a:lnTo>
                    <a:pt x="9855" y="9842"/>
                  </a:lnTo>
                  <a:lnTo>
                    <a:pt x="638683" y="9613"/>
                  </a:lnTo>
                  <a:lnTo>
                    <a:pt x="639292" y="307301"/>
                  </a:lnTo>
                  <a:lnTo>
                    <a:pt x="639292" y="228"/>
                  </a:lnTo>
                  <a:lnTo>
                    <a:pt x="0" y="0"/>
                  </a:lnTo>
                  <a:lnTo>
                    <a:pt x="1422" y="1493139"/>
                  </a:lnTo>
                  <a:lnTo>
                    <a:pt x="632472" y="1489976"/>
                  </a:lnTo>
                  <a:lnTo>
                    <a:pt x="639800" y="1489849"/>
                  </a:lnTo>
                  <a:lnTo>
                    <a:pt x="643369" y="1489608"/>
                  </a:lnTo>
                  <a:lnTo>
                    <a:pt x="639318" y="1489379"/>
                  </a:lnTo>
                  <a:lnTo>
                    <a:pt x="8445" y="1486115"/>
                  </a:lnTo>
                  <a:lnTo>
                    <a:pt x="9563" y="309841"/>
                  </a:lnTo>
                  <a:lnTo>
                    <a:pt x="23241" y="309841"/>
                  </a:lnTo>
                  <a:lnTo>
                    <a:pt x="23241" y="311111"/>
                  </a:lnTo>
                  <a:lnTo>
                    <a:pt x="74371" y="311111"/>
                  </a:lnTo>
                  <a:lnTo>
                    <a:pt x="74371" y="312381"/>
                  </a:lnTo>
                  <a:lnTo>
                    <a:pt x="183007" y="312381"/>
                  </a:lnTo>
                  <a:lnTo>
                    <a:pt x="183007" y="313651"/>
                  </a:lnTo>
                  <a:lnTo>
                    <a:pt x="330669" y="313651"/>
                  </a:lnTo>
                  <a:lnTo>
                    <a:pt x="330669" y="317550"/>
                  </a:lnTo>
                  <a:lnTo>
                    <a:pt x="329958" y="317550"/>
                  </a:lnTo>
                  <a:lnTo>
                    <a:pt x="329958" y="334060"/>
                  </a:lnTo>
                  <a:lnTo>
                    <a:pt x="329323" y="334060"/>
                  </a:lnTo>
                  <a:lnTo>
                    <a:pt x="329323" y="358190"/>
                  </a:lnTo>
                  <a:lnTo>
                    <a:pt x="328739" y="358190"/>
                  </a:lnTo>
                  <a:lnTo>
                    <a:pt x="328739" y="392480"/>
                  </a:lnTo>
                  <a:lnTo>
                    <a:pt x="328218" y="392480"/>
                  </a:lnTo>
                  <a:lnTo>
                    <a:pt x="328218" y="434390"/>
                  </a:lnTo>
                  <a:lnTo>
                    <a:pt x="327723" y="434390"/>
                  </a:lnTo>
                  <a:lnTo>
                    <a:pt x="327723" y="483920"/>
                  </a:lnTo>
                  <a:lnTo>
                    <a:pt x="327266" y="483920"/>
                  </a:lnTo>
                  <a:lnTo>
                    <a:pt x="327266" y="539800"/>
                  </a:lnTo>
                  <a:lnTo>
                    <a:pt x="326885" y="539800"/>
                  </a:lnTo>
                  <a:lnTo>
                    <a:pt x="326885" y="602030"/>
                  </a:lnTo>
                  <a:lnTo>
                    <a:pt x="326478" y="602030"/>
                  </a:lnTo>
                  <a:lnTo>
                    <a:pt x="326478" y="740460"/>
                  </a:lnTo>
                  <a:lnTo>
                    <a:pt x="326161" y="740460"/>
                  </a:lnTo>
                  <a:lnTo>
                    <a:pt x="326161" y="816660"/>
                  </a:lnTo>
                  <a:lnTo>
                    <a:pt x="326097" y="974140"/>
                  </a:lnTo>
                  <a:lnTo>
                    <a:pt x="326161" y="1050340"/>
                  </a:lnTo>
                  <a:lnTo>
                    <a:pt x="326478" y="1050340"/>
                  </a:lnTo>
                  <a:lnTo>
                    <a:pt x="326478" y="1190040"/>
                  </a:lnTo>
                  <a:lnTo>
                    <a:pt x="326910" y="1190040"/>
                  </a:lnTo>
                  <a:lnTo>
                    <a:pt x="326910" y="1252270"/>
                  </a:lnTo>
                  <a:lnTo>
                    <a:pt x="327279" y="1252270"/>
                  </a:lnTo>
                  <a:lnTo>
                    <a:pt x="327279" y="1308150"/>
                  </a:lnTo>
                  <a:lnTo>
                    <a:pt x="327723" y="1308150"/>
                  </a:lnTo>
                  <a:lnTo>
                    <a:pt x="327723" y="1356410"/>
                  </a:lnTo>
                  <a:lnTo>
                    <a:pt x="328231" y="1356410"/>
                  </a:lnTo>
                  <a:lnTo>
                    <a:pt x="328231" y="1398320"/>
                  </a:lnTo>
                  <a:lnTo>
                    <a:pt x="328777" y="1398320"/>
                  </a:lnTo>
                  <a:lnTo>
                    <a:pt x="328777" y="1432610"/>
                  </a:lnTo>
                  <a:lnTo>
                    <a:pt x="329336" y="1432610"/>
                  </a:lnTo>
                  <a:lnTo>
                    <a:pt x="329336" y="1458010"/>
                  </a:lnTo>
                  <a:lnTo>
                    <a:pt x="329971" y="1458010"/>
                  </a:lnTo>
                  <a:lnTo>
                    <a:pt x="329971" y="1473250"/>
                  </a:lnTo>
                  <a:lnTo>
                    <a:pt x="330619" y="1473250"/>
                  </a:lnTo>
                  <a:lnTo>
                    <a:pt x="330619" y="1478330"/>
                  </a:lnTo>
                  <a:lnTo>
                    <a:pt x="331266" y="1478330"/>
                  </a:lnTo>
                  <a:lnTo>
                    <a:pt x="331266" y="1473250"/>
                  </a:lnTo>
                  <a:lnTo>
                    <a:pt x="331914" y="1473250"/>
                  </a:lnTo>
                  <a:lnTo>
                    <a:pt x="331914" y="1458010"/>
                  </a:lnTo>
                  <a:lnTo>
                    <a:pt x="332549" y="1458010"/>
                  </a:lnTo>
                  <a:lnTo>
                    <a:pt x="332549" y="1432610"/>
                  </a:lnTo>
                  <a:lnTo>
                    <a:pt x="333146" y="1432610"/>
                  </a:lnTo>
                  <a:lnTo>
                    <a:pt x="333146" y="1398320"/>
                  </a:lnTo>
                  <a:lnTo>
                    <a:pt x="333667" y="1398320"/>
                  </a:lnTo>
                  <a:lnTo>
                    <a:pt x="333667" y="1356410"/>
                  </a:lnTo>
                  <a:lnTo>
                    <a:pt x="334149" y="1356410"/>
                  </a:lnTo>
                  <a:lnTo>
                    <a:pt x="334149" y="1308150"/>
                  </a:lnTo>
                  <a:lnTo>
                    <a:pt x="334606" y="1308150"/>
                  </a:lnTo>
                  <a:lnTo>
                    <a:pt x="334606" y="1252270"/>
                  </a:lnTo>
                  <a:lnTo>
                    <a:pt x="334987" y="1252270"/>
                  </a:lnTo>
                  <a:lnTo>
                    <a:pt x="334987" y="1190040"/>
                  </a:lnTo>
                  <a:lnTo>
                    <a:pt x="335394" y="1190040"/>
                  </a:lnTo>
                  <a:lnTo>
                    <a:pt x="335394" y="1050340"/>
                  </a:lnTo>
                  <a:lnTo>
                    <a:pt x="335711" y="1050340"/>
                  </a:lnTo>
                  <a:lnTo>
                    <a:pt x="335711" y="974140"/>
                  </a:lnTo>
                  <a:lnTo>
                    <a:pt x="335775" y="816660"/>
                  </a:lnTo>
                  <a:lnTo>
                    <a:pt x="335711" y="740460"/>
                  </a:lnTo>
                  <a:lnTo>
                    <a:pt x="335394" y="740460"/>
                  </a:lnTo>
                  <a:lnTo>
                    <a:pt x="335394" y="602030"/>
                  </a:lnTo>
                  <a:lnTo>
                    <a:pt x="334975" y="602030"/>
                  </a:lnTo>
                  <a:lnTo>
                    <a:pt x="334975" y="539800"/>
                  </a:lnTo>
                  <a:lnTo>
                    <a:pt x="334606" y="539800"/>
                  </a:lnTo>
                  <a:lnTo>
                    <a:pt x="334606" y="483920"/>
                  </a:lnTo>
                  <a:lnTo>
                    <a:pt x="334162" y="483920"/>
                  </a:lnTo>
                  <a:lnTo>
                    <a:pt x="334162" y="434390"/>
                  </a:lnTo>
                  <a:lnTo>
                    <a:pt x="333654" y="434390"/>
                  </a:lnTo>
                  <a:lnTo>
                    <a:pt x="333654" y="392480"/>
                  </a:lnTo>
                  <a:lnTo>
                    <a:pt x="333095" y="392480"/>
                  </a:lnTo>
                  <a:lnTo>
                    <a:pt x="333095" y="358190"/>
                  </a:lnTo>
                  <a:lnTo>
                    <a:pt x="332562" y="358190"/>
                  </a:lnTo>
                  <a:lnTo>
                    <a:pt x="332562" y="334060"/>
                  </a:lnTo>
                  <a:lnTo>
                    <a:pt x="331927" y="334060"/>
                  </a:lnTo>
                  <a:lnTo>
                    <a:pt x="331927" y="317550"/>
                  </a:lnTo>
                  <a:lnTo>
                    <a:pt x="331216" y="317550"/>
                  </a:lnTo>
                  <a:lnTo>
                    <a:pt x="331216" y="313651"/>
                  </a:lnTo>
                  <a:lnTo>
                    <a:pt x="466648" y="313651"/>
                  </a:lnTo>
                  <a:lnTo>
                    <a:pt x="466648" y="312381"/>
                  </a:lnTo>
                  <a:lnTo>
                    <a:pt x="575271" y="312381"/>
                  </a:lnTo>
                  <a:lnTo>
                    <a:pt x="575271" y="311111"/>
                  </a:lnTo>
                  <a:lnTo>
                    <a:pt x="626414" y="311111"/>
                  </a:lnTo>
                  <a:lnTo>
                    <a:pt x="626414" y="309841"/>
                  </a:lnTo>
                  <a:lnTo>
                    <a:pt x="639305" y="309841"/>
                  </a:lnTo>
                  <a:lnTo>
                    <a:pt x="640918" y="1072324"/>
                  </a:lnTo>
                  <a:lnTo>
                    <a:pt x="642213" y="1379982"/>
                  </a:lnTo>
                  <a:lnTo>
                    <a:pt x="642810" y="1461757"/>
                  </a:lnTo>
                  <a:lnTo>
                    <a:pt x="643369" y="1489608"/>
                  </a:lnTo>
                  <a:lnTo>
                    <a:pt x="643559" y="1487373"/>
                  </a:lnTo>
                  <a:lnTo>
                    <a:pt x="644550" y="1377873"/>
                  </a:lnTo>
                  <a:lnTo>
                    <a:pt x="645845" y="1069149"/>
                  </a:lnTo>
                  <a:lnTo>
                    <a:pt x="647420" y="309841"/>
                  </a:lnTo>
                  <a:lnTo>
                    <a:pt x="648677" y="309841"/>
                  </a:lnTo>
                  <a:lnTo>
                    <a:pt x="648677" y="308571"/>
                  </a:lnTo>
                  <a:lnTo>
                    <a:pt x="648677" y="307301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4509977" y="6080987"/>
              <a:ext cx="638810" cy="1485265"/>
            </a:xfrm>
            <a:custGeom>
              <a:avLst/>
              <a:gdLst/>
              <a:ahLst/>
              <a:cxnLst/>
              <a:rect l="l" t="t" r="r" b="b"/>
              <a:pathLst>
                <a:path w="638810" h="1485265">
                  <a:moveTo>
                    <a:pt x="638430" y="0"/>
                  </a:moveTo>
                  <a:lnTo>
                    <a:pt x="0" y="0"/>
                  </a:lnTo>
                  <a:lnTo>
                    <a:pt x="0" y="1484687"/>
                  </a:lnTo>
                  <a:lnTo>
                    <a:pt x="638430" y="1484687"/>
                  </a:lnTo>
                  <a:lnTo>
                    <a:pt x="638430" y="0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3694366" y="6076066"/>
              <a:ext cx="1459865" cy="3063875"/>
            </a:xfrm>
            <a:custGeom>
              <a:avLst/>
              <a:gdLst/>
              <a:ahLst/>
              <a:cxnLst/>
              <a:rect l="l" t="t" r="r" b="b"/>
              <a:pathLst>
                <a:path w="1459864" h="3063875">
                  <a:moveTo>
                    <a:pt x="686168" y="2466619"/>
                  </a:moveTo>
                  <a:lnTo>
                    <a:pt x="685812" y="2456180"/>
                  </a:lnTo>
                  <a:lnTo>
                    <a:pt x="678345" y="2448788"/>
                  </a:lnTo>
                  <a:lnTo>
                    <a:pt x="671969" y="2446147"/>
                  </a:lnTo>
                  <a:lnTo>
                    <a:pt x="662724" y="2443911"/>
                  </a:lnTo>
                  <a:lnTo>
                    <a:pt x="655866" y="2444623"/>
                  </a:lnTo>
                  <a:lnTo>
                    <a:pt x="651776" y="2446540"/>
                  </a:lnTo>
                  <a:lnTo>
                    <a:pt x="650824" y="2447925"/>
                  </a:lnTo>
                  <a:lnTo>
                    <a:pt x="651179" y="2449385"/>
                  </a:lnTo>
                  <a:lnTo>
                    <a:pt x="659206" y="2446413"/>
                  </a:lnTo>
                  <a:lnTo>
                    <a:pt x="673227" y="2455126"/>
                  </a:lnTo>
                  <a:lnTo>
                    <a:pt x="677316" y="2460333"/>
                  </a:lnTo>
                  <a:lnTo>
                    <a:pt x="677100" y="2466848"/>
                  </a:lnTo>
                  <a:lnTo>
                    <a:pt x="677125" y="2473274"/>
                  </a:lnTo>
                  <a:lnTo>
                    <a:pt x="672871" y="2480894"/>
                  </a:lnTo>
                  <a:lnTo>
                    <a:pt x="659815" y="2485466"/>
                  </a:lnTo>
                  <a:lnTo>
                    <a:pt x="651738" y="2481884"/>
                  </a:lnTo>
                  <a:lnTo>
                    <a:pt x="648182" y="2476754"/>
                  </a:lnTo>
                  <a:lnTo>
                    <a:pt x="644334" y="2471636"/>
                  </a:lnTo>
                  <a:lnTo>
                    <a:pt x="645261" y="2465298"/>
                  </a:lnTo>
                  <a:lnTo>
                    <a:pt x="654024" y="2451430"/>
                  </a:lnTo>
                  <a:lnTo>
                    <a:pt x="662787" y="2452065"/>
                  </a:lnTo>
                  <a:lnTo>
                    <a:pt x="662711" y="2450655"/>
                  </a:lnTo>
                  <a:lnTo>
                    <a:pt x="662825" y="2450096"/>
                  </a:lnTo>
                  <a:lnTo>
                    <a:pt x="660920" y="2448852"/>
                  </a:lnTo>
                  <a:lnTo>
                    <a:pt x="653059" y="2449042"/>
                  </a:lnTo>
                  <a:lnTo>
                    <a:pt x="647166" y="2451112"/>
                  </a:lnTo>
                  <a:lnTo>
                    <a:pt x="642467" y="2456726"/>
                  </a:lnTo>
                  <a:lnTo>
                    <a:pt x="639330" y="2461514"/>
                  </a:lnTo>
                  <a:lnTo>
                    <a:pt x="637527" y="2467787"/>
                  </a:lnTo>
                  <a:lnTo>
                    <a:pt x="637730" y="2474772"/>
                  </a:lnTo>
                  <a:lnTo>
                    <a:pt x="640613" y="2481745"/>
                  </a:lnTo>
                  <a:lnTo>
                    <a:pt x="645680" y="2487536"/>
                  </a:lnTo>
                  <a:lnTo>
                    <a:pt x="652551" y="2491727"/>
                  </a:lnTo>
                  <a:lnTo>
                    <a:pt x="660679" y="2493619"/>
                  </a:lnTo>
                  <a:lnTo>
                    <a:pt x="669531" y="2492464"/>
                  </a:lnTo>
                  <a:lnTo>
                    <a:pt x="677151" y="2487968"/>
                  </a:lnTo>
                  <a:lnTo>
                    <a:pt x="682447" y="2481580"/>
                  </a:lnTo>
                  <a:lnTo>
                    <a:pt x="685431" y="2474176"/>
                  </a:lnTo>
                  <a:lnTo>
                    <a:pt x="686168" y="2466619"/>
                  </a:lnTo>
                  <a:close/>
                </a:path>
                <a:path w="1459864" h="3063875">
                  <a:moveTo>
                    <a:pt x="1145273" y="1260665"/>
                  </a:moveTo>
                  <a:lnTo>
                    <a:pt x="1137945" y="1260665"/>
                  </a:lnTo>
                  <a:lnTo>
                    <a:pt x="1137945" y="1308150"/>
                  </a:lnTo>
                  <a:lnTo>
                    <a:pt x="1138389" y="1308150"/>
                  </a:lnTo>
                  <a:lnTo>
                    <a:pt x="1138389" y="1356410"/>
                  </a:lnTo>
                  <a:lnTo>
                    <a:pt x="1138897" y="1356410"/>
                  </a:lnTo>
                  <a:lnTo>
                    <a:pt x="1138897" y="1398320"/>
                  </a:lnTo>
                  <a:lnTo>
                    <a:pt x="1139444" y="1398320"/>
                  </a:lnTo>
                  <a:lnTo>
                    <a:pt x="1139444" y="1432610"/>
                  </a:lnTo>
                  <a:lnTo>
                    <a:pt x="1140002" y="1432610"/>
                  </a:lnTo>
                  <a:lnTo>
                    <a:pt x="1140002" y="1458010"/>
                  </a:lnTo>
                  <a:lnTo>
                    <a:pt x="1140637" y="1458010"/>
                  </a:lnTo>
                  <a:lnTo>
                    <a:pt x="1140637" y="1473250"/>
                  </a:lnTo>
                  <a:lnTo>
                    <a:pt x="1141285" y="1473250"/>
                  </a:lnTo>
                  <a:lnTo>
                    <a:pt x="1141285" y="1478330"/>
                  </a:lnTo>
                  <a:lnTo>
                    <a:pt x="1141933" y="1478330"/>
                  </a:lnTo>
                  <a:lnTo>
                    <a:pt x="1141933" y="1473250"/>
                  </a:lnTo>
                  <a:lnTo>
                    <a:pt x="1142580" y="1473250"/>
                  </a:lnTo>
                  <a:lnTo>
                    <a:pt x="1142580" y="1458010"/>
                  </a:lnTo>
                  <a:lnTo>
                    <a:pt x="1143215" y="1458010"/>
                  </a:lnTo>
                  <a:lnTo>
                    <a:pt x="1143215" y="1432610"/>
                  </a:lnTo>
                  <a:lnTo>
                    <a:pt x="1143812" y="1432610"/>
                  </a:lnTo>
                  <a:lnTo>
                    <a:pt x="1143812" y="1398320"/>
                  </a:lnTo>
                  <a:lnTo>
                    <a:pt x="1144333" y="1398320"/>
                  </a:lnTo>
                  <a:lnTo>
                    <a:pt x="1144333" y="1356410"/>
                  </a:lnTo>
                  <a:lnTo>
                    <a:pt x="1144816" y="1356410"/>
                  </a:lnTo>
                  <a:lnTo>
                    <a:pt x="1144816" y="1308150"/>
                  </a:lnTo>
                  <a:lnTo>
                    <a:pt x="1145273" y="1308150"/>
                  </a:lnTo>
                  <a:lnTo>
                    <a:pt x="1145273" y="1260665"/>
                  </a:lnTo>
                  <a:close/>
                </a:path>
                <a:path w="1459864" h="3063875">
                  <a:moveTo>
                    <a:pt x="1146441" y="816660"/>
                  </a:moveTo>
                  <a:lnTo>
                    <a:pt x="1146378" y="740460"/>
                  </a:lnTo>
                  <a:lnTo>
                    <a:pt x="1146060" y="740460"/>
                  </a:lnTo>
                  <a:lnTo>
                    <a:pt x="1146060" y="602030"/>
                  </a:lnTo>
                  <a:lnTo>
                    <a:pt x="1145641" y="602030"/>
                  </a:lnTo>
                  <a:lnTo>
                    <a:pt x="1145641" y="539800"/>
                  </a:lnTo>
                  <a:lnTo>
                    <a:pt x="1145273" y="539800"/>
                  </a:lnTo>
                  <a:lnTo>
                    <a:pt x="1145273" y="483920"/>
                  </a:lnTo>
                  <a:lnTo>
                    <a:pt x="1144828" y="483920"/>
                  </a:lnTo>
                  <a:lnTo>
                    <a:pt x="1144828" y="434390"/>
                  </a:lnTo>
                  <a:lnTo>
                    <a:pt x="1144320" y="434390"/>
                  </a:lnTo>
                  <a:lnTo>
                    <a:pt x="1144320" y="395782"/>
                  </a:lnTo>
                  <a:lnTo>
                    <a:pt x="1138885" y="395782"/>
                  </a:lnTo>
                  <a:lnTo>
                    <a:pt x="1138885" y="434390"/>
                  </a:lnTo>
                  <a:lnTo>
                    <a:pt x="1138389" y="434390"/>
                  </a:lnTo>
                  <a:lnTo>
                    <a:pt x="1138389" y="483920"/>
                  </a:lnTo>
                  <a:lnTo>
                    <a:pt x="1137932" y="483920"/>
                  </a:lnTo>
                  <a:lnTo>
                    <a:pt x="1137932" y="539800"/>
                  </a:lnTo>
                  <a:lnTo>
                    <a:pt x="1137551" y="539800"/>
                  </a:lnTo>
                  <a:lnTo>
                    <a:pt x="1137551" y="602030"/>
                  </a:lnTo>
                  <a:lnTo>
                    <a:pt x="1137145" y="602030"/>
                  </a:lnTo>
                  <a:lnTo>
                    <a:pt x="1137145" y="740460"/>
                  </a:lnTo>
                  <a:lnTo>
                    <a:pt x="1136827" y="740460"/>
                  </a:lnTo>
                  <a:lnTo>
                    <a:pt x="1136827" y="816660"/>
                  </a:lnTo>
                  <a:lnTo>
                    <a:pt x="1136764" y="974140"/>
                  </a:lnTo>
                  <a:lnTo>
                    <a:pt x="1136827" y="1050340"/>
                  </a:lnTo>
                  <a:lnTo>
                    <a:pt x="1137145" y="1050340"/>
                  </a:lnTo>
                  <a:lnTo>
                    <a:pt x="1137145" y="1190040"/>
                  </a:lnTo>
                  <a:lnTo>
                    <a:pt x="1137577" y="1190040"/>
                  </a:lnTo>
                  <a:lnTo>
                    <a:pt x="1137577" y="1206728"/>
                  </a:lnTo>
                  <a:lnTo>
                    <a:pt x="1145654" y="1206728"/>
                  </a:lnTo>
                  <a:lnTo>
                    <a:pt x="1145654" y="1190040"/>
                  </a:lnTo>
                  <a:lnTo>
                    <a:pt x="1146060" y="1190040"/>
                  </a:lnTo>
                  <a:lnTo>
                    <a:pt x="1146060" y="1050340"/>
                  </a:lnTo>
                  <a:lnTo>
                    <a:pt x="1146378" y="1050340"/>
                  </a:lnTo>
                  <a:lnTo>
                    <a:pt x="1146378" y="974140"/>
                  </a:lnTo>
                  <a:lnTo>
                    <a:pt x="1146441" y="816660"/>
                  </a:lnTo>
                  <a:close/>
                </a:path>
                <a:path w="1459864" h="3063875">
                  <a:moveTo>
                    <a:pt x="1148181" y="1870938"/>
                  </a:moveTo>
                  <a:lnTo>
                    <a:pt x="576478" y="1870684"/>
                  </a:lnTo>
                  <a:lnTo>
                    <a:pt x="577392" y="1869554"/>
                  </a:lnTo>
                  <a:lnTo>
                    <a:pt x="576046" y="1870938"/>
                  </a:lnTo>
                  <a:lnTo>
                    <a:pt x="572757" y="1870938"/>
                  </a:lnTo>
                  <a:lnTo>
                    <a:pt x="572757" y="3059646"/>
                  </a:lnTo>
                  <a:lnTo>
                    <a:pt x="12915" y="3056293"/>
                  </a:lnTo>
                  <a:lnTo>
                    <a:pt x="13868" y="2523883"/>
                  </a:lnTo>
                  <a:lnTo>
                    <a:pt x="14122" y="2210587"/>
                  </a:lnTo>
                  <a:lnTo>
                    <a:pt x="14224" y="1881543"/>
                  </a:lnTo>
                  <a:lnTo>
                    <a:pt x="14224" y="1880527"/>
                  </a:lnTo>
                  <a:lnTo>
                    <a:pt x="571474" y="1880273"/>
                  </a:lnTo>
                  <a:lnTo>
                    <a:pt x="571563" y="2210587"/>
                  </a:lnTo>
                  <a:lnTo>
                    <a:pt x="571817" y="2523883"/>
                  </a:lnTo>
                  <a:lnTo>
                    <a:pt x="572757" y="3059646"/>
                  </a:lnTo>
                  <a:lnTo>
                    <a:pt x="572757" y="1870938"/>
                  </a:lnTo>
                  <a:lnTo>
                    <a:pt x="9372" y="1870684"/>
                  </a:lnTo>
                  <a:lnTo>
                    <a:pt x="10287" y="1869554"/>
                  </a:lnTo>
                  <a:lnTo>
                    <a:pt x="0" y="1880171"/>
                  </a:lnTo>
                  <a:lnTo>
                    <a:pt x="4368" y="1875853"/>
                  </a:lnTo>
                  <a:lnTo>
                    <a:pt x="4445" y="2210587"/>
                  </a:lnTo>
                  <a:lnTo>
                    <a:pt x="4711" y="2523883"/>
                  </a:lnTo>
                  <a:lnTo>
                    <a:pt x="5676" y="3063532"/>
                  </a:lnTo>
                  <a:lnTo>
                    <a:pt x="566762" y="3060281"/>
                  </a:lnTo>
                  <a:lnTo>
                    <a:pt x="572770" y="3060166"/>
                  </a:lnTo>
                  <a:lnTo>
                    <a:pt x="572782" y="3063532"/>
                  </a:lnTo>
                  <a:lnTo>
                    <a:pt x="1133868" y="3060281"/>
                  </a:lnTo>
                  <a:lnTo>
                    <a:pt x="1140371" y="3060154"/>
                  </a:lnTo>
                  <a:lnTo>
                    <a:pt x="1143508" y="3059900"/>
                  </a:lnTo>
                  <a:lnTo>
                    <a:pt x="1139863" y="3059646"/>
                  </a:lnTo>
                  <a:lnTo>
                    <a:pt x="580021" y="3056293"/>
                  </a:lnTo>
                  <a:lnTo>
                    <a:pt x="580974" y="2523883"/>
                  </a:lnTo>
                  <a:lnTo>
                    <a:pt x="581240" y="2210587"/>
                  </a:lnTo>
                  <a:lnTo>
                    <a:pt x="581329" y="1881543"/>
                  </a:lnTo>
                  <a:lnTo>
                    <a:pt x="581329" y="1880527"/>
                  </a:lnTo>
                  <a:lnTo>
                    <a:pt x="1138859" y="1880260"/>
                  </a:lnTo>
                  <a:lnTo>
                    <a:pt x="1141095" y="2728226"/>
                  </a:lnTo>
                  <a:lnTo>
                    <a:pt x="1142377" y="2972981"/>
                  </a:lnTo>
                  <a:lnTo>
                    <a:pt x="1142961" y="3037878"/>
                  </a:lnTo>
                  <a:lnTo>
                    <a:pt x="1143609" y="3059988"/>
                  </a:lnTo>
                  <a:lnTo>
                    <a:pt x="1143711" y="3057791"/>
                  </a:lnTo>
                  <a:lnTo>
                    <a:pt x="1144676" y="2970911"/>
                  </a:lnTo>
                  <a:lnTo>
                    <a:pt x="1145946" y="2725089"/>
                  </a:lnTo>
                  <a:lnTo>
                    <a:pt x="1148168" y="1875599"/>
                  </a:lnTo>
                  <a:lnTo>
                    <a:pt x="1148181" y="1871370"/>
                  </a:lnTo>
                  <a:lnTo>
                    <a:pt x="1148181" y="1870938"/>
                  </a:lnTo>
                  <a:close/>
                </a:path>
                <a:path w="1459864" h="3063875">
                  <a:moveTo>
                    <a:pt x="1459344" y="307301"/>
                  </a:moveTo>
                  <a:lnTo>
                    <a:pt x="1458087" y="307301"/>
                  </a:lnTo>
                  <a:lnTo>
                    <a:pt x="1458722" y="4927"/>
                  </a:lnTo>
                  <a:lnTo>
                    <a:pt x="1458734" y="228"/>
                  </a:lnTo>
                  <a:lnTo>
                    <a:pt x="1449959" y="228"/>
                  </a:lnTo>
                  <a:lnTo>
                    <a:pt x="1449959" y="307301"/>
                  </a:lnTo>
                  <a:lnTo>
                    <a:pt x="1437081" y="307301"/>
                  </a:lnTo>
                  <a:lnTo>
                    <a:pt x="1437081" y="306031"/>
                  </a:lnTo>
                  <a:lnTo>
                    <a:pt x="1385938" y="306031"/>
                  </a:lnTo>
                  <a:lnTo>
                    <a:pt x="1385938" y="304761"/>
                  </a:lnTo>
                  <a:lnTo>
                    <a:pt x="1277315" y="304761"/>
                  </a:lnTo>
                  <a:lnTo>
                    <a:pt x="1277315" y="303491"/>
                  </a:lnTo>
                  <a:lnTo>
                    <a:pt x="993673" y="303491"/>
                  </a:lnTo>
                  <a:lnTo>
                    <a:pt x="993673" y="304761"/>
                  </a:lnTo>
                  <a:lnTo>
                    <a:pt x="885037" y="304761"/>
                  </a:lnTo>
                  <a:lnTo>
                    <a:pt x="885037" y="306031"/>
                  </a:lnTo>
                  <a:lnTo>
                    <a:pt x="833907" y="306031"/>
                  </a:lnTo>
                  <a:lnTo>
                    <a:pt x="833907" y="307301"/>
                  </a:lnTo>
                  <a:lnTo>
                    <a:pt x="820229" y="307301"/>
                  </a:lnTo>
                  <a:lnTo>
                    <a:pt x="820521" y="9842"/>
                  </a:lnTo>
                  <a:lnTo>
                    <a:pt x="1449349" y="9613"/>
                  </a:lnTo>
                  <a:lnTo>
                    <a:pt x="1449959" y="307301"/>
                  </a:lnTo>
                  <a:lnTo>
                    <a:pt x="1449959" y="228"/>
                  </a:lnTo>
                  <a:lnTo>
                    <a:pt x="810666" y="0"/>
                  </a:lnTo>
                  <a:lnTo>
                    <a:pt x="812088" y="1493139"/>
                  </a:lnTo>
                  <a:lnTo>
                    <a:pt x="1443139" y="1489976"/>
                  </a:lnTo>
                  <a:lnTo>
                    <a:pt x="1450467" y="1489849"/>
                  </a:lnTo>
                  <a:lnTo>
                    <a:pt x="1454035" y="1489608"/>
                  </a:lnTo>
                  <a:lnTo>
                    <a:pt x="1449984" y="1489379"/>
                  </a:lnTo>
                  <a:lnTo>
                    <a:pt x="819111" y="1486115"/>
                  </a:lnTo>
                  <a:lnTo>
                    <a:pt x="820229" y="309841"/>
                  </a:lnTo>
                  <a:lnTo>
                    <a:pt x="833907" y="309841"/>
                  </a:lnTo>
                  <a:lnTo>
                    <a:pt x="833907" y="311111"/>
                  </a:lnTo>
                  <a:lnTo>
                    <a:pt x="885037" y="311111"/>
                  </a:lnTo>
                  <a:lnTo>
                    <a:pt x="885037" y="312381"/>
                  </a:lnTo>
                  <a:lnTo>
                    <a:pt x="993673" y="312381"/>
                  </a:lnTo>
                  <a:lnTo>
                    <a:pt x="993673" y="313651"/>
                  </a:lnTo>
                  <a:lnTo>
                    <a:pt x="1141336" y="313651"/>
                  </a:lnTo>
                  <a:lnTo>
                    <a:pt x="1141336" y="317550"/>
                  </a:lnTo>
                  <a:lnTo>
                    <a:pt x="1140625" y="317550"/>
                  </a:lnTo>
                  <a:lnTo>
                    <a:pt x="1140625" y="334060"/>
                  </a:lnTo>
                  <a:lnTo>
                    <a:pt x="1139990" y="334060"/>
                  </a:lnTo>
                  <a:lnTo>
                    <a:pt x="1139990" y="341985"/>
                  </a:lnTo>
                  <a:lnTo>
                    <a:pt x="1143215" y="341985"/>
                  </a:lnTo>
                  <a:lnTo>
                    <a:pt x="1143215" y="334060"/>
                  </a:lnTo>
                  <a:lnTo>
                    <a:pt x="1142593" y="334060"/>
                  </a:lnTo>
                  <a:lnTo>
                    <a:pt x="1142593" y="317550"/>
                  </a:lnTo>
                  <a:lnTo>
                    <a:pt x="1141882" y="317550"/>
                  </a:lnTo>
                  <a:lnTo>
                    <a:pt x="1141882" y="313651"/>
                  </a:lnTo>
                  <a:lnTo>
                    <a:pt x="1277315" y="313651"/>
                  </a:lnTo>
                  <a:lnTo>
                    <a:pt x="1277315" y="312381"/>
                  </a:lnTo>
                  <a:lnTo>
                    <a:pt x="1385938" y="312381"/>
                  </a:lnTo>
                  <a:lnTo>
                    <a:pt x="1385938" y="311111"/>
                  </a:lnTo>
                  <a:lnTo>
                    <a:pt x="1437081" y="311111"/>
                  </a:lnTo>
                  <a:lnTo>
                    <a:pt x="1437081" y="309841"/>
                  </a:lnTo>
                  <a:lnTo>
                    <a:pt x="1449971" y="309841"/>
                  </a:lnTo>
                  <a:lnTo>
                    <a:pt x="1451571" y="1072324"/>
                  </a:lnTo>
                  <a:lnTo>
                    <a:pt x="1452880" y="1379982"/>
                  </a:lnTo>
                  <a:lnTo>
                    <a:pt x="1453476" y="1461757"/>
                  </a:lnTo>
                  <a:lnTo>
                    <a:pt x="1454035" y="1489608"/>
                  </a:lnTo>
                  <a:lnTo>
                    <a:pt x="1454226" y="1487373"/>
                  </a:lnTo>
                  <a:lnTo>
                    <a:pt x="1455216" y="1377873"/>
                  </a:lnTo>
                  <a:lnTo>
                    <a:pt x="1456512" y="1069149"/>
                  </a:lnTo>
                  <a:lnTo>
                    <a:pt x="1458087" y="309841"/>
                  </a:lnTo>
                  <a:lnTo>
                    <a:pt x="1459344" y="309841"/>
                  </a:lnTo>
                  <a:lnTo>
                    <a:pt x="1459344" y="308571"/>
                  </a:lnTo>
                  <a:lnTo>
                    <a:pt x="1459344" y="307301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 descr=""/>
          <p:cNvGrpSpPr/>
          <p:nvPr/>
        </p:nvGrpSpPr>
        <p:grpSpPr>
          <a:xfrm>
            <a:off x="6828838" y="3292381"/>
            <a:ext cx="1969770" cy="5843270"/>
            <a:chOff x="6828838" y="3292381"/>
            <a:chExt cx="1969770" cy="5843270"/>
          </a:xfrm>
        </p:grpSpPr>
        <p:sp>
          <p:nvSpPr>
            <p:cNvPr id="29" name="object 29" descr=""/>
            <p:cNvSpPr/>
            <p:nvPr/>
          </p:nvSpPr>
          <p:spPr>
            <a:xfrm>
              <a:off x="6828849" y="3292381"/>
              <a:ext cx="1381760" cy="5843270"/>
            </a:xfrm>
            <a:custGeom>
              <a:avLst/>
              <a:gdLst/>
              <a:ahLst/>
              <a:cxnLst/>
              <a:rect l="l" t="t" r="r" b="b"/>
              <a:pathLst>
                <a:path w="1381759" h="5843270">
                  <a:moveTo>
                    <a:pt x="1381706" y="0"/>
                  </a:moveTo>
                  <a:lnTo>
                    <a:pt x="0" y="0"/>
                  </a:lnTo>
                  <a:lnTo>
                    <a:pt x="0" y="5843057"/>
                  </a:lnTo>
                  <a:lnTo>
                    <a:pt x="1381706" y="5843057"/>
                  </a:lnTo>
                  <a:lnTo>
                    <a:pt x="1381706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7086358" y="3701954"/>
              <a:ext cx="420370" cy="809625"/>
            </a:xfrm>
            <a:custGeom>
              <a:avLst/>
              <a:gdLst/>
              <a:ahLst/>
              <a:cxnLst/>
              <a:rect l="l" t="t" r="r" b="b"/>
              <a:pathLst>
                <a:path w="420370" h="809625">
                  <a:moveTo>
                    <a:pt x="419963" y="0"/>
                  </a:moveTo>
                  <a:lnTo>
                    <a:pt x="0" y="0"/>
                  </a:lnTo>
                  <a:lnTo>
                    <a:pt x="0" y="761822"/>
                  </a:lnTo>
                  <a:lnTo>
                    <a:pt x="0" y="809269"/>
                  </a:lnTo>
                  <a:lnTo>
                    <a:pt x="152247" y="809269"/>
                  </a:lnTo>
                  <a:lnTo>
                    <a:pt x="152247" y="761822"/>
                  </a:lnTo>
                  <a:lnTo>
                    <a:pt x="419963" y="761822"/>
                  </a:lnTo>
                  <a:lnTo>
                    <a:pt x="419963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7308181" y="3702229"/>
              <a:ext cx="0" cy="808990"/>
            </a:xfrm>
            <a:custGeom>
              <a:avLst/>
              <a:gdLst/>
              <a:ahLst/>
              <a:cxnLst/>
              <a:rect l="l" t="t" r="r" b="b"/>
              <a:pathLst>
                <a:path w="0" h="808989">
                  <a:moveTo>
                    <a:pt x="0" y="0"/>
                  </a:moveTo>
                  <a:lnTo>
                    <a:pt x="0" y="808990"/>
                  </a:lnTo>
                </a:path>
              </a:pathLst>
            </a:custGeom>
            <a:ln w="7571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7085126" y="3292392"/>
              <a:ext cx="1713230" cy="5843270"/>
            </a:xfrm>
            <a:custGeom>
              <a:avLst/>
              <a:gdLst/>
              <a:ahLst/>
              <a:cxnLst/>
              <a:rect l="l" t="t" r="r" b="b"/>
              <a:pathLst>
                <a:path w="1713229" h="5843270">
                  <a:moveTo>
                    <a:pt x="421195" y="690727"/>
                  </a:moveTo>
                  <a:lnTo>
                    <a:pt x="404698" y="688797"/>
                  </a:lnTo>
                  <a:lnTo>
                    <a:pt x="359689" y="687235"/>
                  </a:lnTo>
                  <a:lnTo>
                    <a:pt x="292950" y="686181"/>
                  </a:lnTo>
                  <a:lnTo>
                    <a:pt x="211226" y="685787"/>
                  </a:lnTo>
                  <a:lnTo>
                    <a:pt x="129476" y="686181"/>
                  </a:lnTo>
                  <a:lnTo>
                    <a:pt x="62738" y="687235"/>
                  </a:lnTo>
                  <a:lnTo>
                    <a:pt x="17741" y="688797"/>
                  </a:lnTo>
                  <a:lnTo>
                    <a:pt x="1244" y="690727"/>
                  </a:lnTo>
                  <a:lnTo>
                    <a:pt x="17741" y="692645"/>
                  </a:lnTo>
                  <a:lnTo>
                    <a:pt x="62738" y="694207"/>
                  </a:lnTo>
                  <a:lnTo>
                    <a:pt x="129476" y="695261"/>
                  </a:lnTo>
                  <a:lnTo>
                    <a:pt x="211226" y="695655"/>
                  </a:lnTo>
                  <a:lnTo>
                    <a:pt x="292950" y="695261"/>
                  </a:lnTo>
                  <a:lnTo>
                    <a:pt x="359689" y="694207"/>
                  </a:lnTo>
                  <a:lnTo>
                    <a:pt x="404698" y="692645"/>
                  </a:lnTo>
                  <a:lnTo>
                    <a:pt x="421195" y="690727"/>
                  </a:lnTo>
                  <a:close/>
                </a:path>
                <a:path w="1713229" h="5843270">
                  <a:moveTo>
                    <a:pt x="423405" y="980147"/>
                  </a:moveTo>
                  <a:lnTo>
                    <a:pt x="406768" y="978217"/>
                  </a:lnTo>
                  <a:lnTo>
                    <a:pt x="361391" y="976655"/>
                  </a:lnTo>
                  <a:lnTo>
                    <a:pt x="294106" y="975601"/>
                  </a:lnTo>
                  <a:lnTo>
                    <a:pt x="211721" y="975207"/>
                  </a:lnTo>
                  <a:lnTo>
                    <a:pt x="129298" y="975601"/>
                  </a:lnTo>
                  <a:lnTo>
                    <a:pt x="62001" y="976655"/>
                  </a:lnTo>
                  <a:lnTo>
                    <a:pt x="16624" y="978217"/>
                  </a:lnTo>
                  <a:lnTo>
                    <a:pt x="0" y="980147"/>
                  </a:lnTo>
                  <a:lnTo>
                    <a:pt x="16624" y="982065"/>
                  </a:lnTo>
                  <a:lnTo>
                    <a:pt x="62001" y="983627"/>
                  </a:lnTo>
                  <a:lnTo>
                    <a:pt x="129298" y="984681"/>
                  </a:lnTo>
                  <a:lnTo>
                    <a:pt x="211721" y="985075"/>
                  </a:lnTo>
                  <a:lnTo>
                    <a:pt x="294106" y="984681"/>
                  </a:lnTo>
                  <a:lnTo>
                    <a:pt x="361391" y="983627"/>
                  </a:lnTo>
                  <a:lnTo>
                    <a:pt x="406768" y="982065"/>
                  </a:lnTo>
                  <a:lnTo>
                    <a:pt x="423405" y="980147"/>
                  </a:lnTo>
                  <a:close/>
                </a:path>
                <a:path w="1713229" h="5843270">
                  <a:moveTo>
                    <a:pt x="1713026" y="0"/>
                  </a:moveTo>
                  <a:lnTo>
                    <a:pt x="706297" y="0"/>
                  </a:lnTo>
                  <a:lnTo>
                    <a:pt x="706297" y="5843054"/>
                  </a:lnTo>
                  <a:lnTo>
                    <a:pt x="1713026" y="5843054"/>
                  </a:lnTo>
                  <a:lnTo>
                    <a:pt x="1713026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7787876" y="3307761"/>
              <a:ext cx="1010285" cy="5828030"/>
            </a:xfrm>
            <a:custGeom>
              <a:avLst/>
              <a:gdLst/>
              <a:ahLst/>
              <a:cxnLst/>
              <a:rect l="l" t="t" r="r" b="b"/>
              <a:pathLst>
                <a:path w="1010284" h="5828030">
                  <a:moveTo>
                    <a:pt x="1006733" y="0"/>
                  </a:moveTo>
                  <a:lnTo>
                    <a:pt x="0" y="0"/>
                  </a:lnTo>
                  <a:lnTo>
                    <a:pt x="0" y="5824628"/>
                  </a:lnTo>
                  <a:lnTo>
                    <a:pt x="1010283" y="5827675"/>
                  </a:lnTo>
                  <a:lnTo>
                    <a:pt x="1006733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8078842" y="3701950"/>
              <a:ext cx="420370" cy="809625"/>
            </a:xfrm>
            <a:custGeom>
              <a:avLst/>
              <a:gdLst/>
              <a:ahLst/>
              <a:cxnLst/>
              <a:rect l="l" t="t" r="r" b="b"/>
              <a:pathLst>
                <a:path w="420370" h="809625">
                  <a:moveTo>
                    <a:pt x="419955" y="0"/>
                  </a:moveTo>
                  <a:lnTo>
                    <a:pt x="0" y="0"/>
                  </a:lnTo>
                  <a:lnTo>
                    <a:pt x="0" y="809273"/>
                  </a:lnTo>
                  <a:lnTo>
                    <a:pt x="419955" y="809273"/>
                  </a:lnTo>
                  <a:lnTo>
                    <a:pt x="41995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8300653" y="3702229"/>
              <a:ext cx="0" cy="808990"/>
            </a:xfrm>
            <a:custGeom>
              <a:avLst/>
              <a:gdLst/>
              <a:ahLst/>
              <a:cxnLst/>
              <a:rect l="l" t="t" r="r" b="b"/>
              <a:pathLst>
                <a:path w="0" h="808989">
                  <a:moveTo>
                    <a:pt x="0" y="0"/>
                  </a:moveTo>
                  <a:lnTo>
                    <a:pt x="0" y="808990"/>
                  </a:lnTo>
                </a:path>
              </a:pathLst>
            </a:custGeom>
            <a:ln w="8917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8077593" y="3978179"/>
              <a:ext cx="423545" cy="299720"/>
            </a:xfrm>
            <a:custGeom>
              <a:avLst/>
              <a:gdLst/>
              <a:ahLst/>
              <a:cxnLst/>
              <a:rect l="l" t="t" r="r" b="b"/>
              <a:pathLst>
                <a:path w="423545" h="299720">
                  <a:moveTo>
                    <a:pt x="421195" y="4940"/>
                  </a:moveTo>
                  <a:lnTo>
                    <a:pt x="404698" y="3009"/>
                  </a:lnTo>
                  <a:lnTo>
                    <a:pt x="359689" y="1447"/>
                  </a:lnTo>
                  <a:lnTo>
                    <a:pt x="292950" y="393"/>
                  </a:lnTo>
                  <a:lnTo>
                    <a:pt x="211226" y="0"/>
                  </a:lnTo>
                  <a:lnTo>
                    <a:pt x="129489" y="393"/>
                  </a:lnTo>
                  <a:lnTo>
                    <a:pt x="62738" y="1447"/>
                  </a:lnTo>
                  <a:lnTo>
                    <a:pt x="17741" y="3009"/>
                  </a:lnTo>
                  <a:lnTo>
                    <a:pt x="1244" y="4940"/>
                  </a:lnTo>
                  <a:lnTo>
                    <a:pt x="17741" y="6858"/>
                  </a:lnTo>
                  <a:lnTo>
                    <a:pt x="62738" y="8420"/>
                  </a:lnTo>
                  <a:lnTo>
                    <a:pt x="129489" y="9474"/>
                  </a:lnTo>
                  <a:lnTo>
                    <a:pt x="211226" y="9867"/>
                  </a:lnTo>
                  <a:lnTo>
                    <a:pt x="292950" y="9474"/>
                  </a:lnTo>
                  <a:lnTo>
                    <a:pt x="359689" y="8420"/>
                  </a:lnTo>
                  <a:lnTo>
                    <a:pt x="404698" y="6858"/>
                  </a:lnTo>
                  <a:lnTo>
                    <a:pt x="421195" y="4940"/>
                  </a:lnTo>
                  <a:close/>
                </a:path>
                <a:path w="423545" h="299720">
                  <a:moveTo>
                    <a:pt x="423405" y="294360"/>
                  </a:moveTo>
                  <a:lnTo>
                    <a:pt x="406768" y="292430"/>
                  </a:lnTo>
                  <a:lnTo>
                    <a:pt x="361403" y="290868"/>
                  </a:lnTo>
                  <a:lnTo>
                    <a:pt x="294119" y="289814"/>
                  </a:lnTo>
                  <a:lnTo>
                    <a:pt x="211721" y="289420"/>
                  </a:lnTo>
                  <a:lnTo>
                    <a:pt x="129298" y="289814"/>
                  </a:lnTo>
                  <a:lnTo>
                    <a:pt x="62001" y="290868"/>
                  </a:lnTo>
                  <a:lnTo>
                    <a:pt x="16637" y="292430"/>
                  </a:lnTo>
                  <a:lnTo>
                    <a:pt x="0" y="294360"/>
                  </a:lnTo>
                  <a:lnTo>
                    <a:pt x="16637" y="296278"/>
                  </a:lnTo>
                  <a:lnTo>
                    <a:pt x="62001" y="297840"/>
                  </a:lnTo>
                  <a:lnTo>
                    <a:pt x="129298" y="298894"/>
                  </a:lnTo>
                  <a:lnTo>
                    <a:pt x="211721" y="299288"/>
                  </a:lnTo>
                  <a:lnTo>
                    <a:pt x="294119" y="298894"/>
                  </a:lnTo>
                  <a:lnTo>
                    <a:pt x="361403" y="297840"/>
                  </a:lnTo>
                  <a:lnTo>
                    <a:pt x="406768" y="296278"/>
                  </a:lnTo>
                  <a:lnTo>
                    <a:pt x="423405" y="29436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8078842" y="4697616"/>
              <a:ext cx="420370" cy="809625"/>
            </a:xfrm>
            <a:custGeom>
              <a:avLst/>
              <a:gdLst/>
              <a:ahLst/>
              <a:cxnLst/>
              <a:rect l="l" t="t" r="r" b="b"/>
              <a:pathLst>
                <a:path w="420370" h="809625">
                  <a:moveTo>
                    <a:pt x="419955" y="0"/>
                  </a:moveTo>
                  <a:lnTo>
                    <a:pt x="0" y="0"/>
                  </a:lnTo>
                  <a:lnTo>
                    <a:pt x="0" y="809273"/>
                  </a:lnTo>
                  <a:lnTo>
                    <a:pt x="419955" y="809273"/>
                  </a:lnTo>
                  <a:lnTo>
                    <a:pt x="41995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8300653" y="4697903"/>
              <a:ext cx="0" cy="808990"/>
            </a:xfrm>
            <a:custGeom>
              <a:avLst/>
              <a:gdLst/>
              <a:ahLst/>
              <a:cxnLst/>
              <a:rect l="l" t="t" r="r" b="b"/>
              <a:pathLst>
                <a:path w="0" h="808989">
                  <a:moveTo>
                    <a:pt x="0" y="0"/>
                  </a:moveTo>
                  <a:lnTo>
                    <a:pt x="0" y="808990"/>
                  </a:lnTo>
                </a:path>
              </a:pathLst>
            </a:custGeom>
            <a:ln w="8917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8077593" y="4973859"/>
              <a:ext cx="423545" cy="299720"/>
            </a:xfrm>
            <a:custGeom>
              <a:avLst/>
              <a:gdLst/>
              <a:ahLst/>
              <a:cxnLst/>
              <a:rect l="l" t="t" r="r" b="b"/>
              <a:pathLst>
                <a:path w="423545" h="299720">
                  <a:moveTo>
                    <a:pt x="421195" y="4927"/>
                  </a:moveTo>
                  <a:lnTo>
                    <a:pt x="404698" y="3009"/>
                  </a:lnTo>
                  <a:lnTo>
                    <a:pt x="359689" y="1435"/>
                  </a:lnTo>
                  <a:lnTo>
                    <a:pt x="292950" y="381"/>
                  </a:lnTo>
                  <a:lnTo>
                    <a:pt x="211226" y="0"/>
                  </a:lnTo>
                  <a:lnTo>
                    <a:pt x="129489" y="381"/>
                  </a:lnTo>
                  <a:lnTo>
                    <a:pt x="62738" y="1435"/>
                  </a:lnTo>
                  <a:lnTo>
                    <a:pt x="17741" y="3009"/>
                  </a:lnTo>
                  <a:lnTo>
                    <a:pt x="1244" y="4927"/>
                  </a:lnTo>
                  <a:lnTo>
                    <a:pt x="17741" y="6845"/>
                  </a:lnTo>
                  <a:lnTo>
                    <a:pt x="62738" y="8420"/>
                  </a:lnTo>
                  <a:lnTo>
                    <a:pt x="129489" y="9474"/>
                  </a:lnTo>
                  <a:lnTo>
                    <a:pt x="211226" y="9855"/>
                  </a:lnTo>
                  <a:lnTo>
                    <a:pt x="292950" y="9474"/>
                  </a:lnTo>
                  <a:lnTo>
                    <a:pt x="359689" y="8420"/>
                  </a:lnTo>
                  <a:lnTo>
                    <a:pt x="404698" y="6845"/>
                  </a:lnTo>
                  <a:lnTo>
                    <a:pt x="421195" y="4927"/>
                  </a:lnTo>
                  <a:close/>
                </a:path>
                <a:path w="423545" h="299720">
                  <a:moveTo>
                    <a:pt x="423405" y="294347"/>
                  </a:moveTo>
                  <a:lnTo>
                    <a:pt x="406768" y="292430"/>
                  </a:lnTo>
                  <a:lnTo>
                    <a:pt x="361403" y="290868"/>
                  </a:lnTo>
                  <a:lnTo>
                    <a:pt x="294119" y="289814"/>
                  </a:lnTo>
                  <a:lnTo>
                    <a:pt x="211721" y="289420"/>
                  </a:lnTo>
                  <a:lnTo>
                    <a:pt x="129298" y="289814"/>
                  </a:lnTo>
                  <a:lnTo>
                    <a:pt x="62001" y="290868"/>
                  </a:lnTo>
                  <a:lnTo>
                    <a:pt x="16637" y="292430"/>
                  </a:lnTo>
                  <a:lnTo>
                    <a:pt x="0" y="294347"/>
                  </a:lnTo>
                  <a:lnTo>
                    <a:pt x="16637" y="296265"/>
                  </a:lnTo>
                  <a:lnTo>
                    <a:pt x="62001" y="297827"/>
                  </a:lnTo>
                  <a:lnTo>
                    <a:pt x="129298" y="298894"/>
                  </a:lnTo>
                  <a:lnTo>
                    <a:pt x="211721" y="299275"/>
                  </a:lnTo>
                  <a:lnTo>
                    <a:pt x="294119" y="298894"/>
                  </a:lnTo>
                  <a:lnTo>
                    <a:pt x="361403" y="297827"/>
                  </a:lnTo>
                  <a:lnTo>
                    <a:pt x="406768" y="296265"/>
                  </a:lnTo>
                  <a:lnTo>
                    <a:pt x="423405" y="294347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6828838" y="3292381"/>
              <a:ext cx="955040" cy="5843270"/>
            </a:xfrm>
            <a:custGeom>
              <a:avLst/>
              <a:gdLst/>
              <a:ahLst/>
              <a:cxnLst/>
              <a:rect l="l" t="t" r="r" b="b"/>
              <a:pathLst>
                <a:path w="955040" h="5843270">
                  <a:moveTo>
                    <a:pt x="954819" y="0"/>
                  </a:moveTo>
                  <a:lnTo>
                    <a:pt x="0" y="0"/>
                  </a:lnTo>
                  <a:lnTo>
                    <a:pt x="0" y="5843057"/>
                  </a:lnTo>
                  <a:lnTo>
                    <a:pt x="954819" y="5843057"/>
                  </a:lnTo>
                  <a:lnTo>
                    <a:pt x="954819" y="0"/>
                  </a:lnTo>
                  <a:close/>
                </a:path>
              </a:pathLst>
            </a:custGeom>
            <a:solidFill>
              <a:srgbClr val="000000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1" name="object 4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06374" y="4855605"/>
            <a:ext cx="98553" cy="156068"/>
          </a:xfrm>
          <a:prstGeom prst="rect">
            <a:avLst/>
          </a:prstGeom>
        </p:spPr>
      </p:pic>
      <p:pic>
        <p:nvPicPr>
          <p:cNvPr id="42" name="object 4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48385" y="4807980"/>
            <a:ext cx="155840" cy="164748"/>
          </a:xfrm>
          <a:prstGeom prst="rect">
            <a:avLst/>
          </a:prstGeom>
        </p:spPr>
      </p:pic>
      <p:grpSp>
        <p:nvGrpSpPr>
          <p:cNvPr id="43" name="object 43" descr=""/>
          <p:cNvGrpSpPr/>
          <p:nvPr/>
        </p:nvGrpSpPr>
        <p:grpSpPr>
          <a:xfrm>
            <a:off x="5378875" y="4463769"/>
            <a:ext cx="3268979" cy="4680585"/>
            <a:chOff x="5378875" y="4463769"/>
            <a:chExt cx="3268979" cy="4680585"/>
          </a:xfrm>
        </p:grpSpPr>
        <p:sp>
          <p:nvSpPr>
            <p:cNvPr id="44" name="object 44" descr=""/>
            <p:cNvSpPr/>
            <p:nvPr/>
          </p:nvSpPr>
          <p:spPr>
            <a:xfrm>
              <a:off x="6615191" y="4463769"/>
              <a:ext cx="623570" cy="1002030"/>
            </a:xfrm>
            <a:custGeom>
              <a:avLst/>
              <a:gdLst/>
              <a:ahLst/>
              <a:cxnLst/>
              <a:rect l="l" t="t" r="r" b="b"/>
              <a:pathLst>
                <a:path w="623570" h="1002029">
                  <a:moveTo>
                    <a:pt x="0" y="1001582"/>
                  </a:moveTo>
                  <a:lnTo>
                    <a:pt x="623426" y="1001582"/>
                  </a:lnTo>
                  <a:lnTo>
                    <a:pt x="623426" y="0"/>
                  </a:lnTo>
                  <a:lnTo>
                    <a:pt x="0" y="0"/>
                  </a:lnTo>
                  <a:lnTo>
                    <a:pt x="0" y="1001582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7238617" y="4463769"/>
              <a:ext cx="693420" cy="1002030"/>
            </a:xfrm>
            <a:custGeom>
              <a:avLst/>
              <a:gdLst/>
              <a:ahLst/>
              <a:cxnLst/>
              <a:rect l="l" t="t" r="r" b="b"/>
              <a:pathLst>
                <a:path w="693420" h="1002029">
                  <a:moveTo>
                    <a:pt x="692994" y="0"/>
                  </a:moveTo>
                  <a:lnTo>
                    <a:pt x="0" y="0"/>
                  </a:lnTo>
                  <a:lnTo>
                    <a:pt x="0" y="1001582"/>
                  </a:lnTo>
                  <a:lnTo>
                    <a:pt x="692994" y="1001582"/>
                  </a:lnTo>
                  <a:lnTo>
                    <a:pt x="6929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5378869" y="4686420"/>
              <a:ext cx="3268979" cy="602615"/>
            </a:xfrm>
            <a:custGeom>
              <a:avLst/>
              <a:gdLst/>
              <a:ahLst/>
              <a:cxnLst/>
              <a:rect l="l" t="t" r="r" b="b"/>
              <a:pathLst>
                <a:path w="3268979" h="602614">
                  <a:moveTo>
                    <a:pt x="2347849" y="342823"/>
                  </a:moveTo>
                  <a:lnTo>
                    <a:pt x="2347087" y="334429"/>
                  </a:lnTo>
                  <a:lnTo>
                    <a:pt x="2346579" y="328104"/>
                  </a:lnTo>
                  <a:lnTo>
                    <a:pt x="2341981" y="323557"/>
                  </a:lnTo>
                  <a:lnTo>
                    <a:pt x="2340406" y="322656"/>
                  </a:lnTo>
                  <a:lnTo>
                    <a:pt x="2340368" y="340207"/>
                  </a:lnTo>
                  <a:lnTo>
                    <a:pt x="2331542" y="343192"/>
                  </a:lnTo>
                  <a:lnTo>
                    <a:pt x="2322779" y="346392"/>
                  </a:lnTo>
                  <a:lnTo>
                    <a:pt x="2318131" y="338632"/>
                  </a:lnTo>
                  <a:lnTo>
                    <a:pt x="2319439" y="332168"/>
                  </a:lnTo>
                  <a:lnTo>
                    <a:pt x="2320328" y="325843"/>
                  </a:lnTo>
                  <a:lnTo>
                    <a:pt x="2324582" y="323507"/>
                  </a:lnTo>
                  <a:lnTo>
                    <a:pt x="2329396" y="322656"/>
                  </a:lnTo>
                  <a:lnTo>
                    <a:pt x="2334044" y="327025"/>
                  </a:lnTo>
                  <a:lnTo>
                    <a:pt x="2339124" y="331241"/>
                  </a:lnTo>
                  <a:lnTo>
                    <a:pt x="2340368" y="340207"/>
                  </a:lnTo>
                  <a:lnTo>
                    <a:pt x="2340368" y="322643"/>
                  </a:lnTo>
                  <a:lnTo>
                    <a:pt x="2337943" y="321246"/>
                  </a:lnTo>
                  <a:lnTo>
                    <a:pt x="2337219" y="320865"/>
                  </a:lnTo>
                  <a:lnTo>
                    <a:pt x="2329154" y="316572"/>
                  </a:lnTo>
                  <a:lnTo>
                    <a:pt x="2323668" y="320865"/>
                  </a:lnTo>
                  <a:lnTo>
                    <a:pt x="2316696" y="320954"/>
                  </a:lnTo>
                  <a:lnTo>
                    <a:pt x="2312759" y="330187"/>
                  </a:lnTo>
                  <a:lnTo>
                    <a:pt x="2311095" y="334429"/>
                  </a:lnTo>
                  <a:lnTo>
                    <a:pt x="2310358" y="340868"/>
                  </a:lnTo>
                  <a:lnTo>
                    <a:pt x="2314473" y="346900"/>
                  </a:lnTo>
                  <a:lnTo>
                    <a:pt x="2318588" y="353123"/>
                  </a:lnTo>
                  <a:lnTo>
                    <a:pt x="2327783" y="355168"/>
                  </a:lnTo>
                  <a:lnTo>
                    <a:pt x="2334806" y="352488"/>
                  </a:lnTo>
                  <a:lnTo>
                    <a:pt x="2341969" y="350164"/>
                  </a:lnTo>
                  <a:lnTo>
                    <a:pt x="2344991" y="346392"/>
                  </a:lnTo>
                  <a:lnTo>
                    <a:pt x="2347849" y="342823"/>
                  </a:lnTo>
                  <a:close/>
                </a:path>
                <a:path w="3268979" h="602614">
                  <a:moveTo>
                    <a:pt x="3268446" y="397421"/>
                  </a:moveTo>
                  <a:lnTo>
                    <a:pt x="2389581" y="395947"/>
                  </a:lnTo>
                  <a:lnTo>
                    <a:pt x="2391689" y="6032"/>
                  </a:lnTo>
                  <a:lnTo>
                    <a:pt x="2391714" y="1714"/>
                  </a:lnTo>
                  <a:lnTo>
                    <a:pt x="2391714" y="1435"/>
                  </a:lnTo>
                  <a:lnTo>
                    <a:pt x="2386952" y="1435"/>
                  </a:lnTo>
                  <a:lnTo>
                    <a:pt x="2386952" y="576643"/>
                  </a:lnTo>
                  <a:lnTo>
                    <a:pt x="2384933" y="576516"/>
                  </a:lnTo>
                  <a:lnTo>
                    <a:pt x="2381123" y="576389"/>
                  </a:lnTo>
                  <a:lnTo>
                    <a:pt x="2364422" y="575970"/>
                  </a:lnTo>
                  <a:lnTo>
                    <a:pt x="2076348" y="573062"/>
                  </a:lnTo>
                  <a:lnTo>
                    <a:pt x="2076907" y="403936"/>
                  </a:lnTo>
                  <a:lnTo>
                    <a:pt x="2384641" y="403402"/>
                  </a:lnTo>
                  <a:lnTo>
                    <a:pt x="2384717" y="415175"/>
                  </a:lnTo>
                  <a:lnTo>
                    <a:pt x="2385974" y="533577"/>
                  </a:lnTo>
                  <a:lnTo>
                    <a:pt x="2386558" y="566496"/>
                  </a:lnTo>
                  <a:lnTo>
                    <a:pt x="2386723" y="572719"/>
                  </a:lnTo>
                  <a:lnTo>
                    <a:pt x="2386825" y="575030"/>
                  </a:lnTo>
                  <a:lnTo>
                    <a:pt x="2386952" y="576643"/>
                  </a:lnTo>
                  <a:lnTo>
                    <a:pt x="2386952" y="1435"/>
                  </a:lnTo>
                  <a:lnTo>
                    <a:pt x="2384602" y="1435"/>
                  </a:lnTo>
                  <a:lnTo>
                    <a:pt x="2384602" y="395947"/>
                  </a:lnTo>
                  <a:lnTo>
                    <a:pt x="2076932" y="395427"/>
                  </a:lnTo>
                  <a:lnTo>
                    <a:pt x="2077199" y="316458"/>
                  </a:lnTo>
                  <a:lnTo>
                    <a:pt x="2077440" y="166090"/>
                  </a:lnTo>
                  <a:lnTo>
                    <a:pt x="2077504" y="12001"/>
                  </a:lnTo>
                  <a:lnTo>
                    <a:pt x="2077504" y="10947"/>
                  </a:lnTo>
                  <a:lnTo>
                    <a:pt x="2382507" y="10642"/>
                  </a:lnTo>
                  <a:lnTo>
                    <a:pt x="2384602" y="395947"/>
                  </a:lnTo>
                  <a:lnTo>
                    <a:pt x="2384602" y="1435"/>
                  </a:lnTo>
                  <a:lnTo>
                    <a:pt x="2072627" y="1104"/>
                  </a:lnTo>
                  <a:lnTo>
                    <a:pt x="2073630" y="0"/>
                  </a:lnTo>
                  <a:lnTo>
                    <a:pt x="2063267" y="10502"/>
                  </a:lnTo>
                  <a:lnTo>
                    <a:pt x="2067661" y="6146"/>
                  </a:lnTo>
                  <a:lnTo>
                    <a:pt x="2067661" y="46774"/>
                  </a:lnTo>
                  <a:lnTo>
                    <a:pt x="2067966" y="316458"/>
                  </a:lnTo>
                  <a:lnTo>
                    <a:pt x="2068220" y="395414"/>
                  </a:lnTo>
                  <a:lnTo>
                    <a:pt x="1647355" y="394703"/>
                  </a:lnTo>
                  <a:lnTo>
                    <a:pt x="0" y="397560"/>
                  </a:lnTo>
                  <a:lnTo>
                    <a:pt x="1028" y="530771"/>
                  </a:lnTo>
                  <a:lnTo>
                    <a:pt x="1562" y="564451"/>
                  </a:lnTo>
                  <a:lnTo>
                    <a:pt x="1739" y="572008"/>
                  </a:lnTo>
                  <a:lnTo>
                    <a:pt x="2120" y="575856"/>
                  </a:lnTo>
                  <a:lnTo>
                    <a:pt x="2476" y="572008"/>
                  </a:lnTo>
                  <a:lnTo>
                    <a:pt x="2654" y="564451"/>
                  </a:lnTo>
                  <a:lnTo>
                    <a:pt x="3187" y="530771"/>
                  </a:lnTo>
                  <a:lnTo>
                    <a:pt x="4178" y="401739"/>
                  </a:lnTo>
                  <a:lnTo>
                    <a:pt x="1713623" y="404558"/>
                  </a:lnTo>
                  <a:lnTo>
                    <a:pt x="2068258" y="403948"/>
                  </a:lnTo>
                  <a:lnTo>
                    <a:pt x="2068855" y="580567"/>
                  </a:lnTo>
                  <a:lnTo>
                    <a:pt x="2365883" y="577596"/>
                  </a:lnTo>
                  <a:lnTo>
                    <a:pt x="2381897" y="577176"/>
                  </a:lnTo>
                  <a:lnTo>
                    <a:pt x="2385466" y="577049"/>
                  </a:lnTo>
                  <a:lnTo>
                    <a:pt x="2387231" y="576922"/>
                  </a:lnTo>
                  <a:lnTo>
                    <a:pt x="2388209" y="535597"/>
                  </a:lnTo>
                  <a:lnTo>
                    <a:pt x="2389467" y="418236"/>
                  </a:lnTo>
                  <a:lnTo>
                    <a:pt x="2389543" y="403390"/>
                  </a:lnTo>
                  <a:lnTo>
                    <a:pt x="3263989" y="401866"/>
                  </a:lnTo>
                  <a:lnTo>
                    <a:pt x="3265043" y="550303"/>
                  </a:lnTo>
                  <a:lnTo>
                    <a:pt x="3265601" y="588987"/>
                  </a:lnTo>
                  <a:lnTo>
                    <a:pt x="3265805" y="597662"/>
                  </a:lnTo>
                  <a:lnTo>
                    <a:pt x="3266198" y="602068"/>
                  </a:lnTo>
                  <a:lnTo>
                    <a:pt x="3266605" y="597662"/>
                  </a:lnTo>
                  <a:lnTo>
                    <a:pt x="3266795" y="588987"/>
                  </a:lnTo>
                  <a:lnTo>
                    <a:pt x="3267367" y="550303"/>
                  </a:lnTo>
                  <a:lnTo>
                    <a:pt x="3268434" y="399643"/>
                  </a:lnTo>
                  <a:lnTo>
                    <a:pt x="3268446" y="397421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5485636" y="5090093"/>
              <a:ext cx="0" cy="193040"/>
            </a:xfrm>
            <a:custGeom>
              <a:avLst/>
              <a:gdLst/>
              <a:ahLst/>
              <a:cxnLst/>
              <a:rect l="l" t="t" r="r" b="b"/>
              <a:pathLst>
                <a:path w="0" h="193039">
                  <a:moveTo>
                    <a:pt x="0" y="0"/>
                  </a:moveTo>
                  <a:lnTo>
                    <a:pt x="0" y="192486"/>
                  </a:lnTo>
                </a:path>
              </a:pathLst>
            </a:custGeom>
            <a:ln w="9853">
              <a:solidFill>
                <a:srgbClr val="B7D58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5610631" y="5090093"/>
              <a:ext cx="0" cy="193040"/>
            </a:xfrm>
            <a:custGeom>
              <a:avLst/>
              <a:gdLst/>
              <a:ahLst/>
              <a:cxnLst/>
              <a:rect l="l" t="t" r="r" b="b"/>
              <a:pathLst>
                <a:path w="0" h="193039">
                  <a:moveTo>
                    <a:pt x="0" y="0"/>
                  </a:moveTo>
                  <a:lnTo>
                    <a:pt x="0" y="192486"/>
                  </a:lnTo>
                </a:path>
              </a:pathLst>
            </a:custGeom>
            <a:ln w="9863">
              <a:solidFill>
                <a:srgbClr val="B7D58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5730697" y="4666341"/>
              <a:ext cx="2914650" cy="616585"/>
            </a:xfrm>
            <a:custGeom>
              <a:avLst/>
              <a:gdLst/>
              <a:ahLst/>
              <a:cxnLst/>
              <a:rect l="l" t="t" r="r" b="b"/>
              <a:pathLst>
                <a:path w="2914650" h="616585">
                  <a:moveTo>
                    <a:pt x="134835" y="0"/>
                  </a:moveTo>
                  <a:lnTo>
                    <a:pt x="0" y="863"/>
                  </a:lnTo>
                  <a:lnTo>
                    <a:pt x="1587" y="439610"/>
                  </a:lnTo>
                  <a:lnTo>
                    <a:pt x="3111" y="569087"/>
                  </a:lnTo>
                  <a:lnTo>
                    <a:pt x="3975" y="604075"/>
                  </a:lnTo>
                  <a:lnTo>
                    <a:pt x="4279" y="612063"/>
                  </a:lnTo>
                  <a:lnTo>
                    <a:pt x="4597" y="616242"/>
                  </a:lnTo>
                  <a:lnTo>
                    <a:pt x="5232" y="616242"/>
                  </a:lnTo>
                  <a:lnTo>
                    <a:pt x="6731" y="568998"/>
                  </a:lnTo>
                  <a:lnTo>
                    <a:pt x="8242" y="439331"/>
                  </a:lnTo>
                  <a:lnTo>
                    <a:pt x="9804" y="10642"/>
                  </a:lnTo>
                  <a:lnTo>
                    <a:pt x="125018" y="9880"/>
                  </a:lnTo>
                  <a:lnTo>
                    <a:pt x="126580" y="439610"/>
                  </a:lnTo>
                  <a:lnTo>
                    <a:pt x="128092" y="569087"/>
                  </a:lnTo>
                  <a:lnTo>
                    <a:pt x="129273" y="612063"/>
                  </a:lnTo>
                  <a:lnTo>
                    <a:pt x="129590" y="616242"/>
                  </a:lnTo>
                  <a:lnTo>
                    <a:pt x="130238" y="616242"/>
                  </a:lnTo>
                  <a:lnTo>
                    <a:pt x="131724" y="568998"/>
                  </a:lnTo>
                  <a:lnTo>
                    <a:pt x="133235" y="439331"/>
                  </a:lnTo>
                  <a:lnTo>
                    <a:pt x="134810" y="4940"/>
                  </a:lnTo>
                  <a:lnTo>
                    <a:pt x="134835" y="0"/>
                  </a:lnTo>
                  <a:close/>
                </a:path>
                <a:path w="2914650" h="616585">
                  <a:moveTo>
                    <a:pt x="259829" y="423760"/>
                  </a:moveTo>
                  <a:lnTo>
                    <a:pt x="249974" y="423760"/>
                  </a:lnTo>
                  <a:lnTo>
                    <a:pt x="249974" y="596861"/>
                  </a:lnTo>
                  <a:lnTo>
                    <a:pt x="259829" y="596861"/>
                  </a:lnTo>
                  <a:lnTo>
                    <a:pt x="259829" y="423760"/>
                  </a:lnTo>
                  <a:close/>
                </a:path>
                <a:path w="2914650" h="616585">
                  <a:moveTo>
                    <a:pt x="384810" y="423760"/>
                  </a:moveTo>
                  <a:lnTo>
                    <a:pt x="374967" y="423760"/>
                  </a:lnTo>
                  <a:lnTo>
                    <a:pt x="374967" y="596861"/>
                  </a:lnTo>
                  <a:lnTo>
                    <a:pt x="384810" y="596861"/>
                  </a:lnTo>
                  <a:lnTo>
                    <a:pt x="384810" y="423760"/>
                  </a:lnTo>
                  <a:close/>
                </a:path>
                <a:path w="2914650" h="616585">
                  <a:moveTo>
                    <a:pt x="509816" y="423760"/>
                  </a:moveTo>
                  <a:lnTo>
                    <a:pt x="499948" y="423760"/>
                  </a:lnTo>
                  <a:lnTo>
                    <a:pt x="499948" y="596861"/>
                  </a:lnTo>
                  <a:lnTo>
                    <a:pt x="509816" y="596861"/>
                  </a:lnTo>
                  <a:lnTo>
                    <a:pt x="509816" y="423760"/>
                  </a:lnTo>
                  <a:close/>
                </a:path>
                <a:path w="2914650" h="616585">
                  <a:moveTo>
                    <a:pt x="634809" y="423760"/>
                  </a:moveTo>
                  <a:lnTo>
                    <a:pt x="624941" y="423760"/>
                  </a:lnTo>
                  <a:lnTo>
                    <a:pt x="624941" y="596861"/>
                  </a:lnTo>
                  <a:lnTo>
                    <a:pt x="634809" y="596861"/>
                  </a:lnTo>
                  <a:lnTo>
                    <a:pt x="634809" y="423760"/>
                  </a:lnTo>
                  <a:close/>
                </a:path>
                <a:path w="2914650" h="616585">
                  <a:moveTo>
                    <a:pt x="759790" y="423760"/>
                  </a:moveTo>
                  <a:lnTo>
                    <a:pt x="749935" y="423760"/>
                  </a:lnTo>
                  <a:lnTo>
                    <a:pt x="749935" y="596861"/>
                  </a:lnTo>
                  <a:lnTo>
                    <a:pt x="759790" y="596861"/>
                  </a:lnTo>
                  <a:lnTo>
                    <a:pt x="759790" y="423760"/>
                  </a:lnTo>
                  <a:close/>
                </a:path>
                <a:path w="2914650" h="616585">
                  <a:moveTo>
                    <a:pt x="884796" y="423760"/>
                  </a:moveTo>
                  <a:lnTo>
                    <a:pt x="874928" y="423760"/>
                  </a:lnTo>
                  <a:lnTo>
                    <a:pt x="874928" y="596861"/>
                  </a:lnTo>
                  <a:lnTo>
                    <a:pt x="884796" y="596861"/>
                  </a:lnTo>
                  <a:lnTo>
                    <a:pt x="884796" y="423760"/>
                  </a:lnTo>
                  <a:close/>
                </a:path>
                <a:path w="2914650" h="616585">
                  <a:moveTo>
                    <a:pt x="1009777" y="423760"/>
                  </a:moveTo>
                  <a:lnTo>
                    <a:pt x="999921" y="423760"/>
                  </a:lnTo>
                  <a:lnTo>
                    <a:pt x="999921" y="596861"/>
                  </a:lnTo>
                  <a:lnTo>
                    <a:pt x="1009777" y="596861"/>
                  </a:lnTo>
                  <a:lnTo>
                    <a:pt x="1009777" y="423760"/>
                  </a:lnTo>
                  <a:close/>
                </a:path>
                <a:path w="2914650" h="616585">
                  <a:moveTo>
                    <a:pt x="1134770" y="423760"/>
                  </a:moveTo>
                  <a:lnTo>
                    <a:pt x="1124915" y="423760"/>
                  </a:lnTo>
                  <a:lnTo>
                    <a:pt x="1124915" y="596861"/>
                  </a:lnTo>
                  <a:lnTo>
                    <a:pt x="1134770" y="596861"/>
                  </a:lnTo>
                  <a:lnTo>
                    <a:pt x="1134770" y="423760"/>
                  </a:lnTo>
                  <a:close/>
                </a:path>
                <a:path w="2914650" h="616585">
                  <a:moveTo>
                    <a:pt x="2914370" y="591934"/>
                  </a:moveTo>
                  <a:lnTo>
                    <a:pt x="2884640" y="591934"/>
                  </a:lnTo>
                  <a:lnTo>
                    <a:pt x="2884640" y="423760"/>
                  </a:lnTo>
                  <a:lnTo>
                    <a:pt x="2874784" y="423760"/>
                  </a:lnTo>
                  <a:lnTo>
                    <a:pt x="2874784" y="591934"/>
                  </a:lnTo>
                  <a:lnTo>
                    <a:pt x="2759646" y="591934"/>
                  </a:lnTo>
                  <a:lnTo>
                    <a:pt x="2759646" y="423760"/>
                  </a:lnTo>
                  <a:lnTo>
                    <a:pt x="2749804" y="423760"/>
                  </a:lnTo>
                  <a:lnTo>
                    <a:pt x="2749804" y="591934"/>
                  </a:lnTo>
                  <a:lnTo>
                    <a:pt x="2634665" y="591934"/>
                  </a:lnTo>
                  <a:lnTo>
                    <a:pt x="2634665" y="423760"/>
                  </a:lnTo>
                  <a:lnTo>
                    <a:pt x="2624810" y="423760"/>
                  </a:lnTo>
                  <a:lnTo>
                    <a:pt x="2624810" y="591934"/>
                  </a:lnTo>
                  <a:lnTo>
                    <a:pt x="2509672" y="591934"/>
                  </a:lnTo>
                  <a:lnTo>
                    <a:pt x="2509672" y="423760"/>
                  </a:lnTo>
                  <a:lnTo>
                    <a:pt x="2499817" y="423760"/>
                  </a:lnTo>
                  <a:lnTo>
                    <a:pt x="2499817" y="591934"/>
                  </a:lnTo>
                  <a:lnTo>
                    <a:pt x="2384691" y="591934"/>
                  </a:lnTo>
                  <a:lnTo>
                    <a:pt x="2384691" y="423760"/>
                  </a:lnTo>
                  <a:lnTo>
                    <a:pt x="2374823" y="423760"/>
                  </a:lnTo>
                  <a:lnTo>
                    <a:pt x="2374823" y="591934"/>
                  </a:lnTo>
                  <a:lnTo>
                    <a:pt x="2259685" y="591934"/>
                  </a:lnTo>
                  <a:lnTo>
                    <a:pt x="2259685" y="423760"/>
                  </a:lnTo>
                  <a:lnTo>
                    <a:pt x="2249830" y="423760"/>
                  </a:lnTo>
                  <a:lnTo>
                    <a:pt x="2249830" y="591934"/>
                  </a:lnTo>
                  <a:lnTo>
                    <a:pt x="2134705" y="591934"/>
                  </a:lnTo>
                  <a:lnTo>
                    <a:pt x="2134705" y="423760"/>
                  </a:lnTo>
                  <a:lnTo>
                    <a:pt x="2124837" y="423760"/>
                  </a:lnTo>
                  <a:lnTo>
                    <a:pt x="2124837" y="591934"/>
                  </a:lnTo>
                  <a:lnTo>
                    <a:pt x="2009711" y="591934"/>
                  </a:lnTo>
                  <a:lnTo>
                    <a:pt x="2009711" y="423760"/>
                  </a:lnTo>
                  <a:lnTo>
                    <a:pt x="1999843" y="423760"/>
                  </a:lnTo>
                  <a:lnTo>
                    <a:pt x="1999843" y="591934"/>
                  </a:lnTo>
                  <a:lnTo>
                    <a:pt x="1884705" y="591934"/>
                  </a:lnTo>
                  <a:lnTo>
                    <a:pt x="1884705" y="423760"/>
                  </a:lnTo>
                  <a:lnTo>
                    <a:pt x="1874862" y="423760"/>
                  </a:lnTo>
                  <a:lnTo>
                    <a:pt x="1874862" y="591934"/>
                  </a:lnTo>
                  <a:lnTo>
                    <a:pt x="1759724" y="591934"/>
                  </a:lnTo>
                  <a:lnTo>
                    <a:pt x="1759724" y="423760"/>
                  </a:lnTo>
                  <a:lnTo>
                    <a:pt x="1749869" y="423760"/>
                  </a:lnTo>
                  <a:lnTo>
                    <a:pt x="1749869" y="591934"/>
                  </a:lnTo>
                  <a:lnTo>
                    <a:pt x="1634731" y="591934"/>
                  </a:lnTo>
                  <a:lnTo>
                    <a:pt x="1634731" y="423760"/>
                  </a:lnTo>
                  <a:lnTo>
                    <a:pt x="1624876" y="423760"/>
                  </a:lnTo>
                  <a:lnTo>
                    <a:pt x="1624876" y="591934"/>
                  </a:lnTo>
                  <a:lnTo>
                    <a:pt x="1509737" y="591934"/>
                  </a:lnTo>
                  <a:lnTo>
                    <a:pt x="1509737" y="423760"/>
                  </a:lnTo>
                  <a:lnTo>
                    <a:pt x="1499882" y="423760"/>
                  </a:lnTo>
                  <a:lnTo>
                    <a:pt x="1499882" y="591934"/>
                  </a:lnTo>
                  <a:lnTo>
                    <a:pt x="1384757" y="591934"/>
                  </a:lnTo>
                  <a:lnTo>
                    <a:pt x="1384757" y="423760"/>
                  </a:lnTo>
                  <a:lnTo>
                    <a:pt x="1374889" y="423760"/>
                  </a:lnTo>
                  <a:lnTo>
                    <a:pt x="1374889" y="591934"/>
                  </a:lnTo>
                  <a:lnTo>
                    <a:pt x="1259751" y="591934"/>
                  </a:lnTo>
                  <a:lnTo>
                    <a:pt x="1259751" y="423760"/>
                  </a:lnTo>
                  <a:lnTo>
                    <a:pt x="1249908" y="423760"/>
                  </a:lnTo>
                  <a:lnTo>
                    <a:pt x="1249908" y="591934"/>
                  </a:lnTo>
                  <a:lnTo>
                    <a:pt x="1191552" y="591934"/>
                  </a:lnTo>
                  <a:lnTo>
                    <a:pt x="1191552" y="596861"/>
                  </a:lnTo>
                  <a:lnTo>
                    <a:pt x="2914370" y="596861"/>
                  </a:lnTo>
                  <a:lnTo>
                    <a:pt x="2914370" y="591934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6922250" y="5263200"/>
              <a:ext cx="1723389" cy="3873500"/>
            </a:xfrm>
            <a:custGeom>
              <a:avLst/>
              <a:gdLst/>
              <a:ahLst/>
              <a:cxnLst/>
              <a:rect l="l" t="t" r="r" b="b"/>
              <a:pathLst>
                <a:path w="1723390" h="3873500">
                  <a:moveTo>
                    <a:pt x="0" y="3873107"/>
                  </a:moveTo>
                  <a:lnTo>
                    <a:pt x="1722827" y="3873107"/>
                  </a:lnTo>
                  <a:lnTo>
                    <a:pt x="1722827" y="0"/>
                  </a:lnTo>
                  <a:lnTo>
                    <a:pt x="0" y="0"/>
                  </a:lnTo>
                  <a:lnTo>
                    <a:pt x="0" y="38731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5380988" y="5263200"/>
              <a:ext cx="1541780" cy="3873500"/>
            </a:xfrm>
            <a:custGeom>
              <a:avLst/>
              <a:gdLst/>
              <a:ahLst/>
              <a:cxnLst/>
              <a:rect l="l" t="t" r="r" b="b"/>
              <a:pathLst>
                <a:path w="1541779" h="3873500">
                  <a:moveTo>
                    <a:pt x="1541261" y="0"/>
                  </a:moveTo>
                  <a:lnTo>
                    <a:pt x="0" y="0"/>
                  </a:lnTo>
                  <a:lnTo>
                    <a:pt x="0" y="3873107"/>
                  </a:lnTo>
                  <a:lnTo>
                    <a:pt x="1541261" y="3873107"/>
                  </a:lnTo>
                  <a:lnTo>
                    <a:pt x="1541261" y="0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7908628" y="7364602"/>
              <a:ext cx="525780" cy="525780"/>
            </a:xfrm>
            <a:custGeom>
              <a:avLst/>
              <a:gdLst/>
              <a:ahLst/>
              <a:cxnLst/>
              <a:rect l="l" t="t" r="r" b="b"/>
              <a:pathLst>
                <a:path w="525779" h="525779">
                  <a:moveTo>
                    <a:pt x="525638" y="0"/>
                  </a:moveTo>
                  <a:lnTo>
                    <a:pt x="0" y="0"/>
                  </a:lnTo>
                  <a:lnTo>
                    <a:pt x="0" y="525638"/>
                  </a:lnTo>
                  <a:lnTo>
                    <a:pt x="525638" y="525638"/>
                  </a:lnTo>
                  <a:lnTo>
                    <a:pt x="525638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7855242" y="7336300"/>
              <a:ext cx="673100" cy="607060"/>
            </a:xfrm>
            <a:custGeom>
              <a:avLst/>
              <a:gdLst/>
              <a:ahLst/>
              <a:cxnLst/>
              <a:rect l="l" t="t" r="r" b="b"/>
              <a:pathLst>
                <a:path w="673100" h="607059">
                  <a:moveTo>
                    <a:pt x="672655" y="203276"/>
                  </a:moveTo>
                  <a:lnTo>
                    <a:pt x="649490" y="203276"/>
                  </a:lnTo>
                  <a:lnTo>
                    <a:pt x="649490" y="202006"/>
                  </a:lnTo>
                  <a:lnTo>
                    <a:pt x="596112" y="202006"/>
                  </a:lnTo>
                  <a:lnTo>
                    <a:pt x="596112" y="200736"/>
                  </a:lnTo>
                  <a:lnTo>
                    <a:pt x="481977" y="200736"/>
                  </a:lnTo>
                  <a:lnTo>
                    <a:pt x="481977" y="199466"/>
                  </a:lnTo>
                  <a:lnTo>
                    <a:pt x="340893" y="199466"/>
                  </a:lnTo>
                  <a:lnTo>
                    <a:pt x="340588" y="150228"/>
                  </a:lnTo>
                  <a:lnTo>
                    <a:pt x="339813" y="88836"/>
                  </a:lnTo>
                  <a:lnTo>
                    <a:pt x="338823" y="41402"/>
                  </a:lnTo>
                  <a:lnTo>
                    <a:pt x="337642" y="10833"/>
                  </a:lnTo>
                  <a:lnTo>
                    <a:pt x="336334" y="0"/>
                  </a:lnTo>
                  <a:lnTo>
                    <a:pt x="335013" y="10833"/>
                  </a:lnTo>
                  <a:lnTo>
                    <a:pt x="333844" y="41402"/>
                  </a:lnTo>
                  <a:lnTo>
                    <a:pt x="332841" y="88836"/>
                  </a:lnTo>
                  <a:lnTo>
                    <a:pt x="332066" y="150228"/>
                  </a:lnTo>
                  <a:lnTo>
                    <a:pt x="331660" y="199466"/>
                  </a:lnTo>
                  <a:lnTo>
                    <a:pt x="190690" y="199466"/>
                  </a:lnTo>
                  <a:lnTo>
                    <a:pt x="190690" y="200736"/>
                  </a:lnTo>
                  <a:lnTo>
                    <a:pt x="76530" y="200736"/>
                  </a:lnTo>
                  <a:lnTo>
                    <a:pt x="76530" y="202006"/>
                  </a:lnTo>
                  <a:lnTo>
                    <a:pt x="23152" y="202006"/>
                  </a:lnTo>
                  <a:lnTo>
                    <a:pt x="23152" y="203276"/>
                  </a:lnTo>
                  <a:lnTo>
                    <a:pt x="0" y="203276"/>
                  </a:lnTo>
                  <a:lnTo>
                    <a:pt x="0" y="204546"/>
                  </a:lnTo>
                  <a:lnTo>
                    <a:pt x="0" y="205816"/>
                  </a:lnTo>
                  <a:lnTo>
                    <a:pt x="23114" y="205816"/>
                  </a:lnTo>
                  <a:lnTo>
                    <a:pt x="23114" y="207086"/>
                  </a:lnTo>
                  <a:lnTo>
                    <a:pt x="76225" y="207086"/>
                  </a:lnTo>
                  <a:lnTo>
                    <a:pt x="76225" y="208356"/>
                  </a:lnTo>
                  <a:lnTo>
                    <a:pt x="189039" y="208356"/>
                  </a:lnTo>
                  <a:lnTo>
                    <a:pt x="189039" y="209626"/>
                  </a:lnTo>
                  <a:lnTo>
                    <a:pt x="331660" y="209626"/>
                  </a:lnTo>
                  <a:lnTo>
                    <a:pt x="331571" y="222681"/>
                  </a:lnTo>
                  <a:lnTo>
                    <a:pt x="331393" y="303339"/>
                  </a:lnTo>
                  <a:lnTo>
                    <a:pt x="331571" y="383971"/>
                  </a:lnTo>
                  <a:lnTo>
                    <a:pt x="332066" y="456425"/>
                  </a:lnTo>
                  <a:lnTo>
                    <a:pt x="332841" y="517804"/>
                  </a:lnTo>
                  <a:lnTo>
                    <a:pt x="333844" y="565238"/>
                  </a:lnTo>
                  <a:lnTo>
                    <a:pt x="336334" y="606653"/>
                  </a:lnTo>
                  <a:lnTo>
                    <a:pt x="337642" y="595820"/>
                  </a:lnTo>
                  <a:lnTo>
                    <a:pt x="339813" y="517804"/>
                  </a:lnTo>
                  <a:lnTo>
                    <a:pt x="340588" y="456425"/>
                  </a:lnTo>
                  <a:lnTo>
                    <a:pt x="341083" y="383971"/>
                  </a:lnTo>
                  <a:lnTo>
                    <a:pt x="341261" y="303339"/>
                  </a:lnTo>
                  <a:lnTo>
                    <a:pt x="341083" y="222681"/>
                  </a:lnTo>
                  <a:lnTo>
                    <a:pt x="340982" y="209626"/>
                  </a:lnTo>
                  <a:lnTo>
                    <a:pt x="483616" y="209626"/>
                  </a:lnTo>
                  <a:lnTo>
                    <a:pt x="483616" y="208356"/>
                  </a:lnTo>
                  <a:lnTo>
                    <a:pt x="596417" y="208356"/>
                  </a:lnTo>
                  <a:lnTo>
                    <a:pt x="596417" y="207086"/>
                  </a:lnTo>
                  <a:lnTo>
                    <a:pt x="649528" y="207086"/>
                  </a:lnTo>
                  <a:lnTo>
                    <a:pt x="649528" y="205816"/>
                  </a:lnTo>
                  <a:lnTo>
                    <a:pt x="672655" y="205816"/>
                  </a:lnTo>
                  <a:lnTo>
                    <a:pt x="672655" y="204546"/>
                  </a:lnTo>
                  <a:lnTo>
                    <a:pt x="672655" y="2032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7159017" y="7364602"/>
              <a:ext cx="525780" cy="525780"/>
            </a:xfrm>
            <a:custGeom>
              <a:avLst/>
              <a:gdLst/>
              <a:ahLst/>
              <a:cxnLst/>
              <a:rect l="l" t="t" r="r" b="b"/>
              <a:pathLst>
                <a:path w="525779" h="525779">
                  <a:moveTo>
                    <a:pt x="525638" y="0"/>
                  </a:moveTo>
                  <a:lnTo>
                    <a:pt x="0" y="0"/>
                  </a:lnTo>
                  <a:lnTo>
                    <a:pt x="0" y="525638"/>
                  </a:lnTo>
                  <a:lnTo>
                    <a:pt x="525638" y="525638"/>
                  </a:lnTo>
                  <a:lnTo>
                    <a:pt x="525638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7105650" y="6707980"/>
              <a:ext cx="1422400" cy="1235075"/>
            </a:xfrm>
            <a:custGeom>
              <a:avLst/>
              <a:gdLst/>
              <a:ahLst/>
              <a:cxnLst/>
              <a:rect l="l" t="t" r="r" b="b"/>
              <a:pathLst>
                <a:path w="1422400" h="1235075">
                  <a:moveTo>
                    <a:pt x="672642" y="831596"/>
                  </a:moveTo>
                  <a:lnTo>
                    <a:pt x="649478" y="831596"/>
                  </a:lnTo>
                  <a:lnTo>
                    <a:pt x="649478" y="830326"/>
                  </a:lnTo>
                  <a:lnTo>
                    <a:pt x="596099" y="830326"/>
                  </a:lnTo>
                  <a:lnTo>
                    <a:pt x="596099" y="829056"/>
                  </a:lnTo>
                  <a:lnTo>
                    <a:pt x="481965" y="829056"/>
                  </a:lnTo>
                  <a:lnTo>
                    <a:pt x="481965" y="827786"/>
                  </a:lnTo>
                  <a:lnTo>
                    <a:pt x="340868" y="827786"/>
                  </a:lnTo>
                  <a:lnTo>
                    <a:pt x="340563" y="778548"/>
                  </a:lnTo>
                  <a:lnTo>
                    <a:pt x="339801" y="717156"/>
                  </a:lnTo>
                  <a:lnTo>
                    <a:pt x="338797" y="669721"/>
                  </a:lnTo>
                  <a:lnTo>
                    <a:pt x="337629" y="639152"/>
                  </a:lnTo>
                  <a:lnTo>
                    <a:pt x="336321" y="628319"/>
                  </a:lnTo>
                  <a:lnTo>
                    <a:pt x="335013" y="639152"/>
                  </a:lnTo>
                  <a:lnTo>
                    <a:pt x="333832" y="669721"/>
                  </a:lnTo>
                  <a:lnTo>
                    <a:pt x="332828" y="717156"/>
                  </a:lnTo>
                  <a:lnTo>
                    <a:pt x="332054" y="778548"/>
                  </a:lnTo>
                  <a:lnTo>
                    <a:pt x="331647" y="827786"/>
                  </a:lnTo>
                  <a:lnTo>
                    <a:pt x="190677" y="827786"/>
                  </a:lnTo>
                  <a:lnTo>
                    <a:pt x="190677" y="829056"/>
                  </a:lnTo>
                  <a:lnTo>
                    <a:pt x="76530" y="829056"/>
                  </a:lnTo>
                  <a:lnTo>
                    <a:pt x="76530" y="830326"/>
                  </a:lnTo>
                  <a:lnTo>
                    <a:pt x="23152" y="830326"/>
                  </a:lnTo>
                  <a:lnTo>
                    <a:pt x="23152" y="831596"/>
                  </a:lnTo>
                  <a:lnTo>
                    <a:pt x="0" y="831596"/>
                  </a:lnTo>
                  <a:lnTo>
                    <a:pt x="0" y="832866"/>
                  </a:lnTo>
                  <a:lnTo>
                    <a:pt x="0" y="834136"/>
                  </a:lnTo>
                  <a:lnTo>
                    <a:pt x="23114" y="834136"/>
                  </a:lnTo>
                  <a:lnTo>
                    <a:pt x="23114" y="835406"/>
                  </a:lnTo>
                  <a:lnTo>
                    <a:pt x="76225" y="835406"/>
                  </a:lnTo>
                  <a:lnTo>
                    <a:pt x="76225" y="836676"/>
                  </a:lnTo>
                  <a:lnTo>
                    <a:pt x="189026" y="836676"/>
                  </a:lnTo>
                  <a:lnTo>
                    <a:pt x="189026" y="837946"/>
                  </a:lnTo>
                  <a:lnTo>
                    <a:pt x="331647" y="837946"/>
                  </a:lnTo>
                  <a:lnTo>
                    <a:pt x="331558" y="851001"/>
                  </a:lnTo>
                  <a:lnTo>
                    <a:pt x="331381" y="931659"/>
                  </a:lnTo>
                  <a:lnTo>
                    <a:pt x="331558" y="1012291"/>
                  </a:lnTo>
                  <a:lnTo>
                    <a:pt x="332054" y="1084745"/>
                  </a:lnTo>
                  <a:lnTo>
                    <a:pt x="332828" y="1146124"/>
                  </a:lnTo>
                  <a:lnTo>
                    <a:pt x="333832" y="1193558"/>
                  </a:lnTo>
                  <a:lnTo>
                    <a:pt x="336321" y="1234973"/>
                  </a:lnTo>
                  <a:lnTo>
                    <a:pt x="337629" y="1224140"/>
                  </a:lnTo>
                  <a:lnTo>
                    <a:pt x="339801" y="1146124"/>
                  </a:lnTo>
                  <a:lnTo>
                    <a:pt x="340563" y="1084745"/>
                  </a:lnTo>
                  <a:lnTo>
                    <a:pt x="341058" y="1012291"/>
                  </a:lnTo>
                  <a:lnTo>
                    <a:pt x="341236" y="931659"/>
                  </a:lnTo>
                  <a:lnTo>
                    <a:pt x="341058" y="851001"/>
                  </a:lnTo>
                  <a:lnTo>
                    <a:pt x="340956" y="837946"/>
                  </a:lnTo>
                  <a:lnTo>
                    <a:pt x="483603" y="837946"/>
                  </a:lnTo>
                  <a:lnTo>
                    <a:pt x="483603" y="836676"/>
                  </a:lnTo>
                  <a:lnTo>
                    <a:pt x="596404" y="836676"/>
                  </a:lnTo>
                  <a:lnTo>
                    <a:pt x="596404" y="835406"/>
                  </a:lnTo>
                  <a:lnTo>
                    <a:pt x="649516" y="835406"/>
                  </a:lnTo>
                  <a:lnTo>
                    <a:pt x="649516" y="834136"/>
                  </a:lnTo>
                  <a:lnTo>
                    <a:pt x="672642" y="834136"/>
                  </a:lnTo>
                  <a:lnTo>
                    <a:pt x="672642" y="832866"/>
                  </a:lnTo>
                  <a:lnTo>
                    <a:pt x="672642" y="831596"/>
                  </a:lnTo>
                  <a:close/>
                </a:path>
                <a:path w="1422400" h="1235075">
                  <a:moveTo>
                    <a:pt x="1422247" y="1270"/>
                  </a:moveTo>
                  <a:lnTo>
                    <a:pt x="1399120" y="1270"/>
                  </a:lnTo>
                  <a:lnTo>
                    <a:pt x="1399120" y="0"/>
                  </a:lnTo>
                  <a:lnTo>
                    <a:pt x="772706" y="0"/>
                  </a:lnTo>
                  <a:lnTo>
                    <a:pt x="772706" y="1270"/>
                  </a:lnTo>
                  <a:lnTo>
                    <a:pt x="749592" y="1270"/>
                  </a:lnTo>
                  <a:lnTo>
                    <a:pt x="749592" y="2540"/>
                  </a:lnTo>
                  <a:lnTo>
                    <a:pt x="749592" y="3810"/>
                  </a:lnTo>
                  <a:lnTo>
                    <a:pt x="772706" y="3810"/>
                  </a:lnTo>
                  <a:lnTo>
                    <a:pt x="772706" y="5080"/>
                  </a:lnTo>
                  <a:lnTo>
                    <a:pt x="1399120" y="5080"/>
                  </a:lnTo>
                  <a:lnTo>
                    <a:pt x="1399120" y="3810"/>
                  </a:lnTo>
                  <a:lnTo>
                    <a:pt x="1422247" y="3810"/>
                  </a:lnTo>
                  <a:lnTo>
                    <a:pt x="1422247" y="2540"/>
                  </a:lnTo>
                  <a:lnTo>
                    <a:pt x="1422247" y="12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7159017" y="6534272"/>
              <a:ext cx="525780" cy="525780"/>
            </a:xfrm>
            <a:custGeom>
              <a:avLst/>
              <a:gdLst/>
              <a:ahLst/>
              <a:cxnLst/>
              <a:rect l="l" t="t" r="r" b="b"/>
              <a:pathLst>
                <a:path w="525779" h="525779">
                  <a:moveTo>
                    <a:pt x="525638" y="0"/>
                  </a:moveTo>
                  <a:lnTo>
                    <a:pt x="0" y="0"/>
                  </a:lnTo>
                  <a:lnTo>
                    <a:pt x="0" y="525638"/>
                  </a:lnTo>
                  <a:lnTo>
                    <a:pt x="525638" y="525638"/>
                  </a:lnTo>
                  <a:lnTo>
                    <a:pt x="525638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7105650" y="5875737"/>
              <a:ext cx="1422400" cy="1236980"/>
            </a:xfrm>
            <a:custGeom>
              <a:avLst/>
              <a:gdLst/>
              <a:ahLst/>
              <a:cxnLst/>
              <a:rect l="l" t="t" r="r" b="b"/>
              <a:pathLst>
                <a:path w="1422400" h="1236979">
                  <a:moveTo>
                    <a:pt x="672642" y="833513"/>
                  </a:moveTo>
                  <a:lnTo>
                    <a:pt x="649516" y="833513"/>
                  </a:lnTo>
                  <a:lnTo>
                    <a:pt x="649516" y="832243"/>
                  </a:lnTo>
                  <a:lnTo>
                    <a:pt x="596404" y="832243"/>
                  </a:lnTo>
                  <a:lnTo>
                    <a:pt x="596404" y="830973"/>
                  </a:lnTo>
                  <a:lnTo>
                    <a:pt x="483603" y="830973"/>
                  </a:lnTo>
                  <a:lnTo>
                    <a:pt x="483603" y="829703"/>
                  </a:lnTo>
                  <a:lnTo>
                    <a:pt x="340868" y="829703"/>
                  </a:lnTo>
                  <a:lnTo>
                    <a:pt x="340563" y="780465"/>
                  </a:lnTo>
                  <a:lnTo>
                    <a:pt x="339801" y="719074"/>
                  </a:lnTo>
                  <a:lnTo>
                    <a:pt x="338797" y="671639"/>
                  </a:lnTo>
                  <a:lnTo>
                    <a:pt x="337629" y="641070"/>
                  </a:lnTo>
                  <a:lnTo>
                    <a:pt x="336321" y="630237"/>
                  </a:lnTo>
                  <a:lnTo>
                    <a:pt x="335013" y="641070"/>
                  </a:lnTo>
                  <a:lnTo>
                    <a:pt x="333832" y="671639"/>
                  </a:lnTo>
                  <a:lnTo>
                    <a:pt x="332828" y="719074"/>
                  </a:lnTo>
                  <a:lnTo>
                    <a:pt x="332054" y="780465"/>
                  </a:lnTo>
                  <a:lnTo>
                    <a:pt x="331647" y="829703"/>
                  </a:lnTo>
                  <a:lnTo>
                    <a:pt x="189026" y="829703"/>
                  </a:lnTo>
                  <a:lnTo>
                    <a:pt x="189026" y="830973"/>
                  </a:lnTo>
                  <a:lnTo>
                    <a:pt x="76225" y="830973"/>
                  </a:lnTo>
                  <a:lnTo>
                    <a:pt x="76225" y="832243"/>
                  </a:lnTo>
                  <a:lnTo>
                    <a:pt x="23114" y="832243"/>
                  </a:lnTo>
                  <a:lnTo>
                    <a:pt x="23114" y="833513"/>
                  </a:lnTo>
                  <a:lnTo>
                    <a:pt x="0" y="833513"/>
                  </a:lnTo>
                  <a:lnTo>
                    <a:pt x="0" y="834783"/>
                  </a:lnTo>
                  <a:lnTo>
                    <a:pt x="0" y="836053"/>
                  </a:lnTo>
                  <a:lnTo>
                    <a:pt x="23114" y="836053"/>
                  </a:lnTo>
                  <a:lnTo>
                    <a:pt x="23114" y="837323"/>
                  </a:lnTo>
                  <a:lnTo>
                    <a:pt x="76225" y="837323"/>
                  </a:lnTo>
                  <a:lnTo>
                    <a:pt x="76225" y="838593"/>
                  </a:lnTo>
                  <a:lnTo>
                    <a:pt x="189026" y="838593"/>
                  </a:lnTo>
                  <a:lnTo>
                    <a:pt x="189026" y="839863"/>
                  </a:lnTo>
                  <a:lnTo>
                    <a:pt x="331647" y="839863"/>
                  </a:lnTo>
                  <a:lnTo>
                    <a:pt x="331558" y="852932"/>
                  </a:lnTo>
                  <a:lnTo>
                    <a:pt x="331381" y="933577"/>
                  </a:lnTo>
                  <a:lnTo>
                    <a:pt x="331558" y="1014209"/>
                  </a:lnTo>
                  <a:lnTo>
                    <a:pt x="332054" y="1086662"/>
                  </a:lnTo>
                  <a:lnTo>
                    <a:pt x="332828" y="1148054"/>
                  </a:lnTo>
                  <a:lnTo>
                    <a:pt x="333832" y="1195476"/>
                  </a:lnTo>
                  <a:lnTo>
                    <a:pt x="336321" y="1236891"/>
                  </a:lnTo>
                  <a:lnTo>
                    <a:pt x="337629" y="1226058"/>
                  </a:lnTo>
                  <a:lnTo>
                    <a:pt x="339801" y="1148054"/>
                  </a:lnTo>
                  <a:lnTo>
                    <a:pt x="340563" y="1086662"/>
                  </a:lnTo>
                  <a:lnTo>
                    <a:pt x="341058" y="1014209"/>
                  </a:lnTo>
                  <a:lnTo>
                    <a:pt x="341236" y="933577"/>
                  </a:lnTo>
                  <a:lnTo>
                    <a:pt x="341058" y="852932"/>
                  </a:lnTo>
                  <a:lnTo>
                    <a:pt x="340956" y="839863"/>
                  </a:lnTo>
                  <a:lnTo>
                    <a:pt x="483603" y="839863"/>
                  </a:lnTo>
                  <a:lnTo>
                    <a:pt x="483603" y="838593"/>
                  </a:lnTo>
                  <a:lnTo>
                    <a:pt x="596404" y="838593"/>
                  </a:lnTo>
                  <a:lnTo>
                    <a:pt x="596404" y="837323"/>
                  </a:lnTo>
                  <a:lnTo>
                    <a:pt x="649516" y="837323"/>
                  </a:lnTo>
                  <a:lnTo>
                    <a:pt x="649516" y="836053"/>
                  </a:lnTo>
                  <a:lnTo>
                    <a:pt x="672642" y="836053"/>
                  </a:lnTo>
                  <a:lnTo>
                    <a:pt x="672642" y="834783"/>
                  </a:lnTo>
                  <a:lnTo>
                    <a:pt x="672642" y="833513"/>
                  </a:lnTo>
                  <a:close/>
                </a:path>
                <a:path w="1422400" h="1236979">
                  <a:moveTo>
                    <a:pt x="1422247" y="1270"/>
                  </a:moveTo>
                  <a:lnTo>
                    <a:pt x="1399082" y="1270"/>
                  </a:lnTo>
                  <a:lnTo>
                    <a:pt x="1399082" y="0"/>
                  </a:lnTo>
                  <a:lnTo>
                    <a:pt x="772744" y="0"/>
                  </a:lnTo>
                  <a:lnTo>
                    <a:pt x="772744" y="1270"/>
                  </a:lnTo>
                  <a:lnTo>
                    <a:pt x="749592" y="1270"/>
                  </a:lnTo>
                  <a:lnTo>
                    <a:pt x="749592" y="2540"/>
                  </a:lnTo>
                  <a:lnTo>
                    <a:pt x="749592" y="3810"/>
                  </a:lnTo>
                  <a:lnTo>
                    <a:pt x="772706" y="3810"/>
                  </a:lnTo>
                  <a:lnTo>
                    <a:pt x="772706" y="5080"/>
                  </a:lnTo>
                  <a:lnTo>
                    <a:pt x="1399120" y="5080"/>
                  </a:lnTo>
                  <a:lnTo>
                    <a:pt x="1399120" y="3810"/>
                  </a:lnTo>
                  <a:lnTo>
                    <a:pt x="1422247" y="3810"/>
                  </a:lnTo>
                  <a:lnTo>
                    <a:pt x="1422247" y="2540"/>
                  </a:lnTo>
                  <a:lnTo>
                    <a:pt x="1422247" y="12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7159017" y="5702025"/>
              <a:ext cx="525780" cy="525780"/>
            </a:xfrm>
            <a:custGeom>
              <a:avLst/>
              <a:gdLst/>
              <a:ahLst/>
              <a:cxnLst/>
              <a:rect l="l" t="t" r="r" b="b"/>
              <a:pathLst>
                <a:path w="525779" h="525779">
                  <a:moveTo>
                    <a:pt x="525638" y="0"/>
                  </a:moveTo>
                  <a:lnTo>
                    <a:pt x="0" y="0"/>
                  </a:lnTo>
                  <a:lnTo>
                    <a:pt x="0" y="525638"/>
                  </a:lnTo>
                  <a:lnTo>
                    <a:pt x="525638" y="525638"/>
                  </a:lnTo>
                  <a:lnTo>
                    <a:pt x="525638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7105650" y="5673718"/>
              <a:ext cx="673100" cy="607060"/>
            </a:xfrm>
            <a:custGeom>
              <a:avLst/>
              <a:gdLst/>
              <a:ahLst/>
              <a:cxnLst/>
              <a:rect l="l" t="t" r="r" b="b"/>
              <a:pathLst>
                <a:path w="673100" h="607060">
                  <a:moveTo>
                    <a:pt x="672642" y="203288"/>
                  </a:moveTo>
                  <a:lnTo>
                    <a:pt x="649478" y="203288"/>
                  </a:lnTo>
                  <a:lnTo>
                    <a:pt x="649478" y="202018"/>
                  </a:lnTo>
                  <a:lnTo>
                    <a:pt x="596099" y="202018"/>
                  </a:lnTo>
                  <a:lnTo>
                    <a:pt x="596099" y="200748"/>
                  </a:lnTo>
                  <a:lnTo>
                    <a:pt x="481965" y="200748"/>
                  </a:lnTo>
                  <a:lnTo>
                    <a:pt x="481965" y="199478"/>
                  </a:lnTo>
                  <a:lnTo>
                    <a:pt x="340868" y="199478"/>
                  </a:lnTo>
                  <a:lnTo>
                    <a:pt x="340563" y="150228"/>
                  </a:lnTo>
                  <a:lnTo>
                    <a:pt x="339801" y="88836"/>
                  </a:lnTo>
                  <a:lnTo>
                    <a:pt x="338797" y="41414"/>
                  </a:lnTo>
                  <a:lnTo>
                    <a:pt x="337629" y="10833"/>
                  </a:lnTo>
                  <a:lnTo>
                    <a:pt x="336321" y="0"/>
                  </a:lnTo>
                  <a:lnTo>
                    <a:pt x="335013" y="10833"/>
                  </a:lnTo>
                  <a:lnTo>
                    <a:pt x="333832" y="41414"/>
                  </a:lnTo>
                  <a:lnTo>
                    <a:pt x="332828" y="88836"/>
                  </a:lnTo>
                  <a:lnTo>
                    <a:pt x="332054" y="150228"/>
                  </a:lnTo>
                  <a:lnTo>
                    <a:pt x="331647" y="199478"/>
                  </a:lnTo>
                  <a:lnTo>
                    <a:pt x="190677" y="199478"/>
                  </a:lnTo>
                  <a:lnTo>
                    <a:pt x="190677" y="200748"/>
                  </a:lnTo>
                  <a:lnTo>
                    <a:pt x="76530" y="200748"/>
                  </a:lnTo>
                  <a:lnTo>
                    <a:pt x="76530" y="202018"/>
                  </a:lnTo>
                  <a:lnTo>
                    <a:pt x="23152" y="202018"/>
                  </a:lnTo>
                  <a:lnTo>
                    <a:pt x="23152" y="203288"/>
                  </a:lnTo>
                  <a:lnTo>
                    <a:pt x="0" y="203288"/>
                  </a:lnTo>
                  <a:lnTo>
                    <a:pt x="0" y="204558"/>
                  </a:lnTo>
                  <a:lnTo>
                    <a:pt x="0" y="205828"/>
                  </a:lnTo>
                  <a:lnTo>
                    <a:pt x="23114" y="205828"/>
                  </a:lnTo>
                  <a:lnTo>
                    <a:pt x="23114" y="207098"/>
                  </a:lnTo>
                  <a:lnTo>
                    <a:pt x="76225" y="207098"/>
                  </a:lnTo>
                  <a:lnTo>
                    <a:pt x="76225" y="208368"/>
                  </a:lnTo>
                  <a:lnTo>
                    <a:pt x="189026" y="208368"/>
                  </a:lnTo>
                  <a:lnTo>
                    <a:pt x="189026" y="209638"/>
                  </a:lnTo>
                  <a:lnTo>
                    <a:pt x="331647" y="209638"/>
                  </a:lnTo>
                  <a:lnTo>
                    <a:pt x="331558" y="222694"/>
                  </a:lnTo>
                  <a:lnTo>
                    <a:pt x="331381" y="303352"/>
                  </a:lnTo>
                  <a:lnTo>
                    <a:pt x="331558" y="383971"/>
                  </a:lnTo>
                  <a:lnTo>
                    <a:pt x="332054" y="456425"/>
                  </a:lnTo>
                  <a:lnTo>
                    <a:pt x="332828" y="517817"/>
                  </a:lnTo>
                  <a:lnTo>
                    <a:pt x="333832" y="565251"/>
                  </a:lnTo>
                  <a:lnTo>
                    <a:pt x="336321" y="606666"/>
                  </a:lnTo>
                  <a:lnTo>
                    <a:pt x="337629" y="595833"/>
                  </a:lnTo>
                  <a:lnTo>
                    <a:pt x="339801" y="517817"/>
                  </a:lnTo>
                  <a:lnTo>
                    <a:pt x="340563" y="456425"/>
                  </a:lnTo>
                  <a:lnTo>
                    <a:pt x="341058" y="383971"/>
                  </a:lnTo>
                  <a:lnTo>
                    <a:pt x="341236" y="303352"/>
                  </a:lnTo>
                  <a:lnTo>
                    <a:pt x="341058" y="222694"/>
                  </a:lnTo>
                  <a:lnTo>
                    <a:pt x="340956" y="209638"/>
                  </a:lnTo>
                  <a:lnTo>
                    <a:pt x="483603" y="209638"/>
                  </a:lnTo>
                  <a:lnTo>
                    <a:pt x="483603" y="208368"/>
                  </a:lnTo>
                  <a:lnTo>
                    <a:pt x="596404" y="208368"/>
                  </a:lnTo>
                  <a:lnTo>
                    <a:pt x="596404" y="207098"/>
                  </a:lnTo>
                  <a:lnTo>
                    <a:pt x="649516" y="207098"/>
                  </a:lnTo>
                  <a:lnTo>
                    <a:pt x="649516" y="205828"/>
                  </a:lnTo>
                  <a:lnTo>
                    <a:pt x="672642" y="205828"/>
                  </a:lnTo>
                  <a:lnTo>
                    <a:pt x="672642" y="204558"/>
                  </a:lnTo>
                  <a:lnTo>
                    <a:pt x="672642" y="2032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5868669" y="5702025"/>
              <a:ext cx="525780" cy="525780"/>
            </a:xfrm>
            <a:custGeom>
              <a:avLst/>
              <a:gdLst/>
              <a:ahLst/>
              <a:cxnLst/>
              <a:rect l="l" t="t" r="r" b="b"/>
              <a:pathLst>
                <a:path w="525779" h="525779">
                  <a:moveTo>
                    <a:pt x="525638" y="0"/>
                  </a:moveTo>
                  <a:lnTo>
                    <a:pt x="0" y="0"/>
                  </a:lnTo>
                  <a:lnTo>
                    <a:pt x="0" y="525638"/>
                  </a:lnTo>
                  <a:lnTo>
                    <a:pt x="525638" y="525638"/>
                  </a:lnTo>
                  <a:lnTo>
                    <a:pt x="525638" y="0"/>
                  </a:lnTo>
                  <a:close/>
                </a:path>
              </a:pathLst>
            </a:custGeom>
            <a:solidFill>
              <a:srgbClr val="FFFFFF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5815279" y="5673718"/>
              <a:ext cx="673100" cy="607060"/>
            </a:xfrm>
            <a:custGeom>
              <a:avLst/>
              <a:gdLst/>
              <a:ahLst/>
              <a:cxnLst/>
              <a:rect l="l" t="t" r="r" b="b"/>
              <a:pathLst>
                <a:path w="673100" h="607060">
                  <a:moveTo>
                    <a:pt x="672655" y="203288"/>
                  </a:moveTo>
                  <a:lnTo>
                    <a:pt x="649490" y="203288"/>
                  </a:lnTo>
                  <a:lnTo>
                    <a:pt x="649490" y="202018"/>
                  </a:lnTo>
                  <a:lnTo>
                    <a:pt x="596125" y="202018"/>
                  </a:lnTo>
                  <a:lnTo>
                    <a:pt x="596125" y="200748"/>
                  </a:lnTo>
                  <a:lnTo>
                    <a:pt x="481977" y="200748"/>
                  </a:lnTo>
                  <a:lnTo>
                    <a:pt x="481977" y="199478"/>
                  </a:lnTo>
                  <a:lnTo>
                    <a:pt x="320763" y="199478"/>
                  </a:lnTo>
                  <a:lnTo>
                    <a:pt x="320459" y="150228"/>
                  </a:lnTo>
                  <a:lnTo>
                    <a:pt x="319684" y="88836"/>
                  </a:lnTo>
                  <a:lnTo>
                    <a:pt x="318681" y="41414"/>
                  </a:lnTo>
                  <a:lnTo>
                    <a:pt x="317512" y="10833"/>
                  </a:lnTo>
                  <a:lnTo>
                    <a:pt x="316191" y="0"/>
                  </a:lnTo>
                  <a:lnTo>
                    <a:pt x="314883" y="10833"/>
                  </a:lnTo>
                  <a:lnTo>
                    <a:pt x="313715" y="41414"/>
                  </a:lnTo>
                  <a:lnTo>
                    <a:pt x="312712" y="88836"/>
                  </a:lnTo>
                  <a:lnTo>
                    <a:pt x="311937" y="150228"/>
                  </a:lnTo>
                  <a:lnTo>
                    <a:pt x="311531" y="199478"/>
                  </a:lnTo>
                  <a:lnTo>
                    <a:pt x="190690" y="199478"/>
                  </a:lnTo>
                  <a:lnTo>
                    <a:pt x="190690" y="200748"/>
                  </a:lnTo>
                  <a:lnTo>
                    <a:pt x="76530" y="200748"/>
                  </a:lnTo>
                  <a:lnTo>
                    <a:pt x="76530" y="202018"/>
                  </a:lnTo>
                  <a:lnTo>
                    <a:pt x="23164" y="202018"/>
                  </a:lnTo>
                  <a:lnTo>
                    <a:pt x="23164" y="203288"/>
                  </a:lnTo>
                  <a:lnTo>
                    <a:pt x="0" y="203288"/>
                  </a:lnTo>
                  <a:lnTo>
                    <a:pt x="0" y="204558"/>
                  </a:lnTo>
                  <a:lnTo>
                    <a:pt x="0" y="205828"/>
                  </a:lnTo>
                  <a:lnTo>
                    <a:pt x="23114" y="205828"/>
                  </a:lnTo>
                  <a:lnTo>
                    <a:pt x="23114" y="207098"/>
                  </a:lnTo>
                  <a:lnTo>
                    <a:pt x="76225" y="207098"/>
                  </a:lnTo>
                  <a:lnTo>
                    <a:pt x="76225" y="208368"/>
                  </a:lnTo>
                  <a:lnTo>
                    <a:pt x="189039" y="208368"/>
                  </a:lnTo>
                  <a:lnTo>
                    <a:pt x="189039" y="209638"/>
                  </a:lnTo>
                  <a:lnTo>
                    <a:pt x="311531" y="209638"/>
                  </a:lnTo>
                  <a:lnTo>
                    <a:pt x="311442" y="222694"/>
                  </a:lnTo>
                  <a:lnTo>
                    <a:pt x="311264" y="303352"/>
                  </a:lnTo>
                  <a:lnTo>
                    <a:pt x="311442" y="383971"/>
                  </a:lnTo>
                  <a:lnTo>
                    <a:pt x="311937" y="456425"/>
                  </a:lnTo>
                  <a:lnTo>
                    <a:pt x="312712" y="517817"/>
                  </a:lnTo>
                  <a:lnTo>
                    <a:pt x="313715" y="565251"/>
                  </a:lnTo>
                  <a:lnTo>
                    <a:pt x="316191" y="606666"/>
                  </a:lnTo>
                  <a:lnTo>
                    <a:pt x="317512" y="595833"/>
                  </a:lnTo>
                  <a:lnTo>
                    <a:pt x="319684" y="517817"/>
                  </a:lnTo>
                  <a:lnTo>
                    <a:pt x="320459" y="456425"/>
                  </a:lnTo>
                  <a:lnTo>
                    <a:pt x="320954" y="383971"/>
                  </a:lnTo>
                  <a:lnTo>
                    <a:pt x="321132" y="303352"/>
                  </a:lnTo>
                  <a:lnTo>
                    <a:pt x="320954" y="222694"/>
                  </a:lnTo>
                  <a:lnTo>
                    <a:pt x="320852" y="209638"/>
                  </a:lnTo>
                  <a:lnTo>
                    <a:pt x="483616" y="209638"/>
                  </a:lnTo>
                  <a:lnTo>
                    <a:pt x="483616" y="208368"/>
                  </a:lnTo>
                  <a:lnTo>
                    <a:pt x="596430" y="208368"/>
                  </a:lnTo>
                  <a:lnTo>
                    <a:pt x="596430" y="207098"/>
                  </a:lnTo>
                  <a:lnTo>
                    <a:pt x="649541" y="207098"/>
                  </a:lnTo>
                  <a:lnTo>
                    <a:pt x="649541" y="205828"/>
                  </a:lnTo>
                  <a:lnTo>
                    <a:pt x="672655" y="205828"/>
                  </a:lnTo>
                  <a:lnTo>
                    <a:pt x="672655" y="204558"/>
                  </a:lnTo>
                  <a:lnTo>
                    <a:pt x="672655" y="203288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5868669" y="6542470"/>
              <a:ext cx="525780" cy="525780"/>
            </a:xfrm>
            <a:custGeom>
              <a:avLst/>
              <a:gdLst/>
              <a:ahLst/>
              <a:cxnLst/>
              <a:rect l="l" t="t" r="r" b="b"/>
              <a:pathLst>
                <a:path w="525779" h="525779">
                  <a:moveTo>
                    <a:pt x="525638" y="0"/>
                  </a:moveTo>
                  <a:lnTo>
                    <a:pt x="0" y="0"/>
                  </a:lnTo>
                  <a:lnTo>
                    <a:pt x="0" y="525638"/>
                  </a:lnTo>
                  <a:lnTo>
                    <a:pt x="525638" y="525638"/>
                  </a:lnTo>
                  <a:lnTo>
                    <a:pt x="525638" y="0"/>
                  </a:lnTo>
                  <a:close/>
                </a:path>
              </a:pathLst>
            </a:custGeom>
            <a:solidFill>
              <a:srgbClr val="FFFFFF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5815279" y="6514166"/>
              <a:ext cx="673100" cy="607060"/>
            </a:xfrm>
            <a:custGeom>
              <a:avLst/>
              <a:gdLst/>
              <a:ahLst/>
              <a:cxnLst/>
              <a:rect l="l" t="t" r="r" b="b"/>
              <a:pathLst>
                <a:path w="673100" h="607059">
                  <a:moveTo>
                    <a:pt x="672655" y="203288"/>
                  </a:moveTo>
                  <a:lnTo>
                    <a:pt x="649490" y="203288"/>
                  </a:lnTo>
                  <a:lnTo>
                    <a:pt x="649490" y="202018"/>
                  </a:lnTo>
                  <a:lnTo>
                    <a:pt x="596125" y="202018"/>
                  </a:lnTo>
                  <a:lnTo>
                    <a:pt x="596125" y="200748"/>
                  </a:lnTo>
                  <a:lnTo>
                    <a:pt x="481977" y="200748"/>
                  </a:lnTo>
                  <a:lnTo>
                    <a:pt x="481977" y="199478"/>
                  </a:lnTo>
                  <a:lnTo>
                    <a:pt x="320763" y="199478"/>
                  </a:lnTo>
                  <a:lnTo>
                    <a:pt x="320459" y="150228"/>
                  </a:lnTo>
                  <a:lnTo>
                    <a:pt x="319684" y="88836"/>
                  </a:lnTo>
                  <a:lnTo>
                    <a:pt x="318681" y="41414"/>
                  </a:lnTo>
                  <a:lnTo>
                    <a:pt x="317512" y="10833"/>
                  </a:lnTo>
                  <a:lnTo>
                    <a:pt x="316191" y="0"/>
                  </a:lnTo>
                  <a:lnTo>
                    <a:pt x="314883" y="10833"/>
                  </a:lnTo>
                  <a:lnTo>
                    <a:pt x="313715" y="41414"/>
                  </a:lnTo>
                  <a:lnTo>
                    <a:pt x="312712" y="88836"/>
                  </a:lnTo>
                  <a:lnTo>
                    <a:pt x="311937" y="150228"/>
                  </a:lnTo>
                  <a:lnTo>
                    <a:pt x="311531" y="199478"/>
                  </a:lnTo>
                  <a:lnTo>
                    <a:pt x="190690" y="199478"/>
                  </a:lnTo>
                  <a:lnTo>
                    <a:pt x="190690" y="200748"/>
                  </a:lnTo>
                  <a:lnTo>
                    <a:pt x="76530" y="200748"/>
                  </a:lnTo>
                  <a:lnTo>
                    <a:pt x="76530" y="202018"/>
                  </a:lnTo>
                  <a:lnTo>
                    <a:pt x="23164" y="202018"/>
                  </a:lnTo>
                  <a:lnTo>
                    <a:pt x="23164" y="203288"/>
                  </a:lnTo>
                  <a:lnTo>
                    <a:pt x="0" y="203288"/>
                  </a:lnTo>
                  <a:lnTo>
                    <a:pt x="0" y="204558"/>
                  </a:lnTo>
                  <a:lnTo>
                    <a:pt x="0" y="205828"/>
                  </a:lnTo>
                  <a:lnTo>
                    <a:pt x="23114" y="205828"/>
                  </a:lnTo>
                  <a:lnTo>
                    <a:pt x="23114" y="207098"/>
                  </a:lnTo>
                  <a:lnTo>
                    <a:pt x="76225" y="207098"/>
                  </a:lnTo>
                  <a:lnTo>
                    <a:pt x="76225" y="208368"/>
                  </a:lnTo>
                  <a:lnTo>
                    <a:pt x="189039" y="208368"/>
                  </a:lnTo>
                  <a:lnTo>
                    <a:pt x="189039" y="209638"/>
                  </a:lnTo>
                  <a:lnTo>
                    <a:pt x="311531" y="209638"/>
                  </a:lnTo>
                  <a:lnTo>
                    <a:pt x="311442" y="222694"/>
                  </a:lnTo>
                  <a:lnTo>
                    <a:pt x="311264" y="303339"/>
                  </a:lnTo>
                  <a:lnTo>
                    <a:pt x="311442" y="383971"/>
                  </a:lnTo>
                  <a:lnTo>
                    <a:pt x="311937" y="456425"/>
                  </a:lnTo>
                  <a:lnTo>
                    <a:pt x="312712" y="517817"/>
                  </a:lnTo>
                  <a:lnTo>
                    <a:pt x="313715" y="565251"/>
                  </a:lnTo>
                  <a:lnTo>
                    <a:pt x="316191" y="606666"/>
                  </a:lnTo>
                  <a:lnTo>
                    <a:pt x="317512" y="595833"/>
                  </a:lnTo>
                  <a:lnTo>
                    <a:pt x="319684" y="517817"/>
                  </a:lnTo>
                  <a:lnTo>
                    <a:pt x="320459" y="456425"/>
                  </a:lnTo>
                  <a:lnTo>
                    <a:pt x="320954" y="383971"/>
                  </a:lnTo>
                  <a:lnTo>
                    <a:pt x="321132" y="303339"/>
                  </a:lnTo>
                  <a:lnTo>
                    <a:pt x="320954" y="222694"/>
                  </a:lnTo>
                  <a:lnTo>
                    <a:pt x="320852" y="209638"/>
                  </a:lnTo>
                  <a:lnTo>
                    <a:pt x="483616" y="209638"/>
                  </a:lnTo>
                  <a:lnTo>
                    <a:pt x="483616" y="208368"/>
                  </a:lnTo>
                  <a:lnTo>
                    <a:pt x="596430" y="208368"/>
                  </a:lnTo>
                  <a:lnTo>
                    <a:pt x="596430" y="207098"/>
                  </a:lnTo>
                  <a:lnTo>
                    <a:pt x="649541" y="207098"/>
                  </a:lnTo>
                  <a:lnTo>
                    <a:pt x="649541" y="205828"/>
                  </a:lnTo>
                  <a:lnTo>
                    <a:pt x="672655" y="205828"/>
                  </a:lnTo>
                  <a:lnTo>
                    <a:pt x="672655" y="204558"/>
                  </a:lnTo>
                  <a:lnTo>
                    <a:pt x="672655" y="203288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5868669" y="7382916"/>
              <a:ext cx="525780" cy="525780"/>
            </a:xfrm>
            <a:custGeom>
              <a:avLst/>
              <a:gdLst/>
              <a:ahLst/>
              <a:cxnLst/>
              <a:rect l="l" t="t" r="r" b="b"/>
              <a:pathLst>
                <a:path w="525779" h="525779">
                  <a:moveTo>
                    <a:pt x="525638" y="0"/>
                  </a:moveTo>
                  <a:lnTo>
                    <a:pt x="0" y="0"/>
                  </a:lnTo>
                  <a:lnTo>
                    <a:pt x="0" y="525638"/>
                  </a:lnTo>
                  <a:lnTo>
                    <a:pt x="525638" y="525638"/>
                  </a:lnTo>
                  <a:lnTo>
                    <a:pt x="525638" y="0"/>
                  </a:lnTo>
                  <a:close/>
                </a:path>
              </a:pathLst>
            </a:custGeom>
            <a:solidFill>
              <a:srgbClr val="FFFFFF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5815279" y="7354614"/>
              <a:ext cx="2232025" cy="1790064"/>
            </a:xfrm>
            <a:custGeom>
              <a:avLst/>
              <a:gdLst/>
              <a:ahLst/>
              <a:cxnLst/>
              <a:rect l="l" t="t" r="r" b="b"/>
              <a:pathLst>
                <a:path w="2232025" h="1790065">
                  <a:moveTo>
                    <a:pt x="672655" y="203288"/>
                  </a:moveTo>
                  <a:lnTo>
                    <a:pt x="649541" y="203288"/>
                  </a:lnTo>
                  <a:lnTo>
                    <a:pt x="649541" y="202018"/>
                  </a:lnTo>
                  <a:lnTo>
                    <a:pt x="596430" y="202018"/>
                  </a:lnTo>
                  <a:lnTo>
                    <a:pt x="596430" y="200748"/>
                  </a:lnTo>
                  <a:lnTo>
                    <a:pt x="483616" y="200748"/>
                  </a:lnTo>
                  <a:lnTo>
                    <a:pt x="483616" y="199478"/>
                  </a:lnTo>
                  <a:lnTo>
                    <a:pt x="320763" y="199478"/>
                  </a:lnTo>
                  <a:lnTo>
                    <a:pt x="320459" y="150228"/>
                  </a:lnTo>
                  <a:lnTo>
                    <a:pt x="319684" y="88836"/>
                  </a:lnTo>
                  <a:lnTo>
                    <a:pt x="318681" y="41402"/>
                  </a:lnTo>
                  <a:lnTo>
                    <a:pt x="317512" y="10833"/>
                  </a:lnTo>
                  <a:lnTo>
                    <a:pt x="316191" y="0"/>
                  </a:lnTo>
                  <a:lnTo>
                    <a:pt x="314883" y="10833"/>
                  </a:lnTo>
                  <a:lnTo>
                    <a:pt x="313715" y="41402"/>
                  </a:lnTo>
                  <a:lnTo>
                    <a:pt x="312712" y="88836"/>
                  </a:lnTo>
                  <a:lnTo>
                    <a:pt x="311937" y="150228"/>
                  </a:lnTo>
                  <a:lnTo>
                    <a:pt x="311531" y="199478"/>
                  </a:lnTo>
                  <a:lnTo>
                    <a:pt x="189039" y="199478"/>
                  </a:lnTo>
                  <a:lnTo>
                    <a:pt x="189039" y="200748"/>
                  </a:lnTo>
                  <a:lnTo>
                    <a:pt x="76225" y="200748"/>
                  </a:lnTo>
                  <a:lnTo>
                    <a:pt x="76225" y="202018"/>
                  </a:lnTo>
                  <a:lnTo>
                    <a:pt x="23114" y="202018"/>
                  </a:lnTo>
                  <a:lnTo>
                    <a:pt x="23114" y="203288"/>
                  </a:lnTo>
                  <a:lnTo>
                    <a:pt x="0" y="203288"/>
                  </a:lnTo>
                  <a:lnTo>
                    <a:pt x="0" y="204558"/>
                  </a:lnTo>
                  <a:lnTo>
                    <a:pt x="0" y="205828"/>
                  </a:lnTo>
                  <a:lnTo>
                    <a:pt x="23114" y="205828"/>
                  </a:lnTo>
                  <a:lnTo>
                    <a:pt x="23114" y="207098"/>
                  </a:lnTo>
                  <a:lnTo>
                    <a:pt x="76225" y="207098"/>
                  </a:lnTo>
                  <a:lnTo>
                    <a:pt x="76225" y="208368"/>
                  </a:lnTo>
                  <a:lnTo>
                    <a:pt x="189039" y="208368"/>
                  </a:lnTo>
                  <a:lnTo>
                    <a:pt x="189039" y="209638"/>
                  </a:lnTo>
                  <a:lnTo>
                    <a:pt x="311531" y="209638"/>
                  </a:lnTo>
                  <a:lnTo>
                    <a:pt x="311442" y="222694"/>
                  </a:lnTo>
                  <a:lnTo>
                    <a:pt x="311264" y="303339"/>
                  </a:lnTo>
                  <a:lnTo>
                    <a:pt x="311442" y="383971"/>
                  </a:lnTo>
                  <a:lnTo>
                    <a:pt x="311937" y="456425"/>
                  </a:lnTo>
                  <a:lnTo>
                    <a:pt x="312712" y="517817"/>
                  </a:lnTo>
                  <a:lnTo>
                    <a:pt x="313715" y="565238"/>
                  </a:lnTo>
                  <a:lnTo>
                    <a:pt x="316191" y="606666"/>
                  </a:lnTo>
                  <a:lnTo>
                    <a:pt x="317512" y="595820"/>
                  </a:lnTo>
                  <a:lnTo>
                    <a:pt x="319684" y="517817"/>
                  </a:lnTo>
                  <a:lnTo>
                    <a:pt x="320459" y="456425"/>
                  </a:lnTo>
                  <a:lnTo>
                    <a:pt x="320954" y="383971"/>
                  </a:lnTo>
                  <a:lnTo>
                    <a:pt x="321132" y="303339"/>
                  </a:lnTo>
                  <a:lnTo>
                    <a:pt x="320954" y="222694"/>
                  </a:lnTo>
                  <a:lnTo>
                    <a:pt x="320852" y="209638"/>
                  </a:lnTo>
                  <a:lnTo>
                    <a:pt x="483616" y="209638"/>
                  </a:lnTo>
                  <a:lnTo>
                    <a:pt x="483616" y="208368"/>
                  </a:lnTo>
                  <a:lnTo>
                    <a:pt x="596430" y="208368"/>
                  </a:lnTo>
                  <a:lnTo>
                    <a:pt x="596430" y="207098"/>
                  </a:lnTo>
                  <a:lnTo>
                    <a:pt x="649541" y="207098"/>
                  </a:lnTo>
                  <a:lnTo>
                    <a:pt x="649541" y="205828"/>
                  </a:lnTo>
                  <a:lnTo>
                    <a:pt x="672655" y="205828"/>
                  </a:lnTo>
                  <a:lnTo>
                    <a:pt x="672655" y="204558"/>
                  </a:lnTo>
                  <a:lnTo>
                    <a:pt x="672655" y="203288"/>
                  </a:lnTo>
                  <a:close/>
                </a:path>
                <a:path w="2232025" h="1790065">
                  <a:moveTo>
                    <a:pt x="2231999" y="820813"/>
                  </a:moveTo>
                  <a:lnTo>
                    <a:pt x="1953475" y="820686"/>
                  </a:lnTo>
                  <a:lnTo>
                    <a:pt x="1683715" y="820801"/>
                  </a:lnTo>
                  <a:lnTo>
                    <a:pt x="1685429" y="1514589"/>
                  </a:lnTo>
                  <a:lnTo>
                    <a:pt x="1686852" y="1716671"/>
                  </a:lnTo>
                  <a:lnTo>
                    <a:pt x="1687664" y="1770913"/>
                  </a:lnTo>
                  <a:lnTo>
                    <a:pt x="1688376" y="1789709"/>
                  </a:lnTo>
                  <a:lnTo>
                    <a:pt x="1688668" y="1789709"/>
                  </a:lnTo>
                  <a:lnTo>
                    <a:pt x="1690204" y="1716671"/>
                  </a:lnTo>
                  <a:lnTo>
                    <a:pt x="1691640" y="1514589"/>
                  </a:lnTo>
                  <a:lnTo>
                    <a:pt x="1693329" y="830427"/>
                  </a:lnTo>
                  <a:lnTo>
                    <a:pt x="1953475" y="830541"/>
                  </a:lnTo>
                  <a:lnTo>
                    <a:pt x="2222385" y="830427"/>
                  </a:lnTo>
                  <a:lnTo>
                    <a:pt x="2224087" y="1508506"/>
                  </a:lnTo>
                  <a:lnTo>
                    <a:pt x="2225510" y="1708556"/>
                  </a:lnTo>
                  <a:lnTo>
                    <a:pt x="2226322" y="1762239"/>
                  </a:lnTo>
                  <a:lnTo>
                    <a:pt x="2226741" y="1776120"/>
                  </a:lnTo>
                  <a:lnTo>
                    <a:pt x="2226881" y="1779231"/>
                  </a:lnTo>
                  <a:lnTo>
                    <a:pt x="2227034" y="1780832"/>
                  </a:lnTo>
                  <a:lnTo>
                    <a:pt x="2227326" y="1780832"/>
                  </a:lnTo>
                  <a:lnTo>
                    <a:pt x="2228850" y="1708556"/>
                  </a:lnTo>
                  <a:lnTo>
                    <a:pt x="2230272" y="1508506"/>
                  </a:lnTo>
                  <a:lnTo>
                    <a:pt x="2231987" y="825614"/>
                  </a:lnTo>
                  <a:lnTo>
                    <a:pt x="2231999" y="820813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7571591" y="8236932"/>
              <a:ext cx="184150" cy="440055"/>
            </a:xfrm>
            <a:custGeom>
              <a:avLst/>
              <a:gdLst/>
              <a:ahLst/>
              <a:cxnLst/>
              <a:rect l="l" t="t" r="r" b="b"/>
              <a:pathLst>
                <a:path w="184150" h="440054">
                  <a:moveTo>
                    <a:pt x="183606" y="0"/>
                  </a:moveTo>
                  <a:lnTo>
                    <a:pt x="0" y="0"/>
                  </a:lnTo>
                  <a:lnTo>
                    <a:pt x="0" y="439463"/>
                  </a:lnTo>
                  <a:lnTo>
                    <a:pt x="183606" y="439463"/>
                  </a:lnTo>
                  <a:lnTo>
                    <a:pt x="18360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7571118" y="8236425"/>
              <a:ext cx="184785" cy="440690"/>
            </a:xfrm>
            <a:custGeom>
              <a:avLst/>
              <a:gdLst/>
              <a:ahLst/>
              <a:cxnLst/>
              <a:rect l="l" t="t" r="r" b="b"/>
              <a:pathLst>
                <a:path w="184784" h="440690">
                  <a:moveTo>
                    <a:pt x="184556" y="0"/>
                  </a:moveTo>
                  <a:lnTo>
                    <a:pt x="183591" y="0"/>
                  </a:lnTo>
                  <a:lnTo>
                    <a:pt x="183591" y="1270"/>
                  </a:lnTo>
                  <a:lnTo>
                    <a:pt x="183591" y="439420"/>
                  </a:lnTo>
                  <a:lnTo>
                    <a:pt x="952" y="439420"/>
                  </a:lnTo>
                  <a:lnTo>
                    <a:pt x="952" y="1270"/>
                  </a:lnTo>
                  <a:lnTo>
                    <a:pt x="183591" y="1270"/>
                  </a:lnTo>
                  <a:lnTo>
                    <a:pt x="183591" y="0"/>
                  </a:lnTo>
                  <a:lnTo>
                    <a:pt x="0" y="0"/>
                  </a:lnTo>
                  <a:lnTo>
                    <a:pt x="0" y="1270"/>
                  </a:lnTo>
                  <a:lnTo>
                    <a:pt x="0" y="439420"/>
                  </a:lnTo>
                  <a:lnTo>
                    <a:pt x="0" y="440690"/>
                  </a:lnTo>
                  <a:lnTo>
                    <a:pt x="184556" y="440690"/>
                  </a:lnTo>
                  <a:lnTo>
                    <a:pt x="184556" y="439483"/>
                  </a:lnTo>
                  <a:lnTo>
                    <a:pt x="184556" y="1270"/>
                  </a:lnTo>
                  <a:lnTo>
                    <a:pt x="184556" y="990"/>
                  </a:lnTo>
                  <a:lnTo>
                    <a:pt x="184556" y="0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7791082" y="8236932"/>
              <a:ext cx="184150" cy="440055"/>
            </a:xfrm>
            <a:custGeom>
              <a:avLst/>
              <a:gdLst/>
              <a:ahLst/>
              <a:cxnLst/>
              <a:rect l="l" t="t" r="r" b="b"/>
              <a:pathLst>
                <a:path w="184150" h="440054">
                  <a:moveTo>
                    <a:pt x="183606" y="0"/>
                  </a:moveTo>
                  <a:lnTo>
                    <a:pt x="0" y="0"/>
                  </a:lnTo>
                  <a:lnTo>
                    <a:pt x="0" y="439463"/>
                  </a:lnTo>
                  <a:lnTo>
                    <a:pt x="183606" y="439463"/>
                  </a:lnTo>
                  <a:lnTo>
                    <a:pt x="18360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5737352" y="4666239"/>
              <a:ext cx="2907030" cy="4104004"/>
            </a:xfrm>
            <a:custGeom>
              <a:avLst/>
              <a:gdLst/>
              <a:ahLst/>
              <a:cxnLst/>
              <a:rect l="l" t="t" r="r" b="b"/>
              <a:pathLst>
                <a:path w="2907029" h="4104004">
                  <a:moveTo>
                    <a:pt x="1079512" y="596"/>
                  </a:moveTo>
                  <a:lnTo>
                    <a:pt x="1079334" y="292"/>
                  </a:lnTo>
                  <a:lnTo>
                    <a:pt x="1079157" y="0"/>
                  </a:lnTo>
                  <a:lnTo>
                    <a:pt x="1069886" y="4508"/>
                  </a:lnTo>
                  <a:lnTo>
                    <a:pt x="1025105" y="28270"/>
                  </a:lnTo>
                  <a:lnTo>
                    <a:pt x="1018184" y="31762"/>
                  </a:lnTo>
                  <a:lnTo>
                    <a:pt x="1010386" y="35052"/>
                  </a:lnTo>
                  <a:lnTo>
                    <a:pt x="975791" y="50965"/>
                  </a:lnTo>
                  <a:lnTo>
                    <a:pt x="961263" y="57251"/>
                  </a:lnTo>
                  <a:lnTo>
                    <a:pt x="912215" y="75882"/>
                  </a:lnTo>
                  <a:lnTo>
                    <a:pt x="855726" y="93573"/>
                  </a:lnTo>
                  <a:lnTo>
                    <a:pt x="792505" y="109054"/>
                  </a:lnTo>
                  <a:lnTo>
                    <a:pt x="746988" y="117157"/>
                  </a:lnTo>
                  <a:lnTo>
                    <a:pt x="699211" y="123596"/>
                  </a:lnTo>
                  <a:lnTo>
                    <a:pt x="649465" y="127977"/>
                  </a:lnTo>
                  <a:lnTo>
                    <a:pt x="598055" y="129971"/>
                  </a:lnTo>
                  <a:lnTo>
                    <a:pt x="546595" y="128689"/>
                  </a:lnTo>
                  <a:lnTo>
                    <a:pt x="496773" y="124980"/>
                  </a:lnTo>
                  <a:lnTo>
                    <a:pt x="448906" y="119202"/>
                  </a:lnTo>
                  <a:lnTo>
                    <a:pt x="403275" y="111721"/>
                  </a:lnTo>
                  <a:lnTo>
                    <a:pt x="360311" y="102184"/>
                  </a:lnTo>
                  <a:lnTo>
                    <a:pt x="292049" y="83159"/>
                  </a:lnTo>
                  <a:lnTo>
                    <a:pt x="233819" y="62242"/>
                  </a:lnTo>
                  <a:lnTo>
                    <a:pt x="184391" y="40716"/>
                  </a:lnTo>
                  <a:lnTo>
                    <a:pt x="176555" y="37528"/>
                  </a:lnTo>
                  <a:lnTo>
                    <a:pt x="169570" y="34137"/>
                  </a:lnTo>
                  <a:lnTo>
                    <a:pt x="118427" y="8039"/>
                  </a:lnTo>
                  <a:lnTo>
                    <a:pt x="115150" y="6616"/>
                  </a:lnTo>
                  <a:lnTo>
                    <a:pt x="167462" y="38341"/>
                  </a:lnTo>
                  <a:lnTo>
                    <a:pt x="182105" y="45440"/>
                  </a:lnTo>
                  <a:lnTo>
                    <a:pt x="216725" y="61912"/>
                  </a:lnTo>
                  <a:lnTo>
                    <a:pt x="280657" y="87401"/>
                  </a:lnTo>
                  <a:lnTo>
                    <a:pt x="337629" y="105244"/>
                  </a:lnTo>
                  <a:lnTo>
                    <a:pt x="401497" y="120624"/>
                  </a:lnTo>
                  <a:lnTo>
                    <a:pt x="447509" y="128511"/>
                  </a:lnTo>
                  <a:lnTo>
                    <a:pt x="495833" y="134581"/>
                  </a:lnTo>
                  <a:lnTo>
                    <a:pt x="546138" y="138480"/>
                  </a:lnTo>
                  <a:lnTo>
                    <a:pt x="598119" y="139827"/>
                  </a:lnTo>
                  <a:lnTo>
                    <a:pt x="650049" y="137769"/>
                  </a:lnTo>
                  <a:lnTo>
                    <a:pt x="700290" y="133184"/>
                  </a:lnTo>
                  <a:lnTo>
                    <a:pt x="748512" y="126453"/>
                  </a:lnTo>
                  <a:lnTo>
                    <a:pt x="794410" y="117932"/>
                  </a:lnTo>
                  <a:lnTo>
                    <a:pt x="837539" y="107302"/>
                  </a:lnTo>
                  <a:lnTo>
                    <a:pt x="905852" y="86296"/>
                  </a:lnTo>
                  <a:lnTo>
                    <a:pt x="963841" y="63360"/>
                  </a:lnTo>
                  <a:lnTo>
                    <a:pt x="1027290" y="32435"/>
                  </a:lnTo>
                  <a:lnTo>
                    <a:pt x="1070914" y="6210"/>
                  </a:lnTo>
                  <a:lnTo>
                    <a:pt x="1079512" y="596"/>
                  </a:lnTo>
                  <a:close/>
                </a:path>
                <a:path w="2907029" h="4104004">
                  <a:moveTo>
                    <a:pt x="1118755" y="29908"/>
                  </a:moveTo>
                  <a:lnTo>
                    <a:pt x="1118565" y="29616"/>
                  </a:lnTo>
                  <a:lnTo>
                    <a:pt x="1118374" y="29337"/>
                  </a:lnTo>
                  <a:lnTo>
                    <a:pt x="1114691" y="31305"/>
                  </a:lnTo>
                  <a:lnTo>
                    <a:pt x="1087285" y="47599"/>
                  </a:lnTo>
                  <a:lnTo>
                    <a:pt x="1056271" y="65100"/>
                  </a:lnTo>
                  <a:lnTo>
                    <a:pt x="999299" y="93878"/>
                  </a:lnTo>
                  <a:lnTo>
                    <a:pt x="964399" y="109512"/>
                  </a:lnTo>
                  <a:lnTo>
                    <a:pt x="925499" y="125298"/>
                  </a:lnTo>
                  <a:lnTo>
                    <a:pt x="882472" y="140449"/>
                  </a:lnTo>
                  <a:lnTo>
                    <a:pt x="835660" y="154457"/>
                  </a:lnTo>
                  <a:lnTo>
                    <a:pt x="785406" y="166865"/>
                  </a:lnTo>
                  <a:lnTo>
                    <a:pt x="732066" y="177152"/>
                  </a:lnTo>
                  <a:lnTo>
                    <a:pt x="675982" y="184848"/>
                  </a:lnTo>
                  <a:lnTo>
                    <a:pt x="617486" y="189458"/>
                  </a:lnTo>
                  <a:lnTo>
                    <a:pt x="556945" y="190500"/>
                  </a:lnTo>
                  <a:lnTo>
                    <a:pt x="496430" y="187693"/>
                  </a:lnTo>
                  <a:lnTo>
                    <a:pt x="438086" y="181368"/>
                  </a:lnTo>
                  <a:lnTo>
                    <a:pt x="382244" y="172046"/>
                  </a:lnTo>
                  <a:lnTo>
                    <a:pt x="329209" y="160197"/>
                  </a:lnTo>
                  <a:lnTo>
                    <a:pt x="279336" y="146329"/>
                  </a:lnTo>
                  <a:lnTo>
                    <a:pt x="232956" y="130937"/>
                  </a:lnTo>
                  <a:lnTo>
                    <a:pt x="190373" y="114541"/>
                  </a:lnTo>
                  <a:lnTo>
                    <a:pt x="151942" y="97624"/>
                  </a:lnTo>
                  <a:lnTo>
                    <a:pt x="117525" y="80975"/>
                  </a:lnTo>
                  <a:lnTo>
                    <a:pt x="61429" y="50558"/>
                  </a:lnTo>
                  <a:lnTo>
                    <a:pt x="4025" y="15062"/>
                  </a:lnTo>
                  <a:lnTo>
                    <a:pt x="406" y="12979"/>
                  </a:lnTo>
                  <a:lnTo>
                    <a:pt x="59004" y="54571"/>
                  </a:lnTo>
                  <a:lnTo>
                    <a:pt x="114642" y="86537"/>
                  </a:lnTo>
                  <a:lnTo>
                    <a:pt x="148983" y="103936"/>
                  </a:lnTo>
                  <a:lnTo>
                    <a:pt x="187426" y="121551"/>
                  </a:lnTo>
                  <a:lnTo>
                    <a:pt x="230136" y="138607"/>
                  </a:lnTo>
                  <a:lnTo>
                    <a:pt x="276758" y="154597"/>
                  </a:lnTo>
                  <a:lnTo>
                    <a:pt x="326961" y="168986"/>
                  </a:lnTo>
                  <a:lnTo>
                    <a:pt x="380415" y="181267"/>
                  </a:lnTo>
                  <a:lnTo>
                    <a:pt x="436753" y="190931"/>
                  </a:lnTo>
                  <a:lnTo>
                    <a:pt x="495668" y="197459"/>
                  </a:lnTo>
                  <a:lnTo>
                    <a:pt x="556793" y="200342"/>
                  </a:lnTo>
                  <a:lnTo>
                    <a:pt x="617969" y="199250"/>
                  </a:lnTo>
                  <a:lnTo>
                    <a:pt x="677024" y="194449"/>
                  </a:lnTo>
                  <a:lnTo>
                    <a:pt x="733615" y="186436"/>
                  </a:lnTo>
                  <a:lnTo>
                    <a:pt x="787387" y="175717"/>
                  </a:lnTo>
                  <a:lnTo>
                    <a:pt x="837996" y="162801"/>
                  </a:lnTo>
                  <a:lnTo>
                    <a:pt x="885063" y="148196"/>
                  </a:lnTo>
                  <a:lnTo>
                    <a:pt x="928243" y="132397"/>
                  </a:lnTo>
                  <a:lnTo>
                    <a:pt x="967193" y="115900"/>
                  </a:lnTo>
                  <a:lnTo>
                    <a:pt x="1002030" y="99517"/>
                  </a:lnTo>
                  <a:lnTo>
                    <a:pt x="1058583" y="69202"/>
                  </a:lnTo>
                  <a:lnTo>
                    <a:pt x="1096848" y="45300"/>
                  </a:lnTo>
                  <a:lnTo>
                    <a:pt x="1115441" y="32423"/>
                  </a:lnTo>
                  <a:lnTo>
                    <a:pt x="1118755" y="29908"/>
                  </a:lnTo>
                  <a:close/>
                </a:path>
                <a:path w="2907029" h="4104004">
                  <a:moveTo>
                    <a:pt x="1422933" y="2454160"/>
                  </a:moveTo>
                  <a:lnTo>
                    <a:pt x="1114983" y="2453449"/>
                  </a:lnTo>
                  <a:lnTo>
                    <a:pt x="1113002" y="2455430"/>
                  </a:lnTo>
                  <a:lnTo>
                    <a:pt x="1113002" y="2459355"/>
                  </a:lnTo>
                  <a:lnTo>
                    <a:pt x="1113053" y="2546286"/>
                  </a:lnTo>
                  <a:lnTo>
                    <a:pt x="983424" y="2545981"/>
                  </a:lnTo>
                  <a:lnTo>
                    <a:pt x="981430" y="2547963"/>
                  </a:lnTo>
                  <a:lnTo>
                    <a:pt x="981430" y="2551887"/>
                  </a:lnTo>
                  <a:lnTo>
                    <a:pt x="984300" y="2549042"/>
                  </a:lnTo>
                  <a:lnTo>
                    <a:pt x="983424" y="2549931"/>
                  </a:lnTo>
                  <a:lnTo>
                    <a:pt x="981443" y="2551887"/>
                  </a:lnTo>
                  <a:lnTo>
                    <a:pt x="981494" y="2644317"/>
                  </a:lnTo>
                  <a:lnTo>
                    <a:pt x="1267383" y="2642882"/>
                  </a:lnTo>
                  <a:lnTo>
                    <a:pt x="1288211" y="2642565"/>
                  </a:lnTo>
                  <a:lnTo>
                    <a:pt x="1290167" y="2642476"/>
                  </a:lnTo>
                  <a:lnTo>
                    <a:pt x="1287894" y="2642235"/>
                  </a:lnTo>
                  <a:lnTo>
                    <a:pt x="985329" y="2640482"/>
                  </a:lnTo>
                  <a:lnTo>
                    <a:pt x="985380" y="2549918"/>
                  </a:lnTo>
                  <a:lnTo>
                    <a:pt x="1113053" y="2549626"/>
                  </a:lnTo>
                  <a:lnTo>
                    <a:pt x="1113066" y="2551798"/>
                  </a:lnTo>
                  <a:lnTo>
                    <a:pt x="1288859" y="2550922"/>
                  </a:lnTo>
                  <a:lnTo>
                    <a:pt x="1289532" y="2617863"/>
                  </a:lnTo>
                  <a:lnTo>
                    <a:pt x="1289824" y="2635770"/>
                  </a:lnTo>
                  <a:lnTo>
                    <a:pt x="1289926" y="2640038"/>
                  </a:lnTo>
                  <a:lnTo>
                    <a:pt x="1290091" y="2642400"/>
                  </a:lnTo>
                  <a:lnTo>
                    <a:pt x="1290269" y="2640038"/>
                  </a:lnTo>
                  <a:lnTo>
                    <a:pt x="1290358" y="2635770"/>
                  </a:lnTo>
                  <a:lnTo>
                    <a:pt x="1290662" y="2617114"/>
                  </a:lnTo>
                  <a:lnTo>
                    <a:pt x="1291310" y="2550909"/>
                  </a:lnTo>
                  <a:lnTo>
                    <a:pt x="1398955" y="2550363"/>
                  </a:lnTo>
                  <a:lnTo>
                    <a:pt x="1419783" y="2550033"/>
                  </a:lnTo>
                  <a:lnTo>
                    <a:pt x="1421739" y="2549956"/>
                  </a:lnTo>
                  <a:lnTo>
                    <a:pt x="1419466" y="2549715"/>
                  </a:lnTo>
                  <a:lnTo>
                    <a:pt x="1291336" y="2548979"/>
                  </a:lnTo>
                  <a:lnTo>
                    <a:pt x="1291348" y="2547963"/>
                  </a:lnTo>
                  <a:lnTo>
                    <a:pt x="1291361" y="2546693"/>
                  </a:lnTo>
                  <a:lnTo>
                    <a:pt x="1116888" y="2546299"/>
                  </a:lnTo>
                  <a:lnTo>
                    <a:pt x="1116939" y="2457399"/>
                  </a:lnTo>
                  <a:lnTo>
                    <a:pt x="1420406" y="2456688"/>
                  </a:lnTo>
                  <a:lnTo>
                    <a:pt x="1421104" y="2525331"/>
                  </a:lnTo>
                  <a:lnTo>
                    <a:pt x="1421396" y="2543238"/>
                  </a:lnTo>
                  <a:lnTo>
                    <a:pt x="1421498" y="2547518"/>
                  </a:lnTo>
                  <a:lnTo>
                    <a:pt x="1421663" y="2549868"/>
                  </a:lnTo>
                  <a:lnTo>
                    <a:pt x="1421841" y="2547518"/>
                  </a:lnTo>
                  <a:lnTo>
                    <a:pt x="1421930" y="2543238"/>
                  </a:lnTo>
                  <a:lnTo>
                    <a:pt x="1422234" y="2524582"/>
                  </a:lnTo>
                  <a:lnTo>
                    <a:pt x="1422920" y="2455430"/>
                  </a:lnTo>
                  <a:lnTo>
                    <a:pt x="1422933" y="2454160"/>
                  </a:lnTo>
                  <a:close/>
                </a:path>
                <a:path w="2907029" h="4104004">
                  <a:moveTo>
                    <a:pt x="1614335" y="3222739"/>
                  </a:moveTo>
                  <a:lnTo>
                    <a:pt x="1306398" y="3222028"/>
                  </a:lnTo>
                  <a:lnTo>
                    <a:pt x="1304391" y="3224009"/>
                  </a:lnTo>
                  <a:lnTo>
                    <a:pt x="1304391" y="3227933"/>
                  </a:lnTo>
                  <a:lnTo>
                    <a:pt x="1307261" y="3225101"/>
                  </a:lnTo>
                  <a:lnTo>
                    <a:pt x="1306398" y="3225977"/>
                  </a:lnTo>
                  <a:lnTo>
                    <a:pt x="1304404" y="3227933"/>
                  </a:lnTo>
                  <a:lnTo>
                    <a:pt x="1304455" y="3320377"/>
                  </a:lnTo>
                  <a:lnTo>
                    <a:pt x="1590357" y="3318941"/>
                  </a:lnTo>
                  <a:lnTo>
                    <a:pt x="1611185" y="3318611"/>
                  </a:lnTo>
                  <a:lnTo>
                    <a:pt x="1613141" y="3318535"/>
                  </a:lnTo>
                  <a:lnTo>
                    <a:pt x="1610855" y="3318294"/>
                  </a:lnTo>
                  <a:lnTo>
                    <a:pt x="1308290" y="3316541"/>
                  </a:lnTo>
                  <a:lnTo>
                    <a:pt x="1306372" y="3316528"/>
                  </a:lnTo>
                  <a:lnTo>
                    <a:pt x="1308290" y="3316528"/>
                  </a:lnTo>
                  <a:lnTo>
                    <a:pt x="1308341" y="3225977"/>
                  </a:lnTo>
                  <a:lnTo>
                    <a:pt x="1611807" y="3225266"/>
                  </a:lnTo>
                  <a:lnTo>
                    <a:pt x="1612506" y="3293910"/>
                  </a:lnTo>
                  <a:lnTo>
                    <a:pt x="1612785" y="3311817"/>
                  </a:lnTo>
                  <a:lnTo>
                    <a:pt x="1612887" y="3316097"/>
                  </a:lnTo>
                  <a:lnTo>
                    <a:pt x="1613052" y="3318446"/>
                  </a:lnTo>
                  <a:lnTo>
                    <a:pt x="1613230" y="3316097"/>
                  </a:lnTo>
                  <a:lnTo>
                    <a:pt x="1613319" y="3311817"/>
                  </a:lnTo>
                  <a:lnTo>
                    <a:pt x="1613623" y="3293160"/>
                  </a:lnTo>
                  <a:lnTo>
                    <a:pt x="1614322" y="3224009"/>
                  </a:lnTo>
                  <a:lnTo>
                    <a:pt x="1614335" y="3222739"/>
                  </a:lnTo>
                  <a:close/>
                </a:path>
                <a:path w="2907029" h="4104004">
                  <a:moveTo>
                    <a:pt x="1652778" y="744080"/>
                  </a:moveTo>
                  <a:lnTo>
                    <a:pt x="1344828" y="743369"/>
                  </a:lnTo>
                  <a:lnTo>
                    <a:pt x="1342847" y="745350"/>
                  </a:lnTo>
                  <a:lnTo>
                    <a:pt x="1342847" y="749274"/>
                  </a:lnTo>
                  <a:lnTo>
                    <a:pt x="1342898" y="838352"/>
                  </a:lnTo>
                  <a:lnTo>
                    <a:pt x="1114983" y="837819"/>
                  </a:lnTo>
                  <a:lnTo>
                    <a:pt x="1113002" y="839800"/>
                  </a:lnTo>
                  <a:lnTo>
                    <a:pt x="1113002" y="843724"/>
                  </a:lnTo>
                  <a:lnTo>
                    <a:pt x="1113066" y="936155"/>
                  </a:lnTo>
                  <a:lnTo>
                    <a:pt x="1398955" y="934720"/>
                  </a:lnTo>
                  <a:lnTo>
                    <a:pt x="1419783" y="934402"/>
                  </a:lnTo>
                  <a:lnTo>
                    <a:pt x="1421739" y="934313"/>
                  </a:lnTo>
                  <a:lnTo>
                    <a:pt x="1419466" y="934059"/>
                  </a:lnTo>
                  <a:lnTo>
                    <a:pt x="1116888" y="932319"/>
                  </a:lnTo>
                  <a:lnTo>
                    <a:pt x="1116939" y="841756"/>
                  </a:lnTo>
                  <a:lnTo>
                    <a:pt x="1342898" y="841248"/>
                  </a:lnTo>
                  <a:lnTo>
                    <a:pt x="1342910" y="841717"/>
                  </a:lnTo>
                  <a:lnTo>
                    <a:pt x="1420406" y="841336"/>
                  </a:lnTo>
                  <a:lnTo>
                    <a:pt x="1421104" y="909701"/>
                  </a:lnTo>
                  <a:lnTo>
                    <a:pt x="1421396" y="927608"/>
                  </a:lnTo>
                  <a:lnTo>
                    <a:pt x="1421498" y="931875"/>
                  </a:lnTo>
                  <a:lnTo>
                    <a:pt x="1421663" y="934237"/>
                  </a:lnTo>
                  <a:lnTo>
                    <a:pt x="1421841" y="931875"/>
                  </a:lnTo>
                  <a:lnTo>
                    <a:pt x="1421930" y="927608"/>
                  </a:lnTo>
                  <a:lnTo>
                    <a:pt x="1422234" y="908939"/>
                  </a:lnTo>
                  <a:lnTo>
                    <a:pt x="1422895" y="841324"/>
                  </a:lnTo>
                  <a:lnTo>
                    <a:pt x="1628800" y="840282"/>
                  </a:lnTo>
                  <a:lnTo>
                    <a:pt x="1649628" y="839952"/>
                  </a:lnTo>
                  <a:lnTo>
                    <a:pt x="1651584" y="839876"/>
                  </a:lnTo>
                  <a:lnTo>
                    <a:pt x="1649310" y="839635"/>
                  </a:lnTo>
                  <a:lnTo>
                    <a:pt x="1346733" y="837882"/>
                  </a:lnTo>
                  <a:lnTo>
                    <a:pt x="1344828" y="837869"/>
                  </a:lnTo>
                  <a:lnTo>
                    <a:pt x="1346733" y="837869"/>
                  </a:lnTo>
                  <a:lnTo>
                    <a:pt x="1346784" y="747318"/>
                  </a:lnTo>
                  <a:lnTo>
                    <a:pt x="1650250" y="746607"/>
                  </a:lnTo>
                  <a:lnTo>
                    <a:pt x="1650949" y="815251"/>
                  </a:lnTo>
                  <a:lnTo>
                    <a:pt x="1651241" y="833158"/>
                  </a:lnTo>
                  <a:lnTo>
                    <a:pt x="1651342" y="837438"/>
                  </a:lnTo>
                  <a:lnTo>
                    <a:pt x="1651508" y="839787"/>
                  </a:lnTo>
                  <a:lnTo>
                    <a:pt x="1651685" y="837438"/>
                  </a:lnTo>
                  <a:lnTo>
                    <a:pt x="1651774" y="833158"/>
                  </a:lnTo>
                  <a:lnTo>
                    <a:pt x="1652079" y="814489"/>
                  </a:lnTo>
                  <a:lnTo>
                    <a:pt x="1652765" y="745350"/>
                  </a:lnTo>
                  <a:lnTo>
                    <a:pt x="1652778" y="744080"/>
                  </a:lnTo>
                  <a:close/>
                </a:path>
                <a:path w="2907029" h="4104004">
                  <a:moveTo>
                    <a:pt x="2237816" y="3570186"/>
                  </a:moveTo>
                  <a:lnTo>
                    <a:pt x="2236851" y="3570186"/>
                  </a:lnTo>
                  <a:lnTo>
                    <a:pt x="2236851" y="3571456"/>
                  </a:lnTo>
                  <a:lnTo>
                    <a:pt x="2236851" y="4009606"/>
                  </a:lnTo>
                  <a:lnTo>
                    <a:pt x="2054199" y="4009606"/>
                  </a:lnTo>
                  <a:lnTo>
                    <a:pt x="2054199" y="3571456"/>
                  </a:lnTo>
                  <a:lnTo>
                    <a:pt x="2236851" y="3571456"/>
                  </a:lnTo>
                  <a:lnTo>
                    <a:pt x="2236851" y="3570186"/>
                  </a:lnTo>
                  <a:lnTo>
                    <a:pt x="2053247" y="3570186"/>
                  </a:lnTo>
                  <a:lnTo>
                    <a:pt x="2053247" y="3571456"/>
                  </a:lnTo>
                  <a:lnTo>
                    <a:pt x="2053247" y="4009606"/>
                  </a:lnTo>
                  <a:lnTo>
                    <a:pt x="2053247" y="4010876"/>
                  </a:lnTo>
                  <a:lnTo>
                    <a:pt x="2237816" y="4010876"/>
                  </a:lnTo>
                  <a:lnTo>
                    <a:pt x="2237816" y="4009669"/>
                  </a:lnTo>
                  <a:lnTo>
                    <a:pt x="2237816" y="3571456"/>
                  </a:lnTo>
                  <a:lnTo>
                    <a:pt x="2237816" y="3571176"/>
                  </a:lnTo>
                  <a:lnTo>
                    <a:pt x="2237816" y="3570186"/>
                  </a:lnTo>
                  <a:close/>
                </a:path>
                <a:path w="2907029" h="4104004">
                  <a:moveTo>
                    <a:pt x="2264448" y="4082072"/>
                  </a:moveTo>
                  <a:lnTo>
                    <a:pt x="2264422" y="4075366"/>
                  </a:lnTo>
                  <a:lnTo>
                    <a:pt x="2262911" y="4069359"/>
                  </a:lnTo>
                  <a:lnTo>
                    <a:pt x="2260562" y="4064254"/>
                  </a:lnTo>
                  <a:lnTo>
                    <a:pt x="2257450" y="4058894"/>
                  </a:lnTo>
                  <a:lnTo>
                    <a:pt x="2257450" y="4079811"/>
                  </a:lnTo>
                  <a:lnTo>
                    <a:pt x="2254288" y="4085145"/>
                  </a:lnTo>
                  <a:lnTo>
                    <a:pt x="2251240" y="4090771"/>
                  </a:lnTo>
                  <a:lnTo>
                    <a:pt x="2243582" y="4095369"/>
                  </a:lnTo>
                  <a:lnTo>
                    <a:pt x="2236673" y="4093921"/>
                  </a:lnTo>
                  <a:lnTo>
                    <a:pt x="2229688" y="4092537"/>
                  </a:lnTo>
                  <a:lnTo>
                    <a:pt x="2224290" y="4085513"/>
                  </a:lnTo>
                  <a:lnTo>
                    <a:pt x="2223351" y="4079049"/>
                  </a:lnTo>
                  <a:lnTo>
                    <a:pt x="2222157" y="4072521"/>
                  </a:lnTo>
                  <a:lnTo>
                    <a:pt x="2225459" y="4066705"/>
                  </a:lnTo>
                  <a:lnTo>
                    <a:pt x="2238222" y="4055846"/>
                  </a:lnTo>
                  <a:lnTo>
                    <a:pt x="2240902" y="4056443"/>
                  </a:lnTo>
                  <a:lnTo>
                    <a:pt x="2240750" y="4057167"/>
                  </a:lnTo>
                  <a:lnTo>
                    <a:pt x="2243988" y="4057116"/>
                  </a:lnTo>
                  <a:lnTo>
                    <a:pt x="2246706" y="4057713"/>
                  </a:lnTo>
                  <a:lnTo>
                    <a:pt x="2246769" y="4057078"/>
                  </a:lnTo>
                  <a:lnTo>
                    <a:pt x="2250059" y="4057040"/>
                  </a:lnTo>
                  <a:lnTo>
                    <a:pt x="2254377" y="4067454"/>
                  </a:lnTo>
                  <a:lnTo>
                    <a:pt x="2256332" y="4072255"/>
                  </a:lnTo>
                  <a:lnTo>
                    <a:pt x="2257450" y="4079811"/>
                  </a:lnTo>
                  <a:lnTo>
                    <a:pt x="2257450" y="4058894"/>
                  </a:lnTo>
                  <a:lnTo>
                    <a:pt x="2256866" y="4057878"/>
                  </a:lnTo>
                  <a:lnTo>
                    <a:pt x="2255189" y="4057040"/>
                  </a:lnTo>
                  <a:lnTo>
                    <a:pt x="2250922" y="4054894"/>
                  </a:lnTo>
                  <a:lnTo>
                    <a:pt x="2247023" y="4054513"/>
                  </a:lnTo>
                  <a:lnTo>
                    <a:pt x="2243048" y="4054056"/>
                  </a:lnTo>
                  <a:lnTo>
                    <a:pt x="2242896" y="4054132"/>
                  </a:lnTo>
                  <a:lnTo>
                    <a:pt x="2241321" y="4053649"/>
                  </a:lnTo>
                  <a:lnTo>
                    <a:pt x="2234361" y="4053954"/>
                  </a:lnTo>
                  <a:lnTo>
                    <a:pt x="2225446" y="4057573"/>
                  </a:lnTo>
                  <a:lnTo>
                    <a:pt x="2221014" y="4061155"/>
                  </a:lnTo>
                  <a:lnTo>
                    <a:pt x="2217191" y="4066298"/>
                  </a:lnTo>
                  <a:lnTo>
                    <a:pt x="2214727" y="4072737"/>
                  </a:lnTo>
                  <a:lnTo>
                    <a:pt x="2214346" y="4080179"/>
                  </a:lnTo>
                  <a:lnTo>
                    <a:pt x="2216200" y="4087609"/>
                  </a:lnTo>
                  <a:lnTo>
                    <a:pt x="2220290" y="4094556"/>
                  </a:lnTo>
                  <a:lnTo>
                    <a:pt x="2226487" y="4100169"/>
                  </a:lnTo>
                  <a:lnTo>
                    <a:pt x="2234730" y="4103586"/>
                  </a:lnTo>
                  <a:lnTo>
                    <a:pt x="2243696" y="4103573"/>
                  </a:lnTo>
                  <a:lnTo>
                    <a:pt x="2251583" y="4100665"/>
                  </a:lnTo>
                  <a:lnTo>
                    <a:pt x="2257945" y="4095661"/>
                  </a:lnTo>
                  <a:lnTo>
                    <a:pt x="2258149" y="4095369"/>
                  </a:lnTo>
                  <a:lnTo>
                    <a:pt x="2262365" y="4089298"/>
                  </a:lnTo>
                  <a:lnTo>
                    <a:pt x="2264448" y="4082072"/>
                  </a:lnTo>
                  <a:close/>
                </a:path>
                <a:path w="2907029" h="4104004">
                  <a:moveTo>
                    <a:pt x="2711335" y="1718424"/>
                  </a:moveTo>
                  <a:lnTo>
                    <a:pt x="2524442" y="1718005"/>
                  </a:lnTo>
                  <a:lnTo>
                    <a:pt x="2524493" y="1716036"/>
                  </a:lnTo>
                  <a:lnTo>
                    <a:pt x="2524798" y="1697367"/>
                  </a:lnTo>
                  <a:lnTo>
                    <a:pt x="2525484" y="1628216"/>
                  </a:lnTo>
                  <a:lnTo>
                    <a:pt x="2525496" y="1626971"/>
                  </a:lnTo>
                  <a:lnTo>
                    <a:pt x="2523998" y="1626971"/>
                  </a:lnTo>
                  <a:lnTo>
                    <a:pt x="2523998" y="1717992"/>
                  </a:lnTo>
                  <a:lnTo>
                    <a:pt x="2403386" y="1717713"/>
                  </a:lnTo>
                  <a:lnTo>
                    <a:pt x="2403386" y="1721650"/>
                  </a:lnTo>
                  <a:lnTo>
                    <a:pt x="2403208" y="1721827"/>
                  </a:lnTo>
                  <a:lnTo>
                    <a:pt x="2403373" y="1721650"/>
                  </a:lnTo>
                  <a:lnTo>
                    <a:pt x="2403386" y="1717713"/>
                  </a:lnTo>
                  <a:lnTo>
                    <a:pt x="2401392" y="1719694"/>
                  </a:lnTo>
                  <a:lnTo>
                    <a:pt x="2401392" y="1721815"/>
                  </a:lnTo>
                  <a:lnTo>
                    <a:pt x="2219452" y="1720761"/>
                  </a:lnTo>
                  <a:lnTo>
                    <a:pt x="2217534" y="1720748"/>
                  </a:lnTo>
                  <a:lnTo>
                    <a:pt x="2219452" y="1720748"/>
                  </a:lnTo>
                  <a:lnTo>
                    <a:pt x="2219502" y="1630184"/>
                  </a:lnTo>
                  <a:lnTo>
                    <a:pt x="2522969" y="1629486"/>
                  </a:lnTo>
                  <a:lnTo>
                    <a:pt x="2523667" y="1698142"/>
                  </a:lnTo>
                  <a:lnTo>
                    <a:pt x="2523960" y="1716036"/>
                  </a:lnTo>
                  <a:lnTo>
                    <a:pt x="2523998" y="1717992"/>
                  </a:lnTo>
                  <a:lnTo>
                    <a:pt x="2523998" y="1626971"/>
                  </a:lnTo>
                  <a:lnTo>
                    <a:pt x="2217559" y="1626247"/>
                  </a:lnTo>
                  <a:lnTo>
                    <a:pt x="2215565" y="1628216"/>
                  </a:lnTo>
                  <a:lnTo>
                    <a:pt x="2215553" y="1632165"/>
                  </a:lnTo>
                  <a:lnTo>
                    <a:pt x="2218423" y="1629321"/>
                  </a:lnTo>
                  <a:lnTo>
                    <a:pt x="2217559" y="1630197"/>
                  </a:lnTo>
                  <a:lnTo>
                    <a:pt x="2215565" y="1632165"/>
                  </a:lnTo>
                  <a:lnTo>
                    <a:pt x="2215616" y="1724596"/>
                  </a:lnTo>
                  <a:lnTo>
                    <a:pt x="2401405" y="1723669"/>
                  </a:lnTo>
                  <a:lnTo>
                    <a:pt x="2401455" y="1816049"/>
                  </a:lnTo>
                  <a:lnTo>
                    <a:pt x="2687358" y="1814614"/>
                  </a:lnTo>
                  <a:lnTo>
                    <a:pt x="2708186" y="1814296"/>
                  </a:lnTo>
                  <a:lnTo>
                    <a:pt x="2710142" y="1814207"/>
                  </a:lnTo>
                  <a:lnTo>
                    <a:pt x="2707856" y="1813953"/>
                  </a:lnTo>
                  <a:lnTo>
                    <a:pt x="2405291" y="1812213"/>
                  </a:lnTo>
                  <a:lnTo>
                    <a:pt x="2405329" y="1723656"/>
                  </a:lnTo>
                  <a:lnTo>
                    <a:pt x="2501519" y="1723161"/>
                  </a:lnTo>
                  <a:lnTo>
                    <a:pt x="2522347" y="1722831"/>
                  </a:lnTo>
                  <a:lnTo>
                    <a:pt x="2524302" y="1722755"/>
                  </a:lnTo>
                  <a:lnTo>
                    <a:pt x="2522016" y="1722501"/>
                  </a:lnTo>
                  <a:lnTo>
                    <a:pt x="2405329" y="1721840"/>
                  </a:lnTo>
                  <a:lnTo>
                    <a:pt x="2405342" y="1721637"/>
                  </a:lnTo>
                  <a:lnTo>
                    <a:pt x="2524112" y="1721370"/>
                  </a:lnTo>
                  <a:lnTo>
                    <a:pt x="2524214" y="1722666"/>
                  </a:lnTo>
                  <a:lnTo>
                    <a:pt x="2524302" y="1721370"/>
                  </a:lnTo>
                  <a:lnTo>
                    <a:pt x="2708795" y="1720951"/>
                  </a:lnTo>
                  <a:lnTo>
                    <a:pt x="2709507" y="1789595"/>
                  </a:lnTo>
                  <a:lnTo>
                    <a:pt x="2709799" y="1807502"/>
                  </a:lnTo>
                  <a:lnTo>
                    <a:pt x="2709888" y="1811769"/>
                  </a:lnTo>
                  <a:lnTo>
                    <a:pt x="2710053" y="1814131"/>
                  </a:lnTo>
                  <a:lnTo>
                    <a:pt x="2710230" y="1811769"/>
                  </a:lnTo>
                  <a:lnTo>
                    <a:pt x="2710319" y="1807502"/>
                  </a:lnTo>
                  <a:lnTo>
                    <a:pt x="2710624" y="1788833"/>
                  </a:lnTo>
                  <a:lnTo>
                    <a:pt x="2711323" y="1719694"/>
                  </a:lnTo>
                  <a:lnTo>
                    <a:pt x="2711335" y="1718424"/>
                  </a:lnTo>
                  <a:close/>
                </a:path>
                <a:path w="2907029" h="4104004">
                  <a:moveTo>
                    <a:pt x="2906839" y="3512782"/>
                  </a:moveTo>
                  <a:lnTo>
                    <a:pt x="2806179" y="3512553"/>
                  </a:lnTo>
                  <a:lnTo>
                    <a:pt x="2806255" y="3511588"/>
                  </a:lnTo>
                  <a:lnTo>
                    <a:pt x="2806357" y="3507308"/>
                  </a:lnTo>
                  <a:lnTo>
                    <a:pt x="2806662" y="3488639"/>
                  </a:lnTo>
                  <a:lnTo>
                    <a:pt x="2807347" y="3419500"/>
                  </a:lnTo>
                  <a:lnTo>
                    <a:pt x="2807360" y="3418243"/>
                  </a:lnTo>
                  <a:lnTo>
                    <a:pt x="2805976" y="3418243"/>
                  </a:lnTo>
                  <a:lnTo>
                    <a:pt x="2805976" y="3512553"/>
                  </a:lnTo>
                  <a:lnTo>
                    <a:pt x="2598890" y="3512070"/>
                  </a:lnTo>
                  <a:lnTo>
                    <a:pt x="2598369" y="3512591"/>
                  </a:lnTo>
                  <a:lnTo>
                    <a:pt x="2501315" y="3512032"/>
                  </a:lnTo>
                  <a:lnTo>
                    <a:pt x="2499398" y="3512020"/>
                  </a:lnTo>
                  <a:lnTo>
                    <a:pt x="2501315" y="3512020"/>
                  </a:lnTo>
                  <a:lnTo>
                    <a:pt x="2501366" y="3421456"/>
                  </a:lnTo>
                  <a:lnTo>
                    <a:pt x="2804833" y="3420770"/>
                  </a:lnTo>
                  <a:lnTo>
                    <a:pt x="2805531" y="3489414"/>
                  </a:lnTo>
                  <a:lnTo>
                    <a:pt x="2805823" y="3507308"/>
                  </a:lnTo>
                  <a:lnTo>
                    <a:pt x="2805912" y="3511588"/>
                  </a:lnTo>
                  <a:lnTo>
                    <a:pt x="2805976" y="3512553"/>
                  </a:lnTo>
                  <a:lnTo>
                    <a:pt x="2805976" y="3418243"/>
                  </a:lnTo>
                  <a:lnTo>
                    <a:pt x="2499410" y="3417532"/>
                  </a:lnTo>
                  <a:lnTo>
                    <a:pt x="2497429" y="3419500"/>
                  </a:lnTo>
                  <a:lnTo>
                    <a:pt x="2497429" y="3423437"/>
                  </a:lnTo>
                  <a:lnTo>
                    <a:pt x="2501366" y="3419500"/>
                  </a:lnTo>
                  <a:lnTo>
                    <a:pt x="2499410" y="3421469"/>
                  </a:lnTo>
                  <a:lnTo>
                    <a:pt x="2497429" y="3423437"/>
                  </a:lnTo>
                  <a:lnTo>
                    <a:pt x="2497493" y="3515868"/>
                  </a:lnTo>
                  <a:lnTo>
                    <a:pt x="2596908" y="3515322"/>
                  </a:lnTo>
                  <a:lnTo>
                    <a:pt x="2596908" y="3517976"/>
                  </a:lnTo>
                  <a:lnTo>
                    <a:pt x="2598890" y="3516007"/>
                  </a:lnTo>
                  <a:lnTo>
                    <a:pt x="2596921" y="3517976"/>
                  </a:lnTo>
                  <a:lnTo>
                    <a:pt x="2596972" y="3610419"/>
                  </a:lnTo>
                  <a:lnTo>
                    <a:pt x="2882862" y="3608984"/>
                  </a:lnTo>
                  <a:lnTo>
                    <a:pt x="2903690" y="3608654"/>
                  </a:lnTo>
                  <a:lnTo>
                    <a:pt x="2905645" y="3608578"/>
                  </a:lnTo>
                  <a:lnTo>
                    <a:pt x="2903372" y="3608324"/>
                  </a:lnTo>
                  <a:lnTo>
                    <a:pt x="2600807" y="3606584"/>
                  </a:lnTo>
                  <a:lnTo>
                    <a:pt x="2598890" y="3606571"/>
                  </a:lnTo>
                  <a:lnTo>
                    <a:pt x="2600807" y="3606571"/>
                  </a:lnTo>
                  <a:lnTo>
                    <a:pt x="2600845" y="3516007"/>
                  </a:lnTo>
                  <a:lnTo>
                    <a:pt x="2904312" y="3515309"/>
                  </a:lnTo>
                  <a:lnTo>
                    <a:pt x="2905010" y="3583952"/>
                  </a:lnTo>
                  <a:lnTo>
                    <a:pt x="2905302" y="3601859"/>
                  </a:lnTo>
                  <a:lnTo>
                    <a:pt x="2905404" y="3606139"/>
                  </a:lnTo>
                  <a:lnTo>
                    <a:pt x="2905569" y="3608489"/>
                  </a:lnTo>
                  <a:lnTo>
                    <a:pt x="2905747" y="3606139"/>
                  </a:lnTo>
                  <a:lnTo>
                    <a:pt x="2905836" y="3601859"/>
                  </a:lnTo>
                  <a:lnTo>
                    <a:pt x="2906141" y="3583190"/>
                  </a:lnTo>
                  <a:lnTo>
                    <a:pt x="2906826" y="3514039"/>
                  </a:lnTo>
                  <a:lnTo>
                    <a:pt x="2906839" y="3512782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0" name="object 7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48802" y="4853901"/>
              <a:ext cx="147943" cy="155869"/>
            </a:xfrm>
            <a:prstGeom prst="rect">
              <a:avLst/>
            </a:prstGeom>
          </p:spPr>
        </p:pic>
        <p:pic>
          <p:nvPicPr>
            <p:cNvPr id="71" name="object 7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92810" y="4830299"/>
              <a:ext cx="128718" cy="161927"/>
            </a:xfrm>
            <a:prstGeom prst="rect">
              <a:avLst/>
            </a:prstGeom>
          </p:spPr>
        </p:pic>
      </p:grpSp>
      <p:graphicFrame>
        <p:nvGraphicFramePr>
          <p:cNvPr id="72" name="object 72" descr=""/>
          <p:cNvGraphicFramePr>
            <a:graphicFrameLocks noGrp="1"/>
          </p:cNvGraphicFramePr>
          <p:nvPr/>
        </p:nvGraphicFramePr>
        <p:xfrm>
          <a:off x="7908628" y="6534272"/>
          <a:ext cx="525780" cy="5251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3210"/>
                <a:gridCol w="243205"/>
              </a:tblGrid>
              <a:tr h="1758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9DDC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9DDCF8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solidFill>
                      <a:srgbClr val="9DDC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3175">
                      <a:solidFill>
                        <a:srgbClr val="FFFFFF"/>
                      </a:solidFill>
                      <a:prstDash val="solid"/>
                    </a:lnT>
                    <a:solidFill>
                      <a:srgbClr val="9DDC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3" name="object 73" descr=""/>
          <p:cNvGraphicFramePr>
            <a:graphicFrameLocks noGrp="1"/>
          </p:cNvGraphicFramePr>
          <p:nvPr/>
        </p:nvGraphicFramePr>
        <p:xfrm>
          <a:off x="7908628" y="5702025"/>
          <a:ext cx="525780" cy="5251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3210"/>
                <a:gridCol w="243205"/>
              </a:tblGrid>
              <a:tr h="1758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9DDC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9DDCF8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solidFill>
                      <a:srgbClr val="9DDC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3175">
                      <a:solidFill>
                        <a:srgbClr val="FFFFFF"/>
                      </a:solidFill>
                      <a:prstDash val="solid"/>
                    </a:lnT>
                    <a:solidFill>
                      <a:srgbClr val="9DDCF8"/>
                    </a:solidFill>
                  </a:tcPr>
                </a:tc>
              </a:tr>
            </a:tbl>
          </a:graphicData>
        </a:graphic>
      </p:graphicFrame>
      <p:grpSp>
        <p:nvGrpSpPr>
          <p:cNvPr id="74" name="object 74" descr=""/>
          <p:cNvGrpSpPr/>
          <p:nvPr/>
        </p:nvGrpSpPr>
        <p:grpSpPr>
          <a:xfrm>
            <a:off x="3335799" y="6418045"/>
            <a:ext cx="3200400" cy="2718435"/>
            <a:chOff x="3335799" y="6418045"/>
            <a:chExt cx="3200400" cy="2718435"/>
          </a:xfrm>
        </p:grpSpPr>
        <p:sp>
          <p:nvSpPr>
            <p:cNvPr id="75" name="object 75" descr=""/>
            <p:cNvSpPr/>
            <p:nvPr/>
          </p:nvSpPr>
          <p:spPr>
            <a:xfrm>
              <a:off x="3523903" y="7290877"/>
              <a:ext cx="804545" cy="1845945"/>
            </a:xfrm>
            <a:custGeom>
              <a:avLst/>
              <a:gdLst/>
              <a:ahLst/>
              <a:cxnLst/>
              <a:rect l="l" t="t" r="r" b="b"/>
              <a:pathLst>
                <a:path w="804545" h="1845945">
                  <a:moveTo>
                    <a:pt x="804226" y="0"/>
                  </a:moveTo>
                  <a:lnTo>
                    <a:pt x="0" y="0"/>
                  </a:lnTo>
                  <a:lnTo>
                    <a:pt x="0" y="1845430"/>
                  </a:lnTo>
                  <a:lnTo>
                    <a:pt x="804226" y="1845430"/>
                  </a:lnTo>
                  <a:lnTo>
                    <a:pt x="804226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3523903" y="7336730"/>
              <a:ext cx="804545" cy="1799589"/>
            </a:xfrm>
            <a:custGeom>
              <a:avLst/>
              <a:gdLst/>
              <a:ahLst/>
              <a:cxnLst/>
              <a:rect l="l" t="t" r="r" b="b"/>
              <a:pathLst>
                <a:path w="804545" h="1799590">
                  <a:moveTo>
                    <a:pt x="0" y="1799577"/>
                  </a:moveTo>
                  <a:lnTo>
                    <a:pt x="804226" y="1799577"/>
                  </a:lnTo>
                  <a:lnTo>
                    <a:pt x="804226" y="0"/>
                  </a:lnTo>
                  <a:lnTo>
                    <a:pt x="0" y="0"/>
                  </a:lnTo>
                  <a:lnTo>
                    <a:pt x="0" y="1799577"/>
                  </a:lnTo>
                  <a:close/>
                </a:path>
              </a:pathLst>
            </a:custGeom>
            <a:solidFill>
              <a:srgbClr val="000000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3335799" y="6627935"/>
              <a:ext cx="3200400" cy="670560"/>
            </a:xfrm>
            <a:custGeom>
              <a:avLst/>
              <a:gdLst/>
              <a:ahLst/>
              <a:cxnLst/>
              <a:rect l="l" t="t" r="r" b="b"/>
              <a:pathLst>
                <a:path w="3200400" h="670559">
                  <a:moveTo>
                    <a:pt x="2708116" y="0"/>
                  </a:moveTo>
                  <a:lnTo>
                    <a:pt x="609845" y="8711"/>
                  </a:lnTo>
                  <a:lnTo>
                    <a:pt x="0" y="655362"/>
                  </a:lnTo>
                  <a:lnTo>
                    <a:pt x="1984285" y="655362"/>
                  </a:lnTo>
                  <a:lnTo>
                    <a:pt x="2355090" y="128907"/>
                  </a:lnTo>
                  <a:lnTo>
                    <a:pt x="2743686" y="670209"/>
                  </a:lnTo>
                  <a:lnTo>
                    <a:pt x="3200384" y="662943"/>
                  </a:lnTo>
                  <a:lnTo>
                    <a:pt x="2708116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3335799" y="6627935"/>
              <a:ext cx="3200400" cy="670560"/>
            </a:xfrm>
            <a:custGeom>
              <a:avLst/>
              <a:gdLst/>
              <a:ahLst/>
              <a:cxnLst/>
              <a:rect l="l" t="t" r="r" b="b"/>
              <a:pathLst>
                <a:path w="3200400" h="670559">
                  <a:moveTo>
                    <a:pt x="2708116" y="0"/>
                  </a:moveTo>
                  <a:lnTo>
                    <a:pt x="609845" y="8711"/>
                  </a:lnTo>
                  <a:lnTo>
                    <a:pt x="0" y="655362"/>
                  </a:lnTo>
                  <a:lnTo>
                    <a:pt x="1984285" y="655362"/>
                  </a:lnTo>
                  <a:lnTo>
                    <a:pt x="2355090" y="128907"/>
                  </a:lnTo>
                  <a:lnTo>
                    <a:pt x="2743686" y="670209"/>
                  </a:lnTo>
                  <a:lnTo>
                    <a:pt x="3200384" y="662943"/>
                  </a:lnTo>
                  <a:lnTo>
                    <a:pt x="2708116" y="0"/>
                  </a:lnTo>
                  <a:close/>
                </a:path>
              </a:pathLst>
            </a:custGeom>
            <a:solidFill>
              <a:srgbClr val="000000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4328130" y="6756842"/>
              <a:ext cx="1981835" cy="2379980"/>
            </a:xfrm>
            <a:custGeom>
              <a:avLst/>
              <a:gdLst/>
              <a:ahLst/>
              <a:cxnLst/>
              <a:rect l="l" t="t" r="r" b="b"/>
              <a:pathLst>
                <a:path w="1981835" h="2379979">
                  <a:moveTo>
                    <a:pt x="1362764" y="0"/>
                  </a:moveTo>
                  <a:lnTo>
                    <a:pt x="990744" y="525942"/>
                  </a:lnTo>
                  <a:lnTo>
                    <a:pt x="0" y="534036"/>
                  </a:lnTo>
                  <a:lnTo>
                    <a:pt x="0" y="2379466"/>
                  </a:lnTo>
                  <a:lnTo>
                    <a:pt x="1981478" y="2379466"/>
                  </a:lnTo>
                  <a:lnTo>
                    <a:pt x="1981478" y="534036"/>
                  </a:lnTo>
                  <a:lnTo>
                    <a:pt x="1754354" y="534036"/>
                  </a:lnTo>
                  <a:lnTo>
                    <a:pt x="1362764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4603276" y="8331273"/>
              <a:ext cx="473709" cy="805180"/>
            </a:xfrm>
            <a:custGeom>
              <a:avLst/>
              <a:gdLst/>
              <a:ahLst/>
              <a:cxnLst/>
              <a:rect l="l" t="t" r="r" b="b"/>
              <a:pathLst>
                <a:path w="473710" h="805179">
                  <a:moveTo>
                    <a:pt x="236600" y="0"/>
                  </a:moveTo>
                  <a:lnTo>
                    <a:pt x="0" y="125"/>
                  </a:lnTo>
                  <a:lnTo>
                    <a:pt x="1727" y="577019"/>
                  </a:lnTo>
                  <a:lnTo>
                    <a:pt x="3151" y="744532"/>
                  </a:lnTo>
                  <a:lnTo>
                    <a:pt x="3957" y="789473"/>
                  </a:lnTo>
                  <a:lnTo>
                    <a:pt x="4387" y="801085"/>
                  </a:lnTo>
                  <a:lnTo>
                    <a:pt x="4523" y="803703"/>
                  </a:lnTo>
                  <a:lnTo>
                    <a:pt x="4670" y="805033"/>
                  </a:lnTo>
                  <a:lnTo>
                    <a:pt x="4963" y="805033"/>
                  </a:lnTo>
                  <a:lnTo>
                    <a:pt x="6481" y="744521"/>
                  </a:lnTo>
                  <a:lnTo>
                    <a:pt x="7905" y="576977"/>
                  </a:lnTo>
                  <a:lnTo>
                    <a:pt x="9608" y="9730"/>
                  </a:lnTo>
                  <a:lnTo>
                    <a:pt x="4816" y="9727"/>
                  </a:lnTo>
                  <a:lnTo>
                    <a:pt x="9622" y="4931"/>
                  </a:lnTo>
                  <a:lnTo>
                    <a:pt x="473081" y="4931"/>
                  </a:lnTo>
                  <a:lnTo>
                    <a:pt x="473095" y="125"/>
                  </a:lnTo>
                  <a:lnTo>
                    <a:pt x="236600" y="0"/>
                  </a:lnTo>
                  <a:close/>
                </a:path>
                <a:path w="473710" h="805179">
                  <a:moveTo>
                    <a:pt x="473081" y="4931"/>
                  </a:moveTo>
                  <a:lnTo>
                    <a:pt x="463472" y="4931"/>
                  </a:lnTo>
                  <a:lnTo>
                    <a:pt x="468278" y="9727"/>
                  </a:lnTo>
                  <a:lnTo>
                    <a:pt x="463489" y="9730"/>
                  </a:lnTo>
                  <a:lnTo>
                    <a:pt x="465190" y="577019"/>
                  </a:lnTo>
                  <a:lnTo>
                    <a:pt x="466614" y="744532"/>
                  </a:lnTo>
                  <a:lnTo>
                    <a:pt x="467420" y="789473"/>
                  </a:lnTo>
                  <a:lnTo>
                    <a:pt x="468132" y="805033"/>
                  </a:lnTo>
                  <a:lnTo>
                    <a:pt x="468425" y="805033"/>
                  </a:lnTo>
                  <a:lnTo>
                    <a:pt x="469943" y="744521"/>
                  </a:lnTo>
                  <a:lnTo>
                    <a:pt x="471367" y="576977"/>
                  </a:lnTo>
                  <a:lnTo>
                    <a:pt x="473081" y="4931"/>
                  </a:lnTo>
                  <a:close/>
                </a:path>
                <a:path w="473710" h="805179">
                  <a:moveTo>
                    <a:pt x="463472" y="4931"/>
                  </a:moveTo>
                  <a:lnTo>
                    <a:pt x="9622" y="4931"/>
                  </a:lnTo>
                  <a:lnTo>
                    <a:pt x="9610" y="9730"/>
                  </a:lnTo>
                  <a:lnTo>
                    <a:pt x="236600" y="9853"/>
                  </a:lnTo>
                  <a:lnTo>
                    <a:pt x="463487" y="9730"/>
                  </a:lnTo>
                  <a:lnTo>
                    <a:pt x="463472" y="4931"/>
                  </a:lnTo>
                  <a:close/>
                </a:path>
                <a:path w="473710" h="805179">
                  <a:moveTo>
                    <a:pt x="463472" y="4931"/>
                  </a:moveTo>
                  <a:lnTo>
                    <a:pt x="463489" y="9730"/>
                  </a:lnTo>
                  <a:lnTo>
                    <a:pt x="468278" y="9727"/>
                  </a:lnTo>
                  <a:lnTo>
                    <a:pt x="463472" y="4931"/>
                  </a:lnTo>
                  <a:close/>
                </a:path>
                <a:path w="473710" h="805179">
                  <a:moveTo>
                    <a:pt x="9622" y="4931"/>
                  </a:moveTo>
                  <a:lnTo>
                    <a:pt x="4816" y="9727"/>
                  </a:lnTo>
                  <a:lnTo>
                    <a:pt x="9608" y="9730"/>
                  </a:lnTo>
                  <a:lnTo>
                    <a:pt x="9622" y="4931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4562729" y="7408487"/>
              <a:ext cx="1517015" cy="452755"/>
            </a:xfrm>
            <a:custGeom>
              <a:avLst/>
              <a:gdLst/>
              <a:ahLst/>
              <a:cxnLst/>
              <a:rect l="l" t="t" r="r" b="b"/>
              <a:pathLst>
                <a:path w="1517014" h="452754">
                  <a:moveTo>
                    <a:pt x="460476" y="4064"/>
                  </a:moveTo>
                  <a:lnTo>
                    <a:pt x="0" y="4064"/>
                  </a:lnTo>
                  <a:lnTo>
                    <a:pt x="0" y="440055"/>
                  </a:lnTo>
                  <a:lnTo>
                    <a:pt x="460476" y="440055"/>
                  </a:lnTo>
                  <a:lnTo>
                    <a:pt x="460476" y="4064"/>
                  </a:lnTo>
                  <a:close/>
                </a:path>
                <a:path w="1517014" h="452754">
                  <a:moveTo>
                    <a:pt x="1516761" y="0"/>
                  </a:moveTo>
                  <a:lnTo>
                    <a:pt x="786625" y="0"/>
                  </a:lnTo>
                  <a:lnTo>
                    <a:pt x="786625" y="452259"/>
                  </a:lnTo>
                  <a:lnTo>
                    <a:pt x="1516761" y="452259"/>
                  </a:lnTo>
                  <a:lnTo>
                    <a:pt x="15167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4562742" y="7408474"/>
              <a:ext cx="1306195" cy="456565"/>
            </a:xfrm>
            <a:custGeom>
              <a:avLst/>
              <a:gdLst/>
              <a:ahLst/>
              <a:cxnLst/>
              <a:rect l="l" t="t" r="r" b="b"/>
              <a:pathLst>
                <a:path w="1306195" h="456565">
                  <a:moveTo>
                    <a:pt x="460463" y="232803"/>
                  </a:moveTo>
                  <a:lnTo>
                    <a:pt x="416039" y="229882"/>
                  </a:lnTo>
                  <a:lnTo>
                    <a:pt x="366204" y="228815"/>
                  </a:lnTo>
                  <a:lnTo>
                    <a:pt x="303009" y="228117"/>
                  </a:lnTo>
                  <a:lnTo>
                    <a:pt x="235127" y="227888"/>
                  </a:lnTo>
                  <a:lnTo>
                    <a:pt x="235165" y="222084"/>
                  </a:lnTo>
                  <a:lnTo>
                    <a:pt x="234772" y="137223"/>
                  </a:lnTo>
                  <a:lnTo>
                    <a:pt x="233718" y="67932"/>
                  </a:lnTo>
                  <a:lnTo>
                    <a:pt x="232143" y="21209"/>
                  </a:lnTo>
                  <a:lnTo>
                    <a:pt x="230225" y="4089"/>
                  </a:lnTo>
                  <a:lnTo>
                    <a:pt x="228307" y="21209"/>
                  </a:lnTo>
                  <a:lnTo>
                    <a:pt x="226745" y="67932"/>
                  </a:lnTo>
                  <a:lnTo>
                    <a:pt x="225691" y="137223"/>
                  </a:lnTo>
                  <a:lnTo>
                    <a:pt x="225298" y="222084"/>
                  </a:lnTo>
                  <a:lnTo>
                    <a:pt x="225323" y="227888"/>
                  </a:lnTo>
                  <a:lnTo>
                    <a:pt x="157454" y="228117"/>
                  </a:lnTo>
                  <a:lnTo>
                    <a:pt x="94246" y="228815"/>
                  </a:lnTo>
                  <a:lnTo>
                    <a:pt x="44411" y="229882"/>
                  </a:lnTo>
                  <a:lnTo>
                    <a:pt x="11734" y="231241"/>
                  </a:lnTo>
                  <a:lnTo>
                    <a:pt x="0" y="232803"/>
                  </a:lnTo>
                  <a:lnTo>
                    <a:pt x="11734" y="234353"/>
                  </a:lnTo>
                  <a:lnTo>
                    <a:pt x="44411" y="235712"/>
                  </a:lnTo>
                  <a:lnTo>
                    <a:pt x="94246" y="236778"/>
                  </a:lnTo>
                  <a:lnTo>
                    <a:pt x="157454" y="237477"/>
                  </a:lnTo>
                  <a:lnTo>
                    <a:pt x="225361" y="237718"/>
                  </a:lnTo>
                  <a:lnTo>
                    <a:pt x="225691" y="306933"/>
                  </a:lnTo>
                  <a:lnTo>
                    <a:pt x="226745" y="376224"/>
                  </a:lnTo>
                  <a:lnTo>
                    <a:pt x="228307" y="422935"/>
                  </a:lnTo>
                  <a:lnTo>
                    <a:pt x="230225" y="440067"/>
                  </a:lnTo>
                  <a:lnTo>
                    <a:pt x="232143" y="422935"/>
                  </a:lnTo>
                  <a:lnTo>
                    <a:pt x="233718" y="376224"/>
                  </a:lnTo>
                  <a:lnTo>
                    <a:pt x="234772" y="306933"/>
                  </a:lnTo>
                  <a:lnTo>
                    <a:pt x="235089" y="237718"/>
                  </a:lnTo>
                  <a:lnTo>
                    <a:pt x="303009" y="237477"/>
                  </a:lnTo>
                  <a:lnTo>
                    <a:pt x="366204" y="236778"/>
                  </a:lnTo>
                  <a:lnTo>
                    <a:pt x="416039" y="235712"/>
                  </a:lnTo>
                  <a:lnTo>
                    <a:pt x="448729" y="234353"/>
                  </a:lnTo>
                  <a:lnTo>
                    <a:pt x="460463" y="232803"/>
                  </a:lnTo>
                  <a:close/>
                </a:path>
                <a:path w="1306195" h="456565">
                  <a:moveTo>
                    <a:pt x="1305979" y="228257"/>
                  </a:moveTo>
                  <a:lnTo>
                    <a:pt x="1305725" y="156108"/>
                  </a:lnTo>
                  <a:lnTo>
                    <a:pt x="1305026" y="93446"/>
                  </a:lnTo>
                  <a:lnTo>
                    <a:pt x="1303959" y="44030"/>
                  </a:lnTo>
                  <a:lnTo>
                    <a:pt x="1301051" y="0"/>
                  </a:lnTo>
                  <a:lnTo>
                    <a:pt x="1299502" y="11633"/>
                  </a:lnTo>
                  <a:lnTo>
                    <a:pt x="1298143" y="44030"/>
                  </a:lnTo>
                  <a:lnTo>
                    <a:pt x="1297076" y="93446"/>
                  </a:lnTo>
                  <a:lnTo>
                    <a:pt x="1296377" y="156108"/>
                  </a:lnTo>
                  <a:lnTo>
                    <a:pt x="1296123" y="228257"/>
                  </a:lnTo>
                  <a:lnTo>
                    <a:pt x="1296162" y="241249"/>
                  </a:lnTo>
                  <a:lnTo>
                    <a:pt x="1289126" y="240106"/>
                  </a:lnTo>
                  <a:lnTo>
                    <a:pt x="1256588" y="238531"/>
                  </a:lnTo>
                  <a:lnTo>
                    <a:pt x="1208328" y="237477"/>
                  </a:lnTo>
                  <a:lnTo>
                    <a:pt x="1149248" y="237096"/>
                  </a:lnTo>
                  <a:lnTo>
                    <a:pt x="1090155" y="237477"/>
                  </a:lnTo>
                  <a:lnTo>
                    <a:pt x="1041895" y="238531"/>
                  </a:lnTo>
                  <a:lnTo>
                    <a:pt x="1009370" y="240106"/>
                  </a:lnTo>
                  <a:lnTo>
                    <a:pt x="1002309" y="241249"/>
                  </a:lnTo>
                  <a:lnTo>
                    <a:pt x="1002360" y="228257"/>
                  </a:lnTo>
                  <a:lnTo>
                    <a:pt x="1002106" y="156108"/>
                  </a:lnTo>
                  <a:lnTo>
                    <a:pt x="1001407" y="93446"/>
                  </a:lnTo>
                  <a:lnTo>
                    <a:pt x="1000340" y="44030"/>
                  </a:lnTo>
                  <a:lnTo>
                    <a:pt x="997432" y="0"/>
                  </a:lnTo>
                  <a:lnTo>
                    <a:pt x="995883" y="11633"/>
                  </a:lnTo>
                  <a:lnTo>
                    <a:pt x="994524" y="44030"/>
                  </a:lnTo>
                  <a:lnTo>
                    <a:pt x="993457" y="93446"/>
                  </a:lnTo>
                  <a:lnTo>
                    <a:pt x="992759" y="156108"/>
                  </a:lnTo>
                  <a:lnTo>
                    <a:pt x="992505" y="228257"/>
                  </a:lnTo>
                  <a:lnTo>
                    <a:pt x="992759" y="300393"/>
                  </a:lnTo>
                  <a:lnTo>
                    <a:pt x="993457" y="363042"/>
                  </a:lnTo>
                  <a:lnTo>
                    <a:pt x="994524" y="412445"/>
                  </a:lnTo>
                  <a:lnTo>
                    <a:pt x="995883" y="444855"/>
                  </a:lnTo>
                  <a:lnTo>
                    <a:pt x="997432" y="456488"/>
                  </a:lnTo>
                  <a:lnTo>
                    <a:pt x="998994" y="444855"/>
                  </a:lnTo>
                  <a:lnTo>
                    <a:pt x="1000340" y="412445"/>
                  </a:lnTo>
                  <a:lnTo>
                    <a:pt x="1001407" y="363042"/>
                  </a:lnTo>
                  <a:lnTo>
                    <a:pt x="1002106" y="300393"/>
                  </a:lnTo>
                  <a:lnTo>
                    <a:pt x="1002296" y="242811"/>
                  </a:lnTo>
                  <a:lnTo>
                    <a:pt x="1009370" y="243941"/>
                  </a:lnTo>
                  <a:lnTo>
                    <a:pt x="1041895" y="245516"/>
                  </a:lnTo>
                  <a:lnTo>
                    <a:pt x="1090155" y="246570"/>
                  </a:lnTo>
                  <a:lnTo>
                    <a:pt x="1149248" y="246951"/>
                  </a:lnTo>
                  <a:lnTo>
                    <a:pt x="1208328" y="246570"/>
                  </a:lnTo>
                  <a:lnTo>
                    <a:pt x="1256588" y="245516"/>
                  </a:lnTo>
                  <a:lnTo>
                    <a:pt x="1289126" y="243941"/>
                  </a:lnTo>
                  <a:lnTo>
                    <a:pt x="1296174" y="242811"/>
                  </a:lnTo>
                  <a:lnTo>
                    <a:pt x="1296377" y="300393"/>
                  </a:lnTo>
                  <a:lnTo>
                    <a:pt x="1297076" y="363042"/>
                  </a:lnTo>
                  <a:lnTo>
                    <a:pt x="1298143" y="412445"/>
                  </a:lnTo>
                  <a:lnTo>
                    <a:pt x="1299502" y="444855"/>
                  </a:lnTo>
                  <a:lnTo>
                    <a:pt x="1301051" y="456488"/>
                  </a:lnTo>
                  <a:lnTo>
                    <a:pt x="1302613" y="444855"/>
                  </a:lnTo>
                  <a:lnTo>
                    <a:pt x="1303959" y="412445"/>
                  </a:lnTo>
                  <a:lnTo>
                    <a:pt x="1305026" y="363042"/>
                  </a:lnTo>
                  <a:lnTo>
                    <a:pt x="1305725" y="300393"/>
                  </a:lnTo>
                  <a:lnTo>
                    <a:pt x="1305979" y="228257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3" name="object 8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92113" y="7011498"/>
              <a:ext cx="195282" cy="195282"/>
            </a:xfrm>
            <a:prstGeom prst="rect">
              <a:avLst/>
            </a:prstGeom>
          </p:spPr>
        </p:pic>
        <p:sp>
          <p:nvSpPr>
            <p:cNvPr id="84" name="object 84" descr=""/>
            <p:cNvSpPr/>
            <p:nvPr/>
          </p:nvSpPr>
          <p:spPr>
            <a:xfrm>
              <a:off x="4858510" y="6471845"/>
              <a:ext cx="258445" cy="520700"/>
            </a:xfrm>
            <a:custGeom>
              <a:avLst/>
              <a:gdLst/>
              <a:ahLst/>
              <a:cxnLst/>
              <a:rect l="l" t="t" r="r" b="b"/>
              <a:pathLst>
                <a:path w="258445" h="520700">
                  <a:moveTo>
                    <a:pt x="258023" y="0"/>
                  </a:moveTo>
                  <a:lnTo>
                    <a:pt x="0" y="0"/>
                  </a:lnTo>
                  <a:lnTo>
                    <a:pt x="0" y="520361"/>
                  </a:lnTo>
                  <a:lnTo>
                    <a:pt x="134802" y="517533"/>
                  </a:lnTo>
                  <a:lnTo>
                    <a:pt x="258023" y="365559"/>
                  </a:lnTo>
                  <a:lnTo>
                    <a:pt x="258023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4993313" y="6471845"/>
              <a:ext cx="123825" cy="518159"/>
            </a:xfrm>
            <a:custGeom>
              <a:avLst/>
              <a:gdLst/>
              <a:ahLst/>
              <a:cxnLst/>
              <a:rect l="l" t="t" r="r" b="b"/>
              <a:pathLst>
                <a:path w="123825" h="518159">
                  <a:moveTo>
                    <a:pt x="123221" y="0"/>
                  </a:moveTo>
                  <a:lnTo>
                    <a:pt x="0" y="0"/>
                  </a:lnTo>
                  <a:lnTo>
                    <a:pt x="0" y="517533"/>
                  </a:lnTo>
                  <a:lnTo>
                    <a:pt x="123221" y="365559"/>
                  </a:lnTo>
                  <a:lnTo>
                    <a:pt x="123221" y="0"/>
                  </a:lnTo>
                  <a:close/>
                </a:path>
              </a:pathLst>
            </a:custGeom>
            <a:solidFill>
              <a:srgbClr val="000000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3335794" y="6418052"/>
              <a:ext cx="3190875" cy="918844"/>
            </a:xfrm>
            <a:custGeom>
              <a:avLst/>
              <a:gdLst/>
              <a:ahLst/>
              <a:cxnLst/>
              <a:rect l="l" t="t" r="r" b="b"/>
              <a:pathLst>
                <a:path w="3190875" h="918845">
                  <a:moveTo>
                    <a:pt x="1798167" y="0"/>
                  </a:moveTo>
                  <a:lnTo>
                    <a:pt x="1493989" y="0"/>
                  </a:lnTo>
                  <a:lnTo>
                    <a:pt x="1493989" y="53797"/>
                  </a:lnTo>
                  <a:lnTo>
                    <a:pt x="1798167" y="53797"/>
                  </a:lnTo>
                  <a:lnTo>
                    <a:pt x="1798167" y="0"/>
                  </a:lnTo>
                  <a:close/>
                </a:path>
                <a:path w="3190875" h="918845">
                  <a:moveTo>
                    <a:pt x="1983066" y="864743"/>
                  </a:moveTo>
                  <a:lnTo>
                    <a:pt x="0" y="865251"/>
                  </a:lnTo>
                  <a:lnTo>
                    <a:pt x="0" y="918679"/>
                  </a:lnTo>
                  <a:lnTo>
                    <a:pt x="1983066" y="918679"/>
                  </a:lnTo>
                  <a:lnTo>
                    <a:pt x="1983066" y="864743"/>
                  </a:lnTo>
                  <a:close/>
                </a:path>
                <a:path w="3190875" h="918845">
                  <a:moveTo>
                    <a:pt x="2355088" y="338797"/>
                  </a:moveTo>
                  <a:lnTo>
                    <a:pt x="1984286" y="865251"/>
                  </a:lnTo>
                  <a:lnTo>
                    <a:pt x="1983079" y="918692"/>
                  </a:lnTo>
                  <a:lnTo>
                    <a:pt x="2353957" y="398081"/>
                  </a:lnTo>
                  <a:lnTo>
                    <a:pt x="2355088" y="338797"/>
                  </a:lnTo>
                  <a:close/>
                </a:path>
                <a:path w="3190875" h="918845">
                  <a:moveTo>
                    <a:pt x="3190849" y="872832"/>
                  </a:moveTo>
                  <a:lnTo>
                    <a:pt x="2746679" y="872832"/>
                  </a:lnTo>
                  <a:lnTo>
                    <a:pt x="2746679" y="907313"/>
                  </a:lnTo>
                  <a:lnTo>
                    <a:pt x="3190849" y="907313"/>
                  </a:lnTo>
                  <a:lnTo>
                    <a:pt x="3190849" y="872832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3521938" y="7614291"/>
              <a:ext cx="2789555" cy="1155700"/>
            </a:xfrm>
            <a:custGeom>
              <a:avLst/>
              <a:gdLst/>
              <a:ahLst/>
              <a:cxnLst/>
              <a:rect l="l" t="t" r="r" b="b"/>
              <a:pathLst>
                <a:path w="2789554" h="1155700">
                  <a:moveTo>
                    <a:pt x="424980" y="711"/>
                  </a:moveTo>
                  <a:lnTo>
                    <a:pt x="423697" y="711"/>
                  </a:lnTo>
                  <a:lnTo>
                    <a:pt x="423697" y="83235"/>
                  </a:lnTo>
                  <a:lnTo>
                    <a:pt x="421779" y="83070"/>
                  </a:lnTo>
                  <a:lnTo>
                    <a:pt x="265836" y="82029"/>
                  </a:lnTo>
                  <a:lnTo>
                    <a:pt x="265836" y="164680"/>
                  </a:lnTo>
                  <a:lnTo>
                    <a:pt x="263918" y="164515"/>
                  </a:lnTo>
                  <a:lnTo>
                    <a:pt x="3873" y="162775"/>
                  </a:lnTo>
                  <a:lnTo>
                    <a:pt x="1968" y="162763"/>
                  </a:lnTo>
                  <a:lnTo>
                    <a:pt x="3873" y="162763"/>
                  </a:lnTo>
                  <a:lnTo>
                    <a:pt x="3924" y="85394"/>
                  </a:lnTo>
                  <a:lnTo>
                    <a:pt x="157899" y="84988"/>
                  </a:lnTo>
                  <a:lnTo>
                    <a:pt x="157911" y="85166"/>
                  </a:lnTo>
                  <a:lnTo>
                    <a:pt x="216395" y="84836"/>
                  </a:lnTo>
                  <a:lnTo>
                    <a:pt x="264591" y="84696"/>
                  </a:lnTo>
                  <a:lnTo>
                    <a:pt x="265290" y="143624"/>
                  </a:lnTo>
                  <a:lnTo>
                    <a:pt x="265595" y="159423"/>
                  </a:lnTo>
                  <a:lnTo>
                    <a:pt x="265709" y="163652"/>
                  </a:lnTo>
                  <a:lnTo>
                    <a:pt x="265836" y="164680"/>
                  </a:lnTo>
                  <a:lnTo>
                    <a:pt x="265836" y="82029"/>
                  </a:lnTo>
                  <a:lnTo>
                    <a:pt x="161734" y="81330"/>
                  </a:lnTo>
                  <a:lnTo>
                    <a:pt x="159816" y="81318"/>
                  </a:lnTo>
                  <a:lnTo>
                    <a:pt x="161734" y="81318"/>
                  </a:lnTo>
                  <a:lnTo>
                    <a:pt x="161785" y="3949"/>
                  </a:lnTo>
                  <a:lnTo>
                    <a:pt x="422452" y="3238"/>
                  </a:lnTo>
                  <a:lnTo>
                    <a:pt x="423151" y="62179"/>
                  </a:lnTo>
                  <a:lnTo>
                    <a:pt x="423443" y="77965"/>
                  </a:lnTo>
                  <a:lnTo>
                    <a:pt x="423570" y="82194"/>
                  </a:lnTo>
                  <a:lnTo>
                    <a:pt x="423697" y="83235"/>
                  </a:lnTo>
                  <a:lnTo>
                    <a:pt x="423697" y="711"/>
                  </a:lnTo>
                  <a:lnTo>
                    <a:pt x="159842" y="0"/>
                  </a:lnTo>
                  <a:lnTo>
                    <a:pt x="157848" y="1981"/>
                  </a:lnTo>
                  <a:lnTo>
                    <a:pt x="157848" y="5905"/>
                  </a:lnTo>
                  <a:lnTo>
                    <a:pt x="157899" y="81876"/>
                  </a:lnTo>
                  <a:lnTo>
                    <a:pt x="1968" y="81457"/>
                  </a:lnTo>
                  <a:lnTo>
                    <a:pt x="0" y="83426"/>
                  </a:lnTo>
                  <a:lnTo>
                    <a:pt x="0" y="87363"/>
                  </a:lnTo>
                  <a:lnTo>
                    <a:pt x="50" y="166611"/>
                  </a:lnTo>
                  <a:lnTo>
                    <a:pt x="246380" y="165176"/>
                  </a:lnTo>
                  <a:lnTo>
                    <a:pt x="267081" y="84531"/>
                  </a:lnTo>
                  <a:lnTo>
                    <a:pt x="404228" y="83731"/>
                  </a:lnTo>
                  <a:lnTo>
                    <a:pt x="424967" y="1981"/>
                  </a:lnTo>
                  <a:lnTo>
                    <a:pt x="424980" y="711"/>
                  </a:lnTo>
                  <a:close/>
                </a:path>
                <a:path w="2789554" h="1155700">
                  <a:moveTo>
                    <a:pt x="1227416" y="416852"/>
                  </a:moveTo>
                  <a:lnTo>
                    <a:pt x="1226146" y="416852"/>
                  </a:lnTo>
                  <a:lnTo>
                    <a:pt x="1226146" y="499376"/>
                  </a:lnTo>
                  <a:lnTo>
                    <a:pt x="1224229" y="499211"/>
                  </a:lnTo>
                  <a:lnTo>
                    <a:pt x="964184" y="497471"/>
                  </a:lnTo>
                  <a:lnTo>
                    <a:pt x="962266" y="497459"/>
                  </a:lnTo>
                  <a:lnTo>
                    <a:pt x="964184" y="497459"/>
                  </a:lnTo>
                  <a:lnTo>
                    <a:pt x="964234" y="420077"/>
                  </a:lnTo>
                  <a:lnTo>
                    <a:pt x="1224889" y="419379"/>
                  </a:lnTo>
                  <a:lnTo>
                    <a:pt x="1225588" y="478320"/>
                  </a:lnTo>
                  <a:lnTo>
                    <a:pt x="1225892" y="494106"/>
                  </a:lnTo>
                  <a:lnTo>
                    <a:pt x="1226019" y="498335"/>
                  </a:lnTo>
                  <a:lnTo>
                    <a:pt x="1226146" y="499376"/>
                  </a:lnTo>
                  <a:lnTo>
                    <a:pt x="1226146" y="416852"/>
                  </a:lnTo>
                  <a:lnTo>
                    <a:pt x="1140688" y="416623"/>
                  </a:lnTo>
                  <a:lnTo>
                    <a:pt x="1140726" y="415975"/>
                  </a:lnTo>
                  <a:lnTo>
                    <a:pt x="1140815" y="412762"/>
                  </a:lnTo>
                  <a:lnTo>
                    <a:pt x="1141120" y="396214"/>
                  </a:lnTo>
                  <a:lnTo>
                    <a:pt x="1141806" y="336765"/>
                  </a:lnTo>
                  <a:lnTo>
                    <a:pt x="1141818" y="335508"/>
                  </a:lnTo>
                  <a:lnTo>
                    <a:pt x="1140409" y="335508"/>
                  </a:lnTo>
                  <a:lnTo>
                    <a:pt x="1140409" y="416623"/>
                  </a:lnTo>
                  <a:lnTo>
                    <a:pt x="962926" y="416153"/>
                  </a:lnTo>
                  <a:lnTo>
                    <a:pt x="962926" y="419442"/>
                  </a:lnTo>
                  <a:lnTo>
                    <a:pt x="962279" y="420090"/>
                  </a:lnTo>
                  <a:lnTo>
                    <a:pt x="962914" y="419442"/>
                  </a:lnTo>
                  <a:lnTo>
                    <a:pt x="962926" y="416153"/>
                  </a:lnTo>
                  <a:lnTo>
                    <a:pt x="962279" y="416140"/>
                  </a:lnTo>
                  <a:lnTo>
                    <a:pt x="961745" y="416674"/>
                  </a:lnTo>
                  <a:lnTo>
                    <a:pt x="878586" y="416115"/>
                  </a:lnTo>
                  <a:lnTo>
                    <a:pt x="876668" y="416102"/>
                  </a:lnTo>
                  <a:lnTo>
                    <a:pt x="878586" y="416102"/>
                  </a:lnTo>
                  <a:lnTo>
                    <a:pt x="878636" y="338721"/>
                  </a:lnTo>
                  <a:lnTo>
                    <a:pt x="1139291" y="338023"/>
                  </a:lnTo>
                  <a:lnTo>
                    <a:pt x="1139990" y="396963"/>
                  </a:lnTo>
                  <a:lnTo>
                    <a:pt x="1140193" y="407581"/>
                  </a:lnTo>
                  <a:lnTo>
                    <a:pt x="1140409" y="416623"/>
                  </a:lnTo>
                  <a:lnTo>
                    <a:pt x="1140409" y="335508"/>
                  </a:lnTo>
                  <a:lnTo>
                    <a:pt x="876681" y="334784"/>
                  </a:lnTo>
                  <a:lnTo>
                    <a:pt x="874699" y="336765"/>
                  </a:lnTo>
                  <a:lnTo>
                    <a:pt x="874699" y="340690"/>
                  </a:lnTo>
                  <a:lnTo>
                    <a:pt x="874750" y="419950"/>
                  </a:lnTo>
                  <a:lnTo>
                    <a:pt x="960297" y="419455"/>
                  </a:lnTo>
                  <a:lnTo>
                    <a:pt x="960297" y="422046"/>
                  </a:lnTo>
                  <a:lnTo>
                    <a:pt x="960348" y="501307"/>
                  </a:lnTo>
                  <a:lnTo>
                    <a:pt x="1206677" y="499872"/>
                  </a:lnTo>
                  <a:lnTo>
                    <a:pt x="1224546" y="499541"/>
                  </a:lnTo>
                  <a:lnTo>
                    <a:pt x="1227404" y="418122"/>
                  </a:lnTo>
                  <a:lnTo>
                    <a:pt x="1227416" y="416852"/>
                  </a:lnTo>
                  <a:close/>
                </a:path>
                <a:path w="2789554" h="1155700">
                  <a:moveTo>
                    <a:pt x="1391564" y="599313"/>
                  </a:moveTo>
                  <a:lnTo>
                    <a:pt x="1227683" y="599313"/>
                  </a:lnTo>
                  <a:lnTo>
                    <a:pt x="1227683" y="661619"/>
                  </a:lnTo>
                  <a:lnTo>
                    <a:pt x="1391564" y="661619"/>
                  </a:lnTo>
                  <a:lnTo>
                    <a:pt x="1391564" y="599313"/>
                  </a:lnTo>
                  <a:close/>
                </a:path>
                <a:path w="2789554" h="1155700">
                  <a:moveTo>
                    <a:pt x="1513255" y="1118704"/>
                  </a:moveTo>
                  <a:lnTo>
                    <a:pt x="1510830" y="1111059"/>
                  </a:lnTo>
                  <a:lnTo>
                    <a:pt x="1503997" y="1102283"/>
                  </a:lnTo>
                  <a:lnTo>
                    <a:pt x="1503730" y="1102106"/>
                  </a:lnTo>
                  <a:lnTo>
                    <a:pt x="1498536" y="1098638"/>
                  </a:lnTo>
                  <a:lnTo>
                    <a:pt x="1491742" y="1096225"/>
                  </a:lnTo>
                  <a:lnTo>
                    <a:pt x="1484045" y="1095552"/>
                  </a:lnTo>
                  <a:lnTo>
                    <a:pt x="1475892" y="1097102"/>
                  </a:lnTo>
                  <a:lnTo>
                    <a:pt x="1468107" y="1101077"/>
                  </a:lnTo>
                  <a:lnTo>
                    <a:pt x="1461579" y="1107528"/>
                  </a:lnTo>
                  <a:lnTo>
                    <a:pt x="1457121" y="1115898"/>
                  </a:lnTo>
                  <a:lnTo>
                    <a:pt x="1455585" y="1125194"/>
                  </a:lnTo>
                  <a:lnTo>
                    <a:pt x="1455597" y="1126032"/>
                  </a:lnTo>
                  <a:lnTo>
                    <a:pt x="1484045" y="1155661"/>
                  </a:lnTo>
                  <a:lnTo>
                    <a:pt x="1491742" y="1154988"/>
                  </a:lnTo>
                  <a:lnTo>
                    <a:pt x="1498536" y="1152588"/>
                  </a:lnTo>
                  <a:lnTo>
                    <a:pt x="1503730" y="1149121"/>
                  </a:lnTo>
                  <a:lnTo>
                    <a:pt x="1503997" y="1148943"/>
                  </a:lnTo>
                  <a:lnTo>
                    <a:pt x="1510830" y="1140167"/>
                  </a:lnTo>
                  <a:lnTo>
                    <a:pt x="1513255" y="1132522"/>
                  </a:lnTo>
                  <a:lnTo>
                    <a:pt x="1513128" y="1127252"/>
                  </a:lnTo>
                  <a:lnTo>
                    <a:pt x="1512290" y="1125613"/>
                  </a:lnTo>
                  <a:lnTo>
                    <a:pt x="1510766" y="1125194"/>
                  </a:lnTo>
                  <a:lnTo>
                    <a:pt x="1510766" y="1126020"/>
                  </a:lnTo>
                  <a:lnTo>
                    <a:pt x="1511071" y="1135938"/>
                  </a:lnTo>
                  <a:lnTo>
                    <a:pt x="1499997" y="1143698"/>
                  </a:lnTo>
                  <a:lnTo>
                    <a:pt x="1494739" y="1147356"/>
                  </a:lnTo>
                  <a:lnTo>
                    <a:pt x="1486522" y="1149121"/>
                  </a:lnTo>
                  <a:lnTo>
                    <a:pt x="1478826" y="1146048"/>
                  </a:lnTo>
                  <a:lnTo>
                    <a:pt x="1471180" y="1143190"/>
                  </a:lnTo>
                  <a:lnTo>
                    <a:pt x="1464754" y="1135037"/>
                  </a:lnTo>
                  <a:lnTo>
                    <a:pt x="1464767" y="1116177"/>
                  </a:lnTo>
                  <a:lnTo>
                    <a:pt x="1471180" y="1108024"/>
                  </a:lnTo>
                  <a:lnTo>
                    <a:pt x="1478826" y="1105179"/>
                  </a:lnTo>
                  <a:lnTo>
                    <a:pt x="1486522" y="1102106"/>
                  </a:lnTo>
                  <a:lnTo>
                    <a:pt x="1494726" y="1103871"/>
                  </a:lnTo>
                  <a:lnTo>
                    <a:pt x="1500022" y="1107528"/>
                  </a:lnTo>
                  <a:lnTo>
                    <a:pt x="1511071" y="1115288"/>
                  </a:lnTo>
                  <a:lnTo>
                    <a:pt x="1510766" y="1125194"/>
                  </a:lnTo>
                  <a:lnTo>
                    <a:pt x="1512303" y="1125601"/>
                  </a:lnTo>
                  <a:lnTo>
                    <a:pt x="1513128" y="1123975"/>
                  </a:lnTo>
                  <a:lnTo>
                    <a:pt x="1513255" y="1118704"/>
                  </a:lnTo>
                  <a:close/>
                </a:path>
                <a:path w="2789554" h="1155700">
                  <a:moveTo>
                    <a:pt x="2788945" y="559028"/>
                  </a:moveTo>
                  <a:lnTo>
                    <a:pt x="2787662" y="559028"/>
                  </a:lnTo>
                  <a:lnTo>
                    <a:pt x="2787662" y="641553"/>
                  </a:lnTo>
                  <a:lnTo>
                    <a:pt x="2785757" y="641388"/>
                  </a:lnTo>
                  <a:lnTo>
                    <a:pt x="2525712" y="639635"/>
                  </a:lnTo>
                  <a:lnTo>
                    <a:pt x="2525763" y="562254"/>
                  </a:lnTo>
                  <a:lnTo>
                    <a:pt x="2786418" y="561555"/>
                  </a:lnTo>
                  <a:lnTo>
                    <a:pt x="2787116" y="620496"/>
                  </a:lnTo>
                  <a:lnTo>
                    <a:pt x="2787421" y="636282"/>
                  </a:lnTo>
                  <a:lnTo>
                    <a:pt x="2787548" y="640511"/>
                  </a:lnTo>
                  <a:lnTo>
                    <a:pt x="2787662" y="641553"/>
                  </a:lnTo>
                  <a:lnTo>
                    <a:pt x="2787662" y="559028"/>
                  </a:lnTo>
                  <a:lnTo>
                    <a:pt x="2523807" y="558317"/>
                  </a:lnTo>
                  <a:lnTo>
                    <a:pt x="2521826" y="560298"/>
                  </a:lnTo>
                  <a:lnTo>
                    <a:pt x="2521826" y="564222"/>
                  </a:lnTo>
                  <a:lnTo>
                    <a:pt x="2524683" y="561378"/>
                  </a:lnTo>
                  <a:lnTo>
                    <a:pt x="2523807" y="562267"/>
                  </a:lnTo>
                  <a:lnTo>
                    <a:pt x="2521826" y="564222"/>
                  </a:lnTo>
                  <a:lnTo>
                    <a:pt x="2521877" y="643470"/>
                  </a:lnTo>
                  <a:lnTo>
                    <a:pt x="2768206" y="642035"/>
                  </a:lnTo>
                  <a:lnTo>
                    <a:pt x="2788932" y="560298"/>
                  </a:lnTo>
                  <a:lnTo>
                    <a:pt x="2788945" y="559028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8" name="object 8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07486" y="8253425"/>
              <a:ext cx="103452" cy="84552"/>
            </a:xfrm>
            <a:prstGeom prst="rect">
              <a:avLst/>
            </a:prstGeom>
          </p:spPr>
        </p:pic>
        <p:sp>
          <p:nvSpPr>
            <p:cNvPr id="89" name="object 89" descr=""/>
            <p:cNvSpPr/>
            <p:nvPr/>
          </p:nvSpPr>
          <p:spPr>
            <a:xfrm>
              <a:off x="5388990" y="8030335"/>
              <a:ext cx="267335" cy="85725"/>
            </a:xfrm>
            <a:custGeom>
              <a:avLst/>
              <a:gdLst/>
              <a:ahLst/>
              <a:cxnLst/>
              <a:rect l="l" t="t" r="r" b="b"/>
              <a:pathLst>
                <a:path w="267335" h="85725">
                  <a:moveTo>
                    <a:pt x="3935" y="3931"/>
                  </a:moveTo>
                  <a:lnTo>
                    <a:pt x="1983" y="3937"/>
                  </a:lnTo>
                  <a:lnTo>
                    <a:pt x="0" y="5905"/>
                  </a:lnTo>
                  <a:lnTo>
                    <a:pt x="52" y="85159"/>
                  </a:lnTo>
                  <a:lnTo>
                    <a:pt x="246379" y="83725"/>
                  </a:lnTo>
                  <a:lnTo>
                    <a:pt x="264253" y="83400"/>
                  </a:lnTo>
                  <a:lnTo>
                    <a:pt x="265929" y="83316"/>
                  </a:lnTo>
                  <a:lnTo>
                    <a:pt x="3884" y="83233"/>
                  </a:lnTo>
                  <a:lnTo>
                    <a:pt x="1968" y="81316"/>
                  </a:lnTo>
                  <a:lnTo>
                    <a:pt x="3885" y="81316"/>
                  </a:lnTo>
                  <a:lnTo>
                    <a:pt x="3935" y="3931"/>
                  </a:lnTo>
                  <a:close/>
                </a:path>
                <a:path w="267335" h="85725">
                  <a:moveTo>
                    <a:pt x="267108" y="1978"/>
                  </a:moveTo>
                  <a:lnTo>
                    <a:pt x="264578" y="1978"/>
                  </a:lnTo>
                  <a:lnTo>
                    <a:pt x="265845" y="3235"/>
                  </a:lnTo>
                  <a:lnTo>
                    <a:pt x="264593" y="3238"/>
                  </a:lnTo>
                  <a:lnTo>
                    <a:pt x="265293" y="62176"/>
                  </a:lnTo>
                  <a:lnTo>
                    <a:pt x="265929" y="83316"/>
                  </a:lnTo>
                  <a:lnTo>
                    <a:pt x="266021" y="81191"/>
                  </a:lnTo>
                  <a:lnTo>
                    <a:pt x="266107" y="77966"/>
                  </a:lnTo>
                  <a:lnTo>
                    <a:pt x="266419" y="61422"/>
                  </a:lnTo>
                  <a:lnTo>
                    <a:pt x="267108" y="1978"/>
                  </a:lnTo>
                  <a:close/>
                </a:path>
                <a:path w="267335" h="85725">
                  <a:moveTo>
                    <a:pt x="1968" y="81316"/>
                  </a:moveTo>
                  <a:lnTo>
                    <a:pt x="3884" y="83233"/>
                  </a:lnTo>
                  <a:lnTo>
                    <a:pt x="3885" y="81325"/>
                  </a:lnTo>
                  <a:lnTo>
                    <a:pt x="1968" y="81316"/>
                  </a:lnTo>
                  <a:close/>
                </a:path>
                <a:path w="267335" h="85725">
                  <a:moveTo>
                    <a:pt x="3885" y="81325"/>
                  </a:moveTo>
                  <a:lnTo>
                    <a:pt x="3884" y="83233"/>
                  </a:lnTo>
                  <a:lnTo>
                    <a:pt x="265845" y="83233"/>
                  </a:lnTo>
                  <a:lnTo>
                    <a:pt x="263929" y="83065"/>
                  </a:lnTo>
                  <a:lnTo>
                    <a:pt x="3885" y="81325"/>
                  </a:lnTo>
                  <a:close/>
                </a:path>
                <a:path w="267335" h="85725">
                  <a:moveTo>
                    <a:pt x="1978" y="0"/>
                  </a:moveTo>
                  <a:lnTo>
                    <a:pt x="0" y="1978"/>
                  </a:lnTo>
                  <a:lnTo>
                    <a:pt x="0" y="5905"/>
                  </a:lnTo>
                  <a:lnTo>
                    <a:pt x="3937" y="1978"/>
                  </a:lnTo>
                  <a:lnTo>
                    <a:pt x="267108" y="1978"/>
                  </a:lnTo>
                  <a:lnTo>
                    <a:pt x="267122" y="712"/>
                  </a:lnTo>
                  <a:lnTo>
                    <a:pt x="1978" y="0"/>
                  </a:lnTo>
                  <a:close/>
                </a:path>
                <a:path w="267335" h="85725">
                  <a:moveTo>
                    <a:pt x="3937" y="1978"/>
                  </a:moveTo>
                  <a:lnTo>
                    <a:pt x="1973" y="3937"/>
                  </a:lnTo>
                  <a:lnTo>
                    <a:pt x="2858" y="3067"/>
                  </a:lnTo>
                  <a:lnTo>
                    <a:pt x="3936" y="3067"/>
                  </a:lnTo>
                  <a:lnTo>
                    <a:pt x="3937" y="1978"/>
                  </a:lnTo>
                  <a:close/>
                </a:path>
                <a:path w="267335" h="85725">
                  <a:moveTo>
                    <a:pt x="3936" y="3067"/>
                  </a:moveTo>
                  <a:lnTo>
                    <a:pt x="2858" y="3067"/>
                  </a:lnTo>
                  <a:lnTo>
                    <a:pt x="1983" y="3937"/>
                  </a:lnTo>
                  <a:lnTo>
                    <a:pt x="3935" y="3931"/>
                  </a:lnTo>
                  <a:lnTo>
                    <a:pt x="3936" y="3067"/>
                  </a:lnTo>
                  <a:close/>
                </a:path>
                <a:path w="267335" h="85725">
                  <a:moveTo>
                    <a:pt x="264578" y="1978"/>
                  </a:moveTo>
                  <a:lnTo>
                    <a:pt x="3937" y="1978"/>
                  </a:lnTo>
                  <a:lnTo>
                    <a:pt x="3935" y="3931"/>
                  </a:lnTo>
                  <a:lnTo>
                    <a:pt x="264593" y="3238"/>
                  </a:lnTo>
                  <a:lnTo>
                    <a:pt x="264578" y="1978"/>
                  </a:lnTo>
                  <a:close/>
                </a:path>
                <a:path w="267335" h="85725">
                  <a:moveTo>
                    <a:pt x="264578" y="1978"/>
                  </a:moveTo>
                  <a:lnTo>
                    <a:pt x="264593" y="3238"/>
                  </a:lnTo>
                  <a:lnTo>
                    <a:pt x="265845" y="3235"/>
                  </a:lnTo>
                  <a:lnTo>
                    <a:pt x="264578" y="1978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5522900" y="7563757"/>
              <a:ext cx="795020" cy="468630"/>
            </a:xfrm>
            <a:custGeom>
              <a:avLst/>
              <a:gdLst/>
              <a:ahLst/>
              <a:cxnLst/>
              <a:rect l="l" t="t" r="r" b="b"/>
              <a:pathLst>
                <a:path w="795020" h="468629">
                  <a:moveTo>
                    <a:pt x="263867" y="387299"/>
                  </a:moveTo>
                  <a:lnTo>
                    <a:pt x="0" y="387299"/>
                  </a:lnTo>
                  <a:lnTo>
                    <a:pt x="0" y="468553"/>
                  </a:lnTo>
                  <a:lnTo>
                    <a:pt x="263867" y="468553"/>
                  </a:lnTo>
                  <a:lnTo>
                    <a:pt x="263867" y="387299"/>
                  </a:lnTo>
                  <a:close/>
                </a:path>
                <a:path w="795020" h="468629">
                  <a:moveTo>
                    <a:pt x="794588" y="0"/>
                  </a:moveTo>
                  <a:lnTo>
                    <a:pt x="645718" y="0"/>
                  </a:lnTo>
                  <a:lnTo>
                    <a:pt x="645718" y="81267"/>
                  </a:lnTo>
                  <a:lnTo>
                    <a:pt x="794588" y="81267"/>
                  </a:lnTo>
                  <a:lnTo>
                    <a:pt x="794588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4004208" y="8512130"/>
              <a:ext cx="382905" cy="169545"/>
            </a:xfrm>
            <a:custGeom>
              <a:avLst/>
              <a:gdLst/>
              <a:ahLst/>
              <a:cxnLst/>
              <a:rect l="l" t="t" r="r" b="b"/>
              <a:pathLst>
                <a:path w="382904" h="169545">
                  <a:moveTo>
                    <a:pt x="382282" y="711"/>
                  </a:moveTo>
                  <a:lnTo>
                    <a:pt x="381000" y="711"/>
                  </a:lnTo>
                  <a:lnTo>
                    <a:pt x="381000" y="83235"/>
                  </a:lnTo>
                  <a:lnTo>
                    <a:pt x="379082" y="83070"/>
                  </a:lnTo>
                  <a:lnTo>
                    <a:pt x="119037" y="81330"/>
                  </a:lnTo>
                  <a:lnTo>
                    <a:pt x="117119" y="81318"/>
                  </a:lnTo>
                  <a:lnTo>
                    <a:pt x="119037" y="81318"/>
                  </a:lnTo>
                  <a:lnTo>
                    <a:pt x="119087" y="3949"/>
                  </a:lnTo>
                  <a:lnTo>
                    <a:pt x="379755" y="3238"/>
                  </a:lnTo>
                  <a:lnTo>
                    <a:pt x="380453" y="62179"/>
                  </a:lnTo>
                  <a:lnTo>
                    <a:pt x="380758" y="77965"/>
                  </a:lnTo>
                  <a:lnTo>
                    <a:pt x="380873" y="82207"/>
                  </a:lnTo>
                  <a:lnTo>
                    <a:pt x="381000" y="83235"/>
                  </a:lnTo>
                  <a:lnTo>
                    <a:pt x="381000" y="711"/>
                  </a:lnTo>
                  <a:lnTo>
                    <a:pt x="117144" y="0"/>
                  </a:lnTo>
                  <a:lnTo>
                    <a:pt x="115150" y="1981"/>
                  </a:lnTo>
                  <a:lnTo>
                    <a:pt x="115150" y="5905"/>
                  </a:lnTo>
                  <a:lnTo>
                    <a:pt x="115201" y="84582"/>
                  </a:lnTo>
                  <a:lnTo>
                    <a:pt x="1981" y="84277"/>
                  </a:lnTo>
                  <a:lnTo>
                    <a:pt x="0" y="86245"/>
                  </a:lnTo>
                  <a:lnTo>
                    <a:pt x="0" y="90182"/>
                  </a:lnTo>
                  <a:lnTo>
                    <a:pt x="50" y="169430"/>
                  </a:lnTo>
                  <a:lnTo>
                    <a:pt x="246380" y="167995"/>
                  </a:lnTo>
                  <a:lnTo>
                    <a:pt x="267106" y="86245"/>
                  </a:lnTo>
                  <a:lnTo>
                    <a:pt x="267119" y="84988"/>
                  </a:lnTo>
                  <a:lnTo>
                    <a:pt x="265836" y="84988"/>
                  </a:lnTo>
                  <a:lnTo>
                    <a:pt x="265836" y="167500"/>
                  </a:lnTo>
                  <a:lnTo>
                    <a:pt x="263918" y="167335"/>
                  </a:lnTo>
                  <a:lnTo>
                    <a:pt x="3886" y="165595"/>
                  </a:lnTo>
                  <a:lnTo>
                    <a:pt x="1968" y="165582"/>
                  </a:lnTo>
                  <a:lnTo>
                    <a:pt x="3886" y="165582"/>
                  </a:lnTo>
                  <a:lnTo>
                    <a:pt x="3924" y="88214"/>
                  </a:lnTo>
                  <a:lnTo>
                    <a:pt x="264591" y="87515"/>
                  </a:lnTo>
                  <a:lnTo>
                    <a:pt x="265290" y="146443"/>
                  </a:lnTo>
                  <a:lnTo>
                    <a:pt x="265480" y="157060"/>
                  </a:lnTo>
                  <a:lnTo>
                    <a:pt x="265709" y="166471"/>
                  </a:lnTo>
                  <a:lnTo>
                    <a:pt x="265836" y="167500"/>
                  </a:lnTo>
                  <a:lnTo>
                    <a:pt x="265836" y="84988"/>
                  </a:lnTo>
                  <a:lnTo>
                    <a:pt x="183997" y="84772"/>
                  </a:lnTo>
                  <a:lnTo>
                    <a:pt x="361530" y="83731"/>
                  </a:lnTo>
                  <a:lnTo>
                    <a:pt x="382270" y="1981"/>
                  </a:lnTo>
                  <a:lnTo>
                    <a:pt x="382282" y="711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4478774" y="8911267"/>
              <a:ext cx="126364" cy="81280"/>
            </a:xfrm>
            <a:custGeom>
              <a:avLst/>
              <a:gdLst/>
              <a:ahLst/>
              <a:cxnLst/>
              <a:rect l="l" t="t" r="r" b="b"/>
              <a:pathLst>
                <a:path w="126364" h="81279">
                  <a:moveTo>
                    <a:pt x="126331" y="0"/>
                  </a:moveTo>
                  <a:lnTo>
                    <a:pt x="0" y="0"/>
                  </a:lnTo>
                  <a:lnTo>
                    <a:pt x="0" y="81264"/>
                  </a:lnTo>
                  <a:lnTo>
                    <a:pt x="126331" y="81264"/>
                  </a:lnTo>
                  <a:lnTo>
                    <a:pt x="126331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5026139" y="7551857"/>
              <a:ext cx="153035" cy="956310"/>
            </a:xfrm>
            <a:custGeom>
              <a:avLst/>
              <a:gdLst/>
              <a:ahLst/>
              <a:cxnLst/>
              <a:rect l="l" t="t" r="r" b="b"/>
              <a:pathLst>
                <a:path w="153035" h="956309">
                  <a:moveTo>
                    <a:pt x="99860" y="3187"/>
                  </a:moveTo>
                  <a:lnTo>
                    <a:pt x="99847" y="1295"/>
                  </a:lnTo>
                  <a:lnTo>
                    <a:pt x="96062" y="1295"/>
                  </a:lnTo>
                  <a:lnTo>
                    <a:pt x="99847" y="1270"/>
                  </a:lnTo>
                  <a:lnTo>
                    <a:pt x="99847" y="0"/>
                  </a:lnTo>
                  <a:lnTo>
                    <a:pt x="1193" y="0"/>
                  </a:lnTo>
                  <a:lnTo>
                    <a:pt x="1193" y="127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96062" y="2540"/>
                  </a:lnTo>
                  <a:lnTo>
                    <a:pt x="96062" y="3162"/>
                  </a:lnTo>
                  <a:lnTo>
                    <a:pt x="96062" y="80670"/>
                  </a:lnTo>
                  <a:lnTo>
                    <a:pt x="96062" y="81280"/>
                  </a:lnTo>
                  <a:lnTo>
                    <a:pt x="723" y="81280"/>
                  </a:lnTo>
                  <a:lnTo>
                    <a:pt x="723" y="82550"/>
                  </a:lnTo>
                  <a:lnTo>
                    <a:pt x="723" y="83820"/>
                  </a:lnTo>
                  <a:lnTo>
                    <a:pt x="99847" y="83820"/>
                  </a:lnTo>
                  <a:lnTo>
                    <a:pt x="99847" y="82550"/>
                  </a:lnTo>
                  <a:lnTo>
                    <a:pt x="99847" y="80657"/>
                  </a:lnTo>
                  <a:lnTo>
                    <a:pt x="99860" y="3187"/>
                  </a:lnTo>
                  <a:close/>
                </a:path>
                <a:path w="153035" h="956309">
                  <a:moveTo>
                    <a:pt x="152412" y="875487"/>
                  </a:moveTo>
                  <a:lnTo>
                    <a:pt x="152400" y="873607"/>
                  </a:lnTo>
                  <a:lnTo>
                    <a:pt x="148615" y="873607"/>
                  </a:lnTo>
                  <a:lnTo>
                    <a:pt x="152400" y="873582"/>
                  </a:lnTo>
                  <a:lnTo>
                    <a:pt x="152400" y="872312"/>
                  </a:lnTo>
                  <a:lnTo>
                    <a:pt x="53746" y="872312"/>
                  </a:lnTo>
                  <a:lnTo>
                    <a:pt x="53746" y="873582"/>
                  </a:lnTo>
                  <a:lnTo>
                    <a:pt x="52781" y="873582"/>
                  </a:lnTo>
                  <a:lnTo>
                    <a:pt x="52781" y="874852"/>
                  </a:lnTo>
                  <a:lnTo>
                    <a:pt x="148615" y="874852"/>
                  </a:lnTo>
                  <a:lnTo>
                    <a:pt x="148615" y="875474"/>
                  </a:lnTo>
                  <a:lnTo>
                    <a:pt x="148615" y="952982"/>
                  </a:lnTo>
                  <a:lnTo>
                    <a:pt x="148615" y="953592"/>
                  </a:lnTo>
                  <a:lnTo>
                    <a:pt x="53276" y="953592"/>
                  </a:lnTo>
                  <a:lnTo>
                    <a:pt x="53276" y="954862"/>
                  </a:lnTo>
                  <a:lnTo>
                    <a:pt x="53276" y="956132"/>
                  </a:lnTo>
                  <a:lnTo>
                    <a:pt x="152400" y="956132"/>
                  </a:lnTo>
                  <a:lnTo>
                    <a:pt x="152400" y="954862"/>
                  </a:lnTo>
                  <a:lnTo>
                    <a:pt x="152400" y="952957"/>
                  </a:lnTo>
                  <a:lnTo>
                    <a:pt x="152412" y="875487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5349366" y="8315380"/>
              <a:ext cx="730250" cy="452755"/>
            </a:xfrm>
            <a:custGeom>
              <a:avLst/>
              <a:gdLst/>
              <a:ahLst/>
              <a:cxnLst/>
              <a:rect l="l" t="t" r="r" b="b"/>
              <a:pathLst>
                <a:path w="730250" h="452754">
                  <a:moveTo>
                    <a:pt x="730124" y="0"/>
                  </a:moveTo>
                  <a:lnTo>
                    <a:pt x="0" y="0"/>
                  </a:lnTo>
                  <a:lnTo>
                    <a:pt x="0" y="452268"/>
                  </a:lnTo>
                  <a:lnTo>
                    <a:pt x="730124" y="452268"/>
                  </a:lnTo>
                  <a:lnTo>
                    <a:pt x="7301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5555247" y="8315381"/>
              <a:ext cx="313690" cy="456565"/>
            </a:xfrm>
            <a:custGeom>
              <a:avLst/>
              <a:gdLst/>
              <a:ahLst/>
              <a:cxnLst/>
              <a:rect l="l" t="t" r="r" b="b"/>
              <a:pathLst>
                <a:path w="313689" h="456565">
                  <a:moveTo>
                    <a:pt x="313474" y="228257"/>
                  </a:moveTo>
                  <a:lnTo>
                    <a:pt x="313220" y="156108"/>
                  </a:lnTo>
                  <a:lnTo>
                    <a:pt x="312521" y="93446"/>
                  </a:lnTo>
                  <a:lnTo>
                    <a:pt x="311454" y="44030"/>
                  </a:lnTo>
                  <a:lnTo>
                    <a:pt x="308546" y="0"/>
                  </a:lnTo>
                  <a:lnTo>
                    <a:pt x="306997" y="11633"/>
                  </a:lnTo>
                  <a:lnTo>
                    <a:pt x="305638" y="44030"/>
                  </a:lnTo>
                  <a:lnTo>
                    <a:pt x="304571" y="93446"/>
                  </a:lnTo>
                  <a:lnTo>
                    <a:pt x="303872" y="156108"/>
                  </a:lnTo>
                  <a:lnTo>
                    <a:pt x="303618" y="228257"/>
                  </a:lnTo>
                  <a:lnTo>
                    <a:pt x="303657" y="241249"/>
                  </a:lnTo>
                  <a:lnTo>
                    <a:pt x="296621" y="240106"/>
                  </a:lnTo>
                  <a:lnTo>
                    <a:pt x="264083" y="238544"/>
                  </a:lnTo>
                  <a:lnTo>
                    <a:pt x="215823" y="237477"/>
                  </a:lnTo>
                  <a:lnTo>
                    <a:pt x="156743" y="237096"/>
                  </a:lnTo>
                  <a:lnTo>
                    <a:pt x="97650" y="237477"/>
                  </a:lnTo>
                  <a:lnTo>
                    <a:pt x="49390" y="238544"/>
                  </a:lnTo>
                  <a:lnTo>
                    <a:pt x="16865" y="240106"/>
                  </a:lnTo>
                  <a:lnTo>
                    <a:pt x="9804" y="241249"/>
                  </a:lnTo>
                  <a:lnTo>
                    <a:pt x="9855" y="228257"/>
                  </a:lnTo>
                  <a:lnTo>
                    <a:pt x="9601" y="156108"/>
                  </a:lnTo>
                  <a:lnTo>
                    <a:pt x="8902" y="93446"/>
                  </a:lnTo>
                  <a:lnTo>
                    <a:pt x="7835" y="44030"/>
                  </a:lnTo>
                  <a:lnTo>
                    <a:pt x="4927" y="0"/>
                  </a:lnTo>
                  <a:lnTo>
                    <a:pt x="3378" y="11633"/>
                  </a:lnTo>
                  <a:lnTo>
                    <a:pt x="2019" y="44030"/>
                  </a:lnTo>
                  <a:lnTo>
                    <a:pt x="952" y="93446"/>
                  </a:lnTo>
                  <a:lnTo>
                    <a:pt x="254" y="156108"/>
                  </a:lnTo>
                  <a:lnTo>
                    <a:pt x="0" y="228257"/>
                  </a:lnTo>
                  <a:lnTo>
                    <a:pt x="254" y="300393"/>
                  </a:lnTo>
                  <a:lnTo>
                    <a:pt x="952" y="363042"/>
                  </a:lnTo>
                  <a:lnTo>
                    <a:pt x="2019" y="412457"/>
                  </a:lnTo>
                  <a:lnTo>
                    <a:pt x="3378" y="444855"/>
                  </a:lnTo>
                  <a:lnTo>
                    <a:pt x="4927" y="456488"/>
                  </a:lnTo>
                  <a:lnTo>
                    <a:pt x="6489" y="444855"/>
                  </a:lnTo>
                  <a:lnTo>
                    <a:pt x="7835" y="412457"/>
                  </a:lnTo>
                  <a:lnTo>
                    <a:pt x="8902" y="363042"/>
                  </a:lnTo>
                  <a:lnTo>
                    <a:pt x="9601" y="300393"/>
                  </a:lnTo>
                  <a:lnTo>
                    <a:pt x="9791" y="242811"/>
                  </a:lnTo>
                  <a:lnTo>
                    <a:pt x="16865" y="243941"/>
                  </a:lnTo>
                  <a:lnTo>
                    <a:pt x="49390" y="245516"/>
                  </a:lnTo>
                  <a:lnTo>
                    <a:pt x="97650" y="246570"/>
                  </a:lnTo>
                  <a:lnTo>
                    <a:pt x="156743" y="246951"/>
                  </a:lnTo>
                  <a:lnTo>
                    <a:pt x="215823" y="246570"/>
                  </a:lnTo>
                  <a:lnTo>
                    <a:pt x="264083" y="245516"/>
                  </a:lnTo>
                  <a:lnTo>
                    <a:pt x="296621" y="243941"/>
                  </a:lnTo>
                  <a:lnTo>
                    <a:pt x="303669" y="242811"/>
                  </a:lnTo>
                  <a:lnTo>
                    <a:pt x="303872" y="300393"/>
                  </a:lnTo>
                  <a:lnTo>
                    <a:pt x="304571" y="363042"/>
                  </a:lnTo>
                  <a:lnTo>
                    <a:pt x="305638" y="412457"/>
                  </a:lnTo>
                  <a:lnTo>
                    <a:pt x="306997" y="444855"/>
                  </a:lnTo>
                  <a:lnTo>
                    <a:pt x="308546" y="456488"/>
                  </a:lnTo>
                  <a:lnTo>
                    <a:pt x="310108" y="444855"/>
                  </a:lnTo>
                  <a:lnTo>
                    <a:pt x="311454" y="412457"/>
                  </a:lnTo>
                  <a:lnTo>
                    <a:pt x="312521" y="363042"/>
                  </a:lnTo>
                  <a:lnTo>
                    <a:pt x="313220" y="300393"/>
                  </a:lnTo>
                  <a:lnTo>
                    <a:pt x="313474" y="228257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6" name="object 96" descr=""/>
          <p:cNvGrpSpPr/>
          <p:nvPr/>
        </p:nvGrpSpPr>
        <p:grpSpPr>
          <a:xfrm>
            <a:off x="1044628" y="4396736"/>
            <a:ext cx="3190240" cy="4739640"/>
            <a:chOff x="1044628" y="4396736"/>
            <a:chExt cx="3190240" cy="4739640"/>
          </a:xfrm>
        </p:grpSpPr>
        <p:sp>
          <p:nvSpPr>
            <p:cNvPr id="97" name="object 97" descr=""/>
            <p:cNvSpPr/>
            <p:nvPr/>
          </p:nvSpPr>
          <p:spPr>
            <a:xfrm>
              <a:off x="1622839" y="4396739"/>
              <a:ext cx="1366520" cy="4739640"/>
            </a:xfrm>
            <a:custGeom>
              <a:avLst/>
              <a:gdLst/>
              <a:ahLst/>
              <a:cxnLst/>
              <a:rect l="l" t="t" r="r" b="b"/>
              <a:pathLst>
                <a:path w="1366520" h="4739640">
                  <a:moveTo>
                    <a:pt x="1366063" y="0"/>
                  </a:moveTo>
                  <a:lnTo>
                    <a:pt x="1067747" y="0"/>
                  </a:lnTo>
                  <a:lnTo>
                    <a:pt x="0" y="1033172"/>
                  </a:lnTo>
                  <a:lnTo>
                    <a:pt x="0" y="4739562"/>
                  </a:lnTo>
                  <a:lnTo>
                    <a:pt x="697570" y="4739562"/>
                  </a:lnTo>
                  <a:lnTo>
                    <a:pt x="1366063" y="0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2082576" y="6459369"/>
              <a:ext cx="261620" cy="949325"/>
            </a:xfrm>
            <a:custGeom>
              <a:avLst/>
              <a:gdLst/>
              <a:ahLst/>
              <a:cxnLst/>
              <a:rect l="l" t="t" r="r" b="b"/>
              <a:pathLst>
                <a:path w="261619" h="949325">
                  <a:moveTo>
                    <a:pt x="10480" y="4769"/>
                  </a:moveTo>
                  <a:lnTo>
                    <a:pt x="725" y="4769"/>
                  </a:lnTo>
                  <a:lnTo>
                    <a:pt x="405" y="5151"/>
                  </a:lnTo>
                  <a:lnTo>
                    <a:pt x="416" y="76458"/>
                  </a:lnTo>
                  <a:lnTo>
                    <a:pt x="541" y="284001"/>
                  </a:lnTo>
                  <a:lnTo>
                    <a:pt x="929" y="539198"/>
                  </a:lnTo>
                  <a:lnTo>
                    <a:pt x="2342" y="948850"/>
                  </a:lnTo>
                  <a:lnTo>
                    <a:pt x="240387" y="946431"/>
                  </a:lnTo>
                  <a:lnTo>
                    <a:pt x="252764" y="946117"/>
                  </a:lnTo>
                  <a:lnTo>
                    <a:pt x="255507" y="946013"/>
                  </a:lnTo>
                  <a:lnTo>
                    <a:pt x="256858" y="945918"/>
                  </a:lnTo>
                  <a:lnTo>
                    <a:pt x="8342" y="945814"/>
                  </a:lnTo>
                  <a:lnTo>
                    <a:pt x="5337" y="942808"/>
                  </a:lnTo>
                  <a:lnTo>
                    <a:pt x="8353" y="942808"/>
                  </a:lnTo>
                  <a:lnTo>
                    <a:pt x="9745" y="539198"/>
                  </a:lnTo>
                  <a:lnTo>
                    <a:pt x="10122" y="284001"/>
                  </a:lnTo>
                  <a:lnTo>
                    <a:pt x="10243" y="76458"/>
                  </a:lnTo>
                  <a:lnTo>
                    <a:pt x="10257" y="9853"/>
                  </a:lnTo>
                  <a:lnTo>
                    <a:pt x="5389" y="9853"/>
                  </a:lnTo>
                  <a:lnTo>
                    <a:pt x="10067" y="5151"/>
                  </a:lnTo>
                  <a:lnTo>
                    <a:pt x="10480" y="4769"/>
                  </a:lnTo>
                  <a:close/>
                </a:path>
                <a:path w="261619" h="949325">
                  <a:moveTo>
                    <a:pt x="261565" y="4931"/>
                  </a:moveTo>
                  <a:lnTo>
                    <a:pt x="251937" y="4931"/>
                  </a:lnTo>
                  <a:lnTo>
                    <a:pt x="256753" y="9737"/>
                  </a:lnTo>
                  <a:lnTo>
                    <a:pt x="251953" y="9740"/>
                  </a:lnTo>
                  <a:lnTo>
                    <a:pt x="254148" y="678764"/>
                  </a:lnTo>
                  <a:lnTo>
                    <a:pt x="255524" y="875564"/>
                  </a:lnTo>
                  <a:lnTo>
                    <a:pt x="256162" y="928055"/>
                  </a:lnTo>
                  <a:lnTo>
                    <a:pt x="256858" y="945918"/>
                  </a:lnTo>
                  <a:lnTo>
                    <a:pt x="256978" y="944034"/>
                  </a:lnTo>
                  <a:lnTo>
                    <a:pt x="257082" y="940850"/>
                  </a:lnTo>
                  <a:lnTo>
                    <a:pt x="257386" y="926840"/>
                  </a:lnTo>
                  <a:lnTo>
                    <a:pt x="258026" y="873324"/>
                  </a:lnTo>
                  <a:lnTo>
                    <a:pt x="259393" y="675413"/>
                  </a:lnTo>
                  <a:lnTo>
                    <a:pt x="261565" y="4931"/>
                  </a:lnTo>
                  <a:close/>
                </a:path>
                <a:path w="261619" h="949325">
                  <a:moveTo>
                    <a:pt x="5337" y="942808"/>
                  </a:moveTo>
                  <a:lnTo>
                    <a:pt x="8342" y="945814"/>
                  </a:lnTo>
                  <a:lnTo>
                    <a:pt x="8352" y="942836"/>
                  </a:lnTo>
                  <a:lnTo>
                    <a:pt x="5337" y="942808"/>
                  </a:lnTo>
                  <a:close/>
                </a:path>
                <a:path w="261619" h="949325">
                  <a:moveTo>
                    <a:pt x="8352" y="942836"/>
                  </a:moveTo>
                  <a:lnTo>
                    <a:pt x="8342" y="945814"/>
                  </a:lnTo>
                  <a:lnTo>
                    <a:pt x="256753" y="945814"/>
                  </a:lnTo>
                  <a:lnTo>
                    <a:pt x="255110" y="945615"/>
                  </a:lnTo>
                  <a:lnTo>
                    <a:pt x="252178" y="945510"/>
                  </a:lnTo>
                  <a:lnTo>
                    <a:pt x="8352" y="942836"/>
                  </a:lnTo>
                  <a:close/>
                </a:path>
                <a:path w="261619" h="949325">
                  <a:moveTo>
                    <a:pt x="8353" y="942808"/>
                  </a:moveTo>
                  <a:lnTo>
                    <a:pt x="5337" y="942808"/>
                  </a:lnTo>
                  <a:lnTo>
                    <a:pt x="8352" y="942836"/>
                  </a:lnTo>
                  <a:close/>
                </a:path>
                <a:path w="261619" h="949325">
                  <a:moveTo>
                    <a:pt x="10663" y="4600"/>
                  </a:moveTo>
                  <a:lnTo>
                    <a:pt x="9804" y="5406"/>
                  </a:lnTo>
                  <a:lnTo>
                    <a:pt x="5389" y="9853"/>
                  </a:lnTo>
                  <a:lnTo>
                    <a:pt x="10257" y="9850"/>
                  </a:lnTo>
                  <a:lnTo>
                    <a:pt x="10258" y="5395"/>
                  </a:lnTo>
                  <a:lnTo>
                    <a:pt x="9953" y="5395"/>
                  </a:lnTo>
                  <a:lnTo>
                    <a:pt x="10663" y="4600"/>
                  </a:lnTo>
                  <a:close/>
                </a:path>
                <a:path w="261619" h="949325">
                  <a:moveTo>
                    <a:pt x="251938" y="5151"/>
                  </a:moveTo>
                  <a:lnTo>
                    <a:pt x="10258" y="5151"/>
                  </a:lnTo>
                  <a:lnTo>
                    <a:pt x="10257" y="9850"/>
                  </a:lnTo>
                  <a:lnTo>
                    <a:pt x="251953" y="9740"/>
                  </a:lnTo>
                  <a:lnTo>
                    <a:pt x="251938" y="5151"/>
                  </a:lnTo>
                  <a:close/>
                </a:path>
                <a:path w="261619" h="949325">
                  <a:moveTo>
                    <a:pt x="251937" y="4931"/>
                  </a:moveTo>
                  <a:lnTo>
                    <a:pt x="251953" y="9740"/>
                  </a:lnTo>
                  <a:lnTo>
                    <a:pt x="256753" y="9737"/>
                  </a:lnTo>
                  <a:lnTo>
                    <a:pt x="251937" y="4931"/>
                  </a:lnTo>
                  <a:close/>
                </a:path>
                <a:path w="261619" h="949325">
                  <a:moveTo>
                    <a:pt x="5389" y="0"/>
                  </a:moveTo>
                  <a:lnTo>
                    <a:pt x="723" y="4628"/>
                  </a:lnTo>
                  <a:lnTo>
                    <a:pt x="0" y="5406"/>
                  </a:lnTo>
                  <a:lnTo>
                    <a:pt x="725" y="4769"/>
                  </a:lnTo>
                  <a:lnTo>
                    <a:pt x="10480" y="4769"/>
                  </a:lnTo>
                  <a:lnTo>
                    <a:pt x="10663" y="4600"/>
                  </a:lnTo>
                  <a:lnTo>
                    <a:pt x="261566" y="4600"/>
                  </a:lnTo>
                  <a:lnTo>
                    <a:pt x="261581" y="115"/>
                  </a:lnTo>
                  <a:lnTo>
                    <a:pt x="5389" y="0"/>
                  </a:lnTo>
                  <a:close/>
                </a:path>
                <a:path w="261619" h="949325">
                  <a:moveTo>
                    <a:pt x="261566" y="4600"/>
                  </a:moveTo>
                  <a:lnTo>
                    <a:pt x="10663" y="4600"/>
                  </a:lnTo>
                  <a:lnTo>
                    <a:pt x="9953" y="5395"/>
                  </a:lnTo>
                  <a:lnTo>
                    <a:pt x="10258" y="5151"/>
                  </a:lnTo>
                  <a:lnTo>
                    <a:pt x="251938" y="5151"/>
                  </a:lnTo>
                  <a:lnTo>
                    <a:pt x="251937" y="4931"/>
                  </a:lnTo>
                  <a:lnTo>
                    <a:pt x="261565" y="4931"/>
                  </a:lnTo>
                  <a:lnTo>
                    <a:pt x="261566" y="4600"/>
                  </a:lnTo>
                  <a:close/>
                </a:path>
                <a:path w="261619" h="949325">
                  <a:moveTo>
                    <a:pt x="10258" y="5151"/>
                  </a:moveTo>
                  <a:lnTo>
                    <a:pt x="9953" y="5395"/>
                  </a:lnTo>
                  <a:lnTo>
                    <a:pt x="10258" y="5395"/>
                  </a:lnTo>
                  <a:lnTo>
                    <a:pt x="10258" y="51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2087249" y="6554120"/>
              <a:ext cx="247015" cy="232410"/>
            </a:xfrm>
            <a:custGeom>
              <a:avLst/>
              <a:gdLst/>
              <a:ahLst/>
              <a:cxnLst/>
              <a:rect l="l" t="t" r="r" b="b"/>
              <a:pathLst>
                <a:path w="247014" h="232409">
                  <a:moveTo>
                    <a:pt x="0" y="0"/>
                  </a:moveTo>
                  <a:lnTo>
                    <a:pt x="246913" y="0"/>
                  </a:lnTo>
                </a:path>
                <a:path w="247014" h="232409">
                  <a:moveTo>
                    <a:pt x="0" y="77265"/>
                  </a:moveTo>
                  <a:lnTo>
                    <a:pt x="246913" y="77265"/>
                  </a:lnTo>
                </a:path>
                <a:path w="247014" h="232409">
                  <a:moveTo>
                    <a:pt x="0" y="154532"/>
                  </a:moveTo>
                  <a:lnTo>
                    <a:pt x="246913" y="154532"/>
                  </a:lnTo>
                </a:path>
                <a:path w="247014" h="232409">
                  <a:moveTo>
                    <a:pt x="0" y="231798"/>
                  </a:moveTo>
                  <a:lnTo>
                    <a:pt x="246913" y="231798"/>
                  </a:lnTo>
                </a:path>
              </a:pathLst>
            </a:custGeom>
            <a:ln w="986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2087249" y="6863190"/>
              <a:ext cx="247015" cy="309245"/>
            </a:xfrm>
            <a:custGeom>
              <a:avLst/>
              <a:gdLst/>
              <a:ahLst/>
              <a:cxnLst/>
              <a:rect l="l" t="t" r="r" b="b"/>
              <a:pathLst>
                <a:path w="247014" h="309245">
                  <a:moveTo>
                    <a:pt x="0" y="0"/>
                  </a:moveTo>
                  <a:lnTo>
                    <a:pt x="246913" y="0"/>
                  </a:lnTo>
                </a:path>
                <a:path w="247014" h="309245">
                  <a:moveTo>
                    <a:pt x="0" y="77266"/>
                  </a:moveTo>
                  <a:lnTo>
                    <a:pt x="246913" y="77266"/>
                  </a:lnTo>
                </a:path>
                <a:path w="247014" h="309245">
                  <a:moveTo>
                    <a:pt x="0" y="154532"/>
                  </a:moveTo>
                  <a:lnTo>
                    <a:pt x="246913" y="154532"/>
                  </a:lnTo>
                </a:path>
                <a:path w="247014" h="309245">
                  <a:moveTo>
                    <a:pt x="0" y="231799"/>
                  </a:moveTo>
                  <a:lnTo>
                    <a:pt x="246913" y="231799"/>
                  </a:lnTo>
                </a:path>
                <a:path w="247014" h="309245">
                  <a:moveTo>
                    <a:pt x="0" y="309064"/>
                  </a:moveTo>
                  <a:lnTo>
                    <a:pt x="246913" y="309064"/>
                  </a:lnTo>
                </a:path>
              </a:pathLst>
            </a:custGeom>
            <a:ln w="985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2087249" y="7249519"/>
              <a:ext cx="247015" cy="77470"/>
            </a:xfrm>
            <a:custGeom>
              <a:avLst/>
              <a:gdLst/>
              <a:ahLst/>
              <a:cxnLst/>
              <a:rect l="l" t="t" r="r" b="b"/>
              <a:pathLst>
                <a:path w="247014" h="77470">
                  <a:moveTo>
                    <a:pt x="0" y="0"/>
                  </a:moveTo>
                  <a:lnTo>
                    <a:pt x="246913" y="0"/>
                  </a:lnTo>
                </a:path>
                <a:path w="247014" h="77470">
                  <a:moveTo>
                    <a:pt x="0" y="77265"/>
                  </a:moveTo>
                  <a:lnTo>
                    <a:pt x="246913" y="77265"/>
                  </a:lnTo>
                </a:path>
              </a:pathLst>
            </a:custGeom>
            <a:ln w="986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2070498" y="7428280"/>
              <a:ext cx="261620" cy="949325"/>
            </a:xfrm>
            <a:custGeom>
              <a:avLst/>
              <a:gdLst/>
              <a:ahLst/>
              <a:cxnLst/>
              <a:rect l="l" t="t" r="r" b="b"/>
              <a:pathLst>
                <a:path w="261619" h="949325">
                  <a:moveTo>
                    <a:pt x="10480" y="4769"/>
                  </a:moveTo>
                  <a:lnTo>
                    <a:pt x="725" y="4769"/>
                  </a:lnTo>
                  <a:lnTo>
                    <a:pt x="589" y="4931"/>
                  </a:lnTo>
                  <a:lnTo>
                    <a:pt x="465" y="146937"/>
                  </a:lnTo>
                  <a:lnTo>
                    <a:pt x="541" y="284001"/>
                  </a:lnTo>
                  <a:lnTo>
                    <a:pt x="929" y="539198"/>
                  </a:lnTo>
                  <a:lnTo>
                    <a:pt x="2342" y="948850"/>
                  </a:lnTo>
                  <a:lnTo>
                    <a:pt x="240387" y="946431"/>
                  </a:lnTo>
                  <a:lnTo>
                    <a:pt x="252764" y="946117"/>
                  </a:lnTo>
                  <a:lnTo>
                    <a:pt x="255507" y="946013"/>
                  </a:lnTo>
                  <a:lnTo>
                    <a:pt x="256848" y="945918"/>
                  </a:lnTo>
                  <a:lnTo>
                    <a:pt x="8342" y="945814"/>
                  </a:lnTo>
                  <a:lnTo>
                    <a:pt x="5337" y="942808"/>
                  </a:lnTo>
                  <a:lnTo>
                    <a:pt x="8352" y="942808"/>
                  </a:lnTo>
                  <a:lnTo>
                    <a:pt x="9735" y="539198"/>
                  </a:lnTo>
                  <a:lnTo>
                    <a:pt x="10122" y="284001"/>
                  </a:lnTo>
                  <a:lnTo>
                    <a:pt x="10227" y="146937"/>
                  </a:lnTo>
                  <a:lnTo>
                    <a:pt x="10257" y="9853"/>
                  </a:lnTo>
                  <a:lnTo>
                    <a:pt x="5389" y="9853"/>
                  </a:lnTo>
                  <a:lnTo>
                    <a:pt x="10067" y="5151"/>
                  </a:lnTo>
                  <a:lnTo>
                    <a:pt x="10480" y="4769"/>
                  </a:lnTo>
                  <a:close/>
                </a:path>
                <a:path w="261619" h="949325">
                  <a:moveTo>
                    <a:pt x="261565" y="4931"/>
                  </a:moveTo>
                  <a:lnTo>
                    <a:pt x="251937" y="4931"/>
                  </a:lnTo>
                  <a:lnTo>
                    <a:pt x="256753" y="9737"/>
                  </a:lnTo>
                  <a:lnTo>
                    <a:pt x="251953" y="9740"/>
                  </a:lnTo>
                  <a:lnTo>
                    <a:pt x="254149" y="678775"/>
                  </a:lnTo>
                  <a:lnTo>
                    <a:pt x="255524" y="875564"/>
                  </a:lnTo>
                  <a:lnTo>
                    <a:pt x="256162" y="928055"/>
                  </a:lnTo>
                  <a:lnTo>
                    <a:pt x="256858" y="945918"/>
                  </a:lnTo>
                  <a:lnTo>
                    <a:pt x="256978" y="944034"/>
                  </a:lnTo>
                  <a:lnTo>
                    <a:pt x="257082" y="940850"/>
                  </a:lnTo>
                  <a:lnTo>
                    <a:pt x="257386" y="926840"/>
                  </a:lnTo>
                  <a:lnTo>
                    <a:pt x="258026" y="873324"/>
                  </a:lnTo>
                  <a:lnTo>
                    <a:pt x="259393" y="675413"/>
                  </a:lnTo>
                  <a:lnTo>
                    <a:pt x="261565" y="4931"/>
                  </a:lnTo>
                  <a:close/>
                </a:path>
                <a:path w="261619" h="949325">
                  <a:moveTo>
                    <a:pt x="5337" y="942808"/>
                  </a:moveTo>
                  <a:lnTo>
                    <a:pt x="8342" y="945814"/>
                  </a:lnTo>
                  <a:lnTo>
                    <a:pt x="8352" y="942836"/>
                  </a:lnTo>
                  <a:lnTo>
                    <a:pt x="5337" y="942808"/>
                  </a:lnTo>
                  <a:close/>
                </a:path>
                <a:path w="261619" h="949325">
                  <a:moveTo>
                    <a:pt x="8352" y="942836"/>
                  </a:moveTo>
                  <a:lnTo>
                    <a:pt x="8342" y="945814"/>
                  </a:lnTo>
                  <a:lnTo>
                    <a:pt x="256748" y="945814"/>
                  </a:lnTo>
                  <a:lnTo>
                    <a:pt x="255110" y="945615"/>
                  </a:lnTo>
                  <a:lnTo>
                    <a:pt x="252178" y="945510"/>
                  </a:lnTo>
                  <a:lnTo>
                    <a:pt x="8352" y="942836"/>
                  </a:lnTo>
                  <a:close/>
                </a:path>
                <a:path w="261619" h="949325">
                  <a:moveTo>
                    <a:pt x="8352" y="942808"/>
                  </a:moveTo>
                  <a:lnTo>
                    <a:pt x="5337" y="942808"/>
                  </a:lnTo>
                  <a:lnTo>
                    <a:pt x="8352" y="942836"/>
                  </a:lnTo>
                  <a:close/>
                </a:path>
                <a:path w="261619" h="949325">
                  <a:moveTo>
                    <a:pt x="10663" y="4600"/>
                  </a:moveTo>
                  <a:lnTo>
                    <a:pt x="9804" y="5406"/>
                  </a:lnTo>
                  <a:lnTo>
                    <a:pt x="5389" y="9853"/>
                  </a:lnTo>
                  <a:lnTo>
                    <a:pt x="10257" y="9850"/>
                  </a:lnTo>
                  <a:lnTo>
                    <a:pt x="10258" y="5395"/>
                  </a:lnTo>
                  <a:lnTo>
                    <a:pt x="9953" y="5395"/>
                  </a:lnTo>
                  <a:lnTo>
                    <a:pt x="10663" y="4600"/>
                  </a:lnTo>
                  <a:close/>
                </a:path>
                <a:path w="261619" h="949325">
                  <a:moveTo>
                    <a:pt x="251938" y="5151"/>
                  </a:moveTo>
                  <a:lnTo>
                    <a:pt x="10258" y="5151"/>
                  </a:lnTo>
                  <a:lnTo>
                    <a:pt x="10257" y="9850"/>
                  </a:lnTo>
                  <a:lnTo>
                    <a:pt x="251953" y="9740"/>
                  </a:lnTo>
                  <a:lnTo>
                    <a:pt x="251938" y="5151"/>
                  </a:lnTo>
                  <a:close/>
                </a:path>
                <a:path w="261619" h="949325">
                  <a:moveTo>
                    <a:pt x="251937" y="4931"/>
                  </a:moveTo>
                  <a:lnTo>
                    <a:pt x="251953" y="9740"/>
                  </a:lnTo>
                  <a:lnTo>
                    <a:pt x="256753" y="9737"/>
                  </a:lnTo>
                  <a:lnTo>
                    <a:pt x="251937" y="4931"/>
                  </a:lnTo>
                  <a:close/>
                </a:path>
                <a:path w="261619" h="949325">
                  <a:moveTo>
                    <a:pt x="5389" y="0"/>
                  </a:moveTo>
                  <a:lnTo>
                    <a:pt x="723" y="4628"/>
                  </a:lnTo>
                  <a:lnTo>
                    <a:pt x="0" y="5406"/>
                  </a:lnTo>
                  <a:lnTo>
                    <a:pt x="725" y="4769"/>
                  </a:lnTo>
                  <a:lnTo>
                    <a:pt x="10480" y="4769"/>
                  </a:lnTo>
                  <a:lnTo>
                    <a:pt x="10663" y="4600"/>
                  </a:lnTo>
                  <a:lnTo>
                    <a:pt x="261566" y="4600"/>
                  </a:lnTo>
                  <a:lnTo>
                    <a:pt x="261581" y="115"/>
                  </a:lnTo>
                  <a:lnTo>
                    <a:pt x="5389" y="0"/>
                  </a:lnTo>
                  <a:close/>
                </a:path>
                <a:path w="261619" h="949325">
                  <a:moveTo>
                    <a:pt x="261566" y="4600"/>
                  </a:moveTo>
                  <a:lnTo>
                    <a:pt x="10663" y="4600"/>
                  </a:lnTo>
                  <a:lnTo>
                    <a:pt x="9953" y="5395"/>
                  </a:lnTo>
                  <a:lnTo>
                    <a:pt x="10258" y="5151"/>
                  </a:lnTo>
                  <a:lnTo>
                    <a:pt x="251938" y="5151"/>
                  </a:lnTo>
                  <a:lnTo>
                    <a:pt x="251937" y="4931"/>
                  </a:lnTo>
                  <a:lnTo>
                    <a:pt x="261565" y="4931"/>
                  </a:lnTo>
                  <a:lnTo>
                    <a:pt x="261566" y="4600"/>
                  </a:lnTo>
                  <a:close/>
                </a:path>
                <a:path w="261619" h="949325">
                  <a:moveTo>
                    <a:pt x="10258" y="5151"/>
                  </a:moveTo>
                  <a:lnTo>
                    <a:pt x="9953" y="5395"/>
                  </a:lnTo>
                  <a:lnTo>
                    <a:pt x="10258" y="5395"/>
                  </a:lnTo>
                  <a:lnTo>
                    <a:pt x="10258" y="51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2075171" y="7754835"/>
              <a:ext cx="247015" cy="232410"/>
            </a:xfrm>
            <a:custGeom>
              <a:avLst/>
              <a:gdLst/>
              <a:ahLst/>
              <a:cxnLst/>
              <a:rect l="l" t="t" r="r" b="b"/>
              <a:pathLst>
                <a:path w="247014" h="232409">
                  <a:moveTo>
                    <a:pt x="0" y="0"/>
                  </a:moveTo>
                  <a:lnTo>
                    <a:pt x="246913" y="0"/>
                  </a:lnTo>
                </a:path>
                <a:path w="247014" h="232409">
                  <a:moveTo>
                    <a:pt x="0" y="77265"/>
                  </a:moveTo>
                  <a:lnTo>
                    <a:pt x="246913" y="77265"/>
                  </a:lnTo>
                </a:path>
                <a:path w="247014" h="232409">
                  <a:moveTo>
                    <a:pt x="0" y="154532"/>
                  </a:moveTo>
                  <a:lnTo>
                    <a:pt x="246913" y="154532"/>
                  </a:lnTo>
                </a:path>
                <a:path w="247014" h="232409">
                  <a:moveTo>
                    <a:pt x="0" y="231798"/>
                  </a:moveTo>
                  <a:lnTo>
                    <a:pt x="246913" y="231798"/>
                  </a:lnTo>
                </a:path>
              </a:pathLst>
            </a:custGeom>
            <a:ln w="985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2075171" y="8063898"/>
              <a:ext cx="247015" cy="232410"/>
            </a:xfrm>
            <a:custGeom>
              <a:avLst/>
              <a:gdLst/>
              <a:ahLst/>
              <a:cxnLst/>
              <a:rect l="l" t="t" r="r" b="b"/>
              <a:pathLst>
                <a:path w="247014" h="232409">
                  <a:moveTo>
                    <a:pt x="0" y="0"/>
                  </a:moveTo>
                  <a:lnTo>
                    <a:pt x="246913" y="0"/>
                  </a:lnTo>
                </a:path>
                <a:path w="247014" h="232409">
                  <a:moveTo>
                    <a:pt x="0" y="77265"/>
                  </a:moveTo>
                  <a:lnTo>
                    <a:pt x="246913" y="77265"/>
                  </a:lnTo>
                </a:path>
                <a:path w="247014" h="232409">
                  <a:moveTo>
                    <a:pt x="0" y="154532"/>
                  </a:moveTo>
                  <a:lnTo>
                    <a:pt x="246913" y="154532"/>
                  </a:lnTo>
                </a:path>
                <a:path w="247014" h="232409">
                  <a:moveTo>
                    <a:pt x="0" y="231799"/>
                  </a:moveTo>
                  <a:lnTo>
                    <a:pt x="246913" y="231799"/>
                  </a:lnTo>
                </a:path>
              </a:pathLst>
            </a:custGeom>
            <a:ln w="986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2320416" y="4509642"/>
              <a:ext cx="1360805" cy="4627245"/>
            </a:xfrm>
            <a:custGeom>
              <a:avLst/>
              <a:gdLst/>
              <a:ahLst/>
              <a:cxnLst/>
              <a:rect l="l" t="t" r="r" b="b"/>
              <a:pathLst>
                <a:path w="1360804" h="4627245">
                  <a:moveTo>
                    <a:pt x="666859" y="0"/>
                  </a:moveTo>
                  <a:lnTo>
                    <a:pt x="0" y="920265"/>
                  </a:lnTo>
                  <a:lnTo>
                    <a:pt x="0" y="4626665"/>
                  </a:lnTo>
                  <a:lnTo>
                    <a:pt x="1360440" y="4626665"/>
                  </a:lnTo>
                  <a:lnTo>
                    <a:pt x="1360440" y="4624539"/>
                  </a:lnTo>
                  <a:lnTo>
                    <a:pt x="1360440" y="920265"/>
                  </a:lnTo>
                  <a:lnTo>
                    <a:pt x="6668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2785478" y="8012334"/>
              <a:ext cx="548640" cy="1112520"/>
            </a:xfrm>
            <a:custGeom>
              <a:avLst/>
              <a:gdLst/>
              <a:ahLst/>
              <a:cxnLst/>
              <a:rect l="l" t="t" r="r" b="b"/>
              <a:pathLst>
                <a:path w="548639" h="1112520">
                  <a:moveTo>
                    <a:pt x="393611" y="0"/>
                  </a:moveTo>
                  <a:lnTo>
                    <a:pt x="159905" y="0"/>
                  </a:lnTo>
                  <a:lnTo>
                    <a:pt x="159905" y="72644"/>
                  </a:lnTo>
                  <a:lnTo>
                    <a:pt x="393611" y="72644"/>
                  </a:lnTo>
                  <a:lnTo>
                    <a:pt x="393611" y="0"/>
                  </a:lnTo>
                  <a:close/>
                </a:path>
                <a:path w="548639" h="1112520">
                  <a:moveTo>
                    <a:pt x="502094" y="664451"/>
                  </a:moveTo>
                  <a:lnTo>
                    <a:pt x="477088" y="638441"/>
                  </a:lnTo>
                  <a:lnTo>
                    <a:pt x="470484" y="644639"/>
                  </a:lnTo>
                  <a:lnTo>
                    <a:pt x="471538" y="645363"/>
                  </a:lnTo>
                  <a:lnTo>
                    <a:pt x="472122" y="646734"/>
                  </a:lnTo>
                  <a:lnTo>
                    <a:pt x="478104" y="644398"/>
                  </a:lnTo>
                  <a:lnTo>
                    <a:pt x="488721" y="651167"/>
                  </a:lnTo>
                  <a:lnTo>
                    <a:pt x="492226" y="655091"/>
                  </a:lnTo>
                  <a:lnTo>
                    <a:pt x="492836" y="659650"/>
                  </a:lnTo>
                  <a:lnTo>
                    <a:pt x="493610" y="664108"/>
                  </a:lnTo>
                  <a:lnTo>
                    <a:pt x="490880" y="669175"/>
                  </a:lnTo>
                  <a:lnTo>
                    <a:pt x="480834" y="675195"/>
                  </a:lnTo>
                  <a:lnTo>
                    <a:pt x="475056" y="675195"/>
                  </a:lnTo>
                  <a:lnTo>
                    <a:pt x="471525" y="672401"/>
                  </a:lnTo>
                  <a:lnTo>
                    <a:pt x="467779" y="669696"/>
                  </a:lnTo>
                  <a:lnTo>
                    <a:pt x="465988" y="664756"/>
                  </a:lnTo>
                  <a:lnTo>
                    <a:pt x="465048" y="652195"/>
                  </a:lnTo>
                  <a:lnTo>
                    <a:pt x="469950" y="648030"/>
                  </a:lnTo>
                  <a:lnTo>
                    <a:pt x="469011" y="646874"/>
                  </a:lnTo>
                  <a:lnTo>
                    <a:pt x="468871" y="645604"/>
                  </a:lnTo>
                  <a:lnTo>
                    <a:pt x="460286" y="648474"/>
                  </a:lnTo>
                  <a:lnTo>
                    <a:pt x="458724" y="660488"/>
                  </a:lnTo>
                  <a:lnTo>
                    <a:pt x="458165" y="666026"/>
                  </a:lnTo>
                  <a:lnTo>
                    <a:pt x="459371" y="673709"/>
                  </a:lnTo>
                  <a:lnTo>
                    <a:pt x="465785" y="679437"/>
                  </a:lnTo>
                  <a:lnTo>
                    <a:pt x="471347" y="682828"/>
                  </a:lnTo>
                  <a:lnTo>
                    <a:pt x="477888" y="684098"/>
                  </a:lnTo>
                  <a:lnTo>
                    <a:pt x="484657" y="683348"/>
                  </a:lnTo>
                  <a:lnTo>
                    <a:pt x="490931" y="680681"/>
                  </a:lnTo>
                  <a:lnTo>
                    <a:pt x="496265" y="676427"/>
                  </a:lnTo>
                  <a:lnTo>
                    <a:pt x="500126" y="670814"/>
                  </a:lnTo>
                  <a:lnTo>
                    <a:pt x="502094" y="664451"/>
                  </a:lnTo>
                  <a:close/>
                </a:path>
                <a:path w="548639" h="1112520">
                  <a:moveTo>
                    <a:pt x="548284" y="143078"/>
                  </a:moveTo>
                  <a:lnTo>
                    <a:pt x="274193" y="142951"/>
                  </a:lnTo>
                  <a:lnTo>
                    <a:pt x="0" y="143078"/>
                  </a:lnTo>
                  <a:lnTo>
                    <a:pt x="1714" y="836968"/>
                  </a:lnTo>
                  <a:lnTo>
                    <a:pt x="3149" y="1038961"/>
                  </a:lnTo>
                  <a:lnTo>
                    <a:pt x="3949" y="1093177"/>
                  </a:lnTo>
                  <a:lnTo>
                    <a:pt x="4660" y="1111961"/>
                  </a:lnTo>
                  <a:lnTo>
                    <a:pt x="4965" y="1111961"/>
                  </a:lnTo>
                  <a:lnTo>
                    <a:pt x="6489" y="1038948"/>
                  </a:lnTo>
                  <a:lnTo>
                    <a:pt x="7912" y="836930"/>
                  </a:lnTo>
                  <a:lnTo>
                    <a:pt x="9613" y="152692"/>
                  </a:lnTo>
                  <a:lnTo>
                    <a:pt x="274193" y="152806"/>
                  </a:lnTo>
                  <a:lnTo>
                    <a:pt x="538670" y="152692"/>
                  </a:lnTo>
                  <a:lnTo>
                    <a:pt x="540372" y="836968"/>
                  </a:lnTo>
                  <a:lnTo>
                    <a:pt x="541794" y="1038961"/>
                  </a:lnTo>
                  <a:lnTo>
                    <a:pt x="542607" y="1093177"/>
                  </a:lnTo>
                  <a:lnTo>
                    <a:pt x="543026" y="1107198"/>
                  </a:lnTo>
                  <a:lnTo>
                    <a:pt x="543179" y="1110348"/>
                  </a:lnTo>
                  <a:lnTo>
                    <a:pt x="543318" y="1111961"/>
                  </a:lnTo>
                  <a:lnTo>
                    <a:pt x="543610" y="1111961"/>
                  </a:lnTo>
                  <a:lnTo>
                    <a:pt x="545147" y="1038948"/>
                  </a:lnTo>
                  <a:lnTo>
                    <a:pt x="546569" y="836930"/>
                  </a:lnTo>
                  <a:lnTo>
                    <a:pt x="548271" y="147878"/>
                  </a:lnTo>
                  <a:lnTo>
                    <a:pt x="548284" y="143078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2547629" y="6893737"/>
              <a:ext cx="420370" cy="809625"/>
            </a:xfrm>
            <a:custGeom>
              <a:avLst/>
              <a:gdLst/>
              <a:ahLst/>
              <a:cxnLst/>
              <a:rect l="l" t="t" r="r" b="b"/>
              <a:pathLst>
                <a:path w="420369" h="809625">
                  <a:moveTo>
                    <a:pt x="419955" y="0"/>
                  </a:moveTo>
                  <a:lnTo>
                    <a:pt x="0" y="0"/>
                  </a:lnTo>
                  <a:lnTo>
                    <a:pt x="0" y="809273"/>
                  </a:lnTo>
                  <a:lnTo>
                    <a:pt x="419955" y="809273"/>
                  </a:lnTo>
                  <a:lnTo>
                    <a:pt x="41995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2769435" y="6849878"/>
              <a:ext cx="0" cy="943610"/>
            </a:xfrm>
            <a:custGeom>
              <a:avLst/>
              <a:gdLst/>
              <a:ahLst/>
              <a:cxnLst/>
              <a:rect l="l" t="t" r="r" b="b"/>
              <a:pathLst>
                <a:path w="0" h="943609">
                  <a:moveTo>
                    <a:pt x="0" y="0"/>
                  </a:moveTo>
                  <a:lnTo>
                    <a:pt x="0" y="943610"/>
                  </a:lnTo>
                </a:path>
              </a:pathLst>
            </a:custGeom>
            <a:ln w="910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2523172" y="7169981"/>
              <a:ext cx="480059" cy="299720"/>
            </a:xfrm>
            <a:custGeom>
              <a:avLst/>
              <a:gdLst/>
              <a:ahLst/>
              <a:cxnLst/>
              <a:rect l="l" t="t" r="r" b="b"/>
              <a:pathLst>
                <a:path w="480060" h="299720">
                  <a:moveTo>
                    <a:pt x="479831" y="294347"/>
                  </a:moveTo>
                  <a:lnTo>
                    <a:pt x="433539" y="291439"/>
                  </a:lnTo>
                  <a:lnTo>
                    <a:pt x="381596" y="290372"/>
                  </a:lnTo>
                  <a:lnTo>
                    <a:pt x="315747" y="289661"/>
                  </a:lnTo>
                  <a:lnTo>
                    <a:pt x="239928" y="289420"/>
                  </a:lnTo>
                  <a:lnTo>
                    <a:pt x="164084" y="289661"/>
                  </a:lnTo>
                  <a:lnTo>
                    <a:pt x="98221" y="290372"/>
                  </a:lnTo>
                  <a:lnTo>
                    <a:pt x="46291" y="291439"/>
                  </a:lnTo>
                  <a:lnTo>
                    <a:pt x="12230" y="292785"/>
                  </a:lnTo>
                  <a:lnTo>
                    <a:pt x="0" y="294347"/>
                  </a:lnTo>
                  <a:lnTo>
                    <a:pt x="12230" y="295910"/>
                  </a:lnTo>
                  <a:lnTo>
                    <a:pt x="46291" y="297256"/>
                  </a:lnTo>
                  <a:lnTo>
                    <a:pt x="98221" y="298323"/>
                  </a:lnTo>
                  <a:lnTo>
                    <a:pt x="164084" y="299021"/>
                  </a:lnTo>
                  <a:lnTo>
                    <a:pt x="239928" y="299275"/>
                  </a:lnTo>
                  <a:lnTo>
                    <a:pt x="315747" y="299021"/>
                  </a:lnTo>
                  <a:lnTo>
                    <a:pt x="381596" y="298323"/>
                  </a:lnTo>
                  <a:lnTo>
                    <a:pt x="433539" y="297256"/>
                  </a:lnTo>
                  <a:lnTo>
                    <a:pt x="467601" y="295910"/>
                  </a:lnTo>
                  <a:lnTo>
                    <a:pt x="479831" y="294347"/>
                  </a:lnTo>
                  <a:close/>
                </a:path>
                <a:path w="480060" h="299720">
                  <a:moveTo>
                    <a:pt x="479831" y="4927"/>
                  </a:moveTo>
                  <a:lnTo>
                    <a:pt x="433539" y="2019"/>
                  </a:lnTo>
                  <a:lnTo>
                    <a:pt x="381596" y="952"/>
                  </a:lnTo>
                  <a:lnTo>
                    <a:pt x="315747" y="254"/>
                  </a:lnTo>
                  <a:lnTo>
                    <a:pt x="239928" y="0"/>
                  </a:lnTo>
                  <a:lnTo>
                    <a:pt x="164084" y="254"/>
                  </a:lnTo>
                  <a:lnTo>
                    <a:pt x="98221" y="952"/>
                  </a:lnTo>
                  <a:lnTo>
                    <a:pt x="46291" y="2019"/>
                  </a:lnTo>
                  <a:lnTo>
                    <a:pt x="12230" y="3365"/>
                  </a:lnTo>
                  <a:lnTo>
                    <a:pt x="0" y="4927"/>
                  </a:lnTo>
                  <a:lnTo>
                    <a:pt x="12230" y="6489"/>
                  </a:lnTo>
                  <a:lnTo>
                    <a:pt x="46291" y="7835"/>
                  </a:lnTo>
                  <a:lnTo>
                    <a:pt x="98221" y="8902"/>
                  </a:lnTo>
                  <a:lnTo>
                    <a:pt x="164084" y="9601"/>
                  </a:lnTo>
                  <a:lnTo>
                    <a:pt x="239928" y="9855"/>
                  </a:lnTo>
                  <a:lnTo>
                    <a:pt x="315747" y="9601"/>
                  </a:lnTo>
                  <a:lnTo>
                    <a:pt x="381596" y="8902"/>
                  </a:lnTo>
                  <a:lnTo>
                    <a:pt x="433539" y="7835"/>
                  </a:lnTo>
                  <a:lnTo>
                    <a:pt x="467601" y="6489"/>
                  </a:lnTo>
                  <a:lnTo>
                    <a:pt x="479831" y="49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3090932" y="6893737"/>
              <a:ext cx="420370" cy="809625"/>
            </a:xfrm>
            <a:custGeom>
              <a:avLst/>
              <a:gdLst/>
              <a:ahLst/>
              <a:cxnLst/>
              <a:rect l="l" t="t" r="r" b="b"/>
              <a:pathLst>
                <a:path w="420370" h="809625">
                  <a:moveTo>
                    <a:pt x="419955" y="0"/>
                  </a:moveTo>
                  <a:lnTo>
                    <a:pt x="0" y="0"/>
                  </a:lnTo>
                  <a:lnTo>
                    <a:pt x="0" y="809273"/>
                  </a:lnTo>
                  <a:lnTo>
                    <a:pt x="419955" y="809273"/>
                  </a:lnTo>
                  <a:lnTo>
                    <a:pt x="41995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3312732" y="6849878"/>
              <a:ext cx="0" cy="943610"/>
            </a:xfrm>
            <a:custGeom>
              <a:avLst/>
              <a:gdLst/>
              <a:ahLst/>
              <a:cxnLst/>
              <a:rect l="l" t="t" r="r" b="b"/>
              <a:pathLst>
                <a:path w="0" h="943609">
                  <a:moveTo>
                    <a:pt x="0" y="0"/>
                  </a:moveTo>
                  <a:lnTo>
                    <a:pt x="0" y="943610"/>
                  </a:lnTo>
                </a:path>
              </a:pathLst>
            </a:custGeom>
            <a:ln w="910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3066466" y="7169981"/>
              <a:ext cx="480059" cy="299720"/>
            </a:xfrm>
            <a:custGeom>
              <a:avLst/>
              <a:gdLst/>
              <a:ahLst/>
              <a:cxnLst/>
              <a:rect l="l" t="t" r="r" b="b"/>
              <a:pathLst>
                <a:path w="480060" h="299720">
                  <a:moveTo>
                    <a:pt x="479831" y="294347"/>
                  </a:moveTo>
                  <a:lnTo>
                    <a:pt x="433539" y="291439"/>
                  </a:lnTo>
                  <a:lnTo>
                    <a:pt x="381609" y="290372"/>
                  </a:lnTo>
                  <a:lnTo>
                    <a:pt x="315760" y="289661"/>
                  </a:lnTo>
                  <a:lnTo>
                    <a:pt x="239928" y="289420"/>
                  </a:lnTo>
                  <a:lnTo>
                    <a:pt x="164084" y="289661"/>
                  </a:lnTo>
                  <a:lnTo>
                    <a:pt x="98221" y="290372"/>
                  </a:lnTo>
                  <a:lnTo>
                    <a:pt x="46291" y="291439"/>
                  </a:lnTo>
                  <a:lnTo>
                    <a:pt x="12230" y="292785"/>
                  </a:lnTo>
                  <a:lnTo>
                    <a:pt x="0" y="294347"/>
                  </a:lnTo>
                  <a:lnTo>
                    <a:pt x="12230" y="295910"/>
                  </a:lnTo>
                  <a:lnTo>
                    <a:pt x="46291" y="297256"/>
                  </a:lnTo>
                  <a:lnTo>
                    <a:pt x="98221" y="298323"/>
                  </a:lnTo>
                  <a:lnTo>
                    <a:pt x="164084" y="299021"/>
                  </a:lnTo>
                  <a:lnTo>
                    <a:pt x="239928" y="299275"/>
                  </a:lnTo>
                  <a:lnTo>
                    <a:pt x="315760" y="299021"/>
                  </a:lnTo>
                  <a:lnTo>
                    <a:pt x="381609" y="298323"/>
                  </a:lnTo>
                  <a:lnTo>
                    <a:pt x="433539" y="297256"/>
                  </a:lnTo>
                  <a:lnTo>
                    <a:pt x="467601" y="295910"/>
                  </a:lnTo>
                  <a:lnTo>
                    <a:pt x="479831" y="294347"/>
                  </a:lnTo>
                  <a:close/>
                </a:path>
                <a:path w="480060" h="299720">
                  <a:moveTo>
                    <a:pt x="479831" y="4927"/>
                  </a:moveTo>
                  <a:lnTo>
                    <a:pt x="433539" y="2019"/>
                  </a:lnTo>
                  <a:lnTo>
                    <a:pt x="381609" y="952"/>
                  </a:lnTo>
                  <a:lnTo>
                    <a:pt x="315760" y="254"/>
                  </a:lnTo>
                  <a:lnTo>
                    <a:pt x="239928" y="0"/>
                  </a:lnTo>
                  <a:lnTo>
                    <a:pt x="164084" y="254"/>
                  </a:lnTo>
                  <a:lnTo>
                    <a:pt x="98221" y="952"/>
                  </a:lnTo>
                  <a:lnTo>
                    <a:pt x="46291" y="2019"/>
                  </a:lnTo>
                  <a:lnTo>
                    <a:pt x="12230" y="3365"/>
                  </a:lnTo>
                  <a:lnTo>
                    <a:pt x="0" y="4927"/>
                  </a:lnTo>
                  <a:lnTo>
                    <a:pt x="12230" y="6489"/>
                  </a:lnTo>
                  <a:lnTo>
                    <a:pt x="46291" y="7835"/>
                  </a:lnTo>
                  <a:lnTo>
                    <a:pt x="98221" y="8902"/>
                  </a:lnTo>
                  <a:lnTo>
                    <a:pt x="164084" y="9601"/>
                  </a:lnTo>
                  <a:lnTo>
                    <a:pt x="239928" y="9855"/>
                  </a:lnTo>
                  <a:lnTo>
                    <a:pt x="315760" y="9601"/>
                  </a:lnTo>
                  <a:lnTo>
                    <a:pt x="381609" y="8902"/>
                  </a:lnTo>
                  <a:lnTo>
                    <a:pt x="433539" y="7835"/>
                  </a:lnTo>
                  <a:lnTo>
                    <a:pt x="467601" y="6489"/>
                  </a:lnTo>
                  <a:lnTo>
                    <a:pt x="479831" y="49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2547629" y="5741322"/>
              <a:ext cx="420370" cy="809625"/>
            </a:xfrm>
            <a:custGeom>
              <a:avLst/>
              <a:gdLst/>
              <a:ahLst/>
              <a:cxnLst/>
              <a:rect l="l" t="t" r="r" b="b"/>
              <a:pathLst>
                <a:path w="420369" h="809625">
                  <a:moveTo>
                    <a:pt x="419955" y="0"/>
                  </a:moveTo>
                  <a:lnTo>
                    <a:pt x="0" y="0"/>
                  </a:lnTo>
                  <a:lnTo>
                    <a:pt x="0" y="809273"/>
                  </a:lnTo>
                  <a:lnTo>
                    <a:pt x="419955" y="809273"/>
                  </a:lnTo>
                  <a:lnTo>
                    <a:pt x="41995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2769435" y="5697460"/>
              <a:ext cx="0" cy="943610"/>
            </a:xfrm>
            <a:custGeom>
              <a:avLst/>
              <a:gdLst/>
              <a:ahLst/>
              <a:cxnLst/>
              <a:rect l="l" t="t" r="r" b="b"/>
              <a:pathLst>
                <a:path w="0" h="943609">
                  <a:moveTo>
                    <a:pt x="0" y="0"/>
                  </a:moveTo>
                  <a:lnTo>
                    <a:pt x="0" y="943610"/>
                  </a:lnTo>
                </a:path>
              </a:pathLst>
            </a:custGeom>
            <a:ln w="910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2523172" y="6017570"/>
              <a:ext cx="480059" cy="299720"/>
            </a:xfrm>
            <a:custGeom>
              <a:avLst/>
              <a:gdLst/>
              <a:ahLst/>
              <a:cxnLst/>
              <a:rect l="l" t="t" r="r" b="b"/>
              <a:pathLst>
                <a:path w="480060" h="299720">
                  <a:moveTo>
                    <a:pt x="479831" y="294335"/>
                  </a:moveTo>
                  <a:lnTo>
                    <a:pt x="433539" y="291426"/>
                  </a:lnTo>
                  <a:lnTo>
                    <a:pt x="381596" y="290360"/>
                  </a:lnTo>
                  <a:lnTo>
                    <a:pt x="315747" y="289674"/>
                  </a:lnTo>
                  <a:lnTo>
                    <a:pt x="239928" y="289420"/>
                  </a:lnTo>
                  <a:lnTo>
                    <a:pt x="164084" y="289674"/>
                  </a:lnTo>
                  <a:lnTo>
                    <a:pt x="98221" y="290360"/>
                  </a:lnTo>
                  <a:lnTo>
                    <a:pt x="46291" y="291426"/>
                  </a:lnTo>
                  <a:lnTo>
                    <a:pt x="12230" y="292785"/>
                  </a:lnTo>
                  <a:lnTo>
                    <a:pt x="0" y="294335"/>
                  </a:lnTo>
                  <a:lnTo>
                    <a:pt x="12230" y="295897"/>
                  </a:lnTo>
                  <a:lnTo>
                    <a:pt x="46291" y="297256"/>
                  </a:lnTo>
                  <a:lnTo>
                    <a:pt x="98221" y="298323"/>
                  </a:lnTo>
                  <a:lnTo>
                    <a:pt x="164084" y="299021"/>
                  </a:lnTo>
                  <a:lnTo>
                    <a:pt x="239928" y="299275"/>
                  </a:lnTo>
                  <a:lnTo>
                    <a:pt x="315747" y="299021"/>
                  </a:lnTo>
                  <a:lnTo>
                    <a:pt x="381596" y="298323"/>
                  </a:lnTo>
                  <a:lnTo>
                    <a:pt x="433539" y="297256"/>
                  </a:lnTo>
                  <a:lnTo>
                    <a:pt x="467601" y="295897"/>
                  </a:lnTo>
                  <a:lnTo>
                    <a:pt x="479831" y="294335"/>
                  </a:lnTo>
                  <a:close/>
                </a:path>
                <a:path w="480060" h="299720">
                  <a:moveTo>
                    <a:pt x="479831" y="4914"/>
                  </a:moveTo>
                  <a:lnTo>
                    <a:pt x="433539" y="2006"/>
                  </a:lnTo>
                  <a:lnTo>
                    <a:pt x="381596" y="939"/>
                  </a:lnTo>
                  <a:lnTo>
                    <a:pt x="315747" y="254"/>
                  </a:lnTo>
                  <a:lnTo>
                    <a:pt x="239928" y="0"/>
                  </a:lnTo>
                  <a:lnTo>
                    <a:pt x="164084" y="254"/>
                  </a:lnTo>
                  <a:lnTo>
                    <a:pt x="98221" y="939"/>
                  </a:lnTo>
                  <a:lnTo>
                    <a:pt x="46291" y="2006"/>
                  </a:lnTo>
                  <a:lnTo>
                    <a:pt x="12230" y="3365"/>
                  </a:lnTo>
                  <a:lnTo>
                    <a:pt x="0" y="4914"/>
                  </a:lnTo>
                  <a:lnTo>
                    <a:pt x="12230" y="6477"/>
                  </a:lnTo>
                  <a:lnTo>
                    <a:pt x="46291" y="7835"/>
                  </a:lnTo>
                  <a:lnTo>
                    <a:pt x="98221" y="8902"/>
                  </a:lnTo>
                  <a:lnTo>
                    <a:pt x="164084" y="9601"/>
                  </a:lnTo>
                  <a:lnTo>
                    <a:pt x="239928" y="9855"/>
                  </a:lnTo>
                  <a:lnTo>
                    <a:pt x="315747" y="9601"/>
                  </a:lnTo>
                  <a:lnTo>
                    <a:pt x="381596" y="8902"/>
                  </a:lnTo>
                  <a:lnTo>
                    <a:pt x="433539" y="7835"/>
                  </a:lnTo>
                  <a:lnTo>
                    <a:pt x="467601" y="6477"/>
                  </a:lnTo>
                  <a:lnTo>
                    <a:pt x="479831" y="49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3090932" y="5741322"/>
              <a:ext cx="420370" cy="809625"/>
            </a:xfrm>
            <a:custGeom>
              <a:avLst/>
              <a:gdLst/>
              <a:ahLst/>
              <a:cxnLst/>
              <a:rect l="l" t="t" r="r" b="b"/>
              <a:pathLst>
                <a:path w="420370" h="809625">
                  <a:moveTo>
                    <a:pt x="419955" y="0"/>
                  </a:moveTo>
                  <a:lnTo>
                    <a:pt x="0" y="0"/>
                  </a:lnTo>
                  <a:lnTo>
                    <a:pt x="0" y="809273"/>
                  </a:lnTo>
                  <a:lnTo>
                    <a:pt x="419955" y="809273"/>
                  </a:lnTo>
                  <a:lnTo>
                    <a:pt x="41995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3312732" y="5697460"/>
              <a:ext cx="0" cy="943610"/>
            </a:xfrm>
            <a:custGeom>
              <a:avLst/>
              <a:gdLst/>
              <a:ahLst/>
              <a:cxnLst/>
              <a:rect l="l" t="t" r="r" b="b"/>
              <a:pathLst>
                <a:path w="0" h="943609">
                  <a:moveTo>
                    <a:pt x="0" y="0"/>
                  </a:moveTo>
                  <a:lnTo>
                    <a:pt x="0" y="943610"/>
                  </a:lnTo>
                </a:path>
              </a:pathLst>
            </a:custGeom>
            <a:ln w="910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1989404" y="6017570"/>
              <a:ext cx="1557020" cy="1736089"/>
            </a:xfrm>
            <a:custGeom>
              <a:avLst/>
              <a:gdLst/>
              <a:ahLst/>
              <a:cxnLst/>
              <a:rect l="l" t="t" r="r" b="b"/>
              <a:pathLst>
                <a:path w="1557020" h="1736090">
                  <a:moveTo>
                    <a:pt x="331000" y="1368704"/>
                  </a:moveTo>
                  <a:lnTo>
                    <a:pt x="0" y="1368704"/>
                  </a:lnTo>
                  <a:lnTo>
                    <a:pt x="0" y="1736001"/>
                  </a:lnTo>
                  <a:lnTo>
                    <a:pt x="331000" y="1736001"/>
                  </a:lnTo>
                  <a:lnTo>
                    <a:pt x="331000" y="1368704"/>
                  </a:lnTo>
                  <a:close/>
                </a:path>
                <a:path w="1557020" h="1736090">
                  <a:moveTo>
                    <a:pt x="331000" y="190385"/>
                  </a:moveTo>
                  <a:lnTo>
                    <a:pt x="0" y="190385"/>
                  </a:lnTo>
                  <a:lnTo>
                    <a:pt x="0" y="557682"/>
                  </a:lnTo>
                  <a:lnTo>
                    <a:pt x="331000" y="557682"/>
                  </a:lnTo>
                  <a:lnTo>
                    <a:pt x="331000" y="190385"/>
                  </a:lnTo>
                  <a:close/>
                </a:path>
                <a:path w="1557020" h="1736090">
                  <a:moveTo>
                    <a:pt x="1556893" y="294335"/>
                  </a:moveTo>
                  <a:lnTo>
                    <a:pt x="1510601" y="291426"/>
                  </a:lnTo>
                  <a:lnTo>
                    <a:pt x="1458671" y="290360"/>
                  </a:lnTo>
                  <a:lnTo>
                    <a:pt x="1392821" y="289674"/>
                  </a:lnTo>
                  <a:lnTo>
                    <a:pt x="1316990" y="289420"/>
                  </a:lnTo>
                  <a:lnTo>
                    <a:pt x="1241145" y="289674"/>
                  </a:lnTo>
                  <a:lnTo>
                    <a:pt x="1175283" y="290360"/>
                  </a:lnTo>
                  <a:lnTo>
                    <a:pt x="1123353" y="291426"/>
                  </a:lnTo>
                  <a:lnTo>
                    <a:pt x="1089291" y="292785"/>
                  </a:lnTo>
                  <a:lnTo>
                    <a:pt x="1077061" y="294335"/>
                  </a:lnTo>
                  <a:lnTo>
                    <a:pt x="1089291" y="295897"/>
                  </a:lnTo>
                  <a:lnTo>
                    <a:pt x="1123353" y="297256"/>
                  </a:lnTo>
                  <a:lnTo>
                    <a:pt x="1175283" y="298323"/>
                  </a:lnTo>
                  <a:lnTo>
                    <a:pt x="1241145" y="299021"/>
                  </a:lnTo>
                  <a:lnTo>
                    <a:pt x="1316990" y="299275"/>
                  </a:lnTo>
                  <a:lnTo>
                    <a:pt x="1392821" y="299021"/>
                  </a:lnTo>
                  <a:lnTo>
                    <a:pt x="1458671" y="298323"/>
                  </a:lnTo>
                  <a:lnTo>
                    <a:pt x="1510601" y="297256"/>
                  </a:lnTo>
                  <a:lnTo>
                    <a:pt x="1544662" y="295897"/>
                  </a:lnTo>
                  <a:lnTo>
                    <a:pt x="1556893" y="294335"/>
                  </a:lnTo>
                  <a:close/>
                </a:path>
                <a:path w="1557020" h="1736090">
                  <a:moveTo>
                    <a:pt x="1556893" y="4914"/>
                  </a:moveTo>
                  <a:lnTo>
                    <a:pt x="1510601" y="2006"/>
                  </a:lnTo>
                  <a:lnTo>
                    <a:pt x="1458671" y="939"/>
                  </a:lnTo>
                  <a:lnTo>
                    <a:pt x="1392821" y="254"/>
                  </a:lnTo>
                  <a:lnTo>
                    <a:pt x="1316990" y="0"/>
                  </a:lnTo>
                  <a:lnTo>
                    <a:pt x="1241145" y="254"/>
                  </a:lnTo>
                  <a:lnTo>
                    <a:pt x="1175283" y="939"/>
                  </a:lnTo>
                  <a:lnTo>
                    <a:pt x="1123353" y="2006"/>
                  </a:lnTo>
                  <a:lnTo>
                    <a:pt x="1089291" y="3365"/>
                  </a:lnTo>
                  <a:lnTo>
                    <a:pt x="1077061" y="4914"/>
                  </a:lnTo>
                  <a:lnTo>
                    <a:pt x="1089291" y="6477"/>
                  </a:lnTo>
                  <a:lnTo>
                    <a:pt x="1123353" y="7835"/>
                  </a:lnTo>
                  <a:lnTo>
                    <a:pt x="1175283" y="8902"/>
                  </a:lnTo>
                  <a:lnTo>
                    <a:pt x="1241145" y="9601"/>
                  </a:lnTo>
                  <a:lnTo>
                    <a:pt x="1316990" y="9855"/>
                  </a:lnTo>
                  <a:lnTo>
                    <a:pt x="1392821" y="9601"/>
                  </a:lnTo>
                  <a:lnTo>
                    <a:pt x="1458671" y="8902"/>
                  </a:lnTo>
                  <a:lnTo>
                    <a:pt x="1510601" y="7835"/>
                  </a:lnTo>
                  <a:lnTo>
                    <a:pt x="1544662" y="6477"/>
                  </a:lnTo>
                  <a:lnTo>
                    <a:pt x="1556893" y="49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2794515" y="5022284"/>
              <a:ext cx="443230" cy="443230"/>
            </a:xfrm>
            <a:custGeom>
              <a:avLst/>
              <a:gdLst/>
              <a:ahLst/>
              <a:cxnLst/>
              <a:rect l="l" t="t" r="r" b="b"/>
              <a:pathLst>
                <a:path w="443230" h="443229">
                  <a:moveTo>
                    <a:pt x="221532" y="0"/>
                  </a:moveTo>
                  <a:lnTo>
                    <a:pt x="176885" y="4500"/>
                  </a:lnTo>
                  <a:lnTo>
                    <a:pt x="135300" y="17408"/>
                  </a:lnTo>
                  <a:lnTo>
                    <a:pt x="97670" y="37833"/>
                  </a:lnTo>
                  <a:lnTo>
                    <a:pt x="64884" y="64884"/>
                  </a:lnTo>
                  <a:lnTo>
                    <a:pt x="37833" y="97670"/>
                  </a:lnTo>
                  <a:lnTo>
                    <a:pt x="17408" y="135300"/>
                  </a:lnTo>
                  <a:lnTo>
                    <a:pt x="4500" y="176885"/>
                  </a:lnTo>
                  <a:lnTo>
                    <a:pt x="0" y="221532"/>
                  </a:lnTo>
                  <a:lnTo>
                    <a:pt x="4500" y="266179"/>
                  </a:lnTo>
                  <a:lnTo>
                    <a:pt x="17408" y="307764"/>
                  </a:lnTo>
                  <a:lnTo>
                    <a:pt x="37833" y="345394"/>
                  </a:lnTo>
                  <a:lnTo>
                    <a:pt x="64884" y="378180"/>
                  </a:lnTo>
                  <a:lnTo>
                    <a:pt x="97670" y="405231"/>
                  </a:lnTo>
                  <a:lnTo>
                    <a:pt x="135300" y="425656"/>
                  </a:lnTo>
                  <a:lnTo>
                    <a:pt x="176885" y="438564"/>
                  </a:lnTo>
                  <a:lnTo>
                    <a:pt x="221532" y="443065"/>
                  </a:lnTo>
                  <a:lnTo>
                    <a:pt x="266179" y="438564"/>
                  </a:lnTo>
                  <a:lnTo>
                    <a:pt x="307764" y="425656"/>
                  </a:lnTo>
                  <a:lnTo>
                    <a:pt x="345394" y="405231"/>
                  </a:lnTo>
                  <a:lnTo>
                    <a:pt x="378180" y="378180"/>
                  </a:lnTo>
                  <a:lnTo>
                    <a:pt x="405231" y="345394"/>
                  </a:lnTo>
                  <a:lnTo>
                    <a:pt x="425656" y="307764"/>
                  </a:lnTo>
                  <a:lnTo>
                    <a:pt x="438564" y="266179"/>
                  </a:lnTo>
                  <a:lnTo>
                    <a:pt x="443065" y="221532"/>
                  </a:lnTo>
                  <a:lnTo>
                    <a:pt x="438564" y="176885"/>
                  </a:lnTo>
                  <a:lnTo>
                    <a:pt x="425656" y="135300"/>
                  </a:lnTo>
                  <a:lnTo>
                    <a:pt x="405231" y="97670"/>
                  </a:lnTo>
                  <a:lnTo>
                    <a:pt x="378180" y="64884"/>
                  </a:lnTo>
                  <a:lnTo>
                    <a:pt x="345394" y="37833"/>
                  </a:lnTo>
                  <a:lnTo>
                    <a:pt x="307764" y="17408"/>
                  </a:lnTo>
                  <a:lnTo>
                    <a:pt x="266179" y="4500"/>
                  </a:lnTo>
                  <a:lnTo>
                    <a:pt x="22153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2767330" y="4982838"/>
              <a:ext cx="471805" cy="537210"/>
            </a:xfrm>
            <a:custGeom>
              <a:avLst/>
              <a:gdLst/>
              <a:ahLst/>
              <a:cxnLst/>
              <a:rect l="l" t="t" r="r" b="b"/>
              <a:pathLst>
                <a:path w="471805" h="537210">
                  <a:moveTo>
                    <a:pt x="471335" y="260985"/>
                  </a:moveTo>
                  <a:lnTo>
                    <a:pt x="425869" y="258076"/>
                  </a:lnTo>
                  <a:lnTo>
                    <a:pt x="374853" y="257009"/>
                  </a:lnTo>
                  <a:lnTo>
                    <a:pt x="310159" y="256298"/>
                  </a:lnTo>
                  <a:lnTo>
                    <a:pt x="251104" y="256108"/>
                  </a:lnTo>
                  <a:lnTo>
                    <a:pt x="250888" y="183540"/>
                  </a:lnTo>
                  <a:lnTo>
                    <a:pt x="250190" y="109867"/>
                  </a:lnTo>
                  <a:lnTo>
                    <a:pt x="249123" y="51777"/>
                  </a:lnTo>
                  <a:lnTo>
                    <a:pt x="247764" y="13677"/>
                  </a:lnTo>
                  <a:lnTo>
                    <a:pt x="246214" y="0"/>
                  </a:lnTo>
                  <a:lnTo>
                    <a:pt x="244652" y="13677"/>
                  </a:lnTo>
                  <a:lnTo>
                    <a:pt x="243293" y="51777"/>
                  </a:lnTo>
                  <a:lnTo>
                    <a:pt x="242227" y="109867"/>
                  </a:lnTo>
                  <a:lnTo>
                    <a:pt x="241528" y="183540"/>
                  </a:lnTo>
                  <a:lnTo>
                    <a:pt x="241300" y="256082"/>
                  </a:lnTo>
                  <a:lnTo>
                    <a:pt x="235673" y="256057"/>
                  </a:lnTo>
                  <a:lnTo>
                    <a:pt x="161175" y="256298"/>
                  </a:lnTo>
                  <a:lnTo>
                    <a:pt x="96481" y="257009"/>
                  </a:lnTo>
                  <a:lnTo>
                    <a:pt x="45466" y="258076"/>
                  </a:lnTo>
                  <a:lnTo>
                    <a:pt x="0" y="260985"/>
                  </a:lnTo>
                  <a:lnTo>
                    <a:pt x="12014" y="262547"/>
                  </a:lnTo>
                  <a:lnTo>
                    <a:pt x="45466" y="263893"/>
                  </a:lnTo>
                  <a:lnTo>
                    <a:pt x="96481" y="264960"/>
                  </a:lnTo>
                  <a:lnTo>
                    <a:pt x="161175" y="265671"/>
                  </a:lnTo>
                  <a:lnTo>
                    <a:pt x="235673" y="265912"/>
                  </a:lnTo>
                  <a:lnTo>
                    <a:pt x="241274" y="265899"/>
                  </a:lnTo>
                  <a:lnTo>
                    <a:pt x="241274" y="268363"/>
                  </a:lnTo>
                  <a:lnTo>
                    <a:pt x="241528" y="353174"/>
                  </a:lnTo>
                  <a:lnTo>
                    <a:pt x="242227" y="426834"/>
                  </a:lnTo>
                  <a:lnTo>
                    <a:pt x="243293" y="484924"/>
                  </a:lnTo>
                  <a:lnTo>
                    <a:pt x="244652" y="523024"/>
                  </a:lnTo>
                  <a:lnTo>
                    <a:pt x="246214" y="536702"/>
                  </a:lnTo>
                  <a:lnTo>
                    <a:pt x="247764" y="523024"/>
                  </a:lnTo>
                  <a:lnTo>
                    <a:pt x="249123" y="484924"/>
                  </a:lnTo>
                  <a:lnTo>
                    <a:pt x="250190" y="426834"/>
                  </a:lnTo>
                  <a:lnTo>
                    <a:pt x="250888" y="353174"/>
                  </a:lnTo>
                  <a:lnTo>
                    <a:pt x="251142" y="268363"/>
                  </a:lnTo>
                  <a:lnTo>
                    <a:pt x="251129" y="265874"/>
                  </a:lnTo>
                  <a:lnTo>
                    <a:pt x="310159" y="265671"/>
                  </a:lnTo>
                  <a:lnTo>
                    <a:pt x="374853" y="264960"/>
                  </a:lnTo>
                  <a:lnTo>
                    <a:pt x="425869" y="263893"/>
                  </a:lnTo>
                  <a:lnTo>
                    <a:pt x="459320" y="262547"/>
                  </a:lnTo>
                  <a:lnTo>
                    <a:pt x="471335" y="2609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1467345" y="4396745"/>
              <a:ext cx="2297430" cy="3357245"/>
            </a:xfrm>
            <a:custGeom>
              <a:avLst/>
              <a:gdLst/>
              <a:ahLst/>
              <a:cxnLst/>
              <a:rect l="l" t="t" r="r" b="b"/>
              <a:pathLst>
                <a:path w="2297429" h="3357245">
                  <a:moveTo>
                    <a:pt x="522058" y="2989529"/>
                  </a:moveTo>
                  <a:lnTo>
                    <a:pt x="0" y="2989529"/>
                  </a:lnTo>
                  <a:lnTo>
                    <a:pt x="0" y="3356826"/>
                  </a:lnTo>
                  <a:lnTo>
                    <a:pt x="522058" y="3356826"/>
                  </a:lnTo>
                  <a:lnTo>
                    <a:pt x="522058" y="2989529"/>
                  </a:lnTo>
                  <a:close/>
                </a:path>
                <a:path w="2297429" h="3357245">
                  <a:moveTo>
                    <a:pt x="522058" y="1811210"/>
                  </a:moveTo>
                  <a:lnTo>
                    <a:pt x="0" y="1811210"/>
                  </a:lnTo>
                  <a:lnTo>
                    <a:pt x="0" y="2178507"/>
                  </a:lnTo>
                  <a:lnTo>
                    <a:pt x="522058" y="2178507"/>
                  </a:lnTo>
                  <a:lnTo>
                    <a:pt x="522058" y="1811210"/>
                  </a:lnTo>
                  <a:close/>
                </a:path>
                <a:path w="2297429" h="3357245">
                  <a:moveTo>
                    <a:pt x="1521548" y="0"/>
                  </a:moveTo>
                  <a:lnTo>
                    <a:pt x="804621" y="0"/>
                  </a:lnTo>
                  <a:lnTo>
                    <a:pt x="0" y="1033170"/>
                  </a:lnTo>
                  <a:lnTo>
                    <a:pt x="522058" y="1033170"/>
                  </a:lnTo>
                  <a:lnTo>
                    <a:pt x="1521548" y="0"/>
                  </a:lnTo>
                  <a:close/>
                </a:path>
                <a:path w="2297429" h="3357245">
                  <a:moveTo>
                    <a:pt x="2296833" y="1033170"/>
                  </a:moveTo>
                  <a:lnTo>
                    <a:pt x="1521548" y="0"/>
                  </a:lnTo>
                  <a:lnTo>
                    <a:pt x="746264" y="1033170"/>
                  </a:lnTo>
                  <a:lnTo>
                    <a:pt x="853059" y="1033170"/>
                  </a:lnTo>
                  <a:lnTo>
                    <a:pt x="1519923" y="112903"/>
                  </a:lnTo>
                  <a:lnTo>
                    <a:pt x="2213495" y="1033170"/>
                  </a:lnTo>
                  <a:lnTo>
                    <a:pt x="2296833" y="1033170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1459801" y="6209556"/>
              <a:ext cx="552450" cy="1554480"/>
            </a:xfrm>
            <a:custGeom>
              <a:avLst/>
              <a:gdLst/>
              <a:ahLst/>
              <a:cxnLst/>
              <a:rect l="l" t="t" r="r" b="b"/>
              <a:pathLst>
                <a:path w="552450" h="1554479">
                  <a:moveTo>
                    <a:pt x="552246" y="1548066"/>
                  </a:moveTo>
                  <a:lnTo>
                    <a:pt x="532777" y="1548066"/>
                  </a:lnTo>
                  <a:lnTo>
                    <a:pt x="532777" y="1546796"/>
                  </a:lnTo>
                  <a:lnTo>
                    <a:pt x="488530" y="1546796"/>
                  </a:lnTo>
                  <a:lnTo>
                    <a:pt x="488530" y="1545526"/>
                  </a:lnTo>
                  <a:lnTo>
                    <a:pt x="392722" y="1545526"/>
                  </a:lnTo>
                  <a:lnTo>
                    <a:pt x="392722" y="1544256"/>
                  </a:lnTo>
                  <a:lnTo>
                    <a:pt x="159512" y="1544256"/>
                  </a:lnTo>
                  <a:lnTo>
                    <a:pt x="159512" y="1545526"/>
                  </a:lnTo>
                  <a:lnTo>
                    <a:pt x="63703" y="1545526"/>
                  </a:lnTo>
                  <a:lnTo>
                    <a:pt x="63703" y="1546796"/>
                  </a:lnTo>
                  <a:lnTo>
                    <a:pt x="19456" y="1546796"/>
                  </a:lnTo>
                  <a:lnTo>
                    <a:pt x="19456" y="1548066"/>
                  </a:lnTo>
                  <a:lnTo>
                    <a:pt x="0" y="1548066"/>
                  </a:lnTo>
                  <a:lnTo>
                    <a:pt x="0" y="1549336"/>
                  </a:lnTo>
                  <a:lnTo>
                    <a:pt x="0" y="1550606"/>
                  </a:lnTo>
                  <a:lnTo>
                    <a:pt x="19456" y="1550606"/>
                  </a:lnTo>
                  <a:lnTo>
                    <a:pt x="19456" y="1551876"/>
                  </a:lnTo>
                  <a:lnTo>
                    <a:pt x="63703" y="1551876"/>
                  </a:lnTo>
                  <a:lnTo>
                    <a:pt x="63703" y="1553146"/>
                  </a:lnTo>
                  <a:lnTo>
                    <a:pt x="159512" y="1553146"/>
                  </a:lnTo>
                  <a:lnTo>
                    <a:pt x="159512" y="1554416"/>
                  </a:lnTo>
                  <a:lnTo>
                    <a:pt x="392722" y="1554416"/>
                  </a:lnTo>
                  <a:lnTo>
                    <a:pt x="392722" y="1553146"/>
                  </a:lnTo>
                  <a:lnTo>
                    <a:pt x="488530" y="1553146"/>
                  </a:lnTo>
                  <a:lnTo>
                    <a:pt x="488530" y="1551876"/>
                  </a:lnTo>
                  <a:lnTo>
                    <a:pt x="532777" y="1551876"/>
                  </a:lnTo>
                  <a:lnTo>
                    <a:pt x="532777" y="1550606"/>
                  </a:lnTo>
                  <a:lnTo>
                    <a:pt x="552246" y="1550606"/>
                  </a:lnTo>
                  <a:lnTo>
                    <a:pt x="552246" y="1549336"/>
                  </a:lnTo>
                  <a:lnTo>
                    <a:pt x="552246" y="1548066"/>
                  </a:lnTo>
                  <a:close/>
                </a:path>
                <a:path w="552450" h="1554479">
                  <a:moveTo>
                    <a:pt x="552246" y="1176705"/>
                  </a:moveTo>
                  <a:lnTo>
                    <a:pt x="552234" y="1175435"/>
                  </a:lnTo>
                  <a:lnTo>
                    <a:pt x="532726" y="1175435"/>
                  </a:lnTo>
                  <a:lnTo>
                    <a:pt x="532726" y="1174165"/>
                  </a:lnTo>
                  <a:lnTo>
                    <a:pt x="488327" y="1174165"/>
                  </a:lnTo>
                  <a:lnTo>
                    <a:pt x="488327" y="1172895"/>
                  </a:lnTo>
                  <a:lnTo>
                    <a:pt x="391579" y="1172895"/>
                  </a:lnTo>
                  <a:lnTo>
                    <a:pt x="391579" y="1171625"/>
                  </a:lnTo>
                  <a:lnTo>
                    <a:pt x="160667" y="1171625"/>
                  </a:lnTo>
                  <a:lnTo>
                    <a:pt x="160667" y="1172895"/>
                  </a:lnTo>
                  <a:lnTo>
                    <a:pt x="63906" y="1172895"/>
                  </a:lnTo>
                  <a:lnTo>
                    <a:pt x="63906" y="1174165"/>
                  </a:lnTo>
                  <a:lnTo>
                    <a:pt x="19507" y="1174165"/>
                  </a:lnTo>
                  <a:lnTo>
                    <a:pt x="19507" y="1175435"/>
                  </a:lnTo>
                  <a:lnTo>
                    <a:pt x="0" y="1175435"/>
                  </a:lnTo>
                  <a:lnTo>
                    <a:pt x="0" y="1176705"/>
                  </a:lnTo>
                  <a:lnTo>
                    <a:pt x="0" y="1177975"/>
                  </a:lnTo>
                  <a:lnTo>
                    <a:pt x="19456" y="1177975"/>
                  </a:lnTo>
                  <a:lnTo>
                    <a:pt x="19456" y="1179245"/>
                  </a:lnTo>
                  <a:lnTo>
                    <a:pt x="63703" y="1179245"/>
                  </a:lnTo>
                  <a:lnTo>
                    <a:pt x="63703" y="1180515"/>
                  </a:lnTo>
                  <a:lnTo>
                    <a:pt x="159512" y="1180515"/>
                  </a:lnTo>
                  <a:lnTo>
                    <a:pt x="159512" y="1181785"/>
                  </a:lnTo>
                  <a:lnTo>
                    <a:pt x="392722" y="1181785"/>
                  </a:lnTo>
                  <a:lnTo>
                    <a:pt x="392722" y="1180515"/>
                  </a:lnTo>
                  <a:lnTo>
                    <a:pt x="488530" y="1180515"/>
                  </a:lnTo>
                  <a:lnTo>
                    <a:pt x="488530" y="1179245"/>
                  </a:lnTo>
                  <a:lnTo>
                    <a:pt x="532777" y="1179245"/>
                  </a:lnTo>
                  <a:lnTo>
                    <a:pt x="532777" y="1177975"/>
                  </a:lnTo>
                  <a:lnTo>
                    <a:pt x="552246" y="1177975"/>
                  </a:lnTo>
                  <a:lnTo>
                    <a:pt x="552246" y="1176705"/>
                  </a:lnTo>
                  <a:close/>
                </a:path>
                <a:path w="552450" h="1554479">
                  <a:moveTo>
                    <a:pt x="552246" y="373761"/>
                  </a:moveTo>
                  <a:lnTo>
                    <a:pt x="552234" y="372491"/>
                  </a:lnTo>
                  <a:lnTo>
                    <a:pt x="532726" y="372491"/>
                  </a:lnTo>
                  <a:lnTo>
                    <a:pt x="532726" y="371221"/>
                  </a:lnTo>
                  <a:lnTo>
                    <a:pt x="488327" y="371221"/>
                  </a:lnTo>
                  <a:lnTo>
                    <a:pt x="488327" y="369951"/>
                  </a:lnTo>
                  <a:lnTo>
                    <a:pt x="391579" y="369951"/>
                  </a:lnTo>
                  <a:lnTo>
                    <a:pt x="391579" y="368681"/>
                  </a:lnTo>
                  <a:lnTo>
                    <a:pt x="160667" y="368681"/>
                  </a:lnTo>
                  <a:lnTo>
                    <a:pt x="160667" y="369951"/>
                  </a:lnTo>
                  <a:lnTo>
                    <a:pt x="63906" y="369951"/>
                  </a:lnTo>
                  <a:lnTo>
                    <a:pt x="63906" y="371221"/>
                  </a:lnTo>
                  <a:lnTo>
                    <a:pt x="19507" y="371221"/>
                  </a:lnTo>
                  <a:lnTo>
                    <a:pt x="19507" y="372491"/>
                  </a:lnTo>
                  <a:lnTo>
                    <a:pt x="0" y="372491"/>
                  </a:lnTo>
                  <a:lnTo>
                    <a:pt x="0" y="373761"/>
                  </a:lnTo>
                  <a:lnTo>
                    <a:pt x="0" y="375031"/>
                  </a:lnTo>
                  <a:lnTo>
                    <a:pt x="19456" y="375031"/>
                  </a:lnTo>
                  <a:lnTo>
                    <a:pt x="19456" y="376301"/>
                  </a:lnTo>
                  <a:lnTo>
                    <a:pt x="63703" y="376301"/>
                  </a:lnTo>
                  <a:lnTo>
                    <a:pt x="63703" y="377571"/>
                  </a:lnTo>
                  <a:lnTo>
                    <a:pt x="159512" y="377571"/>
                  </a:lnTo>
                  <a:lnTo>
                    <a:pt x="159512" y="378841"/>
                  </a:lnTo>
                  <a:lnTo>
                    <a:pt x="392722" y="378841"/>
                  </a:lnTo>
                  <a:lnTo>
                    <a:pt x="392722" y="377571"/>
                  </a:lnTo>
                  <a:lnTo>
                    <a:pt x="488530" y="377571"/>
                  </a:lnTo>
                  <a:lnTo>
                    <a:pt x="488530" y="376301"/>
                  </a:lnTo>
                  <a:lnTo>
                    <a:pt x="532777" y="376301"/>
                  </a:lnTo>
                  <a:lnTo>
                    <a:pt x="532777" y="375031"/>
                  </a:lnTo>
                  <a:lnTo>
                    <a:pt x="552246" y="375031"/>
                  </a:lnTo>
                  <a:lnTo>
                    <a:pt x="552246" y="373761"/>
                  </a:lnTo>
                  <a:close/>
                </a:path>
                <a:path w="552450" h="1554479">
                  <a:moveTo>
                    <a:pt x="552246" y="3810"/>
                  </a:moveTo>
                  <a:lnTo>
                    <a:pt x="532777" y="3810"/>
                  </a:lnTo>
                  <a:lnTo>
                    <a:pt x="532777" y="2540"/>
                  </a:lnTo>
                  <a:lnTo>
                    <a:pt x="488530" y="2540"/>
                  </a:lnTo>
                  <a:lnTo>
                    <a:pt x="488530" y="1270"/>
                  </a:lnTo>
                  <a:lnTo>
                    <a:pt x="392722" y="1270"/>
                  </a:lnTo>
                  <a:lnTo>
                    <a:pt x="392722" y="0"/>
                  </a:lnTo>
                  <a:lnTo>
                    <a:pt x="159512" y="0"/>
                  </a:lnTo>
                  <a:lnTo>
                    <a:pt x="159512" y="1270"/>
                  </a:lnTo>
                  <a:lnTo>
                    <a:pt x="63703" y="1270"/>
                  </a:lnTo>
                  <a:lnTo>
                    <a:pt x="63703" y="2540"/>
                  </a:lnTo>
                  <a:lnTo>
                    <a:pt x="19456" y="2540"/>
                  </a:lnTo>
                  <a:lnTo>
                    <a:pt x="19456" y="3810"/>
                  </a:lnTo>
                  <a:lnTo>
                    <a:pt x="0" y="3810"/>
                  </a:lnTo>
                  <a:lnTo>
                    <a:pt x="0" y="5080"/>
                  </a:lnTo>
                  <a:lnTo>
                    <a:pt x="0" y="6350"/>
                  </a:lnTo>
                  <a:lnTo>
                    <a:pt x="19456" y="6350"/>
                  </a:lnTo>
                  <a:lnTo>
                    <a:pt x="19456" y="7620"/>
                  </a:lnTo>
                  <a:lnTo>
                    <a:pt x="63703" y="7620"/>
                  </a:lnTo>
                  <a:lnTo>
                    <a:pt x="63703" y="8890"/>
                  </a:lnTo>
                  <a:lnTo>
                    <a:pt x="159512" y="8890"/>
                  </a:lnTo>
                  <a:lnTo>
                    <a:pt x="159512" y="10160"/>
                  </a:lnTo>
                  <a:lnTo>
                    <a:pt x="392722" y="10160"/>
                  </a:lnTo>
                  <a:lnTo>
                    <a:pt x="392722" y="8890"/>
                  </a:lnTo>
                  <a:lnTo>
                    <a:pt x="488530" y="8890"/>
                  </a:lnTo>
                  <a:lnTo>
                    <a:pt x="488530" y="7620"/>
                  </a:lnTo>
                  <a:lnTo>
                    <a:pt x="532777" y="7620"/>
                  </a:lnTo>
                  <a:lnTo>
                    <a:pt x="532777" y="6350"/>
                  </a:lnTo>
                  <a:lnTo>
                    <a:pt x="552246" y="6350"/>
                  </a:lnTo>
                  <a:lnTo>
                    <a:pt x="552246" y="5080"/>
                  </a:lnTo>
                  <a:lnTo>
                    <a:pt x="552246" y="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2116645" y="4931377"/>
              <a:ext cx="1562735" cy="3358515"/>
            </a:xfrm>
            <a:custGeom>
              <a:avLst/>
              <a:gdLst/>
              <a:ahLst/>
              <a:cxnLst/>
              <a:rect l="l" t="t" r="r" b="b"/>
              <a:pathLst>
                <a:path w="1562735" h="3358515">
                  <a:moveTo>
                    <a:pt x="432257" y="1438186"/>
                  </a:moveTo>
                  <a:lnTo>
                    <a:pt x="308660" y="1437906"/>
                  </a:lnTo>
                  <a:lnTo>
                    <a:pt x="308838" y="1435557"/>
                  </a:lnTo>
                  <a:lnTo>
                    <a:pt x="308927" y="1431290"/>
                  </a:lnTo>
                  <a:lnTo>
                    <a:pt x="309232" y="1412633"/>
                  </a:lnTo>
                  <a:lnTo>
                    <a:pt x="309918" y="1343482"/>
                  </a:lnTo>
                  <a:lnTo>
                    <a:pt x="309930" y="1342212"/>
                  </a:lnTo>
                  <a:lnTo>
                    <a:pt x="308648" y="1342212"/>
                  </a:lnTo>
                  <a:lnTo>
                    <a:pt x="308648" y="1437906"/>
                  </a:lnTo>
                  <a:lnTo>
                    <a:pt x="308394" y="1437906"/>
                  </a:lnTo>
                  <a:lnTo>
                    <a:pt x="306463" y="1437754"/>
                  </a:lnTo>
                  <a:lnTo>
                    <a:pt x="3898" y="1436001"/>
                  </a:lnTo>
                  <a:lnTo>
                    <a:pt x="3949" y="1345438"/>
                  </a:lnTo>
                  <a:lnTo>
                    <a:pt x="307403" y="1344739"/>
                  </a:lnTo>
                  <a:lnTo>
                    <a:pt x="308102" y="1413383"/>
                  </a:lnTo>
                  <a:lnTo>
                    <a:pt x="308394" y="1431290"/>
                  </a:lnTo>
                  <a:lnTo>
                    <a:pt x="308495" y="1435557"/>
                  </a:lnTo>
                  <a:lnTo>
                    <a:pt x="308648" y="1437906"/>
                  </a:lnTo>
                  <a:lnTo>
                    <a:pt x="308648" y="1342212"/>
                  </a:lnTo>
                  <a:lnTo>
                    <a:pt x="1981" y="1341501"/>
                  </a:lnTo>
                  <a:lnTo>
                    <a:pt x="0" y="1343482"/>
                  </a:lnTo>
                  <a:lnTo>
                    <a:pt x="0" y="1347406"/>
                  </a:lnTo>
                  <a:lnTo>
                    <a:pt x="63" y="1439837"/>
                  </a:lnTo>
                  <a:lnTo>
                    <a:pt x="122542" y="1439227"/>
                  </a:lnTo>
                  <a:lnTo>
                    <a:pt x="122326" y="1439443"/>
                  </a:lnTo>
                  <a:lnTo>
                    <a:pt x="122313" y="1443380"/>
                  </a:lnTo>
                  <a:lnTo>
                    <a:pt x="122377" y="1535811"/>
                  </a:lnTo>
                  <a:lnTo>
                    <a:pt x="408279" y="1534375"/>
                  </a:lnTo>
                  <a:lnTo>
                    <a:pt x="429107" y="1534058"/>
                  </a:lnTo>
                  <a:lnTo>
                    <a:pt x="431063" y="1533969"/>
                  </a:lnTo>
                  <a:lnTo>
                    <a:pt x="428777" y="1533728"/>
                  </a:lnTo>
                  <a:lnTo>
                    <a:pt x="126199" y="1531975"/>
                  </a:lnTo>
                  <a:lnTo>
                    <a:pt x="126263" y="1441411"/>
                  </a:lnTo>
                  <a:lnTo>
                    <a:pt x="429717" y="1440713"/>
                  </a:lnTo>
                  <a:lnTo>
                    <a:pt x="430428" y="1509356"/>
                  </a:lnTo>
                  <a:lnTo>
                    <a:pt x="430720" y="1527263"/>
                  </a:lnTo>
                  <a:lnTo>
                    <a:pt x="430809" y="1531531"/>
                  </a:lnTo>
                  <a:lnTo>
                    <a:pt x="430974" y="1533893"/>
                  </a:lnTo>
                  <a:lnTo>
                    <a:pt x="431152" y="1531531"/>
                  </a:lnTo>
                  <a:lnTo>
                    <a:pt x="431241" y="1527263"/>
                  </a:lnTo>
                  <a:lnTo>
                    <a:pt x="431546" y="1508607"/>
                  </a:lnTo>
                  <a:lnTo>
                    <a:pt x="432244" y="1439443"/>
                  </a:lnTo>
                  <a:lnTo>
                    <a:pt x="432257" y="1438186"/>
                  </a:lnTo>
                  <a:close/>
                </a:path>
                <a:path w="1562735" h="3358515">
                  <a:moveTo>
                    <a:pt x="642607" y="1866671"/>
                  </a:moveTo>
                  <a:lnTo>
                    <a:pt x="334657" y="1865960"/>
                  </a:lnTo>
                  <a:lnTo>
                    <a:pt x="332676" y="1867928"/>
                  </a:lnTo>
                  <a:lnTo>
                    <a:pt x="332663" y="1871865"/>
                  </a:lnTo>
                  <a:lnTo>
                    <a:pt x="334645" y="1869897"/>
                  </a:lnTo>
                  <a:lnTo>
                    <a:pt x="332676" y="1871865"/>
                  </a:lnTo>
                  <a:lnTo>
                    <a:pt x="332727" y="1964296"/>
                  </a:lnTo>
                  <a:lnTo>
                    <a:pt x="635609" y="1962619"/>
                  </a:lnTo>
                  <a:lnTo>
                    <a:pt x="639457" y="1962531"/>
                  </a:lnTo>
                  <a:lnTo>
                    <a:pt x="641413" y="1962454"/>
                  </a:lnTo>
                  <a:lnTo>
                    <a:pt x="639127" y="1962200"/>
                  </a:lnTo>
                  <a:lnTo>
                    <a:pt x="336562" y="1960460"/>
                  </a:lnTo>
                  <a:lnTo>
                    <a:pt x="336613" y="1869897"/>
                  </a:lnTo>
                  <a:lnTo>
                    <a:pt x="640067" y="1869198"/>
                  </a:lnTo>
                  <a:lnTo>
                    <a:pt x="640778" y="1937842"/>
                  </a:lnTo>
                  <a:lnTo>
                    <a:pt x="641070" y="1955749"/>
                  </a:lnTo>
                  <a:lnTo>
                    <a:pt x="641159" y="1960016"/>
                  </a:lnTo>
                  <a:lnTo>
                    <a:pt x="641324" y="1962378"/>
                  </a:lnTo>
                  <a:lnTo>
                    <a:pt x="641502" y="1960016"/>
                  </a:lnTo>
                  <a:lnTo>
                    <a:pt x="641591" y="1955749"/>
                  </a:lnTo>
                  <a:lnTo>
                    <a:pt x="641896" y="1937092"/>
                  </a:lnTo>
                  <a:lnTo>
                    <a:pt x="642594" y="1867928"/>
                  </a:lnTo>
                  <a:lnTo>
                    <a:pt x="642607" y="1866671"/>
                  </a:lnTo>
                  <a:close/>
                </a:path>
                <a:path w="1562735" h="3358515">
                  <a:moveTo>
                    <a:pt x="702525" y="711"/>
                  </a:moveTo>
                  <a:lnTo>
                    <a:pt x="394576" y="0"/>
                  </a:lnTo>
                  <a:lnTo>
                    <a:pt x="392595" y="1968"/>
                  </a:lnTo>
                  <a:lnTo>
                    <a:pt x="392582" y="5905"/>
                  </a:lnTo>
                  <a:lnTo>
                    <a:pt x="394563" y="3937"/>
                  </a:lnTo>
                  <a:lnTo>
                    <a:pt x="392595" y="5905"/>
                  </a:lnTo>
                  <a:lnTo>
                    <a:pt x="392645" y="98348"/>
                  </a:lnTo>
                  <a:lnTo>
                    <a:pt x="678548" y="96913"/>
                  </a:lnTo>
                  <a:lnTo>
                    <a:pt x="699376" y="96583"/>
                  </a:lnTo>
                  <a:lnTo>
                    <a:pt x="701332" y="96507"/>
                  </a:lnTo>
                  <a:lnTo>
                    <a:pt x="699046" y="96253"/>
                  </a:lnTo>
                  <a:lnTo>
                    <a:pt x="396481" y="94513"/>
                  </a:lnTo>
                  <a:lnTo>
                    <a:pt x="394563" y="94500"/>
                  </a:lnTo>
                  <a:lnTo>
                    <a:pt x="396481" y="94500"/>
                  </a:lnTo>
                  <a:lnTo>
                    <a:pt x="396532" y="3937"/>
                  </a:lnTo>
                  <a:lnTo>
                    <a:pt x="699985" y="3238"/>
                  </a:lnTo>
                  <a:lnTo>
                    <a:pt x="700697" y="71882"/>
                  </a:lnTo>
                  <a:lnTo>
                    <a:pt x="700976" y="89789"/>
                  </a:lnTo>
                  <a:lnTo>
                    <a:pt x="701078" y="94056"/>
                  </a:lnTo>
                  <a:lnTo>
                    <a:pt x="701243" y="96418"/>
                  </a:lnTo>
                  <a:lnTo>
                    <a:pt x="701421" y="94056"/>
                  </a:lnTo>
                  <a:lnTo>
                    <a:pt x="701509" y="89789"/>
                  </a:lnTo>
                  <a:lnTo>
                    <a:pt x="701814" y="71120"/>
                  </a:lnTo>
                  <a:lnTo>
                    <a:pt x="702513" y="1968"/>
                  </a:lnTo>
                  <a:lnTo>
                    <a:pt x="702525" y="711"/>
                  </a:lnTo>
                  <a:close/>
                </a:path>
                <a:path w="1562735" h="3358515">
                  <a:moveTo>
                    <a:pt x="753630" y="2920568"/>
                  </a:moveTo>
                  <a:lnTo>
                    <a:pt x="445681" y="2919857"/>
                  </a:lnTo>
                  <a:lnTo>
                    <a:pt x="443687" y="2921838"/>
                  </a:lnTo>
                  <a:lnTo>
                    <a:pt x="443687" y="2925762"/>
                  </a:lnTo>
                  <a:lnTo>
                    <a:pt x="443738" y="3014738"/>
                  </a:lnTo>
                  <a:lnTo>
                    <a:pt x="303542" y="3014408"/>
                  </a:lnTo>
                  <a:lnTo>
                    <a:pt x="301561" y="3016377"/>
                  </a:lnTo>
                  <a:lnTo>
                    <a:pt x="301548" y="3020314"/>
                  </a:lnTo>
                  <a:lnTo>
                    <a:pt x="301612" y="3112744"/>
                  </a:lnTo>
                  <a:lnTo>
                    <a:pt x="604494" y="3111068"/>
                  </a:lnTo>
                  <a:lnTo>
                    <a:pt x="608342" y="3110979"/>
                  </a:lnTo>
                  <a:lnTo>
                    <a:pt x="610298" y="3110903"/>
                  </a:lnTo>
                  <a:lnTo>
                    <a:pt x="608012" y="3110661"/>
                  </a:lnTo>
                  <a:lnTo>
                    <a:pt x="305435" y="3108922"/>
                  </a:lnTo>
                  <a:lnTo>
                    <a:pt x="303530" y="3108909"/>
                  </a:lnTo>
                  <a:lnTo>
                    <a:pt x="305435" y="3108909"/>
                  </a:lnTo>
                  <a:lnTo>
                    <a:pt x="305498" y="3018345"/>
                  </a:lnTo>
                  <a:lnTo>
                    <a:pt x="443738" y="3018028"/>
                  </a:lnTo>
                  <a:lnTo>
                    <a:pt x="443750" y="3018205"/>
                  </a:lnTo>
                  <a:lnTo>
                    <a:pt x="509435" y="3017888"/>
                  </a:lnTo>
                  <a:lnTo>
                    <a:pt x="608965" y="3017647"/>
                  </a:lnTo>
                  <a:lnTo>
                    <a:pt x="609663" y="3086290"/>
                  </a:lnTo>
                  <a:lnTo>
                    <a:pt x="609955" y="3104197"/>
                  </a:lnTo>
                  <a:lnTo>
                    <a:pt x="610044" y="3108464"/>
                  </a:lnTo>
                  <a:lnTo>
                    <a:pt x="610209" y="3110827"/>
                  </a:lnTo>
                  <a:lnTo>
                    <a:pt x="610387" y="3108464"/>
                  </a:lnTo>
                  <a:lnTo>
                    <a:pt x="610489" y="3104197"/>
                  </a:lnTo>
                  <a:lnTo>
                    <a:pt x="610781" y="3085528"/>
                  </a:lnTo>
                  <a:lnTo>
                    <a:pt x="611466" y="3017367"/>
                  </a:lnTo>
                  <a:lnTo>
                    <a:pt x="729653" y="3016770"/>
                  </a:lnTo>
                  <a:lnTo>
                    <a:pt x="750468" y="3016440"/>
                  </a:lnTo>
                  <a:lnTo>
                    <a:pt x="752436" y="3016351"/>
                  </a:lnTo>
                  <a:lnTo>
                    <a:pt x="750150" y="3016110"/>
                  </a:lnTo>
                  <a:lnTo>
                    <a:pt x="611479" y="3015323"/>
                  </a:lnTo>
                  <a:lnTo>
                    <a:pt x="611492" y="3015119"/>
                  </a:lnTo>
                  <a:lnTo>
                    <a:pt x="555307" y="3014992"/>
                  </a:lnTo>
                  <a:lnTo>
                    <a:pt x="447573" y="3014370"/>
                  </a:lnTo>
                  <a:lnTo>
                    <a:pt x="445668" y="3014357"/>
                  </a:lnTo>
                  <a:lnTo>
                    <a:pt x="447573" y="3014357"/>
                  </a:lnTo>
                  <a:lnTo>
                    <a:pt x="447636" y="2923806"/>
                  </a:lnTo>
                  <a:lnTo>
                    <a:pt x="751090" y="2923095"/>
                  </a:lnTo>
                  <a:lnTo>
                    <a:pt x="751801" y="2991739"/>
                  </a:lnTo>
                  <a:lnTo>
                    <a:pt x="752081" y="3009646"/>
                  </a:lnTo>
                  <a:lnTo>
                    <a:pt x="752182" y="3013913"/>
                  </a:lnTo>
                  <a:lnTo>
                    <a:pt x="752348" y="3016275"/>
                  </a:lnTo>
                  <a:lnTo>
                    <a:pt x="752525" y="3013913"/>
                  </a:lnTo>
                  <a:lnTo>
                    <a:pt x="752614" y="3009646"/>
                  </a:lnTo>
                  <a:lnTo>
                    <a:pt x="752919" y="2990989"/>
                  </a:lnTo>
                  <a:lnTo>
                    <a:pt x="753618" y="2921838"/>
                  </a:lnTo>
                  <a:lnTo>
                    <a:pt x="753630" y="2920568"/>
                  </a:lnTo>
                  <a:close/>
                </a:path>
                <a:path w="1562735" h="3358515">
                  <a:moveTo>
                    <a:pt x="1458633" y="532714"/>
                  </a:moveTo>
                  <a:lnTo>
                    <a:pt x="1150683" y="532003"/>
                  </a:lnTo>
                  <a:lnTo>
                    <a:pt x="1148702" y="533984"/>
                  </a:lnTo>
                  <a:lnTo>
                    <a:pt x="1148702" y="537908"/>
                  </a:lnTo>
                  <a:lnTo>
                    <a:pt x="1150683" y="535940"/>
                  </a:lnTo>
                  <a:lnTo>
                    <a:pt x="1148702" y="537908"/>
                  </a:lnTo>
                  <a:lnTo>
                    <a:pt x="1148765" y="630351"/>
                  </a:lnTo>
                  <a:lnTo>
                    <a:pt x="1451635" y="628662"/>
                  </a:lnTo>
                  <a:lnTo>
                    <a:pt x="1455483" y="628586"/>
                  </a:lnTo>
                  <a:lnTo>
                    <a:pt x="1457439" y="628510"/>
                  </a:lnTo>
                  <a:lnTo>
                    <a:pt x="1455166" y="628256"/>
                  </a:lnTo>
                  <a:lnTo>
                    <a:pt x="1152588" y="626516"/>
                  </a:lnTo>
                  <a:lnTo>
                    <a:pt x="1150670" y="626503"/>
                  </a:lnTo>
                  <a:lnTo>
                    <a:pt x="1152588" y="626503"/>
                  </a:lnTo>
                  <a:lnTo>
                    <a:pt x="1152639" y="535940"/>
                  </a:lnTo>
                  <a:lnTo>
                    <a:pt x="1456105" y="535241"/>
                  </a:lnTo>
                  <a:lnTo>
                    <a:pt x="1456804" y="603885"/>
                  </a:lnTo>
                  <a:lnTo>
                    <a:pt x="1457096" y="621792"/>
                  </a:lnTo>
                  <a:lnTo>
                    <a:pt x="1457185" y="626071"/>
                  </a:lnTo>
                  <a:lnTo>
                    <a:pt x="1457363" y="628421"/>
                  </a:lnTo>
                  <a:lnTo>
                    <a:pt x="1457528" y="626071"/>
                  </a:lnTo>
                  <a:lnTo>
                    <a:pt x="1457629" y="621792"/>
                  </a:lnTo>
                  <a:lnTo>
                    <a:pt x="1457934" y="603135"/>
                  </a:lnTo>
                  <a:lnTo>
                    <a:pt x="1458620" y="533984"/>
                  </a:lnTo>
                  <a:lnTo>
                    <a:pt x="1458633" y="532714"/>
                  </a:lnTo>
                  <a:close/>
                </a:path>
                <a:path w="1562735" h="3358515">
                  <a:moveTo>
                    <a:pt x="1492211" y="1698548"/>
                  </a:moveTo>
                  <a:lnTo>
                    <a:pt x="1184262" y="1697837"/>
                  </a:lnTo>
                  <a:lnTo>
                    <a:pt x="1182293" y="1699806"/>
                  </a:lnTo>
                  <a:lnTo>
                    <a:pt x="1182281" y="1703743"/>
                  </a:lnTo>
                  <a:lnTo>
                    <a:pt x="1184262" y="1701774"/>
                  </a:lnTo>
                  <a:lnTo>
                    <a:pt x="1182281" y="1703743"/>
                  </a:lnTo>
                  <a:lnTo>
                    <a:pt x="1182344" y="1796173"/>
                  </a:lnTo>
                  <a:lnTo>
                    <a:pt x="1468234" y="1794738"/>
                  </a:lnTo>
                  <a:lnTo>
                    <a:pt x="1489062" y="1794421"/>
                  </a:lnTo>
                  <a:lnTo>
                    <a:pt x="1491018" y="1794332"/>
                  </a:lnTo>
                  <a:lnTo>
                    <a:pt x="1488744" y="1794078"/>
                  </a:lnTo>
                  <a:lnTo>
                    <a:pt x="1186167" y="1792338"/>
                  </a:lnTo>
                  <a:lnTo>
                    <a:pt x="1184262" y="1792325"/>
                  </a:lnTo>
                  <a:lnTo>
                    <a:pt x="1186167" y="1792325"/>
                  </a:lnTo>
                  <a:lnTo>
                    <a:pt x="1186230" y="1701761"/>
                  </a:lnTo>
                  <a:lnTo>
                    <a:pt x="1489684" y="1701076"/>
                  </a:lnTo>
                  <a:lnTo>
                    <a:pt x="1490383" y="1769719"/>
                  </a:lnTo>
                  <a:lnTo>
                    <a:pt x="1490675" y="1787613"/>
                  </a:lnTo>
                  <a:lnTo>
                    <a:pt x="1490776" y="1791893"/>
                  </a:lnTo>
                  <a:lnTo>
                    <a:pt x="1490941" y="1794243"/>
                  </a:lnTo>
                  <a:lnTo>
                    <a:pt x="1491119" y="1791893"/>
                  </a:lnTo>
                  <a:lnTo>
                    <a:pt x="1491208" y="1787613"/>
                  </a:lnTo>
                  <a:lnTo>
                    <a:pt x="1491513" y="1768944"/>
                  </a:lnTo>
                  <a:lnTo>
                    <a:pt x="1492199" y="1699806"/>
                  </a:lnTo>
                  <a:lnTo>
                    <a:pt x="1492211" y="1698548"/>
                  </a:lnTo>
                  <a:close/>
                </a:path>
                <a:path w="1562735" h="3358515">
                  <a:moveTo>
                    <a:pt x="1562493" y="3260661"/>
                  </a:moveTo>
                  <a:lnTo>
                    <a:pt x="1254544" y="3259950"/>
                  </a:lnTo>
                  <a:lnTo>
                    <a:pt x="1252562" y="3261931"/>
                  </a:lnTo>
                  <a:lnTo>
                    <a:pt x="1252562" y="3265855"/>
                  </a:lnTo>
                  <a:lnTo>
                    <a:pt x="1252626" y="3358299"/>
                  </a:lnTo>
                  <a:lnTo>
                    <a:pt x="1538516" y="3356864"/>
                  </a:lnTo>
                  <a:lnTo>
                    <a:pt x="1256449" y="3354463"/>
                  </a:lnTo>
                  <a:lnTo>
                    <a:pt x="1254531" y="3354451"/>
                  </a:lnTo>
                  <a:lnTo>
                    <a:pt x="1256449" y="3354451"/>
                  </a:lnTo>
                  <a:lnTo>
                    <a:pt x="1256499" y="3263900"/>
                  </a:lnTo>
                  <a:lnTo>
                    <a:pt x="1559966" y="3263188"/>
                  </a:lnTo>
                  <a:lnTo>
                    <a:pt x="1560664" y="3331832"/>
                  </a:lnTo>
                  <a:lnTo>
                    <a:pt x="1560957" y="3349739"/>
                  </a:lnTo>
                  <a:lnTo>
                    <a:pt x="1561045" y="3354019"/>
                  </a:lnTo>
                  <a:lnTo>
                    <a:pt x="1561223" y="3356368"/>
                  </a:lnTo>
                  <a:lnTo>
                    <a:pt x="1561388" y="3354019"/>
                  </a:lnTo>
                  <a:lnTo>
                    <a:pt x="1561490" y="3349739"/>
                  </a:lnTo>
                  <a:lnTo>
                    <a:pt x="1561795" y="3331083"/>
                  </a:lnTo>
                  <a:lnTo>
                    <a:pt x="1562481" y="3261931"/>
                  </a:lnTo>
                  <a:lnTo>
                    <a:pt x="1562493" y="3260661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4" name="object 12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55476" y="8284832"/>
              <a:ext cx="124048" cy="98625"/>
            </a:xfrm>
            <a:prstGeom prst="rect">
              <a:avLst/>
            </a:prstGeom>
          </p:spPr>
        </p:pic>
        <p:pic>
          <p:nvPicPr>
            <p:cNvPr id="125" name="object 12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55476" y="6723217"/>
              <a:ext cx="124048" cy="98625"/>
            </a:xfrm>
            <a:prstGeom prst="rect">
              <a:avLst/>
            </a:prstGeom>
          </p:spPr>
        </p:pic>
        <p:sp>
          <p:nvSpPr>
            <p:cNvPr id="126" name="object 126" descr=""/>
            <p:cNvSpPr/>
            <p:nvPr/>
          </p:nvSpPr>
          <p:spPr>
            <a:xfrm>
              <a:off x="1471993" y="5422156"/>
              <a:ext cx="2762885" cy="3714750"/>
            </a:xfrm>
            <a:custGeom>
              <a:avLst/>
              <a:gdLst/>
              <a:ahLst/>
              <a:cxnLst/>
              <a:rect l="l" t="t" r="r" b="b"/>
              <a:pathLst>
                <a:path w="2762885" h="3714750">
                  <a:moveTo>
                    <a:pt x="887006" y="7759"/>
                  </a:moveTo>
                  <a:lnTo>
                    <a:pt x="826465" y="4953"/>
                  </a:lnTo>
                  <a:lnTo>
                    <a:pt x="782713" y="4038"/>
                  </a:lnTo>
                  <a:lnTo>
                    <a:pt x="667359" y="2349"/>
                  </a:lnTo>
                  <a:lnTo>
                    <a:pt x="523252" y="1003"/>
                  </a:lnTo>
                  <a:lnTo>
                    <a:pt x="363816" y="165"/>
                  </a:lnTo>
                  <a:lnTo>
                    <a:pt x="219671" y="0"/>
                  </a:lnTo>
                  <a:lnTo>
                    <a:pt x="104317" y="469"/>
                  </a:lnTo>
                  <a:lnTo>
                    <a:pt x="60553" y="927"/>
                  </a:lnTo>
                  <a:lnTo>
                    <a:pt x="27749" y="1524"/>
                  </a:lnTo>
                  <a:lnTo>
                    <a:pt x="7150" y="2247"/>
                  </a:lnTo>
                  <a:lnTo>
                    <a:pt x="0" y="3098"/>
                  </a:lnTo>
                  <a:lnTo>
                    <a:pt x="7137" y="4025"/>
                  </a:lnTo>
                  <a:lnTo>
                    <a:pt x="60528" y="5905"/>
                  </a:lnTo>
                  <a:lnTo>
                    <a:pt x="104279" y="6819"/>
                  </a:lnTo>
                  <a:lnTo>
                    <a:pt x="219621" y="8509"/>
                  </a:lnTo>
                  <a:lnTo>
                    <a:pt x="363753" y="9855"/>
                  </a:lnTo>
                  <a:lnTo>
                    <a:pt x="523201" y="10693"/>
                  </a:lnTo>
                  <a:lnTo>
                    <a:pt x="667321" y="10858"/>
                  </a:lnTo>
                  <a:lnTo>
                    <a:pt x="782675" y="10388"/>
                  </a:lnTo>
                  <a:lnTo>
                    <a:pt x="826439" y="9931"/>
                  </a:lnTo>
                  <a:lnTo>
                    <a:pt x="859256" y="9334"/>
                  </a:lnTo>
                  <a:lnTo>
                    <a:pt x="879856" y="8610"/>
                  </a:lnTo>
                  <a:lnTo>
                    <a:pt x="887006" y="7759"/>
                  </a:lnTo>
                  <a:close/>
                </a:path>
                <a:path w="2762885" h="3714750">
                  <a:moveTo>
                    <a:pt x="2762466" y="3440785"/>
                  </a:moveTo>
                  <a:lnTo>
                    <a:pt x="2208847" y="3440785"/>
                  </a:lnTo>
                  <a:lnTo>
                    <a:pt x="2208847" y="3714153"/>
                  </a:lnTo>
                  <a:lnTo>
                    <a:pt x="2762466" y="3714153"/>
                  </a:lnTo>
                  <a:lnTo>
                    <a:pt x="2762466" y="34407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1693277" y="8687463"/>
              <a:ext cx="445134" cy="445134"/>
            </a:xfrm>
            <a:custGeom>
              <a:avLst/>
              <a:gdLst/>
              <a:ahLst/>
              <a:cxnLst/>
              <a:rect l="l" t="t" r="r" b="b"/>
              <a:pathLst>
                <a:path w="445135" h="445134">
                  <a:moveTo>
                    <a:pt x="222464" y="0"/>
                  </a:moveTo>
                  <a:lnTo>
                    <a:pt x="177686" y="4527"/>
                  </a:lnTo>
                  <a:lnTo>
                    <a:pt x="135954" y="17510"/>
                  </a:lnTo>
                  <a:lnTo>
                    <a:pt x="98169" y="38045"/>
                  </a:lnTo>
                  <a:lnTo>
                    <a:pt x="65232" y="65232"/>
                  </a:lnTo>
                  <a:lnTo>
                    <a:pt x="38045" y="98169"/>
                  </a:lnTo>
                  <a:lnTo>
                    <a:pt x="17510" y="135954"/>
                  </a:lnTo>
                  <a:lnTo>
                    <a:pt x="4527" y="177686"/>
                  </a:lnTo>
                  <a:lnTo>
                    <a:pt x="0" y="222464"/>
                  </a:lnTo>
                  <a:lnTo>
                    <a:pt x="4527" y="267242"/>
                  </a:lnTo>
                  <a:lnTo>
                    <a:pt x="17510" y="308974"/>
                  </a:lnTo>
                  <a:lnTo>
                    <a:pt x="38045" y="346759"/>
                  </a:lnTo>
                  <a:lnTo>
                    <a:pt x="65232" y="379696"/>
                  </a:lnTo>
                  <a:lnTo>
                    <a:pt x="98169" y="406883"/>
                  </a:lnTo>
                  <a:lnTo>
                    <a:pt x="135954" y="427418"/>
                  </a:lnTo>
                  <a:lnTo>
                    <a:pt x="177686" y="440401"/>
                  </a:lnTo>
                  <a:lnTo>
                    <a:pt x="222464" y="444928"/>
                  </a:lnTo>
                  <a:lnTo>
                    <a:pt x="267242" y="440401"/>
                  </a:lnTo>
                  <a:lnTo>
                    <a:pt x="308974" y="427418"/>
                  </a:lnTo>
                  <a:lnTo>
                    <a:pt x="313843" y="424772"/>
                  </a:lnTo>
                  <a:lnTo>
                    <a:pt x="222464" y="424772"/>
                  </a:lnTo>
                  <a:lnTo>
                    <a:pt x="176132" y="419420"/>
                  </a:lnTo>
                  <a:lnTo>
                    <a:pt x="133570" y="404179"/>
                  </a:lnTo>
                  <a:lnTo>
                    <a:pt x="96004" y="380272"/>
                  </a:lnTo>
                  <a:lnTo>
                    <a:pt x="64656" y="348924"/>
                  </a:lnTo>
                  <a:lnTo>
                    <a:pt x="40749" y="311357"/>
                  </a:lnTo>
                  <a:lnTo>
                    <a:pt x="25508" y="268796"/>
                  </a:lnTo>
                  <a:lnTo>
                    <a:pt x="20156" y="222464"/>
                  </a:lnTo>
                  <a:lnTo>
                    <a:pt x="25508" y="176132"/>
                  </a:lnTo>
                  <a:lnTo>
                    <a:pt x="40749" y="133570"/>
                  </a:lnTo>
                  <a:lnTo>
                    <a:pt x="64656" y="96004"/>
                  </a:lnTo>
                  <a:lnTo>
                    <a:pt x="96004" y="64656"/>
                  </a:lnTo>
                  <a:lnTo>
                    <a:pt x="133570" y="40749"/>
                  </a:lnTo>
                  <a:lnTo>
                    <a:pt x="176132" y="25508"/>
                  </a:lnTo>
                  <a:lnTo>
                    <a:pt x="222464" y="20156"/>
                  </a:lnTo>
                  <a:lnTo>
                    <a:pt x="313843" y="20156"/>
                  </a:lnTo>
                  <a:lnTo>
                    <a:pt x="308974" y="17510"/>
                  </a:lnTo>
                  <a:lnTo>
                    <a:pt x="267242" y="4527"/>
                  </a:lnTo>
                  <a:lnTo>
                    <a:pt x="222464" y="0"/>
                  </a:lnTo>
                  <a:close/>
                </a:path>
                <a:path w="445135" h="445134">
                  <a:moveTo>
                    <a:pt x="313843" y="20156"/>
                  </a:moveTo>
                  <a:lnTo>
                    <a:pt x="222464" y="20156"/>
                  </a:lnTo>
                  <a:lnTo>
                    <a:pt x="268796" y="25508"/>
                  </a:lnTo>
                  <a:lnTo>
                    <a:pt x="311357" y="40749"/>
                  </a:lnTo>
                  <a:lnTo>
                    <a:pt x="348924" y="64656"/>
                  </a:lnTo>
                  <a:lnTo>
                    <a:pt x="380272" y="96004"/>
                  </a:lnTo>
                  <a:lnTo>
                    <a:pt x="404179" y="133570"/>
                  </a:lnTo>
                  <a:lnTo>
                    <a:pt x="419420" y="176132"/>
                  </a:lnTo>
                  <a:lnTo>
                    <a:pt x="424772" y="222464"/>
                  </a:lnTo>
                  <a:lnTo>
                    <a:pt x="419420" y="268796"/>
                  </a:lnTo>
                  <a:lnTo>
                    <a:pt x="404179" y="311357"/>
                  </a:lnTo>
                  <a:lnTo>
                    <a:pt x="380272" y="348924"/>
                  </a:lnTo>
                  <a:lnTo>
                    <a:pt x="348924" y="380272"/>
                  </a:lnTo>
                  <a:lnTo>
                    <a:pt x="311357" y="404179"/>
                  </a:lnTo>
                  <a:lnTo>
                    <a:pt x="268796" y="419420"/>
                  </a:lnTo>
                  <a:lnTo>
                    <a:pt x="222464" y="424772"/>
                  </a:lnTo>
                  <a:lnTo>
                    <a:pt x="313843" y="424772"/>
                  </a:lnTo>
                  <a:lnTo>
                    <a:pt x="379696" y="379696"/>
                  </a:lnTo>
                  <a:lnTo>
                    <a:pt x="406883" y="346759"/>
                  </a:lnTo>
                  <a:lnTo>
                    <a:pt x="427418" y="308974"/>
                  </a:lnTo>
                  <a:lnTo>
                    <a:pt x="440401" y="267242"/>
                  </a:lnTo>
                  <a:lnTo>
                    <a:pt x="444928" y="222464"/>
                  </a:lnTo>
                  <a:lnTo>
                    <a:pt x="440401" y="177686"/>
                  </a:lnTo>
                  <a:lnTo>
                    <a:pt x="427418" y="135954"/>
                  </a:lnTo>
                  <a:lnTo>
                    <a:pt x="406883" y="98169"/>
                  </a:lnTo>
                  <a:lnTo>
                    <a:pt x="379696" y="65232"/>
                  </a:lnTo>
                  <a:lnTo>
                    <a:pt x="346759" y="38045"/>
                  </a:lnTo>
                  <a:lnTo>
                    <a:pt x="313843" y="20156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1586252" y="8908576"/>
              <a:ext cx="322580" cy="59055"/>
            </a:xfrm>
            <a:custGeom>
              <a:avLst/>
              <a:gdLst/>
              <a:ahLst/>
              <a:cxnLst/>
              <a:rect l="l" t="t" r="r" b="b"/>
              <a:pathLst>
                <a:path w="322580" h="59054">
                  <a:moveTo>
                    <a:pt x="318639" y="0"/>
                  </a:moveTo>
                  <a:lnTo>
                    <a:pt x="0" y="34103"/>
                  </a:lnTo>
                  <a:lnTo>
                    <a:pt x="0" y="58835"/>
                  </a:lnTo>
                  <a:lnTo>
                    <a:pt x="322440" y="26763"/>
                  </a:lnTo>
                  <a:lnTo>
                    <a:pt x="318639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1044628" y="8687463"/>
              <a:ext cx="445134" cy="445134"/>
            </a:xfrm>
            <a:custGeom>
              <a:avLst/>
              <a:gdLst/>
              <a:ahLst/>
              <a:cxnLst/>
              <a:rect l="l" t="t" r="r" b="b"/>
              <a:pathLst>
                <a:path w="445134" h="445134">
                  <a:moveTo>
                    <a:pt x="222464" y="0"/>
                  </a:moveTo>
                  <a:lnTo>
                    <a:pt x="177686" y="4527"/>
                  </a:lnTo>
                  <a:lnTo>
                    <a:pt x="135954" y="17510"/>
                  </a:lnTo>
                  <a:lnTo>
                    <a:pt x="98169" y="38045"/>
                  </a:lnTo>
                  <a:lnTo>
                    <a:pt x="65232" y="65232"/>
                  </a:lnTo>
                  <a:lnTo>
                    <a:pt x="38045" y="98169"/>
                  </a:lnTo>
                  <a:lnTo>
                    <a:pt x="17510" y="135954"/>
                  </a:lnTo>
                  <a:lnTo>
                    <a:pt x="4527" y="177686"/>
                  </a:lnTo>
                  <a:lnTo>
                    <a:pt x="0" y="222464"/>
                  </a:lnTo>
                  <a:lnTo>
                    <a:pt x="4527" y="267242"/>
                  </a:lnTo>
                  <a:lnTo>
                    <a:pt x="17510" y="308974"/>
                  </a:lnTo>
                  <a:lnTo>
                    <a:pt x="38045" y="346759"/>
                  </a:lnTo>
                  <a:lnTo>
                    <a:pt x="65232" y="379696"/>
                  </a:lnTo>
                  <a:lnTo>
                    <a:pt x="98169" y="406883"/>
                  </a:lnTo>
                  <a:lnTo>
                    <a:pt x="135954" y="427418"/>
                  </a:lnTo>
                  <a:lnTo>
                    <a:pt x="177686" y="440401"/>
                  </a:lnTo>
                  <a:lnTo>
                    <a:pt x="222464" y="444928"/>
                  </a:lnTo>
                  <a:lnTo>
                    <a:pt x="267242" y="440401"/>
                  </a:lnTo>
                  <a:lnTo>
                    <a:pt x="308974" y="427418"/>
                  </a:lnTo>
                  <a:lnTo>
                    <a:pt x="313843" y="424772"/>
                  </a:lnTo>
                  <a:lnTo>
                    <a:pt x="222464" y="424772"/>
                  </a:lnTo>
                  <a:lnTo>
                    <a:pt x="176132" y="419420"/>
                  </a:lnTo>
                  <a:lnTo>
                    <a:pt x="133570" y="404179"/>
                  </a:lnTo>
                  <a:lnTo>
                    <a:pt x="96004" y="380272"/>
                  </a:lnTo>
                  <a:lnTo>
                    <a:pt x="64656" y="348924"/>
                  </a:lnTo>
                  <a:lnTo>
                    <a:pt x="40749" y="311357"/>
                  </a:lnTo>
                  <a:lnTo>
                    <a:pt x="25508" y="268796"/>
                  </a:lnTo>
                  <a:lnTo>
                    <a:pt x="20156" y="222464"/>
                  </a:lnTo>
                  <a:lnTo>
                    <a:pt x="25508" y="176132"/>
                  </a:lnTo>
                  <a:lnTo>
                    <a:pt x="40749" y="133570"/>
                  </a:lnTo>
                  <a:lnTo>
                    <a:pt x="64656" y="96004"/>
                  </a:lnTo>
                  <a:lnTo>
                    <a:pt x="96004" y="64656"/>
                  </a:lnTo>
                  <a:lnTo>
                    <a:pt x="133570" y="40749"/>
                  </a:lnTo>
                  <a:lnTo>
                    <a:pt x="176132" y="25508"/>
                  </a:lnTo>
                  <a:lnTo>
                    <a:pt x="222464" y="20156"/>
                  </a:lnTo>
                  <a:lnTo>
                    <a:pt x="313843" y="20156"/>
                  </a:lnTo>
                  <a:lnTo>
                    <a:pt x="308974" y="17510"/>
                  </a:lnTo>
                  <a:lnTo>
                    <a:pt x="267242" y="4527"/>
                  </a:lnTo>
                  <a:lnTo>
                    <a:pt x="222464" y="0"/>
                  </a:lnTo>
                  <a:close/>
                </a:path>
                <a:path w="445134" h="445134">
                  <a:moveTo>
                    <a:pt x="313843" y="20156"/>
                  </a:moveTo>
                  <a:lnTo>
                    <a:pt x="222464" y="20156"/>
                  </a:lnTo>
                  <a:lnTo>
                    <a:pt x="268796" y="25508"/>
                  </a:lnTo>
                  <a:lnTo>
                    <a:pt x="311357" y="40749"/>
                  </a:lnTo>
                  <a:lnTo>
                    <a:pt x="348924" y="64656"/>
                  </a:lnTo>
                  <a:lnTo>
                    <a:pt x="380272" y="96004"/>
                  </a:lnTo>
                  <a:lnTo>
                    <a:pt x="404179" y="133570"/>
                  </a:lnTo>
                  <a:lnTo>
                    <a:pt x="419420" y="176132"/>
                  </a:lnTo>
                  <a:lnTo>
                    <a:pt x="424772" y="222464"/>
                  </a:lnTo>
                  <a:lnTo>
                    <a:pt x="419420" y="268796"/>
                  </a:lnTo>
                  <a:lnTo>
                    <a:pt x="404179" y="311357"/>
                  </a:lnTo>
                  <a:lnTo>
                    <a:pt x="380272" y="348924"/>
                  </a:lnTo>
                  <a:lnTo>
                    <a:pt x="348924" y="380272"/>
                  </a:lnTo>
                  <a:lnTo>
                    <a:pt x="311357" y="404179"/>
                  </a:lnTo>
                  <a:lnTo>
                    <a:pt x="268796" y="419420"/>
                  </a:lnTo>
                  <a:lnTo>
                    <a:pt x="222464" y="424772"/>
                  </a:lnTo>
                  <a:lnTo>
                    <a:pt x="313843" y="424772"/>
                  </a:lnTo>
                  <a:lnTo>
                    <a:pt x="379696" y="379696"/>
                  </a:lnTo>
                  <a:lnTo>
                    <a:pt x="406883" y="346759"/>
                  </a:lnTo>
                  <a:lnTo>
                    <a:pt x="427418" y="308974"/>
                  </a:lnTo>
                  <a:lnTo>
                    <a:pt x="440401" y="267242"/>
                  </a:lnTo>
                  <a:lnTo>
                    <a:pt x="444928" y="222464"/>
                  </a:lnTo>
                  <a:lnTo>
                    <a:pt x="440401" y="177686"/>
                  </a:lnTo>
                  <a:lnTo>
                    <a:pt x="427418" y="135954"/>
                  </a:lnTo>
                  <a:lnTo>
                    <a:pt x="406883" y="98169"/>
                  </a:lnTo>
                  <a:lnTo>
                    <a:pt x="379696" y="65232"/>
                  </a:lnTo>
                  <a:lnTo>
                    <a:pt x="346759" y="38045"/>
                  </a:lnTo>
                  <a:lnTo>
                    <a:pt x="313843" y="20156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0" name="object 13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46480" y="8488734"/>
              <a:ext cx="100300" cy="95400"/>
            </a:xfrm>
            <a:prstGeom prst="rect">
              <a:avLst/>
            </a:prstGeom>
          </p:spPr>
        </p:pic>
        <p:sp>
          <p:nvSpPr>
            <p:cNvPr id="131" name="object 131" descr=""/>
            <p:cNvSpPr/>
            <p:nvPr/>
          </p:nvSpPr>
          <p:spPr>
            <a:xfrm>
              <a:off x="1240574" y="8574576"/>
              <a:ext cx="702310" cy="440690"/>
            </a:xfrm>
            <a:custGeom>
              <a:avLst/>
              <a:gdLst/>
              <a:ahLst/>
              <a:cxnLst/>
              <a:rect l="l" t="t" r="r" b="b"/>
              <a:pathLst>
                <a:path w="702310" h="440690">
                  <a:moveTo>
                    <a:pt x="701802" y="336219"/>
                  </a:moveTo>
                  <a:lnTo>
                    <a:pt x="699693" y="325793"/>
                  </a:lnTo>
                  <a:lnTo>
                    <a:pt x="693953" y="317284"/>
                  </a:lnTo>
                  <a:lnTo>
                    <a:pt x="685444" y="311543"/>
                  </a:lnTo>
                  <a:lnTo>
                    <a:pt x="675030" y="309448"/>
                  </a:lnTo>
                  <a:lnTo>
                    <a:pt x="674674" y="309524"/>
                  </a:lnTo>
                  <a:lnTo>
                    <a:pt x="541235" y="0"/>
                  </a:lnTo>
                  <a:lnTo>
                    <a:pt x="541235" y="62115"/>
                  </a:lnTo>
                  <a:lnTo>
                    <a:pt x="316725" y="324967"/>
                  </a:lnTo>
                  <a:lnTo>
                    <a:pt x="313905" y="323049"/>
                  </a:lnTo>
                  <a:lnTo>
                    <a:pt x="290093" y="318236"/>
                  </a:lnTo>
                  <a:lnTo>
                    <a:pt x="266293" y="323049"/>
                  </a:lnTo>
                  <a:lnTo>
                    <a:pt x="246849" y="336156"/>
                  </a:lnTo>
                  <a:lnTo>
                    <a:pt x="233743" y="355587"/>
                  </a:lnTo>
                  <a:lnTo>
                    <a:pt x="233578" y="356400"/>
                  </a:lnTo>
                  <a:lnTo>
                    <a:pt x="52031" y="328828"/>
                  </a:lnTo>
                  <a:lnTo>
                    <a:pt x="51549" y="326377"/>
                  </a:lnTo>
                  <a:lnTo>
                    <a:pt x="204368" y="131152"/>
                  </a:lnTo>
                  <a:lnTo>
                    <a:pt x="211277" y="114579"/>
                  </a:lnTo>
                  <a:lnTo>
                    <a:pt x="533577" y="46596"/>
                  </a:lnTo>
                  <a:lnTo>
                    <a:pt x="541235" y="62115"/>
                  </a:lnTo>
                  <a:lnTo>
                    <a:pt x="541235" y="0"/>
                  </a:lnTo>
                  <a:lnTo>
                    <a:pt x="519150" y="6896"/>
                  </a:lnTo>
                  <a:lnTo>
                    <a:pt x="526059" y="27609"/>
                  </a:lnTo>
                  <a:lnTo>
                    <a:pt x="204381" y="89738"/>
                  </a:lnTo>
                  <a:lnTo>
                    <a:pt x="198691" y="70192"/>
                  </a:lnTo>
                  <a:lnTo>
                    <a:pt x="213804" y="68148"/>
                  </a:lnTo>
                  <a:lnTo>
                    <a:pt x="256070" y="61493"/>
                  </a:lnTo>
                  <a:lnTo>
                    <a:pt x="281724" y="56654"/>
                  </a:lnTo>
                  <a:lnTo>
                    <a:pt x="288023" y="52590"/>
                  </a:lnTo>
                  <a:lnTo>
                    <a:pt x="290360" y="46126"/>
                  </a:lnTo>
                  <a:lnTo>
                    <a:pt x="286385" y="40132"/>
                  </a:lnTo>
                  <a:lnTo>
                    <a:pt x="273710" y="37490"/>
                  </a:lnTo>
                  <a:lnTo>
                    <a:pt x="234327" y="35255"/>
                  </a:lnTo>
                  <a:lnTo>
                    <a:pt x="181368" y="31508"/>
                  </a:lnTo>
                  <a:lnTo>
                    <a:pt x="135788" y="30772"/>
                  </a:lnTo>
                  <a:lnTo>
                    <a:pt x="118529" y="37490"/>
                  </a:lnTo>
                  <a:lnTo>
                    <a:pt x="121716" y="46342"/>
                  </a:lnTo>
                  <a:lnTo>
                    <a:pt x="127609" y="58928"/>
                  </a:lnTo>
                  <a:lnTo>
                    <a:pt x="135902" y="70370"/>
                  </a:lnTo>
                  <a:lnTo>
                    <a:pt x="146304" y="75819"/>
                  </a:lnTo>
                  <a:lnTo>
                    <a:pt x="167360" y="74193"/>
                  </a:lnTo>
                  <a:lnTo>
                    <a:pt x="176758" y="118732"/>
                  </a:lnTo>
                  <a:lnTo>
                    <a:pt x="33782" y="310870"/>
                  </a:lnTo>
                  <a:lnTo>
                    <a:pt x="26758" y="309448"/>
                  </a:lnTo>
                  <a:lnTo>
                    <a:pt x="16344" y="311543"/>
                  </a:lnTo>
                  <a:lnTo>
                    <a:pt x="7835" y="317284"/>
                  </a:lnTo>
                  <a:lnTo>
                    <a:pt x="2095" y="325793"/>
                  </a:lnTo>
                  <a:lnTo>
                    <a:pt x="0" y="336219"/>
                  </a:lnTo>
                  <a:lnTo>
                    <a:pt x="2095" y="346633"/>
                  </a:lnTo>
                  <a:lnTo>
                    <a:pt x="7835" y="355155"/>
                  </a:lnTo>
                  <a:lnTo>
                    <a:pt x="16344" y="360883"/>
                  </a:lnTo>
                  <a:lnTo>
                    <a:pt x="26758" y="362991"/>
                  </a:lnTo>
                  <a:lnTo>
                    <a:pt x="37185" y="360883"/>
                  </a:lnTo>
                  <a:lnTo>
                    <a:pt x="45694" y="355155"/>
                  </a:lnTo>
                  <a:lnTo>
                    <a:pt x="50088" y="348627"/>
                  </a:lnTo>
                  <a:lnTo>
                    <a:pt x="229311" y="377469"/>
                  </a:lnTo>
                  <a:lnTo>
                    <a:pt x="246849" y="422643"/>
                  </a:lnTo>
                  <a:lnTo>
                    <a:pt x="290093" y="440563"/>
                  </a:lnTo>
                  <a:lnTo>
                    <a:pt x="313905" y="435749"/>
                  </a:lnTo>
                  <a:lnTo>
                    <a:pt x="333336" y="422643"/>
                  </a:lnTo>
                  <a:lnTo>
                    <a:pt x="346443" y="403212"/>
                  </a:lnTo>
                  <a:lnTo>
                    <a:pt x="351256" y="379399"/>
                  </a:lnTo>
                  <a:lnTo>
                    <a:pt x="346443" y="355587"/>
                  </a:lnTo>
                  <a:lnTo>
                    <a:pt x="337515" y="342353"/>
                  </a:lnTo>
                  <a:lnTo>
                    <a:pt x="550900" y="77304"/>
                  </a:lnTo>
                  <a:lnTo>
                    <a:pt x="656069" y="317309"/>
                  </a:lnTo>
                  <a:lnTo>
                    <a:pt x="650367" y="325793"/>
                  </a:lnTo>
                  <a:lnTo>
                    <a:pt x="648258" y="336219"/>
                  </a:lnTo>
                  <a:lnTo>
                    <a:pt x="650367" y="346633"/>
                  </a:lnTo>
                  <a:lnTo>
                    <a:pt x="656094" y="355155"/>
                  </a:lnTo>
                  <a:lnTo>
                    <a:pt x="664603" y="360883"/>
                  </a:lnTo>
                  <a:lnTo>
                    <a:pt x="675030" y="362991"/>
                  </a:lnTo>
                  <a:lnTo>
                    <a:pt x="685444" y="360883"/>
                  </a:lnTo>
                  <a:lnTo>
                    <a:pt x="693953" y="355155"/>
                  </a:lnTo>
                  <a:lnTo>
                    <a:pt x="699693" y="346633"/>
                  </a:lnTo>
                  <a:lnTo>
                    <a:pt x="701802" y="336219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2" name="object 13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46480" y="8488734"/>
              <a:ext cx="100300" cy="95400"/>
            </a:xfrm>
            <a:prstGeom prst="rect">
              <a:avLst/>
            </a:prstGeom>
          </p:spPr>
        </p:pic>
        <p:sp>
          <p:nvSpPr>
            <p:cNvPr id="133" name="object 133" descr=""/>
            <p:cNvSpPr/>
            <p:nvPr/>
          </p:nvSpPr>
          <p:spPr>
            <a:xfrm>
              <a:off x="1240574" y="8605348"/>
              <a:ext cx="702310" cy="410209"/>
            </a:xfrm>
            <a:custGeom>
              <a:avLst/>
              <a:gdLst/>
              <a:ahLst/>
              <a:cxnLst/>
              <a:rect l="l" t="t" r="r" b="b"/>
              <a:pathLst>
                <a:path w="702310" h="410209">
                  <a:moveTo>
                    <a:pt x="53530" y="305447"/>
                  </a:moveTo>
                  <a:lnTo>
                    <a:pt x="51435" y="295021"/>
                  </a:lnTo>
                  <a:lnTo>
                    <a:pt x="45694" y="286512"/>
                  </a:lnTo>
                  <a:lnTo>
                    <a:pt x="37185" y="280771"/>
                  </a:lnTo>
                  <a:lnTo>
                    <a:pt x="26758" y="278676"/>
                  </a:lnTo>
                  <a:lnTo>
                    <a:pt x="16344" y="280771"/>
                  </a:lnTo>
                  <a:lnTo>
                    <a:pt x="7835" y="286512"/>
                  </a:lnTo>
                  <a:lnTo>
                    <a:pt x="2095" y="295021"/>
                  </a:lnTo>
                  <a:lnTo>
                    <a:pt x="0" y="305447"/>
                  </a:lnTo>
                  <a:lnTo>
                    <a:pt x="2095" y="315861"/>
                  </a:lnTo>
                  <a:lnTo>
                    <a:pt x="7835" y="324383"/>
                  </a:lnTo>
                  <a:lnTo>
                    <a:pt x="16344" y="330111"/>
                  </a:lnTo>
                  <a:lnTo>
                    <a:pt x="26758" y="332219"/>
                  </a:lnTo>
                  <a:lnTo>
                    <a:pt x="37185" y="330111"/>
                  </a:lnTo>
                  <a:lnTo>
                    <a:pt x="45694" y="324383"/>
                  </a:lnTo>
                  <a:lnTo>
                    <a:pt x="51435" y="315861"/>
                  </a:lnTo>
                  <a:lnTo>
                    <a:pt x="53530" y="305447"/>
                  </a:lnTo>
                  <a:close/>
                </a:path>
                <a:path w="702310" h="410209">
                  <a:moveTo>
                    <a:pt x="290360" y="15354"/>
                  </a:moveTo>
                  <a:lnTo>
                    <a:pt x="286385" y="9359"/>
                  </a:lnTo>
                  <a:lnTo>
                    <a:pt x="273710" y="6718"/>
                  </a:lnTo>
                  <a:lnTo>
                    <a:pt x="234327" y="4483"/>
                  </a:lnTo>
                  <a:lnTo>
                    <a:pt x="181368" y="736"/>
                  </a:lnTo>
                  <a:lnTo>
                    <a:pt x="135788" y="0"/>
                  </a:lnTo>
                  <a:lnTo>
                    <a:pt x="118529" y="6718"/>
                  </a:lnTo>
                  <a:lnTo>
                    <a:pt x="121716" y="15570"/>
                  </a:lnTo>
                  <a:lnTo>
                    <a:pt x="127609" y="28155"/>
                  </a:lnTo>
                  <a:lnTo>
                    <a:pt x="135902" y="39598"/>
                  </a:lnTo>
                  <a:lnTo>
                    <a:pt x="146304" y="45046"/>
                  </a:lnTo>
                  <a:lnTo>
                    <a:pt x="171653" y="43078"/>
                  </a:lnTo>
                  <a:lnTo>
                    <a:pt x="213804" y="37376"/>
                  </a:lnTo>
                  <a:lnTo>
                    <a:pt x="256070" y="30721"/>
                  </a:lnTo>
                  <a:lnTo>
                    <a:pt x="281724" y="25882"/>
                  </a:lnTo>
                  <a:lnTo>
                    <a:pt x="288023" y="21818"/>
                  </a:lnTo>
                  <a:lnTo>
                    <a:pt x="290360" y="15354"/>
                  </a:lnTo>
                  <a:close/>
                </a:path>
                <a:path w="702310" h="410209">
                  <a:moveTo>
                    <a:pt x="351256" y="348627"/>
                  </a:moveTo>
                  <a:lnTo>
                    <a:pt x="346443" y="324815"/>
                  </a:lnTo>
                  <a:lnTo>
                    <a:pt x="333336" y="305384"/>
                  </a:lnTo>
                  <a:lnTo>
                    <a:pt x="313905" y="292277"/>
                  </a:lnTo>
                  <a:lnTo>
                    <a:pt x="290093" y="287464"/>
                  </a:lnTo>
                  <a:lnTo>
                    <a:pt x="266293" y="292277"/>
                  </a:lnTo>
                  <a:lnTo>
                    <a:pt x="246849" y="305384"/>
                  </a:lnTo>
                  <a:lnTo>
                    <a:pt x="233743" y="324815"/>
                  </a:lnTo>
                  <a:lnTo>
                    <a:pt x="228930" y="348627"/>
                  </a:lnTo>
                  <a:lnTo>
                    <a:pt x="233743" y="372440"/>
                  </a:lnTo>
                  <a:lnTo>
                    <a:pt x="246849" y="391871"/>
                  </a:lnTo>
                  <a:lnTo>
                    <a:pt x="266293" y="404977"/>
                  </a:lnTo>
                  <a:lnTo>
                    <a:pt x="290093" y="409790"/>
                  </a:lnTo>
                  <a:lnTo>
                    <a:pt x="313905" y="404977"/>
                  </a:lnTo>
                  <a:lnTo>
                    <a:pt x="333336" y="391871"/>
                  </a:lnTo>
                  <a:lnTo>
                    <a:pt x="346443" y="372440"/>
                  </a:lnTo>
                  <a:lnTo>
                    <a:pt x="351256" y="348627"/>
                  </a:lnTo>
                  <a:close/>
                </a:path>
                <a:path w="702310" h="410209">
                  <a:moveTo>
                    <a:pt x="701802" y="305447"/>
                  </a:moveTo>
                  <a:lnTo>
                    <a:pt x="699693" y="295021"/>
                  </a:lnTo>
                  <a:lnTo>
                    <a:pt x="693953" y="286512"/>
                  </a:lnTo>
                  <a:lnTo>
                    <a:pt x="685444" y="280771"/>
                  </a:lnTo>
                  <a:lnTo>
                    <a:pt x="675030" y="278676"/>
                  </a:lnTo>
                  <a:lnTo>
                    <a:pt x="664603" y="280771"/>
                  </a:lnTo>
                  <a:lnTo>
                    <a:pt x="656094" y="286512"/>
                  </a:lnTo>
                  <a:lnTo>
                    <a:pt x="650367" y="295021"/>
                  </a:lnTo>
                  <a:lnTo>
                    <a:pt x="648258" y="305447"/>
                  </a:lnTo>
                  <a:lnTo>
                    <a:pt x="650367" y="315861"/>
                  </a:lnTo>
                  <a:lnTo>
                    <a:pt x="656094" y="324383"/>
                  </a:lnTo>
                  <a:lnTo>
                    <a:pt x="664603" y="330111"/>
                  </a:lnTo>
                  <a:lnTo>
                    <a:pt x="675030" y="332219"/>
                  </a:lnTo>
                  <a:lnTo>
                    <a:pt x="685444" y="330111"/>
                  </a:lnTo>
                  <a:lnTo>
                    <a:pt x="693953" y="324383"/>
                  </a:lnTo>
                  <a:lnTo>
                    <a:pt x="699693" y="315861"/>
                  </a:lnTo>
                  <a:lnTo>
                    <a:pt x="701802" y="305447"/>
                  </a:lnTo>
                  <a:close/>
                </a:path>
              </a:pathLst>
            </a:custGeom>
            <a:solidFill>
              <a:srgbClr val="CDEBE6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1479308" y="8967323"/>
              <a:ext cx="69215" cy="106680"/>
            </a:xfrm>
            <a:custGeom>
              <a:avLst/>
              <a:gdLst/>
              <a:ahLst/>
              <a:cxnLst/>
              <a:rect l="l" t="t" r="r" b="b"/>
              <a:pathLst>
                <a:path w="69215" h="106679">
                  <a:moveTo>
                    <a:pt x="69176" y="0"/>
                  </a:moveTo>
                  <a:lnTo>
                    <a:pt x="43649" y="0"/>
                  </a:lnTo>
                  <a:lnTo>
                    <a:pt x="43649" y="86360"/>
                  </a:lnTo>
                  <a:lnTo>
                    <a:pt x="0" y="86360"/>
                  </a:lnTo>
                  <a:lnTo>
                    <a:pt x="0" y="106680"/>
                  </a:lnTo>
                  <a:lnTo>
                    <a:pt x="69176" y="106680"/>
                  </a:lnTo>
                  <a:lnTo>
                    <a:pt x="69176" y="86360"/>
                  </a:lnTo>
                  <a:lnTo>
                    <a:pt x="69176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5" name="object 135" descr=""/>
          <p:cNvGrpSpPr/>
          <p:nvPr/>
        </p:nvGrpSpPr>
        <p:grpSpPr>
          <a:xfrm>
            <a:off x="5249662" y="8647355"/>
            <a:ext cx="894715" cy="488315"/>
            <a:chOff x="5249662" y="8647355"/>
            <a:chExt cx="894715" cy="488315"/>
          </a:xfrm>
        </p:grpSpPr>
        <p:sp>
          <p:nvSpPr>
            <p:cNvPr id="136" name="object 136" descr=""/>
            <p:cNvSpPr/>
            <p:nvPr/>
          </p:nvSpPr>
          <p:spPr>
            <a:xfrm>
              <a:off x="5249659" y="8874778"/>
              <a:ext cx="894715" cy="260985"/>
            </a:xfrm>
            <a:custGeom>
              <a:avLst/>
              <a:gdLst/>
              <a:ahLst/>
              <a:cxnLst/>
              <a:rect l="l" t="t" r="r" b="b"/>
              <a:pathLst>
                <a:path w="894714" h="260984">
                  <a:moveTo>
                    <a:pt x="894372" y="0"/>
                  </a:moveTo>
                  <a:lnTo>
                    <a:pt x="0" y="0"/>
                  </a:lnTo>
                  <a:lnTo>
                    <a:pt x="0" y="47218"/>
                  </a:lnTo>
                  <a:lnTo>
                    <a:pt x="34544" y="47218"/>
                  </a:lnTo>
                  <a:lnTo>
                    <a:pt x="34544" y="260667"/>
                  </a:lnTo>
                  <a:lnTo>
                    <a:pt x="863968" y="260667"/>
                  </a:lnTo>
                  <a:lnTo>
                    <a:pt x="863968" y="47218"/>
                  </a:lnTo>
                  <a:lnTo>
                    <a:pt x="894372" y="47218"/>
                  </a:lnTo>
                  <a:lnTo>
                    <a:pt x="8943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5290312" y="8916294"/>
              <a:ext cx="814705" cy="10160"/>
            </a:xfrm>
            <a:custGeom>
              <a:avLst/>
              <a:gdLst/>
              <a:ahLst/>
              <a:cxnLst/>
              <a:rect l="l" t="t" r="r" b="b"/>
              <a:pathLst>
                <a:path w="814704" h="10159">
                  <a:moveTo>
                    <a:pt x="814565" y="5080"/>
                  </a:moveTo>
                  <a:lnTo>
                    <a:pt x="814552" y="3810"/>
                  </a:lnTo>
                  <a:lnTo>
                    <a:pt x="787819" y="3810"/>
                  </a:lnTo>
                  <a:lnTo>
                    <a:pt x="787819" y="2540"/>
                  </a:lnTo>
                  <a:lnTo>
                    <a:pt x="720267" y="2540"/>
                  </a:lnTo>
                  <a:lnTo>
                    <a:pt x="720267" y="1270"/>
                  </a:lnTo>
                  <a:lnTo>
                    <a:pt x="565569" y="1270"/>
                  </a:lnTo>
                  <a:lnTo>
                    <a:pt x="565569" y="0"/>
                  </a:lnTo>
                  <a:lnTo>
                    <a:pt x="248996" y="0"/>
                  </a:lnTo>
                  <a:lnTo>
                    <a:pt x="248996" y="1270"/>
                  </a:lnTo>
                  <a:lnTo>
                    <a:pt x="94284" y="1270"/>
                  </a:lnTo>
                  <a:lnTo>
                    <a:pt x="94284" y="2540"/>
                  </a:lnTo>
                  <a:lnTo>
                    <a:pt x="26746" y="2540"/>
                  </a:lnTo>
                  <a:lnTo>
                    <a:pt x="26746" y="3810"/>
                  </a:lnTo>
                  <a:lnTo>
                    <a:pt x="0" y="3810"/>
                  </a:lnTo>
                  <a:lnTo>
                    <a:pt x="0" y="5080"/>
                  </a:lnTo>
                  <a:lnTo>
                    <a:pt x="0" y="6350"/>
                  </a:lnTo>
                  <a:lnTo>
                    <a:pt x="26695" y="6350"/>
                  </a:lnTo>
                  <a:lnTo>
                    <a:pt x="26695" y="7620"/>
                  </a:lnTo>
                  <a:lnTo>
                    <a:pt x="93967" y="7620"/>
                  </a:lnTo>
                  <a:lnTo>
                    <a:pt x="93967" y="8890"/>
                  </a:lnTo>
                  <a:lnTo>
                    <a:pt x="247294" y="8890"/>
                  </a:lnTo>
                  <a:lnTo>
                    <a:pt x="247294" y="10160"/>
                  </a:lnTo>
                  <a:lnTo>
                    <a:pt x="567270" y="10160"/>
                  </a:lnTo>
                  <a:lnTo>
                    <a:pt x="567270" y="8890"/>
                  </a:lnTo>
                  <a:lnTo>
                    <a:pt x="720572" y="8890"/>
                  </a:lnTo>
                  <a:lnTo>
                    <a:pt x="720572" y="7620"/>
                  </a:lnTo>
                  <a:lnTo>
                    <a:pt x="787857" y="7620"/>
                  </a:lnTo>
                  <a:lnTo>
                    <a:pt x="787857" y="6350"/>
                  </a:lnTo>
                  <a:lnTo>
                    <a:pt x="814565" y="6350"/>
                  </a:lnTo>
                  <a:lnTo>
                    <a:pt x="814565" y="5080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5291760" y="8983401"/>
              <a:ext cx="815975" cy="5080"/>
            </a:xfrm>
            <a:custGeom>
              <a:avLst/>
              <a:gdLst/>
              <a:ahLst/>
              <a:cxnLst/>
              <a:rect l="l" t="t" r="r" b="b"/>
              <a:pathLst>
                <a:path w="815975" h="5079">
                  <a:moveTo>
                    <a:pt x="815682" y="1270"/>
                  </a:moveTo>
                  <a:lnTo>
                    <a:pt x="721004" y="1270"/>
                  </a:lnTo>
                  <a:lnTo>
                    <a:pt x="721004" y="0"/>
                  </a:lnTo>
                  <a:lnTo>
                    <a:pt x="94665" y="0"/>
                  </a:lnTo>
                  <a:lnTo>
                    <a:pt x="94665" y="127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0" y="3810"/>
                  </a:lnTo>
                  <a:lnTo>
                    <a:pt x="94665" y="3810"/>
                  </a:lnTo>
                  <a:lnTo>
                    <a:pt x="94665" y="5080"/>
                  </a:lnTo>
                  <a:lnTo>
                    <a:pt x="721004" y="5080"/>
                  </a:lnTo>
                  <a:lnTo>
                    <a:pt x="721004" y="3810"/>
                  </a:lnTo>
                  <a:lnTo>
                    <a:pt x="815682" y="3810"/>
                  </a:lnTo>
                  <a:lnTo>
                    <a:pt x="815682" y="2540"/>
                  </a:lnTo>
                  <a:lnTo>
                    <a:pt x="815682" y="1270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5302438" y="8647355"/>
              <a:ext cx="796290" cy="227965"/>
            </a:xfrm>
            <a:custGeom>
              <a:avLst/>
              <a:gdLst/>
              <a:ahLst/>
              <a:cxnLst/>
              <a:rect l="l" t="t" r="r" b="b"/>
              <a:pathLst>
                <a:path w="796289" h="227965">
                  <a:moveTo>
                    <a:pt x="561350" y="0"/>
                  </a:moveTo>
                  <a:lnTo>
                    <a:pt x="519198" y="9830"/>
                  </a:lnTo>
                  <a:lnTo>
                    <a:pt x="480945" y="30389"/>
                  </a:lnTo>
                  <a:lnTo>
                    <a:pt x="449488" y="60120"/>
                  </a:lnTo>
                  <a:lnTo>
                    <a:pt x="427725" y="97467"/>
                  </a:lnTo>
                  <a:lnTo>
                    <a:pt x="391230" y="74313"/>
                  </a:lnTo>
                  <a:lnTo>
                    <a:pt x="350069" y="60986"/>
                  </a:lnTo>
                  <a:lnTo>
                    <a:pt x="306907" y="58002"/>
                  </a:lnTo>
                  <a:lnTo>
                    <a:pt x="264410" y="65876"/>
                  </a:lnTo>
                  <a:lnTo>
                    <a:pt x="225445" y="84585"/>
                  </a:lnTo>
                  <a:lnTo>
                    <a:pt x="192347" y="112452"/>
                  </a:lnTo>
                  <a:lnTo>
                    <a:pt x="166965" y="147491"/>
                  </a:lnTo>
                  <a:lnTo>
                    <a:pt x="151147" y="187715"/>
                  </a:lnTo>
                  <a:lnTo>
                    <a:pt x="106232" y="175206"/>
                  </a:lnTo>
                  <a:lnTo>
                    <a:pt x="62584" y="178271"/>
                  </a:lnTo>
                  <a:lnTo>
                    <a:pt x="25430" y="195982"/>
                  </a:lnTo>
                  <a:lnTo>
                    <a:pt x="0" y="227411"/>
                  </a:lnTo>
                  <a:lnTo>
                    <a:pt x="795693" y="227411"/>
                  </a:lnTo>
                  <a:lnTo>
                    <a:pt x="785819" y="201192"/>
                  </a:lnTo>
                  <a:lnTo>
                    <a:pt x="772064" y="182000"/>
                  </a:lnTo>
                  <a:lnTo>
                    <a:pt x="752966" y="169005"/>
                  </a:lnTo>
                  <a:lnTo>
                    <a:pt x="727066" y="161381"/>
                  </a:lnTo>
                  <a:lnTo>
                    <a:pt x="722454" y="118402"/>
                  </a:lnTo>
                  <a:lnTo>
                    <a:pt x="705884" y="78414"/>
                  </a:lnTo>
                  <a:lnTo>
                    <a:pt x="679365" y="44024"/>
                  </a:lnTo>
                  <a:lnTo>
                    <a:pt x="644902" y="17836"/>
                  </a:lnTo>
                  <a:lnTo>
                    <a:pt x="604505" y="2454"/>
                  </a:lnTo>
                  <a:lnTo>
                    <a:pt x="561350" y="0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0" name="object 140" descr=""/>
          <p:cNvGrpSpPr/>
          <p:nvPr/>
        </p:nvGrpSpPr>
        <p:grpSpPr>
          <a:xfrm>
            <a:off x="15949514" y="4708621"/>
            <a:ext cx="850265" cy="1853564"/>
            <a:chOff x="15949514" y="4708621"/>
            <a:chExt cx="850265" cy="1853564"/>
          </a:xfrm>
        </p:grpSpPr>
        <p:sp>
          <p:nvSpPr>
            <p:cNvPr id="141" name="object 141" descr=""/>
            <p:cNvSpPr/>
            <p:nvPr/>
          </p:nvSpPr>
          <p:spPr>
            <a:xfrm>
              <a:off x="15949512" y="4708632"/>
              <a:ext cx="850265" cy="1853564"/>
            </a:xfrm>
            <a:custGeom>
              <a:avLst/>
              <a:gdLst/>
              <a:ahLst/>
              <a:cxnLst/>
              <a:rect l="l" t="t" r="r" b="b"/>
              <a:pathLst>
                <a:path w="850265" h="1853565">
                  <a:moveTo>
                    <a:pt x="850176" y="0"/>
                  </a:moveTo>
                  <a:lnTo>
                    <a:pt x="15468" y="0"/>
                  </a:lnTo>
                  <a:lnTo>
                    <a:pt x="15468" y="236550"/>
                  </a:lnTo>
                  <a:lnTo>
                    <a:pt x="0" y="236550"/>
                  </a:lnTo>
                  <a:lnTo>
                    <a:pt x="0" y="338239"/>
                  </a:lnTo>
                  <a:lnTo>
                    <a:pt x="0" y="428993"/>
                  </a:lnTo>
                  <a:lnTo>
                    <a:pt x="0" y="1853209"/>
                  </a:lnTo>
                  <a:lnTo>
                    <a:pt x="850176" y="1853209"/>
                  </a:lnTo>
                  <a:lnTo>
                    <a:pt x="850176" y="428993"/>
                  </a:lnTo>
                  <a:lnTo>
                    <a:pt x="850176" y="338239"/>
                  </a:lnTo>
                  <a:lnTo>
                    <a:pt x="850176" y="236550"/>
                  </a:lnTo>
                  <a:lnTo>
                    <a:pt x="850176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16081477" y="4853387"/>
              <a:ext cx="586740" cy="1614805"/>
            </a:xfrm>
            <a:custGeom>
              <a:avLst/>
              <a:gdLst/>
              <a:ahLst/>
              <a:cxnLst/>
              <a:rect l="l" t="t" r="r" b="b"/>
              <a:pathLst>
                <a:path w="586740" h="1614804">
                  <a:moveTo>
                    <a:pt x="165252" y="1444523"/>
                  </a:moveTo>
                  <a:lnTo>
                    <a:pt x="116052" y="1444523"/>
                  </a:lnTo>
                  <a:lnTo>
                    <a:pt x="116052" y="1614690"/>
                  </a:lnTo>
                  <a:lnTo>
                    <a:pt x="165252" y="1614690"/>
                  </a:lnTo>
                  <a:lnTo>
                    <a:pt x="165252" y="1444523"/>
                  </a:lnTo>
                  <a:close/>
                </a:path>
                <a:path w="586740" h="1614804">
                  <a:moveTo>
                    <a:pt x="165252" y="1155623"/>
                  </a:moveTo>
                  <a:lnTo>
                    <a:pt x="116052" y="1155623"/>
                  </a:lnTo>
                  <a:lnTo>
                    <a:pt x="116052" y="1325791"/>
                  </a:lnTo>
                  <a:lnTo>
                    <a:pt x="165252" y="1325791"/>
                  </a:lnTo>
                  <a:lnTo>
                    <a:pt x="165252" y="1155623"/>
                  </a:lnTo>
                  <a:close/>
                </a:path>
                <a:path w="586740" h="1614804">
                  <a:moveTo>
                    <a:pt x="165252" y="866711"/>
                  </a:moveTo>
                  <a:lnTo>
                    <a:pt x="116052" y="866711"/>
                  </a:lnTo>
                  <a:lnTo>
                    <a:pt x="116052" y="1036891"/>
                  </a:lnTo>
                  <a:lnTo>
                    <a:pt x="165252" y="1036891"/>
                  </a:lnTo>
                  <a:lnTo>
                    <a:pt x="165252" y="866711"/>
                  </a:lnTo>
                  <a:close/>
                </a:path>
                <a:path w="586740" h="1614804">
                  <a:moveTo>
                    <a:pt x="165252" y="577799"/>
                  </a:moveTo>
                  <a:lnTo>
                    <a:pt x="116052" y="577799"/>
                  </a:lnTo>
                  <a:lnTo>
                    <a:pt x="116052" y="747979"/>
                  </a:lnTo>
                  <a:lnTo>
                    <a:pt x="165252" y="747979"/>
                  </a:lnTo>
                  <a:lnTo>
                    <a:pt x="165252" y="577799"/>
                  </a:lnTo>
                  <a:close/>
                </a:path>
                <a:path w="586740" h="1614804">
                  <a:moveTo>
                    <a:pt x="165252" y="288899"/>
                  </a:moveTo>
                  <a:lnTo>
                    <a:pt x="160540" y="288899"/>
                  </a:lnTo>
                  <a:lnTo>
                    <a:pt x="160540" y="407530"/>
                  </a:lnTo>
                  <a:lnTo>
                    <a:pt x="0" y="407530"/>
                  </a:lnTo>
                  <a:lnTo>
                    <a:pt x="0" y="459079"/>
                  </a:lnTo>
                  <a:lnTo>
                    <a:pt x="165252" y="459079"/>
                  </a:lnTo>
                  <a:lnTo>
                    <a:pt x="165252" y="407530"/>
                  </a:lnTo>
                  <a:lnTo>
                    <a:pt x="165252" y="288899"/>
                  </a:lnTo>
                  <a:close/>
                </a:path>
                <a:path w="586740" h="1614804">
                  <a:moveTo>
                    <a:pt x="165252" y="0"/>
                  </a:moveTo>
                  <a:lnTo>
                    <a:pt x="0" y="0"/>
                  </a:lnTo>
                  <a:lnTo>
                    <a:pt x="0" y="91795"/>
                  </a:lnTo>
                  <a:lnTo>
                    <a:pt x="0" y="170167"/>
                  </a:lnTo>
                  <a:lnTo>
                    <a:pt x="165252" y="170167"/>
                  </a:lnTo>
                  <a:lnTo>
                    <a:pt x="165252" y="91795"/>
                  </a:lnTo>
                  <a:lnTo>
                    <a:pt x="165252" y="0"/>
                  </a:lnTo>
                  <a:close/>
                </a:path>
                <a:path w="586740" h="1614804">
                  <a:moveTo>
                    <a:pt x="332244" y="1444523"/>
                  </a:moveTo>
                  <a:lnTo>
                    <a:pt x="211404" y="1444523"/>
                  </a:lnTo>
                  <a:lnTo>
                    <a:pt x="211404" y="1614690"/>
                  </a:lnTo>
                  <a:lnTo>
                    <a:pt x="332244" y="1614690"/>
                  </a:lnTo>
                  <a:lnTo>
                    <a:pt x="332244" y="1444523"/>
                  </a:lnTo>
                  <a:close/>
                </a:path>
                <a:path w="586740" h="1614804">
                  <a:moveTo>
                    <a:pt x="332244" y="1155623"/>
                  </a:moveTo>
                  <a:lnTo>
                    <a:pt x="211404" y="1155623"/>
                  </a:lnTo>
                  <a:lnTo>
                    <a:pt x="211404" y="1325791"/>
                  </a:lnTo>
                  <a:lnTo>
                    <a:pt x="332244" y="1325791"/>
                  </a:lnTo>
                  <a:lnTo>
                    <a:pt x="332244" y="1155623"/>
                  </a:lnTo>
                  <a:close/>
                </a:path>
                <a:path w="586740" h="1614804">
                  <a:moveTo>
                    <a:pt x="332244" y="866711"/>
                  </a:moveTo>
                  <a:lnTo>
                    <a:pt x="211404" y="866711"/>
                  </a:lnTo>
                  <a:lnTo>
                    <a:pt x="211404" y="1036891"/>
                  </a:lnTo>
                  <a:lnTo>
                    <a:pt x="332244" y="1036891"/>
                  </a:lnTo>
                  <a:lnTo>
                    <a:pt x="332244" y="866711"/>
                  </a:lnTo>
                  <a:close/>
                </a:path>
                <a:path w="586740" h="1614804">
                  <a:moveTo>
                    <a:pt x="332244" y="577799"/>
                  </a:moveTo>
                  <a:lnTo>
                    <a:pt x="211404" y="577799"/>
                  </a:lnTo>
                  <a:lnTo>
                    <a:pt x="211404" y="747979"/>
                  </a:lnTo>
                  <a:lnTo>
                    <a:pt x="332244" y="747979"/>
                  </a:lnTo>
                  <a:lnTo>
                    <a:pt x="332244" y="577799"/>
                  </a:lnTo>
                  <a:close/>
                </a:path>
                <a:path w="586740" h="1614804">
                  <a:moveTo>
                    <a:pt x="332244" y="288899"/>
                  </a:moveTo>
                  <a:lnTo>
                    <a:pt x="211404" y="288899"/>
                  </a:lnTo>
                  <a:lnTo>
                    <a:pt x="211404" y="459079"/>
                  </a:lnTo>
                  <a:lnTo>
                    <a:pt x="332244" y="459079"/>
                  </a:lnTo>
                  <a:lnTo>
                    <a:pt x="332244" y="288899"/>
                  </a:lnTo>
                  <a:close/>
                </a:path>
                <a:path w="586740" h="1614804">
                  <a:moveTo>
                    <a:pt x="376669" y="0"/>
                  </a:moveTo>
                  <a:lnTo>
                    <a:pt x="211404" y="0"/>
                  </a:lnTo>
                  <a:lnTo>
                    <a:pt x="211404" y="170167"/>
                  </a:lnTo>
                  <a:lnTo>
                    <a:pt x="376669" y="170167"/>
                  </a:lnTo>
                  <a:lnTo>
                    <a:pt x="376669" y="0"/>
                  </a:lnTo>
                  <a:close/>
                </a:path>
                <a:path w="586740" h="1614804">
                  <a:moveTo>
                    <a:pt x="586244" y="0"/>
                  </a:moveTo>
                  <a:lnTo>
                    <a:pt x="420979" y="0"/>
                  </a:lnTo>
                  <a:lnTo>
                    <a:pt x="420979" y="170167"/>
                  </a:lnTo>
                  <a:lnTo>
                    <a:pt x="586244" y="170167"/>
                  </a:lnTo>
                  <a:lnTo>
                    <a:pt x="586244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3" name="object 143" descr=""/>
          <p:cNvGrpSpPr/>
          <p:nvPr/>
        </p:nvGrpSpPr>
        <p:grpSpPr>
          <a:xfrm>
            <a:off x="11574988" y="4520689"/>
            <a:ext cx="908685" cy="4502150"/>
            <a:chOff x="11574988" y="4520689"/>
            <a:chExt cx="908685" cy="4502150"/>
          </a:xfrm>
        </p:grpSpPr>
        <p:sp>
          <p:nvSpPr>
            <p:cNvPr id="144" name="object 144" descr=""/>
            <p:cNvSpPr/>
            <p:nvPr/>
          </p:nvSpPr>
          <p:spPr>
            <a:xfrm>
              <a:off x="11596317" y="4611367"/>
              <a:ext cx="887094" cy="4411345"/>
            </a:xfrm>
            <a:custGeom>
              <a:avLst/>
              <a:gdLst/>
              <a:ahLst/>
              <a:cxnLst/>
              <a:rect l="l" t="t" r="r" b="b"/>
              <a:pathLst>
                <a:path w="887095" h="4411345">
                  <a:moveTo>
                    <a:pt x="0" y="4411247"/>
                  </a:moveTo>
                  <a:lnTo>
                    <a:pt x="886904" y="4411247"/>
                  </a:lnTo>
                  <a:lnTo>
                    <a:pt x="886904" y="0"/>
                  </a:lnTo>
                  <a:lnTo>
                    <a:pt x="0" y="0"/>
                  </a:lnTo>
                  <a:lnTo>
                    <a:pt x="0" y="4411247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11574988" y="4520689"/>
              <a:ext cx="826135" cy="90805"/>
            </a:xfrm>
            <a:custGeom>
              <a:avLst/>
              <a:gdLst/>
              <a:ahLst/>
              <a:cxnLst/>
              <a:rect l="l" t="t" r="r" b="b"/>
              <a:pathLst>
                <a:path w="826134" h="90804">
                  <a:moveTo>
                    <a:pt x="0" y="90677"/>
                  </a:moveTo>
                  <a:lnTo>
                    <a:pt x="825702" y="90677"/>
                  </a:lnTo>
                  <a:lnTo>
                    <a:pt x="825702" y="0"/>
                  </a:lnTo>
                  <a:lnTo>
                    <a:pt x="0" y="0"/>
                  </a:lnTo>
                  <a:lnTo>
                    <a:pt x="0" y="90677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11676482" y="4745030"/>
              <a:ext cx="724535" cy="1230630"/>
            </a:xfrm>
            <a:custGeom>
              <a:avLst/>
              <a:gdLst/>
              <a:ahLst/>
              <a:cxnLst/>
              <a:rect l="l" t="t" r="r" b="b"/>
              <a:pathLst>
                <a:path w="724534" h="1230629">
                  <a:moveTo>
                    <a:pt x="89865" y="875449"/>
                  </a:moveTo>
                  <a:lnTo>
                    <a:pt x="0" y="875449"/>
                  </a:lnTo>
                  <a:lnTo>
                    <a:pt x="0" y="987361"/>
                  </a:lnTo>
                  <a:lnTo>
                    <a:pt x="89865" y="987361"/>
                  </a:lnTo>
                  <a:lnTo>
                    <a:pt x="89865" y="875449"/>
                  </a:lnTo>
                  <a:close/>
                </a:path>
                <a:path w="724534" h="1230629">
                  <a:moveTo>
                    <a:pt x="89865" y="584504"/>
                  </a:moveTo>
                  <a:lnTo>
                    <a:pt x="0" y="584504"/>
                  </a:lnTo>
                  <a:lnTo>
                    <a:pt x="0" y="696429"/>
                  </a:lnTo>
                  <a:lnTo>
                    <a:pt x="89865" y="696429"/>
                  </a:lnTo>
                  <a:lnTo>
                    <a:pt x="89865" y="584504"/>
                  </a:lnTo>
                  <a:close/>
                </a:path>
                <a:path w="724534" h="1230629">
                  <a:moveTo>
                    <a:pt x="89865" y="293585"/>
                  </a:moveTo>
                  <a:lnTo>
                    <a:pt x="0" y="293585"/>
                  </a:lnTo>
                  <a:lnTo>
                    <a:pt x="0" y="405498"/>
                  </a:lnTo>
                  <a:lnTo>
                    <a:pt x="89865" y="405498"/>
                  </a:lnTo>
                  <a:lnTo>
                    <a:pt x="89865" y="293585"/>
                  </a:lnTo>
                  <a:close/>
                </a:path>
                <a:path w="724534" h="1230629">
                  <a:moveTo>
                    <a:pt x="89865" y="0"/>
                  </a:moveTo>
                  <a:lnTo>
                    <a:pt x="0" y="0"/>
                  </a:lnTo>
                  <a:lnTo>
                    <a:pt x="0" y="114579"/>
                  </a:lnTo>
                  <a:lnTo>
                    <a:pt x="89865" y="114579"/>
                  </a:lnTo>
                  <a:lnTo>
                    <a:pt x="89865" y="0"/>
                  </a:lnTo>
                  <a:close/>
                </a:path>
                <a:path w="724534" h="1230629">
                  <a:moveTo>
                    <a:pt x="249034" y="1166368"/>
                  </a:moveTo>
                  <a:lnTo>
                    <a:pt x="218694" y="1166368"/>
                  </a:lnTo>
                  <a:lnTo>
                    <a:pt x="218694" y="1230236"/>
                  </a:lnTo>
                  <a:lnTo>
                    <a:pt x="249034" y="1230236"/>
                  </a:lnTo>
                  <a:lnTo>
                    <a:pt x="249034" y="1166368"/>
                  </a:lnTo>
                  <a:close/>
                </a:path>
                <a:path w="724534" h="1230629">
                  <a:moveTo>
                    <a:pt x="249034" y="875449"/>
                  </a:moveTo>
                  <a:lnTo>
                    <a:pt x="159169" y="875449"/>
                  </a:lnTo>
                  <a:lnTo>
                    <a:pt x="159169" y="987361"/>
                  </a:lnTo>
                  <a:lnTo>
                    <a:pt x="249034" y="987361"/>
                  </a:lnTo>
                  <a:lnTo>
                    <a:pt x="249034" y="875449"/>
                  </a:lnTo>
                  <a:close/>
                </a:path>
                <a:path w="724534" h="1230629">
                  <a:moveTo>
                    <a:pt x="249034" y="584504"/>
                  </a:moveTo>
                  <a:lnTo>
                    <a:pt x="159169" y="584504"/>
                  </a:lnTo>
                  <a:lnTo>
                    <a:pt x="159169" y="696429"/>
                  </a:lnTo>
                  <a:lnTo>
                    <a:pt x="249034" y="696429"/>
                  </a:lnTo>
                  <a:lnTo>
                    <a:pt x="249034" y="584504"/>
                  </a:lnTo>
                  <a:close/>
                </a:path>
                <a:path w="724534" h="1230629">
                  <a:moveTo>
                    <a:pt x="249034" y="293585"/>
                  </a:moveTo>
                  <a:lnTo>
                    <a:pt x="159169" y="293585"/>
                  </a:lnTo>
                  <a:lnTo>
                    <a:pt x="159169" y="405498"/>
                  </a:lnTo>
                  <a:lnTo>
                    <a:pt x="249034" y="405498"/>
                  </a:lnTo>
                  <a:lnTo>
                    <a:pt x="249034" y="293585"/>
                  </a:lnTo>
                  <a:close/>
                </a:path>
                <a:path w="724534" h="1230629">
                  <a:moveTo>
                    <a:pt x="249034" y="0"/>
                  </a:moveTo>
                  <a:lnTo>
                    <a:pt x="159169" y="0"/>
                  </a:lnTo>
                  <a:lnTo>
                    <a:pt x="159169" y="114579"/>
                  </a:lnTo>
                  <a:lnTo>
                    <a:pt x="249034" y="114579"/>
                  </a:lnTo>
                  <a:lnTo>
                    <a:pt x="249034" y="0"/>
                  </a:lnTo>
                  <a:close/>
                </a:path>
                <a:path w="724534" h="1230629">
                  <a:moveTo>
                    <a:pt x="408203" y="584504"/>
                  </a:moveTo>
                  <a:lnTo>
                    <a:pt x="318338" y="584504"/>
                  </a:lnTo>
                  <a:lnTo>
                    <a:pt x="318338" y="696429"/>
                  </a:lnTo>
                  <a:lnTo>
                    <a:pt x="408203" y="696429"/>
                  </a:lnTo>
                  <a:lnTo>
                    <a:pt x="408203" y="584504"/>
                  </a:lnTo>
                  <a:close/>
                </a:path>
                <a:path w="724534" h="1230629">
                  <a:moveTo>
                    <a:pt x="408203" y="293585"/>
                  </a:moveTo>
                  <a:lnTo>
                    <a:pt x="318338" y="293585"/>
                  </a:lnTo>
                  <a:lnTo>
                    <a:pt x="318338" y="405498"/>
                  </a:lnTo>
                  <a:lnTo>
                    <a:pt x="408203" y="405498"/>
                  </a:lnTo>
                  <a:lnTo>
                    <a:pt x="408203" y="293585"/>
                  </a:lnTo>
                  <a:close/>
                </a:path>
                <a:path w="724534" h="1230629">
                  <a:moveTo>
                    <a:pt x="408203" y="0"/>
                  </a:moveTo>
                  <a:lnTo>
                    <a:pt x="318338" y="0"/>
                  </a:lnTo>
                  <a:lnTo>
                    <a:pt x="318338" y="114579"/>
                  </a:lnTo>
                  <a:lnTo>
                    <a:pt x="408203" y="114579"/>
                  </a:lnTo>
                  <a:lnTo>
                    <a:pt x="408203" y="0"/>
                  </a:lnTo>
                  <a:close/>
                </a:path>
                <a:path w="724534" h="1230629">
                  <a:moveTo>
                    <a:pt x="567372" y="584504"/>
                  </a:moveTo>
                  <a:lnTo>
                    <a:pt x="477507" y="584504"/>
                  </a:lnTo>
                  <a:lnTo>
                    <a:pt x="477507" y="696429"/>
                  </a:lnTo>
                  <a:lnTo>
                    <a:pt x="567372" y="696429"/>
                  </a:lnTo>
                  <a:lnTo>
                    <a:pt x="567372" y="584504"/>
                  </a:lnTo>
                  <a:close/>
                </a:path>
                <a:path w="724534" h="1230629">
                  <a:moveTo>
                    <a:pt x="567372" y="293585"/>
                  </a:moveTo>
                  <a:lnTo>
                    <a:pt x="477507" y="293585"/>
                  </a:lnTo>
                  <a:lnTo>
                    <a:pt x="477507" y="405498"/>
                  </a:lnTo>
                  <a:lnTo>
                    <a:pt x="567372" y="405498"/>
                  </a:lnTo>
                  <a:lnTo>
                    <a:pt x="567372" y="293585"/>
                  </a:lnTo>
                  <a:close/>
                </a:path>
                <a:path w="724534" h="1230629">
                  <a:moveTo>
                    <a:pt x="567372" y="0"/>
                  </a:moveTo>
                  <a:lnTo>
                    <a:pt x="477507" y="0"/>
                  </a:lnTo>
                  <a:lnTo>
                    <a:pt x="477507" y="114579"/>
                  </a:lnTo>
                  <a:lnTo>
                    <a:pt x="567372" y="114579"/>
                  </a:lnTo>
                  <a:lnTo>
                    <a:pt x="567372" y="0"/>
                  </a:lnTo>
                  <a:close/>
                </a:path>
                <a:path w="724534" h="1230629">
                  <a:moveTo>
                    <a:pt x="724204" y="584504"/>
                  </a:moveTo>
                  <a:lnTo>
                    <a:pt x="636676" y="584504"/>
                  </a:lnTo>
                  <a:lnTo>
                    <a:pt x="636676" y="696429"/>
                  </a:lnTo>
                  <a:lnTo>
                    <a:pt x="724204" y="696429"/>
                  </a:lnTo>
                  <a:lnTo>
                    <a:pt x="724204" y="584504"/>
                  </a:lnTo>
                  <a:close/>
                </a:path>
                <a:path w="724534" h="1230629">
                  <a:moveTo>
                    <a:pt x="724204" y="293585"/>
                  </a:moveTo>
                  <a:lnTo>
                    <a:pt x="636676" y="293585"/>
                  </a:lnTo>
                  <a:lnTo>
                    <a:pt x="636676" y="405498"/>
                  </a:lnTo>
                  <a:lnTo>
                    <a:pt x="724204" y="405498"/>
                  </a:lnTo>
                  <a:lnTo>
                    <a:pt x="724204" y="293585"/>
                  </a:lnTo>
                  <a:close/>
                </a:path>
                <a:path w="724534" h="1230629">
                  <a:moveTo>
                    <a:pt x="724204" y="0"/>
                  </a:moveTo>
                  <a:lnTo>
                    <a:pt x="636676" y="0"/>
                  </a:lnTo>
                  <a:lnTo>
                    <a:pt x="636676" y="114579"/>
                  </a:lnTo>
                  <a:lnTo>
                    <a:pt x="724204" y="114579"/>
                  </a:lnTo>
                  <a:lnTo>
                    <a:pt x="7242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7" name="object 147" descr=""/>
          <p:cNvGrpSpPr/>
          <p:nvPr/>
        </p:nvGrpSpPr>
        <p:grpSpPr>
          <a:xfrm>
            <a:off x="10606273" y="5763698"/>
            <a:ext cx="1368425" cy="3259454"/>
            <a:chOff x="10606273" y="5763698"/>
            <a:chExt cx="1368425" cy="3259454"/>
          </a:xfrm>
        </p:grpSpPr>
        <p:sp>
          <p:nvSpPr>
            <p:cNvPr id="148" name="object 148" descr=""/>
            <p:cNvSpPr/>
            <p:nvPr/>
          </p:nvSpPr>
          <p:spPr>
            <a:xfrm>
              <a:off x="10606273" y="5975263"/>
              <a:ext cx="841375" cy="3047365"/>
            </a:xfrm>
            <a:custGeom>
              <a:avLst/>
              <a:gdLst/>
              <a:ahLst/>
              <a:cxnLst/>
              <a:rect l="l" t="t" r="r" b="b"/>
              <a:pathLst>
                <a:path w="841375" h="3047365">
                  <a:moveTo>
                    <a:pt x="0" y="3047352"/>
                  </a:moveTo>
                  <a:lnTo>
                    <a:pt x="841126" y="3047352"/>
                  </a:lnTo>
                  <a:lnTo>
                    <a:pt x="841126" y="0"/>
                  </a:lnTo>
                  <a:lnTo>
                    <a:pt x="0" y="0"/>
                  </a:lnTo>
                  <a:lnTo>
                    <a:pt x="0" y="3047352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10725913" y="5763698"/>
              <a:ext cx="721995" cy="212090"/>
            </a:xfrm>
            <a:custGeom>
              <a:avLst/>
              <a:gdLst/>
              <a:ahLst/>
              <a:cxnLst/>
              <a:rect l="l" t="t" r="r" b="b"/>
              <a:pathLst>
                <a:path w="721995" h="212089">
                  <a:moveTo>
                    <a:pt x="721485" y="0"/>
                  </a:moveTo>
                  <a:lnTo>
                    <a:pt x="0" y="0"/>
                  </a:lnTo>
                  <a:lnTo>
                    <a:pt x="0" y="211564"/>
                  </a:lnTo>
                  <a:lnTo>
                    <a:pt x="721485" y="211564"/>
                  </a:lnTo>
                  <a:lnTo>
                    <a:pt x="721485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10698480" y="6085693"/>
              <a:ext cx="657225" cy="2328545"/>
            </a:xfrm>
            <a:custGeom>
              <a:avLst/>
              <a:gdLst/>
              <a:ahLst/>
              <a:cxnLst/>
              <a:rect l="l" t="t" r="r" b="b"/>
              <a:pathLst>
                <a:path w="657225" h="2328545">
                  <a:moveTo>
                    <a:pt x="656691" y="2151291"/>
                  </a:moveTo>
                  <a:lnTo>
                    <a:pt x="0" y="2151291"/>
                  </a:lnTo>
                  <a:lnTo>
                    <a:pt x="0" y="2328354"/>
                  </a:lnTo>
                  <a:lnTo>
                    <a:pt x="656691" y="2328354"/>
                  </a:lnTo>
                  <a:lnTo>
                    <a:pt x="656691" y="2151291"/>
                  </a:lnTo>
                  <a:close/>
                </a:path>
                <a:path w="657225" h="2328545">
                  <a:moveTo>
                    <a:pt x="656691" y="1917877"/>
                  </a:moveTo>
                  <a:lnTo>
                    <a:pt x="0" y="1917877"/>
                  </a:lnTo>
                  <a:lnTo>
                    <a:pt x="0" y="2094941"/>
                  </a:lnTo>
                  <a:lnTo>
                    <a:pt x="656691" y="2094941"/>
                  </a:lnTo>
                  <a:lnTo>
                    <a:pt x="656691" y="1917877"/>
                  </a:lnTo>
                  <a:close/>
                </a:path>
                <a:path w="657225" h="2328545">
                  <a:moveTo>
                    <a:pt x="656691" y="1684451"/>
                  </a:moveTo>
                  <a:lnTo>
                    <a:pt x="0" y="1684451"/>
                  </a:lnTo>
                  <a:lnTo>
                    <a:pt x="0" y="1861527"/>
                  </a:lnTo>
                  <a:lnTo>
                    <a:pt x="656691" y="1861527"/>
                  </a:lnTo>
                  <a:lnTo>
                    <a:pt x="656691" y="1684451"/>
                  </a:lnTo>
                  <a:close/>
                </a:path>
                <a:path w="657225" h="2328545">
                  <a:moveTo>
                    <a:pt x="656691" y="1451038"/>
                  </a:moveTo>
                  <a:lnTo>
                    <a:pt x="0" y="1451038"/>
                  </a:lnTo>
                  <a:lnTo>
                    <a:pt x="0" y="1628101"/>
                  </a:lnTo>
                  <a:lnTo>
                    <a:pt x="656691" y="1628101"/>
                  </a:lnTo>
                  <a:lnTo>
                    <a:pt x="656691" y="1451038"/>
                  </a:lnTo>
                  <a:close/>
                </a:path>
                <a:path w="657225" h="2328545">
                  <a:moveTo>
                    <a:pt x="656691" y="1217625"/>
                  </a:moveTo>
                  <a:lnTo>
                    <a:pt x="0" y="1217625"/>
                  </a:lnTo>
                  <a:lnTo>
                    <a:pt x="0" y="1394675"/>
                  </a:lnTo>
                  <a:lnTo>
                    <a:pt x="656691" y="1394675"/>
                  </a:lnTo>
                  <a:lnTo>
                    <a:pt x="656691" y="1217625"/>
                  </a:lnTo>
                  <a:close/>
                </a:path>
                <a:path w="657225" h="2328545">
                  <a:moveTo>
                    <a:pt x="656691" y="984186"/>
                  </a:moveTo>
                  <a:lnTo>
                    <a:pt x="0" y="984186"/>
                  </a:lnTo>
                  <a:lnTo>
                    <a:pt x="0" y="1161262"/>
                  </a:lnTo>
                  <a:lnTo>
                    <a:pt x="656691" y="1161262"/>
                  </a:lnTo>
                  <a:lnTo>
                    <a:pt x="656691" y="984186"/>
                  </a:lnTo>
                  <a:close/>
                </a:path>
                <a:path w="657225" h="2328545">
                  <a:moveTo>
                    <a:pt x="656691" y="750773"/>
                  </a:moveTo>
                  <a:lnTo>
                    <a:pt x="0" y="750773"/>
                  </a:lnTo>
                  <a:lnTo>
                    <a:pt x="0" y="927836"/>
                  </a:lnTo>
                  <a:lnTo>
                    <a:pt x="656691" y="927836"/>
                  </a:lnTo>
                  <a:lnTo>
                    <a:pt x="656691" y="750773"/>
                  </a:lnTo>
                  <a:close/>
                </a:path>
                <a:path w="657225" h="2328545">
                  <a:moveTo>
                    <a:pt x="656691" y="517359"/>
                  </a:moveTo>
                  <a:lnTo>
                    <a:pt x="0" y="517359"/>
                  </a:lnTo>
                  <a:lnTo>
                    <a:pt x="0" y="694423"/>
                  </a:lnTo>
                  <a:lnTo>
                    <a:pt x="656691" y="694423"/>
                  </a:lnTo>
                  <a:lnTo>
                    <a:pt x="656691" y="517359"/>
                  </a:lnTo>
                  <a:close/>
                </a:path>
                <a:path w="657225" h="2328545">
                  <a:moveTo>
                    <a:pt x="656691" y="283933"/>
                  </a:moveTo>
                  <a:lnTo>
                    <a:pt x="0" y="283933"/>
                  </a:lnTo>
                  <a:lnTo>
                    <a:pt x="0" y="460997"/>
                  </a:lnTo>
                  <a:lnTo>
                    <a:pt x="656691" y="460997"/>
                  </a:lnTo>
                  <a:lnTo>
                    <a:pt x="656691" y="283933"/>
                  </a:lnTo>
                  <a:close/>
                </a:path>
                <a:path w="657225" h="2328545">
                  <a:moveTo>
                    <a:pt x="656691" y="0"/>
                  </a:moveTo>
                  <a:lnTo>
                    <a:pt x="0" y="0"/>
                  </a:lnTo>
                  <a:lnTo>
                    <a:pt x="0" y="227571"/>
                  </a:lnTo>
                  <a:lnTo>
                    <a:pt x="656691" y="227571"/>
                  </a:lnTo>
                  <a:lnTo>
                    <a:pt x="656691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10698480" y="6313265"/>
              <a:ext cx="657225" cy="2157730"/>
            </a:xfrm>
            <a:custGeom>
              <a:avLst/>
              <a:gdLst/>
              <a:ahLst/>
              <a:cxnLst/>
              <a:rect l="l" t="t" r="r" b="b"/>
              <a:pathLst>
                <a:path w="657225" h="2157729">
                  <a:moveTo>
                    <a:pt x="656691" y="2100783"/>
                  </a:moveTo>
                  <a:lnTo>
                    <a:pt x="0" y="2100783"/>
                  </a:lnTo>
                  <a:lnTo>
                    <a:pt x="0" y="2157145"/>
                  </a:lnTo>
                  <a:lnTo>
                    <a:pt x="656691" y="2157145"/>
                  </a:lnTo>
                  <a:lnTo>
                    <a:pt x="656691" y="2100783"/>
                  </a:lnTo>
                  <a:close/>
                </a:path>
                <a:path w="657225" h="2157729">
                  <a:moveTo>
                    <a:pt x="656691" y="1867369"/>
                  </a:moveTo>
                  <a:lnTo>
                    <a:pt x="0" y="1867369"/>
                  </a:lnTo>
                  <a:lnTo>
                    <a:pt x="0" y="1923719"/>
                  </a:lnTo>
                  <a:lnTo>
                    <a:pt x="656691" y="1923719"/>
                  </a:lnTo>
                  <a:lnTo>
                    <a:pt x="656691" y="1867369"/>
                  </a:lnTo>
                  <a:close/>
                </a:path>
                <a:path w="657225" h="2157729">
                  <a:moveTo>
                    <a:pt x="656691" y="1633956"/>
                  </a:moveTo>
                  <a:lnTo>
                    <a:pt x="0" y="1633956"/>
                  </a:lnTo>
                  <a:lnTo>
                    <a:pt x="0" y="1690306"/>
                  </a:lnTo>
                  <a:lnTo>
                    <a:pt x="656691" y="1690306"/>
                  </a:lnTo>
                  <a:lnTo>
                    <a:pt x="656691" y="1633956"/>
                  </a:lnTo>
                  <a:close/>
                </a:path>
                <a:path w="657225" h="2157729">
                  <a:moveTo>
                    <a:pt x="656691" y="1400530"/>
                  </a:moveTo>
                  <a:lnTo>
                    <a:pt x="0" y="1400530"/>
                  </a:lnTo>
                  <a:lnTo>
                    <a:pt x="0" y="1456880"/>
                  </a:lnTo>
                  <a:lnTo>
                    <a:pt x="656691" y="1456880"/>
                  </a:lnTo>
                  <a:lnTo>
                    <a:pt x="656691" y="1400530"/>
                  </a:lnTo>
                  <a:close/>
                </a:path>
                <a:path w="657225" h="2157729">
                  <a:moveTo>
                    <a:pt x="656691" y="1167104"/>
                  </a:moveTo>
                  <a:lnTo>
                    <a:pt x="0" y="1167104"/>
                  </a:lnTo>
                  <a:lnTo>
                    <a:pt x="0" y="1223467"/>
                  </a:lnTo>
                  <a:lnTo>
                    <a:pt x="656691" y="1223467"/>
                  </a:lnTo>
                  <a:lnTo>
                    <a:pt x="656691" y="1167104"/>
                  </a:lnTo>
                  <a:close/>
                </a:path>
                <a:path w="657225" h="2157729">
                  <a:moveTo>
                    <a:pt x="656691" y="933691"/>
                  </a:moveTo>
                  <a:lnTo>
                    <a:pt x="0" y="933691"/>
                  </a:lnTo>
                  <a:lnTo>
                    <a:pt x="0" y="990041"/>
                  </a:lnTo>
                  <a:lnTo>
                    <a:pt x="656691" y="990041"/>
                  </a:lnTo>
                  <a:lnTo>
                    <a:pt x="656691" y="933691"/>
                  </a:lnTo>
                  <a:close/>
                </a:path>
                <a:path w="657225" h="2157729">
                  <a:moveTo>
                    <a:pt x="656691" y="700265"/>
                  </a:moveTo>
                  <a:lnTo>
                    <a:pt x="0" y="700265"/>
                  </a:lnTo>
                  <a:lnTo>
                    <a:pt x="0" y="756615"/>
                  </a:lnTo>
                  <a:lnTo>
                    <a:pt x="656691" y="756615"/>
                  </a:lnTo>
                  <a:lnTo>
                    <a:pt x="656691" y="700265"/>
                  </a:lnTo>
                  <a:close/>
                </a:path>
                <a:path w="657225" h="2157729">
                  <a:moveTo>
                    <a:pt x="656691" y="466852"/>
                  </a:moveTo>
                  <a:lnTo>
                    <a:pt x="0" y="466852"/>
                  </a:lnTo>
                  <a:lnTo>
                    <a:pt x="0" y="523201"/>
                  </a:lnTo>
                  <a:lnTo>
                    <a:pt x="656691" y="523201"/>
                  </a:lnTo>
                  <a:lnTo>
                    <a:pt x="656691" y="466852"/>
                  </a:lnTo>
                  <a:close/>
                </a:path>
                <a:path w="657225" h="2157729">
                  <a:moveTo>
                    <a:pt x="656691" y="233426"/>
                  </a:moveTo>
                  <a:lnTo>
                    <a:pt x="0" y="233426"/>
                  </a:lnTo>
                  <a:lnTo>
                    <a:pt x="0" y="289788"/>
                  </a:lnTo>
                  <a:lnTo>
                    <a:pt x="656691" y="289788"/>
                  </a:lnTo>
                  <a:lnTo>
                    <a:pt x="656691" y="233426"/>
                  </a:lnTo>
                  <a:close/>
                </a:path>
                <a:path w="657225" h="2157729">
                  <a:moveTo>
                    <a:pt x="656691" y="0"/>
                  </a:moveTo>
                  <a:lnTo>
                    <a:pt x="0" y="0"/>
                  </a:lnTo>
                  <a:lnTo>
                    <a:pt x="0" y="56362"/>
                  </a:lnTo>
                  <a:lnTo>
                    <a:pt x="656691" y="56362"/>
                  </a:lnTo>
                  <a:lnTo>
                    <a:pt x="6566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11447399" y="5975263"/>
              <a:ext cx="527050" cy="3047365"/>
            </a:xfrm>
            <a:custGeom>
              <a:avLst/>
              <a:gdLst/>
              <a:ahLst/>
              <a:cxnLst/>
              <a:rect l="l" t="t" r="r" b="b"/>
              <a:pathLst>
                <a:path w="527050" h="3047365">
                  <a:moveTo>
                    <a:pt x="0" y="3047352"/>
                  </a:moveTo>
                  <a:lnTo>
                    <a:pt x="526842" y="3047352"/>
                  </a:lnTo>
                  <a:lnTo>
                    <a:pt x="526842" y="0"/>
                  </a:lnTo>
                  <a:lnTo>
                    <a:pt x="0" y="0"/>
                  </a:lnTo>
                  <a:lnTo>
                    <a:pt x="0" y="3047352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11447399" y="5763698"/>
              <a:ext cx="448309" cy="212090"/>
            </a:xfrm>
            <a:custGeom>
              <a:avLst/>
              <a:gdLst/>
              <a:ahLst/>
              <a:cxnLst/>
              <a:rect l="l" t="t" r="r" b="b"/>
              <a:pathLst>
                <a:path w="448309" h="212089">
                  <a:moveTo>
                    <a:pt x="447776" y="0"/>
                  </a:moveTo>
                  <a:lnTo>
                    <a:pt x="0" y="0"/>
                  </a:lnTo>
                  <a:lnTo>
                    <a:pt x="0" y="211564"/>
                  </a:lnTo>
                  <a:lnTo>
                    <a:pt x="447776" y="211564"/>
                  </a:lnTo>
                  <a:lnTo>
                    <a:pt x="447776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11520017" y="6085693"/>
              <a:ext cx="405130" cy="2328545"/>
            </a:xfrm>
            <a:custGeom>
              <a:avLst/>
              <a:gdLst/>
              <a:ahLst/>
              <a:cxnLst/>
              <a:rect l="l" t="t" r="r" b="b"/>
              <a:pathLst>
                <a:path w="405129" h="2328545">
                  <a:moveTo>
                    <a:pt x="405066" y="2151291"/>
                  </a:moveTo>
                  <a:lnTo>
                    <a:pt x="0" y="2151291"/>
                  </a:lnTo>
                  <a:lnTo>
                    <a:pt x="0" y="2328354"/>
                  </a:lnTo>
                  <a:lnTo>
                    <a:pt x="405066" y="2328354"/>
                  </a:lnTo>
                  <a:lnTo>
                    <a:pt x="405066" y="2151291"/>
                  </a:lnTo>
                  <a:close/>
                </a:path>
                <a:path w="405129" h="2328545">
                  <a:moveTo>
                    <a:pt x="405066" y="1917877"/>
                  </a:moveTo>
                  <a:lnTo>
                    <a:pt x="0" y="1917877"/>
                  </a:lnTo>
                  <a:lnTo>
                    <a:pt x="0" y="2094941"/>
                  </a:lnTo>
                  <a:lnTo>
                    <a:pt x="405066" y="2094941"/>
                  </a:lnTo>
                  <a:lnTo>
                    <a:pt x="405066" y="1917877"/>
                  </a:lnTo>
                  <a:close/>
                </a:path>
                <a:path w="405129" h="2328545">
                  <a:moveTo>
                    <a:pt x="405066" y="1684451"/>
                  </a:moveTo>
                  <a:lnTo>
                    <a:pt x="0" y="1684451"/>
                  </a:lnTo>
                  <a:lnTo>
                    <a:pt x="0" y="1861527"/>
                  </a:lnTo>
                  <a:lnTo>
                    <a:pt x="405066" y="1861527"/>
                  </a:lnTo>
                  <a:lnTo>
                    <a:pt x="405066" y="1684451"/>
                  </a:lnTo>
                  <a:close/>
                </a:path>
                <a:path w="405129" h="2328545">
                  <a:moveTo>
                    <a:pt x="405066" y="1451038"/>
                  </a:moveTo>
                  <a:lnTo>
                    <a:pt x="0" y="1451038"/>
                  </a:lnTo>
                  <a:lnTo>
                    <a:pt x="0" y="1628101"/>
                  </a:lnTo>
                  <a:lnTo>
                    <a:pt x="405066" y="1628101"/>
                  </a:lnTo>
                  <a:lnTo>
                    <a:pt x="405066" y="1451038"/>
                  </a:lnTo>
                  <a:close/>
                </a:path>
                <a:path w="405129" h="2328545">
                  <a:moveTo>
                    <a:pt x="405066" y="1217625"/>
                  </a:moveTo>
                  <a:lnTo>
                    <a:pt x="0" y="1217625"/>
                  </a:lnTo>
                  <a:lnTo>
                    <a:pt x="0" y="1394675"/>
                  </a:lnTo>
                  <a:lnTo>
                    <a:pt x="405066" y="1394675"/>
                  </a:lnTo>
                  <a:lnTo>
                    <a:pt x="405066" y="1217625"/>
                  </a:lnTo>
                  <a:close/>
                </a:path>
                <a:path w="405129" h="2328545">
                  <a:moveTo>
                    <a:pt x="405066" y="984186"/>
                  </a:moveTo>
                  <a:lnTo>
                    <a:pt x="0" y="984186"/>
                  </a:lnTo>
                  <a:lnTo>
                    <a:pt x="0" y="1161262"/>
                  </a:lnTo>
                  <a:lnTo>
                    <a:pt x="405066" y="1161262"/>
                  </a:lnTo>
                  <a:lnTo>
                    <a:pt x="405066" y="984186"/>
                  </a:lnTo>
                  <a:close/>
                </a:path>
                <a:path w="405129" h="2328545">
                  <a:moveTo>
                    <a:pt x="405066" y="750773"/>
                  </a:moveTo>
                  <a:lnTo>
                    <a:pt x="0" y="750773"/>
                  </a:lnTo>
                  <a:lnTo>
                    <a:pt x="0" y="927836"/>
                  </a:lnTo>
                  <a:lnTo>
                    <a:pt x="405066" y="927836"/>
                  </a:lnTo>
                  <a:lnTo>
                    <a:pt x="405066" y="750773"/>
                  </a:lnTo>
                  <a:close/>
                </a:path>
                <a:path w="405129" h="2328545">
                  <a:moveTo>
                    <a:pt x="405066" y="517359"/>
                  </a:moveTo>
                  <a:lnTo>
                    <a:pt x="0" y="517359"/>
                  </a:lnTo>
                  <a:lnTo>
                    <a:pt x="0" y="694423"/>
                  </a:lnTo>
                  <a:lnTo>
                    <a:pt x="405066" y="694423"/>
                  </a:lnTo>
                  <a:lnTo>
                    <a:pt x="405066" y="517359"/>
                  </a:lnTo>
                  <a:close/>
                </a:path>
                <a:path w="405129" h="2328545">
                  <a:moveTo>
                    <a:pt x="405066" y="283933"/>
                  </a:moveTo>
                  <a:lnTo>
                    <a:pt x="0" y="283933"/>
                  </a:lnTo>
                  <a:lnTo>
                    <a:pt x="0" y="460997"/>
                  </a:lnTo>
                  <a:lnTo>
                    <a:pt x="405066" y="460997"/>
                  </a:lnTo>
                  <a:lnTo>
                    <a:pt x="405066" y="283933"/>
                  </a:lnTo>
                  <a:close/>
                </a:path>
                <a:path w="405129" h="2328545">
                  <a:moveTo>
                    <a:pt x="405066" y="0"/>
                  </a:moveTo>
                  <a:lnTo>
                    <a:pt x="0" y="0"/>
                  </a:lnTo>
                  <a:lnTo>
                    <a:pt x="0" y="227571"/>
                  </a:lnTo>
                  <a:lnTo>
                    <a:pt x="405066" y="227571"/>
                  </a:lnTo>
                  <a:lnTo>
                    <a:pt x="405066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11520017" y="6313265"/>
              <a:ext cx="405130" cy="2157730"/>
            </a:xfrm>
            <a:custGeom>
              <a:avLst/>
              <a:gdLst/>
              <a:ahLst/>
              <a:cxnLst/>
              <a:rect l="l" t="t" r="r" b="b"/>
              <a:pathLst>
                <a:path w="405129" h="2157729">
                  <a:moveTo>
                    <a:pt x="405066" y="2100783"/>
                  </a:moveTo>
                  <a:lnTo>
                    <a:pt x="0" y="2100783"/>
                  </a:lnTo>
                  <a:lnTo>
                    <a:pt x="0" y="2157145"/>
                  </a:lnTo>
                  <a:lnTo>
                    <a:pt x="405066" y="2157145"/>
                  </a:lnTo>
                  <a:lnTo>
                    <a:pt x="405066" y="2100783"/>
                  </a:lnTo>
                  <a:close/>
                </a:path>
                <a:path w="405129" h="2157729">
                  <a:moveTo>
                    <a:pt x="405066" y="1867369"/>
                  </a:moveTo>
                  <a:lnTo>
                    <a:pt x="0" y="1867369"/>
                  </a:lnTo>
                  <a:lnTo>
                    <a:pt x="0" y="1923719"/>
                  </a:lnTo>
                  <a:lnTo>
                    <a:pt x="405066" y="1923719"/>
                  </a:lnTo>
                  <a:lnTo>
                    <a:pt x="405066" y="1867369"/>
                  </a:lnTo>
                  <a:close/>
                </a:path>
                <a:path w="405129" h="2157729">
                  <a:moveTo>
                    <a:pt x="405066" y="1633956"/>
                  </a:moveTo>
                  <a:lnTo>
                    <a:pt x="0" y="1633956"/>
                  </a:lnTo>
                  <a:lnTo>
                    <a:pt x="0" y="1690306"/>
                  </a:lnTo>
                  <a:lnTo>
                    <a:pt x="405066" y="1690306"/>
                  </a:lnTo>
                  <a:lnTo>
                    <a:pt x="405066" y="1633956"/>
                  </a:lnTo>
                  <a:close/>
                </a:path>
                <a:path w="405129" h="2157729">
                  <a:moveTo>
                    <a:pt x="405066" y="1400530"/>
                  </a:moveTo>
                  <a:lnTo>
                    <a:pt x="0" y="1400530"/>
                  </a:lnTo>
                  <a:lnTo>
                    <a:pt x="0" y="1456880"/>
                  </a:lnTo>
                  <a:lnTo>
                    <a:pt x="405066" y="1456880"/>
                  </a:lnTo>
                  <a:lnTo>
                    <a:pt x="405066" y="1400530"/>
                  </a:lnTo>
                  <a:close/>
                </a:path>
                <a:path w="405129" h="2157729">
                  <a:moveTo>
                    <a:pt x="405066" y="1167104"/>
                  </a:moveTo>
                  <a:lnTo>
                    <a:pt x="0" y="1167104"/>
                  </a:lnTo>
                  <a:lnTo>
                    <a:pt x="0" y="1223467"/>
                  </a:lnTo>
                  <a:lnTo>
                    <a:pt x="405066" y="1223467"/>
                  </a:lnTo>
                  <a:lnTo>
                    <a:pt x="405066" y="1167104"/>
                  </a:lnTo>
                  <a:close/>
                </a:path>
                <a:path w="405129" h="2157729">
                  <a:moveTo>
                    <a:pt x="405066" y="933691"/>
                  </a:moveTo>
                  <a:lnTo>
                    <a:pt x="0" y="933691"/>
                  </a:lnTo>
                  <a:lnTo>
                    <a:pt x="0" y="990041"/>
                  </a:lnTo>
                  <a:lnTo>
                    <a:pt x="405066" y="990041"/>
                  </a:lnTo>
                  <a:lnTo>
                    <a:pt x="405066" y="933691"/>
                  </a:lnTo>
                  <a:close/>
                </a:path>
                <a:path w="405129" h="2157729">
                  <a:moveTo>
                    <a:pt x="405066" y="700265"/>
                  </a:moveTo>
                  <a:lnTo>
                    <a:pt x="0" y="700265"/>
                  </a:lnTo>
                  <a:lnTo>
                    <a:pt x="0" y="756615"/>
                  </a:lnTo>
                  <a:lnTo>
                    <a:pt x="405066" y="756615"/>
                  </a:lnTo>
                  <a:lnTo>
                    <a:pt x="405066" y="700265"/>
                  </a:lnTo>
                  <a:close/>
                </a:path>
                <a:path w="405129" h="2157729">
                  <a:moveTo>
                    <a:pt x="405066" y="466852"/>
                  </a:moveTo>
                  <a:lnTo>
                    <a:pt x="0" y="466852"/>
                  </a:lnTo>
                  <a:lnTo>
                    <a:pt x="0" y="523201"/>
                  </a:lnTo>
                  <a:lnTo>
                    <a:pt x="405066" y="523201"/>
                  </a:lnTo>
                  <a:lnTo>
                    <a:pt x="405066" y="466852"/>
                  </a:lnTo>
                  <a:close/>
                </a:path>
                <a:path w="405129" h="2157729">
                  <a:moveTo>
                    <a:pt x="405066" y="233426"/>
                  </a:moveTo>
                  <a:lnTo>
                    <a:pt x="0" y="233426"/>
                  </a:lnTo>
                  <a:lnTo>
                    <a:pt x="0" y="289788"/>
                  </a:lnTo>
                  <a:lnTo>
                    <a:pt x="405066" y="289788"/>
                  </a:lnTo>
                  <a:lnTo>
                    <a:pt x="405066" y="233426"/>
                  </a:lnTo>
                  <a:close/>
                </a:path>
                <a:path w="405129" h="2157729">
                  <a:moveTo>
                    <a:pt x="405066" y="0"/>
                  </a:moveTo>
                  <a:lnTo>
                    <a:pt x="0" y="0"/>
                  </a:lnTo>
                  <a:lnTo>
                    <a:pt x="0" y="56362"/>
                  </a:lnTo>
                  <a:lnTo>
                    <a:pt x="405066" y="56362"/>
                  </a:lnTo>
                  <a:lnTo>
                    <a:pt x="4050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6" name="object 156" descr=""/>
          <p:cNvSpPr/>
          <p:nvPr/>
        </p:nvSpPr>
        <p:spPr>
          <a:xfrm>
            <a:off x="18362759" y="6263369"/>
            <a:ext cx="85725" cy="316230"/>
          </a:xfrm>
          <a:custGeom>
            <a:avLst/>
            <a:gdLst/>
            <a:ahLst/>
            <a:cxnLst/>
            <a:rect l="l" t="t" r="r" b="b"/>
            <a:pathLst>
              <a:path w="85725" h="316229">
                <a:moveTo>
                  <a:pt x="0" y="315801"/>
                </a:moveTo>
                <a:lnTo>
                  <a:pt x="85547" y="315801"/>
                </a:lnTo>
                <a:lnTo>
                  <a:pt x="85547" y="0"/>
                </a:lnTo>
                <a:lnTo>
                  <a:pt x="0" y="0"/>
                </a:lnTo>
                <a:lnTo>
                  <a:pt x="0" y="315801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" name="object 157" descr=""/>
          <p:cNvSpPr/>
          <p:nvPr/>
        </p:nvSpPr>
        <p:spPr>
          <a:xfrm>
            <a:off x="17346665" y="6525214"/>
            <a:ext cx="357505" cy="229235"/>
          </a:xfrm>
          <a:custGeom>
            <a:avLst/>
            <a:gdLst/>
            <a:ahLst/>
            <a:cxnLst/>
            <a:rect l="l" t="t" r="r" b="b"/>
            <a:pathLst>
              <a:path w="357505" h="229234">
                <a:moveTo>
                  <a:pt x="0" y="229071"/>
                </a:moveTo>
                <a:lnTo>
                  <a:pt x="357057" y="229071"/>
                </a:lnTo>
                <a:lnTo>
                  <a:pt x="357057" y="0"/>
                </a:lnTo>
                <a:lnTo>
                  <a:pt x="0" y="0"/>
                </a:lnTo>
                <a:lnTo>
                  <a:pt x="0" y="229071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8" name="object 158" descr=""/>
          <p:cNvGrpSpPr/>
          <p:nvPr/>
        </p:nvGrpSpPr>
        <p:grpSpPr>
          <a:xfrm>
            <a:off x="18362759" y="6525214"/>
            <a:ext cx="299085" cy="2497455"/>
            <a:chOff x="18362759" y="6525214"/>
            <a:chExt cx="299085" cy="2497455"/>
          </a:xfrm>
        </p:grpSpPr>
        <p:sp>
          <p:nvSpPr>
            <p:cNvPr id="159" name="object 159" descr=""/>
            <p:cNvSpPr/>
            <p:nvPr/>
          </p:nvSpPr>
          <p:spPr>
            <a:xfrm>
              <a:off x="18362759" y="6525214"/>
              <a:ext cx="299085" cy="2497455"/>
            </a:xfrm>
            <a:custGeom>
              <a:avLst/>
              <a:gdLst/>
              <a:ahLst/>
              <a:cxnLst/>
              <a:rect l="l" t="t" r="r" b="b"/>
              <a:pathLst>
                <a:path w="299084" h="2497454">
                  <a:moveTo>
                    <a:pt x="0" y="2497400"/>
                  </a:moveTo>
                  <a:lnTo>
                    <a:pt x="298943" y="2497400"/>
                  </a:lnTo>
                  <a:lnTo>
                    <a:pt x="298943" y="0"/>
                  </a:lnTo>
                  <a:lnTo>
                    <a:pt x="0" y="0"/>
                  </a:lnTo>
                  <a:lnTo>
                    <a:pt x="0" y="249740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18415127" y="6638715"/>
              <a:ext cx="187960" cy="2153920"/>
            </a:xfrm>
            <a:custGeom>
              <a:avLst/>
              <a:gdLst/>
              <a:ahLst/>
              <a:cxnLst/>
              <a:rect l="l" t="t" r="r" b="b"/>
              <a:pathLst>
                <a:path w="187959" h="2153920">
                  <a:moveTo>
                    <a:pt x="187540" y="2060016"/>
                  </a:moveTo>
                  <a:lnTo>
                    <a:pt x="0" y="2060016"/>
                  </a:lnTo>
                  <a:lnTo>
                    <a:pt x="0" y="2153348"/>
                  </a:lnTo>
                  <a:lnTo>
                    <a:pt x="187540" y="2153348"/>
                  </a:lnTo>
                  <a:lnTo>
                    <a:pt x="187540" y="2060016"/>
                  </a:lnTo>
                  <a:close/>
                </a:path>
                <a:path w="187959" h="2153920">
                  <a:moveTo>
                    <a:pt x="187540" y="1901545"/>
                  </a:moveTo>
                  <a:lnTo>
                    <a:pt x="0" y="1901545"/>
                  </a:lnTo>
                  <a:lnTo>
                    <a:pt x="0" y="1994877"/>
                  </a:lnTo>
                  <a:lnTo>
                    <a:pt x="187540" y="1994877"/>
                  </a:lnTo>
                  <a:lnTo>
                    <a:pt x="187540" y="1901545"/>
                  </a:lnTo>
                  <a:close/>
                </a:path>
                <a:path w="187959" h="2153920">
                  <a:moveTo>
                    <a:pt x="187540" y="1743075"/>
                  </a:moveTo>
                  <a:lnTo>
                    <a:pt x="0" y="1743075"/>
                  </a:lnTo>
                  <a:lnTo>
                    <a:pt x="0" y="1836420"/>
                  </a:lnTo>
                  <a:lnTo>
                    <a:pt x="187540" y="1836420"/>
                  </a:lnTo>
                  <a:lnTo>
                    <a:pt x="187540" y="1743075"/>
                  </a:lnTo>
                  <a:close/>
                </a:path>
                <a:path w="187959" h="2153920">
                  <a:moveTo>
                    <a:pt x="187540" y="1584617"/>
                  </a:moveTo>
                  <a:lnTo>
                    <a:pt x="0" y="1584617"/>
                  </a:lnTo>
                  <a:lnTo>
                    <a:pt x="0" y="1677962"/>
                  </a:lnTo>
                  <a:lnTo>
                    <a:pt x="187540" y="1677962"/>
                  </a:lnTo>
                  <a:lnTo>
                    <a:pt x="187540" y="1584617"/>
                  </a:lnTo>
                  <a:close/>
                </a:path>
                <a:path w="187959" h="2153920">
                  <a:moveTo>
                    <a:pt x="187540" y="1426159"/>
                  </a:moveTo>
                  <a:lnTo>
                    <a:pt x="0" y="1426159"/>
                  </a:lnTo>
                  <a:lnTo>
                    <a:pt x="0" y="1519491"/>
                  </a:lnTo>
                  <a:lnTo>
                    <a:pt x="187540" y="1519491"/>
                  </a:lnTo>
                  <a:lnTo>
                    <a:pt x="187540" y="1426159"/>
                  </a:lnTo>
                  <a:close/>
                </a:path>
                <a:path w="187959" h="2153920">
                  <a:moveTo>
                    <a:pt x="187540" y="1267688"/>
                  </a:moveTo>
                  <a:lnTo>
                    <a:pt x="0" y="1267688"/>
                  </a:lnTo>
                  <a:lnTo>
                    <a:pt x="0" y="1361020"/>
                  </a:lnTo>
                  <a:lnTo>
                    <a:pt x="187540" y="1361020"/>
                  </a:lnTo>
                  <a:lnTo>
                    <a:pt x="187540" y="1267688"/>
                  </a:lnTo>
                  <a:close/>
                </a:path>
                <a:path w="187959" h="2153920">
                  <a:moveTo>
                    <a:pt x="187540" y="1109230"/>
                  </a:moveTo>
                  <a:lnTo>
                    <a:pt x="0" y="1109230"/>
                  </a:lnTo>
                  <a:lnTo>
                    <a:pt x="0" y="1202575"/>
                  </a:lnTo>
                  <a:lnTo>
                    <a:pt x="187540" y="1202575"/>
                  </a:lnTo>
                  <a:lnTo>
                    <a:pt x="187540" y="1109230"/>
                  </a:lnTo>
                  <a:close/>
                </a:path>
                <a:path w="187959" h="2153920">
                  <a:moveTo>
                    <a:pt x="187540" y="950772"/>
                  </a:moveTo>
                  <a:lnTo>
                    <a:pt x="0" y="950772"/>
                  </a:lnTo>
                  <a:lnTo>
                    <a:pt x="0" y="1044105"/>
                  </a:lnTo>
                  <a:lnTo>
                    <a:pt x="187540" y="1044105"/>
                  </a:lnTo>
                  <a:lnTo>
                    <a:pt x="187540" y="950772"/>
                  </a:lnTo>
                  <a:close/>
                </a:path>
                <a:path w="187959" h="2153920">
                  <a:moveTo>
                    <a:pt x="187540" y="792314"/>
                  </a:moveTo>
                  <a:lnTo>
                    <a:pt x="0" y="792314"/>
                  </a:lnTo>
                  <a:lnTo>
                    <a:pt x="0" y="885647"/>
                  </a:lnTo>
                  <a:lnTo>
                    <a:pt x="187540" y="885647"/>
                  </a:lnTo>
                  <a:lnTo>
                    <a:pt x="187540" y="792314"/>
                  </a:lnTo>
                  <a:close/>
                </a:path>
                <a:path w="187959" h="2153920">
                  <a:moveTo>
                    <a:pt x="187540" y="633844"/>
                  </a:moveTo>
                  <a:lnTo>
                    <a:pt x="0" y="633844"/>
                  </a:lnTo>
                  <a:lnTo>
                    <a:pt x="0" y="727176"/>
                  </a:lnTo>
                  <a:lnTo>
                    <a:pt x="187540" y="727176"/>
                  </a:lnTo>
                  <a:lnTo>
                    <a:pt x="187540" y="633844"/>
                  </a:lnTo>
                  <a:close/>
                </a:path>
                <a:path w="187959" h="2153920">
                  <a:moveTo>
                    <a:pt x="187540" y="475373"/>
                  </a:moveTo>
                  <a:lnTo>
                    <a:pt x="0" y="475373"/>
                  </a:lnTo>
                  <a:lnTo>
                    <a:pt x="0" y="568718"/>
                  </a:lnTo>
                  <a:lnTo>
                    <a:pt x="187540" y="568718"/>
                  </a:lnTo>
                  <a:lnTo>
                    <a:pt x="187540" y="475373"/>
                  </a:lnTo>
                  <a:close/>
                </a:path>
                <a:path w="187959" h="2153920">
                  <a:moveTo>
                    <a:pt x="187540" y="316915"/>
                  </a:moveTo>
                  <a:lnTo>
                    <a:pt x="0" y="316915"/>
                  </a:lnTo>
                  <a:lnTo>
                    <a:pt x="0" y="410260"/>
                  </a:lnTo>
                  <a:lnTo>
                    <a:pt x="187540" y="410260"/>
                  </a:lnTo>
                  <a:lnTo>
                    <a:pt x="187540" y="316915"/>
                  </a:lnTo>
                  <a:close/>
                </a:path>
                <a:path w="187959" h="2153920">
                  <a:moveTo>
                    <a:pt x="187540" y="158457"/>
                  </a:moveTo>
                  <a:lnTo>
                    <a:pt x="0" y="158457"/>
                  </a:lnTo>
                  <a:lnTo>
                    <a:pt x="0" y="251790"/>
                  </a:lnTo>
                  <a:lnTo>
                    <a:pt x="187540" y="251790"/>
                  </a:lnTo>
                  <a:lnTo>
                    <a:pt x="187540" y="158457"/>
                  </a:lnTo>
                  <a:close/>
                </a:path>
                <a:path w="187959" h="2153920">
                  <a:moveTo>
                    <a:pt x="187540" y="0"/>
                  </a:moveTo>
                  <a:lnTo>
                    <a:pt x="0" y="0"/>
                  </a:lnTo>
                  <a:lnTo>
                    <a:pt x="0" y="93332"/>
                  </a:lnTo>
                  <a:lnTo>
                    <a:pt x="187540" y="93332"/>
                  </a:lnTo>
                  <a:lnTo>
                    <a:pt x="187540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1" name="object 161" descr=""/>
          <p:cNvGrpSpPr/>
          <p:nvPr/>
        </p:nvGrpSpPr>
        <p:grpSpPr>
          <a:xfrm>
            <a:off x="16413729" y="4089917"/>
            <a:ext cx="1949450" cy="4933315"/>
            <a:chOff x="16413729" y="4089917"/>
            <a:chExt cx="1949450" cy="4933315"/>
          </a:xfrm>
        </p:grpSpPr>
        <p:sp>
          <p:nvSpPr>
            <p:cNvPr id="162" name="object 162" descr=""/>
            <p:cNvSpPr/>
            <p:nvPr/>
          </p:nvSpPr>
          <p:spPr>
            <a:xfrm>
              <a:off x="16413729" y="5046851"/>
              <a:ext cx="1295400" cy="3976370"/>
            </a:xfrm>
            <a:custGeom>
              <a:avLst/>
              <a:gdLst/>
              <a:ahLst/>
              <a:cxnLst/>
              <a:rect l="l" t="t" r="r" b="b"/>
              <a:pathLst>
                <a:path w="1295400" h="3976370">
                  <a:moveTo>
                    <a:pt x="1294840" y="0"/>
                  </a:moveTo>
                  <a:lnTo>
                    <a:pt x="0" y="0"/>
                  </a:lnTo>
                  <a:lnTo>
                    <a:pt x="0" y="3975763"/>
                  </a:lnTo>
                  <a:lnTo>
                    <a:pt x="1294840" y="3975763"/>
                  </a:lnTo>
                  <a:lnTo>
                    <a:pt x="1294840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16734830" y="4646916"/>
              <a:ext cx="969010" cy="400050"/>
            </a:xfrm>
            <a:custGeom>
              <a:avLst/>
              <a:gdLst/>
              <a:ahLst/>
              <a:cxnLst/>
              <a:rect l="l" t="t" r="r" b="b"/>
              <a:pathLst>
                <a:path w="969009" h="400050">
                  <a:moveTo>
                    <a:pt x="968902" y="0"/>
                  </a:moveTo>
                  <a:lnTo>
                    <a:pt x="0" y="0"/>
                  </a:lnTo>
                  <a:lnTo>
                    <a:pt x="0" y="399945"/>
                  </a:lnTo>
                  <a:lnTo>
                    <a:pt x="968902" y="399945"/>
                  </a:lnTo>
                  <a:lnTo>
                    <a:pt x="968902" y="0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16815498" y="4646923"/>
              <a:ext cx="1329055" cy="400050"/>
            </a:xfrm>
            <a:custGeom>
              <a:avLst/>
              <a:gdLst/>
              <a:ahLst/>
              <a:cxnLst/>
              <a:rect l="l" t="t" r="r" b="b"/>
              <a:pathLst>
                <a:path w="1329055" h="400050">
                  <a:moveTo>
                    <a:pt x="82829" y="61709"/>
                  </a:moveTo>
                  <a:lnTo>
                    <a:pt x="0" y="61709"/>
                  </a:lnTo>
                  <a:lnTo>
                    <a:pt x="0" y="338239"/>
                  </a:lnTo>
                  <a:lnTo>
                    <a:pt x="82829" y="338239"/>
                  </a:lnTo>
                  <a:lnTo>
                    <a:pt x="82829" y="61709"/>
                  </a:lnTo>
                  <a:close/>
                </a:path>
                <a:path w="1329055" h="400050">
                  <a:moveTo>
                    <a:pt x="227761" y="61709"/>
                  </a:moveTo>
                  <a:lnTo>
                    <a:pt x="144945" y="61709"/>
                  </a:lnTo>
                  <a:lnTo>
                    <a:pt x="144945" y="338239"/>
                  </a:lnTo>
                  <a:lnTo>
                    <a:pt x="227761" y="338239"/>
                  </a:lnTo>
                  <a:lnTo>
                    <a:pt x="227761" y="61709"/>
                  </a:lnTo>
                  <a:close/>
                </a:path>
                <a:path w="1329055" h="400050">
                  <a:moveTo>
                    <a:pt x="372719" y="61709"/>
                  </a:moveTo>
                  <a:lnTo>
                    <a:pt x="289890" y="61709"/>
                  </a:lnTo>
                  <a:lnTo>
                    <a:pt x="289890" y="338239"/>
                  </a:lnTo>
                  <a:lnTo>
                    <a:pt x="372719" y="338239"/>
                  </a:lnTo>
                  <a:lnTo>
                    <a:pt x="372719" y="61709"/>
                  </a:lnTo>
                  <a:close/>
                </a:path>
                <a:path w="1329055" h="400050">
                  <a:moveTo>
                    <a:pt x="517664" y="61709"/>
                  </a:moveTo>
                  <a:lnTo>
                    <a:pt x="434835" y="61709"/>
                  </a:lnTo>
                  <a:lnTo>
                    <a:pt x="434835" y="338239"/>
                  </a:lnTo>
                  <a:lnTo>
                    <a:pt x="517664" y="338239"/>
                  </a:lnTo>
                  <a:lnTo>
                    <a:pt x="517664" y="61709"/>
                  </a:lnTo>
                  <a:close/>
                </a:path>
                <a:path w="1329055" h="400050">
                  <a:moveTo>
                    <a:pt x="662597" y="61709"/>
                  </a:moveTo>
                  <a:lnTo>
                    <a:pt x="579780" y="61709"/>
                  </a:lnTo>
                  <a:lnTo>
                    <a:pt x="579780" y="338239"/>
                  </a:lnTo>
                  <a:lnTo>
                    <a:pt x="662597" y="338239"/>
                  </a:lnTo>
                  <a:lnTo>
                    <a:pt x="662597" y="61709"/>
                  </a:lnTo>
                  <a:close/>
                </a:path>
                <a:path w="1329055" h="400050">
                  <a:moveTo>
                    <a:pt x="807554" y="61709"/>
                  </a:moveTo>
                  <a:lnTo>
                    <a:pt x="724725" y="61709"/>
                  </a:lnTo>
                  <a:lnTo>
                    <a:pt x="724725" y="338239"/>
                  </a:lnTo>
                  <a:lnTo>
                    <a:pt x="807554" y="338239"/>
                  </a:lnTo>
                  <a:lnTo>
                    <a:pt x="807554" y="61709"/>
                  </a:lnTo>
                  <a:close/>
                </a:path>
                <a:path w="1329055" h="400050">
                  <a:moveTo>
                    <a:pt x="1328813" y="0"/>
                  </a:moveTo>
                  <a:lnTo>
                    <a:pt x="888225" y="0"/>
                  </a:lnTo>
                  <a:lnTo>
                    <a:pt x="888225" y="399948"/>
                  </a:lnTo>
                  <a:lnTo>
                    <a:pt x="1328813" y="399948"/>
                  </a:lnTo>
                  <a:lnTo>
                    <a:pt x="1328813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17703711" y="4708632"/>
              <a:ext cx="659130" cy="4314190"/>
            </a:xfrm>
            <a:custGeom>
              <a:avLst/>
              <a:gdLst/>
              <a:ahLst/>
              <a:cxnLst/>
              <a:rect l="l" t="t" r="r" b="b"/>
              <a:pathLst>
                <a:path w="659130" h="4314190">
                  <a:moveTo>
                    <a:pt x="132245" y="0"/>
                  </a:moveTo>
                  <a:lnTo>
                    <a:pt x="61785" y="0"/>
                  </a:lnTo>
                  <a:lnTo>
                    <a:pt x="61785" y="276529"/>
                  </a:lnTo>
                  <a:lnTo>
                    <a:pt x="132245" y="276529"/>
                  </a:lnTo>
                  <a:lnTo>
                    <a:pt x="132245" y="0"/>
                  </a:lnTo>
                  <a:close/>
                </a:path>
                <a:path w="659130" h="4314190">
                  <a:moveTo>
                    <a:pt x="255536" y="0"/>
                  </a:moveTo>
                  <a:lnTo>
                    <a:pt x="185077" y="0"/>
                  </a:lnTo>
                  <a:lnTo>
                    <a:pt x="185077" y="276529"/>
                  </a:lnTo>
                  <a:lnTo>
                    <a:pt x="255536" y="276529"/>
                  </a:lnTo>
                  <a:lnTo>
                    <a:pt x="255536" y="0"/>
                  </a:lnTo>
                  <a:close/>
                </a:path>
                <a:path w="659130" h="4314190">
                  <a:moveTo>
                    <a:pt x="378828" y="0"/>
                  </a:moveTo>
                  <a:lnTo>
                    <a:pt x="308368" y="0"/>
                  </a:lnTo>
                  <a:lnTo>
                    <a:pt x="308368" y="276529"/>
                  </a:lnTo>
                  <a:lnTo>
                    <a:pt x="378828" y="276529"/>
                  </a:lnTo>
                  <a:lnTo>
                    <a:pt x="378828" y="0"/>
                  </a:lnTo>
                  <a:close/>
                </a:path>
                <a:path w="659130" h="4314190">
                  <a:moveTo>
                    <a:pt x="659041" y="338226"/>
                  </a:moveTo>
                  <a:lnTo>
                    <a:pt x="0" y="338226"/>
                  </a:lnTo>
                  <a:lnTo>
                    <a:pt x="0" y="4313987"/>
                  </a:lnTo>
                  <a:lnTo>
                    <a:pt x="659041" y="4313987"/>
                  </a:lnTo>
                  <a:lnTo>
                    <a:pt x="659041" y="338226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16918597" y="4444282"/>
              <a:ext cx="601980" cy="203200"/>
            </a:xfrm>
            <a:custGeom>
              <a:avLst/>
              <a:gdLst/>
              <a:ahLst/>
              <a:cxnLst/>
              <a:rect l="l" t="t" r="r" b="b"/>
              <a:pathLst>
                <a:path w="601980" h="203200">
                  <a:moveTo>
                    <a:pt x="29641" y="0"/>
                  </a:moveTo>
                  <a:lnTo>
                    <a:pt x="0" y="0"/>
                  </a:lnTo>
                  <a:lnTo>
                    <a:pt x="0" y="202641"/>
                  </a:lnTo>
                  <a:lnTo>
                    <a:pt x="29641" y="202641"/>
                  </a:lnTo>
                  <a:lnTo>
                    <a:pt x="29641" y="0"/>
                  </a:lnTo>
                  <a:close/>
                </a:path>
                <a:path w="601980" h="203200">
                  <a:moveTo>
                    <a:pt x="601357" y="0"/>
                  </a:moveTo>
                  <a:lnTo>
                    <a:pt x="571703" y="0"/>
                  </a:lnTo>
                  <a:lnTo>
                    <a:pt x="571703" y="202641"/>
                  </a:lnTo>
                  <a:lnTo>
                    <a:pt x="601357" y="202641"/>
                  </a:lnTo>
                  <a:lnTo>
                    <a:pt x="601357" y="0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 descr=""/>
            <p:cNvSpPr/>
            <p:nvPr/>
          </p:nvSpPr>
          <p:spPr>
            <a:xfrm>
              <a:off x="16787278" y="4089917"/>
              <a:ext cx="864235" cy="354965"/>
            </a:xfrm>
            <a:custGeom>
              <a:avLst/>
              <a:gdLst/>
              <a:ahLst/>
              <a:cxnLst/>
              <a:rect l="l" t="t" r="r" b="b"/>
              <a:pathLst>
                <a:path w="864234" h="354964">
                  <a:moveTo>
                    <a:pt x="864005" y="0"/>
                  </a:moveTo>
                  <a:lnTo>
                    <a:pt x="0" y="0"/>
                  </a:lnTo>
                  <a:lnTo>
                    <a:pt x="0" y="354355"/>
                  </a:lnTo>
                  <a:lnTo>
                    <a:pt x="864005" y="354355"/>
                  </a:lnTo>
                  <a:lnTo>
                    <a:pt x="864005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16678783" y="5320696"/>
              <a:ext cx="1563370" cy="3249930"/>
            </a:xfrm>
            <a:custGeom>
              <a:avLst/>
              <a:gdLst/>
              <a:ahLst/>
              <a:cxnLst/>
              <a:rect l="l" t="t" r="r" b="b"/>
              <a:pathLst>
                <a:path w="1563369" h="3249929">
                  <a:moveTo>
                    <a:pt x="239001" y="1153426"/>
                  </a:moveTo>
                  <a:lnTo>
                    <a:pt x="0" y="1153426"/>
                  </a:lnTo>
                  <a:lnTo>
                    <a:pt x="0" y="1241145"/>
                  </a:lnTo>
                  <a:lnTo>
                    <a:pt x="239001" y="1241145"/>
                  </a:lnTo>
                  <a:lnTo>
                    <a:pt x="239001" y="1153426"/>
                  </a:lnTo>
                  <a:close/>
                </a:path>
                <a:path w="1563369" h="3249929">
                  <a:moveTo>
                    <a:pt x="239001" y="576719"/>
                  </a:moveTo>
                  <a:lnTo>
                    <a:pt x="0" y="576719"/>
                  </a:lnTo>
                  <a:lnTo>
                    <a:pt x="0" y="942695"/>
                  </a:lnTo>
                  <a:lnTo>
                    <a:pt x="239001" y="942695"/>
                  </a:lnTo>
                  <a:lnTo>
                    <a:pt x="239001" y="576719"/>
                  </a:lnTo>
                  <a:close/>
                </a:path>
                <a:path w="1563369" h="3249929">
                  <a:moveTo>
                    <a:pt x="239001" y="0"/>
                  </a:moveTo>
                  <a:lnTo>
                    <a:pt x="0" y="0"/>
                  </a:lnTo>
                  <a:lnTo>
                    <a:pt x="0" y="365975"/>
                  </a:lnTo>
                  <a:lnTo>
                    <a:pt x="239001" y="365975"/>
                  </a:lnTo>
                  <a:lnTo>
                    <a:pt x="239001" y="0"/>
                  </a:lnTo>
                  <a:close/>
                </a:path>
                <a:path w="1563369" h="3249929">
                  <a:moveTo>
                    <a:pt x="725487" y="1153426"/>
                  </a:moveTo>
                  <a:lnTo>
                    <a:pt x="486486" y="1153426"/>
                  </a:lnTo>
                  <a:lnTo>
                    <a:pt x="486486" y="1241145"/>
                  </a:lnTo>
                  <a:lnTo>
                    <a:pt x="725487" y="1241145"/>
                  </a:lnTo>
                  <a:lnTo>
                    <a:pt x="725487" y="1153426"/>
                  </a:lnTo>
                  <a:close/>
                </a:path>
                <a:path w="1563369" h="3249929">
                  <a:moveTo>
                    <a:pt x="725487" y="576719"/>
                  </a:moveTo>
                  <a:lnTo>
                    <a:pt x="486486" y="576719"/>
                  </a:lnTo>
                  <a:lnTo>
                    <a:pt x="486486" y="942695"/>
                  </a:lnTo>
                  <a:lnTo>
                    <a:pt x="725487" y="942695"/>
                  </a:lnTo>
                  <a:lnTo>
                    <a:pt x="725487" y="576719"/>
                  </a:lnTo>
                  <a:close/>
                </a:path>
                <a:path w="1563369" h="3249929">
                  <a:moveTo>
                    <a:pt x="725487" y="0"/>
                  </a:moveTo>
                  <a:lnTo>
                    <a:pt x="486486" y="0"/>
                  </a:lnTo>
                  <a:lnTo>
                    <a:pt x="486486" y="365975"/>
                  </a:lnTo>
                  <a:lnTo>
                    <a:pt x="725487" y="365975"/>
                  </a:lnTo>
                  <a:lnTo>
                    <a:pt x="725487" y="0"/>
                  </a:lnTo>
                  <a:close/>
                </a:path>
                <a:path w="1563369" h="3249929">
                  <a:moveTo>
                    <a:pt x="1283347" y="2883573"/>
                  </a:moveTo>
                  <a:lnTo>
                    <a:pt x="1145997" y="2883573"/>
                  </a:lnTo>
                  <a:lnTo>
                    <a:pt x="1145997" y="3249536"/>
                  </a:lnTo>
                  <a:lnTo>
                    <a:pt x="1283347" y="3249536"/>
                  </a:lnTo>
                  <a:lnTo>
                    <a:pt x="1283347" y="2883573"/>
                  </a:lnTo>
                  <a:close/>
                </a:path>
                <a:path w="1563369" h="3249929">
                  <a:moveTo>
                    <a:pt x="1283347" y="2306853"/>
                  </a:moveTo>
                  <a:lnTo>
                    <a:pt x="1145997" y="2306853"/>
                  </a:lnTo>
                  <a:lnTo>
                    <a:pt x="1145997" y="2672829"/>
                  </a:lnTo>
                  <a:lnTo>
                    <a:pt x="1283347" y="2672829"/>
                  </a:lnTo>
                  <a:lnTo>
                    <a:pt x="1283347" y="2306853"/>
                  </a:lnTo>
                  <a:close/>
                </a:path>
                <a:path w="1563369" h="3249929">
                  <a:moveTo>
                    <a:pt x="1283347" y="1730146"/>
                  </a:moveTo>
                  <a:lnTo>
                    <a:pt x="1145997" y="1730146"/>
                  </a:lnTo>
                  <a:lnTo>
                    <a:pt x="1145997" y="2096109"/>
                  </a:lnTo>
                  <a:lnTo>
                    <a:pt x="1283347" y="2096109"/>
                  </a:lnTo>
                  <a:lnTo>
                    <a:pt x="1283347" y="1730146"/>
                  </a:lnTo>
                  <a:close/>
                </a:path>
                <a:path w="1563369" h="3249929">
                  <a:moveTo>
                    <a:pt x="1283347" y="1153426"/>
                  </a:moveTo>
                  <a:lnTo>
                    <a:pt x="1145997" y="1153426"/>
                  </a:lnTo>
                  <a:lnTo>
                    <a:pt x="1145997" y="1519389"/>
                  </a:lnTo>
                  <a:lnTo>
                    <a:pt x="1283347" y="1519389"/>
                  </a:lnTo>
                  <a:lnTo>
                    <a:pt x="1283347" y="1153426"/>
                  </a:lnTo>
                  <a:close/>
                </a:path>
                <a:path w="1563369" h="3249929">
                  <a:moveTo>
                    <a:pt x="1283347" y="576719"/>
                  </a:moveTo>
                  <a:lnTo>
                    <a:pt x="1145997" y="576719"/>
                  </a:lnTo>
                  <a:lnTo>
                    <a:pt x="1145997" y="942695"/>
                  </a:lnTo>
                  <a:lnTo>
                    <a:pt x="1283347" y="942695"/>
                  </a:lnTo>
                  <a:lnTo>
                    <a:pt x="1283347" y="576719"/>
                  </a:lnTo>
                  <a:close/>
                </a:path>
                <a:path w="1563369" h="3249929">
                  <a:moveTo>
                    <a:pt x="1283347" y="0"/>
                  </a:moveTo>
                  <a:lnTo>
                    <a:pt x="1145997" y="0"/>
                  </a:lnTo>
                  <a:lnTo>
                    <a:pt x="1145997" y="365975"/>
                  </a:lnTo>
                  <a:lnTo>
                    <a:pt x="1283347" y="365975"/>
                  </a:lnTo>
                  <a:lnTo>
                    <a:pt x="1283347" y="0"/>
                  </a:lnTo>
                  <a:close/>
                </a:path>
                <a:path w="1563369" h="3249929">
                  <a:moveTo>
                    <a:pt x="1562912" y="2883573"/>
                  </a:moveTo>
                  <a:lnTo>
                    <a:pt x="1425575" y="2883573"/>
                  </a:lnTo>
                  <a:lnTo>
                    <a:pt x="1425575" y="3249536"/>
                  </a:lnTo>
                  <a:lnTo>
                    <a:pt x="1562912" y="3249536"/>
                  </a:lnTo>
                  <a:lnTo>
                    <a:pt x="1562912" y="2883573"/>
                  </a:lnTo>
                  <a:close/>
                </a:path>
                <a:path w="1563369" h="3249929">
                  <a:moveTo>
                    <a:pt x="1562912" y="2306853"/>
                  </a:moveTo>
                  <a:lnTo>
                    <a:pt x="1425575" y="2306853"/>
                  </a:lnTo>
                  <a:lnTo>
                    <a:pt x="1425575" y="2672829"/>
                  </a:lnTo>
                  <a:lnTo>
                    <a:pt x="1562912" y="2672829"/>
                  </a:lnTo>
                  <a:lnTo>
                    <a:pt x="1562912" y="2306853"/>
                  </a:lnTo>
                  <a:close/>
                </a:path>
                <a:path w="1563369" h="3249929">
                  <a:moveTo>
                    <a:pt x="1562912" y="1730146"/>
                  </a:moveTo>
                  <a:lnTo>
                    <a:pt x="1425575" y="1730146"/>
                  </a:lnTo>
                  <a:lnTo>
                    <a:pt x="1425575" y="2096109"/>
                  </a:lnTo>
                  <a:lnTo>
                    <a:pt x="1562912" y="2096109"/>
                  </a:lnTo>
                  <a:lnTo>
                    <a:pt x="1562912" y="1730146"/>
                  </a:lnTo>
                  <a:close/>
                </a:path>
                <a:path w="1563369" h="3249929">
                  <a:moveTo>
                    <a:pt x="1562912" y="1153426"/>
                  </a:moveTo>
                  <a:lnTo>
                    <a:pt x="1425575" y="1153426"/>
                  </a:lnTo>
                  <a:lnTo>
                    <a:pt x="1425575" y="1519389"/>
                  </a:lnTo>
                  <a:lnTo>
                    <a:pt x="1562912" y="1519389"/>
                  </a:lnTo>
                  <a:lnTo>
                    <a:pt x="1562912" y="1153426"/>
                  </a:lnTo>
                  <a:close/>
                </a:path>
                <a:path w="1563369" h="3249929">
                  <a:moveTo>
                    <a:pt x="1562912" y="576719"/>
                  </a:moveTo>
                  <a:lnTo>
                    <a:pt x="1425575" y="576719"/>
                  </a:lnTo>
                  <a:lnTo>
                    <a:pt x="1425575" y="942695"/>
                  </a:lnTo>
                  <a:lnTo>
                    <a:pt x="1562912" y="942695"/>
                  </a:lnTo>
                  <a:lnTo>
                    <a:pt x="1562912" y="576719"/>
                  </a:lnTo>
                  <a:close/>
                </a:path>
                <a:path w="1563369" h="3249929">
                  <a:moveTo>
                    <a:pt x="1562912" y="0"/>
                  </a:moveTo>
                  <a:lnTo>
                    <a:pt x="1425575" y="0"/>
                  </a:lnTo>
                  <a:lnTo>
                    <a:pt x="1425575" y="365975"/>
                  </a:lnTo>
                  <a:lnTo>
                    <a:pt x="1562912" y="365975"/>
                  </a:lnTo>
                  <a:lnTo>
                    <a:pt x="1562912" y="0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9" name="object 169" descr=""/>
          <p:cNvSpPr/>
          <p:nvPr/>
        </p:nvSpPr>
        <p:spPr>
          <a:xfrm>
            <a:off x="13584674" y="4261472"/>
            <a:ext cx="692785" cy="4761230"/>
          </a:xfrm>
          <a:custGeom>
            <a:avLst/>
            <a:gdLst/>
            <a:ahLst/>
            <a:cxnLst/>
            <a:rect l="l" t="t" r="r" b="b"/>
            <a:pathLst>
              <a:path w="692784" h="4761230">
                <a:moveTo>
                  <a:pt x="0" y="4761142"/>
                </a:moveTo>
                <a:lnTo>
                  <a:pt x="692596" y="4761142"/>
                </a:lnTo>
                <a:lnTo>
                  <a:pt x="692596" y="0"/>
                </a:lnTo>
                <a:lnTo>
                  <a:pt x="0" y="0"/>
                </a:lnTo>
                <a:lnTo>
                  <a:pt x="0" y="4761142"/>
                </a:lnTo>
                <a:close/>
              </a:path>
            </a:pathLst>
          </a:custGeom>
          <a:solidFill>
            <a:srgbClr val="B7D58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70" name="object 170" descr=""/>
          <p:cNvGrpSpPr/>
          <p:nvPr/>
        </p:nvGrpSpPr>
        <p:grpSpPr>
          <a:xfrm>
            <a:off x="13584674" y="3922173"/>
            <a:ext cx="692785" cy="339725"/>
            <a:chOff x="13584674" y="3922173"/>
            <a:chExt cx="692785" cy="339725"/>
          </a:xfrm>
        </p:grpSpPr>
        <p:sp>
          <p:nvSpPr>
            <p:cNvPr id="171" name="object 171" descr=""/>
            <p:cNvSpPr/>
            <p:nvPr/>
          </p:nvSpPr>
          <p:spPr>
            <a:xfrm>
              <a:off x="13584674" y="3922173"/>
              <a:ext cx="692785" cy="285750"/>
            </a:xfrm>
            <a:custGeom>
              <a:avLst/>
              <a:gdLst/>
              <a:ahLst/>
              <a:cxnLst/>
              <a:rect l="l" t="t" r="r" b="b"/>
              <a:pathLst>
                <a:path w="692784" h="285750">
                  <a:moveTo>
                    <a:pt x="0" y="285698"/>
                  </a:moveTo>
                  <a:lnTo>
                    <a:pt x="692596" y="285698"/>
                  </a:lnTo>
                  <a:lnTo>
                    <a:pt x="692596" y="0"/>
                  </a:lnTo>
                  <a:lnTo>
                    <a:pt x="0" y="0"/>
                  </a:lnTo>
                  <a:lnTo>
                    <a:pt x="0" y="285698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13584674" y="4207871"/>
              <a:ext cx="692785" cy="53975"/>
            </a:xfrm>
            <a:custGeom>
              <a:avLst/>
              <a:gdLst/>
              <a:ahLst/>
              <a:cxnLst/>
              <a:rect l="l" t="t" r="r" b="b"/>
              <a:pathLst>
                <a:path w="692784" h="53975">
                  <a:moveTo>
                    <a:pt x="692596" y="0"/>
                  </a:moveTo>
                  <a:lnTo>
                    <a:pt x="0" y="0"/>
                  </a:lnTo>
                  <a:lnTo>
                    <a:pt x="0" y="53600"/>
                  </a:lnTo>
                  <a:lnTo>
                    <a:pt x="692596" y="53600"/>
                  </a:lnTo>
                  <a:lnTo>
                    <a:pt x="692596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3" name="object 173" descr=""/>
          <p:cNvSpPr/>
          <p:nvPr/>
        </p:nvSpPr>
        <p:spPr>
          <a:xfrm>
            <a:off x="13656054" y="4419038"/>
            <a:ext cx="127635" cy="298450"/>
          </a:xfrm>
          <a:custGeom>
            <a:avLst/>
            <a:gdLst/>
            <a:ahLst/>
            <a:cxnLst/>
            <a:rect l="l" t="t" r="r" b="b"/>
            <a:pathLst>
              <a:path w="127634" h="298450">
                <a:moveTo>
                  <a:pt x="127483" y="0"/>
                </a:moveTo>
                <a:lnTo>
                  <a:pt x="0" y="0"/>
                </a:lnTo>
                <a:lnTo>
                  <a:pt x="0" y="298210"/>
                </a:lnTo>
                <a:lnTo>
                  <a:pt x="127483" y="298210"/>
                </a:lnTo>
                <a:lnTo>
                  <a:pt x="127483" y="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4" name="object 174" descr=""/>
          <p:cNvSpPr/>
          <p:nvPr/>
        </p:nvSpPr>
        <p:spPr>
          <a:xfrm>
            <a:off x="13656054" y="4795309"/>
            <a:ext cx="127635" cy="298450"/>
          </a:xfrm>
          <a:custGeom>
            <a:avLst/>
            <a:gdLst/>
            <a:ahLst/>
            <a:cxnLst/>
            <a:rect l="l" t="t" r="r" b="b"/>
            <a:pathLst>
              <a:path w="127634" h="298450">
                <a:moveTo>
                  <a:pt x="127483" y="0"/>
                </a:moveTo>
                <a:lnTo>
                  <a:pt x="0" y="0"/>
                </a:lnTo>
                <a:lnTo>
                  <a:pt x="0" y="298210"/>
                </a:lnTo>
                <a:lnTo>
                  <a:pt x="127483" y="298210"/>
                </a:lnTo>
                <a:lnTo>
                  <a:pt x="127483" y="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5" name="object 175" descr=""/>
          <p:cNvSpPr/>
          <p:nvPr/>
        </p:nvSpPr>
        <p:spPr>
          <a:xfrm>
            <a:off x="13656054" y="5171580"/>
            <a:ext cx="127635" cy="298450"/>
          </a:xfrm>
          <a:custGeom>
            <a:avLst/>
            <a:gdLst/>
            <a:ahLst/>
            <a:cxnLst/>
            <a:rect l="l" t="t" r="r" b="b"/>
            <a:pathLst>
              <a:path w="127634" h="298450">
                <a:moveTo>
                  <a:pt x="127483" y="0"/>
                </a:moveTo>
                <a:lnTo>
                  <a:pt x="0" y="0"/>
                </a:lnTo>
                <a:lnTo>
                  <a:pt x="0" y="298210"/>
                </a:lnTo>
                <a:lnTo>
                  <a:pt x="127483" y="298210"/>
                </a:lnTo>
                <a:lnTo>
                  <a:pt x="127483" y="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6" name="object 176" descr=""/>
          <p:cNvSpPr/>
          <p:nvPr/>
        </p:nvSpPr>
        <p:spPr>
          <a:xfrm>
            <a:off x="13656054" y="5547642"/>
            <a:ext cx="127635" cy="298450"/>
          </a:xfrm>
          <a:custGeom>
            <a:avLst/>
            <a:gdLst/>
            <a:ahLst/>
            <a:cxnLst/>
            <a:rect l="l" t="t" r="r" b="b"/>
            <a:pathLst>
              <a:path w="127634" h="298450">
                <a:moveTo>
                  <a:pt x="127483" y="0"/>
                </a:moveTo>
                <a:lnTo>
                  <a:pt x="0" y="0"/>
                </a:lnTo>
                <a:lnTo>
                  <a:pt x="0" y="298210"/>
                </a:lnTo>
                <a:lnTo>
                  <a:pt x="127483" y="298210"/>
                </a:lnTo>
                <a:lnTo>
                  <a:pt x="127483" y="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7" name="object 177" descr=""/>
          <p:cNvSpPr/>
          <p:nvPr/>
        </p:nvSpPr>
        <p:spPr>
          <a:xfrm>
            <a:off x="13656054" y="5923913"/>
            <a:ext cx="127635" cy="298450"/>
          </a:xfrm>
          <a:custGeom>
            <a:avLst/>
            <a:gdLst/>
            <a:ahLst/>
            <a:cxnLst/>
            <a:rect l="l" t="t" r="r" b="b"/>
            <a:pathLst>
              <a:path w="127634" h="298450">
                <a:moveTo>
                  <a:pt x="127483" y="0"/>
                </a:moveTo>
                <a:lnTo>
                  <a:pt x="0" y="0"/>
                </a:lnTo>
                <a:lnTo>
                  <a:pt x="0" y="298210"/>
                </a:lnTo>
                <a:lnTo>
                  <a:pt x="127483" y="298210"/>
                </a:lnTo>
                <a:lnTo>
                  <a:pt x="127483" y="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8" name="object 178" descr=""/>
          <p:cNvSpPr/>
          <p:nvPr/>
        </p:nvSpPr>
        <p:spPr>
          <a:xfrm>
            <a:off x="13656054" y="6300185"/>
            <a:ext cx="127635" cy="298450"/>
          </a:xfrm>
          <a:custGeom>
            <a:avLst/>
            <a:gdLst/>
            <a:ahLst/>
            <a:cxnLst/>
            <a:rect l="l" t="t" r="r" b="b"/>
            <a:pathLst>
              <a:path w="127634" h="298450">
                <a:moveTo>
                  <a:pt x="127483" y="0"/>
                </a:moveTo>
                <a:lnTo>
                  <a:pt x="0" y="0"/>
                </a:lnTo>
                <a:lnTo>
                  <a:pt x="0" y="298210"/>
                </a:lnTo>
                <a:lnTo>
                  <a:pt x="127483" y="298210"/>
                </a:lnTo>
                <a:lnTo>
                  <a:pt x="127483" y="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" name="object 179" descr=""/>
          <p:cNvSpPr/>
          <p:nvPr/>
        </p:nvSpPr>
        <p:spPr>
          <a:xfrm>
            <a:off x="13656054" y="6676246"/>
            <a:ext cx="127635" cy="298450"/>
          </a:xfrm>
          <a:custGeom>
            <a:avLst/>
            <a:gdLst/>
            <a:ahLst/>
            <a:cxnLst/>
            <a:rect l="l" t="t" r="r" b="b"/>
            <a:pathLst>
              <a:path w="127634" h="298450">
                <a:moveTo>
                  <a:pt x="127483" y="0"/>
                </a:moveTo>
                <a:lnTo>
                  <a:pt x="0" y="0"/>
                </a:lnTo>
                <a:lnTo>
                  <a:pt x="0" y="298200"/>
                </a:lnTo>
                <a:lnTo>
                  <a:pt x="127483" y="298200"/>
                </a:lnTo>
                <a:lnTo>
                  <a:pt x="127483" y="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0" name="object 180" descr=""/>
          <p:cNvSpPr/>
          <p:nvPr/>
        </p:nvSpPr>
        <p:spPr>
          <a:xfrm>
            <a:off x="13656054" y="7052518"/>
            <a:ext cx="127635" cy="298450"/>
          </a:xfrm>
          <a:custGeom>
            <a:avLst/>
            <a:gdLst/>
            <a:ahLst/>
            <a:cxnLst/>
            <a:rect l="l" t="t" r="r" b="b"/>
            <a:pathLst>
              <a:path w="127634" h="298450">
                <a:moveTo>
                  <a:pt x="127483" y="0"/>
                </a:moveTo>
                <a:lnTo>
                  <a:pt x="0" y="0"/>
                </a:lnTo>
                <a:lnTo>
                  <a:pt x="0" y="298210"/>
                </a:lnTo>
                <a:lnTo>
                  <a:pt x="127483" y="298210"/>
                </a:lnTo>
                <a:lnTo>
                  <a:pt x="127483" y="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1" name="object 181" descr=""/>
          <p:cNvSpPr/>
          <p:nvPr/>
        </p:nvSpPr>
        <p:spPr>
          <a:xfrm>
            <a:off x="13656054" y="7428789"/>
            <a:ext cx="127635" cy="298450"/>
          </a:xfrm>
          <a:custGeom>
            <a:avLst/>
            <a:gdLst/>
            <a:ahLst/>
            <a:cxnLst/>
            <a:rect l="l" t="t" r="r" b="b"/>
            <a:pathLst>
              <a:path w="127634" h="298450">
                <a:moveTo>
                  <a:pt x="127483" y="0"/>
                </a:moveTo>
                <a:lnTo>
                  <a:pt x="0" y="0"/>
                </a:lnTo>
                <a:lnTo>
                  <a:pt x="0" y="298210"/>
                </a:lnTo>
                <a:lnTo>
                  <a:pt x="127483" y="298210"/>
                </a:lnTo>
                <a:lnTo>
                  <a:pt x="127483" y="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2" name="object 182" descr=""/>
          <p:cNvSpPr/>
          <p:nvPr/>
        </p:nvSpPr>
        <p:spPr>
          <a:xfrm>
            <a:off x="13656054" y="7804851"/>
            <a:ext cx="127635" cy="298450"/>
          </a:xfrm>
          <a:custGeom>
            <a:avLst/>
            <a:gdLst/>
            <a:ahLst/>
            <a:cxnLst/>
            <a:rect l="l" t="t" r="r" b="b"/>
            <a:pathLst>
              <a:path w="127634" h="298450">
                <a:moveTo>
                  <a:pt x="127483" y="0"/>
                </a:moveTo>
                <a:lnTo>
                  <a:pt x="0" y="0"/>
                </a:lnTo>
                <a:lnTo>
                  <a:pt x="0" y="298200"/>
                </a:lnTo>
                <a:lnTo>
                  <a:pt x="127483" y="298200"/>
                </a:lnTo>
                <a:lnTo>
                  <a:pt x="127483" y="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" name="object 183" descr=""/>
          <p:cNvSpPr/>
          <p:nvPr/>
        </p:nvSpPr>
        <p:spPr>
          <a:xfrm>
            <a:off x="13656054" y="8181122"/>
            <a:ext cx="127635" cy="298450"/>
          </a:xfrm>
          <a:custGeom>
            <a:avLst/>
            <a:gdLst/>
            <a:ahLst/>
            <a:cxnLst/>
            <a:rect l="l" t="t" r="r" b="b"/>
            <a:pathLst>
              <a:path w="127634" h="298450">
                <a:moveTo>
                  <a:pt x="127483" y="0"/>
                </a:moveTo>
                <a:lnTo>
                  <a:pt x="0" y="0"/>
                </a:lnTo>
                <a:lnTo>
                  <a:pt x="0" y="298210"/>
                </a:lnTo>
                <a:lnTo>
                  <a:pt x="127483" y="298210"/>
                </a:lnTo>
                <a:lnTo>
                  <a:pt x="127483" y="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4" name="object 184" descr=""/>
          <p:cNvSpPr/>
          <p:nvPr/>
        </p:nvSpPr>
        <p:spPr>
          <a:xfrm>
            <a:off x="13656054" y="8557393"/>
            <a:ext cx="127635" cy="298450"/>
          </a:xfrm>
          <a:custGeom>
            <a:avLst/>
            <a:gdLst/>
            <a:ahLst/>
            <a:cxnLst/>
            <a:rect l="l" t="t" r="r" b="b"/>
            <a:pathLst>
              <a:path w="127634" h="298450">
                <a:moveTo>
                  <a:pt x="127483" y="0"/>
                </a:moveTo>
                <a:lnTo>
                  <a:pt x="0" y="0"/>
                </a:lnTo>
                <a:lnTo>
                  <a:pt x="0" y="298200"/>
                </a:lnTo>
                <a:lnTo>
                  <a:pt x="127483" y="298200"/>
                </a:lnTo>
                <a:lnTo>
                  <a:pt x="127483" y="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5" name="object 185" descr=""/>
          <p:cNvSpPr/>
          <p:nvPr/>
        </p:nvSpPr>
        <p:spPr>
          <a:xfrm>
            <a:off x="13867232" y="4419038"/>
            <a:ext cx="127635" cy="298450"/>
          </a:xfrm>
          <a:custGeom>
            <a:avLst/>
            <a:gdLst/>
            <a:ahLst/>
            <a:cxnLst/>
            <a:rect l="l" t="t" r="r" b="b"/>
            <a:pathLst>
              <a:path w="127634" h="298450">
                <a:moveTo>
                  <a:pt x="127483" y="0"/>
                </a:moveTo>
                <a:lnTo>
                  <a:pt x="0" y="0"/>
                </a:lnTo>
                <a:lnTo>
                  <a:pt x="0" y="298210"/>
                </a:lnTo>
                <a:lnTo>
                  <a:pt x="127483" y="298210"/>
                </a:lnTo>
                <a:lnTo>
                  <a:pt x="127483" y="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6" name="object 186" descr=""/>
          <p:cNvSpPr/>
          <p:nvPr/>
        </p:nvSpPr>
        <p:spPr>
          <a:xfrm>
            <a:off x="13867232" y="4795309"/>
            <a:ext cx="127635" cy="298450"/>
          </a:xfrm>
          <a:custGeom>
            <a:avLst/>
            <a:gdLst/>
            <a:ahLst/>
            <a:cxnLst/>
            <a:rect l="l" t="t" r="r" b="b"/>
            <a:pathLst>
              <a:path w="127634" h="298450">
                <a:moveTo>
                  <a:pt x="127483" y="0"/>
                </a:moveTo>
                <a:lnTo>
                  <a:pt x="0" y="0"/>
                </a:lnTo>
                <a:lnTo>
                  <a:pt x="0" y="298210"/>
                </a:lnTo>
                <a:lnTo>
                  <a:pt x="127483" y="298210"/>
                </a:lnTo>
                <a:lnTo>
                  <a:pt x="127483" y="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7" name="object 187" descr=""/>
          <p:cNvSpPr/>
          <p:nvPr/>
        </p:nvSpPr>
        <p:spPr>
          <a:xfrm>
            <a:off x="13867232" y="5171585"/>
            <a:ext cx="127635" cy="298450"/>
          </a:xfrm>
          <a:custGeom>
            <a:avLst/>
            <a:gdLst/>
            <a:ahLst/>
            <a:cxnLst/>
            <a:rect l="l" t="t" r="r" b="b"/>
            <a:pathLst>
              <a:path w="127634" h="298450">
                <a:moveTo>
                  <a:pt x="127482" y="89331"/>
                </a:moveTo>
                <a:lnTo>
                  <a:pt x="15443" y="89331"/>
                </a:lnTo>
                <a:lnTo>
                  <a:pt x="15443" y="0"/>
                </a:lnTo>
                <a:lnTo>
                  <a:pt x="0" y="0"/>
                </a:lnTo>
                <a:lnTo>
                  <a:pt x="0" y="89331"/>
                </a:lnTo>
                <a:lnTo>
                  <a:pt x="0" y="298208"/>
                </a:lnTo>
                <a:lnTo>
                  <a:pt x="127482" y="298208"/>
                </a:lnTo>
                <a:lnTo>
                  <a:pt x="127482" y="89331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8" name="object 188" descr=""/>
          <p:cNvSpPr/>
          <p:nvPr/>
        </p:nvSpPr>
        <p:spPr>
          <a:xfrm>
            <a:off x="13867232" y="5547642"/>
            <a:ext cx="61594" cy="298450"/>
          </a:xfrm>
          <a:custGeom>
            <a:avLst/>
            <a:gdLst/>
            <a:ahLst/>
            <a:cxnLst/>
            <a:rect l="l" t="t" r="r" b="b"/>
            <a:pathLst>
              <a:path w="61594" h="298450">
                <a:moveTo>
                  <a:pt x="0" y="298210"/>
                </a:moveTo>
                <a:lnTo>
                  <a:pt x="61097" y="298210"/>
                </a:lnTo>
                <a:lnTo>
                  <a:pt x="61097" y="0"/>
                </a:lnTo>
                <a:lnTo>
                  <a:pt x="0" y="0"/>
                </a:lnTo>
                <a:lnTo>
                  <a:pt x="0" y="29821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9" name="object 189" descr=""/>
          <p:cNvSpPr/>
          <p:nvPr/>
        </p:nvSpPr>
        <p:spPr>
          <a:xfrm>
            <a:off x="13867232" y="5923913"/>
            <a:ext cx="61594" cy="298450"/>
          </a:xfrm>
          <a:custGeom>
            <a:avLst/>
            <a:gdLst/>
            <a:ahLst/>
            <a:cxnLst/>
            <a:rect l="l" t="t" r="r" b="b"/>
            <a:pathLst>
              <a:path w="61594" h="298450">
                <a:moveTo>
                  <a:pt x="0" y="298210"/>
                </a:moveTo>
                <a:lnTo>
                  <a:pt x="61097" y="298210"/>
                </a:lnTo>
                <a:lnTo>
                  <a:pt x="61097" y="0"/>
                </a:lnTo>
                <a:lnTo>
                  <a:pt x="0" y="0"/>
                </a:lnTo>
                <a:lnTo>
                  <a:pt x="0" y="29821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0" name="object 190" descr=""/>
          <p:cNvSpPr/>
          <p:nvPr/>
        </p:nvSpPr>
        <p:spPr>
          <a:xfrm>
            <a:off x="13867241" y="6300185"/>
            <a:ext cx="61594" cy="298450"/>
          </a:xfrm>
          <a:custGeom>
            <a:avLst/>
            <a:gdLst/>
            <a:ahLst/>
            <a:cxnLst/>
            <a:rect l="l" t="t" r="r" b="b"/>
            <a:pathLst>
              <a:path w="61594" h="298450">
                <a:moveTo>
                  <a:pt x="0" y="298210"/>
                </a:moveTo>
                <a:lnTo>
                  <a:pt x="61087" y="298210"/>
                </a:lnTo>
                <a:lnTo>
                  <a:pt x="61087" y="0"/>
                </a:lnTo>
                <a:lnTo>
                  <a:pt x="0" y="0"/>
                </a:lnTo>
                <a:lnTo>
                  <a:pt x="0" y="29821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1" name="object 191" descr=""/>
          <p:cNvSpPr/>
          <p:nvPr/>
        </p:nvSpPr>
        <p:spPr>
          <a:xfrm>
            <a:off x="13867241" y="6676246"/>
            <a:ext cx="61594" cy="298450"/>
          </a:xfrm>
          <a:custGeom>
            <a:avLst/>
            <a:gdLst/>
            <a:ahLst/>
            <a:cxnLst/>
            <a:rect l="l" t="t" r="r" b="b"/>
            <a:pathLst>
              <a:path w="61594" h="298450">
                <a:moveTo>
                  <a:pt x="0" y="298200"/>
                </a:moveTo>
                <a:lnTo>
                  <a:pt x="61087" y="298200"/>
                </a:lnTo>
                <a:lnTo>
                  <a:pt x="61087" y="0"/>
                </a:lnTo>
                <a:lnTo>
                  <a:pt x="0" y="0"/>
                </a:lnTo>
                <a:lnTo>
                  <a:pt x="0" y="29820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2" name="object 192" descr=""/>
          <p:cNvSpPr/>
          <p:nvPr/>
        </p:nvSpPr>
        <p:spPr>
          <a:xfrm>
            <a:off x="13867232" y="7052518"/>
            <a:ext cx="61594" cy="298450"/>
          </a:xfrm>
          <a:custGeom>
            <a:avLst/>
            <a:gdLst/>
            <a:ahLst/>
            <a:cxnLst/>
            <a:rect l="l" t="t" r="r" b="b"/>
            <a:pathLst>
              <a:path w="61594" h="298450">
                <a:moveTo>
                  <a:pt x="0" y="298210"/>
                </a:moveTo>
                <a:lnTo>
                  <a:pt x="61097" y="298210"/>
                </a:lnTo>
                <a:lnTo>
                  <a:pt x="61097" y="0"/>
                </a:lnTo>
                <a:lnTo>
                  <a:pt x="0" y="0"/>
                </a:lnTo>
                <a:lnTo>
                  <a:pt x="0" y="29821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3" name="object 193" descr=""/>
          <p:cNvSpPr/>
          <p:nvPr/>
        </p:nvSpPr>
        <p:spPr>
          <a:xfrm>
            <a:off x="13867241" y="7428789"/>
            <a:ext cx="61594" cy="298450"/>
          </a:xfrm>
          <a:custGeom>
            <a:avLst/>
            <a:gdLst/>
            <a:ahLst/>
            <a:cxnLst/>
            <a:rect l="l" t="t" r="r" b="b"/>
            <a:pathLst>
              <a:path w="61594" h="298450">
                <a:moveTo>
                  <a:pt x="0" y="298210"/>
                </a:moveTo>
                <a:lnTo>
                  <a:pt x="61087" y="298210"/>
                </a:lnTo>
                <a:lnTo>
                  <a:pt x="61087" y="0"/>
                </a:lnTo>
                <a:lnTo>
                  <a:pt x="0" y="0"/>
                </a:lnTo>
                <a:lnTo>
                  <a:pt x="0" y="29821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4" name="object 194" descr=""/>
          <p:cNvSpPr/>
          <p:nvPr/>
        </p:nvSpPr>
        <p:spPr>
          <a:xfrm>
            <a:off x="13867241" y="7804851"/>
            <a:ext cx="61594" cy="298450"/>
          </a:xfrm>
          <a:custGeom>
            <a:avLst/>
            <a:gdLst/>
            <a:ahLst/>
            <a:cxnLst/>
            <a:rect l="l" t="t" r="r" b="b"/>
            <a:pathLst>
              <a:path w="61594" h="298450">
                <a:moveTo>
                  <a:pt x="0" y="298200"/>
                </a:moveTo>
                <a:lnTo>
                  <a:pt x="61087" y="298200"/>
                </a:lnTo>
                <a:lnTo>
                  <a:pt x="61087" y="0"/>
                </a:lnTo>
                <a:lnTo>
                  <a:pt x="0" y="0"/>
                </a:lnTo>
                <a:lnTo>
                  <a:pt x="0" y="29820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5" name="object 195" descr=""/>
          <p:cNvSpPr/>
          <p:nvPr/>
        </p:nvSpPr>
        <p:spPr>
          <a:xfrm>
            <a:off x="13867232" y="8181122"/>
            <a:ext cx="61594" cy="298450"/>
          </a:xfrm>
          <a:custGeom>
            <a:avLst/>
            <a:gdLst/>
            <a:ahLst/>
            <a:cxnLst/>
            <a:rect l="l" t="t" r="r" b="b"/>
            <a:pathLst>
              <a:path w="61594" h="298450">
                <a:moveTo>
                  <a:pt x="0" y="298210"/>
                </a:moveTo>
                <a:lnTo>
                  <a:pt x="61097" y="298210"/>
                </a:lnTo>
                <a:lnTo>
                  <a:pt x="61097" y="0"/>
                </a:lnTo>
                <a:lnTo>
                  <a:pt x="0" y="0"/>
                </a:lnTo>
                <a:lnTo>
                  <a:pt x="0" y="29821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6" name="object 196" descr=""/>
          <p:cNvSpPr/>
          <p:nvPr/>
        </p:nvSpPr>
        <p:spPr>
          <a:xfrm>
            <a:off x="13867241" y="8557393"/>
            <a:ext cx="61594" cy="298450"/>
          </a:xfrm>
          <a:custGeom>
            <a:avLst/>
            <a:gdLst/>
            <a:ahLst/>
            <a:cxnLst/>
            <a:rect l="l" t="t" r="r" b="b"/>
            <a:pathLst>
              <a:path w="61594" h="298450">
                <a:moveTo>
                  <a:pt x="0" y="298200"/>
                </a:moveTo>
                <a:lnTo>
                  <a:pt x="61087" y="298200"/>
                </a:lnTo>
                <a:lnTo>
                  <a:pt x="61087" y="0"/>
                </a:lnTo>
                <a:lnTo>
                  <a:pt x="0" y="0"/>
                </a:lnTo>
                <a:lnTo>
                  <a:pt x="0" y="29820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7" name="object 197" descr=""/>
          <p:cNvSpPr/>
          <p:nvPr/>
        </p:nvSpPr>
        <p:spPr>
          <a:xfrm>
            <a:off x="14078419" y="4419038"/>
            <a:ext cx="127635" cy="298450"/>
          </a:xfrm>
          <a:custGeom>
            <a:avLst/>
            <a:gdLst/>
            <a:ahLst/>
            <a:cxnLst/>
            <a:rect l="l" t="t" r="r" b="b"/>
            <a:pathLst>
              <a:path w="127634" h="298450">
                <a:moveTo>
                  <a:pt x="127483" y="0"/>
                </a:moveTo>
                <a:lnTo>
                  <a:pt x="0" y="0"/>
                </a:lnTo>
                <a:lnTo>
                  <a:pt x="0" y="298210"/>
                </a:lnTo>
                <a:lnTo>
                  <a:pt x="127483" y="298210"/>
                </a:lnTo>
                <a:lnTo>
                  <a:pt x="127483" y="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8" name="object 198" descr=""/>
          <p:cNvSpPr/>
          <p:nvPr/>
        </p:nvSpPr>
        <p:spPr>
          <a:xfrm>
            <a:off x="14078419" y="4795309"/>
            <a:ext cx="127635" cy="150495"/>
          </a:xfrm>
          <a:custGeom>
            <a:avLst/>
            <a:gdLst/>
            <a:ahLst/>
            <a:cxnLst/>
            <a:rect l="l" t="t" r="r" b="b"/>
            <a:pathLst>
              <a:path w="127634" h="150495">
                <a:moveTo>
                  <a:pt x="0" y="149869"/>
                </a:moveTo>
                <a:lnTo>
                  <a:pt x="127483" y="149869"/>
                </a:lnTo>
                <a:lnTo>
                  <a:pt x="127483" y="0"/>
                </a:lnTo>
                <a:lnTo>
                  <a:pt x="0" y="0"/>
                </a:lnTo>
                <a:lnTo>
                  <a:pt x="0" y="149869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9" name="object 199" descr=""/>
          <p:cNvSpPr/>
          <p:nvPr/>
        </p:nvSpPr>
        <p:spPr>
          <a:xfrm>
            <a:off x="12400690" y="4261472"/>
            <a:ext cx="1184275" cy="4761230"/>
          </a:xfrm>
          <a:custGeom>
            <a:avLst/>
            <a:gdLst/>
            <a:ahLst/>
            <a:cxnLst/>
            <a:rect l="l" t="t" r="r" b="b"/>
            <a:pathLst>
              <a:path w="1184275" h="4761230">
                <a:moveTo>
                  <a:pt x="0" y="4761142"/>
                </a:moveTo>
                <a:lnTo>
                  <a:pt x="1183995" y="4761142"/>
                </a:lnTo>
                <a:lnTo>
                  <a:pt x="1183995" y="0"/>
                </a:lnTo>
                <a:lnTo>
                  <a:pt x="0" y="0"/>
                </a:lnTo>
                <a:lnTo>
                  <a:pt x="0" y="4761142"/>
                </a:lnTo>
                <a:close/>
              </a:path>
            </a:pathLst>
          </a:custGeom>
          <a:solidFill>
            <a:srgbClr val="82CFC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00" name="object 200" descr=""/>
          <p:cNvGrpSpPr/>
          <p:nvPr/>
        </p:nvGrpSpPr>
        <p:grpSpPr>
          <a:xfrm>
            <a:off x="12400690" y="3635627"/>
            <a:ext cx="1542415" cy="626110"/>
            <a:chOff x="12400690" y="3635627"/>
            <a:chExt cx="1542415" cy="626110"/>
          </a:xfrm>
        </p:grpSpPr>
        <p:sp>
          <p:nvSpPr>
            <p:cNvPr id="201" name="object 201" descr=""/>
            <p:cNvSpPr/>
            <p:nvPr/>
          </p:nvSpPr>
          <p:spPr>
            <a:xfrm>
              <a:off x="12400690" y="3922173"/>
              <a:ext cx="1184275" cy="285750"/>
            </a:xfrm>
            <a:custGeom>
              <a:avLst/>
              <a:gdLst/>
              <a:ahLst/>
              <a:cxnLst/>
              <a:rect l="l" t="t" r="r" b="b"/>
              <a:pathLst>
                <a:path w="1184275" h="285750">
                  <a:moveTo>
                    <a:pt x="0" y="285698"/>
                  </a:moveTo>
                  <a:lnTo>
                    <a:pt x="1183995" y="285698"/>
                  </a:lnTo>
                  <a:lnTo>
                    <a:pt x="1183995" y="0"/>
                  </a:lnTo>
                  <a:lnTo>
                    <a:pt x="0" y="0"/>
                  </a:lnTo>
                  <a:lnTo>
                    <a:pt x="0" y="285698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 descr=""/>
            <p:cNvSpPr/>
            <p:nvPr/>
          </p:nvSpPr>
          <p:spPr>
            <a:xfrm>
              <a:off x="12400686" y="3635635"/>
              <a:ext cx="1184275" cy="626110"/>
            </a:xfrm>
            <a:custGeom>
              <a:avLst/>
              <a:gdLst/>
              <a:ahLst/>
              <a:cxnLst/>
              <a:rect l="l" t="t" r="r" b="b"/>
              <a:pathLst>
                <a:path w="1184275" h="626110">
                  <a:moveTo>
                    <a:pt x="1183995" y="572236"/>
                  </a:moveTo>
                  <a:lnTo>
                    <a:pt x="0" y="572236"/>
                  </a:lnTo>
                  <a:lnTo>
                    <a:pt x="0" y="625843"/>
                  </a:lnTo>
                  <a:lnTo>
                    <a:pt x="1183995" y="625843"/>
                  </a:lnTo>
                  <a:lnTo>
                    <a:pt x="1183995" y="572236"/>
                  </a:lnTo>
                  <a:close/>
                </a:path>
                <a:path w="1184275" h="626110">
                  <a:moveTo>
                    <a:pt x="1183995" y="0"/>
                  </a:moveTo>
                  <a:lnTo>
                    <a:pt x="422021" y="0"/>
                  </a:lnTo>
                  <a:lnTo>
                    <a:pt x="422021" y="286550"/>
                  </a:lnTo>
                  <a:lnTo>
                    <a:pt x="1183995" y="286550"/>
                  </a:lnTo>
                  <a:lnTo>
                    <a:pt x="1183995" y="0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 descr=""/>
            <p:cNvSpPr/>
            <p:nvPr/>
          </p:nvSpPr>
          <p:spPr>
            <a:xfrm>
              <a:off x="13584685" y="3635627"/>
              <a:ext cx="358140" cy="287020"/>
            </a:xfrm>
            <a:custGeom>
              <a:avLst/>
              <a:gdLst/>
              <a:ahLst/>
              <a:cxnLst/>
              <a:rect l="l" t="t" r="r" b="b"/>
              <a:pathLst>
                <a:path w="358140" h="287020">
                  <a:moveTo>
                    <a:pt x="358041" y="0"/>
                  </a:moveTo>
                  <a:lnTo>
                    <a:pt x="0" y="0"/>
                  </a:lnTo>
                  <a:lnTo>
                    <a:pt x="0" y="286546"/>
                  </a:lnTo>
                  <a:lnTo>
                    <a:pt x="358041" y="286546"/>
                  </a:lnTo>
                  <a:lnTo>
                    <a:pt x="358041" y="0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4" name="object 204" descr=""/>
          <p:cNvSpPr/>
          <p:nvPr/>
        </p:nvSpPr>
        <p:spPr>
          <a:xfrm>
            <a:off x="12527534" y="4419038"/>
            <a:ext cx="207010" cy="298450"/>
          </a:xfrm>
          <a:custGeom>
            <a:avLst/>
            <a:gdLst/>
            <a:ahLst/>
            <a:cxnLst/>
            <a:rect l="l" t="t" r="r" b="b"/>
            <a:pathLst>
              <a:path w="207009" h="298450">
                <a:moveTo>
                  <a:pt x="206967" y="0"/>
                </a:moveTo>
                <a:lnTo>
                  <a:pt x="0" y="0"/>
                </a:lnTo>
                <a:lnTo>
                  <a:pt x="0" y="298210"/>
                </a:lnTo>
                <a:lnTo>
                  <a:pt x="206967" y="298210"/>
                </a:lnTo>
                <a:lnTo>
                  <a:pt x="206967" y="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5" name="object 205" descr=""/>
          <p:cNvSpPr/>
          <p:nvPr/>
        </p:nvSpPr>
        <p:spPr>
          <a:xfrm>
            <a:off x="12527534" y="4795309"/>
            <a:ext cx="207010" cy="298450"/>
          </a:xfrm>
          <a:custGeom>
            <a:avLst/>
            <a:gdLst/>
            <a:ahLst/>
            <a:cxnLst/>
            <a:rect l="l" t="t" r="r" b="b"/>
            <a:pathLst>
              <a:path w="207009" h="298450">
                <a:moveTo>
                  <a:pt x="206967" y="0"/>
                </a:moveTo>
                <a:lnTo>
                  <a:pt x="0" y="0"/>
                </a:lnTo>
                <a:lnTo>
                  <a:pt x="0" y="298210"/>
                </a:lnTo>
                <a:lnTo>
                  <a:pt x="206967" y="298210"/>
                </a:lnTo>
                <a:lnTo>
                  <a:pt x="206967" y="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6" name="object 206" descr=""/>
          <p:cNvSpPr/>
          <p:nvPr/>
        </p:nvSpPr>
        <p:spPr>
          <a:xfrm>
            <a:off x="12527534" y="5171580"/>
            <a:ext cx="207010" cy="298450"/>
          </a:xfrm>
          <a:custGeom>
            <a:avLst/>
            <a:gdLst/>
            <a:ahLst/>
            <a:cxnLst/>
            <a:rect l="l" t="t" r="r" b="b"/>
            <a:pathLst>
              <a:path w="207009" h="298450">
                <a:moveTo>
                  <a:pt x="206967" y="0"/>
                </a:moveTo>
                <a:lnTo>
                  <a:pt x="0" y="0"/>
                </a:lnTo>
                <a:lnTo>
                  <a:pt x="0" y="298210"/>
                </a:lnTo>
                <a:lnTo>
                  <a:pt x="206967" y="298210"/>
                </a:lnTo>
                <a:lnTo>
                  <a:pt x="206967" y="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7" name="object 207" descr=""/>
          <p:cNvSpPr/>
          <p:nvPr/>
        </p:nvSpPr>
        <p:spPr>
          <a:xfrm>
            <a:off x="12870403" y="4419038"/>
            <a:ext cx="207010" cy="298450"/>
          </a:xfrm>
          <a:custGeom>
            <a:avLst/>
            <a:gdLst/>
            <a:ahLst/>
            <a:cxnLst/>
            <a:rect l="l" t="t" r="r" b="b"/>
            <a:pathLst>
              <a:path w="207009" h="298450">
                <a:moveTo>
                  <a:pt x="206967" y="0"/>
                </a:moveTo>
                <a:lnTo>
                  <a:pt x="0" y="0"/>
                </a:lnTo>
                <a:lnTo>
                  <a:pt x="0" y="298210"/>
                </a:lnTo>
                <a:lnTo>
                  <a:pt x="206967" y="298210"/>
                </a:lnTo>
                <a:lnTo>
                  <a:pt x="206967" y="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8" name="object 208" descr=""/>
          <p:cNvSpPr/>
          <p:nvPr/>
        </p:nvSpPr>
        <p:spPr>
          <a:xfrm>
            <a:off x="12870403" y="4795309"/>
            <a:ext cx="207010" cy="298450"/>
          </a:xfrm>
          <a:custGeom>
            <a:avLst/>
            <a:gdLst/>
            <a:ahLst/>
            <a:cxnLst/>
            <a:rect l="l" t="t" r="r" b="b"/>
            <a:pathLst>
              <a:path w="207009" h="298450">
                <a:moveTo>
                  <a:pt x="206967" y="0"/>
                </a:moveTo>
                <a:lnTo>
                  <a:pt x="0" y="0"/>
                </a:lnTo>
                <a:lnTo>
                  <a:pt x="0" y="298210"/>
                </a:lnTo>
                <a:lnTo>
                  <a:pt x="206967" y="298210"/>
                </a:lnTo>
                <a:lnTo>
                  <a:pt x="206967" y="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9" name="object 209" descr=""/>
          <p:cNvSpPr/>
          <p:nvPr/>
        </p:nvSpPr>
        <p:spPr>
          <a:xfrm>
            <a:off x="12870403" y="5171580"/>
            <a:ext cx="207010" cy="298450"/>
          </a:xfrm>
          <a:custGeom>
            <a:avLst/>
            <a:gdLst/>
            <a:ahLst/>
            <a:cxnLst/>
            <a:rect l="l" t="t" r="r" b="b"/>
            <a:pathLst>
              <a:path w="207009" h="298450">
                <a:moveTo>
                  <a:pt x="206967" y="0"/>
                </a:moveTo>
                <a:lnTo>
                  <a:pt x="0" y="0"/>
                </a:lnTo>
                <a:lnTo>
                  <a:pt x="0" y="298210"/>
                </a:lnTo>
                <a:lnTo>
                  <a:pt x="206967" y="298210"/>
                </a:lnTo>
                <a:lnTo>
                  <a:pt x="206967" y="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0" name="object 210" descr=""/>
          <p:cNvSpPr/>
          <p:nvPr/>
        </p:nvSpPr>
        <p:spPr>
          <a:xfrm>
            <a:off x="12870403" y="5547642"/>
            <a:ext cx="207010" cy="298450"/>
          </a:xfrm>
          <a:custGeom>
            <a:avLst/>
            <a:gdLst/>
            <a:ahLst/>
            <a:cxnLst/>
            <a:rect l="l" t="t" r="r" b="b"/>
            <a:pathLst>
              <a:path w="207009" h="298450">
                <a:moveTo>
                  <a:pt x="206967" y="0"/>
                </a:moveTo>
                <a:lnTo>
                  <a:pt x="0" y="0"/>
                </a:lnTo>
                <a:lnTo>
                  <a:pt x="0" y="298210"/>
                </a:lnTo>
                <a:lnTo>
                  <a:pt x="206967" y="298210"/>
                </a:lnTo>
                <a:lnTo>
                  <a:pt x="206967" y="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1" name="object 211" descr=""/>
          <p:cNvSpPr/>
          <p:nvPr/>
        </p:nvSpPr>
        <p:spPr>
          <a:xfrm>
            <a:off x="12870403" y="5923913"/>
            <a:ext cx="207010" cy="298450"/>
          </a:xfrm>
          <a:custGeom>
            <a:avLst/>
            <a:gdLst/>
            <a:ahLst/>
            <a:cxnLst/>
            <a:rect l="l" t="t" r="r" b="b"/>
            <a:pathLst>
              <a:path w="207009" h="298450">
                <a:moveTo>
                  <a:pt x="206967" y="0"/>
                </a:moveTo>
                <a:lnTo>
                  <a:pt x="0" y="0"/>
                </a:lnTo>
                <a:lnTo>
                  <a:pt x="0" y="298210"/>
                </a:lnTo>
                <a:lnTo>
                  <a:pt x="206967" y="298210"/>
                </a:lnTo>
                <a:lnTo>
                  <a:pt x="206967" y="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2" name="object 212" descr=""/>
          <p:cNvSpPr/>
          <p:nvPr/>
        </p:nvSpPr>
        <p:spPr>
          <a:xfrm>
            <a:off x="12870403" y="6300185"/>
            <a:ext cx="207010" cy="298450"/>
          </a:xfrm>
          <a:custGeom>
            <a:avLst/>
            <a:gdLst/>
            <a:ahLst/>
            <a:cxnLst/>
            <a:rect l="l" t="t" r="r" b="b"/>
            <a:pathLst>
              <a:path w="207009" h="298450">
                <a:moveTo>
                  <a:pt x="206967" y="0"/>
                </a:moveTo>
                <a:lnTo>
                  <a:pt x="0" y="0"/>
                </a:lnTo>
                <a:lnTo>
                  <a:pt x="0" y="298210"/>
                </a:lnTo>
                <a:lnTo>
                  <a:pt x="206967" y="298210"/>
                </a:lnTo>
                <a:lnTo>
                  <a:pt x="206967" y="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3" name="object 213" descr=""/>
          <p:cNvSpPr/>
          <p:nvPr/>
        </p:nvSpPr>
        <p:spPr>
          <a:xfrm>
            <a:off x="12870403" y="6676246"/>
            <a:ext cx="207010" cy="298450"/>
          </a:xfrm>
          <a:custGeom>
            <a:avLst/>
            <a:gdLst/>
            <a:ahLst/>
            <a:cxnLst/>
            <a:rect l="l" t="t" r="r" b="b"/>
            <a:pathLst>
              <a:path w="207009" h="298450">
                <a:moveTo>
                  <a:pt x="206967" y="0"/>
                </a:moveTo>
                <a:lnTo>
                  <a:pt x="0" y="0"/>
                </a:lnTo>
                <a:lnTo>
                  <a:pt x="0" y="298200"/>
                </a:lnTo>
                <a:lnTo>
                  <a:pt x="206967" y="298200"/>
                </a:lnTo>
                <a:lnTo>
                  <a:pt x="206967" y="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4" name="object 214" descr=""/>
          <p:cNvSpPr/>
          <p:nvPr/>
        </p:nvSpPr>
        <p:spPr>
          <a:xfrm>
            <a:off x="12870403" y="7052518"/>
            <a:ext cx="207010" cy="298450"/>
          </a:xfrm>
          <a:custGeom>
            <a:avLst/>
            <a:gdLst/>
            <a:ahLst/>
            <a:cxnLst/>
            <a:rect l="l" t="t" r="r" b="b"/>
            <a:pathLst>
              <a:path w="207009" h="298450">
                <a:moveTo>
                  <a:pt x="206967" y="0"/>
                </a:moveTo>
                <a:lnTo>
                  <a:pt x="0" y="0"/>
                </a:lnTo>
                <a:lnTo>
                  <a:pt x="0" y="298210"/>
                </a:lnTo>
                <a:lnTo>
                  <a:pt x="206967" y="298210"/>
                </a:lnTo>
                <a:lnTo>
                  <a:pt x="206967" y="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5" name="object 215" descr=""/>
          <p:cNvSpPr/>
          <p:nvPr/>
        </p:nvSpPr>
        <p:spPr>
          <a:xfrm>
            <a:off x="12870403" y="7428789"/>
            <a:ext cx="207010" cy="298450"/>
          </a:xfrm>
          <a:custGeom>
            <a:avLst/>
            <a:gdLst/>
            <a:ahLst/>
            <a:cxnLst/>
            <a:rect l="l" t="t" r="r" b="b"/>
            <a:pathLst>
              <a:path w="207009" h="298450">
                <a:moveTo>
                  <a:pt x="206967" y="0"/>
                </a:moveTo>
                <a:lnTo>
                  <a:pt x="0" y="0"/>
                </a:lnTo>
                <a:lnTo>
                  <a:pt x="0" y="298210"/>
                </a:lnTo>
                <a:lnTo>
                  <a:pt x="206967" y="298210"/>
                </a:lnTo>
                <a:lnTo>
                  <a:pt x="206967" y="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6" name="object 216" descr=""/>
          <p:cNvSpPr/>
          <p:nvPr/>
        </p:nvSpPr>
        <p:spPr>
          <a:xfrm>
            <a:off x="12870403" y="7804851"/>
            <a:ext cx="207010" cy="298450"/>
          </a:xfrm>
          <a:custGeom>
            <a:avLst/>
            <a:gdLst/>
            <a:ahLst/>
            <a:cxnLst/>
            <a:rect l="l" t="t" r="r" b="b"/>
            <a:pathLst>
              <a:path w="207009" h="298450">
                <a:moveTo>
                  <a:pt x="206967" y="0"/>
                </a:moveTo>
                <a:lnTo>
                  <a:pt x="0" y="0"/>
                </a:lnTo>
                <a:lnTo>
                  <a:pt x="0" y="298200"/>
                </a:lnTo>
                <a:lnTo>
                  <a:pt x="206967" y="298200"/>
                </a:lnTo>
                <a:lnTo>
                  <a:pt x="206967" y="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7" name="object 217" descr=""/>
          <p:cNvSpPr/>
          <p:nvPr/>
        </p:nvSpPr>
        <p:spPr>
          <a:xfrm>
            <a:off x="12870403" y="8181122"/>
            <a:ext cx="207010" cy="298450"/>
          </a:xfrm>
          <a:custGeom>
            <a:avLst/>
            <a:gdLst/>
            <a:ahLst/>
            <a:cxnLst/>
            <a:rect l="l" t="t" r="r" b="b"/>
            <a:pathLst>
              <a:path w="207009" h="298450">
                <a:moveTo>
                  <a:pt x="206967" y="0"/>
                </a:moveTo>
                <a:lnTo>
                  <a:pt x="0" y="0"/>
                </a:lnTo>
                <a:lnTo>
                  <a:pt x="0" y="298210"/>
                </a:lnTo>
                <a:lnTo>
                  <a:pt x="206967" y="298210"/>
                </a:lnTo>
                <a:lnTo>
                  <a:pt x="206967" y="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8" name="object 218" descr=""/>
          <p:cNvSpPr/>
          <p:nvPr/>
        </p:nvSpPr>
        <p:spPr>
          <a:xfrm>
            <a:off x="12870403" y="8557393"/>
            <a:ext cx="207010" cy="298450"/>
          </a:xfrm>
          <a:custGeom>
            <a:avLst/>
            <a:gdLst/>
            <a:ahLst/>
            <a:cxnLst/>
            <a:rect l="l" t="t" r="r" b="b"/>
            <a:pathLst>
              <a:path w="207009" h="298450">
                <a:moveTo>
                  <a:pt x="206967" y="0"/>
                </a:moveTo>
                <a:lnTo>
                  <a:pt x="0" y="0"/>
                </a:lnTo>
                <a:lnTo>
                  <a:pt x="0" y="298200"/>
                </a:lnTo>
                <a:lnTo>
                  <a:pt x="206967" y="298200"/>
                </a:lnTo>
                <a:lnTo>
                  <a:pt x="206967" y="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9" name="object 219" descr=""/>
          <p:cNvSpPr/>
          <p:nvPr/>
        </p:nvSpPr>
        <p:spPr>
          <a:xfrm>
            <a:off x="13213263" y="4419038"/>
            <a:ext cx="207010" cy="298450"/>
          </a:xfrm>
          <a:custGeom>
            <a:avLst/>
            <a:gdLst/>
            <a:ahLst/>
            <a:cxnLst/>
            <a:rect l="l" t="t" r="r" b="b"/>
            <a:pathLst>
              <a:path w="207009" h="298450">
                <a:moveTo>
                  <a:pt x="206977" y="0"/>
                </a:moveTo>
                <a:lnTo>
                  <a:pt x="0" y="0"/>
                </a:lnTo>
                <a:lnTo>
                  <a:pt x="0" y="298210"/>
                </a:lnTo>
                <a:lnTo>
                  <a:pt x="206977" y="298210"/>
                </a:lnTo>
                <a:lnTo>
                  <a:pt x="206977" y="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0" name="object 220" descr=""/>
          <p:cNvSpPr/>
          <p:nvPr/>
        </p:nvSpPr>
        <p:spPr>
          <a:xfrm>
            <a:off x="13213263" y="4795309"/>
            <a:ext cx="207010" cy="298450"/>
          </a:xfrm>
          <a:custGeom>
            <a:avLst/>
            <a:gdLst/>
            <a:ahLst/>
            <a:cxnLst/>
            <a:rect l="l" t="t" r="r" b="b"/>
            <a:pathLst>
              <a:path w="207009" h="298450">
                <a:moveTo>
                  <a:pt x="206977" y="0"/>
                </a:moveTo>
                <a:lnTo>
                  <a:pt x="0" y="0"/>
                </a:lnTo>
                <a:lnTo>
                  <a:pt x="0" y="298210"/>
                </a:lnTo>
                <a:lnTo>
                  <a:pt x="206977" y="298210"/>
                </a:lnTo>
                <a:lnTo>
                  <a:pt x="206977" y="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1" name="object 221" descr=""/>
          <p:cNvSpPr/>
          <p:nvPr/>
        </p:nvSpPr>
        <p:spPr>
          <a:xfrm>
            <a:off x="13213263" y="5171580"/>
            <a:ext cx="207010" cy="298450"/>
          </a:xfrm>
          <a:custGeom>
            <a:avLst/>
            <a:gdLst/>
            <a:ahLst/>
            <a:cxnLst/>
            <a:rect l="l" t="t" r="r" b="b"/>
            <a:pathLst>
              <a:path w="207009" h="298450">
                <a:moveTo>
                  <a:pt x="206977" y="0"/>
                </a:moveTo>
                <a:lnTo>
                  <a:pt x="0" y="0"/>
                </a:lnTo>
                <a:lnTo>
                  <a:pt x="0" y="298210"/>
                </a:lnTo>
                <a:lnTo>
                  <a:pt x="206977" y="298210"/>
                </a:lnTo>
                <a:lnTo>
                  <a:pt x="206977" y="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2" name="object 222" descr=""/>
          <p:cNvSpPr/>
          <p:nvPr/>
        </p:nvSpPr>
        <p:spPr>
          <a:xfrm>
            <a:off x="13213263" y="5547642"/>
            <a:ext cx="207010" cy="298450"/>
          </a:xfrm>
          <a:custGeom>
            <a:avLst/>
            <a:gdLst/>
            <a:ahLst/>
            <a:cxnLst/>
            <a:rect l="l" t="t" r="r" b="b"/>
            <a:pathLst>
              <a:path w="207009" h="298450">
                <a:moveTo>
                  <a:pt x="206977" y="0"/>
                </a:moveTo>
                <a:lnTo>
                  <a:pt x="0" y="0"/>
                </a:lnTo>
                <a:lnTo>
                  <a:pt x="0" y="298210"/>
                </a:lnTo>
                <a:lnTo>
                  <a:pt x="206977" y="298210"/>
                </a:lnTo>
                <a:lnTo>
                  <a:pt x="206977" y="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3" name="object 223" descr=""/>
          <p:cNvSpPr/>
          <p:nvPr/>
        </p:nvSpPr>
        <p:spPr>
          <a:xfrm>
            <a:off x="13213263" y="5923913"/>
            <a:ext cx="207010" cy="298450"/>
          </a:xfrm>
          <a:custGeom>
            <a:avLst/>
            <a:gdLst/>
            <a:ahLst/>
            <a:cxnLst/>
            <a:rect l="l" t="t" r="r" b="b"/>
            <a:pathLst>
              <a:path w="207009" h="298450">
                <a:moveTo>
                  <a:pt x="206977" y="0"/>
                </a:moveTo>
                <a:lnTo>
                  <a:pt x="0" y="0"/>
                </a:lnTo>
                <a:lnTo>
                  <a:pt x="0" y="298210"/>
                </a:lnTo>
                <a:lnTo>
                  <a:pt x="206977" y="298210"/>
                </a:lnTo>
                <a:lnTo>
                  <a:pt x="206977" y="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4" name="object 224" descr=""/>
          <p:cNvSpPr/>
          <p:nvPr/>
        </p:nvSpPr>
        <p:spPr>
          <a:xfrm>
            <a:off x="13213272" y="6300185"/>
            <a:ext cx="207010" cy="298450"/>
          </a:xfrm>
          <a:custGeom>
            <a:avLst/>
            <a:gdLst/>
            <a:ahLst/>
            <a:cxnLst/>
            <a:rect l="l" t="t" r="r" b="b"/>
            <a:pathLst>
              <a:path w="207009" h="298450">
                <a:moveTo>
                  <a:pt x="206977" y="0"/>
                </a:moveTo>
                <a:lnTo>
                  <a:pt x="0" y="0"/>
                </a:lnTo>
                <a:lnTo>
                  <a:pt x="0" y="298210"/>
                </a:lnTo>
                <a:lnTo>
                  <a:pt x="206977" y="298210"/>
                </a:lnTo>
                <a:lnTo>
                  <a:pt x="206977" y="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5" name="object 225" descr=""/>
          <p:cNvSpPr/>
          <p:nvPr/>
        </p:nvSpPr>
        <p:spPr>
          <a:xfrm>
            <a:off x="13213272" y="6676246"/>
            <a:ext cx="207010" cy="298450"/>
          </a:xfrm>
          <a:custGeom>
            <a:avLst/>
            <a:gdLst/>
            <a:ahLst/>
            <a:cxnLst/>
            <a:rect l="l" t="t" r="r" b="b"/>
            <a:pathLst>
              <a:path w="207009" h="298450">
                <a:moveTo>
                  <a:pt x="206977" y="0"/>
                </a:moveTo>
                <a:lnTo>
                  <a:pt x="0" y="0"/>
                </a:lnTo>
                <a:lnTo>
                  <a:pt x="0" y="298200"/>
                </a:lnTo>
                <a:lnTo>
                  <a:pt x="206977" y="298200"/>
                </a:lnTo>
                <a:lnTo>
                  <a:pt x="206977" y="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6" name="object 226" descr=""/>
          <p:cNvSpPr/>
          <p:nvPr/>
        </p:nvSpPr>
        <p:spPr>
          <a:xfrm>
            <a:off x="13213263" y="7052518"/>
            <a:ext cx="207010" cy="298450"/>
          </a:xfrm>
          <a:custGeom>
            <a:avLst/>
            <a:gdLst/>
            <a:ahLst/>
            <a:cxnLst/>
            <a:rect l="l" t="t" r="r" b="b"/>
            <a:pathLst>
              <a:path w="207009" h="298450">
                <a:moveTo>
                  <a:pt x="206977" y="0"/>
                </a:moveTo>
                <a:lnTo>
                  <a:pt x="0" y="0"/>
                </a:lnTo>
                <a:lnTo>
                  <a:pt x="0" y="298210"/>
                </a:lnTo>
                <a:lnTo>
                  <a:pt x="206977" y="298210"/>
                </a:lnTo>
                <a:lnTo>
                  <a:pt x="206977" y="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7" name="object 227" descr=""/>
          <p:cNvSpPr/>
          <p:nvPr/>
        </p:nvSpPr>
        <p:spPr>
          <a:xfrm>
            <a:off x="13213272" y="7428789"/>
            <a:ext cx="207010" cy="298450"/>
          </a:xfrm>
          <a:custGeom>
            <a:avLst/>
            <a:gdLst/>
            <a:ahLst/>
            <a:cxnLst/>
            <a:rect l="l" t="t" r="r" b="b"/>
            <a:pathLst>
              <a:path w="207009" h="298450">
                <a:moveTo>
                  <a:pt x="206977" y="0"/>
                </a:moveTo>
                <a:lnTo>
                  <a:pt x="0" y="0"/>
                </a:lnTo>
                <a:lnTo>
                  <a:pt x="0" y="298210"/>
                </a:lnTo>
                <a:lnTo>
                  <a:pt x="206977" y="298210"/>
                </a:lnTo>
                <a:lnTo>
                  <a:pt x="206977" y="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8" name="object 228" descr=""/>
          <p:cNvSpPr/>
          <p:nvPr/>
        </p:nvSpPr>
        <p:spPr>
          <a:xfrm>
            <a:off x="13213272" y="7804851"/>
            <a:ext cx="207010" cy="298450"/>
          </a:xfrm>
          <a:custGeom>
            <a:avLst/>
            <a:gdLst/>
            <a:ahLst/>
            <a:cxnLst/>
            <a:rect l="l" t="t" r="r" b="b"/>
            <a:pathLst>
              <a:path w="207009" h="298450">
                <a:moveTo>
                  <a:pt x="206977" y="0"/>
                </a:moveTo>
                <a:lnTo>
                  <a:pt x="0" y="0"/>
                </a:lnTo>
                <a:lnTo>
                  <a:pt x="0" y="298200"/>
                </a:lnTo>
                <a:lnTo>
                  <a:pt x="206977" y="298200"/>
                </a:lnTo>
                <a:lnTo>
                  <a:pt x="206977" y="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9" name="object 229" descr=""/>
          <p:cNvSpPr/>
          <p:nvPr/>
        </p:nvSpPr>
        <p:spPr>
          <a:xfrm>
            <a:off x="13213263" y="8181122"/>
            <a:ext cx="207010" cy="298450"/>
          </a:xfrm>
          <a:custGeom>
            <a:avLst/>
            <a:gdLst/>
            <a:ahLst/>
            <a:cxnLst/>
            <a:rect l="l" t="t" r="r" b="b"/>
            <a:pathLst>
              <a:path w="207009" h="298450">
                <a:moveTo>
                  <a:pt x="206977" y="0"/>
                </a:moveTo>
                <a:lnTo>
                  <a:pt x="0" y="0"/>
                </a:lnTo>
                <a:lnTo>
                  <a:pt x="0" y="298210"/>
                </a:lnTo>
                <a:lnTo>
                  <a:pt x="206977" y="298210"/>
                </a:lnTo>
                <a:lnTo>
                  <a:pt x="206977" y="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0" name="object 230" descr=""/>
          <p:cNvSpPr/>
          <p:nvPr/>
        </p:nvSpPr>
        <p:spPr>
          <a:xfrm>
            <a:off x="13213272" y="8557393"/>
            <a:ext cx="207010" cy="298450"/>
          </a:xfrm>
          <a:custGeom>
            <a:avLst/>
            <a:gdLst/>
            <a:ahLst/>
            <a:cxnLst/>
            <a:rect l="l" t="t" r="r" b="b"/>
            <a:pathLst>
              <a:path w="207009" h="298450">
                <a:moveTo>
                  <a:pt x="206977" y="0"/>
                </a:moveTo>
                <a:lnTo>
                  <a:pt x="0" y="0"/>
                </a:lnTo>
                <a:lnTo>
                  <a:pt x="0" y="298200"/>
                </a:lnTo>
                <a:lnTo>
                  <a:pt x="206977" y="298200"/>
                </a:lnTo>
                <a:lnTo>
                  <a:pt x="206977" y="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31" name="object 231" descr=""/>
          <p:cNvGrpSpPr/>
          <p:nvPr/>
        </p:nvGrpSpPr>
        <p:grpSpPr>
          <a:xfrm>
            <a:off x="11012719" y="5469791"/>
            <a:ext cx="1765935" cy="3552825"/>
            <a:chOff x="11012719" y="5469791"/>
            <a:chExt cx="1765935" cy="3552825"/>
          </a:xfrm>
        </p:grpSpPr>
        <p:sp>
          <p:nvSpPr>
            <p:cNvPr id="232" name="object 232" descr=""/>
            <p:cNvSpPr/>
            <p:nvPr/>
          </p:nvSpPr>
          <p:spPr>
            <a:xfrm>
              <a:off x="11012716" y="5469807"/>
              <a:ext cx="939165" cy="3552825"/>
            </a:xfrm>
            <a:custGeom>
              <a:avLst/>
              <a:gdLst/>
              <a:ahLst/>
              <a:cxnLst/>
              <a:rect l="l" t="t" r="r" b="b"/>
              <a:pathLst>
                <a:path w="939165" h="3552825">
                  <a:moveTo>
                    <a:pt x="938606" y="0"/>
                  </a:moveTo>
                  <a:lnTo>
                    <a:pt x="0" y="608317"/>
                  </a:lnTo>
                  <a:lnTo>
                    <a:pt x="0" y="3552825"/>
                  </a:lnTo>
                  <a:lnTo>
                    <a:pt x="105625" y="3552825"/>
                  </a:lnTo>
                  <a:lnTo>
                    <a:pt x="817968" y="3552825"/>
                  </a:lnTo>
                  <a:lnTo>
                    <a:pt x="938606" y="3552825"/>
                  </a:lnTo>
                  <a:lnTo>
                    <a:pt x="938606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 descr=""/>
            <p:cNvSpPr/>
            <p:nvPr/>
          </p:nvSpPr>
          <p:spPr>
            <a:xfrm>
              <a:off x="11118342" y="5698826"/>
              <a:ext cx="712470" cy="3324225"/>
            </a:xfrm>
            <a:custGeom>
              <a:avLst/>
              <a:gdLst/>
              <a:ahLst/>
              <a:cxnLst/>
              <a:rect l="l" t="t" r="r" b="b"/>
              <a:pathLst>
                <a:path w="712470" h="3324225">
                  <a:moveTo>
                    <a:pt x="712343" y="0"/>
                  </a:moveTo>
                  <a:lnTo>
                    <a:pt x="0" y="461670"/>
                  </a:lnTo>
                  <a:lnTo>
                    <a:pt x="0" y="3323806"/>
                  </a:lnTo>
                  <a:lnTo>
                    <a:pt x="712343" y="3323806"/>
                  </a:lnTo>
                  <a:lnTo>
                    <a:pt x="712343" y="0"/>
                  </a:lnTo>
                  <a:close/>
                </a:path>
              </a:pathLst>
            </a:custGeom>
            <a:solidFill>
              <a:srgbClr val="000000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 descr=""/>
            <p:cNvSpPr/>
            <p:nvPr/>
          </p:nvSpPr>
          <p:spPr>
            <a:xfrm>
              <a:off x="11118395" y="5698797"/>
              <a:ext cx="712470" cy="3324225"/>
            </a:xfrm>
            <a:custGeom>
              <a:avLst/>
              <a:gdLst/>
              <a:ahLst/>
              <a:cxnLst/>
              <a:rect l="l" t="t" r="r" b="b"/>
              <a:pathLst>
                <a:path w="712470" h="3324225">
                  <a:moveTo>
                    <a:pt x="712281" y="0"/>
                  </a:moveTo>
                  <a:lnTo>
                    <a:pt x="0" y="461629"/>
                  </a:lnTo>
                  <a:lnTo>
                    <a:pt x="0" y="3323825"/>
                  </a:lnTo>
                  <a:lnTo>
                    <a:pt x="81515" y="3323825"/>
                  </a:lnTo>
                  <a:lnTo>
                    <a:pt x="81515" y="511230"/>
                  </a:lnTo>
                  <a:lnTo>
                    <a:pt x="712281" y="102447"/>
                  </a:lnTo>
                  <a:lnTo>
                    <a:pt x="712281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11118395" y="5698797"/>
              <a:ext cx="712470" cy="3324225"/>
            </a:xfrm>
            <a:custGeom>
              <a:avLst/>
              <a:gdLst/>
              <a:ahLst/>
              <a:cxnLst/>
              <a:rect l="l" t="t" r="r" b="b"/>
              <a:pathLst>
                <a:path w="712470" h="3324225">
                  <a:moveTo>
                    <a:pt x="712281" y="0"/>
                  </a:moveTo>
                  <a:lnTo>
                    <a:pt x="0" y="461629"/>
                  </a:lnTo>
                  <a:lnTo>
                    <a:pt x="0" y="3323825"/>
                  </a:lnTo>
                  <a:lnTo>
                    <a:pt x="81515" y="3323825"/>
                  </a:lnTo>
                  <a:lnTo>
                    <a:pt x="81515" y="511230"/>
                  </a:lnTo>
                  <a:lnTo>
                    <a:pt x="712281" y="102447"/>
                  </a:lnTo>
                  <a:lnTo>
                    <a:pt x="712281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11951332" y="5469791"/>
              <a:ext cx="827405" cy="3552825"/>
            </a:xfrm>
            <a:custGeom>
              <a:avLst/>
              <a:gdLst/>
              <a:ahLst/>
              <a:cxnLst/>
              <a:rect l="l" t="t" r="r" b="b"/>
              <a:pathLst>
                <a:path w="827404" h="3552825">
                  <a:moveTo>
                    <a:pt x="826917" y="0"/>
                  </a:moveTo>
                  <a:lnTo>
                    <a:pt x="0" y="0"/>
                  </a:lnTo>
                  <a:lnTo>
                    <a:pt x="0" y="3552823"/>
                  </a:lnTo>
                  <a:lnTo>
                    <a:pt x="826917" y="3552823"/>
                  </a:lnTo>
                  <a:lnTo>
                    <a:pt x="82691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 descr=""/>
            <p:cNvSpPr/>
            <p:nvPr/>
          </p:nvSpPr>
          <p:spPr>
            <a:xfrm>
              <a:off x="11951322" y="5469794"/>
              <a:ext cx="827405" cy="3552825"/>
            </a:xfrm>
            <a:custGeom>
              <a:avLst/>
              <a:gdLst/>
              <a:ahLst/>
              <a:cxnLst/>
              <a:rect l="l" t="t" r="r" b="b"/>
              <a:pathLst>
                <a:path w="827404" h="3552825">
                  <a:moveTo>
                    <a:pt x="826922" y="0"/>
                  </a:moveTo>
                  <a:lnTo>
                    <a:pt x="0" y="0"/>
                  </a:lnTo>
                  <a:lnTo>
                    <a:pt x="0" y="3552825"/>
                  </a:lnTo>
                  <a:lnTo>
                    <a:pt x="826922" y="3552825"/>
                  </a:lnTo>
                  <a:lnTo>
                    <a:pt x="826922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8" name="object 238" descr=""/>
          <p:cNvGrpSpPr/>
          <p:nvPr/>
        </p:nvGrpSpPr>
        <p:grpSpPr>
          <a:xfrm>
            <a:off x="13882676" y="4520689"/>
            <a:ext cx="2359660" cy="4502150"/>
            <a:chOff x="13882676" y="4520689"/>
            <a:chExt cx="2359660" cy="4502150"/>
          </a:xfrm>
        </p:grpSpPr>
        <p:sp>
          <p:nvSpPr>
            <p:cNvPr id="239" name="object 239" descr=""/>
            <p:cNvSpPr/>
            <p:nvPr/>
          </p:nvSpPr>
          <p:spPr>
            <a:xfrm>
              <a:off x="15453487" y="5260907"/>
              <a:ext cx="744220" cy="3761740"/>
            </a:xfrm>
            <a:custGeom>
              <a:avLst/>
              <a:gdLst/>
              <a:ahLst/>
              <a:cxnLst/>
              <a:rect l="l" t="t" r="r" b="b"/>
              <a:pathLst>
                <a:path w="744219" h="3761740">
                  <a:moveTo>
                    <a:pt x="744050" y="0"/>
                  </a:moveTo>
                  <a:lnTo>
                    <a:pt x="0" y="0"/>
                  </a:lnTo>
                  <a:lnTo>
                    <a:pt x="0" y="3761707"/>
                  </a:lnTo>
                  <a:lnTo>
                    <a:pt x="744050" y="3761707"/>
                  </a:lnTo>
                  <a:lnTo>
                    <a:pt x="744050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 descr=""/>
            <p:cNvSpPr/>
            <p:nvPr/>
          </p:nvSpPr>
          <p:spPr>
            <a:xfrm>
              <a:off x="15453487" y="5260907"/>
              <a:ext cx="744220" cy="1493520"/>
            </a:xfrm>
            <a:custGeom>
              <a:avLst/>
              <a:gdLst/>
              <a:ahLst/>
              <a:cxnLst/>
              <a:rect l="l" t="t" r="r" b="b"/>
              <a:pathLst>
                <a:path w="744219" h="1493520">
                  <a:moveTo>
                    <a:pt x="0" y="1493378"/>
                  </a:moveTo>
                  <a:lnTo>
                    <a:pt x="744050" y="1493378"/>
                  </a:lnTo>
                  <a:lnTo>
                    <a:pt x="744050" y="0"/>
                  </a:lnTo>
                  <a:lnTo>
                    <a:pt x="0" y="0"/>
                  </a:lnTo>
                  <a:lnTo>
                    <a:pt x="0" y="1493378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 descr=""/>
            <p:cNvSpPr/>
            <p:nvPr/>
          </p:nvSpPr>
          <p:spPr>
            <a:xfrm>
              <a:off x="15453487" y="4945182"/>
              <a:ext cx="788670" cy="316230"/>
            </a:xfrm>
            <a:custGeom>
              <a:avLst/>
              <a:gdLst/>
              <a:ahLst/>
              <a:cxnLst/>
              <a:rect l="l" t="t" r="r" b="b"/>
              <a:pathLst>
                <a:path w="788669" h="316229">
                  <a:moveTo>
                    <a:pt x="788530" y="192443"/>
                  </a:moveTo>
                  <a:lnTo>
                    <a:pt x="668566" y="192443"/>
                  </a:lnTo>
                  <a:lnTo>
                    <a:pt x="668566" y="0"/>
                  </a:lnTo>
                  <a:lnTo>
                    <a:pt x="0" y="0"/>
                  </a:lnTo>
                  <a:lnTo>
                    <a:pt x="0" y="192443"/>
                  </a:lnTo>
                  <a:lnTo>
                    <a:pt x="0" y="315734"/>
                  </a:lnTo>
                  <a:lnTo>
                    <a:pt x="788530" y="315734"/>
                  </a:lnTo>
                  <a:lnTo>
                    <a:pt x="788530" y="192443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 descr=""/>
            <p:cNvSpPr/>
            <p:nvPr/>
          </p:nvSpPr>
          <p:spPr>
            <a:xfrm>
              <a:off x="15453487" y="4945179"/>
              <a:ext cx="668655" cy="193040"/>
            </a:xfrm>
            <a:custGeom>
              <a:avLst/>
              <a:gdLst/>
              <a:ahLst/>
              <a:cxnLst/>
              <a:rect l="l" t="t" r="r" b="b"/>
              <a:pathLst>
                <a:path w="668655" h="193039">
                  <a:moveTo>
                    <a:pt x="668566" y="0"/>
                  </a:moveTo>
                  <a:lnTo>
                    <a:pt x="0" y="0"/>
                  </a:lnTo>
                  <a:lnTo>
                    <a:pt x="0" y="192444"/>
                  </a:lnTo>
                  <a:lnTo>
                    <a:pt x="668566" y="192444"/>
                  </a:lnTo>
                  <a:lnTo>
                    <a:pt x="668566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 descr=""/>
            <p:cNvSpPr/>
            <p:nvPr/>
          </p:nvSpPr>
          <p:spPr>
            <a:xfrm>
              <a:off x="15453487" y="4520689"/>
              <a:ext cx="511809" cy="424815"/>
            </a:xfrm>
            <a:custGeom>
              <a:avLst/>
              <a:gdLst/>
              <a:ahLst/>
              <a:cxnLst/>
              <a:rect l="l" t="t" r="r" b="b"/>
              <a:pathLst>
                <a:path w="511809" h="424814">
                  <a:moveTo>
                    <a:pt x="511492" y="0"/>
                  </a:moveTo>
                  <a:lnTo>
                    <a:pt x="0" y="0"/>
                  </a:lnTo>
                  <a:lnTo>
                    <a:pt x="0" y="424489"/>
                  </a:lnTo>
                  <a:lnTo>
                    <a:pt x="511492" y="424489"/>
                  </a:lnTo>
                  <a:lnTo>
                    <a:pt x="511492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 descr=""/>
            <p:cNvSpPr/>
            <p:nvPr/>
          </p:nvSpPr>
          <p:spPr>
            <a:xfrm>
              <a:off x="15453487" y="4520697"/>
              <a:ext cx="673100" cy="2233930"/>
            </a:xfrm>
            <a:custGeom>
              <a:avLst/>
              <a:gdLst/>
              <a:ahLst/>
              <a:cxnLst/>
              <a:rect l="l" t="t" r="r" b="b"/>
              <a:pathLst>
                <a:path w="673100" h="2233929">
                  <a:moveTo>
                    <a:pt x="172250" y="1960854"/>
                  </a:moveTo>
                  <a:lnTo>
                    <a:pt x="71323" y="1960854"/>
                  </a:lnTo>
                  <a:lnTo>
                    <a:pt x="71323" y="2233599"/>
                  </a:lnTo>
                  <a:lnTo>
                    <a:pt x="172250" y="2233599"/>
                  </a:lnTo>
                  <a:lnTo>
                    <a:pt x="172250" y="1960854"/>
                  </a:lnTo>
                  <a:close/>
                </a:path>
                <a:path w="673100" h="2233929">
                  <a:moveTo>
                    <a:pt x="172250" y="1421815"/>
                  </a:moveTo>
                  <a:lnTo>
                    <a:pt x="71323" y="1421815"/>
                  </a:lnTo>
                  <a:lnTo>
                    <a:pt x="71323" y="1817484"/>
                  </a:lnTo>
                  <a:lnTo>
                    <a:pt x="172250" y="1817484"/>
                  </a:lnTo>
                  <a:lnTo>
                    <a:pt x="172250" y="1421815"/>
                  </a:lnTo>
                  <a:close/>
                </a:path>
                <a:path w="673100" h="2233929">
                  <a:moveTo>
                    <a:pt x="172250" y="882802"/>
                  </a:moveTo>
                  <a:lnTo>
                    <a:pt x="71323" y="882802"/>
                  </a:lnTo>
                  <a:lnTo>
                    <a:pt x="71323" y="1278458"/>
                  </a:lnTo>
                  <a:lnTo>
                    <a:pt x="172250" y="1278458"/>
                  </a:lnTo>
                  <a:lnTo>
                    <a:pt x="172250" y="882802"/>
                  </a:lnTo>
                  <a:close/>
                </a:path>
                <a:path w="673100" h="2233929">
                  <a:moveTo>
                    <a:pt x="339077" y="1960854"/>
                  </a:moveTo>
                  <a:lnTo>
                    <a:pt x="238137" y="1960854"/>
                  </a:lnTo>
                  <a:lnTo>
                    <a:pt x="238137" y="2041144"/>
                  </a:lnTo>
                  <a:lnTo>
                    <a:pt x="339077" y="2041144"/>
                  </a:lnTo>
                  <a:lnTo>
                    <a:pt x="339077" y="1960854"/>
                  </a:lnTo>
                  <a:close/>
                </a:path>
                <a:path w="673100" h="2233929">
                  <a:moveTo>
                    <a:pt x="339090" y="1421815"/>
                  </a:moveTo>
                  <a:lnTo>
                    <a:pt x="238150" y="1421815"/>
                  </a:lnTo>
                  <a:lnTo>
                    <a:pt x="238150" y="1817484"/>
                  </a:lnTo>
                  <a:lnTo>
                    <a:pt x="339090" y="1817484"/>
                  </a:lnTo>
                  <a:lnTo>
                    <a:pt x="339090" y="1421815"/>
                  </a:lnTo>
                  <a:close/>
                </a:path>
                <a:path w="673100" h="2233929">
                  <a:moveTo>
                    <a:pt x="339090" y="882802"/>
                  </a:moveTo>
                  <a:lnTo>
                    <a:pt x="238150" y="882802"/>
                  </a:lnTo>
                  <a:lnTo>
                    <a:pt x="238150" y="1278458"/>
                  </a:lnTo>
                  <a:lnTo>
                    <a:pt x="339090" y="1278458"/>
                  </a:lnTo>
                  <a:lnTo>
                    <a:pt x="339090" y="882802"/>
                  </a:lnTo>
                  <a:close/>
                </a:path>
                <a:path w="673100" h="2233929">
                  <a:moveTo>
                    <a:pt x="505904" y="1960854"/>
                  </a:moveTo>
                  <a:lnTo>
                    <a:pt x="404964" y="1960854"/>
                  </a:lnTo>
                  <a:lnTo>
                    <a:pt x="404964" y="2041144"/>
                  </a:lnTo>
                  <a:lnTo>
                    <a:pt x="505904" y="2041144"/>
                  </a:lnTo>
                  <a:lnTo>
                    <a:pt x="505904" y="1960854"/>
                  </a:lnTo>
                  <a:close/>
                </a:path>
                <a:path w="673100" h="2233929">
                  <a:moveTo>
                    <a:pt x="505904" y="1421815"/>
                  </a:moveTo>
                  <a:lnTo>
                    <a:pt x="404964" y="1421815"/>
                  </a:lnTo>
                  <a:lnTo>
                    <a:pt x="404964" y="1817484"/>
                  </a:lnTo>
                  <a:lnTo>
                    <a:pt x="505904" y="1817484"/>
                  </a:lnTo>
                  <a:lnTo>
                    <a:pt x="505904" y="1421815"/>
                  </a:lnTo>
                  <a:close/>
                </a:path>
                <a:path w="673100" h="2233929">
                  <a:moveTo>
                    <a:pt x="505904" y="882802"/>
                  </a:moveTo>
                  <a:lnTo>
                    <a:pt x="404964" y="882802"/>
                  </a:lnTo>
                  <a:lnTo>
                    <a:pt x="404964" y="1278458"/>
                  </a:lnTo>
                  <a:lnTo>
                    <a:pt x="505904" y="1278458"/>
                  </a:lnTo>
                  <a:lnTo>
                    <a:pt x="505904" y="882802"/>
                  </a:lnTo>
                  <a:close/>
                </a:path>
                <a:path w="673100" h="2233929">
                  <a:moveTo>
                    <a:pt x="511492" y="0"/>
                  </a:moveTo>
                  <a:lnTo>
                    <a:pt x="0" y="0"/>
                  </a:lnTo>
                  <a:lnTo>
                    <a:pt x="0" y="424484"/>
                  </a:lnTo>
                  <a:lnTo>
                    <a:pt x="511492" y="424484"/>
                  </a:lnTo>
                  <a:lnTo>
                    <a:pt x="511492" y="0"/>
                  </a:lnTo>
                  <a:close/>
                </a:path>
                <a:path w="673100" h="2233929">
                  <a:moveTo>
                    <a:pt x="672731" y="1960854"/>
                  </a:moveTo>
                  <a:lnTo>
                    <a:pt x="571792" y="1960854"/>
                  </a:lnTo>
                  <a:lnTo>
                    <a:pt x="571792" y="2041144"/>
                  </a:lnTo>
                  <a:lnTo>
                    <a:pt x="672731" y="2041144"/>
                  </a:lnTo>
                  <a:lnTo>
                    <a:pt x="672731" y="1960854"/>
                  </a:lnTo>
                  <a:close/>
                </a:path>
                <a:path w="673100" h="2233929">
                  <a:moveTo>
                    <a:pt x="672731" y="1421815"/>
                  </a:moveTo>
                  <a:lnTo>
                    <a:pt x="571792" y="1421815"/>
                  </a:lnTo>
                  <a:lnTo>
                    <a:pt x="571792" y="1817484"/>
                  </a:lnTo>
                  <a:lnTo>
                    <a:pt x="672731" y="1817484"/>
                  </a:lnTo>
                  <a:lnTo>
                    <a:pt x="672731" y="1421815"/>
                  </a:lnTo>
                  <a:close/>
                </a:path>
                <a:path w="673100" h="2233929">
                  <a:moveTo>
                    <a:pt x="672731" y="882802"/>
                  </a:moveTo>
                  <a:lnTo>
                    <a:pt x="571792" y="882802"/>
                  </a:lnTo>
                  <a:lnTo>
                    <a:pt x="571792" y="1278458"/>
                  </a:lnTo>
                  <a:lnTo>
                    <a:pt x="672731" y="1278458"/>
                  </a:lnTo>
                  <a:lnTo>
                    <a:pt x="672731" y="882802"/>
                  </a:lnTo>
                  <a:close/>
                </a:path>
              </a:pathLst>
            </a:custGeom>
            <a:solidFill>
              <a:srgbClr val="000000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 descr=""/>
            <p:cNvSpPr/>
            <p:nvPr/>
          </p:nvSpPr>
          <p:spPr>
            <a:xfrm>
              <a:off x="13928319" y="4520697"/>
              <a:ext cx="1525270" cy="4502150"/>
            </a:xfrm>
            <a:custGeom>
              <a:avLst/>
              <a:gdLst/>
              <a:ahLst/>
              <a:cxnLst/>
              <a:rect l="l" t="t" r="r" b="b"/>
              <a:pathLst>
                <a:path w="1525269" h="4502150">
                  <a:moveTo>
                    <a:pt x="1525168" y="740219"/>
                  </a:moveTo>
                  <a:lnTo>
                    <a:pt x="0" y="740219"/>
                  </a:lnTo>
                  <a:lnTo>
                    <a:pt x="0" y="4501921"/>
                  </a:lnTo>
                  <a:lnTo>
                    <a:pt x="1525168" y="4501921"/>
                  </a:lnTo>
                  <a:lnTo>
                    <a:pt x="1525168" y="740219"/>
                  </a:lnTo>
                  <a:close/>
                </a:path>
                <a:path w="1525269" h="4502150">
                  <a:moveTo>
                    <a:pt x="1525168" y="0"/>
                  </a:moveTo>
                  <a:lnTo>
                    <a:pt x="432485" y="0"/>
                  </a:lnTo>
                  <a:lnTo>
                    <a:pt x="432485" y="424484"/>
                  </a:lnTo>
                  <a:lnTo>
                    <a:pt x="73063" y="424484"/>
                  </a:lnTo>
                  <a:lnTo>
                    <a:pt x="73063" y="616927"/>
                  </a:lnTo>
                  <a:lnTo>
                    <a:pt x="1525168" y="616927"/>
                  </a:lnTo>
                  <a:lnTo>
                    <a:pt x="1525168" y="424484"/>
                  </a:lnTo>
                  <a:lnTo>
                    <a:pt x="1525168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 descr=""/>
            <p:cNvSpPr/>
            <p:nvPr/>
          </p:nvSpPr>
          <p:spPr>
            <a:xfrm>
              <a:off x="14360808" y="4520689"/>
              <a:ext cx="1092835" cy="424815"/>
            </a:xfrm>
            <a:custGeom>
              <a:avLst/>
              <a:gdLst/>
              <a:ahLst/>
              <a:cxnLst/>
              <a:rect l="l" t="t" r="r" b="b"/>
              <a:pathLst>
                <a:path w="1092834" h="424814">
                  <a:moveTo>
                    <a:pt x="1092678" y="0"/>
                  </a:moveTo>
                  <a:lnTo>
                    <a:pt x="0" y="0"/>
                  </a:lnTo>
                  <a:lnTo>
                    <a:pt x="0" y="424489"/>
                  </a:lnTo>
                  <a:lnTo>
                    <a:pt x="1092678" y="424489"/>
                  </a:lnTo>
                  <a:lnTo>
                    <a:pt x="1092678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 descr=""/>
            <p:cNvSpPr/>
            <p:nvPr/>
          </p:nvSpPr>
          <p:spPr>
            <a:xfrm>
              <a:off x="13882676" y="5137623"/>
              <a:ext cx="1570990" cy="123825"/>
            </a:xfrm>
            <a:custGeom>
              <a:avLst/>
              <a:gdLst/>
              <a:ahLst/>
              <a:cxnLst/>
              <a:rect l="l" t="t" r="r" b="b"/>
              <a:pathLst>
                <a:path w="1570990" h="123825">
                  <a:moveTo>
                    <a:pt x="1570810" y="0"/>
                  </a:moveTo>
                  <a:lnTo>
                    <a:pt x="0" y="0"/>
                  </a:lnTo>
                  <a:lnTo>
                    <a:pt x="0" y="123284"/>
                  </a:lnTo>
                  <a:lnTo>
                    <a:pt x="1570810" y="123284"/>
                  </a:lnTo>
                  <a:lnTo>
                    <a:pt x="1570810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 descr=""/>
            <p:cNvSpPr/>
            <p:nvPr/>
          </p:nvSpPr>
          <p:spPr>
            <a:xfrm>
              <a:off x="13882676" y="5137623"/>
              <a:ext cx="1570990" cy="123825"/>
            </a:xfrm>
            <a:custGeom>
              <a:avLst/>
              <a:gdLst/>
              <a:ahLst/>
              <a:cxnLst/>
              <a:rect l="l" t="t" r="r" b="b"/>
              <a:pathLst>
                <a:path w="1570990" h="123825">
                  <a:moveTo>
                    <a:pt x="1570810" y="0"/>
                  </a:moveTo>
                  <a:lnTo>
                    <a:pt x="0" y="0"/>
                  </a:lnTo>
                  <a:lnTo>
                    <a:pt x="0" y="123284"/>
                  </a:lnTo>
                  <a:lnTo>
                    <a:pt x="1570810" y="123284"/>
                  </a:lnTo>
                  <a:lnTo>
                    <a:pt x="1570810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 descr=""/>
            <p:cNvSpPr/>
            <p:nvPr/>
          </p:nvSpPr>
          <p:spPr>
            <a:xfrm>
              <a:off x="14074140" y="5403500"/>
              <a:ext cx="1233805" cy="3619500"/>
            </a:xfrm>
            <a:custGeom>
              <a:avLst/>
              <a:gdLst/>
              <a:ahLst/>
              <a:cxnLst/>
              <a:rect l="l" t="t" r="r" b="b"/>
              <a:pathLst>
                <a:path w="1233805" h="3619500">
                  <a:moveTo>
                    <a:pt x="207022" y="2695117"/>
                  </a:moveTo>
                  <a:lnTo>
                    <a:pt x="0" y="2695117"/>
                  </a:lnTo>
                  <a:lnTo>
                    <a:pt x="0" y="3090786"/>
                  </a:lnTo>
                  <a:lnTo>
                    <a:pt x="207022" y="3090786"/>
                  </a:lnTo>
                  <a:lnTo>
                    <a:pt x="207022" y="2695117"/>
                  </a:lnTo>
                  <a:close/>
                </a:path>
                <a:path w="1233805" h="3619500">
                  <a:moveTo>
                    <a:pt x="207022" y="2156091"/>
                  </a:moveTo>
                  <a:lnTo>
                    <a:pt x="0" y="2156091"/>
                  </a:lnTo>
                  <a:lnTo>
                    <a:pt x="0" y="2551760"/>
                  </a:lnTo>
                  <a:lnTo>
                    <a:pt x="207022" y="2551760"/>
                  </a:lnTo>
                  <a:lnTo>
                    <a:pt x="207022" y="2156091"/>
                  </a:lnTo>
                  <a:close/>
                </a:path>
                <a:path w="1233805" h="3619500">
                  <a:moveTo>
                    <a:pt x="207022" y="1617065"/>
                  </a:moveTo>
                  <a:lnTo>
                    <a:pt x="0" y="1617065"/>
                  </a:lnTo>
                  <a:lnTo>
                    <a:pt x="0" y="2012734"/>
                  </a:lnTo>
                  <a:lnTo>
                    <a:pt x="207022" y="2012734"/>
                  </a:lnTo>
                  <a:lnTo>
                    <a:pt x="207022" y="1617065"/>
                  </a:lnTo>
                  <a:close/>
                </a:path>
                <a:path w="1233805" h="3619500">
                  <a:moveTo>
                    <a:pt x="207022" y="1078052"/>
                  </a:moveTo>
                  <a:lnTo>
                    <a:pt x="0" y="1078052"/>
                  </a:lnTo>
                  <a:lnTo>
                    <a:pt x="0" y="1473708"/>
                  </a:lnTo>
                  <a:lnTo>
                    <a:pt x="207022" y="1473708"/>
                  </a:lnTo>
                  <a:lnTo>
                    <a:pt x="207022" y="1078052"/>
                  </a:lnTo>
                  <a:close/>
                </a:path>
                <a:path w="1233805" h="3619500">
                  <a:moveTo>
                    <a:pt x="207022" y="539013"/>
                  </a:moveTo>
                  <a:lnTo>
                    <a:pt x="0" y="539013"/>
                  </a:lnTo>
                  <a:lnTo>
                    <a:pt x="0" y="934681"/>
                  </a:lnTo>
                  <a:lnTo>
                    <a:pt x="207022" y="934681"/>
                  </a:lnTo>
                  <a:lnTo>
                    <a:pt x="207022" y="539013"/>
                  </a:lnTo>
                  <a:close/>
                </a:path>
                <a:path w="1233805" h="3619500">
                  <a:moveTo>
                    <a:pt x="207022" y="0"/>
                  </a:moveTo>
                  <a:lnTo>
                    <a:pt x="0" y="0"/>
                  </a:lnTo>
                  <a:lnTo>
                    <a:pt x="0" y="395655"/>
                  </a:lnTo>
                  <a:lnTo>
                    <a:pt x="207022" y="395655"/>
                  </a:lnTo>
                  <a:lnTo>
                    <a:pt x="207022" y="0"/>
                  </a:lnTo>
                  <a:close/>
                </a:path>
                <a:path w="1233805" h="3619500">
                  <a:moveTo>
                    <a:pt x="549198" y="2695117"/>
                  </a:moveTo>
                  <a:lnTo>
                    <a:pt x="342176" y="2695117"/>
                  </a:lnTo>
                  <a:lnTo>
                    <a:pt x="342176" y="3090786"/>
                  </a:lnTo>
                  <a:lnTo>
                    <a:pt x="549198" y="3090786"/>
                  </a:lnTo>
                  <a:lnTo>
                    <a:pt x="549198" y="2695117"/>
                  </a:lnTo>
                  <a:close/>
                </a:path>
                <a:path w="1233805" h="3619500">
                  <a:moveTo>
                    <a:pt x="549198" y="2156091"/>
                  </a:moveTo>
                  <a:lnTo>
                    <a:pt x="342176" y="2156091"/>
                  </a:lnTo>
                  <a:lnTo>
                    <a:pt x="342176" y="2551760"/>
                  </a:lnTo>
                  <a:lnTo>
                    <a:pt x="549198" y="2551760"/>
                  </a:lnTo>
                  <a:lnTo>
                    <a:pt x="549198" y="2156091"/>
                  </a:lnTo>
                  <a:close/>
                </a:path>
                <a:path w="1233805" h="3619500">
                  <a:moveTo>
                    <a:pt x="549198" y="1617065"/>
                  </a:moveTo>
                  <a:lnTo>
                    <a:pt x="342176" y="1617065"/>
                  </a:lnTo>
                  <a:lnTo>
                    <a:pt x="342176" y="2012734"/>
                  </a:lnTo>
                  <a:lnTo>
                    <a:pt x="549198" y="2012734"/>
                  </a:lnTo>
                  <a:lnTo>
                    <a:pt x="549198" y="1617065"/>
                  </a:lnTo>
                  <a:close/>
                </a:path>
                <a:path w="1233805" h="3619500">
                  <a:moveTo>
                    <a:pt x="549198" y="1078052"/>
                  </a:moveTo>
                  <a:lnTo>
                    <a:pt x="342176" y="1078052"/>
                  </a:lnTo>
                  <a:lnTo>
                    <a:pt x="342176" y="1473708"/>
                  </a:lnTo>
                  <a:lnTo>
                    <a:pt x="549198" y="1473708"/>
                  </a:lnTo>
                  <a:lnTo>
                    <a:pt x="549198" y="1078052"/>
                  </a:lnTo>
                  <a:close/>
                </a:path>
                <a:path w="1233805" h="3619500">
                  <a:moveTo>
                    <a:pt x="549198" y="539013"/>
                  </a:moveTo>
                  <a:lnTo>
                    <a:pt x="342176" y="539013"/>
                  </a:lnTo>
                  <a:lnTo>
                    <a:pt x="342176" y="934681"/>
                  </a:lnTo>
                  <a:lnTo>
                    <a:pt x="549198" y="934681"/>
                  </a:lnTo>
                  <a:lnTo>
                    <a:pt x="549198" y="539013"/>
                  </a:lnTo>
                  <a:close/>
                </a:path>
                <a:path w="1233805" h="3619500">
                  <a:moveTo>
                    <a:pt x="549198" y="0"/>
                  </a:moveTo>
                  <a:lnTo>
                    <a:pt x="342176" y="0"/>
                  </a:lnTo>
                  <a:lnTo>
                    <a:pt x="342176" y="395655"/>
                  </a:lnTo>
                  <a:lnTo>
                    <a:pt x="549198" y="395655"/>
                  </a:lnTo>
                  <a:lnTo>
                    <a:pt x="549198" y="0"/>
                  </a:lnTo>
                  <a:close/>
                </a:path>
                <a:path w="1233805" h="3619500">
                  <a:moveTo>
                    <a:pt x="891362" y="3246272"/>
                  </a:moveTo>
                  <a:lnTo>
                    <a:pt x="342176" y="3246272"/>
                  </a:lnTo>
                  <a:lnTo>
                    <a:pt x="342176" y="3619119"/>
                  </a:lnTo>
                  <a:lnTo>
                    <a:pt x="891362" y="3619119"/>
                  </a:lnTo>
                  <a:lnTo>
                    <a:pt x="891362" y="3246272"/>
                  </a:lnTo>
                  <a:close/>
                </a:path>
                <a:path w="1233805" h="3619500">
                  <a:moveTo>
                    <a:pt x="891362" y="2695117"/>
                  </a:moveTo>
                  <a:lnTo>
                    <a:pt x="684352" y="2695117"/>
                  </a:lnTo>
                  <a:lnTo>
                    <a:pt x="684352" y="3090786"/>
                  </a:lnTo>
                  <a:lnTo>
                    <a:pt x="891362" y="3090786"/>
                  </a:lnTo>
                  <a:lnTo>
                    <a:pt x="891362" y="2695117"/>
                  </a:lnTo>
                  <a:close/>
                </a:path>
                <a:path w="1233805" h="3619500">
                  <a:moveTo>
                    <a:pt x="891362" y="2156091"/>
                  </a:moveTo>
                  <a:lnTo>
                    <a:pt x="684352" y="2156091"/>
                  </a:lnTo>
                  <a:lnTo>
                    <a:pt x="684352" y="2551760"/>
                  </a:lnTo>
                  <a:lnTo>
                    <a:pt x="891362" y="2551760"/>
                  </a:lnTo>
                  <a:lnTo>
                    <a:pt x="891362" y="2156091"/>
                  </a:lnTo>
                  <a:close/>
                </a:path>
                <a:path w="1233805" h="3619500">
                  <a:moveTo>
                    <a:pt x="891362" y="1617065"/>
                  </a:moveTo>
                  <a:lnTo>
                    <a:pt x="684352" y="1617065"/>
                  </a:lnTo>
                  <a:lnTo>
                    <a:pt x="684352" y="2012734"/>
                  </a:lnTo>
                  <a:lnTo>
                    <a:pt x="891362" y="2012734"/>
                  </a:lnTo>
                  <a:lnTo>
                    <a:pt x="891362" y="1617065"/>
                  </a:lnTo>
                  <a:close/>
                </a:path>
                <a:path w="1233805" h="3619500">
                  <a:moveTo>
                    <a:pt x="891362" y="1078052"/>
                  </a:moveTo>
                  <a:lnTo>
                    <a:pt x="684352" y="1078052"/>
                  </a:lnTo>
                  <a:lnTo>
                    <a:pt x="684352" y="1473708"/>
                  </a:lnTo>
                  <a:lnTo>
                    <a:pt x="891362" y="1473708"/>
                  </a:lnTo>
                  <a:lnTo>
                    <a:pt x="891362" y="1078052"/>
                  </a:lnTo>
                  <a:close/>
                </a:path>
                <a:path w="1233805" h="3619500">
                  <a:moveTo>
                    <a:pt x="891362" y="539013"/>
                  </a:moveTo>
                  <a:lnTo>
                    <a:pt x="684352" y="539013"/>
                  </a:lnTo>
                  <a:lnTo>
                    <a:pt x="684352" y="934681"/>
                  </a:lnTo>
                  <a:lnTo>
                    <a:pt x="891362" y="934681"/>
                  </a:lnTo>
                  <a:lnTo>
                    <a:pt x="891362" y="539013"/>
                  </a:lnTo>
                  <a:close/>
                </a:path>
                <a:path w="1233805" h="3619500">
                  <a:moveTo>
                    <a:pt x="891362" y="0"/>
                  </a:moveTo>
                  <a:lnTo>
                    <a:pt x="684352" y="0"/>
                  </a:lnTo>
                  <a:lnTo>
                    <a:pt x="684352" y="395655"/>
                  </a:lnTo>
                  <a:lnTo>
                    <a:pt x="891362" y="395655"/>
                  </a:lnTo>
                  <a:lnTo>
                    <a:pt x="891362" y="0"/>
                  </a:lnTo>
                  <a:close/>
                </a:path>
                <a:path w="1233805" h="3619500">
                  <a:moveTo>
                    <a:pt x="1233538" y="2695117"/>
                  </a:moveTo>
                  <a:lnTo>
                    <a:pt x="1026515" y="2695117"/>
                  </a:lnTo>
                  <a:lnTo>
                    <a:pt x="1026515" y="3090786"/>
                  </a:lnTo>
                  <a:lnTo>
                    <a:pt x="1233538" y="3090786"/>
                  </a:lnTo>
                  <a:lnTo>
                    <a:pt x="1233538" y="2695117"/>
                  </a:lnTo>
                  <a:close/>
                </a:path>
                <a:path w="1233805" h="3619500">
                  <a:moveTo>
                    <a:pt x="1233538" y="2156091"/>
                  </a:moveTo>
                  <a:lnTo>
                    <a:pt x="1026515" y="2156091"/>
                  </a:lnTo>
                  <a:lnTo>
                    <a:pt x="1026515" y="2551760"/>
                  </a:lnTo>
                  <a:lnTo>
                    <a:pt x="1233538" y="2551760"/>
                  </a:lnTo>
                  <a:lnTo>
                    <a:pt x="1233538" y="2156091"/>
                  </a:lnTo>
                  <a:close/>
                </a:path>
                <a:path w="1233805" h="3619500">
                  <a:moveTo>
                    <a:pt x="1233538" y="1617065"/>
                  </a:moveTo>
                  <a:lnTo>
                    <a:pt x="1026515" y="1617065"/>
                  </a:lnTo>
                  <a:lnTo>
                    <a:pt x="1026515" y="2012734"/>
                  </a:lnTo>
                  <a:lnTo>
                    <a:pt x="1233538" y="2012734"/>
                  </a:lnTo>
                  <a:lnTo>
                    <a:pt x="1233538" y="1617065"/>
                  </a:lnTo>
                  <a:close/>
                </a:path>
                <a:path w="1233805" h="3619500">
                  <a:moveTo>
                    <a:pt x="1233538" y="1078052"/>
                  </a:moveTo>
                  <a:lnTo>
                    <a:pt x="1026515" y="1078052"/>
                  </a:lnTo>
                  <a:lnTo>
                    <a:pt x="1026515" y="1473708"/>
                  </a:lnTo>
                  <a:lnTo>
                    <a:pt x="1233538" y="1473708"/>
                  </a:lnTo>
                  <a:lnTo>
                    <a:pt x="1233538" y="1078052"/>
                  </a:lnTo>
                  <a:close/>
                </a:path>
                <a:path w="1233805" h="3619500">
                  <a:moveTo>
                    <a:pt x="1233538" y="539013"/>
                  </a:moveTo>
                  <a:lnTo>
                    <a:pt x="1026515" y="539013"/>
                  </a:lnTo>
                  <a:lnTo>
                    <a:pt x="1026515" y="934681"/>
                  </a:lnTo>
                  <a:lnTo>
                    <a:pt x="1233538" y="934681"/>
                  </a:lnTo>
                  <a:lnTo>
                    <a:pt x="1233538" y="539013"/>
                  </a:lnTo>
                  <a:close/>
                </a:path>
                <a:path w="1233805" h="3619500">
                  <a:moveTo>
                    <a:pt x="1233538" y="0"/>
                  </a:moveTo>
                  <a:lnTo>
                    <a:pt x="1026515" y="0"/>
                  </a:lnTo>
                  <a:lnTo>
                    <a:pt x="1026515" y="395655"/>
                  </a:lnTo>
                  <a:lnTo>
                    <a:pt x="1233538" y="395655"/>
                  </a:lnTo>
                  <a:lnTo>
                    <a:pt x="1233538" y="0"/>
                  </a:lnTo>
                  <a:close/>
                </a:path>
              </a:pathLst>
            </a:custGeom>
            <a:solidFill>
              <a:srgbClr val="000000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0" name="object 250" descr=""/>
          <p:cNvGrpSpPr/>
          <p:nvPr/>
        </p:nvGrpSpPr>
        <p:grpSpPr>
          <a:xfrm>
            <a:off x="15409174" y="6561832"/>
            <a:ext cx="2359660" cy="2461260"/>
            <a:chOff x="15409174" y="6561832"/>
            <a:chExt cx="2359660" cy="2461260"/>
          </a:xfrm>
        </p:grpSpPr>
        <p:sp>
          <p:nvSpPr>
            <p:cNvPr id="251" name="object 251" descr=""/>
            <p:cNvSpPr/>
            <p:nvPr/>
          </p:nvSpPr>
          <p:spPr>
            <a:xfrm>
              <a:off x="16979984" y="6877560"/>
              <a:ext cx="744220" cy="2145665"/>
            </a:xfrm>
            <a:custGeom>
              <a:avLst/>
              <a:gdLst/>
              <a:ahLst/>
              <a:cxnLst/>
              <a:rect l="l" t="t" r="r" b="b"/>
              <a:pathLst>
                <a:path w="744219" h="2145665">
                  <a:moveTo>
                    <a:pt x="744050" y="0"/>
                  </a:moveTo>
                  <a:lnTo>
                    <a:pt x="0" y="0"/>
                  </a:lnTo>
                  <a:lnTo>
                    <a:pt x="0" y="2145055"/>
                  </a:lnTo>
                  <a:lnTo>
                    <a:pt x="744050" y="2145055"/>
                  </a:lnTo>
                  <a:lnTo>
                    <a:pt x="744050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 descr=""/>
            <p:cNvSpPr/>
            <p:nvPr/>
          </p:nvSpPr>
          <p:spPr>
            <a:xfrm>
              <a:off x="16979984" y="6877560"/>
              <a:ext cx="744220" cy="2145665"/>
            </a:xfrm>
            <a:custGeom>
              <a:avLst/>
              <a:gdLst/>
              <a:ahLst/>
              <a:cxnLst/>
              <a:rect l="l" t="t" r="r" b="b"/>
              <a:pathLst>
                <a:path w="744219" h="2145665">
                  <a:moveTo>
                    <a:pt x="744050" y="0"/>
                  </a:moveTo>
                  <a:lnTo>
                    <a:pt x="0" y="0"/>
                  </a:lnTo>
                  <a:lnTo>
                    <a:pt x="0" y="2145055"/>
                  </a:lnTo>
                  <a:lnTo>
                    <a:pt x="744050" y="2145055"/>
                  </a:lnTo>
                  <a:lnTo>
                    <a:pt x="744050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 descr=""/>
            <p:cNvSpPr/>
            <p:nvPr/>
          </p:nvSpPr>
          <p:spPr>
            <a:xfrm>
              <a:off x="16979976" y="6561842"/>
              <a:ext cx="788670" cy="316230"/>
            </a:xfrm>
            <a:custGeom>
              <a:avLst/>
              <a:gdLst/>
              <a:ahLst/>
              <a:cxnLst/>
              <a:rect l="l" t="t" r="r" b="b"/>
              <a:pathLst>
                <a:path w="788669" h="316229">
                  <a:moveTo>
                    <a:pt x="668566" y="0"/>
                  </a:moveTo>
                  <a:lnTo>
                    <a:pt x="0" y="0"/>
                  </a:lnTo>
                  <a:lnTo>
                    <a:pt x="0" y="192443"/>
                  </a:lnTo>
                  <a:lnTo>
                    <a:pt x="668566" y="192443"/>
                  </a:lnTo>
                  <a:lnTo>
                    <a:pt x="668566" y="0"/>
                  </a:lnTo>
                  <a:close/>
                </a:path>
                <a:path w="788669" h="316229">
                  <a:moveTo>
                    <a:pt x="788530" y="192455"/>
                  </a:moveTo>
                  <a:lnTo>
                    <a:pt x="0" y="192455"/>
                  </a:lnTo>
                  <a:lnTo>
                    <a:pt x="0" y="315722"/>
                  </a:lnTo>
                  <a:lnTo>
                    <a:pt x="788530" y="315722"/>
                  </a:lnTo>
                  <a:lnTo>
                    <a:pt x="788530" y="192455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 descr=""/>
            <p:cNvSpPr/>
            <p:nvPr/>
          </p:nvSpPr>
          <p:spPr>
            <a:xfrm>
              <a:off x="16979984" y="6561832"/>
              <a:ext cx="668655" cy="193040"/>
            </a:xfrm>
            <a:custGeom>
              <a:avLst/>
              <a:gdLst/>
              <a:ahLst/>
              <a:cxnLst/>
              <a:rect l="l" t="t" r="r" b="b"/>
              <a:pathLst>
                <a:path w="668655" h="193040">
                  <a:moveTo>
                    <a:pt x="668566" y="0"/>
                  </a:moveTo>
                  <a:lnTo>
                    <a:pt x="0" y="0"/>
                  </a:lnTo>
                  <a:lnTo>
                    <a:pt x="0" y="192444"/>
                  </a:lnTo>
                  <a:lnTo>
                    <a:pt x="668566" y="192444"/>
                  </a:lnTo>
                  <a:lnTo>
                    <a:pt x="668566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 descr=""/>
            <p:cNvSpPr/>
            <p:nvPr/>
          </p:nvSpPr>
          <p:spPr>
            <a:xfrm>
              <a:off x="17051312" y="7020147"/>
              <a:ext cx="601980" cy="1473835"/>
            </a:xfrm>
            <a:custGeom>
              <a:avLst/>
              <a:gdLst/>
              <a:ahLst/>
              <a:cxnLst/>
              <a:rect l="l" t="t" r="r" b="b"/>
              <a:pathLst>
                <a:path w="601980" h="1473834">
                  <a:moveTo>
                    <a:pt x="100926" y="1078052"/>
                  </a:moveTo>
                  <a:lnTo>
                    <a:pt x="0" y="1078052"/>
                  </a:lnTo>
                  <a:lnTo>
                    <a:pt x="0" y="1473720"/>
                  </a:lnTo>
                  <a:lnTo>
                    <a:pt x="100926" y="1473720"/>
                  </a:lnTo>
                  <a:lnTo>
                    <a:pt x="100926" y="1078052"/>
                  </a:lnTo>
                  <a:close/>
                </a:path>
                <a:path w="601980" h="1473834">
                  <a:moveTo>
                    <a:pt x="100926" y="539026"/>
                  </a:moveTo>
                  <a:lnTo>
                    <a:pt x="0" y="539026"/>
                  </a:lnTo>
                  <a:lnTo>
                    <a:pt x="0" y="934681"/>
                  </a:lnTo>
                  <a:lnTo>
                    <a:pt x="100926" y="934681"/>
                  </a:lnTo>
                  <a:lnTo>
                    <a:pt x="100926" y="539026"/>
                  </a:lnTo>
                  <a:close/>
                </a:path>
                <a:path w="601980" h="1473834">
                  <a:moveTo>
                    <a:pt x="100926" y="0"/>
                  </a:moveTo>
                  <a:lnTo>
                    <a:pt x="0" y="0"/>
                  </a:lnTo>
                  <a:lnTo>
                    <a:pt x="0" y="395668"/>
                  </a:lnTo>
                  <a:lnTo>
                    <a:pt x="100926" y="395668"/>
                  </a:lnTo>
                  <a:lnTo>
                    <a:pt x="100926" y="0"/>
                  </a:lnTo>
                  <a:close/>
                </a:path>
                <a:path w="601980" h="1473834">
                  <a:moveTo>
                    <a:pt x="267741" y="1078052"/>
                  </a:moveTo>
                  <a:lnTo>
                    <a:pt x="166801" y="1078052"/>
                  </a:lnTo>
                  <a:lnTo>
                    <a:pt x="166801" y="1473720"/>
                  </a:lnTo>
                  <a:lnTo>
                    <a:pt x="267741" y="1473720"/>
                  </a:lnTo>
                  <a:lnTo>
                    <a:pt x="267741" y="1078052"/>
                  </a:lnTo>
                  <a:close/>
                </a:path>
                <a:path w="601980" h="1473834">
                  <a:moveTo>
                    <a:pt x="267741" y="539026"/>
                  </a:moveTo>
                  <a:lnTo>
                    <a:pt x="166801" y="539026"/>
                  </a:lnTo>
                  <a:lnTo>
                    <a:pt x="166801" y="934681"/>
                  </a:lnTo>
                  <a:lnTo>
                    <a:pt x="267741" y="934681"/>
                  </a:lnTo>
                  <a:lnTo>
                    <a:pt x="267741" y="539026"/>
                  </a:lnTo>
                  <a:close/>
                </a:path>
                <a:path w="601980" h="1473834">
                  <a:moveTo>
                    <a:pt x="267741" y="0"/>
                  </a:moveTo>
                  <a:lnTo>
                    <a:pt x="166801" y="0"/>
                  </a:lnTo>
                  <a:lnTo>
                    <a:pt x="166801" y="395668"/>
                  </a:lnTo>
                  <a:lnTo>
                    <a:pt x="267741" y="395668"/>
                  </a:lnTo>
                  <a:lnTo>
                    <a:pt x="267741" y="0"/>
                  </a:lnTo>
                  <a:close/>
                </a:path>
                <a:path w="601980" h="1473834">
                  <a:moveTo>
                    <a:pt x="434568" y="1078052"/>
                  </a:moveTo>
                  <a:lnTo>
                    <a:pt x="333629" y="1078052"/>
                  </a:lnTo>
                  <a:lnTo>
                    <a:pt x="333629" y="1473720"/>
                  </a:lnTo>
                  <a:lnTo>
                    <a:pt x="434568" y="1473720"/>
                  </a:lnTo>
                  <a:lnTo>
                    <a:pt x="434568" y="1078052"/>
                  </a:lnTo>
                  <a:close/>
                </a:path>
                <a:path w="601980" h="1473834">
                  <a:moveTo>
                    <a:pt x="434568" y="539026"/>
                  </a:moveTo>
                  <a:lnTo>
                    <a:pt x="333629" y="539026"/>
                  </a:lnTo>
                  <a:lnTo>
                    <a:pt x="333629" y="934681"/>
                  </a:lnTo>
                  <a:lnTo>
                    <a:pt x="434568" y="934681"/>
                  </a:lnTo>
                  <a:lnTo>
                    <a:pt x="434568" y="539026"/>
                  </a:lnTo>
                  <a:close/>
                </a:path>
                <a:path w="601980" h="1473834">
                  <a:moveTo>
                    <a:pt x="434568" y="0"/>
                  </a:moveTo>
                  <a:lnTo>
                    <a:pt x="333629" y="0"/>
                  </a:lnTo>
                  <a:lnTo>
                    <a:pt x="333629" y="395668"/>
                  </a:lnTo>
                  <a:lnTo>
                    <a:pt x="434568" y="395668"/>
                  </a:lnTo>
                  <a:lnTo>
                    <a:pt x="434568" y="0"/>
                  </a:lnTo>
                  <a:close/>
                </a:path>
                <a:path w="601980" h="1473834">
                  <a:moveTo>
                    <a:pt x="601395" y="1078052"/>
                  </a:moveTo>
                  <a:lnTo>
                    <a:pt x="500456" y="1078052"/>
                  </a:lnTo>
                  <a:lnTo>
                    <a:pt x="500456" y="1473720"/>
                  </a:lnTo>
                  <a:lnTo>
                    <a:pt x="601395" y="1473720"/>
                  </a:lnTo>
                  <a:lnTo>
                    <a:pt x="601395" y="1078052"/>
                  </a:lnTo>
                  <a:close/>
                </a:path>
                <a:path w="601980" h="1473834">
                  <a:moveTo>
                    <a:pt x="601395" y="539026"/>
                  </a:moveTo>
                  <a:lnTo>
                    <a:pt x="500456" y="539026"/>
                  </a:lnTo>
                  <a:lnTo>
                    <a:pt x="500456" y="934681"/>
                  </a:lnTo>
                  <a:lnTo>
                    <a:pt x="601395" y="934681"/>
                  </a:lnTo>
                  <a:lnTo>
                    <a:pt x="601395" y="539026"/>
                  </a:lnTo>
                  <a:close/>
                </a:path>
                <a:path w="601980" h="1473834">
                  <a:moveTo>
                    <a:pt x="601395" y="0"/>
                  </a:moveTo>
                  <a:lnTo>
                    <a:pt x="500456" y="0"/>
                  </a:lnTo>
                  <a:lnTo>
                    <a:pt x="500456" y="395668"/>
                  </a:lnTo>
                  <a:lnTo>
                    <a:pt x="601395" y="395668"/>
                  </a:lnTo>
                  <a:lnTo>
                    <a:pt x="601395" y="0"/>
                  </a:lnTo>
                  <a:close/>
                </a:path>
              </a:pathLst>
            </a:custGeom>
            <a:solidFill>
              <a:srgbClr val="000000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 descr=""/>
            <p:cNvSpPr/>
            <p:nvPr/>
          </p:nvSpPr>
          <p:spPr>
            <a:xfrm>
              <a:off x="15409164" y="6561842"/>
              <a:ext cx="1570990" cy="2461260"/>
            </a:xfrm>
            <a:custGeom>
              <a:avLst/>
              <a:gdLst/>
              <a:ahLst/>
              <a:cxnLst/>
              <a:rect l="l" t="t" r="r" b="b"/>
              <a:pathLst>
                <a:path w="1570990" h="2461259">
                  <a:moveTo>
                    <a:pt x="1570812" y="192455"/>
                  </a:moveTo>
                  <a:lnTo>
                    <a:pt x="0" y="192455"/>
                  </a:lnTo>
                  <a:lnTo>
                    <a:pt x="0" y="315722"/>
                  </a:lnTo>
                  <a:lnTo>
                    <a:pt x="45656" y="315722"/>
                  </a:lnTo>
                  <a:lnTo>
                    <a:pt x="45656" y="2460777"/>
                  </a:lnTo>
                  <a:lnTo>
                    <a:pt x="1570812" y="2460777"/>
                  </a:lnTo>
                  <a:lnTo>
                    <a:pt x="1570812" y="315722"/>
                  </a:lnTo>
                  <a:lnTo>
                    <a:pt x="1570812" y="192455"/>
                  </a:lnTo>
                  <a:close/>
                </a:path>
                <a:path w="1570990" h="2461259">
                  <a:moveTo>
                    <a:pt x="1570812" y="0"/>
                  </a:moveTo>
                  <a:lnTo>
                    <a:pt x="118719" y="0"/>
                  </a:lnTo>
                  <a:lnTo>
                    <a:pt x="118719" y="192443"/>
                  </a:lnTo>
                  <a:lnTo>
                    <a:pt x="1570812" y="192443"/>
                  </a:lnTo>
                  <a:lnTo>
                    <a:pt x="1570812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 descr=""/>
            <p:cNvSpPr/>
            <p:nvPr/>
          </p:nvSpPr>
          <p:spPr>
            <a:xfrm>
              <a:off x="15409174" y="6754286"/>
              <a:ext cx="1570990" cy="123825"/>
            </a:xfrm>
            <a:custGeom>
              <a:avLst/>
              <a:gdLst/>
              <a:ahLst/>
              <a:cxnLst/>
              <a:rect l="l" t="t" r="r" b="b"/>
              <a:pathLst>
                <a:path w="1570990" h="123825">
                  <a:moveTo>
                    <a:pt x="1570810" y="0"/>
                  </a:moveTo>
                  <a:lnTo>
                    <a:pt x="0" y="0"/>
                  </a:lnTo>
                  <a:lnTo>
                    <a:pt x="0" y="123273"/>
                  </a:lnTo>
                  <a:lnTo>
                    <a:pt x="1570810" y="123273"/>
                  </a:lnTo>
                  <a:lnTo>
                    <a:pt x="1570810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 descr=""/>
            <p:cNvSpPr/>
            <p:nvPr/>
          </p:nvSpPr>
          <p:spPr>
            <a:xfrm>
              <a:off x="15600642" y="7020147"/>
              <a:ext cx="1233805" cy="1473835"/>
            </a:xfrm>
            <a:custGeom>
              <a:avLst/>
              <a:gdLst/>
              <a:ahLst/>
              <a:cxnLst/>
              <a:rect l="l" t="t" r="r" b="b"/>
              <a:pathLst>
                <a:path w="1233805" h="1473834">
                  <a:moveTo>
                    <a:pt x="207022" y="1078052"/>
                  </a:moveTo>
                  <a:lnTo>
                    <a:pt x="0" y="1078052"/>
                  </a:lnTo>
                  <a:lnTo>
                    <a:pt x="0" y="1473720"/>
                  </a:lnTo>
                  <a:lnTo>
                    <a:pt x="207022" y="1473720"/>
                  </a:lnTo>
                  <a:lnTo>
                    <a:pt x="207022" y="1078052"/>
                  </a:lnTo>
                  <a:close/>
                </a:path>
                <a:path w="1233805" h="1473834">
                  <a:moveTo>
                    <a:pt x="207022" y="539026"/>
                  </a:moveTo>
                  <a:lnTo>
                    <a:pt x="0" y="539026"/>
                  </a:lnTo>
                  <a:lnTo>
                    <a:pt x="0" y="934681"/>
                  </a:lnTo>
                  <a:lnTo>
                    <a:pt x="207022" y="934681"/>
                  </a:lnTo>
                  <a:lnTo>
                    <a:pt x="207022" y="539026"/>
                  </a:lnTo>
                  <a:close/>
                </a:path>
                <a:path w="1233805" h="1473834">
                  <a:moveTo>
                    <a:pt x="207022" y="0"/>
                  </a:moveTo>
                  <a:lnTo>
                    <a:pt x="0" y="0"/>
                  </a:lnTo>
                  <a:lnTo>
                    <a:pt x="0" y="395668"/>
                  </a:lnTo>
                  <a:lnTo>
                    <a:pt x="207022" y="395668"/>
                  </a:lnTo>
                  <a:lnTo>
                    <a:pt x="207022" y="0"/>
                  </a:lnTo>
                  <a:close/>
                </a:path>
                <a:path w="1233805" h="1473834">
                  <a:moveTo>
                    <a:pt x="549186" y="1078052"/>
                  </a:moveTo>
                  <a:lnTo>
                    <a:pt x="342163" y="1078052"/>
                  </a:lnTo>
                  <a:lnTo>
                    <a:pt x="342163" y="1473720"/>
                  </a:lnTo>
                  <a:lnTo>
                    <a:pt x="549186" y="1473720"/>
                  </a:lnTo>
                  <a:lnTo>
                    <a:pt x="549186" y="1078052"/>
                  </a:lnTo>
                  <a:close/>
                </a:path>
                <a:path w="1233805" h="1473834">
                  <a:moveTo>
                    <a:pt x="549186" y="539026"/>
                  </a:moveTo>
                  <a:lnTo>
                    <a:pt x="342163" y="539026"/>
                  </a:lnTo>
                  <a:lnTo>
                    <a:pt x="342163" y="934681"/>
                  </a:lnTo>
                  <a:lnTo>
                    <a:pt x="549186" y="934681"/>
                  </a:lnTo>
                  <a:lnTo>
                    <a:pt x="549186" y="539026"/>
                  </a:lnTo>
                  <a:close/>
                </a:path>
                <a:path w="1233805" h="1473834">
                  <a:moveTo>
                    <a:pt x="549186" y="0"/>
                  </a:moveTo>
                  <a:lnTo>
                    <a:pt x="342163" y="0"/>
                  </a:lnTo>
                  <a:lnTo>
                    <a:pt x="342163" y="395668"/>
                  </a:lnTo>
                  <a:lnTo>
                    <a:pt x="549186" y="395668"/>
                  </a:lnTo>
                  <a:lnTo>
                    <a:pt x="549186" y="0"/>
                  </a:lnTo>
                  <a:close/>
                </a:path>
                <a:path w="1233805" h="1473834">
                  <a:moveTo>
                    <a:pt x="891349" y="1078052"/>
                  </a:moveTo>
                  <a:lnTo>
                    <a:pt x="684326" y="1078052"/>
                  </a:lnTo>
                  <a:lnTo>
                    <a:pt x="684326" y="1473720"/>
                  </a:lnTo>
                  <a:lnTo>
                    <a:pt x="891349" y="1473720"/>
                  </a:lnTo>
                  <a:lnTo>
                    <a:pt x="891349" y="1078052"/>
                  </a:lnTo>
                  <a:close/>
                </a:path>
                <a:path w="1233805" h="1473834">
                  <a:moveTo>
                    <a:pt x="891349" y="539026"/>
                  </a:moveTo>
                  <a:lnTo>
                    <a:pt x="684326" y="539026"/>
                  </a:lnTo>
                  <a:lnTo>
                    <a:pt x="684326" y="934681"/>
                  </a:lnTo>
                  <a:lnTo>
                    <a:pt x="891349" y="934681"/>
                  </a:lnTo>
                  <a:lnTo>
                    <a:pt x="891349" y="539026"/>
                  </a:lnTo>
                  <a:close/>
                </a:path>
                <a:path w="1233805" h="1473834">
                  <a:moveTo>
                    <a:pt x="891349" y="0"/>
                  </a:moveTo>
                  <a:lnTo>
                    <a:pt x="684326" y="0"/>
                  </a:lnTo>
                  <a:lnTo>
                    <a:pt x="684326" y="395668"/>
                  </a:lnTo>
                  <a:lnTo>
                    <a:pt x="891349" y="395668"/>
                  </a:lnTo>
                  <a:lnTo>
                    <a:pt x="891349" y="0"/>
                  </a:lnTo>
                  <a:close/>
                </a:path>
                <a:path w="1233805" h="1473834">
                  <a:moveTo>
                    <a:pt x="1233525" y="1078052"/>
                  </a:moveTo>
                  <a:lnTo>
                    <a:pt x="1026502" y="1078052"/>
                  </a:lnTo>
                  <a:lnTo>
                    <a:pt x="1026502" y="1473720"/>
                  </a:lnTo>
                  <a:lnTo>
                    <a:pt x="1233525" y="1473720"/>
                  </a:lnTo>
                  <a:lnTo>
                    <a:pt x="1233525" y="1078052"/>
                  </a:lnTo>
                  <a:close/>
                </a:path>
                <a:path w="1233805" h="1473834">
                  <a:moveTo>
                    <a:pt x="1233525" y="539026"/>
                  </a:moveTo>
                  <a:lnTo>
                    <a:pt x="1026502" y="539026"/>
                  </a:lnTo>
                  <a:lnTo>
                    <a:pt x="1026502" y="934681"/>
                  </a:lnTo>
                  <a:lnTo>
                    <a:pt x="1233525" y="934681"/>
                  </a:lnTo>
                  <a:lnTo>
                    <a:pt x="1233525" y="539026"/>
                  </a:lnTo>
                  <a:close/>
                </a:path>
                <a:path w="1233805" h="1473834">
                  <a:moveTo>
                    <a:pt x="1233525" y="0"/>
                  </a:moveTo>
                  <a:lnTo>
                    <a:pt x="1026502" y="0"/>
                  </a:lnTo>
                  <a:lnTo>
                    <a:pt x="1026502" y="395668"/>
                  </a:lnTo>
                  <a:lnTo>
                    <a:pt x="1233525" y="395668"/>
                  </a:lnTo>
                  <a:lnTo>
                    <a:pt x="1233525" y="0"/>
                  </a:lnTo>
                  <a:close/>
                </a:path>
              </a:pathLst>
            </a:custGeom>
            <a:solidFill>
              <a:srgbClr val="000000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59" name="object 259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6159737" y="3824732"/>
            <a:ext cx="224621" cy="98866"/>
          </a:xfrm>
          <a:prstGeom prst="rect">
            <a:avLst/>
          </a:prstGeom>
        </p:spPr>
      </p:pic>
      <p:sp>
        <p:nvSpPr>
          <p:cNvPr id="260" name="object 260" descr=""/>
          <p:cNvSpPr/>
          <p:nvPr/>
        </p:nvSpPr>
        <p:spPr>
          <a:xfrm>
            <a:off x="15908193" y="4127422"/>
            <a:ext cx="353060" cy="100965"/>
          </a:xfrm>
          <a:custGeom>
            <a:avLst/>
            <a:gdLst/>
            <a:ahLst/>
            <a:cxnLst/>
            <a:rect l="l" t="t" r="r" b="b"/>
            <a:pathLst>
              <a:path w="353059" h="100964">
                <a:moveTo>
                  <a:pt x="90677" y="23077"/>
                </a:moveTo>
                <a:lnTo>
                  <a:pt x="87704" y="23507"/>
                </a:lnTo>
                <a:lnTo>
                  <a:pt x="85044" y="23685"/>
                </a:lnTo>
                <a:lnTo>
                  <a:pt x="82290" y="24009"/>
                </a:lnTo>
                <a:lnTo>
                  <a:pt x="79358" y="25025"/>
                </a:lnTo>
                <a:lnTo>
                  <a:pt x="76625" y="25800"/>
                </a:lnTo>
                <a:lnTo>
                  <a:pt x="69660" y="29108"/>
                </a:lnTo>
                <a:lnTo>
                  <a:pt x="37242" y="55383"/>
                </a:lnTo>
                <a:lnTo>
                  <a:pt x="7594" y="90025"/>
                </a:lnTo>
                <a:lnTo>
                  <a:pt x="0" y="100792"/>
                </a:lnTo>
                <a:lnTo>
                  <a:pt x="20326" y="84273"/>
                </a:lnTo>
                <a:lnTo>
                  <a:pt x="30500" y="76183"/>
                </a:lnTo>
                <a:lnTo>
                  <a:pt x="61631" y="53736"/>
                </a:lnTo>
                <a:lnTo>
                  <a:pt x="87683" y="41914"/>
                </a:lnTo>
                <a:lnTo>
                  <a:pt x="158694" y="41914"/>
                </a:lnTo>
                <a:lnTo>
                  <a:pt x="146672" y="37001"/>
                </a:lnTo>
                <a:lnTo>
                  <a:pt x="107577" y="25151"/>
                </a:lnTo>
                <a:lnTo>
                  <a:pt x="93086" y="23329"/>
                </a:lnTo>
                <a:lnTo>
                  <a:pt x="90677" y="23077"/>
                </a:lnTo>
                <a:close/>
              </a:path>
              <a:path w="353059" h="100964">
                <a:moveTo>
                  <a:pt x="158694" y="41914"/>
                </a:moveTo>
                <a:lnTo>
                  <a:pt x="87683" y="41914"/>
                </a:lnTo>
                <a:lnTo>
                  <a:pt x="95305" y="43380"/>
                </a:lnTo>
                <a:lnTo>
                  <a:pt x="103023" y="45286"/>
                </a:lnTo>
                <a:lnTo>
                  <a:pt x="149691" y="63234"/>
                </a:lnTo>
                <a:lnTo>
                  <a:pt x="180088" y="77892"/>
                </a:lnTo>
                <a:lnTo>
                  <a:pt x="185952" y="72259"/>
                </a:lnTo>
                <a:lnTo>
                  <a:pt x="194981" y="63753"/>
                </a:lnTo>
                <a:lnTo>
                  <a:pt x="204304" y="55307"/>
                </a:lnTo>
                <a:lnTo>
                  <a:pt x="169900" y="55307"/>
                </a:lnTo>
                <a:lnTo>
                  <a:pt x="175966" y="49849"/>
                </a:lnTo>
                <a:lnTo>
                  <a:pt x="171191" y="47520"/>
                </a:lnTo>
                <a:lnTo>
                  <a:pt x="158694" y="41914"/>
                </a:lnTo>
                <a:close/>
              </a:path>
              <a:path w="353059" h="100964">
                <a:moveTo>
                  <a:pt x="175966" y="49849"/>
                </a:moveTo>
                <a:lnTo>
                  <a:pt x="169900" y="55307"/>
                </a:lnTo>
                <a:lnTo>
                  <a:pt x="183271" y="53411"/>
                </a:lnTo>
                <a:lnTo>
                  <a:pt x="175966" y="49849"/>
                </a:lnTo>
                <a:close/>
              </a:path>
              <a:path w="353059" h="100964">
                <a:moveTo>
                  <a:pt x="252840" y="0"/>
                </a:moveTo>
                <a:lnTo>
                  <a:pt x="246369" y="753"/>
                </a:lnTo>
                <a:lnTo>
                  <a:pt x="244851" y="858"/>
                </a:lnTo>
                <a:lnTo>
                  <a:pt x="242893" y="1465"/>
                </a:lnTo>
                <a:lnTo>
                  <a:pt x="241113" y="2062"/>
                </a:lnTo>
                <a:lnTo>
                  <a:pt x="239678" y="2638"/>
                </a:lnTo>
                <a:lnTo>
                  <a:pt x="238778" y="3130"/>
                </a:lnTo>
                <a:lnTo>
                  <a:pt x="235249" y="4722"/>
                </a:lnTo>
                <a:lnTo>
                  <a:pt x="233375" y="5905"/>
                </a:lnTo>
                <a:lnTo>
                  <a:pt x="231301" y="7036"/>
                </a:lnTo>
                <a:lnTo>
                  <a:pt x="225499" y="10595"/>
                </a:lnTo>
                <a:lnTo>
                  <a:pt x="189204" y="38184"/>
                </a:lnTo>
                <a:lnTo>
                  <a:pt x="175966" y="49849"/>
                </a:lnTo>
                <a:lnTo>
                  <a:pt x="183271" y="53411"/>
                </a:lnTo>
                <a:lnTo>
                  <a:pt x="169900" y="55307"/>
                </a:lnTo>
                <a:lnTo>
                  <a:pt x="204304" y="55307"/>
                </a:lnTo>
                <a:lnTo>
                  <a:pt x="213577" y="47165"/>
                </a:lnTo>
                <a:lnTo>
                  <a:pt x="229218" y="33820"/>
                </a:lnTo>
                <a:lnTo>
                  <a:pt x="235626" y="28637"/>
                </a:lnTo>
                <a:lnTo>
                  <a:pt x="242080" y="24292"/>
                </a:lnTo>
                <a:lnTo>
                  <a:pt x="243609" y="23329"/>
                </a:lnTo>
                <a:lnTo>
                  <a:pt x="245228" y="22156"/>
                </a:lnTo>
                <a:lnTo>
                  <a:pt x="246715" y="21402"/>
                </a:lnTo>
                <a:lnTo>
                  <a:pt x="248872" y="20198"/>
                </a:lnTo>
                <a:lnTo>
                  <a:pt x="249091" y="20166"/>
                </a:lnTo>
                <a:lnTo>
                  <a:pt x="249102" y="19926"/>
                </a:lnTo>
                <a:lnTo>
                  <a:pt x="249744" y="19842"/>
                </a:lnTo>
                <a:lnTo>
                  <a:pt x="251604" y="19276"/>
                </a:lnTo>
                <a:lnTo>
                  <a:pt x="302362" y="19276"/>
                </a:lnTo>
                <a:lnTo>
                  <a:pt x="299097" y="17455"/>
                </a:lnTo>
                <a:lnTo>
                  <a:pt x="287552" y="11537"/>
                </a:lnTo>
                <a:lnTo>
                  <a:pt x="275405" y="6316"/>
                </a:lnTo>
                <a:lnTo>
                  <a:pt x="262337" y="2125"/>
                </a:lnTo>
                <a:lnTo>
                  <a:pt x="252840" y="0"/>
                </a:lnTo>
                <a:close/>
              </a:path>
              <a:path w="353059" h="100964">
                <a:moveTo>
                  <a:pt x="302362" y="19276"/>
                </a:moveTo>
                <a:lnTo>
                  <a:pt x="251604" y="19276"/>
                </a:lnTo>
                <a:lnTo>
                  <a:pt x="255311" y="19339"/>
                </a:lnTo>
                <a:lnTo>
                  <a:pt x="258942" y="19852"/>
                </a:lnTo>
                <a:lnTo>
                  <a:pt x="305467" y="33915"/>
                </a:lnTo>
                <a:lnTo>
                  <a:pt x="352607" y="52679"/>
                </a:lnTo>
                <a:lnTo>
                  <a:pt x="342453" y="44876"/>
                </a:lnTo>
                <a:lnTo>
                  <a:pt x="332000" y="37501"/>
                </a:lnTo>
                <a:lnTo>
                  <a:pt x="321287" y="30480"/>
                </a:lnTo>
                <a:lnTo>
                  <a:pt x="310263" y="23685"/>
                </a:lnTo>
                <a:lnTo>
                  <a:pt x="302362" y="19276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61" name="object 261" descr=""/>
          <p:cNvGrpSpPr/>
          <p:nvPr/>
        </p:nvGrpSpPr>
        <p:grpSpPr>
          <a:xfrm>
            <a:off x="12607752" y="3254674"/>
            <a:ext cx="514350" cy="193040"/>
            <a:chOff x="12607752" y="3254674"/>
            <a:chExt cx="514350" cy="193040"/>
          </a:xfrm>
        </p:grpSpPr>
        <p:pic>
          <p:nvPicPr>
            <p:cNvPr id="262" name="object 26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607752" y="3374617"/>
              <a:ext cx="234233" cy="72636"/>
            </a:xfrm>
            <a:prstGeom prst="rect">
              <a:avLst/>
            </a:prstGeom>
          </p:spPr>
        </p:pic>
        <p:sp>
          <p:nvSpPr>
            <p:cNvPr id="263" name="object 263" descr=""/>
            <p:cNvSpPr/>
            <p:nvPr/>
          </p:nvSpPr>
          <p:spPr>
            <a:xfrm>
              <a:off x="12770926" y="3254674"/>
              <a:ext cx="351155" cy="107950"/>
            </a:xfrm>
            <a:custGeom>
              <a:avLst/>
              <a:gdLst/>
              <a:ahLst/>
              <a:cxnLst/>
              <a:rect l="l" t="t" r="r" b="b"/>
              <a:pathLst>
                <a:path w="351155" h="107950">
                  <a:moveTo>
                    <a:pt x="297111" y="45621"/>
                  </a:moveTo>
                  <a:lnTo>
                    <a:pt x="261876" y="45621"/>
                  </a:lnTo>
                  <a:lnTo>
                    <a:pt x="262473" y="45726"/>
                  </a:lnTo>
                  <a:lnTo>
                    <a:pt x="264452" y="45747"/>
                  </a:lnTo>
                  <a:lnTo>
                    <a:pt x="267981" y="46899"/>
                  </a:lnTo>
                  <a:lnTo>
                    <a:pt x="301640" y="68081"/>
                  </a:lnTo>
                  <a:lnTo>
                    <a:pt x="350994" y="107619"/>
                  </a:lnTo>
                  <a:lnTo>
                    <a:pt x="343613" y="97155"/>
                  </a:lnTo>
                  <a:lnTo>
                    <a:pt x="319246" y="67432"/>
                  </a:lnTo>
                  <a:lnTo>
                    <a:pt x="300881" y="48842"/>
                  </a:lnTo>
                  <a:lnTo>
                    <a:pt x="297111" y="45621"/>
                  </a:lnTo>
                  <a:close/>
                </a:path>
                <a:path w="351155" h="107950">
                  <a:moveTo>
                    <a:pt x="140774" y="18135"/>
                  </a:moveTo>
                  <a:lnTo>
                    <a:pt x="89096" y="18135"/>
                  </a:lnTo>
                  <a:lnTo>
                    <a:pt x="101201" y="18701"/>
                  </a:lnTo>
                  <a:lnTo>
                    <a:pt x="108049" y="22365"/>
                  </a:lnTo>
                  <a:lnTo>
                    <a:pt x="144492" y="49111"/>
                  </a:lnTo>
                  <a:lnTo>
                    <a:pt x="178769" y="80489"/>
                  </a:lnTo>
                  <a:lnTo>
                    <a:pt x="186036" y="76835"/>
                  </a:lnTo>
                  <a:lnTo>
                    <a:pt x="197189" y="71396"/>
                  </a:lnTo>
                  <a:lnTo>
                    <a:pt x="208494" y="66147"/>
                  </a:lnTo>
                  <a:lnTo>
                    <a:pt x="219869" y="61082"/>
                  </a:lnTo>
                  <a:lnTo>
                    <a:pt x="226919" y="58050"/>
                  </a:lnTo>
                  <a:lnTo>
                    <a:pt x="189072" y="58050"/>
                  </a:lnTo>
                  <a:lnTo>
                    <a:pt x="175743" y="55893"/>
                  </a:lnTo>
                  <a:lnTo>
                    <a:pt x="183157" y="52482"/>
                  </a:lnTo>
                  <a:lnTo>
                    <a:pt x="179290" y="48842"/>
                  </a:lnTo>
                  <a:lnTo>
                    <a:pt x="169295" y="40005"/>
                  </a:lnTo>
                  <a:lnTo>
                    <a:pt x="158999" y="31515"/>
                  </a:lnTo>
                  <a:lnTo>
                    <a:pt x="148309" y="23350"/>
                  </a:lnTo>
                  <a:lnTo>
                    <a:pt x="142717" y="19433"/>
                  </a:lnTo>
                  <a:lnTo>
                    <a:pt x="140774" y="18135"/>
                  </a:lnTo>
                  <a:close/>
                </a:path>
                <a:path w="351155" h="107950">
                  <a:moveTo>
                    <a:pt x="183157" y="52482"/>
                  </a:moveTo>
                  <a:lnTo>
                    <a:pt x="175743" y="55893"/>
                  </a:lnTo>
                  <a:lnTo>
                    <a:pt x="189072" y="58050"/>
                  </a:lnTo>
                  <a:lnTo>
                    <a:pt x="183157" y="52482"/>
                  </a:lnTo>
                  <a:close/>
                </a:path>
                <a:path w="351155" h="107950">
                  <a:moveTo>
                    <a:pt x="263478" y="26145"/>
                  </a:moveTo>
                  <a:lnTo>
                    <a:pt x="261426" y="26145"/>
                  </a:lnTo>
                  <a:lnTo>
                    <a:pt x="259541" y="26187"/>
                  </a:lnTo>
                  <a:lnTo>
                    <a:pt x="258013" y="26302"/>
                  </a:lnTo>
                  <a:lnTo>
                    <a:pt x="257007" y="26512"/>
                  </a:lnTo>
                  <a:lnTo>
                    <a:pt x="253154" y="26983"/>
                  </a:lnTo>
                  <a:lnTo>
                    <a:pt x="251018" y="27559"/>
                  </a:lnTo>
                  <a:lnTo>
                    <a:pt x="248704" y="28020"/>
                  </a:lnTo>
                  <a:lnTo>
                    <a:pt x="242109" y="29696"/>
                  </a:lnTo>
                  <a:lnTo>
                    <a:pt x="199260" y="45273"/>
                  </a:lnTo>
                  <a:lnTo>
                    <a:pt x="183157" y="52482"/>
                  </a:lnTo>
                  <a:lnTo>
                    <a:pt x="189072" y="58050"/>
                  </a:lnTo>
                  <a:lnTo>
                    <a:pt x="226919" y="58050"/>
                  </a:lnTo>
                  <a:lnTo>
                    <a:pt x="238767" y="52993"/>
                  </a:lnTo>
                  <a:lnTo>
                    <a:pt x="246421" y="49935"/>
                  </a:lnTo>
                  <a:lnTo>
                    <a:pt x="253814" y="47715"/>
                  </a:lnTo>
                  <a:lnTo>
                    <a:pt x="255604" y="47244"/>
                  </a:lnTo>
                  <a:lnTo>
                    <a:pt x="257520" y="46595"/>
                  </a:lnTo>
                  <a:lnTo>
                    <a:pt x="259164" y="46323"/>
                  </a:lnTo>
                  <a:lnTo>
                    <a:pt x="261573" y="45810"/>
                  </a:lnTo>
                  <a:lnTo>
                    <a:pt x="261816" y="45810"/>
                  </a:lnTo>
                  <a:lnTo>
                    <a:pt x="261876" y="45621"/>
                  </a:lnTo>
                  <a:lnTo>
                    <a:pt x="297111" y="45621"/>
                  </a:lnTo>
                  <a:lnTo>
                    <a:pt x="291037" y="40430"/>
                  </a:lnTo>
                  <a:lnTo>
                    <a:pt x="279802" y="32553"/>
                  </a:lnTo>
                  <a:lnTo>
                    <a:pt x="271363" y="27695"/>
                  </a:lnTo>
                  <a:lnTo>
                    <a:pt x="264955" y="26501"/>
                  </a:lnTo>
                  <a:lnTo>
                    <a:pt x="263478" y="26145"/>
                  </a:lnTo>
                  <a:close/>
                </a:path>
                <a:path w="351155" h="107950">
                  <a:moveTo>
                    <a:pt x="95431" y="31"/>
                  </a:moveTo>
                  <a:lnTo>
                    <a:pt x="55532" y="13241"/>
                  </a:lnTo>
                  <a:lnTo>
                    <a:pt x="21253" y="33337"/>
                  </a:lnTo>
                  <a:lnTo>
                    <a:pt x="0" y="48899"/>
                  </a:lnTo>
                  <a:lnTo>
                    <a:pt x="24316" y="39153"/>
                  </a:lnTo>
                  <a:lnTo>
                    <a:pt x="36431" y="34448"/>
                  </a:lnTo>
                  <a:lnTo>
                    <a:pt x="72825" y="22250"/>
                  </a:lnTo>
                  <a:lnTo>
                    <a:pt x="89096" y="18135"/>
                  </a:lnTo>
                  <a:lnTo>
                    <a:pt x="140774" y="18135"/>
                  </a:lnTo>
                  <a:lnTo>
                    <a:pt x="137105" y="15684"/>
                  </a:lnTo>
                  <a:lnTo>
                    <a:pt x="111881" y="2554"/>
                  </a:lnTo>
                  <a:lnTo>
                    <a:pt x="109672" y="1602"/>
                  </a:lnTo>
                  <a:lnTo>
                    <a:pt x="106646" y="1118"/>
                  </a:lnTo>
                  <a:lnTo>
                    <a:pt x="104101" y="502"/>
                  </a:lnTo>
                  <a:lnTo>
                    <a:pt x="101946" y="104"/>
                  </a:lnTo>
                  <a:lnTo>
                    <a:pt x="98279" y="104"/>
                  </a:lnTo>
                  <a:lnTo>
                    <a:pt x="95431" y="31"/>
                  </a:lnTo>
                  <a:close/>
                </a:path>
                <a:path w="351155" h="107950">
                  <a:moveTo>
                    <a:pt x="261816" y="45810"/>
                  </a:moveTo>
                  <a:lnTo>
                    <a:pt x="261573" y="45810"/>
                  </a:lnTo>
                  <a:lnTo>
                    <a:pt x="261803" y="45852"/>
                  </a:lnTo>
                  <a:close/>
                </a:path>
                <a:path w="351155" h="107950">
                  <a:moveTo>
                    <a:pt x="101379" y="0"/>
                  </a:moveTo>
                  <a:lnTo>
                    <a:pt x="98279" y="104"/>
                  </a:lnTo>
                  <a:lnTo>
                    <a:pt x="101946" y="104"/>
                  </a:lnTo>
                  <a:lnTo>
                    <a:pt x="101379" y="0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4" name="object 264" descr=""/>
          <p:cNvSpPr/>
          <p:nvPr/>
        </p:nvSpPr>
        <p:spPr>
          <a:xfrm>
            <a:off x="16309230" y="3990519"/>
            <a:ext cx="351155" cy="107950"/>
          </a:xfrm>
          <a:custGeom>
            <a:avLst/>
            <a:gdLst/>
            <a:ahLst/>
            <a:cxnLst/>
            <a:rect l="l" t="t" r="r" b="b"/>
            <a:pathLst>
              <a:path w="351155" h="107950">
                <a:moveTo>
                  <a:pt x="297105" y="45621"/>
                </a:moveTo>
                <a:lnTo>
                  <a:pt x="261876" y="45621"/>
                </a:lnTo>
                <a:lnTo>
                  <a:pt x="262473" y="45726"/>
                </a:lnTo>
                <a:lnTo>
                  <a:pt x="264452" y="45747"/>
                </a:lnTo>
                <a:lnTo>
                  <a:pt x="267981" y="46899"/>
                </a:lnTo>
                <a:lnTo>
                  <a:pt x="301640" y="68081"/>
                </a:lnTo>
                <a:lnTo>
                  <a:pt x="350994" y="107619"/>
                </a:lnTo>
                <a:lnTo>
                  <a:pt x="343613" y="97155"/>
                </a:lnTo>
                <a:lnTo>
                  <a:pt x="319246" y="67442"/>
                </a:lnTo>
                <a:lnTo>
                  <a:pt x="301087" y="49024"/>
                </a:lnTo>
                <a:lnTo>
                  <a:pt x="297105" y="45621"/>
                </a:lnTo>
                <a:close/>
              </a:path>
              <a:path w="351155" h="107950">
                <a:moveTo>
                  <a:pt x="140770" y="18135"/>
                </a:moveTo>
                <a:lnTo>
                  <a:pt x="89096" y="18135"/>
                </a:lnTo>
                <a:lnTo>
                  <a:pt x="101201" y="18701"/>
                </a:lnTo>
                <a:lnTo>
                  <a:pt x="108049" y="22365"/>
                </a:lnTo>
                <a:lnTo>
                  <a:pt x="144492" y="49112"/>
                </a:lnTo>
                <a:lnTo>
                  <a:pt x="178769" y="80489"/>
                </a:lnTo>
                <a:lnTo>
                  <a:pt x="186036" y="76845"/>
                </a:lnTo>
                <a:lnTo>
                  <a:pt x="197189" y="71400"/>
                </a:lnTo>
                <a:lnTo>
                  <a:pt x="208494" y="66148"/>
                </a:lnTo>
                <a:lnTo>
                  <a:pt x="219869" y="61083"/>
                </a:lnTo>
                <a:lnTo>
                  <a:pt x="226919" y="58050"/>
                </a:lnTo>
                <a:lnTo>
                  <a:pt x="189072" y="58050"/>
                </a:lnTo>
                <a:lnTo>
                  <a:pt x="175743" y="55893"/>
                </a:lnTo>
                <a:lnTo>
                  <a:pt x="183155" y="52484"/>
                </a:lnTo>
                <a:lnTo>
                  <a:pt x="179285" y="48844"/>
                </a:lnTo>
                <a:lnTo>
                  <a:pt x="169291" y="40009"/>
                </a:lnTo>
                <a:lnTo>
                  <a:pt x="158997" y="31519"/>
                </a:lnTo>
                <a:lnTo>
                  <a:pt x="148309" y="23350"/>
                </a:lnTo>
                <a:lnTo>
                  <a:pt x="142713" y="19433"/>
                </a:lnTo>
                <a:lnTo>
                  <a:pt x="140770" y="18135"/>
                </a:lnTo>
                <a:close/>
              </a:path>
              <a:path w="351155" h="107950">
                <a:moveTo>
                  <a:pt x="183155" y="52484"/>
                </a:moveTo>
                <a:lnTo>
                  <a:pt x="175743" y="55893"/>
                </a:lnTo>
                <a:lnTo>
                  <a:pt x="189072" y="58050"/>
                </a:lnTo>
                <a:lnTo>
                  <a:pt x="183155" y="52484"/>
                </a:lnTo>
                <a:close/>
              </a:path>
              <a:path w="351155" h="107950">
                <a:moveTo>
                  <a:pt x="263478" y="26145"/>
                </a:moveTo>
                <a:lnTo>
                  <a:pt x="261426" y="26145"/>
                </a:lnTo>
                <a:lnTo>
                  <a:pt x="259552" y="26187"/>
                </a:lnTo>
                <a:lnTo>
                  <a:pt x="258013" y="26313"/>
                </a:lnTo>
                <a:lnTo>
                  <a:pt x="257007" y="26522"/>
                </a:lnTo>
                <a:lnTo>
                  <a:pt x="253154" y="26983"/>
                </a:lnTo>
                <a:lnTo>
                  <a:pt x="251018" y="27559"/>
                </a:lnTo>
                <a:lnTo>
                  <a:pt x="248704" y="28020"/>
                </a:lnTo>
                <a:lnTo>
                  <a:pt x="242109" y="29696"/>
                </a:lnTo>
                <a:lnTo>
                  <a:pt x="199260" y="45274"/>
                </a:lnTo>
                <a:lnTo>
                  <a:pt x="183155" y="52484"/>
                </a:lnTo>
                <a:lnTo>
                  <a:pt x="189072" y="58050"/>
                </a:lnTo>
                <a:lnTo>
                  <a:pt x="226919" y="58050"/>
                </a:lnTo>
                <a:lnTo>
                  <a:pt x="238767" y="52993"/>
                </a:lnTo>
                <a:lnTo>
                  <a:pt x="246421" y="49935"/>
                </a:lnTo>
                <a:lnTo>
                  <a:pt x="253814" y="47715"/>
                </a:lnTo>
                <a:lnTo>
                  <a:pt x="255604" y="47244"/>
                </a:lnTo>
                <a:lnTo>
                  <a:pt x="257520" y="46595"/>
                </a:lnTo>
                <a:lnTo>
                  <a:pt x="259164" y="46323"/>
                </a:lnTo>
                <a:lnTo>
                  <a:pt x="261573" y="45810"/>
                </a:lnTo>
                <a:lnTo>
                  <a:pt x="261816" y="45810"/>
                </a:lnTo>
                <a:lnTo>
                  <a:pt x="261876" y="45621"/>
                </a:lnTo>
                <a:lnTo>
                  <a:pt x="297105" y="45621"/>
                </a:lnTo>
                <a:lnTo>
                  <a:pt x="291037" y="40434"/>
                </a:lnTo>
                <a:lnTo>
                  <a:pt x="279802" y="32553"/>
                </a:lnTo>
                <a:lnTo>
                  <a:pt x="271363" y="27695"/>
                </a:lnTo>
                <a:lnTo>
                  <a:pt x="264955" y="26501"/>
                </a:lnTo>
                <a:lnTo>
                  <a:pt x="263478" y="26145"/>
                </a:lnTo>
                <a:close/>
              </a:path>
              <a:path w="351155" h="107950">
                <a:moveTo>
                  <a:pt x="95431" y="31"/>
                </a:moveTo>
                <a:lnTo>
                  <a:pt x="55532" y="13240"/>
                </a:lnTo>
                <a:lnTo>
                  <a:pt x="21253" y="33337"/>
                </a:lnTo>
                <a:lnTo>
                  <a:pt x="0" y="48899"/>
                </a:lnTo>
                <a:lnTo>
                  <a:pt x="24316" y="39153"/>
                </a:lnTo>
                <a:lnTo>
                  <a:pt x="36431" y="34448"/>
                </a:lnTo>
                <a:lnTo>
                  <a:pt x="72825" y="22261"/>
                </a:lnTo>
                <a:lnTo>
                  <a:pt x="89096" y="18135"/>
                </a:lnTo>
                <a:lnTo>
                  <a:pt x="140770" y="18135"/>
                </a:lnTo>
                <a:lnTo>
                  <a:pt x="137101" y="15684"/>
                </a:lnTo>
                <a:lnTo>
                  <a:pt x="111881" y="2554"/>
                </a:lnTo>
                <a:lnTo>
                  <a:pt x="109661" y="1602"/>
                </a:lnTo>
                <a:lnTo>
                  <a:pt x="106654" y="1122"/>
                </a:lnTo>
                <a:lnTo>
                  <a:pt x="104101" y="502"/>
                </a:lnTo>
                <a:lnTo>
                  <a:pt x="101946" y="104"/>
                </a:lnTo>
                <a:lnTo>
                  <a:pt x="98279" y="104"/>
                </a:lnTo>
                <a:lnTo>
                  <a:pt x="95431" y="31"/>
                </a:lnTo>
                <a:close/>
              </a:path>
              <a:path w="351155" h="107950">
                <a:moveTo>
                  <a:pt x="261816" y="45810"/>
                </a:moveTo>
                <a:lnTo>
                  <a:pt x="261573" y="45810"/>
                </a:lnTo>
                <a:lnTo>
                  <a:pt x="261803" y="45852"/>
                </a:lnTo>
                <a:close/>
              </a:path>
              <a:path w="351155" h="107950">
                <a:moveTo>
                  <a:pt x="101379" y="0"/>
                </a:moveTo>
                <a:lnTo>
                  <a:pt x="98279" y="104"/>
                </a:lnTo>
                <a:lnTo>
                  <a:pt x="101946" y="104"/>
                </a:lnTo>
                <a:lnTo>
                  <a:pt x="101379" y="0"/>
                </a:lnTo>
                <a:close/>
              </a:path>
            </a:pathLst>
          </a:custGeom>
          <a:solidFill>
            <a:srgbClr val="CFE2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5" name="object 265" descr=""/>
          <p:cNvSpPr/>
          <p:nvPr/>
        </p:nvSpPr>
        <p:spPr>
          <a:xfrm>
            <a:off x="10912958" y="8790407"/>
            <a:ext cx="551180" cy="232410"/>
          </a:xfrm>
          <a:custGeom>
            <a:avLst/>
            <a:gdLst/>
            <a:ahLst/>
            <a:cxnLst/>
            <a:rect l="l" t="t" r="r" b="b"/>
            <a:pathLst>
              <a:path w="551179" h="232409">
                <a:moveTo>
                  <a:pt x="211857" y="0"/>
                </a:moveTo>
                <a:lnTo>
                  <a:pt x="169738" y="21357"/>
                </a:lnTo>
                <a:lnTo>
                  <a:pt x="139586" y="68343"/>
                </a:lnTo>
                <a:lnTo>
                  <a:pt x="121455" y="115329"/>
                </a:lnTo>
                <a:lnTo>
                  <a:pt x="115399" y="136686"/>
                </a:lnTo>
                <a:lnTo>
                  <a:pt x="92928" y="113498"/>
                </a:lnTo>
                <a:lnTo>
                  <a:pt x="77457" y="103922"/>
                </a:lnTo>
                <a:lnTo>
                  <a:pt x="61803" y="106296"/>
                </a:lnTo>
                <a:lnTo>
                  <a:pt x="38784" y="118959"/>
                </a:lnTo>
                <a:lnTo>
                  <a:pt x="16362" y="146364"/>
                </a:lnTo>
                <a:lnTo>
                  <a:pt x="4848" y="184216"/>
                </a:lnTo>
                <a:lnTo>
                  <a:pt x="606" y="217753"/>
                </a:lnTo>
                <a:lnTo>
                  <a:pt x="0" y="232212"/>
                </a:lnTo>
                <a:lnTo>
                  <a:pt x="550789" y="232212"/>
                </a:lnTo>
                <a:lnTo>
                  <a:pt x="540721" y="187479"/>
                </a:lnTo>
                <a:lnTo>
                  <a:pt x="520614" y="151352"/>
                </a:lnTo>
                <a:lnTo>
                  <a:pt x="479088" y="141827"/>
                </a:lnTo>
                <a:lnTo>
                  <a:pt x="448237" y="165994"/>
                </a:lnTo>
                <a:lnTo>
                  <a:pt x="443015" y="123088"/>
                </a:lnTo>
                <a:lnTo>
                  <a:pt x="435594" y="98822"/>
                </a:lnTo>
                <a:lnTo>
                  <a:pt x="420861" y="84230"/>
                </a:lnTo>
                <a:lnTo>
                  <a:pt x="393705" y="70343"/>
                </a:lnTo>
                <a:lnTo>
                  <a:pt x="361186" y="64656"/>
                </a:lnTo>
                <a:lnTo>
                  <a:pt x="335238" y="73626"/>
                </a:lnTo>
                <a:lnTo>
                  <a:pt x="318058" y="86726"/>
                </a:lnTo>
                <a:lnTo>
                  <a:pt x="311843" y="93431"/>
                </a:lnTo>
                <a:lnTo>
                  <a:pt x="290097" y="39416"/>
                </a:lnTo>
                <a:lnTo>
                  <a:pt x="272432" y="11678"/>
                </a:lnTo>
                <a:lnTo>
                  <a:pt x="249477" y="1459"/>
                </a:lnTo>
                <a:lnTo>
                  <a:pt x="211857" y="0"/>
                </a:lnTo>
                <a:close/>
              </a:path>
            </a:pathLst>
          </a:custGeom>
          <a:solidFill>
            <a:srgbClr val="B7D5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6" name="object 266" descr=""/>
          <p:cNvSpPr/>
          <p:nvPr/>
        </p:nvSpPr>
        <p:spPr>
          <a:xfrm>
            <a:off x="16383937" y="8790407"/>
            <a:ext cx="551180" cy="232410"/>
          </a:xfrm>
          <a:custGeom>
            <a:avLst/>
            <a:gdLst/>
            <a:ahLst/>
            <a:cxnLst/>
            <a:rect l="l" t="t" r="r" b="b"/>
            <a:pathLst>
              <a:path w="551180" h="232409">
                <a:moveTo>
                  <a:pt x="211857" y="0"/>
                </a:moveTo>
                <a:lnTo>
                  <a:pt x="169742" y="21357"/>
                </a:lnTo>
                <a:lnTo>
                  <a:pt x="139589" y="68343"/>
                </a:lnTo>
                <a:lnTo>
                  <a:pt x="121456" y="115329"/>
                </a:lnTo>
                <a:lnTo>
                  <a:pt x="115399" y="136686"/>
                </a:lnTo>
                <a:lnTo>
                  <a:pt x="92928" y="113498"/>
                </a:lnTo>
                <a:lnTo>
                  <a:pt x="77458" y="103922"/>
                </a:lnTo>
                <a:lnTo>
                  <a:pt x="61807" y="106296"/>
                </a:lnTo>
                <a:lnTo>
                  <a:pt x="38794" y="118959"/>
                </a:lnTo>
                <a:lnTo>
                  <a:pt x="16366" y="146364"/>
                </a:lnTo>
                <a:lnTo>
                  <a:pt x="4849" y="184216"/>
                </a:lnTo>
                <a:lnTo>
                  <a:pt x="606" y="217753"/>
                </a:lnTo>
                <a:lnTo>
                  <a:pt x="0" y="232212"/>
                </a:lnTo>
                <a:lnTo>
                  <a:pt x="550789" y="232212"/>
                </a:lnTo>
                <a:lnTo>
                  <a:pt x="540727" y="187479"/>
                </a:lnTo>
                <a:lnTo>
                  <a:pt x="520620" y="151352"/>
                </a:lnTo>
                <a:lnTo>
                  <a:pt x="479090" y="141827"/>
                </a:lnTo>
                <a:lnTo>
                  <a:pt x="448248" y="165994"/>
                </a:lnTo>
                <a:lnTo>
                  <a:pt x="443025" y="123088"/>
                </a:lnTo>
                <a:lnTo>
                  <a:pt x="435604" y="98822"/>
                </a:lnTo>
                <a:lnTo>
                  <a:pt x="420872" y="84230"/>
                </a:lnTo>
                <a:lnTo>
                  <a:pt x="393715" y="70343"/>
                </a:lnTo>
                <a:lnTo>
                  <a:pt x="361196" y="64656"/>
                </a:lnTo>
                <a:lnTo>
                  <a:pt x="335248" y="73626"/>
                </a:lnTo>
                <a:lnTo>
                  <a:pt x="318069" y="86726"/>
                </a:lnTo>
                <a:lnTo>
                  <a:pt x="311854" y="93431"/>
                </a:lnTo>
                <a:lnTo>
                  <a:pt x="290107" y="39416"/>
                </a:lnTo>
                <a:lnTo>
                  <a:pt x="272441" y="11678"/>
                </a:lnTo>
                <a:lnTo>
                  <a:pt x="249483" y="1459"/>
                </a:lnTo>
                <a:lnTo>
                  <a:pt x="211857" y="0"/>
                </a:lnTo>
                <a:close/>
              </a:path>
            </a:pathLst>
          </a:custGeom>
          <a:solidFill>
            <a:srgbClr val="82CF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7" name="object 267" descr=""/>
          <p:cNvSpPr/>
          <p:nvPr/>
        </p:nvSpPr>
        <p:spPr>
          <a:xfrm>
            <a:off x="12341418" y="8833809"/>
            <a:ext cx="579755" cy="189230"/>
          </a:xfrm>
          <a:custGeom>
            <a:avLst/>
            <a:gdLst/>
            <a:ahLst/>
            <a:cxnLst/>
            <a:rect l="l" t="t" r="r" b="b"/>
            <a:pathLst>
              <a:path w="579754" h="189229">
                <a:moveTo>
                  <a:pt x="183910" y="0"/>
                </a:moveTo>
                <a:lnTo>
                  <a:pt x="142429" y="13004"/>
                </a:lnTo>
                <a:lnTo>
                  <a:pt x="121303" y="31235"/>
                </a:lnTo>
                <a:lnTo>
                  <a:pt x="113966" y="67201"/>
                </a:lnTo>
                <a:lnTo>
                  <a:pt x="113849" y="133409"/>
                </a:lnTo>
                <a:lnTo>
                  <a:pt x="110456" y="127577"/>
                </a:lnTo>
                <a:lnTo>
                  <a:pt x="100106" y="115181"/>
                </a:lnTo>
                <a:lnTo>
                  <a:pt x="82548" y="103870"/>
                </a:lnTo>
                <a:lnTo>
                  <a:pt x="57527" y="101295"/>
                </a:lnTo>
                <a:lnTo>
                  <a:pt x="35006" y="105919"/>
                </a:lnTo>
                <a:lnTo>
                  <a:pt x="21507" y="116577"/>
                </a:lnTo>
                <a:lnTo>
                  <a:pt x="11636" y="141473"/>
                </a:lnTo>
                <a:lnTo>
                  <a:pt x="0" y="188811"/>
                </a:lnTo>
                <a:lnTo>
                  <a:pt x="579710" y="188811"/>
                </a:lnTo>
                <a:lnTo>
                  <a:pt x="564575" y="134033"/>
                </a:lnTo>
                <a:lnTo>
                  <a:pt x="551144" y="109241"/>
                </a:lnTo>
                <a:lnTo>
                  <a:pt x="531868" y="108557"/>
                </a:lnTo>
                <a:lnTo>
                  <a:pt x="499199" y="126100"/>
                </a:lnTo>
                <a:lnTo>
                  <a:pt x="495804" y="111218"/>
                </a:lnTo>
                <a:lnTo>
                  <a:pt x="483736" y="78203"/>
                </a:lnTo>
                <a:lnTo>
                  <a:pt x="460167" y="44498"/>
                </a:lnTo>
                <a:lnTo>
                  <a:pt x="422269" y="27548"/>
                </a:lnTo>
                <a:lnTo>
                  <a:pt x="386105" y="26315"/>
                </a:lnTo>
                <a:lnTo>
                  <a:pt x="362971" y="31502"/>
                </a:lnTo>
                <a:lnTo>
                  <a:pt x="342899" y="48150"/>
                </a:lnTo>
                <a:lnTo>
                  <a:pt x="315917" y="81295"/>
                </a:lnTo>
                <a:lnTo>
                  <a:pt x="305387" y="65863"/>
                </a:lnTo>
                <a:lnTo>
                  <a:pt x="276838" y="33368"/>
                </a:lnTo>
                <a:lnTo>
                  <a:pt x="234826" y="4512"/>
                </a:lnTo>
                <a:lnTo>
                  <a:pt x="183910" y="0"/>
                </a:lnTo>
                <a:close/>
              </a:path>
            </a:pathLst>
          </a:custGeom>
          <a:solidFill>
            <a:srgbClr val="B7D5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8" name="object 268" descr=""/>
          <p:cNvSpPr/>
          <p:nvPr/>
        </p:nvSpPr>
        <p:spPr>
          <a:xfrm>
            <a:off x="10643373" y="8893095"/>
            <a:ext cx="305435" cy="129539"/>
          </a:xfrm>
          <a:custGeom>
            <a:avLst/>
            <a:gdLst/>
            <a:ahLst/>
            <a:cxnLst/>
            <a:rect l="l" t="t" r="r" b="b"/>
            <a:pathLst>
              <a:path w="305434" h="129540">
                <a:moveTo>
                  <a:pt x="146697" y="0"/>
                </a:moveTo>
                <a:lnTo>
                  <a:pt x="114180" y="1304"/>
                </a:lnTo>
                <a:lnTo>
                  <a:pt x="96243" y="10439"/>
                </a:lnTo>
                <a:lnTo>
                  <a:pt x="86496" y="35233"/>
                </a:lnTo>
                <a:lnTo>
                  <a:pt x="78552" y="83515"/>
                </a:lnTo>
                <a:lnTo>
                  <a:pt x="75295" y="80029"/>
                </a:lnTo>
                <a:lnTo>
                  <a:pt x="30711" y="72050"/>
                </a:lnTo>
                <a:lnTo>
                  <a:pt x="880" y="103076"/>
                </a:lnTo>
                <a:lnTo>
                  <a:pt x="0" y="129524"/>
                </a:lnTo>
                <a:lnTo>
                  <a:pt x="305194" y="129524"/>
                </a:lnTo>
                <a:lnTo>
                  <a:pt x="291059" y="67782"/>
                </a:lnTo>
                <a:lnTo>
                  <a:pt x="254785" y="52320"/>
                </a:lnTo>
                <a:lnTo>
                  <a:pt x="244201" y="53499"/>
                </a:lnTo>
                <a:lnTo>
                  <a:pt x="237089" y="59522"/>
                </a:lnTo>
                <a:lnTo>
                  <a:pt x="229364" y="72050"/>
                </a:lnTo>
                <a:lnTo>
                  <a:pt x="224310" y="60792"/>
                </a:lnTo>
                <a:lnTo>
                  <a:pt x="208998" y="36025"/>
                </a:lnTo>
                <a:lnTo>
                  <a:pt x="183202" y="11257"/>
                </a:lnTo>
                <a:lnTo>
                  <a:pt x="146697" y="0"/>
                </a:lnTo>
                <a:close/>
              </a:path>
            </a:pathLst>
          </a:custGeom>
          <a:solidFill>
            <a:srgbClr val="82CF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9" name="object 269" descr=""/>
          <p:cNvSpPr/>
          <p:nvPr/>
        </p:nvSpPr>
        <p:spPr>
          <a:xfrm>
            <a:off x="12855397" y="8893095"/>
            <a:ext cx="305435" cy="129539"/>
          </a:xfrm>
          <a:custGeom>
            <a:avLst/>
            <a:gdLst/>
            <a:ahLst/>
            <a:cxnLst/>
            <a:rect l="l" t="t" r="r" b="b"/>
            <a:pathLst>
              <a:path w="305434" h="129540">
                <a:moveTo>
                  <a:pt x="146697" y="0"/>
                </a:moveTo>
                <a:lnTo>
                  <a:pt x="114180" y="1304"/>
                </a:lnTo>
                <a:lnTo>
                  <a:pt x="96243" y="10439"/>
                </a:lnTo>
                <a:lnTo>
                  <a:pt x="86496" y="35233"/>
                </a:lnTo>
                <a:lnTo>
                  <a:pt x="78552" y="83515"/>
                </a:lnTo>
                <a:lnTo>
                  <a:pt x="75295" y="80029"/>
                </a:lnTo>
                <a:lnTo>
                  <a:pt x="30711" y="72050"/>
                </a:lnTo>
                <a:lnTo>
                  <a:pt x="880" y="103076"/>
                </a:lnTo>
                <a:lnTo>
                  <a:pt x="0" y="129524"/>
                </a:lnTo>
                <a:lnTo>
                  <a:pt x="305194" y="129524"/>
                </a:lnTo>
                <a:lnTo>
                  <a:pt x="291059" y="67782"/>
                </a:lnTo>
                <a:lnTo>
                  <a:pt x="254785" y="52320"/>
                </a:lnTo>
                <a:lnTo>
                  <a:pt x="244201" y="53499"/>
                </a:lnTo>
                <a:lnTo>
                  <a:pt x="237089" y="59522"/>
                </a:lnTo>
                <a:lnTo>
                  <a:pt x="229364" y="72050"/>
                </a:lnTo>
                <a:lnTo>
                  <a:pt x="224309" y="60792"/>
                </a:lnTo>
                <a:lnTo>
                  <a:pt x="208994" y="36025"/>
                </a:lnTo>
                <a:lnTo>
                  <a:pt x="183198" y="11257"/>
                </a:lnTo>
                <a:lnTo>
                  <a:pt x="146697" y="0"/>
                </a:lnTo>
                <a:close/>
              </a:path>
            </a:pathLst>
          </a:custGeom>
          <a:solidFill>
            <a:srgbClr val="82CFC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70" name="object 270" descr=""/>
          <p:cNvGrpSpPr/>
          <p:nvPr/>
        </p:nvGrpSpPr>
        <p:grpSpPr>
          <a:xfrm>
            <a:off x="10540485" y="8809108"/>
            <a:ext cx="8187055" cy="361950"/>
            <a:chOff x="10540485" y="8809108"/>
            <a:chExt cx="8187055" cy="361950"/>
          </a:xfrm>
        </p:grpSpPr>
        <p:sp>
          <p:nvSpPr>
            <p:cNvPr id="271" name="object 271" descr=""/>
            <p:cNvSpPr/>
            <p:nvPr/>
          </p:nvSpPr>
          <p:spPr>
            <a:xfrm>
              <a:off x="17874186" y="8893095"/>
              <a:ext cx="305435" cy="129539"/>
            </a:xfrm>
            <a:custGeom>
              <a:avLst/>
              <a:gdLst/>
              <a:ahLst/>
              <a:cxnLst/>
              <a:rect l="l" t="t" r="r" b="b"/>
              <a:pathLst>
                <a:path w="305434" h="129540">
                  <a:moveTo>
                    <a:pt x="146697" y="0"/>
                  </a:moveTo>
                  <a:lnTo>
                    <a:pt x="114180" y="1304"/>
                  </a:lnTo>
                  <a:lnTo>
                    <a:pt x="96241" y="10439"/>
                  </a:lnTo>
                  <a:lnTo>
                    <a:pt x="86492" y="35233"/>
                  </a:lnTo>
                  <a:lnTo>
                    <a:pt x="78542" y="83515"/>
                  </a:lnTo>
                  <a:lnTo>
                    <a:pt x="75287" y="80029"/>
                  </a:lnTo>
                  <a:lnTo>
                    <a:pt x="30711" y="72050"/>
                  </a:lnTo>
                  <a:lnTo>
                    <a:pt x="880" y="103076"/>
                  </a:lnTo>
                  <a:lnTo>
                    <a:pt x="0" y="129524"/>
                  </a:lnTo>
                  <a:lnTo>
                    <a:pt x="305194" y="129524"/>
                  </a:lnTo>
                  <a:lnTo>
                    <a:pt x="291059" y="67782"/>
                  </a:lnTo>
                  <a:lnTo>
                    <a:pt x="254785" y="52320"/>
                  </a:lnTo>
                  <a:lnTo>
                    <a:pt x="244201" y="53499"/>
                  </a:lnTo>
                  <a:lnTo>
                    <a:pt x="237089" y="59522"/>
                  </a:lnTo>
                  <a:lnTo>
                    <a:pt x="229364" y="72050"/>
                  </a:lnTo>
                  <a:lnTo>
                    <a:pt x="224310" y="60792"/>
                  </a:lnTo>
                  <a:lnTo>
                    <a:pt x="208998" y="36025"/>
                  </a:lnTo>
                  <a:lnTo>
                    <a:pt x="183202" y="11257"/>
                  </a:lnTo>
                  <a:lnTo>
                    <a:pt x="146697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 descr=""/>
            <p:cNvSpPr/>
            <p:nvPr/>
          </p:nvSpPr>
          <p:spPr>
            <a:xfrm>
              <a:off x="18121525" y="8809108"/>
              <a:ext cx="503555" cy="213995"/>
            </a:xfrm>
            <a:custGeom>
              <a:avLst/>
              <a:gdLst/>
              <a:ahLst/>
              <a:cxnLst/>
              <a:rect l="l" t="t" r="r" b="b"/>
              <a:pathLst>
                <a:path w="503555" h="213995">
                  <a:moveTo>
                    <a:pt x="241804" y="0"/>
                  </a:moveTo>
                  <a:lnTo>
                    <a:pt x="188206" y="2151"/>
                  </a:lnTo>
                  <a:lnTo>
                    <a:pt x="158639" y="17208"/>
                  </a:lnTo>
                  <a:lnTo>
                    <a:pt x="142571" y="58080"/>
                  </a:lnTo>
                  <a:lnTo>
                    <a:pt x="129472" y="137671"/>
                  </a:lnTo>
                  <a:lnTo>
                    <a:pt x="124104" y="131924"/>
                  </a:lnTo>
                  <a:lnTo>
                    <a:pt x="83796" y="113344"/>
                  </a:lnTo>
                  <a:lnTo>
                    <a:pt x="22007" y="131424"/>
                  </a:lnTo>
                  <a:lnTo>
                    <a:pt x="1444" y="169913"/>
                  </a:lnTo>
                  <a:lnTo>
                    <a:pt x="0" y="213511"/>
                  </a:lnTo>
                  <a:lnTo>
                    <a:pt x="503073" y="213511"/>
                  </a:lnTo>
                  <a:lnTo>
                    <a:pt x="495662" y="154038"/>
                  </a:lnTo>
                  <a:lnTo>
                    <a:pt x="479776" y="111739"/>
                  </a:lnTo>
                  <a:lnTo>
                    <a:pt x="419981" y="86245"/>
                  </a:lnTo>
                  <a:lnTo>
                    <a:pt x="402534" y="88189"/>
                  </a:lnTo>
                  <a:lnTo>
                    <a:pt x="390809" y="98118"/>
                  </a:lnTo>
                  <a:lnTo>
                    <a:pt x="378072" y="118771"/>
                  </a:lnTo>
                  <a:lnTo>
                    <a:pt x="369741" y="100213"/>
                  </a:lnTo>
                  <a:lnTo>
                    <a:pt x="344499" y="59385"/>
                  </a:lnTo>
                  <a:lnTo>
                    <a:pt x="301978" y="18558"/>
                  </a:lnTo>
                  <a:lnTo>
                    <a:pt x="241804" y="0"/>
                  </a:lnTo>
                  <a:close/>
                </a:path>
              </a:pathLst>
            </a:custGeom>
            <a:solidFill>
              <a:srgbClr val="B7D5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 descr=""/>
            <p:cNvSpPr/>
            <p:nvPr/>
          </p:nvSpPr>
          <p:spPr>
            <a:xfrm>
              <a:off x="10540485" y="9022615"/>
              <a:ext cx="8187055" cy="142875"/>
            </a:xfrm>
            <a:custGeom>
              <a:avLst/>
              <a:gdLst/>
              <a:ahLst/>
              <a:cxnLst/>
              <a:rect l="l" t="t" r="r" b="b"/>
              <a:pathLst>
                <a:path w="8187055" h="142875">
                  <a:moveTo>
                    <a:pt x="8186996" y="0"/>
                  </a:moveTo>
                  <a:lnTo>
                    <a:pt x="0" y="0"/>
                  </a:lnTo>
                  <a:lnTo>
                    <a:pt x="0" y="142623"/>
                  </a:lnTo>
                  <a:lnTo>
                    <a:pt x="8186996" y="142623"/>
                  </a:lnTo>
                  <a:lnTo>
                    <a:pt x="8186996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 descr=""/>
            <p:cNvSpPr/>
            <p:nvPr/>
          </p:nvSpPr>
          <p:spPr>
            <a:xfrm>
              <a:off x="11104728" y="9022632"/>
              <a:ext cx="7058659" cy="142875"/>
            </a:xfrm>
            <a:custGeom>
              <a:avLst/>
              <a:gdLst/>
              <a:ahLst/>
              <a:cxnLst/>
              <a:rect l="l" t="t" r="r" b="b"/>
              <a:pathLst>
                <a:path w="7058659" h="142875">
                  <a:moveTo>
                    <a:pt x="19456" y="71297"/>
                  </a:moveTo>
                  <a:lnTo>
                    <a:pt x="18872" y="53479"/>
                  </a:lnTo>
                  <a:lnTo>
                    <a:pt x="17348" y="35648"/>
                  </a:lnTo>
                  <a:lnTo>
                    <a:pt x="14439" y="17818"/>
                  </a:lnTo>
                  <a:lnTo>
                    <a:pt x="9728" y="0"/>
                  </a:lnTo>
                  <a:lnTo>
                    <a:pt x="5016" y="17818"/>
                  </a:lnTo>
                  <a:lnTo>
                    <a:pt x="2108" y="35648"/>
                  </a:lnTo>
                  <a:lnTo>
                    <a:pt x="571" y="53479"/>
                  </a:lnTo>
                  <a:lnTo>
                    <a:pt x="0" y="71297"/>
                  </a:lnTo>
                  <a:lnTo>
                    <a:pt x="558" y="89128"/>
                  </a:lnTo>
                  <a:lnTo>
                    <a:pt x="2070" y="106959"/>
                  </a:lnTo>
                  <a:lnTo>
                    <a:pt x="4991" y="124790"/>
                  </a:lnTo>
                  <a:lnTo>
                    <a:pt x="9728" y="142621"/>
                  </a:lnTo>
                  <a:lnTo>
                    <a:pt x="14465" y="124790"/>
                  </a:lnTo>
                  <a:lnTo>
                    <a:pt x="17386" y="106959"/>
                  </a:lnTo>
                  <a:lnTo>
                    <a:pt x="18897" y="89128"/>
                  </a:lnTo>
                  <a:lnTo>
                    <a:pt x="19456" y="71297"/>
                  </a:lnTo>
                  <a:close/>
                </a:path>
                <a:path w="7058659" h="142875">
                  <a:moveTo>
                    <a:pt x="659371" y="71297"/>
                  </a:moveTo>
                  <a:lnTo>
                    <a:pt x="658787" y="53479"/>
                  </a:lnTo>
                  <a:lnTo>
                    <a:pt x="657263" y="35648"/>
                  </a:lnTo>
                  <a:lnTo>
                    <a:pt x="654354" y="17818"/>
                  </a:lnTo>
                  <a:lnTo>
                    <a:pt x="649643" y="0"/>
                  </a:lnTo>
                  <a:lnTo>
                    <a:pt x="644931" y="17818"/>
                  </a:lnTo>
                  <a:lnTo>
                    <a:pt x="642023" y="35648"/>
                  </a:lnTo>
                  <a:lnTo>
                    <a:pt x="640486" y="53479"/>
                  </a:lnTo>
                  <a:lnTo>
                    <a:pt x="639914" y="71297"/>
                  </a:lnTo>
                  <a:lnTo>
                    <a:pt x="640473" y="89128"/>
                  </a:lnTo>
                  <a:lnTo>
                    <a:pt x="641985" y="106959"/>
                  </a:lnTo>
                  <a:lnTo>
                    <a:pt x="644906" y="124790"/>
                  </a:lnTo>
                  <a:lnTo>
                    <a:pt x="649643" y="142621"/>
                  </a:lnTo>
                  <a:lnTo>
                    <a:pt x="654380" y="124790"/>
                  </a:lnTo>
                  <a:lnTo>
                    <a:pt x="657288" y="106959"/>
                  </a:lnTo>
                  <a:lnTo>
                    <a:pt x="658812" y="89128"/>
                  </a:lnTo>
                  <a:lnTo>
                    <a:pt x="659371" y="71297"/>
                  </a:lnTo>
                  <a:close/>
                </a:path>
                <a:path w="7058659" h="142875">
                  <a:moveTo>
                    <a:pt x="1299286" y="71297"/>
                  </a:moveTo>
                  <a:lnTo>
                    <a:pt x="1298702" y="53479"/>
                  </a:lnTo>
                  <a:lnTo>
                    <a:pt x="1297178" y="35648"/>
                  </a:lnTo>
                  <a:lnTo>
                    <a:pt x="1294269" y="17818"/>
                  </a:lnTo>
                  <a:lnTo>
                    <a:pt x="1289558" y="0"/>
                  </a:lnTo>
                  <a:lnTo>
                    <a:pt x="1284846" y="17818"/>
                  </a:lnTo>
                  <a:lnTo>
                    <a:pt x="1281938" y="35648"/>
                  </a:lnTo>
                  <a:lnTo>
                    <a:pt x="1280401" y="53479"/>
                  </a:lnTo>
                  <a:lnTo>
                    <a:pt x="1279829" y="71297"/>
                  </a:lnTo>
                  <a:lnTo>
                    <a:pt x="1280388" y="89128"/>
                  </a:lnTo>
                  <a:lnTo>
                    <a:pt x="1281899" y="106959"/>
                  </a:lnTo>
                  <a:lnTo>
                    <a:pt x="1284820" y="124790"/>
                  </a:lnTo>
                  <a:lnTo>
                    <a:pt x="1289558" y="142621"/>
                  </a:lnTo>
                  <a:lnTo>
                    <a:pt x="1294295" y="124790"/>
                  </a:lnTo>
                  <a:lnTo>
                    <a:pt x="1297203" y="106959"/>
                  </a:lnTo>
                  <a:lnTo>
                    <a:pt x="1298727" y="89128"/>
                  </a:lnTo>
                  <a:lnTo>
                    <a:pt x="1299286" y="71297"/>
                  </a:lnTo>
                  <a:close/>
                </a:path>
                <a:path w="7058659" h="142875">
                  <a:moveTo>
                    <a:pt x="1939201" y="71297"/>
                  </a:moveTo>
                  <a:lnTo>
                    <a:pt x="1938616" y="53479"/>
                  </a:lnTo>
                  <a:lnTo>
                    <a:pt x="1937092" y="35648"/>
                  </a:lnTo>
                  <a:lnTo>
                    <a:pt x="1934184" y="17818"/>
                  </a:lnTo>
                  <a:lnTo>
                    <a:pt x="1929472" y="0"/>
                  </a:lnTo>
                  <a:lnTo>
                    <a:pt x="1924761" y="17818"/>
                  </a:lnTo>
                  <a:lnTo>
                    <a:pt x="1921852" y="35648"/>
                  </a:lnTo>
                  <a:lnTo>
                    <a:pt x="1920316" y="53479"/>
                  </a:lnTo>
                  <a:lnTo>
                    <a:pt x="1919744" y="71297"/>
                  </a:lnTo>
                  <a:lnTo>
                    <a:pt x="1920290" y="89128"/>
                  </a:lnTo>
                  <a:lnTo>
                    <a:pt x="1921814" y="106959"/>
                  </a:lnTo>
                  <a:lnTo>
                    <a:pt x="1924735" y="124790"/>
                  </a:lnTo>
                  <a:lnTo>
                    <a:pt x="1929472" y="142621"/>
                  </a:lnTo>
                  <a:lnTo>
                    <a:pt x="1934210" y="124790"/>
                  </a:lnTo>
                  <a:lnTo>
                    <a:pt x="1937118" y="106959"/>
                  </a:lnTo>
                  <a:lnTo>
                    <a:pt x="1938642" y="89128"/>
                  </a:lnTo>
                  <a:lnTo>
                    <a:pt x="1939201" y="71297"/>
                  </a:lnTo>
                  <a:close/>
                </a:path>
                <a:path w="7058659" h="142875">
                  <a:moveTo>
                    <a:pt x="2579116" y="71297"/>
                  </a:moveTo>
                  <a:lnTo>
                    <a:pt x="2578531" y="53479"/>
                  </a:lnTo>
                  <a:lnTo>
                    <a:pt x="2577007" y="35648"/>
                  </a:lnTo>
                  <a:lnTo>
                    <a:pt x="2574099" y="17818"/>
                  </a:lnTo>
                  <a:lnTo>
                    <a:pt x="2569387" y="0"/>
                  </a:lnTo>
                  <a:lnTo>
                    <a:pt x="2564676" y="17818"/>
                  </a:lnTo>
                  <a:lnTo>
                    <a:pt x="2561767" y="35648"/>
                  </a:lnTo>
                  <a:lnTo>
                    <a:pt x="2560231" y="53479"/>
                  </a:lnTo>
                  <a:lnTo>
                    <a:pt x="2559659" y="71297"/>
                  </a:lnTo>
                  <a:lnTo>
                    <a:pt x="2560205" y="89128"/>
                  </a:lnTo>
                  <a:lnTo>
                    <a:pt x="2561729" y="106959"/>
                  </a:lnTo>
                  <a:lnTo>
                    <a:pt x="2564650" y="124790"/>
                  </a:lnTo>
                  <a:lnTo>
                    <a:pt x="2569387" y="142621"/>
                  </a:lnTo>
                  <a:lnTo>
                    <a:pt x="2574125" y="124790"/>
                  </a:lnTo>
                  <a:lnTo>
                    <a:pt x="2577033" y="106959"/>
                  </a:lnTo>
                  <a:lnTo>
                    <a:pt x="2578557" y="89128"/>
                  </a:lnTo>
                  <a:lnTo>
                    <a:pt x="2579116" y="71297"/>
                  </a:lnTo>
                  <a:close/>
                </a:path>
                <a:path w="7058659" h="142875">
                  <a:moveTo>
                    <a:pt x="3219031" y="71297"/>
                  </a:moveTo>
                  <a:lnTo>
                    <a:pt x="3218446" y="53479"/>
                  </a:lnTo>
                  <a:lnTo>
                    <a:pt x="3216922" y="35648"/>
                  </a:lnTo>
                  <a:lnTo>
                    <a:pt x="3214014" y="17818"/>
                  </a:lnTo>
                  <a:lnTo>
                    <a:pt x="3209302" y="0"/>
                  </a:lnTo>
                  <a:lnTo>
                    <a:pt x="3204591" y="17818"/>
                  </a:lnTo>
                  <a:lnTo>
                    <a:pt x="3201682" y="35648"/>
                  </a:lnTo>
                  <a:lnTo>
                    <a:pt x="3200146" y="53479"/>
                  </a:lnTo>
                  <a:lnTo>
                    <a:pt x="3199574" y="71297"/>
                  </a:lnTo>
                  <a:lnTo>
                    <a:pt x="3200120" y="89128"/>
                  </a:lnTo>
                  <a:lnTo>
                    <a:pt x="3201644" y="106959"/>
                  </a:lnTo>
                  <a:lnTo>
                    <a:pt x="3204565" y="124790"/>
                  </a:lnTo>
                  <a:lnTo>
                    <a:pt x="3209302" y="142621"/>
                  </a:lnTo>
                  <a:lnTo>
                    <a:pt x="3214027" y="124790"/>
                  </a:lnTo>
                  <a:lnTo>
                    <a:pt x="3216948" y="106959"/>
                  </a:lnTo>
                  <a:lnTo>
                    <a:pt x="3218472" y="89128"/>
                  </a:lnTo>
                  <a:lnTo>
                    <a:pt x="3219031" y="71297"/>
                  </a:lnTo>
                  <a:close/>
                </a:path>
                <a:path w="7058659" h="142875">
                  <a:moveTo>
                    <a:pt x="3858933" y="71297"/>
                  </a:moveTo>
                  <a:lnTo>
                    <a:pt x="3858361" y="53479"/>
                  </a:lnTo>
                  <a:lnTo>
                    <a:pt x="3856825" y="35648"/>
                  </a:lnTo>
                  <a:lnTo>
                    <a:pt x="3853916" y="17818"/>
                  </a:lnTo>
                  <a:lnTo>
                    <a:pt x="3849205" y="0"/>
                  </a:lnTo>
                  <a:lnTo>
                    <a:pt x="3844493" y="17818"/>
                  </a:lnTo>
                  <a:lnTo>
                    <a:pt x="3841585" y="35648"/>
                  </a:lnTo>
                  <a:lnTo>
                    <a:pt x="3840061" y="53479"/>
                  </a:lnTo>
                  <a:lnTo>
                    <a:pt x="3839476" y="71297"/>
                  </a:lnTo>
                  <a:lnTo>
                    <a:pt x="3840035" y="89128"/>
                  </a:lnTo>
                  <a:lnTo>
                    <a:pt x="3841559" y="106959"/>
                  </a:lnTo>
                  <a:lnTo>
                    <a:pt x="3844467" y="124790"/>
                  </a:lnTo>
                  <a:lnTo>
                    <a:pt x="3849205" y="142621"/>
                  </a:lnTo>
                  <a:lnTo>
                    <a:pt x="3853942" y="124790"/>
                  </a:lnTo>
                  <a:lnTo>
                    <a:pt x="3856863" y="106959"/>
                  </a:lnTo>
                  <a:lnTo>
                    <a:pt x="3858387" y="89128"/>
                  </a:lnTo>
                  <a:lnTo>
                    <a:pt x="3858933" y="71297"/>
                  </a:lnTo>
                  <a:close/>
                </a:path>
                <a:path w="7058659" h="142875">
                  <a:moveTo>
                    <a:pt x="4498848" y="71297"/>
                  </a:moveTo>
                  <a:lnTo>
                    <a:pt x="4498276" y="53479"/>
                  </a:lnTo>
                  <a:lnTo>
                    <a:pt x="4496740" y="35648"/>
                  </a:lnTo>
                  <a:lnTo>
                    <a:pt x="4493831" y="17818"/>
                  </a:lnTo>
                  <a:lnTo>
                    <a:pt x="4489120" y="0"/>
                  </a:lnTo>
                  <a:lnTo>
                    <a:pt x="4484408" y="17818"/>
                  </a:lnTo>
                  <a:lnTo>
                    <a:pt x="4481500" y="35648"/>
                  </a:lnTo>
                  <a:lnTo>
                    <a:pt x="4479976" y="53479"/>
                  </a:lnTo>
                  <a:lnTo>
                    <a:pt x="4479391" y="71297"/>
                  </a:lnTo>
                  <a:lnTo>
                    <a:pt x="4479950" y="89128"/>
                  </a:lnTo>
                  <a:lnTo>
                    <a:pt x="4481474" y="106959"/>
                  </a:lnTo>
                  <a:lnTo>
                    <a:pt x="4484382" y="124790"/>
                  </a:lnTo>
                  <a:lnTo>
                    <a:pt x="4489120" y="142621"/>
                  </a:lnTo>
                  <a:lnTo>
                    <a:pt x="4493857" y="124790"/>
                  </a:lnTo>
                  <a:lnTo>
                    <a:pt x="4496778" y="106959"/>
                  </a:lnTo>
                  <a:lnTo>
                    <a:pt x="4498302" y="89128"/>
                  </a:lnTo>
                  <a:lnTo>
                    <a:pt x="4498848" y="71297"/>
                  </a:lnTo>
                  <a:close/>
                </a:path>
                <a:path w="7058659" h="142875">
                  <a:moveTo>
                    <a:pt x="5138763" y="71297"/>
                  </a:moveTo>
                  <a:lnTo>
                    <a:pt x="5138191" y="53479"/>
                  </a:lnTo>
                  <a:lnTo>
                    <a:pt x="5136654" y="35648"/>
                  </a:lnTo>
                  <a:lnTo>
                    <a:pt x="5133746" y="17818"/>
                  </a:lnTo>
                  <a:lnTo>
                    <a:pt x="5129034" y="0"/>
                  </a:lnTo>
                  <a:lnTo>
                    <a:pt x="5124323" y="17818"/>
                  </a:lnTo>
                  <a:lnTo>
                    <a:pt x="5121414" y="35648"/>
                  </a:lnTo>
                  <a:lnTo>
                    <a:pt x="5119890" y="53479"/>
                  </a:lnTo>
                  <a:lnTo>
                    <a:pt x="5119306" y="71297"/>
                  </a:lnTo>
                  <a:lnTo>
                    <a:pt x="5119865" y="89128"/>
                  </a:lnTo>
                  <a:lnTo>
                    <a:pt x="5121389" y="106959"/>
                  </a:lnTo>
                  <a:lnTo>
                    <a:pt x="5124310" y="124790"/>
                  </a:lnTo>
                  <a:lnTo>
                    <a:pt x="5129034" y="142621"/>
                  </a:lnTo>
                  <a:lnTo>
                    <a:pt x="5133772" y="124790"/>
                  </a:lnTo>
                  <a:lnTo>
                    <a:pt x="5136693" y="106959"/>
                  </a:lnTo>
                  <a:lnTo>
                    <a:pt x="5138217" y="89128"/>
                  </a:lnTo>
                  <a:lnTo>
                    <a:pt x="5138763" y="71297"/>
                  </a:lnTo>
                  <a:close/>
                </a:path>
                <a:path w="7058659" h="142875">
                  <a:moveTo>
                    <a:pt x="5778678" y="71297"/>
                  </a:moveTo>
                  <a:lnTo>
                    <a:pt x="5778106" y="53479"/>
                  </a:lnTo>
                  <a:lnTo>
                    <a:pt x="5776569" y="35648"/>
                  </a:lnTo>
                  <a:lnTo>
                    <a:pt x="5773674" y="17818"/>
                  </a:lnTo>
                  <a:lnTo>
                    <a:pt x="5768949" y="0"/>
                  </a:lnTo>
                  <a:lnTo>
                    <a:pt x="5764238" y="17818"/>
                  </a:lnTo>
                  <a:lnTo>
                    <a:pt x="5761329" y="35648"/>
                  </a:lnTo>
                  <a:lnTo>
                    <a:pt x="5759805" y="53479"/>
                  </a:lnTo>
                  <a:lnTo>
                    <a:pt x="5759221" y="71297"/>
                  </a:lnTo>
                  <a:lnTo>
                    <a:pt x="5759780" y="89128"/>
                  </a:lnTo>
                  <a:lnTo>
                    <a:pt x="5761304" y="106959"/>
                  </a:lnTo>
                  <a:lnTo>
                    <a:pt x="5764212" y="124790"/>
                  </a:lnTo>
                  <a:lnTo>
                    <a:pt x="5768949" y="142621"/>
                  </a:lnTo>
                  <a:lnTo>
                    <a:pt x="5773686" y="124790"/>
                  </a:lnTo>
                  <a:lnTo>
                    <a:pt x="5776607" y="106959"/>
                  </a:lnTo>
                  <a:lnTo>
                    <a:pt x="5778119" y="89128"/>
                  </a:lnTo>
                  <a:lnTo>
                    <a:pt x="5778678" y="71297"/>
                  </a:lnTo>
                  <a:close/>
                </a:path>
                <a:path w="7058659" h="142875">
                  <a:moveTo>
                    <a:pt x="6418593" y="71297"/>
                  </a:moveTo>
                  <a:lnTo>
                    <a:pt x="6418021" y="53479"/>
                  </a:lnTo>
                  <a:lnTo>
                    <a:pt x="6416484" y="35648"/>
                  </a:lnTo>
                  <a:lnTo>
                    <a:pt x="6413576" y="17818"/>
                  </a:lnTo>
                  <a:lnTo>
                    <a:pt x="6408864" y="0"/>
                  </a:lnTo>
                  <a:lnTo>
                    <a:pt x="6404153" y="17818"/>
                  </a:lnTo>
                  <a:lnTo>
                    <a:pt x="6401244" y="35648"/>
                  </a:lnTo>
                  <a:lnTo>
                    <a:pt x="6399708" y="53479"/>
                  </a:lnTo>
                  <a:lnTo>
                    <a:pt x="6399136" y="71297"/>
                  </a:lnTo>
                  <a:lnTo>
                    <a:pt x="6399695" y="89128"/>
                  </a:lnTo>
                  <a:lnTo>
                    <a:pt x="6401206" y="106959"/>
                  </a:lnTo>
                  <a:lnTo>
                    <a:pt x="6404127" y="124790"/>
                  </a:lnTo>
                  <a:lnTo>
                    <a:pt x="6408864" y="142621"/>
                  </a:lnTo>
                  <a:lnTo>
                    <a:pt x="6413601" y="124790"/>
                  </a:lnTo>
                  <a:lnTo>
                    <a:pt x="6416522" y="106959"/>
                  </a:lnTo>
                  <a:lnTo>
                    <a:pt x="6418034" y="89128"/>
                  </a:lnTo>
                  <a:lnTo>
                    <a:pt x="6418593" y="71297"/>
                  </a:lnTo>
                  <a:close/>
                </a:path>
                <a:path w="7058659" h="142875">
                  <a:moveTo>
                    <a:pt x="7058507" y="71297"/>
                  </a:moveTo>
                  <a:lnTo>
                    <a:pt x="7057936" y="53479"/>
                  </a:lnTo>
                  <a:lnTo>
                    <a:pt x="7056399" y="35648"/>
                  </a:lnTo>
                  <a:lnTo>
                    <a:pt x="7053491" y="17818"/>
                  </a:lnTo>
                  <a:lnTo>
                    <a:pt x="7048779" y="0"/>
                  </a:lnTo>
                  <a:lnTo>
                    <a:pt x="7044068" y="17818"/>
                  </a:lnTo>
                  <a:lnTo>
                    <a:pt x="7041159" y="35648"/>
                  </a:lnTo>
                  <a:lnTo>
                    <a:pt x="7039635" y="53479"/>
                  </a:lnTo>
                  <a:lnTo>
                    <a:pt x="7039051" y="71297"/>
                  </a:lnTo>
                  <a:lnTo>
                    <a:pt x="7039610" y="89128"/>
                  </a:lnTo>
                  <a:lnTo>
                    <a:pt x="7041121" y="106959"/>
                  </a:lnTo>
                  <a:lnTo>
                    <a:pt x="7044042" y="124790"/>
                  </a:lnTo>
                  <a:lnTo>
                    <a:pt x="7048779" y="142621"/>
                  </a:lnTo>
                  <a:lnTo>
                    <a:pt x="7053516" y="124790"/>
                  </a:lnTo>
                  <a:lnTo>
                    <a:pt x="7056437" y="106959"/>
                  </a:lnTo>
                  <a:lnTo>
                    <a:pt x="7057949" y="89128"/>
                  </a:lnTo>
                  <a:lnTo>
                    <a:pt x="7058507" y="71297"/>
                  </a:lnTo>
                  <a:close/>
                </a:path>
              </a:pathLst>
            </a:custGeom>
            <a:solidFill>
              <a:srgbClr val="CFE2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 descr=""/>
            <p:cNvSpPr/>
            <p:nvPr/>
          </p:nvSpPr>
          <p:spPr>
            <a:xfrm>
              <a:off x="10601132" y="9160015"/>
              <a:ext cx="8065770" cy="10795"/>
            </a:xfrm>
            <a:custGeom>
              <a:avLst/>
              <a:gdLst/>
              <a:ahLst/>
              <a:cxnLst/>
              <a:rect l="l" t="t" r="r" b="b"/>
              <a:pathLst>
                <a:path w="8065769" h="10795">
                  <a:moveTo>
                    <a:pt x="4032851" y="0"/>
                  </a:moveTo>
                  <a:lnTo>
                    <a:pt x="1008210" y="2680"/>
                  </a:lnTo>
                  <a:lnTo>
                    <a:pt x="0" y="5224"/>
                  </a:lnTo>
                  <a:lnTo>
                    <a:pt x="1008210" y="7769"/>
                  </a:lnTo>
                  <a:lnTo>
                    <a:pt x="4032851" y="10449"/>
                  </a:lnTo>
                  <a:lnTo>
                    <a:pt x="7057491" y="7790"/>
                  </a:lnTo>
                  <a:lnTo>
                    <a:pt x="8065712" y="5224"/>
                  </a:lnTo>
                  <a:lnTo>
                    <a:pt x="7057491" y="2659"/>
                  </a:lnTo>
                  <a:lnTo>
                    <a:pt x="4032851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6" name="object 276" descr=""/>
          <p:cNvSpPr txBox="1"/>
          <p:nvPr/>
        </p:nvSpPr>
        <p:spPr>
          <a:xfrm>
            <a:off x="624158" y="728636"/>
            <a:ext cx="342328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Two</a:t>
            </a:r>
            <a:r>
              <a:rPr dirty="0" sz="1700" spc="5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5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6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scenes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6978225" y="5758986"/>
            <a:ext cx="2350770" cy="2254885"/>
            <a:chOff x="16978225" y="5758986"/>
            <a:chExt cx="2350770" cy="2254885"/>
          </a:xfrm>
        </p:grpSpPr>
        <p:sp>
          <p:nvSpPr>
            <p:cNvPr id="3" name="object 3" descr=""/>
            <p:cNvSpPr/>
            <p:nvPr/>
          </p:nvSpPr>
          <p:spPr>
            <a:xfrm>
              <a:off x="16978229" y="6839817"/>
              <a:ext cx="2350770" cy="1135380"/>
            </a:xfrm>
            <a:custGeom>
              <a:avLst/>
              <a:gdLst/>
              <a:ahLst/>
              <a:cxnLst/>
              <a:rect l="l" t="t" r="r" b="b"/>
              <a:pathLst>
                <a:path w="2350769" h="1135379">
                  <a:moveTo>
                    <a:pt x="869049" y="0"/>
                  </a:moveTo>
                  <a:lnTo>
                    <a:pt x="819108" y="125"/>
                  </a:lnTo>
                  <a:lnTo>
                    <a:pt x="769927" y="1832"/>
                  </a:lnTo>
                  <a:lnTo>
                    <a:pt x="721756" y="5135"/>
                  </a:lnTo>
                  <a:lnTo>
                    <a:pt x="674841" y="10046"/>
                  </a:lnTo>
                  <a:lnTo>
                    <a:pt x="629429" y="16578"/>
                  </a:lnTo>
                  <a:lnTo>
                    <a:pt x="585769" y="24745"/>
                  </a:lnTo>
                  <a:lnTo>
                    <a:pt x="544106" y="34560"/>
                  </a:lnTo>
                  <a:lnTo>
                    <a:pt x="504689" y="46035"/>
                  </a:lnTo>
                  <a:lnTo>
                    <a:pt x="467765" y="59184"/>
                  </a:lnTo>
                  <a:lnTo>
                    <a:pt x="402385" y="90556"/>
                  </a:lnTo>
                  <a:lnTo>
                    <a:pt x="349945" y="128780"/>
                  </a:lnTo>
                  <a:lnTo>
                    <a:pt x="312423" y="173961"/>
                  </a:lnTo>
                  <a:lnTo>
                    <a:pt x="299875" y="199193"/>
                  </a:lnTo>
                  <a:lnTo>
                    <a:pt x="223363" y="160427"/>
                  </a:lnTo>
                  <a:lnTo>
                    <a:pt x="166621" y="158704"/>
                  </a:lnTo>
                  <a:lnTo>
                    <a:pt x="101538" y="204101"/>
                  </a:lnTo>
                  <a:lnTo>
                    <a:pt x="0" y="306698"/>
                  </a:lnTo>
                  <a:lnTo>
                    <a:pt x="0" y="1134788"/>
                  </a:lnTo>
                  <a:lnTo>
                    <a:pt x="2350294" y="1134788"/>
                  </a:lnTo>
                  <a:lnTo>
                    <a:pt x="2323887" y="993670"/>
                  </a:lnTo>
                  <a:lnTo>
                    <a:pt x="2289342" y="924663"/>
                  </a:lnTo>
                  <a:lnTo>
                    <a:pt x="2223493" y="907998"/>
                  </a:lnTo>
                  <a:lnTo>
                    <a:pt x="2103171" y="923904"/>
                  </a:lnTo>
                  <a:lnTo>
                    <a:pt x="2103798" y="895833"/>
                  </a:lnTo>
                  <a:lnTo>
                    <a:pt x="2093154" y="833289"/>
                  </a:lnTo>
                  <a:lnTo>
                    <a:pt x="2052455" y="768774"/>
                  </a:lnTo>
                  <a:lnTo>
                    <a:pt x="1962914" y="734789"/>
                  </a:lnTo>
                  <a:lnTo>
                    <a:pt x="1980943" y="690083"/>
                  </a:lnTo>
                  <a:lnTo>
                    <a:pt x="1990125" y="645973"/>
                  </a:lnTo>
                  <a:lnTo>
                    <a:pt x="1991234" y="602928"/>
                  </a:lnTo>
                  <a:lnTo>
                    <a:pt x="1985040" y="561415"/>
                  </a:lnTo>
                  <a:lnTo>
                    <a:pt x="1972316" y="521902"/>
                  </a:lnTo>
                  <a:lnTo>
                    <a:pt x="1953833" y="484856"/>
                  </a:lnTo>
                  <a:lnTo>
                    <a:pt x="1930363" y="450746"/>
                  </a:lnTo>
                  <a:lnTo>
                    <a:pt x="1902677" y="420038"/>
                  </a:lnTo>
                  <a:lnTo>
                    <a:pt x="1871549" y="393202"/>
                  </a:lnTo>
                  <a:lnTo>
                    <a:pt x="1837748" y="370704"/>
                  </a:lnTo>
                  <a:lnTo>
                    <a:pt x="1802048" y="353012"/>
                  </a:lnTo>
                  <a:lnTo>
                    <a:pt x="1765221" y="340594"/>
                  </a:lnTo>
                  <a:lnTo>
                    <a:pt x="1691268" y="333450"/>
                  </a:lnTo>
                  <a:lnTo>
                    <a:pt x="1655687" y="339660"/>
                  </a:lnTo>
                  <a:lnTo>
                    <a:pt x="1646890" y="309584"/>
                  </a:lnTo>
                  <a:lnTo>
                    <a:pt x="1616246" y="253368"/>
                  </a:lnTo>
                  <a:lnTo>
                    <a:pt x="1569849" y="202485"/>
                  </a:lnTo>
                  <a:lnTo>
                    <a:pt x="1509679" y="157040"/>
                  </a:lnTo>
                  <a:lnTo>
                    <a:pt x="1475047" y="136390"/>
                  </a:lnTo>
                  <a:lnTo>
                    <a:pt x="1437714" y="117138"/>
                  </a:lnTo>
                  <a:lnTo>
                    <a:pt x="1397927" y="99299"/>
                  </a:lnTo>
                  <a:lnTo>
                    <a:pt x="1355933" y="82885"/>
                  </a:lnTo>
                  <a:lnTo>
                    <a:pt x="1311981" y="67909"/>
                  </a:lnTo>
                  <a:lnTo>
                    <a:pt x="1266316" y="54384"/>
                  </a:lnTo>
                  <a:lnTo>
                    <a:pt x="1219186" y="42323"/>
                  </a:lnTo>
                  <a:lnTo>
                    <a:pt x="1170840" y="31740"/>
                  </a:lnTo>
                  <a:lnTo>
                    <a:pt x="1121523" y="22647"/>
                  </a:lnTo>
                  <a:lnTo>
                    <a:pt x="1071484" y="15058"/>
                  </a:lnTo>
                  <a:lnTo>
                    <a:pt x="1020970" y="8986"/>
                  </a:lnTo>
                  <a:lnTo>
                    <a:pt x="970228" y="4443"/>
                  </a:lnTo>
                  <a:lnTo>
                    <a:pt x="919505" y="1443"/>
                  </a:lnTo>
                  <a:lnTo>
                    <a:pt x="869049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6978225" y="7264944"/>
              <a:ext cx="1905000" cy="748665"/>
            </a:xfrm>
            <a:custGeom>
              <a:avLst/>
              <a:gdLst/>
              <a:ahLst/>
              <a:cxnLst/>
              <a:rect l="l" t="t" r="r" b="b"/>
              <a:pathLst>
                <a:path w="1905000" h="748665">
                  <a:moveTo>
                    <a:pt x="586402" y="0"/>
                  </a:moveTo>
                  <a:lnTo>
                    <a:pt x="396794" y="58748"/>
                  </a:lnTo>
                  <a:lnTo>
                    <a:pt x="47862" y="264294"/>
                  </a:lnTo>
                  <a:lnTo>
                    <a:pt x="0" y="748457"/>
                  </a:lnTo>
                  <a:lnTo>
                    <a:pt x="1904413" y="748457"/>
                  </a:lnTo>
                  <a:lnTo>
                    <a:pt x="1888482" y="695787"/>
                  </a:lnTo>
                  <a:lnTo>
                    <a:pt x="1839739" y="584709"/>
                  </a:lnTo>
                  <a:lnTo>
                    <a:pt x="1756757" y="485626"/>
                  </a:lnTo>
                  <a:lnTo>
                    <a:pt x="1638107" y="468937"/>
                  </a:lnTo>
                  <a:lnTo>
                    <a:pt x="1638840" y="448153"/>
                  </a:lnTo>
                  <a:lnTo>
                    <a:pt x="1627949" y="405817"/>
                  </a:lnTo>
                  <a:lnTo>
                    <a:pt x="1601383" y="364041"/>
                  </a:lnTo>
                  <a:lnTo>
                    <a:pt x="1560107" y="324722"/>
                  </a:lnTo>
                  <a:lnTo>
                    <a:pt x="1505085" y="289760"/>
                  </a:lnTo>
                  <a:lnTo>
                    <a:pt x="1437279" y="261053"/>
                  </a:lnTo>
                  <a:lnTo>
                    <a:pt x="1398884" y="249638"/>
                  </a:lnTo>
                  <a:lnTo>
                    <a:pt x="1357654" y="240500"/>
                  </a:lnTo>
                  <a:lnTo>
                    <a:pt x="1313710" y="233874"/>
                  </a:lnTo>
                  <a:lnTo>
                    <a:pt x="1267174" y="229999"/>
                  </a:lnTo>
                  <a:lnTo>
                    <a:pt x="1218164" y="229112"/>
                  </a:lnTo>
                  <a:lnTo>
                    <a:pt x="1166801" y="231451"/>
                  </a:lnTo>
                  <a:lnTo>
                    <a:pt x="1113207" y="237251"/>
                  </a:lnTo>
                  <a:lnTo>
                    <a:pt x="1057501" y="246752"/>
                  </a:lnTo>
                  <a:lnTo>
                    <a:pt x="999804" y="260190"/>
                  </a:lnTo>
                  <a:lnTo>
                    <a:pt x="940237" y="277802"/>
                  </a:lnTo>
                  <a:lnTo>
                    <a:pt x="878919" y="299827"/>
                  </a:lnTo>
                  <a:lnTo>
                    <a:pt x="815972" y="326500"/>
                  </a:lnTo>
                  <a:lnTo>
                    <a:pt x="751516" y="358061"/>
                  </a:lnTo>
                  <a:lnTo>
                    <a:pt x="682653" y="96840"/>
                  </a:lnTo>
                  <a:lnTo>
                    <a:pt x="586402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7405805" y="5758986"/>
              <a:ext cx="1122045" cy="2254885"/>
            </a:xfrm>
            <a:custGeom>
              <a:avLst/>
              <a:gdLst/>
              <a:ahLst/>
              <a:cxnLst/>
              <a:rect l="l" t="t" r="r" b="b"/>
              <a:pathLst>
                <a:path w="1122044" h="2254884">
                  <a:moveTo>
                    <a:pt x="1121965" y="0"/>
                  </a:moveTo>
                  <a:lnTo>
                    <a:pt x="0" y="0"/>
                  </a:lnTo>
                  <a:lnTo>
                    <a:pt x="0" y="2254413"/>
                  </a:lnTo>
                  <a:lnTo>
                    <a:pt x="1121965" y="2254413"/>
                  </a:lnTo>
                  <a:lnTo>
                    <a:pt x="11219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7545368" y="5831769"/>
              <a:ext cx="815340" cy="2030730"/>
            </a:xfrm>
            <a:custGeom>
              <a:avLst/>
              <a:gdLst/>
              <a:ahLst/>
              <a:cxnLst/>
              <a:rect l="l" t="t" r="r" b="b"/>
              <a:pathLst>
                <a:path w="815340" h="2030729">
                  <a:moveTo>
                    <a:pt x="815149" y="1995881"/>
                  </a:moveTo>
                  <a:lnTo>
                    <a:pt x="0" y="1995881"/>
                  </a:lnTo>
                  <a:lnTo>
                    <a:pt x="0" y="2030120"/>
                  </a:lnTo>
                  <a:lnTo>
                    <a:pt x="815149" y="2030120"/>
                  </a:lnTo>
                  <a:lnTo>
                    <a:pt x="815149" y="1995881"/>
                  </a:lnTo>
                  <a:close/>
                </a:path>
                <a:path w="815340" h="2030729">
                  <a:moveTo>
                    <a:pt x="815149" y="1884997"/>
                  </a:moveTo>
                  <a:lnTo>
                    <a:pt x="0" y="1884997"/>
                  </a:lnTo>
                  <a:lnTo>
                    <a:pt x="0" y="1919236"/>
                  </a:lnTo>
                  <a:lnTo>
                    <a:pt x="815149" y="1919236"/>
                  </a:lnTo>
                  <a:lnTo>
                    <a:pt x="815149" y="1884997"/>
                  </a:lnTo>
                  <a:close/>
                </a:path>
                <a:path w="815340" h="2030729">
                  <a:moveTo>
                    <a:pt x="815149" y="1774113"/>
                  </a:moveTo>
                  <a:lnTo>
                    <a:pt x="0" y="1774113"/>
                  </a:lnTo>
                  <a:lnTo>
                    <a:pt x="0" y="1808365"/>
                  </a:lnTo>
                  <a:lnTo>
                    <a:pt x="815149" y="1808365"/>
                  </a:lnTo>
                  <a:lnTo>
                    <a:pt x="815149" y="1774113"/>
                  </a:lnTo>
                  <a:close/>
                </a:path>
                <a:path w="815340" h="2030729">
                  <a:moveTo>
                    <a:pt x="815149" y="1663230"/>
                  </a:moveTo>
                  <a:lnTo>
                    <a:pt x="0" y="1663230"/>
                  </a:lnTo>
                  <a:lnTo>
                    <a:pt x="0" y="1697469"/>
                  </a:lnTo>
                  <a:lnTo>
                    <a:pt x="815149" y="1697469"/>
                  </a:lnTo>
                  <a:lnTo>
                    <a:pt x="815149" y="1663230"/>
                  </a:lnTo>
                  <a:close/>
                </a:path>
                <a:path w="815340" h="2030729">
                  <a:moveTo>
                    <a:pt x="815149" y="1552359"/>
                  </a:moveTo>
                  <a:lnTo>
                    <a:pt x="0" y="1552359"/>
                  </a:lnTo>
                  <a:lnTo>
                    <a:pt x="0" y="1586598"/>
                  </a:lnTo>
                  <a:lnTo>
                    <a:pt x="815149" y="1586598"/>
                  </a:lnTo>
                  <a:lnTo>
                    <a:pt x="815149" y="1552359"/>
                  </a:lnTo>
                  <a:close/>
                </a:path>
                <a:path w="815340" h="2030729">
                  <a:moveTo>
                    <a:pt x="815149" y="1441475"/>
                  </a:moveTo>
                  <a:lnTo>
                    <a:pt x="0" y="1441475"/>
                  </a:lnTo>
                  <a:lnTo>
                    <a:pt x="0" y="1475714"/>
                  </a:lnTo>
                  <a:lnTo>
                    <a:pt x="815149" y="1475714"/>
                  </a:lnTo>
                  <a:lnTo>
                    <a:pt x="815149" y="1441475"/>
                  </a:lnTo>
                  <a:close/>
                </a:path>
                <a:path w="815340" h="2030729">
                  <a:moveTo>
                    <a:pt x="815149" y="1330579"/>
                  </a:moveTo>
                  <a:lnTo>
                    <a:pt x="0" y="1330579"/>
                  </a:lnTo>
                  <a:lnTo>
                    <a:pt x="0" y="1364818"/>
                  </a:lnTo>
                  <a:lnTo>
                    <a:pt x="815149" y="1364818"/>
                  </a:lnTo>
                  <a:lnTo>
                    <a:pt x="815149" y="1330579"/>
                  </a:lnTo>
                  <a:close/>
                </a:path>
                <a:path w="815340" h="2030729">
                  <a:moveTo>
                    <a:pt x="815149" y="1219708"/>
                  </a:moveTo>
                  <a:lnTo>
                    <a:pt x="0" y="1219708"/>
                  </a:lnTo>
                  <a:lnTo>
                    <a:pt x="0" y="1253947"/>
                  </a:lnTo>
                  <a:lnTo>
                    <a:pt x="815149" y="1253947"/>
                  </a:lnTo>
                  <a:lnTo>
                    <a:pt x="815149" y="1219708"/>
                  </a:lnTo>
                  <a:close/>
                </a:path>
                <a:path w="815340" h="2030729">
                  <a:moveTo>
                    <a:pt x="815149" y="1108824"/>
                  </a:moveTo>
                  <a:lnTo>
                    <a:pt x="0" y="1108824"/>
                  </a:lnTo>
                  <a:lnTo>
                    <a:pt x="0" y="1143063"/>
                  </a:lnTo>
                  <a:lnTo>
                    <a:pt x="815149" y="1143063"/>
                  </a:lnTo>
                  <a:lnTo>
                    <a:pt x="815149" y="1108824"/>
                  </a:lnTo>
                  <a:close/>
                </a:path>
                <a:path w="815340" h="2030729">
                  <a:moveTo>
                    <a:pt x="815149" y="997940"/>
                  </a:moveTo>
                  <a:lnTo>
                    <a:pt x="0" y="997940"/>
                  </a:lnTo>
                  <a:lnTo>
                    <a:pt x="0" y="1032179"/>
                  </a:lnTo>
                  <a:lnTo>
                    <a:pt x="815149" y="1032179"/>
                  </a:lnTo>
                  <a:lnTo>
                    <a:pt x="815149" y="997940"/>
                  </a:lnTo>
                  <a:close/>
                </a:path>
                <a:path w="815340" h="2030729">
                  <a:moveTo>
                    <a:pt x="815149" y="887056"/>
                  </a:moveTo>
                  <a:lnTo>
                    <a:pt x="0" y="887056"/>
                  </a:lnTo>
                  <a:lnTo>
                    <a:pt x="0" y="921296"/>
                  </a:lnTo>
                  <a:lnTo>
                    <a:pt x="815149" y="921296"/>
                  </a:lnTo>
                  <a:lnTo>
                    <a:pt x="815149" y="887056"/>
                  </a:lnTo>
                  <a:close/>
                </a:path>
                <a:path w="815340" h="2030729">
                  <a:moveTo>
                    <a:pt x="815149" y="776185"/>
                  </a:moveTo>
                  <a:lnTo>
                    <a:pt x="0" y="776185"/>
                  </a:lnTo>
                  <a:lnTo>
                    <a:pt x="0" y="810425"/>
                  </a:lnTo>
                  <a:lnTo>
                    <a:pt x="815149" y="810425"/>
                  </a:lnTo>
                  <a:lnTo>
                    <a:pt x="815149" y="776185"/>
                  </a:lnTo>
                  <a:close/>
                </a:path>
                <a:path w="815340" h="2030729">
                  <a:moveTo>
                    <a:pt x="815149" y="665289"/>
                  </a:moveTo>
                  <a:lnTo>
                    <a:pt x="0" y="665289"/>
                  </a:lnTo>
                  <a:lnTo>
                    <a:pt x="0" y="699528"/>
                  </a:lnTo>
                  <a:lnTo>
                    <a:pt x="815149" y="699528"/>
                  </a:lnTo>
                  <a:lnTo>
                    <a:pt x="815149" y="665289"/>
                  </a:lnTo>
                  <a:close/>
                </a:path>
                <a:path w="815340" h="2030729">
                  <a:moveTo>
                    <a:pt x="815149" y="554405"/>
                  </a:moveTo>
                  <a:lnTo>
                    <a:pt x="0" y="554405"/>
                  </a:lnTo>
                  <a:lnTo>
                    <a:pt x="0" y="588645"/>
                  </a:lnTo>
                  <a:lnTo>
                    <a:pt x="815149" y="588645"/>
                  </a:lnTo>
                  <a:lnTo>
                    <a:pt x="815149" y="554405"/>
                  </a:lnTo>
                  <a:close/>
                </a:path>
                <a:path w="815340" h="2030729">
                  <a:moveTo>
                    <a:pt x="815149" y="443534"/>
                  </a:moveTo>
                  <a:lnTo>
                    <a:pt x="0" y="443534"/>
                  </a:lnTo>
                  <a:lnTo>
                    <a:pt x="0" y="477774"/>
                  </a:lnTo>
                  <a:lnTo>
                    <a:pt x="815149" y="477774"/>
                  </a:lnTo>
                  <a:lnTo>
                    <a:pt x="815149" y="443534"/>
                  </a:lnTo>
                  <a:close/>
                </a:path>
                <a:path w="815340" h="2030729">
                  <a:moveTo>
                    <a:pt x="815149" y="332651"/>
                  </a:moveTo>
                  <a:lnTo>
                    <a:pt x="0" y="332651"/>
                  </a:lnTo>
                  <a:lnTo>
                    <a:pt x="0" y="366890"/>
                  </a:lnTo>
                  <a:lnTo>
                    <a:pt x="815149" y="366890"/>
                  </a:lnTo>
                  <a:lnTo>
                    <a:pt x="815149" y="332651"/>
                  </a:lnTo>
                  <a:close/>
                </a:path>
                <a:path w="815340" h="2030729">
                  <a:moveTo>
                    <a:pt x="815149" y="221767"/>
                  </a:moveTo>
                  <a:lnTo>
                    <a:pt x="0" y="221767"/>
                  </a:lnTo>
                  <a:lnTo>
                    <a:pt x="0" y="256006"/>
                  </a:lnTo>
                  <a:lnTo>
                    <a:pt x="815149" y="256006"/>
                  </a:lnTo>
                  <a:lnTo>
                    <a:pt x="815149" y="221767"/>
                  </a:lnTo>
                  <a:close/>
                </a:path>
                <a:path w="815340" h="2030729">
                  <a:moveTo>
                    <a:pt x="815149" y="110896"/>
                  </a:moveTo>
                  <a:lnTo>
                    <a:pt x="0" y="110896"/>
                  </a:lnTo>
                  <a:lnTo>
                    <a:pt x="0" y="145122"/>
                  </a:lnTo>
                  <a:lnTo>
                    <a:pt x="815149" y="145122"/>
                  </a:lnTo>
                  <a:lnTo>
                    <a:pt x="815149" y="110896"/>
                  </a:lnTo>
                  <a:close/>
                </a:path>
                <a:path w="815340" h="2030729">
                  <a:moveTo>
                    <a:pt x="815149" y="0"/>
                  </a:moveTo>
                  <a:lnTo>
                    <a:pt x="0" y="0"/>
                  </a:lnTo>
                  <a:lnTo>
                    <a:pt x="0" y="34239"/>
                  </a:lnTo>
                  <a:lnTo>
                    <a:pt x="815149" y="34239"/>
                  </a:lnTo>
                  <a:lnTo>
                    <a:pt x="815149" y="0"/>
                  </a:lnTo>
                  <a:close/>
                </a:path>
              </a:pathLst>
            </a:custGeom>
            <a:solidFill>
              <a:srgbClr val="A5D6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7952867" y="5758986"/>
              <a:ext cx="575310" cy="2254885"/>
            </a:xfrm>
            <a:custGeom>
              <a:avLst/>
              <a:gdLst/>
              <a:ahLst/>
              <a:cxnLst/>
              <a:rect l="l" t="t" r="r" b="b"/>
              <a:pathLst>
                <a:path w="575309" h="2254884">
                  <a:moveTo>
                    <a:pt x="574903" y="0"/>
                  </a:moveTo>
                  <a:lnTo>
                    <a:pt x="0" y="0"/>
                  </a:lnTo>
                  <a:lnTo>
                    <a:pt x="0" y="2254413"/>
                  </a:lnTo>
                  <a:lnTo>
                    <a:pt x="574903" y="2254413"/>
                  </a:lnTo>
                  <a:lnTo>
                    <a:pt x="574903" y="0"/>
                  </a:lnTo>
                  <a:close/>
                </a:path>
              </a:pathLst>
            </a:custGeom>
            <a:solidFill>
              <a:srgbClr val="3CACDD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17729742" y="5300760"/>
            <a:ext cx="612140" cy="458470"/>
            <a:chOff x="17729742" y="5300760"/>
            <a:chExt cx="612140" cy="458470"/>
          </a:xfrm>
        </p:grpSpPr>
        <p:sp>
          <p:nvSpPr>
            <p:cNvPr id="9" name="object 9" descr=""/>
            <p:cNvSpPr/>
            <p:nvPr/>
          </p:nvSpPr>
          <p:spPr>
            <a:xfrm>
              <a:off x="17729742" y="5300760"/>
              <a:ext cx="612140" cy="307975"/>
            </a:xfrm>
            <a:custGeom>
              <a:avLst/>
              <a:gdLst/>
              <a:ahLst/>
              <a:cxnLst/>
              <a:rect l="l" t="t" r="r" b="b"/>
              <a:pathLst>
                <a:path w="612140" h="307975">
                  <a:moveTo>
                    <a:pt x="611782" y="0"/>
                  </a:moveTo>
                  <a:lnTo>
                    <a:pt x="0" y="0"/>
                  </a:lnTo>
                  <a:lnTo>
                    <a:pt x="0" y="307613"/>
                  </a:lnTo>
                  <a:lnTo>
                    <a:pt x="611782" y="307613"/>
                  </a:lnTo>
                  <a:lnTo>
                    <a:pt x="611782" y="0"/>
                  </a:lnTo>
                  <a:close/>
                </a:path>
              </a:pathLst>
            </a:custGeom>
            <a:solidFill>
              <a:srgbClr val="E1F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7729733" y="5608376"/>
              <a:ext cx="612140" cy="151130"/>
            </a:xfrm>
            <a:custGeom>
              <a:avLst/>
              <a:gdLst/>
              <a:ahLst/>
              <a:cxnLst/>
              <a:rect l="l" t="t" r="r" b="b"/>
              <a:pathLst>
                <a:path w="612140" h="151129">
                  <a:moveTo>
                    <a:pt x="611784" y="0"/>
                  </a:moveTo>
                  <a:lnTo>
                    <a:pt x="0" y="0"/>
                  </a:lnTo>
                  <a:lnTo>
                    <a:pt x="0" y="42468"/>
                  </a:lnTo>
                  <a:lnTo>
                    <a:pt x="66535" y="42468"/>
                  </a:lnTo>
                  <a:lnTo>
                    <a:pt x="66535" y="104927"/>
                  </a:lnTo>
                  <a:lnTo>
                    <a:pt x="94716" y="104927"/>
                  </a:lnTo>
                  <a:lnTo>
                    <a:pt x="94716" y="42468"/>
                  </a:lnTo>
                  <a:lnTo>
                    <a:pt x="510578" y="42468"/>
                  </a:lnTo>
                  <a:lnTo>
                    <a:pt x="510578" y="150622"/>
                  </a:lnTo>
                  <a:lnTo>
                    <a:pt x="538746" y="150622"/>
                  </a:lnTo>
                  <a:lnTo>
                    <a:pt x="538746" y="42468"/>
                  </a:lnTo>
                  <a:lnTo>
                    <a:pt x="611784" y="42468"/>
                  </a:lnTo>
                  <a:lnTo>
                    <a:pt x="611784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 descr=""/>
          <p:cNvGrpSpPr/>
          <p:nvPr/>
        </p:nvGrpSpPr>
        <p:grpSpPr>
          <a:xfrm>
            <a:off x="14733761" y="4351050"/>
            <a:ext cx="2419985" cy="3616960"/>
            <a:chOff x="14733761" y="4351050"/>
            <a:chExt cx="2419985" cy="3616960"/>
          </a:xfrm>
        </p:grpSpPr>
        <p:sp>
          <p:nvSpPr>
            <p:cNvPr id="12" name="object 12" descr=""/>
            <p:cNvSpPr/>
            <p:nvPr/>
          </p:nvSpPr>
          <p:spPr>
            <a:xfrm>
              <a:off x="15315806" y="4614435"/>
              <a:ext cx="1506855" cy="99695"/>
            </a:xfrm>
            <a:custGeom>
              <a:avLst/>
              <a:gdLst/>
              <a:ahLst/>
              <a:cxnLst/>
              <a:rect l="l" t="t" r="r" b="b"/>
              <a:pathLst>
                <a:path w="1506855" h="99695">
                  <a:moveTo>
                    <a:pt x="0" y="99462"/>
                  </a:moveTo>
                  <a:lnTo>
                    <a:pt x="1506226" y="99462"/>
                  </a:lnTo>
                  <a:lnTo>
                    <a:pt x="1506226" y="0"/>
                  </a:lnTo>
                  <a:lnTo>
                    <a:pt x="0" y="0"/>
                  </a:lnTo>
                  <a:lnTo>
                    <a:pt x="0" y="99462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5315806" y="4669993"/>
              <a:ext cx="1506855" cy="44450"/>
            </a:xfrm>
            <a:custGeom>
              <a:avLst/>
              <a:gdLst/>
              <a:ahLst/>
              <a:cxnLst/>
              <a:rect l="l" t="t" r="r" b="b"/>
              <a:pathLst>
                <a:path w="1506855" h="44450">
                  <a:moveTo>
                    <a:pt x="1506226" y="0"/>
                  </a:moveTo>
                  <a:lnTo>
                    <a:pt x="0" y="0"/>
                  </a:lnTo>
                  <a:lnTo>
                    <a:pt x="0" y="43904"/>
                  </a:lnTo>
                  <a:lnTo>
                    <a:pt x="1506226" y="43904"/>
                  </a:lnTo>
                  <a:lnTo>
                    <a:pt x="1506226" y="0"/>
                  </a:lnTo>
                  <a:close/>
                </a:path>
              </a:pathLst>
            </a:custGeom>
            <a:solidFill>
              <a:srgbClr val="3CACDD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4733761" y="4713898"/>
              <a:ext cx="2419985" cy="3253740"/>
            </a:xfrm>
            <a:custGeom>
              <a:avLst/>
              <a:gdLst/>
              <a:ahLst/>
              <a:cxnLst/>
              <a:rect l="l" t="t" r="r" b="b"/>
              <a:pathLst>
                <a:path w="2419984" h="3253740">
                  <a:moveTo>
                    <a:pt x="2419664" y="0"/>
                  </a:moveTo>
                  <a:lnTo>
                    <a:pt x="0" y="0"/>
                  </a:lnTo>
                  <a:lnTo>
                    <a:pt x="0" y="3253701"/>
                  </a:lnTo>
                  <a:lnTo>
                    <a:pt x="2419664" y="3253701"/>
                  </a:lnTo>
                  <a:lnTo>
                    <a:pt x="2419664" y="0"/>
                  </a:lnTo>
                  <a:close/>
                </a:path>
              </a:pathLst>
            </a:custGeom>
            <a:solidFill>
              <a:srgbClr val="FBED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5368779" y="4847418"/>
              <a:ext cx="1609725" cy="346710"/>
            </a:xfrm>
            <a:custGeom>
              <a:avLst/>
              <a:gdLst/>
              <a:ahLst/>
              <a:cxnLst/>
              <a:rect l="l" t="t" r="r" b="b"/>
              <a:pathLst>
                <a:path w="1609725" h="346710">
                  <a:moveTo>
                    <a:pt x="111899" y="0"/>
                  </a:moveTo>
                  <a:lnTo>
                    <a:pt x="0" y="0"/>
                  </a:lnTo>
                  <a:lnTo>
                    <a:pt x="0" y="139052"/>
                  </a:lnTo>
                  <a:lnTo>
                    <a:pt x="111899" y="139052"/>
                  </a:lnTo>
                  <a:lnTo>
                    <a:pt x="111899" y="0"/>
                  </a:lnTo>
                  <a:close/>
                </a:path>
                <a:path w="1609725" h="346710">
                  <a:moveTo>
                    <a:pt x="411416" y="0"/>
                  </a:moveTo>
                  <a:lnTo>
                    <a:pt x="299516" y="0"/>
                  </a:lnTo>
                  <a:lnTo>
                    <a:pt x="299516" y="139052"/>
                  </a:lnTo>
                  <a:lnTo>
                    <a:pt x="411416" y="139052"/>
                  </a:lnTo>
                  <a:lnTo>
                    <a:pt x="411416" y="0"/>
                  </a:lnTo>
                  <a:close/>
                </a:path>
                <a:path w="1609725" h="346710">
                  <a:moveTo>
                    <a:pt x="710920" y="0"/>
                  </a:moveTo>
                  <a:lnTo>
                    <a:pt x="599008" y="0"/>
                  </a:lnTo>
                  <a:lnTo>
                    <a:pt x="599008" y="139052"/>
                  </a:lnTo>
                  <a:lnTo>
                    <a:pt x="710920" y="139052"/>
                  </a:lnTo>
                  <a:lnTo>
                    <a:pt x="710920" y="0"/>
                  </a:lnTo>
                  <a:close/>
                </a:path>
                <a:path w="1609725" h="346710">
                  <a:moveTo>
                    <a:pt x="1010424" y="0"/>
                  </a:moveTo>
                  <a:lnTo>
                    <a:pt x="898525" y="0"/>
                  </a:lnTo>
                  <a:lnTo>
                    <a:pt x="898525" y="139052"/>
                  </a:lnTo>
                  <a:lnTo>
                    <a:pt x="1010424" y="139052"/>
                  </a:lnTo>
                  <a:lnTo>
                    <a:pt x="1010424" y="0"/>
                  </a:lnTo>
                  <a:close/>
                </a:path>
                <a:path w="1609725" h="346710">
                  <a:moveTo>
                    <a:pt x="1309928" y="0"/>
                  </a:moveTo>
                  <a:lnTo>
                    <a:pt x="1198029" y="0"/>
                  </a:lnTo>
                  <a:lnTo>
                    <a:pt x="1198029" y="139052"/>
                  </a:lnTo>
                  <a:lnTo>
                    <a:pt x="1309928" y="139052"/>
                  </a:lnTo>
                  <a:lnTo>
                    <a:pt x="1309928" y="0"/>
                  </a:lnTo>
                  <a:close/>
                </a:path>
                <a:path w="1609725" h="346710">
                  <a:moveTo>
                    <a:pt x="1609445" y="207314"/>
                  </a:moveTo>
                  <a:lnTo>
                    <a:pt x="1497545" y="207314"/>
                  </a:lnTo>
                  <a:lnTo>
                    <a:pt x="1497545" y="346354"/>
                  </a:lnTo>
                  <a:lnTo>
                    <a:pt x="1609445" y="346354"/>
                  </a:lnTo>
                  <a:lnTo>
                    <a:pt x="1609445" y="207314"/>
                  </a:lnTo>
                  <a:close/>
                </a:path>
                <a:path w="1609725" h="346710">
                  <a:moveTo>
                    <a:pt x="1609445" y="0"/>
                  </a:moveTo>
                  <a:lnTo>
                    <a:pt x="1497545" y="0"/>
                  </a:lnTo>
                  <a:lnTo>
                    <a:pt x="1497545" y="139052"/>
                  </a:lnTo>
                  <a:lnTo>
                    <a:pt x="1609445" y="139052"/>
                  </a:lnTo>
                  <a:lnTo>
                    <a:pt x="1609445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6566815" y="5054725"/>
              <a:ext cx="112395" cy="139065"/>
            </a:xfrm>
            <a:custGeom>
              <a:avLst/>
              <a:gdLst/>
              <a:ahLst/>
              <a:cxnLst/>
              <a:rect l="l" t="t" r="r" b="b"/>
              <a:pathLst>
                <a:path w="112394" h="139064">
                  <a:moveTo>
                    <a:pt x="111902" y="0"/>
                  </a:moveTo>
                  <a:lnTo>
                    <a:pt x="0" y="0"/>
                  </a:lnTo>
                  <a:lnTo>
                    <a:pt x="0" y="139042"/>
                  </a:lnTo>
                  <a:lnTo>
                    <a:pt x="111902" y="139042"/>
                  </a:lnTo>
                  <a:lnTo>
                    <a:pt x="111902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5967787" y="5054732"/>
              <a:ext cx="411480" cy="139065"/>
            </a:xfrm>
            <a:custGeom>
              <a:avLst/>
              <a:gdLst/>
              <a:ahLst/>
              <a:cxnLst/>
              <a:rect l="l" t="t" r="r" b="b"/>
              <a:pathLst>
                <a:path w="411480" h="139064">
                  <a:moveTo>
                    <a:pt x="111912" y="0"/>
                  </a:moveTo>
                  <a:lnTo>
                    <a:pt x="0" y="0"/>
                  </a:lnTo>
                  <a:lnTo>
                    <a:pt x="0" y="139039"/>
                  </a:lnTo>
                  <a:lnTo>
                    <a:pt x="111912" y="139039"/>
                  </a:lnTo>
                  <a:lnTo>
                    <a:pt x="111912" y="0"/>
                  </a:lnTo>
                  <a:close/>
                </a:path>
                <a:path w="411480" h="139064">
                  <a:moveTo>
                    <a:pt x="411416" y="0"/>
                  </a:moveTo>
                  <a:lnTo>
                    <a:pt x="299516" y="0"/>
                  </a:lnTo>
                  <a:lnTo>
                    <a:pt x="299516" y="139039"/>
                  </a:lnTo>
                  <a:lnTo>
                    <a:pt x="411416" y="139039"/>
                  </a:lnTo>
                  <a:lnTo>
                    <a:pt x="411416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5668298" y="5054725"/>
              <a:ext cx="112395" cy="139065"/>
            </a:xfrm>
            <a:custGeom>
              <a:avLst/>
              <a:gdLst/>
              <a:ahLst/>
              <a:cxnLst/>
              <a:rect l="l" t="t" r="r" b="b"/>
              <a:pathLst>
                <a:path w="112394" h="139064">
                  <a:moveTo>
                    <a:pt x="111902" y="0"/>
                  </a:moveTo>
                  <a:lnTo>
                    <a:pt x="0" y="0"/>
                  </a:lnTo>
                  <a:lnTo>
                    <a:pt x="0" y="139042"/>
                  </a:lnTo>
                  <a:lnTo>
                    <a:pt x="111902" y="139042"/>
                  </a:lnTo>
                  <a:lnTo>
                    <a:pt x="111902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5368779" y="5054732"/>
              <a:ext cx="1609725" cy="553720"/>
            </a:xfrm>
            <a:custGeom>
              <a:avLst/>
              <a:gdLst/>
              <a:ahLst/>
              <a:cxnLst/>
              <a:rect l="l" t="t" r="r" b="b"/>
              <a:pathLst>
                <a:path w="1609725" h="553720">
                  <a:moveTo>
                    <a:pt x="111899" y="207302"/>
                  </a:moveTo>
                  <a:lnTo>
                    <a:pt x="0" y="207302"/>
                  </a:lnTo>
                  <a:lnTo>
                    <a:pt x="0" y="346341"/>
                  </a:lnTo>
                  <a:lnTo>
                    <a:pt x="111899" y="346341"/>
                  </a:lnTo>
                  <a:lnTo>
                    <a:pt x="111899" y="207302"/>
                  </a:lnTo>
                  <a:close/>
                </a:path>
                <a:path w="1609725" h="553720">
                  <a:moveTo>
                    <a:pt x="111899" y="0"/>
                  </a:moveTo>
                  <a:lnTo>
                    <a:pt x="0" y="0"/>
                  </a:lnTo>
                  <a:lnTo>
                    <a:pt x="0" y="139039"/>
                  </a:lnTo>
                  <a:lnTo>
                    <a:pt x="111899" y="139039"/>
                  </a:lnTo>
                  <a:lnTo>
                    <a:pt x="111899" y="0"/>
                  </a:lnTo>
                  <a:close/>
                </a:path>
                <a:path w="1609725" h="553720">
                  <a:moveTo>
                    <a:pt x="411416" y="207302"/>
                  </a:moveTo>
                  <a:lnTo>
                    <a:pt x="299516" y="207302"/>
                  </a:lnTo>
                  <a:lnTo>
                    <a:pt x="299516" y="346341"/>
                  </a:lnTo>
                  <a:lnTo>
                    <a:pt x="411416" y="346341"/>
                  </a:lnTo>
                  <a:lnTo>
                    <a:pt x="411416" y="207302"/>
                  </a:lnTo>
                  <a:close/>
                </a:path>
                <a:path w="1609725" h="553720">
                  <a:moveTo>
                    <a:pt x="710920" y="207302"/>
                  </a:moveTo>
                  <a:lnTo>
                    <a:pt x="599008" y="207302"/>
                  </a:lnTo>
                  <a:lnTo>
                    <a:pt x="599008" y="346341"/>
                  </a:lnTo>
                  <a:lnTo>
                    <a:pt x="710920" y="346341"/>
                  </a:lnTo>
                  <a:lnTo>
                    <a:pt x="710920" y="207302"/>
                  </a:lnTo>
                  <a:close/>
                </a:path>
                <a:path w="1609725" h="553720">
                  <a:moveTo>
                    <a:pt x="1010424" y="414604"/>
                  </a:moveTo>
                  <a:lnTo>
                    <a:pt x="898525" y="414604"/>
                  </a:lnTo>
                  <a:lnTo>
                    <a:pt x="898525" y="553643"/>
                  </a:lnTo>
                  <a:lnTo>
                    <a:pt x="1010424" y="553643"/>
                  </a:lnTo>
                  <a:lnTo>
                    <a:pt x="1010424" y="414604"/>
                  </a:lnTo>
                  <a:close/>
                </a:path>
                <a:path w="1609725" h="553720">
                  <a:moveTo>
                    <a:pt x="1010424" y="207302"/>
                  </a:moveTo>
                  <a:lnTo>
                    <a:pt x="898525" y="207302"/>
                  </a:lnTo>
                  <a:lnTo>
                    <a:pt x="898525" y="346341"/>
                  </a:lnTo>
                  <a:lnTo>
                    <a:pt x="1010424" y="346341"/>
                  </a:lnTo>
                  <a:lnTo>
                    <a:pt x="1010424" y="207302"/>
                  </a:lnTo>
                  <a:close/>
                </a:path>
                <a:path w="1609725" h="553720">
                  <a:moveTo>
                    <a:pt x="1309928" y="414604"/>
                  </a:moveTo>
                  <a:lnTo>
                    <a:pt x="1198029" y="414604"/>
                  </a:lnTo>
                  <a:lnTo>
                    <a:pt x="1198029" y="553643"/>
                  </a:lnTo>
                  <a:lnTo>
                    <a:pt x="1309928" y="553643"/>
                  </a:lnTo>
                  <a:lnTo>
                    <a:pt x="1309928" y="414604"/>
                  </a:lnTo>
                  <a:close/>
                </a:path>
                <a:path w="1609725" h="553720">
                  <a:moveTo>
                    <a:pt x="1309928" y="207302"/>
                  </a:moveTo>
                  <a:lnTo>
                    <a:pt x="1198029" y="207302"/>
                  </a:lnTo>
                  <a:lnTo>
                    <a:pt x="1198029" y="346341"/>
                  </a:lnTo>
                  <a:lnTo>
                    <a:pt x="1309928" y="346341"/>
                  </a:lnTo>
                  <a:lnTo>
                    <a:pt x="1309928" y="207302"/>
                  </a:lnTo>
                  <a:close/>
                </a:path>
                <a:path w="1609725" h="553720">
                  <a:moveTo>
                    <a:pt x="1609445" y="414604"/>
                  </a:moveTo>
                  <a:lnTo>
                    <a:pt x="1497545" y="414604"/>
                  </a:lnTo>
                  <a:lnTo>
                    <a:pt x="1497545" y="553643"/>
                  </a:lnTo>
                  <a:lnTo>
                    <a:pt x="1609445" y="553643"/>
                  </a:lnTo>
                  <a:lnTo>
                    <a:pt x="1609445" y="414604"/>
                  </a:lnTo>
                  <a:close/>
                </a:path>
                <a:path w="1609725" h="553720">
                  <a:moveTo>
                    <a:pt x="1609445" y="207302"/>
                  </a:moveTo>
                  <a:lnTo>
                    <a:pt x="1497545" y="207302"/>
                  </a:lnTo>
                  <a:lnTo>
                    <a:pt x="1497545" y="346341"/>
                  </a:lnTo>
                  <a:lnTo>
                    <a:pt x="1609445" y="346341"/>
                  </a:lnTo>
                  <a:lnTo>
                    <a:pt x="1609445" y="207302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5967796" y="5469330"/>
              <a:ext cx="112395" cy="139065"/>
            </a:xfrm>
            <a:custGeom>
              <a:avLst/>
              <a:gdLst/>
              <a:ahLst/>
              <a:cxnLst/>
              <a:rect l="l" t="t" r="r" b="b"/>
              <a:pathLst>
                <a:path w="112394" h="139064">
                  <a:moveTo>
                    <a:pt x="111902" y="0"/>
                  </a:moveTo>
                  <a:lnTo>
                    <a:pt x="0" y="0"/>
                  </a:lnTo>
                  <a:lnTo>
                    <a:pt x="0" y="139042"/>
                  </a:lnTo>
                  <a:lnTo>
                    <a:pt x="111902" y="139042"/>
                  </a:lnTo>
                  <a:lnTo>
                    <a:pt x="111902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5368779" y="5469337"/>
              <a:ext cx="1609725" cy="761365"/>
            </a:xfrm>
            <a:custGeom>
              <a:avLst/>
              <a:gdLst/>
              <a:ahLst/>
              <a:cxnLst/>
              <a:rect l="l" t="t" r="r" b="b"/>
              <a:pathLst>
                <a:path w="1609725" h="761364">
                  <a:moveTo>
                    <a:pt x="111899" y="621906"/>
                  </a:moveTo>
                  <a:lnTo>
                    <a:pt x="0" y="621906"/>
                  </a:lnTo>
                  <a:lnTo>
                    <a:pt x="0" y="760945"/>
                  </a:lnTo>
                  <a:lnTo>
                    <a:pt x="111899" y="760945"/>
                  </a:lnTo>
                  <a:lnTo>
                    <a:pt x="111899" y="621906"/>
                  </a:lnTo>
                  <a:close/>
                </a:path>
                <a:path w="1609725" h="761364">
                  <a:moveTo>
                    <a:pt x="111899" y="414591"/>
                  </a:moveTo>
                  <a:lnTo>
                    <a:pt x="0" y="414591"/>
                  </a:lnTo>
                  <a:lnTo>
                    <a:pt x="0" y="553643"/>
                  </a:lnTo>
                  <a:lnTo>
                    <a:pt x="111899" y="553643"/>
                  </a:lnTo>
                  <a:lnTo>
                    <a:pt x="111899" y="414591"/>
                  </a:lnTo>
                  <a:close/>
                </a:path>
                <a:path w="1609725" h="761364">
                  <a:moveTo>
                    <a:pt x="111899" y="207302"/>
                  </a:moveTo>
                  <a:lnTo>
                    <a:pt x="0" y="207302"/>
                  </a:lnTo>
                  <a:lnTo>
                    <a:pt x="0" y="346341"/>
                  </a:lnTo>
                  <a:lnTo>
                    <a:pt x="111899" y="346341"/>
                  </a:lnTo>
                  <a:lnTo>
                    <a:pt x="111899" y="207302"/>
                  </a:lnTo>
                  <a:close/>
                </a:path>
                <a:path w="1609725" h="761364">
                  <a:moveTo>
                    <a:pt x="111899" y="0"/>
                  </a:moveTo>
                  <a:lnTo>
                    <a:pt x="0" y="0"/>
                  </a:lnTo>
                  <a:lnTo>
                    <a:pt x="0" y="139039"/>
                  </a:lnTo>
                  <a:lnTo>
                    <a:pt x="111899" y="139039"/>
                  </a:lnTo>
                  <a:lnTo>
                    <a:pt x="111899" y="0"/>
                  </a:lnTo>
                  <a:close/>
                </a:path>
                <a:path w="1609725" h="761364">
                  <a:moveTo>
                    <a:pt x="411416" y="621906"/>
                  </a:moveTo>
                  <a:lnTo>
                    <a:pt x="299516" y="621906"/>
                  </a:lnTo>
                  <a:lnTo>
                    <a:pt x="299516" y="760945"/>
                  </a:lnTo>
                  <a:lnTo>
                    <a:pt x="411416" y="760945"/>
                  </a:lnTo>
                  <a:lnTo>
                    <a:pt x="411416" y="621906"/>
                  </a:lnTo>
                  <a:close/>
                </a:path>
                <a:path w="1609725" h="761364">
                  <a:moveTo>
                    <a:pt x="411416" y="414591"/>
                  </a:moveTo>
                  <a:lnTo>
                    <a:pt x="299516" y="414591"/>
                  </a:lnTo>
                  <a:lnTo>
                    <a:pt x="299516" y="553643"/>
                  </a:lnTo>
                  <a:lnTo>
                    <a:pt x="411416" y="553643"/>
                  </a:lnTo>
                  <a:lnTo>
                    <a:pt x="411416" y="414591"/>
                  </a:lnTo>
                  <a:close/>
                </a:path>
                <a:path w="1609725" h="761364">
                  <a:moveTo>
                    <a:pt x="411416" y="207302"/>
                  </a:moveTo>
                  <a:lnTo>
                    <a:pt x="299516" y="207302"/>
                  </a:lnTo>
                  <a:lnTo>
                    <a:pt x="299516" y="346341"/>
                  </a:lnTo>
                  <a:lnTo>
                    <a:pt x="411416" y="346341"/>
                  </a:lnTo>
                  <a:lnTo>
                    <a:pt x="411416" y="207302"/>
                  </a:lnTo>
                  <a:close/>
                </a:path>
                <a:path w="1609725" h="761364">
                  <a:moveTo>
                    <a:pt x="411416" y="0"/>
                  </a:moveTo>
                  <a:lnTo>
                    <a:pt x="299516" y="0"/>
                  </a:lnTo>
                  <a:lnTo>
                    <a:pt x="299516" y="139039"/>
                  </a:lnTo>
                  <a:lnTo>
                    <a:pt x="411416" y="139039"/>
                  </a:lnTo>
                  <a:lnTo>
                    <a:pt x="411416" y="0"/>
                  </a:lnTo>
                  <a:close/>
                </a:path>
                <a:path w="1609725" h="761364">
                  <a:moveTo>
                    <a:pt x="710920" y="621906"/>
                  </a:moveTo>
                  <a:lnTo>
                    <a:pt x="599008" y="621906"/>
                  </a:lnTo>
                  <a:lnTo>
                    <a:pt x="599008" y="760945"/>
                  </a:lnTo>
                  <a:lnTo>
                    <a:pt x="710920" y="760945"/>
                  </a:lnTo>
                  <a:lnTo>
                    <a:pt x="710920" y="621906"/>
                  </a:lnTo>
                  <a:close/>
                </a:path>
                <a:path w="1609725" h="761364">
                  <a:moveTo>
                    <a:pt x="710920" y="414591"/>
                  </a:moveTo>
                  <a:lnTo>
                    <a:pt x="599008" y="414591"/>
                  </a:lnTo>
                  <a:lnTo>
                    <a:pt x="599008" y="553643"/>
                  </a:lnTo>
                  <a:lnTo>
                    <a:pt x="710920" y="553643"/>
                  </a:lnTo>
                  <a:lnTo>
                    <a:pt x="710920" y="414591"/>
                  </a:lnTo>
                  <a:close/>
                </a:path>
                <a:path w="1609725" h="761364">
                  <a:moveTo>
                    <a:pt x="710920" y="207302"/>
                  </a:moveTo>
                  <a:lnTo>
                    <a:pt x="599008" y="207302"/>
                  </a:lnTo>
                  <a:lnTo>
                    <a:pt x="599008" y="346341"/>
                  </a:lnTo>
                  <a:lnTo>
                    <a:pt x="710920" y="346341"/>
                  </a:lnTo>
                  <a:lnTo>
                    <a:pt x="710920" y="207302"/>
                  </a:lnTo>
                  <a:close/>
                </a:path>
                <a:path w="1609725" h="761364">
                  <a:moveTo>
                    <a:pt x="1010424" y="621906"/>
                  </a:moveTo>
                  <a:lnTo>
                    <a:pt x="898525" y="621906"/>
                  </a:lnTo>
                  <a:lnTo>
                    <a:pt x="898525" y="760945"/>
                  </a:lnTo>
                  <a:lnTo>
                    <a:pt x="1010424" y="760945"/>
                  </a:lnTo>
                  <a:lnTo>
                    <a:pt x="1010424" y="621906"/>
                  </a:lnTo>
                  <a:close/>
                </a:path>
                <a:path w="1609725" h="761364">
                  <a:moveTo>
                    <a:pt x="1010424" y="414591"/>
                  </a:moveTo>
                  <a:lnTo>
                    <a:pt x="898525" y="414591"/>
                  </a:lnTo>
                  <a:lnTo>
                    <a:pt x="898525" y="553643"/>
                  </a:lnTo>
                  <a:lnTo>
                    <a:pt x="1010424" y="553643"/>
                  </a:lnTo>
                  <a:lnTo>
                    <a:pt x="1010424" y="414591"/>
                  </a:lnTo>
                  <a:close/>
                </a:path>
                <a:path w="1609725" h="761364">
                  <a:moveTo>
                    <a:pt x="1010424" y="207302"/>
                  </a:moveTo>
                  <a:lnTo>
                    <a:pt x="898525" y="207302"/>
                  </a:lnTo>
                  <a:lnTo>
                    <a:pt x="898525" y="346341"/>
                  </a:lnTo>
                  <a:lnTo>
                    <a:pt x="1010424" y="346341"/>
                  </a:lnTo>
                  <a:lnTo>
                    <a:pt x="1010424" y="207302"/>
                  </a:lnTo>
                  <a:close/>
                </a:path>
                <a:path w="1609725" h="761364">
                  <a:moveTo>
                    <a:pt x="1309928" y="621906"/>
                  </a:moveTo>
                  <a:lnTo>
                    <a:pt x="1198029" y="621906"/>
                  </a:lnTo>
                  <a:lnTo>
                    <a:pt x="1198029" y="760945"/>
                  </a:lnTo>
                  <a:lnTo>
                    <a:pt x="1309928" y="760945"/>
                  </a:lnTo>
                  <a:lnTo>
                    <a:pt x="1309928" y="621906"/>
                  </a:lnTo>
                  <a:close/>
                </a:path>
                <a:path w="1609725" h="761364">
                  <a:moveTo>
                    <a:pt x="1309928" y="414591"/>
                  </a:moveTo>
                  <a:lnTo>
                    <a:pt x="1198029" y="414591"/>
                  </a:lnTo>
                  <a:lnTo>
                    <a:pt x="1198029" y="553643"/>
                  </a:lnTo>
                  <a:lnTo>
                    <a:pt x="1309928" y="553643"/>
                  </a:lnTo>
                  <a:lnTo>
                    <a:pt x="1309928" y="414591"/>
                  </a:lnTo>
                  <a:close/>
                </a:path>
                <a:path w="1609725" h="761364">
                  <a:moveTo>
                    <a:pt x="1309928" y="207302"/>
                  </a:moveTo>
                  <a:lnTo>
                    <a:pt x="1198029" y="207302"/>
                  </a:lnTo>
                  <a:lnTo>
                    <a:pt x="1198029" y="346341"/>
                  </a:lnTo>
                  <a:lnTo>
                    <a:pt x="1309928" y="346341"/>
                  </a:lnTo>
                  <a:lnTo>
                    <a:pt x="1309928" y="207302"/>
                  </a:lnTo>
                  <a:close/>
                </a:path>
                <a:path w="1609725" h="761364">
                  <a:moveTo>
                    <a:pt x="1609445" y="621906"/>
                  </a:moveTo>
                  <a:lnTo>
                    <a:pt x="1497545" y="621906"/>
                  </a:lnTo>
                  <a:lnTo>
                    <a:pt x="1497545" y="760945"/>
                  </a:lnTo>
                  <a:lnTo>
                    <a:pt x="1609445" y="760945"/>
                  </a:lnTo>
                  <a:lnTo>
                    <a:pt x="1609445" y="621906"/>
                  </a:lnTo>
                  <a:close/>
                </a:path>
                <a:path w="1609725" h="761364">
                  <a:moveTo>
                    <a:pt x="1609445" y="414591"/>
                  </a:moveTo>
                  <a:lnTo>
                    <a:pt x="1497545" y="414591"/>
                  </a:lnTo>
                  <a:lnTo>
                    <a:pt x="1497545" y="553643"/>
                  </a:lnTo>
                  <a:lnTo>
                    <a:pt x="1609445" y="553643"/>
                  </a:lnTo>
                  <a:lnTo>
                    <a:pt x="1609445" y="414591"/>
                  </a:lnTo>
                  <a:close/>
                </a:path>
                <a:path w="1609725" h="761364">
                  <a:moveTo>
                    <a:pt x="1609445" y="207302"/>
                  </a:moveTo>
                  <a:lnTo>
                    <a:pt x="1497545" y="207302"/>
                  </a:lnTo>
                  <a:lnTo>
                    <a:pt x="1497545" y="346341"/>
                  </a:lnTo>
                  <a:lnTo>
                    <a:pt x="1609445" y="346341"/>
                  </a:lnTo>
                  <a:lnTo>
                    <a:pt x="1609445" y="207302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6866324" y="6298530"/>
              <a:ext cx="112395" cy="139065"/>
            </a:xfrm>
            <a:custGeom>
              <a:avLst/>
              <a:gdLst/>
              <a:ahLst/>
              <a:cxnLst/>
              <a:rect l="l" t="t" r="r" b="b"/>
              <a:pathLst>
                <a:path w="112394" h="139064">
                  <a:moveTo>
                    <a:pt x="111902" y="0"/>
                  </a:moveTo>
                  <a:lnTo>
                    <a:pt x="0" y="0"/>
                  </a:lnTo>
                  <a:lnTo>
                    <a:pt x="0" y="139053"/>
                  </a:lnTo>
                  <a:lnTo>
                    <a:pt x="111902" y="139053"/>
                  </a:lnTo>
                  <a:lnTo>
                    <a:pt x="111902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6566815" y="6298530"/>
              <a:ext cx="112395" cy="139065"/>
            </a:xfrm>
            <a:custGeom>
              <a:avLst/>
              <a:gdLst/>
              <a:ahLst/>
              <a:cxnLst/>
              <a:rect l="l" t="t" r="r" b="b"/>
              <a:pathLst>
                <a:path w="112394" h="139064">
                  <a:moveTo>
                    <a:pt x="111902" y="0"/>
                  </a:moveTo>
                  <a:lnTo>
                    <a:pt x="0" y="0"/>
                  </a:lnTo>
                  <a:lnTo>
                    <a:pt x="0" y="139053"/>
                  </a:lnTo>
                  <a:lnTo>
                    <a:pt x="111902" y="139053"/>
                  </a:lnTo>
                  <a:lnTo>
                    <a:pt x="111902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5967787" y="6298532"/>
              <a:ext cx="411480" cy="139065"/>
            </a:xfrm>
            <a:custGeom>
              <a:avLst/>
              <a:gdLst/>
              <a:ahLst/>
              <a:cxnLst/>
              <a:rect l="l" t="t" r="r" b="b"/>
              <a:pathLst>
                <a:path w="411480" h="139064">
                  <a:moveTo>
                    <a:pt x="111912" y="0"/>
                  </a:moveTo>
                  <a:lnTo>
                    <a:pt x="0" y="0"/>
                  </a:lnTo>
                  <a:lnTo>
                    <a:pt x="0" y="139052"/>
                  </a:lnTo>
                  <a:lnTo>
                    <a:pt x="111912" y="139052"/>
                  </a:lnTo>
                  <a:lnTo>
                    <a:pt x="111912" y="0"/>
                  </a:lnTo>
                  <a:close/>
                </a:path>
                <a:path w="411480" h="139064">
                  <a:moveTo>
                    <a:pt x="411416" y="0"/>
                  </a:moveTo>
                  <a:lnTo>
                    <a:pt x="299516" y="0"/>
                  </a:lnTo>
                  <a:lnTo>
                    <a:pt x="299516" y="139052"/>
                  </a:lnTo>
                  <a:lnTo>
                    <a:pt x="411416" y="139052"/>
                  </a:lnTo>
                  <a:lnTo>
                    <a:pt x="411416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4826831" y="4847418"/>
              <a:ext cx="2152015" cy="1797685"/>
            </a:xfrm>
            <a:custGeom>
              <a:avLst/>
              <a:gdLst/>
              <a:ahLst/>
              <a:cxnLst/>
              <a:rect l="l" t="t" r="r" b="b"/>
              <a:pathLst>
                <a:path w="2152015" h="1797684">
                  <a:moveTo>
                    <a:pt x="49428" y="829221"/>
                  </a:moveTo>
                  <a:lnTo>
                    <a:pt x="0" y="829221"/>
                  </a:lnTo>
                  <a:lnTo>
                    <a:pt x="0" y="968260"/>
                  </a:lnTo>
                  <a:lnTo>
                    <a:pt x="49428" y="968260"/>
                  </a:lnTo>
                  <a:lnTo>
                    <a:pt x="49428" y="829221"/>
                  </a:lnTo>
                  <a:close/>
                </a:path>
                <a:path w="2152015" h="1797684">
                  <a:moveTo>
                    <a:pt x="49428" y="621919"/>
                  </a:moveTo>
                  <a:lnTo>
                    <a:pt x="0" y="621919"/>
                  </a:lnTo>
                  <a:lnTo>
                    <a:pt x="0" y="760958"/>
                  </a:lnTo>
                  <a:lnTo>
                    <a:pt x="49428" y="760958"/>
                  </a:lnTo>
                  <a:lnTo>
                    <a:pt x="49428" y="621919"/>
                  </a:lnTo>
                  <a:close/>
                </a:path>
                <a:path w="2152015" h="1797684">
                  <a:moveTo>
                    <a:pt x="49428" y="414616"/>
                  </a:moveTo>
                  <a:lnTo>
                    <a:pt x="0" y="414616"/>
                  </a:lnTo>
                  <a:lnTo>
                    <a:pt x="0" y="553656"/>
                  </a:lnTo>
                  <a:lnTo>
                    <a:pt x="49428" y="553656"/>
                  </a:lnTo>
                  <a:lnTo>
                    <a:pt x="49428" y="414616"/>
                  </a:lnTo>
                  <a:close/>
                </a:path>
                <a:path w="2152015" h="1797684">
                  <a:moveTo>
                    <a:pt x="49428" y="207314"/>
                  </a:moveTo>
                  <a:lnTo>
                    <a:pt x="0" y="207314"/>
                  </a:lnTo>
                  <a:lnTo>
                    <a:pt x="0" y="346354"/>
                  </a:lnTo>
                  <a:lnTo>
                    <a:pt x="49428" y="346354"/>
                  </a:lnTo>
                  <a:lnTo>
                    <a:pt x="49428" y="207314"/>
                  </a:lnTo>
                  <a:close/>
                </a:path>
                <a:path w="2152015" h="1797684">
                  <a:moveTo>
                    <a:pt x="49428" y="0"/>
                  </a:moveTo>
                  <a:lnTo>
                    <a:pt x="0" y="0"/>
                  </a:lnTo>
                  <a:lnTo>
                    <a:pt x="0" y="139052"/>
                  </a:lnTo>
                  <a:lnTo>
                    <a:pt x="49428" y="139052"/>
                  </a:lnTo>
                  <a:lnTo>
                    <a:pt x="49428" y="0"/>
                  </a:lnTo>
                  <a:close/>
                </a:path>
                <a:path w="2152015" h="1797684">
                  <a:moveTo>
                    <a:pt x="181737" y="829221"/>
                  </a:moveTo>
                  <a:lnTo>
                    <a:pt x="132295" y="829221"/>
                  </a:lnTo>
                  <a:lnTo>
                    <a:pt x="132295" y="968260"/>
                  </a:lnTo>
                  <a:lnTo>
                    <a:pt x="181737" y="968260"/>
                  </a:lnTo>
                  <a:lnTo>
                    <a:pt x="181737" y="829221"/>
                  </a:lnTo>
                  <a:close/>
                </a:path>
                <a:path w="2152015" h="1797684">
                  <a:moveTo>
                    <a:pt x="181737" y="621919"/>
                  </a:moveTo>
                  <a:lnTo>
                    <a:pt x="132295" y="621919"/>
                  </a:lnTo>
                  <a:lnTo>
                    <a:pt x="132295" y="760958"/>
                  </a:lnTo>
                  <a:lnTo>
                    <a:pt x="181737" y="760958"/>
                  </a:lnTo>
                  <a:lnTo>
                    <a:pt x="181737" y="621919"/>
                  </a:lnTo>
                  <a:close/>
                </a:path>
                <a:path w="2152015" h="1797684">
                  <a:moveTo>
                    <a:pt x="181737" y="414616"/>
                  </a:moveTo>
                  <a:lnTo>
                    <a:pt x="132295" y="414616"/>
                  </a:lnTo>
                  <a:lnTo>
                    <a:pt x="132295" y="553656"/>
                  </a:lnTo>
                  <a:lnTo>
                    <a:pt x="181737" y="553656"/>
                  </a:lnTo>
                  <a:lnTo>
                    <a:pt x="181737" y="414616"/>
                  </a:lnTo>
                  <a:close/>
                </a:path>
                <a:path w="2152015" h="1797684">
                  <a:moveTo>
                    <a:pt x="181737" y="207314"/>
                  </a:moveTo>
                  <a:lnTo>
                    <a:pt x="132295" y="207314"/>
                  </a:lnTo>
                  <a:lnTo>
                    <a:pt x="132295" y="346354"/>
                  </a:lnTo>
                  <a:lnTo>
                    <a:pt x="181737" y="346354"/>
                  </a:lnTo>
                  <a:lnTo>
                    <a:pt x="181737" y="207314"/>
                  </a:lnTo>
                  <a:close/>
                </a:path>
                <a:path w="2152015" h="1797684">
                  <a:moveTo>
                    <a:pt x="181737" y="0"/>
                  </a:moveTo>
                  <a:lnTo>
                    <a:pt x="132295" y="0"/>
                  </a:lnTo>
                  <a:lnTo>
                    <a:pt x="132295" y="139052"/>
                  </a:lnTo>
                  <a:lnTo>
                    <a:pt x="181737" y="139052"/>
                  </a:lnTo>
                  <a:lnTo>
                    <a:pt x="181737" y="0"/>
                  </a:lnTo>
                  <a:close/>
                </a:path>
                <a:path w="2152015" h="1797684">
                  <a:moveTo>
                    <a:pt x="314032" y="1036510"/>
                  </a:moveTo>
                  <a:lnTo>
                    <a:pt x="264604" y="1036510"/>
                  </a:lnTo>
                  <a:lnTo>
                    <a:pt x="264604" y="1175562"/>
                  </a:lnTo>
                  <a:lnTo>
                    <a:pt x="314032" y="1175562"/>
                  </a:lnTo>
                  <a:lnTo>
                    <a:pt x="314032" y="1036510"/>
                  </a:lnTo>
                  <a:close/>
                </a:path>
                <a:path w="2152015" h="1797684">
                  <a:moveTo>
                    <a:pt x="314032" y="829221"/>
                  </a:moveTo>
                  <a:lnTo>
                    <a:pt x="264604" y="829221"/>
                  </a:lnTo>
                  <a:lnTo>
                    <a:pt x="264604" y="968260"/>
                  </a:lnTo>
                  <a:lnTo>
                    <a:pt x="314032" y="968260"/>
                  </a:lnTo>
                  <a:lnTo>
                    <a:pt x="314032" y="829221"/>
                  </a:lnTo>
                  <a:close/>
                </a:path>
                <a:path w="2152015" h="1797684">
                  <a:moveTo>
                    <a:pt x="314032" y="621919"/>
                  </a:moveTo>
                  <a:lnTo>
                    <a:pt x="264604" y="621919"/>
                  </a:lnTo>
                  <a:lnTo>
                    <a:pt x="264604" y="760958"/>
                  </a:lnTo>
                  <a:lnTo>
                    <a:pt x="314032" y="760958"/>
                  </a:lnTo>
                  <a:lnTo>
                    <a:pt x="314032" y="621919"/>
                  </a:lnTo>
                  <a:close/>
                </a:path>
                <a:path w="2152015" h="1797684">
                  <a:moveTo>
                    <a:pt x="314032" y="414616"/>
                  </a:moveTo>
                  <a:lnTo>
                    <a:pt x="264604" y="414616"/>
                  </a:lnTo>
                  <a:lnTo>
                    <a:pt x="264604" y="553656"/>
                  </a:lnTo>
                  <a:lnTo>
                    <a:pt x="314032" y="553656"/>
                  </a:lnTo>
                  <a:lnTo>
                    <a:pt x="314032" y="414616"/>
                  </a:lnTo>
                  <a:close/>
                </a:path>
                <a:path w="2152015" h="1797684">
                  <a:moveTo>
                    <a:pt x="314032" y="207314"/>
                  </a:moveTo>
                  <a:lnTo>
                    <a:pt x="264604" y="207314"/>
                  </a:lnTo>
                  <a:lnTo>
                    <a:pt x="264604" y="346354"/>
                  </a:lnTo>
                  <a:lnTo>
                    <a:pt x="314032" y="346354"/>
                  </a:lnTo>
                  <a:lnTo>
                    <a:pt x="314032" y="207314"/>
                  </a:lnTo>
                  <a:close/>
                </a:path>
                <a:path w="2152015" h="1797684">
                  <a:moveTo>
                    <a:pt x="314032" y="0"/>
                  </a:moveTo>
                  <a:lnTo>
                    <a:pt x="264604" y="0"/>
                  </a:lnTo>
                  <a:lnTo>
                    <a:pt x="264604" y="139052"/>
                  </a:lnTo>
                  <a:lnTo>
                    <a:pt x="314032" y="139052"/>
                  </a:lnTo>
                  <a:lnTo>
                    <a:pt x="314032" y="0"/>
                  </a:lnTo>
                  <a:close/>
                </a:path>
                <a:path w="2152015" h="1797684">
                  <a:moveTo>
                    <a:pt x="653846" y="1658429"/>
                  </a:moveTo>
                  <a:lnTo>
                    <a:pt x="541947" y="1658429"/>
                  </a:lnTo>
                  <a:lnTo>
                    <a:pt x="541947" y="1797469"/>
                  </a:lnTo>
                  <a:lnTo>
                    <a:pt x="653846" y="1797469"/>
                  </a:lnTo>
                  <a:lnTo>
                    <a:pt x="653846" y="1658429"/>
                  </a:lnTo>
                  <a:close/>
                </a:path>
                <a:path w="2152015" h="1797684">
                  <a:moveTo>
                    <a:pt x="653846" y="1451114"/>
                  </a:moveTo>
                  <a:lnTo>
                    <a:pt x="541947" y="1451114"/>
                  </a:lnTo>
                  <a:lnTo>
                    <a:pt x="541947" y="1590167"/>
                  </a:lnTo>
                  <a:lnTo>
                    <a:pt x="653846" y="1590167"/>
                  </a:lnTo>
                  <a:lnTo>
                    <a:pt x="653846" y="1451114"/>
                  </a:lnTo>
                  <a:close/>
                </a:path>
                <a:path w="2152015" h="1797684">
                  <a:moveTo>
                    <a:pt x="953363" y="1658429"/>
                  </a:moveTo>
                  <a:lnTo>
                    <a:pt x="841463" y="1658429"/>
                  </a:lnTo>
                  <a:lnTo>
                    <a:pt x="841463" y="1797469"/>
                  </a:lnTo>
                  <a:lnTo>
                    <a:pt x="953363" y="1797469"/>
                  </a:lnTo>
                  <a:lnTo>
                    <a:pt x="953363" y="1658429"/>
                  </a:lnTo>
                  <a:close/>
                </a:path>
                <a:path w="2152015" h="1797684">
                  <a:moveTo>
                    <a:pt x="953363" y="1451114"/>
                  </a:moveTo>
                  <a:lnTo>
                    <a:pt x="841463" y="1451114"/>
                  </a:lnTo>
                  <a:lnTo>
                    <a:pt x="841463" y="1590167"/>
                  </a:lnTo>
                  <a:lnTo>
                    <a:pt x="953363" y="1590167"/>
                  </a:lnTo>
                  <a:lnTo>
                    <a:pt x="953363" y="1451114"/>
                  </a:lnTo>
                  <a:close/>
                </a:path>
                <a:path w="2152015" h="1797684">
                  <a:moveTo>
                    <a:pt x="1252867" y="1658429"/>
                  </a:moveTo>
                  <a:lnTo>
                    <a:pt x="1140955" y="1658429"/>
                  </a:lnTo>
                  <a:lnTo>
                    <a:pt x="1140955" y="1797469"/>
                  </a:lnTo>
                  <a:lnTo>
                    <a:pt x="1252867" y="1797469"/>
                  </a:lnTo>
                  <a:lnTo>
                    <a:pt x="1252867" y="1658429"/>
                  </a:lnTo>
                  <a:close/>
                </a:path>
                <a:path w="2152015" h="1797684">
                  <a:moveTo>
                    <a:pt x="1552371" y="1658429"/>
                  </a:moveTo>
                  <a:lnTo>
                    <a:pt x="1440472" y="1658429"/>
                  </a:lnTo>
                  <a:lnTo>
                    <a:pt x="1440472" y="1797469"/>
                  </a:lnTo>
                  <a:lnTo>
                    <a:pt x="1552371" y="1797469"/>
                  </a:lnTo>
                  <a:lnTo>
                    <a:pt x="1552371" y="1658429"/>
                  </a:lnTo>
                  <a:close/>
                </a:path>
                <a:path w="2152015" h="1797684">
                  <a:moveTo>
                    <a:pt x="1851875" y="1658429"/>
                  </a:moveTo>
                  <a:lnTo>
                    <a:pt x="1739976" y="1658429"/>
                  </a:lnTo>
                  <a:lnTo>
                    <a:pt x="1739976" y="1797469"/>
                  </a:lnTo>
                  <a:lnTo>
                    <a:pt x="1851875" y="1797469"/>
                  </a:lnTo>
                  <a:lnTo>
                    <a:pt x="1851875" y="1658429"/>
                  </a:lnTo>
                  <a:close/>
                </a:path>
                <a:path w="2152015" h="1797684">
                  <a:moveTo>
                    <a:pt x="2151392" y="1658429"/>
                  </a:moveTo>
                  <a:lnTo>
                    <a:pt x="2039493" y="1658429"/>
                  </a:lnTo>
                  <a:lnTo>
                    <a:pt x="2039493" y="1797469"/>
                  </a:lnTo>
                  <a:lnTo>
                    <a:pt x="2151392" y="1797469"/>
                  </a:lnTo>
                  <a:lnTo>
                    <a:pt x="2151392" y="1658429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4959136" y="5883925"/>
              <a:ext cx="49530" cy="139065"/>
            </a:xfrm>
            <a:custGeom>
              <a:avLst/>
              <a:gdLst/>
              <a:ahLst/>
              <a:cxnLst/>
              <a:rect l="l" t="t" r="r" b="b"/>
              <a:pathLst>
                <a:path w="49530" h="139064">
                  <a:moveTo>
                    <a:pt x="49433" y="0"/>
                  </a:moveTo>
                  <a:lnTo>
                    <a:pt x="0" y="0"/>
                  </a:lnTo>
                  <a:lnTo>
                    <a:pt x="0" y="139053"/>
                  </a:lnTo>
                  <a:lnTo>
                    <a:pt x="49433" y="139053"/>
                  </a:lnTo>
                  <a:lnTo>
                    <a:pt x="49433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4826831" y="5883928"/>
              <a:ext cx="314325" cy="761365"/>
            </a:xfrm>
            <a:custGeom>
              <a:avLst/>
              <a:gdLst/>
              <a:ahLst/>
              <a:cxnLst/>
              <a:rect l="l" t="t" r="r" b="b"/>
              <a:pathLst>
                <a:path w="314325" h="761365">
                  <a:moveTo>
                    <a:pt x="49428" y="621919"/>
                  </a:moveTo>
                  <a:lnTo>
                    <a:pt x="0" y="621919"/>
                  </a:lnTo>
                  <a:lnTo>
                    <a:pt x="0" y="760958"/>
                  </a:lnTo>
                  <a:lnTo>
                    <a:pt x="49428" y="760958"/>
                  </a:lnTo>
                  <a:lnTo>
                    <a:pt x="49428" y="621919"/>
                  </a:lnTo>
                  <a:close/>
                </a:path>
                <a:path w="314325" h="761365">
                  <a:moveTo>
                    <a:pt x="49428" y="414604"/>
                  </a:moveTo>
                  <a:lnTo>
                    <a:pt x="0" y="414604"/>
                  </a:lnTo>
                  <a:lnTo>
                    <a:pt x="0" y="553656"/>
                  </a:lnTo>
                  <a:lnTo>
                    <a:pt x="49428" y="553656"/>
                  </a:lnTo>
                  <a:lnTo>
                    <a:pt x="49428" y="414604"/>
                  </a:lnTo>
                  <a:close/>
                </a:path>
                <a:path w="314325" h="761365">
                  <a:moveTo>
                    <a:pt x="49428" y="207314"/>
                  </a:moveTo>
                  <a:lnTo>
                    <a:pt x="0" y="207314"/>
                  </a:lnTo>
                  <a:lnTo>
                    <a:pt x="0" y="346354"/>
                  </a:lnTo>
                  <a:lnTo>
                    <a:pt x="49428" y="346354"/>
                  </a:lnTo>
                  <a:lnTo>
                    <a:pt x="49428" y="207314"/>
                  </a:lnTo>
                  <a:close/>
                </a:path>
                <a:path w="314325" h="761365">
                  <a:moveTo>
                    <a:pt x="49428" y="0"/>
                  </a:moveTo>
                  <a:lnTo>
                    <a:pt x="0" y="0"/>
                  </a:lnTo>
                  <a:lnTo>
                    <a:pt x="0" y="139052"/>
                  </a:lnTo>
                  <a:lnTo>
                    <a:pt x="49428" y="139052"/>
                  </a:lnTo>
                  <a:lnTo>
                    <a:pt x="49428" y="0"/>
                  </a:lnTo>
                  <a:close/>
                </a:path>
                <a:path w="314325" h="761365">
                  <a:moveTo>
                    <a:pt x="181737" y="621919"/>
                  </a:moveTo>
                  <a:lnTo>
                    <a:pt x="132295" y="621919"/>
                  </a:lnTo>
                  <a:lnTo>
                    <a:pt x="132295" y="760958"/>
                  </a:lnTo>
                  <a:lnTo>
                    <a:pt x="181737" y="760958"/>
                  </a:lnTo>
                  <a:lnTo>
                    <a:pt x="181737" y="621919"/>
                  </a:lnTo>
                  <a:close/>
                </a:path>
                <a:path w="314325" h="761365">
                  <a:moveTo>
                    <a:pt x="181737" y="414604"/>
                  </a:moveTo>
                  <a:lnTo>
                    <a:pt x="132295" y="414604"/>
                  </a:lnTo>
                  <a:lnTo>
                    <a:pt x="132295" y="553656"/>
                  </a:lnTo>
                  <a:lnTo>
                    <a:pt x="181737" y="553656"/>
                  </a:lnTo>
                  <a:lnTo>
                    <a:pt x="181737" y="414604"/>
                  </a:lnTo>
                  <a:close/>
                </a:path>
                <a:path w="314325" h="761365">
                  <a:moveTo>
                    <a:pt x="181737" y="207314"/>
                  </a:moveTo>
                  <a:lnTo>
                    <a:pt x="132295" y="207314"/>
                  </a:lnTo>
                  <a:lnTo>
                    <a:pt x="132295" y="346354"/>
                  </a:lnTo>
                  <a:lnTo>
                    <a:pt x="181737" y="346354"/>
                  </a:lnTo>
                  <a:lnTo>
                    <a:pt x="181737" y="207314"/>
                  </a:lnTo>
                  <a:close/>
                </a:path>
                <a:path w="314325" h="761365">
                  <a:moveTo>
                    <a:pt x="314032" y="621919"/>
                  </a:moveTo>
                  <a:lnTo>
                    <a:pt x="264604" y="621919"/>
                  </a:lnTo>
                  <a:lnTo>
                    <a:pt x="264604" y="760958"/>
                  </a:lnTo>
                  <a:lnTo>
                    <a:pt x="314032" y="760958"/>
                  </a:lnTo>
                  <a:lnTo>
                    <a:pt x="314032" y="621919"/>
                  </a:lnTo>
                  <a:close/>
                </a:path>
                <a:path w="314325" h="761365">
                  <a:moveTo>
                    <a:pt x="314032" y="414604"/>
                  </a:moveTo>
                  <a:lnTo>
                    <a:pt x="264604" y="414604"/>
                  </a:lnTo>
                  <a:lnTo>
                    <a:pt x="264604" y="553656"/>
                  </a:lnTo>
                  <a:lnTo>
                    <a:pt x="314032" y="553656"/>
                  </a:lnTo>
                  <a:lnTo>
                    <a:pt x="314032" y="414604"/>
                  </a:lnTo>
                  <a:close/>
                </a:path>
                <a:path w="314325" h="761365">
                  <a:moveTo>
                    <a:pt x="314032" y="207314"/>
                  </a:moveTo>
                  <a:lnTo>
                    <a:pt x="264604" y="207314"/>
                  </a:lnTo>
                  <a:lnTo>
                    <a:pt x="264604" y="346354"/>
                  </a:lnTo>
                  <a:lnTo>
                    <a:pt x="314032" y="346354"/>
                  </a:lnTo>
                  <a:lnTo>
                    <a:pt x="314032" y="207314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4733753" y="6761638"/>
              <a:ext cx="2419985" cy="1206500"/>
            </a:xfrm>
            <a:custGeom>
              <a:avLst/>
              <a:gdLst/>
              <a:ahLst/>
              <a:cxnLst/>
              <a:rect l="l" t="t" r="r" b="b"/>
              <a:pathLst>
                <a:path w="2419984" h="1206500">
                  <a:moveTo>
                    <a:pt x="2419667" y="846924"/>
                  </a:moveTo>
                  <a:lnTo>
                    <a:pt x="0" y="846924"/>
                  </a:lnTo>
                  <a:lnTo>
                    <a:pt x="0" y="1205966"/>
                  </a:lnTo>
                  <a:lnTo>
                    <a:pt x="2419667" y="1205966"/>
                  </a:lnTo>
                  <a:lnTo>
                    <a:pt x="2419667" y="846924"/>
                  </a:lnTo>
                  <a:close/>
                </a:path>
                <a:path w="2419984" h="1206500">
                  <a:moveTo>
                    <a:pt x="2419667" y="0"/>
                  </a:moveTo>
                  <a:lnTo>
                    <a:pt x="0" y="0"/>
                  </a:lnTo>
                  <a:lnTo>
                    <a:pt x="0" y="483946"/>
                  </a:lnTo>
                  <a:lnTo>
                    <a:pt x="0" y="560476"/>
                  </a:lnTo>
                  <a:lnTo>
                    <a:pt x="0" y="666102"/>
                  </a:lnTo>
                  <a:lnTo>
                    <a:pt x="2419667" y="666102"/>
                  </a:lnTo>
                  <a:lnTo>
                    <a:pt x="2419667" y="560476"/>
                  </a:lnTo>
                  <a:lnTo>
                    <a:pt x="2419667" y="483946"/>
                  </a:lnTo>
                  <a:lnTo>
                    <a:pt x="2419667" y="0"/>
                  </a:lnTo>
                  <a:close/>
                </a:path>
              </a:pathLst>
            </a:custGeom>
            <a:solidFill>
              <a:srgbClr val="3CACDD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5605354" y="4351051"/>
              <a:ext cx="904875" cy="263525"/>
            </a:xfrm>
            <a:custGeom>
              <a:avLst/>
              <a:gdLst/>
              <a:ahLst/>
              <a:cxnLst/>
              <a:rect l="l" t="t" r="r" b="b"/>
              <a:pathLst>
                <a:path w="904875" h="263525">
                  <a:moveTo>
                    <a:pt x="522198" y="0"/>
                  </a:moveTo>
                  <a:lnTo>
                    <a:pt x="474345" y="0"/>
                  </a:lnTo>
                  <a:lnTo>
                    <a:pt x="474345" y="218300"/>
                  </a:lnTo>
                  <a:lnTo>
                    <a:pt x="522198" y="218300"/>
                  </a:lnTo>
                  <a:lnTo>
                    <a:pt x="522198" y="0"/>
                  </a:lnTo>
                  <a:close/>
                </a:path>
                <a:path w="904875" h="263525">
                  <a:moveTo>
                    <a:pt x="717905" y="218313"/>
                  </a:moveTo>
                  <a:lnTo>
                    <a:pt x="0" y="218313"/>
                  </a:lnTo>
                  <a:lnTo>
                    <a:pt x="0" y="263398"/>
                  </a:lnTo>
                  <a:lnTo>
                    <a:pt x="717905" y="263398"/>
                  </a:lnTo>
                  <a:lnTo>
                    <a:pt x="717905" y="218313"/>
                  </a:lnTo>
                  <a:close/>
                </a:path>
                <a:path w="904875" h="263525">
                  <a:moveTo>
                    <a:pt x="904824" y="81457"/>
                  </a:moveTo>
                  <a:lnTo>
                    <a:pt x="858291" y="81457"/>
                  </a:lnTo>
                  <a:lnTo>
                    <a:pt x="858291" y="263385"/>
                  </a:lnTo>
                  <a:lnTo>
                    <a:pt x="904824" y="263385"/>
                  </a:lnTo>
                  <a:lnTo>
                    <a:pt x="904824" y="81457"/>
                  </a:lnTo>
                  <a:close/>
                </a:path>
              </a:pathLst>
            </a:custGeom>
            <a:solidFill>
              <a:srgbClr val="3CAC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4733761" y="4713898"/>
              <a:ext cx="495934" cy="3253740"/>
            </a:xfrm>
            <a:custGeom>
              <a:avLst/>
              <a:gdLst/>
              <a:ahLst/>
              <a:cxnLst/>
              <a:rect l="l" t="t" r="r" b="b"/>
              <a:pathLst>
                <a:path w="495934" h="3253740">
                  <a:moveTo>
                    <a:pt x="495534" y="0"/>
                  </a:moveTo>
                  <a:lnTo>
                    <a:pt x="0" y="0"/>
                  </a:lnTo>
                  <a:lnTo>
                    <a:pt x="0" y="3253701"/>
                  </a:lnTo>
                  <a:lnTo>
                    <a:pt x="495534" y="3253701"/>
                  </a:lnTo>
                  <a:lnTo>
                    <a:pt x="495534" y="0"/>
                  </a:lnTo>
                  <a:close/>
                </a:path>
              </a:pathLst>
            </a:custGeom>
            <a:solidFill>
              <a:srgbClr val="3CACDD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/>
          <p:nvPr/>
        </p:nvSpPr>
        <p:spPr>
          <a:xfrm>
            <a:off x="13162193" y="7078702"/>
            <a:ext cx="738505" cy="910590"/>
          </a:xfrm>
          <a:custGeom>
            <a:avLst/>
            <a:gdLst/>
            <a:ahLst/>
            <a:cxnLst/>
            <a:rect l="l" t="t" r="r" b="b"/>
            <a:pathLst>
              <a:path w="738505" h="910590">
                <a:moveTo>
                  <a:pt x="253137" y="0"/>
                </a:moveTo>
                <a:lnTo>
                  <a:pt x="115137" y="9560"/>
                </a:lnTo>
                <a:lnTo>
                  <a:pt x="0" y="910109"/>
                </a:lnTo>
                <a:lnTo>
                  <a:pt x="704470" y="910109"/>
                </a:lnTo>
                <a:lnTo>
                  <a:pt x="738019" y="298201"/>
                </a:lnTo>
                <a:lnTo>
                  <a:pt x="703069" y="262262"/>
                </a:lnTo>
                <a:lnTo>
                  <a:pt x="617791" y="193696"/>
                </a:lnTo>
                <a:lnTo>
                  <a:pt x="511543" y="151375"/>
                </a:lnTo>
                <a:lnTo>
                  <a:pt x="413683" y="194172"/>
                </a:lnTo>
                <a:lnTo>
                  <a:pt x="374421" y="74998"/>
                </a:lnTo>
                <a:lnTo>
                  <a:pt x="330236" y="16043"/>
                </a:lnTo>
                <a:lnTo>
                  <a:pt x="253137" y="0"/>
                </a:lnTo>
                <a:close/>
              </a:path>
            </a:pathLst>
          </a:custGeom>
          <a:solidFill>
            <a:srgbClr val="66C4B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2" name="object 32" descr=""/>
          <p:cNvGrpSpPr/>
          <p:nvPr/>
        </p:nvGrpSpPr>
        <p:grpSpPr>
          <a:xfrm>
            <a:off x="434937" y="6901193"/>
            <a:ext cx="1403985" cy="1136015"/>
            <a:chOff x="434937" y="6901193"/>
            <a:chExt cx="1403985" cy="1136015"/>
          </a:xfrm>
        </p:grpSpPr>
        <p:sp>
          <p:nvSpPr>
            <p:cNvPr id="33" name="object 33" descr=""/>
            <p:cNvSpPr/>
            <p:nvPr/>
          </p:nvSpPr>
          <p:spPr>
            <a:xfrm>
              <a:off x="434937" y="6901193"/>
              <a:ext cx="1403985" cy="1112520"/>
            </a:xfrm>
            <a:custGeom>
              <a:avLst/>
              <a:gdLst/>
              <a:ahLst/>
              <a:cxnLst/>
              <a:rect l="l" t="t" r="r" b="b"/>
              <a:pathLst>
                <a:path w="1403985" h="1112520">
                  <a:moveTo>
                    <a:pt x="962949" y="0"/>
                  </a:moveTo>
                  <a:lnTo>
                    <a:pt x="896602" y="7676"/>
                  </a:lnTo>
                  <a:lnTo>
                    <a:pt x="832244" y="26513"/>
                  </a:lnTo>
                  <a:lnTo>
                    <a:pt x="771550" y="55699"/>
                  </a:lnTo>
                  <a:lnTo>
                    <a:pt x="716195" y="94422"/>
                  </a:lnTo>
                  <a:lnTo>
                    <a:pt x="667851" y="141871"/>
                  </a:lnTo>
                  <a:lnTo>
                    <a:pt x="628194" y="197235"/>
                  </a:lnTo>
                  <a:lnTo>
                    <a:pt x="598897" y="259701"/>
                  </a:lnTo>
                  <a:lnTo>
                    <a:pt x="581635" y="328459"/>
                  </a:lnTo>
                  <a:lnTo>
                    <a:pt x="578039" y="364944"/>
                  </a:lnTo>
                  <a:lnTo>
                    <a:pt x="554132" y="345473"/>
                  </a:lnTo>
                  <a:lnTo>
                    <a:pt x="527195" y="331306"/>
                  </a:lnTo>
                  <a:lnTo>
                    <a:pt x="498212" y="322585"/>
                  </a:lnTo>
                  <a:lnTo>
                    <a:pt x="468164" y="319450"/>
                  </a:lnTo>
                  <a:lnTo>
                    <a:pt x="438034" y="322043"/>
                  </a:lnTo>
                  <a:lnTo>
                    <a:pt x="381459" y="344977"/>
                  </a:lnTo>
                  <a:lnTo>
                    <a:pt x="336346" y="392517"/>
                  </a:lnTo>
                  <a:lnTo>
                    <a:pt x="310556" y="465790"/>
                  </a:lnTo>
                  <a:lnTo>
                    <a:pt x="307363" y="512431"/>
                  </a:lnTo>
                  <a:lnTo>
                    <a:pt x="311948" y="565928"/>
                  </a:lnTo>
                  <a:lnTo>
                    <a:pt x="325293" y="626423"/>
                  </a:lnTo>
                  <a:lnTo>
                    <a:pt x="100337" y="649421"/>
                  </a:lnTo>
                  <a:lnTo>
                    <a:pt x="0" y="707690"/>
                  </a:lnTo>
                  <a:lnTo>
                    <a:pt x="1462" y="846772"/>
                  </a:lnTo>
                  <a:lnTo>
                    <a:pt x="81908" y="1112209"/>
                  </a:lnTo>
                  <a:lnTo>
                    <a:pt x="1342487" y="1112209"/>
                  </a:lnTo>
                  <a:lnTo>
                    <a:pt x="1362810" y="1063516"/>
                  </a:lnTo>
                  <a:lnTo>
                    <a:pt x="1396679" y="916921"/>
                  </a:lnTo>
                  <a:lnTo>
                    <a:pt x="1403448" y="671648"/>
                  </a:lnTo>
                  <a:lnTo>
                    <a:pt x="1342466" y="326924"/>
                  </a:lnTo>
                  <a:lnTo>
                    <a:pt x="1327087" y="278184"/>
                  </a:lnTo>
                  <a:lnTo>
                    <a:pt x="1309066" y="233755"/>
                  </a:lnTo>
                  <a:lnTo>
                    <a:pt x="1288613" y="193537"/>
                  </a:lnTo>
                  <a:lnTo>
                    <a:pt x="1265937" y="157427"/>
                  </a:lnTo>
                  <a:lnTo>
                    <a:pt x="1241247" y="125325"/>
                  </a:lnTo>
                  <a:lnTo>
                    <a:pt x="1214753" y="97129"/>
                  </a:lnTo>
                  <a:lnTo>
                    <a:pt x="1157188" y="52048"/>
                  </a:lnTo>
                  <a:lnTo>
                    <a:pt x="1094916" y="21374"/>
                  </a:lnTo>
                  <a:lnTo>
                    <a:pt x="1029612" y="4295"/>
                  </a:lnTo>
                  <a:lnTo>
                    <a:pt x="996345" y="600"/>
                  </a:lnTo>
                  <a:lnTo>
                    <a:pt x="962949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595752" y="7549246"/>
              <a:ext cx="857250" cy="487680"/>
            </a:xfrm>
            <a:custGeom>
              <a:avLst/>
              <a:gdLst/>
              <a:ahLst/>
              <a:cxnLst/>
              <a:rect l="l" t="t" r="r" b="b"/>
              <a:pathLst>
                <a:path w="857250" h="487679">
                  <a:moveTo>
                    <a:pt x="589080" y="0"/>
                  </a:moveTo>
                  <a:lnTo>
                    <a:pt x="500904" y="120022"/>
                  </a:lnTo>
                  <a:lnTo>
                    <a:pt x="480416" y="102139"/>
                  </a:lnTo>
                  <a:lnTo>
                    <a:pt x="453344" y="85189"/>
                  </a:lnTo>
                  <a:lnTo>
                    <a:pt x="421382" y="70527"/>
                  </a:lnTo>
                  <a:lnTo>
                    <a:pt x="386221" y="59512"/>
                  </a:lnTo>
                  <a:lnTo>
                    <a:pt x="349556" y="53500"/>
                  </a:lnTo>
                  <a:lnTo>
                    <a:pt x="313079" y="53848"/>
                  </a:lnTo>
                  <a:lnTo>
                    <a:pt x="247460" y="79051"/>
                  </a:lnTo>
                  <a:lnTo>
                    <a:pt x="202909" y="145978"/>
                  </a:lnTo>
                  <a:lnTo>
                    <a:pt x="192767" y="198481"/>
                  </a:lnTo>
                  <a:lnTo>
                    <a:pt x="130522" y="203705"/>
                  </a:lnTo>
                  <a:lnTo>
                    <a:pt x="83089" y="222930"/>
                  </a:lnTo>
                  <a:lnTo>
                    <a:pt x="48521" y="252825"/>
                  </a:lnTo>
                  <a:lnTo>
                    <a:pt x="24873" y="290057"/>
                  </a:lnTo>
                  <a:lnTo>
                    <a:pt x="10200" y="331295"/>
                  </a:lnTo>
                  <a:lnTo>
                    <a:pt x="2558" y="373206"/>
                  </a:lnTo>
                  <a:lnTo>
                    <a:pt x="0" y="412459"/>
                  </a:lnTo>
                  <a:lnTo>
                    <a:pt x="581" y="445723"/>
                  </a:lnTo>
                  <a:lnTo>
                    <a:pt x="2356" y="469665"/>
                  </a:lnTo>
                  <a:lnTo>
                    <a:pt x="3380" y="480954"/>
                  </a:lnTo>
                  <a:lnTo>
                    <a:pt x="776958" y="487372"/>
                  </a:lnTo>
                  <a:lnTo>
                    <a:pt x="857207" y="105394"/>
                  </a:lnTo>
                  <a:lnTo>
                    <a:pt x="812369" y="68434"/>
                  </a:lnTo>
                  <a:lnTo>
                    <a:pt x="707947" y="8053"/>
                  </a:lnTo>
                  <a:lnTo>
                    <a:pt x="58908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 descr=""/>
          <p:cNvGrpSpPr/>
          <p:nvPr/>
        </p:nvGrpSpPr>
        <p:grpSpPr>
          <a:xfrm>
            <a:off x="8181216" y="3667081"/>
            <a:ext cx="708025" cy="2852420"/>
            <a:chOff x="8181216" y="3667081"/>
            <a:chExt cx="708025" cy="2852420"/>
          </a:xfrm>
        </p:grpSpPr>
        <p:sp>
          <p:nvSpPr>
            <p:cNvPr id="36" name="object 36" descr=""/>
            <p:cNvSpPr/>
            <p:nvPr/>
          </p:nvSpPr>
          <p:spPr>
            <a:xfrm>
              <a:off x="8181213" y="3667092"/>
              <a:ext cx="708025" cy="2852420"/>
            </a:xfrm>
            <a:custGeom>
              <a:avLst/>
              <a:gdLst/>
              <a:ahLst/>
              <a:cxnLst/>
              <a:rect l="l" t="t" r="r" b="b"/>
              <a:pathLst>
                <a:path w="708025" h="2852420">
                  <a:moveTo>
                    <a:pt x="707745" y="0"/>
                  </a:moveTo>
                  <a:lnTo>
                    <a:pt x="0" y="0"/>
                  </a:lnTo>
                  <a:lnTo>
                    <a:pt x="0" y="703414"/>
                  </a:lnTo>
                  <a:lnTo>
                    <a:pt x="0" y="2852191"/>
                  </a:lnTo>
                  <a:lnTo>
                    <a:pt x="707745" y="2852191"/>
                  </a:lnTo>
                  <a:lnTo>
                    <a:pt x="707745" y="703414"/>
                  </a:lnTo>
                  <a:lnTo>
                    <a:pt x="707745" y="0"/>
                  </a:lnTo>
                  <a:close/>
                </a:path>
              </a:pathLst>
            </a:custGeom>
            <a:solidFill>
              <a:srgbClr val="A1D5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8251609" y="3732650"/>
              <a:ext cx="489584" cy="1153795"/>
            </a:xfrm>
            <a:custGeom>
              <a:avLst/>
              <a:gdLst/>
              <a:ahLst/>
              <a:cxnLst/>
              <a:rect l="l" t="t" r="r" b="b"/>
              <a:pathLst>
                <a:path w="489584" h="1153795">
                  <a:moveTo>
                    <a:pt x="489394" y="1065580"/>
                  </a:moveTo>
                  <a:lnTo>
                    <a:pt x="257149" y="1065580"/>
                  </a:lnTo>
                  <a:lnTo>
                    <a:pt x="257149" y="1153617"/>
                  </a:lnTo>
                  <a:lnTo>
                    <a:pt x="489394" y="1153617"/>
                  </a:lnTo>
                  <a:lnTo>
                    <a:pt x="489394" y="1065580"/>
                  </a:lnTo>
                  <a:close/>
                </a:path>
                <a:path w="489584" h="1153795">
                  <a:moveTo>
                    <a:pt x="489394" y="887984"/>
                  </a:moveTo>
                  <a:lnTo>
                    <a:pt x="257149" y="887984"/>
                  </a:lnTo>
                  <a:lnTo>
                    <a:pt x="257149" y="976020"/>
                  </a:lnTo>
                  <a:lnTo>
                    <a:pt x="489394" y="976020"/>
                  </a:lnTo>
                  <a:lnTo>
                    <a:pt x="489394" y="887984"/>
                  </a:lnTo>
                  <a:close/>
                </a:path>
                <a:path w="489584" h="1153795">
                  <a:moveTo>
                    <a:pt x="489394" y="710387"/>
                  </a:moveTo>
                  <a:lnTo>
                    <a:pt x="257149" y="710387"/>
                  </a:lnTo>
                  <a:lnTo>
                    <a:pt x="257149" y="798436"/>
                  </a:lnTo>
                  <a:lnTo>
                    <a:pt x="489394" y="798436"/>
                  </a:lnTo>
                  <a:lnTo>
                    <a:pt x="489394" y="710387"/>
                  </a:lnTo>
                  <a:close/>
                </a:path>
                <a:path w="489584" h="1153795">
                  <a:moveTo>
                    <a:pt x="489394" y="532803"/>
                  </a:moveTo>
                  <a:lnTo>
                    <a:pt x="0" y="532803"/>
                  </a:lnTo>
                  <a:lnTo>
                    <a:pt x="0" y="620839"/>
                  </a:lnTo>
                  <a:lnTo>
                    <a:pt x="489394" y="620839"/>
                  </a:lnTo>
                  <a:lnTo>
                    <a:pt x="489394" y="532803"/>
                  </a:lnTo>
                  <a:close/>
                </a:path>
                <a:path w="489584" h="1153795">
                  <a:moveTo>
                    <a:pt x="489394" y="355193"/>
                  </a:moveTo>
                  <a:lnTo>
                    <a:pt x="0" y="355193"/>
                  </a:lnTo>
                  <a:lnTo>
                    <a:pt x="0" y="443242"/>
                  </a:lnTo>
                  <a:lnTo>
                    <a:pt x="489394" y="443242"/>
                  </a:lnTo>
                  <a:lnTo>
                    <a:pt x="489394" y="355193"/>
                  </a:lnTo>
                  <a:close/>
                </a:path>
                <a:path w="489584" h="1153795">
                  <a:moveTo>
                    <a:pt x="489394" y="177609"/>
                  </a:moveTo>
                  <a:lnTo>
                    <a:pt x="0" y="177609"/>
                  </a:lnTo>
                  <a:lnTo>
                    <a:pt x="0" y="265645"/>
                  </a:lnTo>
                  <a:lnTo>
                    <a:pt x="489394" y="265645"/>
                  </a:lnTo>
                  <a:lnTo>
                    <a:pt x="489394" y="177609"/>
                  </a:lnTo>
                  <a:close/>
                </a:path>
                <a:path w="489584" h="1153795">
                  <a:moveTo>
                    <a:pt x="489394" y="0"/>
                  </a:moveTo>
                  <a:lnTo>
                    <a:pt x="0" y="0"/>
                  </a:lnTo>
                  <a:lnTo>
                    <a:pt x="0" y="88049"/>
                  </a:lnTo>
                  <a:lnTo>
                    <a:pt x="489394" y="88049"/>
                  </a:lnTo>
                  <a:lnTo>
                    <a:pt x="489394" y="0"/>
                  </a:lnTo>
                  <a:close/>
                </a:path>
              </a:pathLst>
            </a:custGeom>
            <a:solidFill>
              <a:srgbClr val="FFFFFF">
                <a:alpha val="31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8" name="object 38" descr=""/>
          <p:cNvGrpSpPr/>
          <p:nvPr/>
        </p:nvGrpSpPr>
        <p:grpSpPr>
          <a:xfrm>
            <a:off x="13934706" y="5195423"/>
            <a:ext cx="634365" cy="866775"/>
            <a:chOff x="13934706" y="5195423"/>
            <a:chExt cx="634365" cy="866775"/>
          </a:xfrm>
        </p:grpSpPr>
        <p:sp>
          <p:nvSpPr>
            <p:cNvPr id="39" name="object 39" descr=""/>
            <p:cNvSpPr/>
            <p:nvPr/>
          </p:nvSpPr>
          <p:spPr>
            <a:xfrm>
              <a:off x="13934706" y="5195423"/>
              <a:ext cx="634365" cy="866775"/>
            </a:xfrm>
            <a:custGeom>
              <a:avLst/>
              <a:gdLst/>
              <a:ahLst/>
              <a:cxnLst/>
              <a:rect l="l" t="t" r="r" b="b"/>
              <a:pathLst>
                <a:path w="634365" h="866775">
                  <a:moveTo>
                    <a:pt x="0" y="866769"/>
                  </a:moveTo>
                  <a:lnTo>
                    <a:pt x="634336" y="866769"/>
                  </a:lnTo>
                  <a:lnTo>
                    <a:pt x="634336" y="0"/>
                  </a:lnTo>
                  <a:lnTo>
                    <a:pt x="0" y="0"/>
                  </a:lnTo>
                  <a:lnTo>
                    <a:pt x="0" y="866769"/>
                  </a:lnTo>
                  <a:close/>
                </a:path>
              </a:pathLst>
            </a:custGeom>
            <a:solidFill>
              <a:srgbClr val="FBED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3934706" y="5195423"/>
              <a:ext cx="634365" cy="360680"/>
            </a:xfrm>
            <a:custGeom>
              <a:avLst/>
              <a:gdLst/>
              <a:ahLst/>
              <a:cxnLst/>
              <a:rect l="l" t="t" r="r" b="b"/>
              <a:pathLst>
                <a:path w="634365" h="360679">
                  <a:moveTo>
                    <a:pt x="634336" y="0"/>
                  </a:moveTo>
                  <a:lnTo>
                    <a:pt x="0" y="0"/>
                  </a:lnTo>
                  <a:lnTo>
                    <a:pt x="0" y="360093"/>
                  </a:lnTo>
                  <a:lnTo>
                    <a:pt x="634336" y="360093"/>
                  </a:lnTo>
                  <a:lnTo>
                    <a:pt x="634336" y="0"/>
                  </a:lnTo>
                  <a:close/>
                </a:path>
              </a:pathLst>
            </a:custGeom>
            <a:solidFill>
              <a:srgbClr val="3CACDD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3934706" y="5195423"/>
              <a:ext cx="634365" cy="48895"/>
            </a:xfrm>
            <a:custGeom>
              <a:avLst/>
              <a:gdLst/>
              <a:ahLst/>
              <a:cxnLst/>
              <a:rect l="l" t="t" r="r" b="b"/>
              <a:pathLst>
                <a:path w="634365" h="48895">
                  <a:moveTo>
                    <a:pt x="634336" y="0"/>
                  </a:moveTo>
                  <a:lnTo>
                    <a:pt x="0" y="0"/>
                  </a:lnTo>
                  <a:lnTo>
                    <a:pt x="0" y="48522"/>
                  </a:lnTo>
                  <a:lnTo>
                    <a:pt x="634336" y="48522"/>
                  </a:lnTo>
                  <a:lnTo>
                    <a:pt x="6343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4038262" y="5334247"/>
              <a:ext cx="435609" cy="728345"/>
            </a:xfrm>
            <a:custGeom>
              <a:avLst/>
              <a:gdLst/>
              <a:ahLst/>
              <a:cxnLst/>
              <a:rect l="l" t="t" r="r" b="b"/>
              <a:pathLst>
                <a:path w="435609" h="728345">
                  <a:moveTo>
                    <a:pt x="93751" y="0"/>
                  </a:moveTo>
                  <a:lnTo>
                    <a:pt x="0" y="0"/>
                  </a:lnTo>
                  <a:lnTo>
                    <a:pt x="0" y="727951"/>
                  </a:lnTo>
                  <a:lnTo>
                    <a:pt x="93751" y="727951"/>
                  </a:lnTo>
                  <a:lnTo>
                    <a:pt x="93751" y="0"/>
                  </a:lnTo>
                  <a:close/>
                </a:path>
                <a:path w="435609" h="728345">
                  <a:moveTo>
                    <a:pt x="264426" y="0"/>
                  </a:moveTo>
                  <a:lnTo>
                    <a:pt x="170675" y="0"/>
                  </a:lnTo>
                  <a:lnTo>
                    <a:pt x="170675" y="727951"/>
                  </a:lnTo>
                  <a:lnTo>
                    <a:pt x="264426" y="727951"/>
                  </a:lnTo>
                  <a:lnTo>
                    <a:pt x="264426" y="0"/>
                  </a:lnTo>
                  <a:close/>
                </a:path>
                <a:path w="435609" h="728345">
                  <a:moveTo>
                    <a:pt x="435089" y="0"/>
                  </a:moveTo>
                  <a:lnTo>
                    <a:pt x="341350" y="0"/>
                  </a:lnTo>
                  <a:lnTo>
                    <a:pt x="341350" y="727951"/>
                  </a:lnTo>
                  <a:lnTo>
                    <a:pt x="435089" y="727951"/>
                  </a:lnTo>
                  <a:lnTo>
                    <a:pt x="435089" y="0"/>
                  </a:lnTo>
                  <a:close/>
                </a:path>
              </a:pathLst>
            </a:custGeom>
            <a:solidFill>
              <a:srgbClr val="FFFFFF">
                <a:alpha val="31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3" name="object 43" descr=""/>
          <p:cNvGrpSpPr/>
          <p:nvPr/>
        </p:nvGrpSpPr>
        <p:grpSpPr>
          <a:xfrm>
            <a:off x="2596821" y="5138932"/>
            <a:ext cx="625475" cy="2766695"/>
            <a:chOff x="2596821" y="5138932"/>
            <a:chExt cx="625475" cy="2766695"/>
          </a:xfrm>
        </p:grpSpPr>
        <p:sp>
          <p:nvSpPr>
            <p:cNvPr id="44" name="object 44" descr=""/>
            <p:cNvSpPr/>
            <p:nvPr/>
          </p:nvSpPr>
          <p:spPr>
            <a:xfrm>
              <a:off x="2596820" y="5138933"/>
              <a:ext cx="625475" cy="2766695"/>
            </a:xfrm>
            <a:custGeom>
              <a:avLst/>
              <a:gdLst/>
              <a:ahLst/>
              <a:cxnLst/>
              <a:rect l="l" t="t" r="r" b="b"/>
              <a:pathLst>
                <a:path w="625475" h="2766695">
                  <a:moveTo>
                    <a:pt x="625424" y="0"/>
                  </a:moveTo>
                  <a:lnTo>
                    <a:pt x="0" y="0"/>
                  </a:lnTo>
                  <a:lnTo>
                    <a:pt x="0" y="895362"/>
                  </a:lnTo>
                  <a:lnTo>
                    <a:pt x="0" y="2766225"/>
                  </a:lnTo>
                  <a:lnTo>
                    <a:pt x="625424" y="2766225"/>
                  </a:lnTo>
                  <a:lnTo>
                    <a:pt x="625424" y="895362"/>
                  </a:lnTo>
                  <a:lnTo>
                    <a:pt x="625424" y="0"/>
                  </a:lnTo>
                  <a:close/>
                </a:path>
              </a:pathLst>
            </a:custGeom>
            <a:solidFill>
              <a:srgbClr val="A1D5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2692349" y="5202535"/>
              <a:ext cx="483234" cy="1118870"/>
            </a:xfrm>
            <a:custGeom>
              <a:avLst/>
              <a:gdLst/>
              <a:ahLst/>
              <a:cxnLst/>
              <a:rect l="l" t="t" r="r" b="b"/>
              <a:pathLst>
                <a:path w="483235" h="1118870">
                  <a:moveTo>
                    <a:pt x="321005" y="1033462"/>
                  </a:moveTo>
                  <a:lnTo>
                    <a:pt x="0" y="1033462"/>
                  </a:lnTo>
                  <a:lnTo>
                    <a:pt x="0" y="1078026"/>
                  </a:lnTo>
                  <a:lnTo>
                    <a:pt x="0" y="1118831"/>
                  </a:lnTo>
                  <a:lnTo>
                    <a:pt x="321005" y="1118831"/>
                  </a:lnTo>
                  <a:lnTo>
                    <a:pt x="321005" y="1078026"/>
                  </a:lnTo>
                  <a:lnTo>
                    <a:pt x="321005" y="1033462"/>
                  </a:lnTo>
                  <a:close/>
                </a:path>
                <a:path w="483235" h="1118870">
                  <a:moveTo>
                    <a:pt x="321005" y="861212"/>
                  </a:moveTo>
                  <a:lnTo>
                    <a:pt x="0" y="861212"/>
                  </a:lnTo>
                  <a:lnTo>
                    <a:pt x="0" y="946594"/>
                  </a:lnTo>
                  <a:lnTo>
                    <a:pt x="321005" y="946594"/>
                  </a:lnTo>
                  <a:lnTo>
                    <a:pt x="321005" y="861212"/>
                  </a:lnTo>
                  <a:close/>
                </a:path>
                <a:path w="483235" h="1118870">
                  <a:moveTo>
                    <a:pt x="482981" y="688975"/>
                  </a:moveTo>
                  <a:lnTo>
                    <a:pt x="0" y="688975"/>
                  </a:lnTo>
                  <a:lnTo>
                    <a:pt x="0" y="774357"/>
                  </a:lnTo>
                  <a:lnTo>
                    <a:pt x="482981" y="774357"/>
                  </a:lnTo>
                  <a:lnTo>
                    <a:pt x="482981" y="688975"/>
                  </a:lnTo>
                  <a:close/>
                </a:path>
                <a:path w="483235" h="1118870">
                  <a:moveTo>
                    <a:pt x="482981" y="516724"/>
                  </a:moveTo>
                  <a:lnTo>
                    <a:pt x="0" y="516724"/>
                  </a:lnTo>
                  <a:lnTo>
                    <a:pt x="0" y="602107"/>
                  </a:lnTo>
                  <a:lnTo>
                    <a:pt x="482981" y="602107"/>
                  </a:lnTo>
                  <a:lnTo>
                    <a:pt x="482981" y="516724"/>
                  </a:lnTo>
                  <a:close/>
                </a:path>
                <a:path w="483235" h="1118870">
                  <a:moveTo>
                    <a:pt x="482981" y="344487"/>
                  </a:moveTo>
                  <a:lnTo>
                    <a:pt x="0" y="344487"/>
                  </a:lnTo>
                  <a:lnTo>
                    <a:pt x="0" y="429869"/>
                  </a:lnTo>
                  <a:lnTo>
                    <a:pt x="482981" y="429869"/>
                  </a:lnTo>
                  <a:lnTo>
                    <a:pt x="482981" y="344487"/>
                  </a:lnTo>
                  <a:close/>
                </a:path>
                <a:path w="483235" h="1118870">
                  <a:moveTo>
                    <a:pt x="482981" y="172250"/>
                  </a:moveTo>
                  <a:lnTo>
                    <a:pt x="0" y="172250"/>
                  </a:lnTo>
                  <a:lnTo>
                    <a:pt x="0" y="257632"/>
                  </a:lnTo>
                  <a:lnTo>
                    <a:pt x="482981" y="257632"/>
                  </a:lnTo>
                  <a:lnTo>
                    <a:pt x="482981" y="172250"/>
                  </a:lnTo>
                  <a:close/>
                </a:path>
                <a:path w="483235" h="1118870">
                  <a:moveTo>
                    <a:pt x="482981" y="0"/>
                  </a:moveTo>
                  <a:lnTo>
                    <a:pt x="0" y="0"/>
                  </a:lnTo>
                  <a:lnTo>
                    <a:pt x="0" y="85382"/>
                  </a:lnTo>
                  <a:lnTo>
                    <a:pt x="482981" y="85382"/>
                  </a:lnTo>
                  <a:lnTo>
                    <a:pt x="482981" y="0"/>
                  </a:lnTo>
                  <a:close/>
                </a:path>
              </a:pathLst>
            </a:custGeom>
            <a:solidFill>
              <a:srgbClr val="FFFFFF">
                <a:alpha val="3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2596821" y="5138932"/>
              <a:ext cx="270510" cy="1362710"/>
            </a:xfrm>
            <a:custGeom>
              <a:avLst/>
              <a:gdLst/>
              <a:ahLst/>
              <a:cxnLst/>
              <a:rect l="l" t="t" r="r" b="b"/>
              <a:pathLst>
                <a:path w="270510" h="1362710">
                  <a:moveTo>
                    <a:pt x="0" y="1362126"/>
                  </a:moveTo>
                  <a:lnTo>
                    <a:pt x="269928" y="1362126"/>
                  </a:lnTo>
                  <a:lnTo>
                    <a:pt x="269928" y="0"/>
                  </a:lnTo>
                  <a:lnTo>
                    <a:pt x="0" y="0"/>
                  </a:lnTo>
                  <a:lnTo>
                    <a:pt x="0" y="1362126"/>
                  </a:lnTo>
                  <a:close/>
                </a:path>
              </a:pathLst>
            </a:custGeom>
            <a:solidFill>
              <a:srgbClr val="3CACDD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 descr=""/>
          <p:cNvSpPr/>
          <p:nvPr/>
        </p:nvSpPr>
        <p:spPr>
          <a:xfrm>
            <a:off x="10626504" y="1374912"/>
            <a:ext cx="321945" cy="321945"/>
          </a:xfrm>
          <a:custGeom>
            <a:avLst/>
            <a:gdLst/>
            <a:ahLst/>
            <a:cxnLst/>
            <a:rect l="l" t="t" r="r" b="b"/>
            <a:pathLst>
              <a:path w="321945" h="321944">
                <a:moveTo>
                  <a:pt x="160686" y="0"/>
                </a:moveTo>
                <a:lnTo>
                  <a:pt x="109898" y="8192"/>
                </a:lnTo>
                <a:lnTo>
                  <a:pt x="65788" y="31004"/>
                </a:lnTo>
                <a:lnTo>
                  <a:pt x="31004" y="65788"/>
                </a:lnTo>
                <a:lnTo>
                  <a:pt x="8192" y="109898"/>
                </a:lnTo>
                <a:lnTo>
                  <a:pt x="0" y="160686"/>
                </a:lnTo>
                <a:lnTo>
                  <a:pt x="8192" y="211474"/>
                </a:lnTo>
                <a:lnTo>
                  <a:pt x="31004" y="255583"/>
                </a:lnTo>
                <a:lnTo>
                  <a:pt x="65788" y="290368"/>
                </a:lnTo>
                <a:lnTo>
                  <a:pt x="109898" y="313180"/>
                </a:lnTo>
                <a:lnTo>
                  <a:pt x="160686" y="321372"/>
                </a:lnTo>
                <a:lnTo>
                  <a:pt x="211478" y="313180"/>
                </a:lnTo>
                <a:lnTo>
                  <a:pt x="255588" y="290368"/>
                </a:lnTo>
                <a:lnTo>
                  <a:pt x="290371" y="255583"/>
                </a:lnTo>
                <a:lnTo>
                  <a:pt x="313181" y="211474"/>
                </a:lnTo>
                <a:lnTo>
                  <a:pt x="321372" y="160686"/>
                </a:lnTo>
                <a:lnTo>
                  <a:pt x="313181" y="109898"/>
                </a:lnTo>
                <a:lnTo>
                  <a:pt x="290371" y="65788"/>
                </a:lnTo>
                <a:lnTo>
                  <a:pt x="255588" y="31004"/>
                </a:lnTo>
                <a:lnTo>
                  <a:pt x="211478" y="8192"/>
                </a:lnTo>
                <a:lnTo>
                  <a:pt x="160686" y="0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/>
          <p:nvPr/>
        </p:nvSpPr>
        <p:spPr>
          <a:xfrm>
            <a:off x="10210160" y="2301186"/>
            <a:ext cx="1198880" cy="5728335"/>
          </a:xfrm>
          <a:custGeom>
            <a:avLst/>
            <a:gdLst/>
            <a:ahLst/>
            <a:cxnLst/>
            <a:rect l="l" t="t" r="r" b="b"/>
            <a:pathLst>
              <a:path w="1198879" h="5728334">
                <a:moveTo>
                  <a:pt x="0" y="5727930"/>
                </a:moveTo>
                <a:lnTo>
                  <a:pt x="1198476" y="5727930"/>
                </a:lnTo>
                <a:lnTo>
                  <a:pt x="1198476" y="0"/>
                </a:lnTo>
                <a:lnTo>
                  <a:pt x="0" y="0"/>
                </a:lnTo>
                <a:lnTo>
                  <a:pt x="0" y="5727930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9" name="object 49" descr=""/>
          <p:cNvGrpSpPr/>
          <p:nvPr/>
        </p:nvGrpSpPr>
        <p:grpSpPr>
          <a:xfrm>
            <a:off x="10210160" y="552279"/>
            <a:ext cx="1198880" cy="7477125"/>
            <a:chOff x="10210160" y="552279"/>
            <a:chExt cx="1198880" cy="7477125"/>
          </a:xfrm>
        </p:grpSpPr>
        <p:sp>
          <p:nvSpPr>
            <p:cNvPr id="50" name="object 50" descr=""/>
            <p:cNvSpPr/>
            <p:nvPr/>
          </p:nvSpPr>
          <p:spPr>
            <a:xfrm>
              <a:off x="10210160" y="1742365"/>
              <a:ext cx="1198880" cy="497205"/>
            </a:xfrm>
            <a:custGeom>
              <a:avLst/>
              <a:gdLst/>
              <a:ahLst/>
              <a:cxnLst/>
              <a:rect l="l" t="t" r="r" b="b"/>
              <a:pathLst>
                <a:path w="1198879" h="497205">
                  <a:moveTo>
                    <a:pt x="0" y="496728"/>
                  </a:moveTo>
                  <a:lnTo>
                    <a:pt x="1198476" y="496728"/>
                  </a:lnTo>
                  <a:lnTo>
                    <a:pt x="1198476" y="0"/>
                  </a:lnTo>
                  <a:lnTo>
                    <a:pt x="0" y="0"/>
                  </a:lnTo>
                  <a:lnTo>
                    <a:pt x="0" y="496728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0210160" y="1638882"/>
              <a:ext cx="1198880" cy="103505"/>
            </a:xfrm>
            <a:custGeom>
              <a:avLst/>
              <a:gdLst/>
              <a:ahLst/>
              <a:cxnLst/>
              <a:rect l="l" t="t" r="r" b="b"/>
              <a:pathLst>
                <a:path w="1198879" h="103505">
                  <a:moveTo>
                    <a:pt x="1198476" y="0"/>
                  </a:moveTo>
                  <a:lnTo>
                    <a:pt x="0" y="0"/>
                  </a:lnTo>
                  <a:lnTo>
                    <a:pt x="0" y="103483"/>
                  </a:lnTo>
                  <a:lnTo>
                    <a:pt x="1198476" y="103483"/>
                  </a:lnTo>
                  <a:lnTo>
                    <a:pt x="11984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0210160" y="1638871"/>
              <a:ext cx="521334" cy="6390640"/>
            </a:xfrm>
            <a:custGeom>
              <a:avLst/>
              <a:gdLst/>
              <a:ahLst/>
              <a:cxnLst/>
              <a:rect l="l" t="t" r="r" b="b"/>
              <a:pathLst>
                <a:path w="521334" h="6390640">
                  <a:moveTo>
                    <a:pt x="521261" y="0"/>
                  </a:moveTo>
                  <a:lnTo>
                    <a:pt x="0" y="0"/>
                  </a:lnTo>
                  <a:lnTo>
                    <a:pt x="0" y="6390234"/>
                  </a:lnTo>
                  <a:lnTo>
                    <a:pt x="521261" y="6390234"/>
                  </a:lnTo>
                  <a:lnTo>
                    <a:pt x="521261" y="0"/>
                  </a:lnTo>
                  <a:close/>
                </a:path>
              </a:pathLst>
            </a:custGeom>
            <a:solidFill>
              <a:srgbClr val="3CACDD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10397452" y="552290"/>
              <a:ext cx="836294" cy="1087120"/>
            </a:xfrm>
            <a:custGeom>
              <a:avLst/>
              <a:gdLst/>
              <a:ahLst/>
              <a:cxnLst/>
              <a:rect l="l" t="t" r="r" b="b"/>
              <a:pathLst>
                <a:path w="836295" h="1087120">
                  <a:moveTo>
                    <a:pt x="836244" y="931367"/>
                  </a:moveTo>
                  <a:lnTo>
                    <a:pt x="418706" y="931367"/>
                  </a:lnTo>
                  <a:lnTo>
                    <a:pt x="398208" y="0"/>
                  </a:lnTo>
                  <a:lnTo>
                    <a:pt x="375361" y="0"/>
                  </a:lnTo>
                  <a:lnTo>
                    <a:pt x="375361" y="931367"/>
                  </a:lnTo>
                  <a:lnTo>
                    <a:pt x="0" y="931367"/>
                  </a:lnTo>
                  <a:lnTo>
                    <a:pt x="0" y="1086599"/>
                  </a:lnTo>
                  <a:lnTo>
                    <a:pt x="836244" y="1086599"/>
                  </a:lnTo>
                  <a:lnTo>
                    <a:pt x="836244" y="931367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0210152" y="2693701"/>
              <a:ext cx="1198880" cy="782955"/>
            </a:xfrm>
            <a:custGeom>
              <a:avLst/>
              <a:gdLst/>
              <a:ahLst/>
              <a:cxnLst/>
              <a:rect l="l" t="t" r="r" b="b"/>
              <a:pathLst>
                <a:path w="1198879" h="782954">
                  <a:moveTo>
                    <a:pt x="1198473" y="0"/>
                  </a:moveTo>
                  <a:lnTo>
                    <a:pt x="0" y="0"/>
                  </a:lnTo>
                  <a:lnTo>
                    <a:pt x="0" y="782662"/>
                  </a:lnTo>
                  <a:lnTo>
                    <a:pt x="1198473" y="782662"/>
                  </a:lnTo>
                  <a:lnTo>
                    <a:pt x="1198473" y="0"/>
                  </a:lnTo>
                  <a:close/>
                </a:path>
              </a:pathLst>
            </a:custGeom>
            <a:solidFill>
              <a:srgbClr val="3CACDD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10278542" y="3590905"/>
              <a:ext cx="394970" cy="4257675"/>
            </a:xfrm>
            <a:custGeom>
              <a:avLst/>
              <a:gdLst/>
              <a:ahLst/>
              <a:cxnLst/>
              <a:rect l="l" t="t" r="r" b="b"/>
              <a:pathLst>
                <a:path w="394970" h="4257675">
                  <a:moveTo>
                    <a:pt x="67767" y="4061866"/>
                  </a:moveTo>
                  <a:lnTo>
                    <a:pt x="0" y="4061866"/>
                  </a:lnTo>
                  <a:lnTo>
                    <a:pt x="0" y="4257535"/>
                  </a:lnTo>
                  <a:lnTo>
                    <a:pt x="67767" y="4257535"/>
                  </a:lnTo>
                  <a:lnTo>
                    <a:pt x="67767" y="4061866"/>
                  </a:lnTo>
                  <a:close/>
                </a:path>
                <a:path w="394970" h="4257675">
                  <a:moveTo>
                    <a:pt x="67767" y="3808006"/>
                  </a:moveTo>
                  <a:lnTo>
                    <a:pt x="0" y="3808006"/>
                  </a:lnTo>
                  <a:lnTo>
                    <a:pt x="0" y="4003662"/>
                  </a:lnTo>
                  <a:lnTo>
                    <a:pt x="67767" y="4003662"/>
                  </a:lnTo>
                  <a:lnTo>
                    <a:pt x="67767" y="3808006"/>
                  </a:lnTo>
                  <a:close/>
                </a:path>
                <a:path w="394970" h="4257675">
                  <a:moveTo>
                    <a:pt x="67767" y="3554133"/>
                  </a:moveTo>
                  <a:lnTo>
                    <a:pt x="0" y="3554133"/>
                  </a:lnTo>
                  <a:lnTo>
                    <a:pt x="0" y="3749802"/>
                  </a:lnTo>
                  <a:lnTo>
                    <a:pt x="67767" y="3749802"/>
                  </a:lnTo>
                  <a:lnTo>
                    <a:pt x="67767" y="3554133"/>
                  </a:lnTo>
                  <a:close/>
                </a:path>
                <a:path w="394970" h="4257675">
                  <a:moveTo>
                    <a:pt x="67767" y="3300272"/>
                  </a:moveTo>
                  <a:lnTo>
                    <a:pt x="0" y="3300272"/>
                  </a:lnTo>
                  <a:lnTo>
                    <a:pt x="0" y="3495929"/>
                  </a:lnTo>
                  <a:lnTo>
                    <a:pt x="67767" y="3495929"/>
                  </a:lnTo>
                  <a:lnTo>
                    <a:pt x="67767" y="3300272"/>
                  </a:lnTo>
                  <a:close/>
                </a:path>
                <a:path w="394970" h="4257675">
                  <a:moveTo>
                    <a:pt x="67767" y="3046399"/>
                  </a:moveTo>
                  <a:lnTo>
                    <a:pt x="0" y="3046399"/>
                  </a:lnTo>
                  <a:lnTo>
                    <a:pt x="0" y="3242068"/>
                  </a:lnTo>
                  <a:lnTo>
                    <a:pt x="67767" y="3242068"/>
                  </a:lnTo>
                  <a:lnTo>
                    <a:pt x="67767" y="3046399"/>
                  </a:lnTo>
                  <a:close/>
                </a:path>
                <a:path w="394970" h="4257675">
                  <a:moveTo>
                    <a:pt x="67767" y="2792539"/>
                  </a:moveTo>
                  <a:lnTo>
                    <a:pt x="0" y="2792539"/>
                  </a:lnTo>
                  <a:lnTo>
                    <a:pt x="0" y="2988195"/>
                  </a:lnTo>
                  <a:lnTo>
                    <a:pt x="67767" y="2988195"/>
                  </a:lnTo>
                  <a:lnTo>
                    <a:pt x="67767" y="2792539"/>
                  </a:lnTo>
                  <a:close/>
                </a:path>
                <a:path w="394970" h="4257675">
                  <a:moveTo>
                    <a:pt x="67767" y="2538666"/>
                  </a:moveTo>
                  <a:lnTo>
                    <a:pt x="0" y="2538666"/>
                  </a:lnTo>
                  <a:lnTo>
                    <a:pt x="0" y="2734335"/>
                  </a:lnTo>
                  <a:lnTo>
                    <a:pt x="67767" y="2734335"/>
                  </a:lnTo>
                  <a:lnTo>
                    <a:pt x="67767" y="2538666"/>
                  </a:lnTo>
                  <a:close/>
                </a:path>
                <a:path w="394970" h="4257675">
                  <a:moveTo>
                    <a:pt x="67767" y="2284806"/>
                  </a:moveTo>
                  <a:lnTo>
                    <a:pt x="0" y="2284806"/>
                  </a:lnTo>
                  <a:lnTo>
                    <a:pt x="0" y="2480462"/>
                  </a:lnTo>
                  <a:lnTo>
                    <a:pt x="67767" y="2480462"/>
                  </a:lnTo>
                  <a:lnTo>
                    <a:pt x="67767" y="2284806"/>
                  </a:lnTo>
                  <a:close/>
                </a:path>
                <a:path w="394970" h="4257675">
                  <a:moveTo>
                    <a:pt x="67767" y="2030945"/>
                  </a:moveTo>
                  <a:lnTo>
                    <a:pt x="0" y="2030945"/>
                  </a:lnTo>
                  <a:lnTo>
                    <a:pt x="0" y="2226602"/>
                  </a:lnTo>
                  <a:lnTo>
                    <a:pt x="67767" y="2226602"/>
                  </a:lnTo>
                  <a:lnTo>
                    <a:pt x="67767" y="2030945"/>
                  </a:lnTo>
                  <a:close/>
                </a:path>
                <a:path w="394970" h="4257675">
                  <a:moveTo>
                    <a:pt x="67767" y="1777072"/>
                  </a:moveTo>
                  <a:lnTo>
                    <a:pt x="0" y="1777072"/>
                  </a:lnTo>
                  <a:lnTo>
                    <a:pt x="0" y="1972729"/>
                  </a:lnTo>
                  <a:lnTo>
                    <a:pt x="67767" y="1972729"/>
                  </a:lnTo>
                  <a:lnTo>
                    <a:pt x="67767" y="1777072"/>
                  </a:lnTo>
                  <a:close/>
                </a:path>
                <a:path w="394970" h="4257675">
                  <a:moveTo>
                    <a:pt x="67767" y="1523212"/>
                  </a:moveTo>
                  <a:lnTo>
                    <a:pt x="0" y="1523212"/>
                  </a:lnTo>
                  <a:lnTo>
                    <a:pt x="0" y="1718868"/>
                  </a:lnTo>
                  <a:lnTo>
                    <a:pt x="67767" y="1718868"/>
                  </a:lnTo>
                  <a:lnTo>
                    <a:pt x="67767" y="1523212"/>
                  </a:lnTo>
                  <a:close/>
                </a:path>
                <a:path w="394970" h="4257675">
                  <a:moveTo>
                    <a:pt x="67767" y="1269339"/>
                  </a:moveTo>
                  <a:lnTo>
                    <a:pt x="0" y="1269339"/>
                  </a:lnTo>
                  <a:lnTo>
                    <a:pt x="0" y="1464995"/>
                  </a:lnTo>
                  <a:lnTo>
                    <a:pt x="67767" y="1464995"/>
                  </a:lnTo>
                  <a:lnTo>
                    <a:pt x="67767" y="1269339"/>
                  </a:lnTo>
                  <a:close/>
                </a:path>
                <a:path w="394970" h="4257675">
                  <a:moveTo>
                    <a:pt x="67767" y="1015479"/>
                  </a:moveTo>
                  <a:lnTo>
                    <a:pt x="0" y="1015479"/>
                  </a:lnTo>
                  <a:lnTo>
                    <a:pt x="0" y="1211135"/>
                  </a:lnTo>
                  <a:lnTo>
                    <a:pt x="67767" y="1211135"/>
                  </a:lnTo>
                  <a:lnTo>
                    <a:pt x="67767" y="1015479"/>
                  </a:lnTo>
                  <a:close/>
                </a:path>
                <a:path w="394970" h="4257675">
                  <a:moveTo>
                    <a:pt x="67767" y="761606"/>
                  </a:moveTo>
                  <a:lnTo>
                    <a:pt x="0" y="761606"/>
                  </a:lnTo>
                  <a:lnTo>
                    <a:pt x="0" y="957262"/>
                  </a:lnTo>
                  <a:lnTo>
                    <a:pt x="67767" y="957262"/>
                  </a:lnTo>
                  <a:lnTo>
                    <a:pt x="67767" y="761606"/>
                  </a:lnTo>
                  <a:close/>
                </a:path>
                <a:path w="394970" h="4257675">
                  <a:moveTo>
                    <a:pt x="67767" y="507733"/>
                  </a:moveTo>
                  <a:lnTo>
                    <a:pt x="0" y="507733"/>
                  </a:lnTo>
                  <a:lnTo>
                    <a:pt x="0" y="703389"/>
                  </a:lnTo>
                  <a:lnTo>
                    <a:pt x="67767" y="703389"/>
                  </a:lnTo>
                  <a:lnTo>
                    <a:pt x="67767" y="507733"/>
                  </a:lnTo>
                  <a:close/>
                </a:path>
                <a:path w="394970" h="4257675">
                  <a:moveTo>
                    <a:pt x="67767" y="253860"/>
                  </a:moveTo>
                  <a:lnTo>
                    <a:pt x="0" y="253860"/>
                  </a:lnTo>
                  <a:lnTo>
                    <a:pt x="0" y="449516"/>
                  </a:lnTo>
                  <a:lnTo>
                    <a:pt x="67767" y="449516"/>
                  </a:lnTo>
                  <a:lnTo>
                    <a:pt x="67767" y="253860"/>
                  </a:lnTo>
                  <a:close/>
                </a:path>
                <a:path w="394970" h="4257675">
                  <a:moveTo>
                    <a:pt x="67767" y="0"/>
                  </a:moveTo>
                  <a:lnTo>
                    <a:pt x="0" y="0"/>
                  </a:lnTo>
                  <a:lnTo>
                    <a:pt x="0" y="195656"/>
                  </a:lnTo>
                  <a:lnTo>
                    <a:pt x="67767" y="195656"/>
                  </a:lnTo>
                  <a:lnTo>
                    <a:pt x="67767" y="0"/>
                  </a:lnTo>
                  <a:close/>
                </a:path>
                <a:path w="394970" h="4257675">
                  <a:moveTo>
                    <a:pt x="176784" y="4061866"/>
                  </a:moveTo>
                  <a:lnTo>
                    <a:pt x="109004" y="4061866"/>
                  </a:lnTo>
                  <a:lnTo>
                    <a:pt x="109004" y="4257535"/>
                  </a:lnTo>
                  <a:lnTo>
                    <a:pt x="176784" y="4257535"/>
                  </a:lnTo>
                  <a:lnTo>
                    <a:pt x="176784" y="4061866"/>
                  </a:lnTo>
                  <a:close/>
                </a:path>
                <a:path w="394970" h="4257675">
                  <a:moveTo>
                    <a:pt x="176784" y="3808006"/>
                  </a:moveTo>
                  <a:lnTo>
                    <a:pt x="109004" y="3808006"/>
                  </a:lnTo>
                  <a:lnTo>
                    <a:pt x="109004" y="4003662"/>
                  </a:lnTo>
                  <a:lnTo>
                    <a:pt x="176784" y="4003662"/>
                  </a:lnTo>
                  <a:lnTo>
                    <a:pt x="176784" y="3808006"/>
                  </a:lnTo>
                  <a:close/>
                </a:path>
                <a:path w="394970" h="4257675">
                  <a:moveTo>
                    <a:pt x="176784" y="3554133"/>
                  </a:moveTo>
                  <a:lnTo>
                    <a:pt x="109004" y="3554133"/>
                  </a:lnTo>
                  <a:lnTo>
                    <a:pt x="109004" y="3749802"/>
                  </a:lnTo>
                  <a:lnTo>
                    <a:pt x="176784" y="3749802"/>
                  </a:lnTo>
                  <a:lnTo>
                    <a:pt x="176784" y="3554133"/>
                  </a:lnTo>
                  <a:close/>
                </a:path>
                <a:path w="394970" h="4257675">
                  <a:moveTo>
                    <a:pt x="176784" y="3300272"/>
                  </a:moveTo>
                  <a:lnTo>
                    <a:pt x="109004" y="3300272"/>
                  </a:lnTo>
                  <a:lnTo>
                    <a:pt x="109004" y="3495929"/>
                  </a:lnTo>
                  <a:lnTo>
                    <a:pt x="176784" y="3495929"/>
                  </a:lnTo>
                  <a:lnTo>
                    <a:pt x="176784" y="3300272"/>
                  </a:lnTo>
                  <a:close/>
                </a:path>
                <a:path w="394970" h="4257675">
                  <a:moveTo>
                    <a:pt x="176784" y="3046399"/>
                  </a:moveTo>
                  <a:lnTo>
                    <a:pt x="109004" y="3046399"/>
                  </a:lnTo>
                  <a:lnTo>
                    <a:pt x="109004" y="3242068"/>
                  </a:lnTo>
                  <a:lnTo>
                    <a:pt x="176784" y="3242068"/>
                  </a:lnTo>
                  <a:lnTo>
                    <a:pt x="176784" y="3046399"/>
                  </a:lnTo>
                  <a:close/>
                </a:path>
                <a:path w="394970" h="4257675">
                  <a:moveTo>
                    <a:pt x="176784" y="2792539"/>
                  </a:moveTo>
                  <a:lnTo>
                    <a:pt x="109004" y="2792539"/>
                  </a:lnTo>
                  <a:lnTo>
                    <a:pt x="109004" y="2988195"/>
                  </a:lnTo>
                  <a:lnTo>
                    <a:pt x="176784" y="2988195"/>
                  </a:lnTo>
                  <a:lnTo>
                    <a:pt x="176784" y="2792539"/>
                  </a:lnTo>
                  <a:close/>
                </a:path>
                <a:path w="394970" h="4257675">
                  <a:moveTo>
                    <a:pt x="176784" y="2538666"/>
                  </a:moveTo>
                  <a:lnTo>
                    <a:pt x="109004" y="2538666"/>
                  </a:lnTo>
                  <a:lnTo>
                    <a:pt x="109004" y="2734335"/>
                  </a:lnTo>
                  <a:lnTo>
                    <a:pt x="176784" y="2734335"/>
                  </a:lnTo>
                  <a:lnTo>
                    <a:pt x="176784" y="2538666"/>
                  </a:lnTo>
                  <a:close/>
                </a:path>
                <a:path w="394970" h="4257675">
                  <a:moveTo>
                    <a:pt x="176784" y="2284806"/>
                  </a:moveTo>
                  <a:lnTo>
                    <a:pt x="109004" y="2284806"/>
                  </a:lnTo>
                  <a:lnTo>
                    <a:pt x="109004" y="2480462"/>
                  </a:lnTo>
                  <a:lnTo>
                    <a:pt x="176784" y="2480462"/>
                  </a:lnTo>
                  <a:lnTo>
                    <a:pt x="176784" y="2284806"/>
                  </a:lnTo>
                  <a:close/>
                </a:path>
                <a:path w="394970" h="4257675">
                  <a:moveTo>
                    <a:pt x="176784" y="2030945"/>
                  </a:moveTo>
                  <a:lnTo>
                    <a:pt x="109004" y="2030945"/>
                  </a:lnTo>
                  <a:lnTo>
                    <a:pt x="109004" y="2226602"/>
                  </a:lnTo>
                  <a:lnTo>
                    <a:pt x="176784" y="2226602"/>
                  </a:lnTo>
                  <a:lnTo>
                    <a:pt x="176784" y="2030945"/>
                  </a:lnTo>
                  <a:close/>
                </a:path>
                <a:path w="394970" h="4257675">
                  <a:moveTo>
                    <a:pt x="176784" y="1777072"/>
                  </a:moveTo>
                  <a:lnTo>
                    <a:pt x="109004" y="1777072"/>
                  </a:lnTo>
                  <a:lnTo>
                    <a:pt x="109004" y="1972729"/>
                  </a:lnTo>
                  <a:lnTo>
                    <a:pt x="176784" y="1972729"/>
                  </a:lnTo>
                  <a:lnTo>
                    <a:pt x="176784" y="1777072"/>
                  </a:lnTo>
                  <a:close/>
                </a:path>
                <a:path w="394970" h="4257675">
                  <a:moveTo>
                    <a:pt x="176784" y="1523212"/>
                  </a:moveTo>
                  <a:lnTo>
                    <a:pt x="109004" y="1523212"/>
                  </a:lnTo>
                  <a:lnTo>
                    <a:pt x="109004" y="1718868"/>
                  </a:lnTo>
                  <a:lnTo>
                    <a:pt x="176784" y="1718868"/>
                  </a:lnTo>
                  <a:lnTo>
                    <a:pt x="176784" y="1523212"/>
                  </a:lnTo>
                  <a:close/>
                </a:path>
                <a:path w="394970" h="4257675">
                  <a:moveTo>
                    <a:pt x="176784" y="1269339"/>
                  </a:moveTo>
                  <a:lnTo>
                    <a:pt x="109004" y="1269339"/>
                  </a:lnTo>
                  <a:lnTo>
                    <a:pt x="109004" y="1464995"/>
                  </a:lnTo>
                  <a:lnTo>
                    <a:pt x="176784" y="1464995"/>
                  </a:lnTo>
                  <a:lnTo>
                    <a:pt x="176784" y="1269339"/>
                  </a:lnTo>
                  <a:close/>
                </a:path>
                <a:path w="394970" h="4257675">
                  <a:moveTo>
                    <a:pt x="176784" y="1015479"/>
                  </a:moveTo>
                  <a:lnTo>
                    <a:pt x="109004" y="1015479"/>
                  </a:lnTo>
                  <a:lnTo>
                    <a:pt x="109004" y="1211135"/>
                  </a:lnTo>
                  <a:lnTo>
                    <a:pt x="176784" y="1211135"/>
                  </a:lnTo>
                  <a:lnTo>
                    <a:pt x="176784" y="1015479"/>
                  </a:lnTo>
                  <a:close/>
                </a:path>
                <a:path w="394970" h="4257675">
                  <a:moveTo>
                    <a:pt x="176784" y="761606"/>
                  </a:moveTo>
                  <a:lnTo>
                    <a:pt x="109004" y="761606"/>
                  </a:lnTo>
                  <a:lnTo>
                    <a:pt x="109004" y="957262"/>
                  </a:lnTo>
                  <a:lnTo>
                    <a:pt x="176784" y="957262"/>
                  </a:lnTo>
                  <a:lnTo>
                    <a:pt x="176784" y="761606"/>
                  </a:lnTo>
                  <a:close/>
                </a:path>
                <a:path w="394970" h="4257675">
                  <a:moveTo>
                    <a:pt x="176784" y="507733"/>
                  </a:moveTo>
                  <a:lnTo>
                    <a:pt x="109004" y="507733"/>
                  </a:lnTo>
                  <a:lnTo>
                    <a:pt x="109004" y="703389"/>
                  </a:lnTo>
                  <a:lnTo>
                    <a:pt x="176784" y="703389"/>
                  </a:lnTo>
                  <a:lnTo>
                    <a:pt x="176784" y="507733"/>
                  </a:lnTo>
                  <a:close/>
                </a:path>
                <a:path w="394970" h="4257675">
                  <a:moveTo>
                    <a:pt x="176784" y="253860"/>
                  </a:moveTo>
                  <a:lnTo>
                    <a:pt x="109004" y="253860"/>
                  </a:lnTo>
                  <a:lnTo>
                    <a:pt x="109004" y="449516"/>
                  </a:lnTo>
                  <a:lnTo>
                    <a:pt x="176784" y="449516"/>
                  </a:lnTo>
                  <a:lnTo>
                    <a:pt x="176784" y="253860"/>
                  </a:lnTo>
                  <a:close/>
                </a:path>
                <a:path w="394970" h="4257675">
                  <a:moveTo>
                    <a:pt x="176784" y="0"/>
                  </a:moveTo>
                  <a:lnTo>
                    <a:pt x="109004" y="0"/>
                  </a:lnTo>
                  <a:lnTo>
                    <a:pt x="109004" y="195656"/>
                  </a:lnTo>
                  <a:lnTo>
                    <a:pt x="176784" y="195656"/>
                  </a:lnTo>
                  <a:lnTo>
                    <a:pt x="176784" y="0"/>
                  </a:lnTo>
                  <a:close/>
                </a:path>
                <a:path w="394970" h="4257675">
                  <a:moveTo>
                    <a:pt x="285800" y="4061866"/>
                  </a:moveTo>
                  <a:lnTo>
                    <a:pt x="218033" y="4061866"/>
                  </a:lnTo>
                  <a:lnTo>
                    <a:pt x="218033" y="4257535"/>
                  </a:lnTo>
                  <a:lnTo>
                    <a:pt x="285800" y="4257535"/>
                  </a:lnTo>
                  <a:lnTo>
                    <a:pt x="285800" y="4061866"/>
                  </a:lnTo>
                  <a:close/>
                </a:path>
                <a:path w="394970" h="4257675">
                  <a:moveTo>
                    <a:pt x="285800" y="3808006"/>
                  </a:moveTo>
                  <a:lnTo>
                    <a:pt x="218033" y="3808006"/>
                  </a:lnTo>
                  <a:lnTo>
                    <a:pt x="218033" y="4003662"/>
                  </a:lnTo>
                  <a:lnTo>
                    <a:pt x="285800" y="4003662"/>
                  </a:lnTo>
                  <a:lnTo>
                    <a:pt x="285800" y="3808006"/>
                  </a:lnTo>
                  <a:close/>
                </a:path>
                <a:path w="394970" h="4257675">
                  <a:moveTo>
                    <a:pt x="285800" y="3554133"/>
                  </a:moveTo>
                  <a:lnTo>
                    <a:pt x="218033" y="3554133"/>
                  </a:lnTo>
                  <a:lnTo>
                    <a:pt x="218033" y="3749802"/>
                  </a:lnTo>
                  <a:lnTo>
                    <a:pt x="285800" y="3749802"/>
                  </a:lnTo>
                  <a:lnTo>
                    <a:pt x="285800" y="3554133"/>
                  </a:lnTo>
                  <a:close/>
                </a:path>
                <a:path w="394970" h="4257675">
                  <a:moveTo>
                    <a:pt x="285800" y="3300272"/>
                  </a:moveTo>
                  <a:lnTo>
                    <a:pt x="218033" y="3300272"/>
                  </a:lnTo>
                  <a:lnTo>
                    <a:pt x="218033" y="3495929"/>
                  </a:lnTo>
                  <a:lnTo>
                    <a:pt x="285800" y="3495929"/>
                  </a:lnTo>
                  <a:lnTo>
                    <a:pt x="285800" y="3300272"/>
                  </a:lnTo>
                  <a:close/>
                </a:path>
                <a:path w="394970" h="4257675">
                  <a:moveTo>
                    <a:pt x="285800" y="3046399"/>
                  </a:moveTo>
                  <a:lnTo>
                    <a:pt x="218033" y="3046399"/>
                  </a:lnTo>
                  <a:lnTo>
                    <a:pt x="218033" y="3242068"/>
                  </a:lnTo>
                  <a:lnTo>
                    <a:pt x="285800" y="3242068"/>
                  </a:lnTo>
                  <a:lnTo>
                    <a:pt x="285800" y="3046399"/>
                  </a:lnTo>
                  <a:close/>
                </a:path>
                <a:path w="394970" h="4257675">
                  <a:moveTo>
                    <a:pt x="285800" y="2792539"/>
                  </a:moveTo>
                  <a:lnTo>
                    <a:pt x="218033" y="2792539"/>
                  </a:lnTo>
                  <a:lnTo>
                    <a:pt x="218033" y="2988195"/>
                  </a:lnTo>
                  <a:lnTo>
                    <a:pt x="285800" y="2988195"/>
                  </a:lnTo>
                  <a:lnTo>
                    <a:pt x="285800" y="2792539"/>
                  </a:lnTo>
                  <a:close/>
                </a:path>
                <a:path w="394970" h="4257675">
                  <a:moveTo>
                    <a:pt x="285800" y="2538666"/>
                  </a:moveTo>
                  <a:lnTo>
                    <a:pt x="218033" y="2538666"/>
                  </a:lnTo>
                  <a:lnTo>
                    <a:pt x="218033" y="2734335"/>
                  </a:lnTo>
                  <a:lnTo>
                    <a:pt x="285800" y="2734335"/>
                  </a:lnTo>
                  <a:lnTo>
                    <a:pt x="285800" y="2538666"/>
                  </a:lnTo>
                  <a:close/>
                </a:path>
                <a:path w="394970" h="4257675">
                  <a:moveTo>
                    <a:pt x="285800" y="2284806"/>
                  </a:moveTo>
                  <a:lnTo>
                    <a:pt x="218033" y="2284806"/>
                  </a:lnTo>
                  <a:lnTo>
                    <a:pt x="218033" y="2480462"/>
                  </a:lnTo>
                  <a:lnTo>
                    <a:pt x="285800" y="2480462"/>
                  </a:lnTo>
                  <a:lnTo>
                    <a:pt x="285800" y="2284806"/>
                  </a:lnTo>
                  <a:close/>
                </a:path>
                <a:path w="394970" h="4257675">
                  <a:moveTo>
                    <a:pt x="285800" y="2030945"/>
                  </a:moveTo>
                  <a:lnTo>
                    <a:pt x="218033" y="2030945"/>
                  </a:lnTo>
                  <a:lnTo>
                    <a:pt x="218033" y="2226602"/>
                  </a:lnTo>
                  <a:lnTo>
                    <a:pt x="285800" y="2226602"/>
                  </a:lnTo>
                  <a:lnTo>
                    <a:pt x="285800" y="2030945"/>
                  </a:lnTo>
                  <a:close/>
                </a:path>
                <a:path w="394970" h="4257675">
                  <a:moveTo>
                    <a:pt x="285800" y="1777072"/>
                  </a:moveTo>
                  <a:lnTo>
                    <a:pt x="218033" y="1777072"/>
                  </a:lnTo>
                  <a:lnTo>
                    <a:pt x="218033" y="1972729"/>
                  </a:lnTo>
                  <a:lnTo>
                    <a:pt x="285800" y="1972729"/>
                  </a:lnTo>
                  <a:lnTo>
                    <a:pt x="285800" y="1777072"/>
                  </a:lnTo>
                  <a:close/>
                </a:path>
                <a:path w="394970" h="4257675">
                  <a:moveTo>
                    <a:pt x="285800" y="1523212"/>
                  </a:moveTo>
                  <a:lnTo>
                    <a:pt x="218033" y="1523212"/>
                  </a:lnTo>
                  <a:lnTo>
                    <a:pt x="218033" y="1718868"/>
                  </a:lnTo>
                  <a:lnTo>
                    <a:pt x="285800" y="1718868"/>
                  </a:lnTo>
                  <a:lnTo>
                    <a:pt x="285800" y="1523212"/>
                  </a:lnTo>
                  <a:close/>
                </a:path>
                <a:path w="394970" h="4257675">
                  <a:moveTo>
                    <a:pt x="285800" y="1269339"/>
                  </a:moveTo>
                  <a:lnTo>
                    <a:pt x="218033" y="1269339"/>
                  </a:lnTo>
                  <a:lnTo>
                    <a:pt x="218033" y="1464995"/>
                  </a:lnTo>
                  <a:lnTo>
                    <a:pt x="285800" y="1464995"/>
                  </a:lnTo>
                  <a:lnTo>
                    <a:pt x="285800" y="1269339"/>
                  </a:lnTo>
                  <a:close/>
                </a:path>
                <a:path w="394970" h="4257675">
                  <a:moveTo>
                    <a:pt x="285800" y="1015479"/>
                  </a:moveTo>
                  <a:lnTo>
                    <a:pt x="218033" y="1015479"/>
                  </a:lnTo>
                  <a:lnTo>
                    <a:pt x="218033" y="1211135"/>
                  </a:lnTo>
                  <a:lnTo>
                    <a:pt x="285800" y="1211135"/>
                  </a:lnTo>
                  <a:lnTo>
                    <a:pt x="285800" y="1015479"/>
                  </a:lnTo>
                  <a:close/>
                </a:path>
                <a:path w="394970" h="4257675">
                  <a:moveTo>
                    <a:pt x="285800" y="761606"/>
                  </a:moveTo>
                  <a:lnTo>
                    <a:pt x="218033" y="761606"/>
                  </a:lnTo>
                  <a:lnTo>
                    <a:pt x="218033" y="957262"/>
                  </a:lnTo>
                  <a:lnTo>
                    <a:pt x="285800" y="957262"/>
                  </a:lnTo>
                  <a:lnTo>
                    <a:pt x="285800" y="761606"/>
                  </a:lnTo>
                  <a:close/>
                </a:path>
                <a:path w="394970" h="4257675">
                  <a:moveTo>
                    <a:pt x="285800" y="507733"/>
                  </a:moveTo>
                  <a:lnTo>
                    <a:pt x="218033" y="507733"/>
                  </a:lnTo>
                  <a:lnTo>
                    <a:pt x="218033" y="703389"/>
                  </a:lnTo>
                  <a:lnTo>
                    <a:pt x="285800" y="703389"/>
                  </a:lnTo>
                  <a:lnTo>
                    <a:pt x="285800" y="507733"/>
                  </a:lnTo>
                  <a:close/>
                </a:path>
                <a:path w="394970" h="4257675">
                  <a:moveTo>
                    <a:pt x="285800" y="253860"/>
                  </a:moveTo>
                  <a:lnTo>
                    <a:pt x="218033" y="253860"/>
                  </a:lnTo>
                  <a:lnTo>
                    <a:pt x="218033" y="449516"/>
                  </a:lnTo>
                  <a:lnTo>
                    <a:pt x="285800" y="449516"/>
                  </a:lnTo>
                  <a:lnTo>
                    <a:pt x="285800" y="253860"/>
                  </a:lnTo>
                  <a:close/>
                </a:path>
                <a:path w="394970" h="4257675">
                  <a:moveTo>
                    <a:pt x="285800" y="0"/>
                  </a:moveTo>
                  <a:lnTo>
                    <a:pt x="218033" y="0"/>
                  </a:lnTo>
                  <a:lnTo>
                    <a:pt x="218033" y="195656"/>
                  </a:lnTo>
                  <a:lnTo>
                    <a:pt x="285800" y="195656"/>
                  </a:lnTo>
                  <a:lnTo>
                    <a:pt x="285800" y="0"/>
                  </a:lnTo>
                  <a:close/>
                </a:path>
                <a:path w="394970" h="4257675">
                  <a:moveTo>
                    <a:pt x="394817" y="4061866"/>
                  </a:moveTo>
                  <a:lnTo>
                    <a:pt x="327050" y="4061866"/>
                  </a:lnTo>
                  <a:lnTo>
                    <a:pt x="327050" y="4257535"/>
                  </a:lnTo>
                  <a:lnTo>
                    <a:pt x="394817" y="4257535"/>
                  </a:lnTo>
                  <a:lnTo>
                    <a:pt x="394817" y="4061866"/>
                  </a:lnTo>
                  <a:close/>
                </a:path>
                <a:path w="394970" h="4257675">
                  <a:moveTo>
                    <a:pt x="394817" y="3808006"/>
                  </a:moveTo>
                  <a:lnTo>
                    <a:pt x="327050" y="3808006"/>
                  </a:lnTo>
                  <a:lnTo>
                    <a:pt x="327050" y="4003662"/>
                  </a:lnTo>
                  <a:lnTo>
                    <a:pt x="394817" y="4003662"/>
                  </a:lnTo>
                  <a:lnTo>
                    <a:pt x="394817" y="3808006"/>
                  </a:lnTo>
                  <a:close/>
                </a:path>
                <a:path w="394970" h="4257675">
                  <a:moveTo>
                    <a:pt x="394817" y="3554133"/>
                  </a:moveTo>
                  <a:lnTo>
                    <a:pt x="327050" y="3554133"/>
                  </a:lnTo>
                  <a:lnTo>
                    <a:pt x="327050" y="3749802"/>
                  </a:lnTo>
                  <a:lnTo>
                    <a:pt x="394817" y="3749802"/>
                  </a:lnTo>
                  <a:lnTo>
                    <a:pt x="394817" y="3554133"/>
                  </a:lnTo>
                  <a:close/>
                </a:path>
                <a:path w="394970" h="4257675">
                  <a:moveTo>
                    <a:pt x="394817" y="3300272"/>
                  </a:moveTo>
                  <a:lnTo>
                    <a:pt x="327050" y="3300272"/>
                  </a:lnTo>
                  <a:lnTo>
                    <a:pt x="327050" y="3495929"/>
                  </a:lnTo>
                  <a:lnTo>
                    <a:pt x="394817" y="3495929"/>
                  </a:lnTo>
                  <a:lnTo>
                    <a:pt x="394817" y="3300272"/>
                  </a:lnTo>
                  <a:close/>
                </a:path>
                <a:path w="394970" h="4257675">
                  <a:moveTo>
                    <a:pt x="394817" y="3046399"/>
                  </a:moveTo>
                  <a:lnTo>
                    <a:pt x="327050" y="3046399"/>
                  </a:lnTo>
                  <a:lnTo>
                    <a:pt x="327050" y="3242068"/>
                  </a:lnTo>
                  <a:lnTo>
                    <a:pt x="394817" y="3242068"/>
                  </a:lnTo>
                  <a:lnTo>
                    <a:pt x="394817" y="3046399"/>
                  </a:lnTo>
                  <a:close/>
                </a:path>
                <a:path w="394970" h="4257675">
                  <a:moveTo>
                    <a:pt x="394817" y="2792539"/>
                  </a:moveTo>
                  <a:lnTo>
                    <a:pt x="327050" y="2792539"/>
                  </a:lnTo>
                  <a:lnTo>
                    <a:pt x="327050" y="2988195"/>
                  </a:lnTo>
                  <a:lnTo>
                    <a:pt x="394817" y="2988195"/>
                  </a:lnTo>
                  <a:lnTo>
                    <a:pt x="394817" y="2792539"/>
                  </a:lnTo>
                  <a:close/>
                </a:path>
                <a:path w="394970" h="4257675">
                  <a:moveTo>
                    <a:pt x="394817" y="2538666"/>
                  </a:moveTo>
                  <a:lnTo>
                    <a:pt x="327050" y="2538666"/>
                  </a:lnTo>
                  <a:lnTo>
                    <a:pt x="327050" y="2734335"/>
                  </a:lnTo>
                  <a:lnTo>
                    <a:pt x="394817" y="2734335"/>
                  </a:lnTo>
                  <a:lnTo>
                    <a:pt x="394817" y="2538666"/>
                  </a:lnTo>
                  <a:close/>
                </a:path>
                <a:path w="394970" h="4257675">
                  <a:moveTo>
                    <a:pt x="394817" y="2284806"/>
                  </a:moveTo>
                  <a:lnTo>
                    <a:pt x="327050" y="2284806"/>
                  </a:lnTo>
                  <a:lnTo>
                    <a:pt x="327050" y="2480462"/>
                  </a:lnTo>
                  <a:lnTo>
                    <a:pt x="394817" y="2480462"/>
                  </a:lnTo>
                  <a:lnTo>
                    <a:pt x="394817" y="2284806"/>
                  </a:lnTo>
                  <a:close/>
                </a:path>
                <a:path w="394970" h="4257675">
                  <a:moveTo>
                    <a:pt x="394817" y="2030945"/>
                  </a:moveTo>
                  <a:lnTo>
                    <a:pt x="327050" y="2030945"/>
                  </a:lnTo>
                  <a:lnTo>
                    <a:pt x="327050" y="2226602"/>
                  </a:lnTo>
                  <a:lnTo>
                    <a:pt x="394817" y="2226602"/>
                  </a:lnTo>
                  <a:lnTo>
                    <a:pt x="394817" y="2030945"/>
                  </a:lnTo>
                  <a:close/>
                </a:path>
                <a:path w="394970" h="4257675">
                  <a:moveTo>
                    <a:pt x="394817" y="1777072"/>
                  </a:moveTo>
                  <a:lnTo>
                    <a:pt x="327050" y="1777072"/>
                  </a:lnTo>
                  <a:lnTo>
                    <a:pt x="327050" y="1972729"/>
                  </a:lnTo>
                  <a:lnTo>
                    <a:pt x="394817" y="1972729"/>
                  </a:lnTo>
                  <a:lnTo>
                    <a:pt x="394817" y="1777072"/>
                  </a:lnTo>
                  <a:close/>
                </a:path>
                <a:path w="394970" h="4257675">
                  <a:moveTo>
                    <a:pt x="394817" y="1523212"/>
                  </a:moveTo>
                  <a:lnTo>
                    <a:pt x="327050" y="1523212"/>
                  </a:lnTo>
                  <a:lnTo>
                    <a:pt x="327050" y="1718868"/>
                  </a:lnTo>
                  <a:lnTo>
                    <a:pt x="394817" y="1718868"/>
                  </a:lnTo>
                  <a:lnTo>
                    <a:pt x="394817" y="1523212"/>
                  </a:lnTo>
                  <a:close/>
                </a:path>
                <a:path w="394970" h="4257675">
                  <a:moveTo>
                    <a:pt x="394817" y="1269339"/>
                  </a:moveTo>
                  <a:lnTo>
                    <a:pt x="327050" y="1269339"/>
                  </a:lnTo>
                  <a:lnTo>
                    <a:pt x="327050" y="1464995"/>
                  </a:lnTo>
                  <a:lnTo>
                    <a:pt x="394817" y="1464995"/>
                  </a:lnTo>
                  <a:lnTo>
                    <a:pt x="394817" y="1269339"/>
                  </a:lnTo>
                  <a:close/>
                </a:path>
                <a:path w="394970" h="4257675">
                  <a:moveTo>
                    <a:pt x="394817" y="1015479"/>
                  </a:moveTo>
                  <a:lnTo>
                    <a:pt x="327050" y="1015479"/>
                  </a:lnTo>
                  <a:lnTo>
                    <a:pt x="327050" y="1211135"/>
                  </a:lnTo>
                  <a:lnTo>
                    <a:pt x="394817" y="1211135"/>
                  </a:lnTo>
                  <a:lnTo>
                    <a:pt x="394817" y="1015479"/>
                  </a:lnTo>
                  <a:close/>
                </a:path>
                <a:path w="394970" h="4257675">
                  <a:moveTo>
                    <a:pt x="394817" y="761606"/>
                  </a:moveTo>
                  <a:lnTo>
                    <a:pt x="327050" y="761606"/>
                  </a:lnTo>
                  <a:lnTo>
                    <a:pt x="327050" y="957262"/>
                  </a:lnTo>
                  <a:lnTo>
                    <a:pt x="394817" y="957262"/>
                  </a:lnTo>
                  <a:lnTo>
                    <a:pt x="394817" y="761606"/>
                  </a:lnTo>
                  <a:close/>
                </a:path>
                <a:path w="394970" h="4257675">
                  <a:moveTo>
                    <a:pt x="394817" y="507733"/>
                  </a:moveTo>
                  <a:lnTo>
                    <a:pt x="327050" y="507733"/>
                  </a:lnTo>
                  <a:lnTo>
                    <a:pt x="327050" y="703389"/>
                  </a:lnTo>
                  <a:lnTo>
                    <a:pt x="394817" y="703389"/>
                  </a:lnTo>
                  <a:lnTo>
                    <a:pt x="394817" y="507733"/>
                  </a:lnTo>
                  <a:close/>
                </a:path>
                <a:path w="394970" h="4257675">
                  <a:moveTo>
                    <a:pt x="394817" y="253860"/>
                  </a:moveTo>
                  <a:lnTo>
                    <a:pt x="327050" y="253860"/>
                  </a:lnTo>
                  <a:lnTo>
                    <a:pt x="327050" y="449516"/>
                  </a:lnTo>
                  <a:lnTo>
                    <a:pt x="394817" y="449516"/>
                  </a:lnTo>
                  <a:lnTo>
                    <a:pt x="394817" y="253860"/>
                  </a:lnTo>
                  <a:close/>
                </a:path>
                <a:path w="394970" h="4257675">
                  <a:moveTo>
                    <a:pt x="394817" y="0"/>
                  </a:moveTo>
                  <a:lnTo>
                    <a:pt x="327050" y="0"/>
                  </a:lnTo>
                  <a:lnTo>
                    <a:pt x="327050" y="195656"/>
                  </a:lnTo>
                  <a:lnTo>
                    <a:pt x="394817" y="195656"/>
                  </a:lnTo>
                  <a:lnTo>
                    <a:pt x="394817" y="0"/>
                  </a:lnTo>
                  <a:close/>
                </a:path>
              </a:pathLst>
            </a:custGeom>
            <a:solidFill>
              <a:srgbClr val="FBED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10798823" y="3590905"/>
              <a:ext cx="525780" cy="4257675"/>
            </a:xfrm>
            <a:custGeom>
              <a:avLst/>
              <a:gdLst/>
              <a:ahLst/>
              <a:cxnLst/>
              <a:rect l="l" t="t" r="r" b="b"/>
              <a:pathLst>
                <a:path w="525779" h="4257675">
                  <a:moveTo>
                    <a:pt x="90182" y="4061866"/>
                  </a:moveTo>
                  <a:lnTo>
                    <a:pt x="0" y="4061866"/>
                  </a:lnTo>
                  <a:lnTo>
                    <a:pt x="0" y="4257535"/>
                  </a:lnTo>
                  <a:lnTo>
                    <a:pt x="90182" y="4257535"/>
                  </a:lnTo>
                  <a:lnTo>
                    <a:pt x="90182" y="4061866"/>
                  </a:lnTo>
                  <a:close/>
                </a:path>
                <a:path w="525779" h="4257675">
                  <a:moveTo>
                    <a:pt x="90182" y="3808006"/>
                  </a:moveTo>
                  <a:lnTo>
                    <a:pt x="0" y="3808006"/>
                  </a:lnTo>
                  <a:lnTo>
                    <a:pt x="0" y="4003662"/>
                  </a:lnTo>
                  <a:lnTo>
                    <a:pt x="90182" y="4003662"/>
                  </a:lnTo>
                  <a:lnTo>
                    <a:pt x="90182" y="3808006"/>
                  </a:lnTo>
                  <a:close/>
                </a:path>
                <a:path w="525779" h="4257675">
                  <a:moveTo>
                    <a:pt x="90182" y="3554133"/>
                  </a:moveTo>
                  <a:lnTo>
                    <a:pt x="0" y="3554133"/>
                  </a:lnTo>
                  <a:lnTo>
                    <a:pt x="0" y="3749802"/>
                  </a:lnTo>
                  <a:lnTo>
                    <a:pt x="90182" y="3749802"/>
                  </a:lnTo>
                  <a:lnTo>
                    <a:pt x="90182" y="3554133"/>
                  </a:lnTo>
                  <a:close/>
                </a:path>
                <a:path w="525779" h="4257675">
                  <a:moveTo>
                    <a:pt x="90182" y="3300272"/>
                  </a:moveTo>
                  <a:lnTo>
                    <a:pt x="0" y="3300272"/>
                  </a:lnTo>
                  <a:lnTo>
                    <a:pt x="0" y="3495929"/>
                  </a:lnTo>
                  <a:lnTo>
                    <a:pt x="90182" y="3495929"/>
                  </a:lnTo>
                  <a:lnTo>
                    <a:pt x="90182" y="3300272"/>
                  </a:lnTo>
                  <a:close/>
                </a:path>
                <a:path w="525779" h="4257675">
                  <a:moveTo>
                    <a:pt x="90182" y="3046399"/>
                  </a:moveTo>
                  <a:lnTo>
                    <a:pt x="0" y="3046399"/>
                  </a:lnTo>
                  <a:lnTo>
                    <a:pt x="0" y="3242068"/>
                  </a:lnTo>
                  <a:lnTo>
                    <a:pt x="90182" y="3242068"/>
                  </a:lnTo>
                  <a:lnTo>
                    <a:pt x="90182" y="3046399"/>
                  </a:lnTo>
                  <a:close/>
                </a:path>
                <a:path w="525779" h="4257675">
                  <a:moveTo>
                    <a:pt x="90182" y="2792539"/>
                  </a:moveTo>
                  <a:lnTo>
                    <a:pt x="0" y="2792539"/>
                  </a:lnTo>
                  <a:lnTo>
                    <a:pt x="0" y="2988195"/>
                  </a:lnTo>
                  <a:lnTo>
                    <a:pt x="90182" y="2988195"/>
                  </a:lnTo>
                  <a:lnTo>
                    <a:pt x="90182" y="2792539"/>
                  </a:lnTo>
                  <a:close/>
                </a:path>
                <a:path w="525779" h="4257675">
                  <a:moveTo>
                    <a:pt x="90182" y="2538666"/>
                  </a:moveTo>
                  <a:lnTo>
                    <a:pt x="0" y="2538666"/>
                  </a:lnTo>
                  <a:lnTo>
                    <a:pt x="0" y="2734335"/>
                  </a:lnTo>
                  <a:lnTo>
                    <a:pt x="90182" y="2734335"/>
                  </a:lnTo>
                  <a:lnTo>
                    <a:pt x="90182" y="2538666"/>
                  </a:lnTo>
                  <a:close/>
                </a:path>
                <a:path w="525779" h="4257675">
                  <a:moveTo>
                    <a:pt x="90182" y="2284806"/>
                  </a:moveTo>
                  <a:lnTo>
                    <a:pt x="0" y="2284806"/>
                  </a:lnTo>
                  <a:lnTo>
                    <a:pt x="0" y="2480462"/>
                  </a:lnTo>
                  <a:lnTo>
                    <a:pt x="90182" y="2480462"/>
                  </a:lnTo>
                  <a:lnTo>
                    <a:pt x="90182" y="2284806"/>
                  </a:lnTo>
                  <a:close/>
                </a:path>
                <a:path w="525779" h="4257675">
                  <a:moveTo>
                    <a:pt x="90182" y="2030945"/>
                  </a:moveTo>
                  <a:lnTo>
                    <a:pt x="0" y="2030945"/>
                  </a:lnTo>
                  <a:lnTo>
                    <a:pt x="0" y="2226602"/>
                  </a:lnTo>
                  <a:lnTo>
                    <a:pt x="90182" y="2226602"/>
                  </a:lnTo>
                  <a:lnTo>
                    <a:pt x="90182" y="2030945"/>
                  </a:lnTo>
                  <a:close/>
                </a:path>
                <a:path w="525779" h="4257675">
                  <a:moveTo>
                    <a:pt x="90182" y="1777072"/>
                  </a:moveTo>
                  <a:lnTo>
                    <a:pt x="0" y="1777072"/>
                  </a:lnTo>
                  <a:lnTo>
                    <a:pt x="0" y="1972729"/>
                  </a:lnTo>
                  <a:lnTo>
                    <a:pt x="90182" y="1972729"/>
                  </a:lnTo>
                  <a:lnTo>
                    <a:pt x="90182" y="1777072"/>
                  </a:lnTo>
                  <a:close/>
                </a:path>
                <a:path w="525779" h="4257675">
                  <a:moveTo>
                    <a:pt x="90182" y="1523212"/>
                  </a:moveTo>
                  <a:lnTo>
                    <a:pt x="0" y="1523212"/>
                  </a:lnTo>
                  <a:lnTo>
                    <a:pt x="0" y="1718868"/>
                  </a:lnTo>
                  <a:lnTo>
                    <a:pt x="90182" y="1718868"/>
                  </a:lnTo>
                  <a:lnTo>
                    <a:pt x="90182" y="1523212"/>
                  </a:lnTo>
                  <a:close/>
                </a:path>
                <a:path w="525779" h="4257675">
                  <a:moveTo>
                    <a:pt x="90182" y="1269339"/>
                  </a:moveTo>
                  <a:lnTo>
                    <a:pt x="0" y="1269339"/>
                  </a:lnTo>
                  <a:lnTo>
                    <a:pt x="0" y="1464995"/>
                  </a:lnTo>
                  <a:lnTo>
                    <a:pt x="90182" y="1464995"/>
                  </a:lnTo>
                  <a:lnTo>
                    <a:pt x="90182" y="1269339"/>
                  </a:lnTo>
                  <a:close/>
                </a:path>
                <a:path w="525779" h="4257675">
                  <a:moveTo>
                    <a:pt x="90182" y="1015479"/>
                  </a:moveTo>
                  <a:lnTo>
                    <a:pt x="0" y="1015479"/>
                  </a:lnTo>
                  <a:lnTo>
                    <a:pt x="0" y="1211135"/>
                  </a:lnTo>
                  <a:lnTo>
                    <a:pt x="90182" y="1211135"/>
                  </a:lnTo>
                  <a:lnTo>
                    <a:pt x="90182" y="1015479"/>
                  </a:lnTo>
                  <a:close/>
                </a:path>
                <a:path w="525779" h="4257675">
                  <a:moveTo>
                    <a:pt x="90182" y="761606"/>
                  </a:moveTo>
                  <a:lnTo>
                    <a:pt x="0" y="761606"/>
                  </a:lnTo>
                  <a:lnTo>
                    <a:pt x="0" y="957262"/>
                  </a:lnTo>
                  <a:lnTo>
                    <a:pt x="90182" y="957262"/>
                  </a:lnTo>
                  <a:lnTo>
                    <a:pt x="90182" y="761606"/>
                  </a:lnTo>
                  <a:close/>
                </a:path>
                <a:path w="525779" h="4257675">
                  <a:moveTo>
                    <a:pt x="90182" y="507733"/>
                  </a:moveTo>
                  <a:lnTo>
                    <a:pt x="0" y="507733"/>
                  </a:lnTo>
                  <a:lnTo>
                    <a:pt x="0" y="703389"/>
                  </a:lnTo>
                  <a:lnTo>
                    <a:pt x="90182" y="703389"/>
                  </a:lnTo>
                  <a:lnTo>
                    <a:pt x="90182" y="507733"/>
                  </a:lnTo>
                  <a:close/>
                </a:path>
                <a:path w="525779" h="4257675">
                  <a:moveTo>
                    <a:pt x="90182" y="253860"/>
                  </a:moveTo>
                  <a:lnTo>
                    <a:pt x="0" y="253860"/>
                  </a:lnTo>
                  <a:lnTo>
                    <a:pt x="0" y="449516"/>
                  </a:lnTo>
                  <a:lnTo>
                    <a:pt x="90182" y="449516"/>
                  </a:lnTo>
                  <a:lnTo>
                    <a:pt x="90182" y="253860"/>
                  </a:lnTo>
                  <a:close/>
                </a:path>
                <a:path w="525779" h="4257675">
                  <a:moveTo>
                    <a:pt x="90182" y="0"/>
                  </a:moveTo>
                  <a:lnTo>
                    <a:pt x="0" y="0"/>
                  </a:lnTo>
                  <a:lnTo>
                    <a:pt x="0" y="195656"/>
                  </a:lnTo>
                  <a:lnTo>
                    <a:pt x="90182" y="195656"/>
                  </a:lnTo>
                  <a:lnTo>
                    <a:pt x="90182" y="0"/>
                  </a:lnTo>
                  <a:close/>
                </a:path>
                <a:path w="525779" h="4257675">
                  <a:moveTo>
                    <a:pt x="235242" y="4061866"/>
                  </a:moveTo>
                  <a:lnTo>
                    <a:pt x="145072" y="4061866"/>
                  </a:lnTo>
                  <a:lnTo>
                    <a:pt x="145072" y="4257535"/>
                  </a:lnTo>
                  <a:lnTo>
                    <a:pt x="235242" y="4257535"/>
                  </a:lnTo>
                  <a:lnTo>
                    <a:pt x="235242" y="4061866"/>
                  </a:lnTo>
                  <a:close/>
                </a:path>
                <a:path w="525779" h="4257675">
                  <a:moveTo>
                    <a:pt x="235242" y="3808006"/>
                  </a:moveTo>
                  <a:lnTo>
                    <a:pt x="145072" y="3808006"/>
                  </a:lnTo>
                  <a:lnTo>
                    <a:pt x="145072" y="4003662"/>
                  </a:lnTo>
                  <a:lnTo>
                    <a:pt x="235242" y="4003662"/>
                  </a:lnTo>
                  <a:lnTo>
                    <a:pt x="235242" y="3808006"/>
                  </a:lnTo>
                  <a:close/>
                </a:path>
                <a:path w="525779" h="4257675">
                  <a:moveTo>
                    <a:pt x="235242" y="3554133"/>
                  </a:moveTo>
                  <a:lnTo>
                    <a:pt x="145072" y="3554133"/>
                  </a:lnTo>
                  <a:lnTo>
                    <a:pt x="145072" y="3749802"/>
                  </a:lnTo>
                  <a:lnTo>
                    <a:pt x="235242" y="3749802"/>
                  </a:lnTo>
                  <a:lnTo>
                    <a:pt x="235242" y="3554133"/>
                  </a:lnTo>
                  <a:close/>
                </a:path>
                <a:path w="525779" h="4257675">
                  <a:moveTo>
                    <a:pt x="235242" y="3300272"/>
                  </a:moveTo>
                  <a:lnTo>
                    <a:pt x="145072" y="3300272"/>
                  </a:lnTo>
                  <a:lnTo>
                    <a:pt x="145072" y="3495929"/>
                  </a:lnTo>
                  <a:lnTo>
                    <a:pt x="235242" y="3495929"/>
                  </a:lnTo>
                  <a:lnTo>
                    <a:pt x="235242" y="3300272"/>
                  </a:lnTo>
                  <a:close/>
                </a:path>
                <a:path w="525779" h="4257675">
                  <a:moveTo>
                    <a:pt x="235242" y="3046399"/>
                  </a:moveTo>
                  <a:lnTo>
                    <a:pt x="145072" y="3046399"/>
                  </a:lnTo>
                  <a:lnTo>
                    <a:pt x="145072" y="3242068"/>
                  </a:lnTo>
                  <a:lnTo>
                    <a:pt x="235242" y="3242068"/>
                  </a:lnTo>
                  <a:lnTo>
                    <a:pt x="235242" y="3046399"/>
                  </a:lnTo>
                  <a:close/>
                </a:path>
                <a:path w="525779" h="4257675">
                  <a:moveTo>
                    <a:pt x="235242" y="2792539"/>
                  </a:moveTo>
                  <a:lnTo>
                    <a:pt x="145072" y="2792539"/>
                  </a:lnTo>
                  <a:lnTo>
                    <a:pt x="145072" y="2988195"/>
                  </a:lnTo>
                  <a:lnTo>
                    <a:pt x="235242" y="2988195"/>
                  </a:lnTo>
                  <a:lnTo>
                    <a:pt x="235242" y="2792539"/>
                  </a:lnTo>
                  <a:close/>
                </a:path>
                <a:path w="525779" h="4257675">
                  <a:moveTo>
                    <a:pt x="235242" y="2538666"/>
                  </a:moveTo>
                  <a:lnTo>
                    <a:pt x="145072" y="2538666"/>
                  </a:lnTo>
                  <a:lnTo>
                    <a:pt x="145072" y="2734335"/>
                  </a:lnTo>
                  <a:lnTo>
                    <a:pt x="235242" y="2734335"/>
                  </a:lnTo>
                  <a:lnTo>
                    <a:pt x="235242" y="2538666"/>
                  </a:lnTo>
                  <a:close/>
                </a:path>
                <a:path w="525779" h="4257675">
                  <a:moveTo>
                    <a:pt x="235242" y="2284806"/>
                  </a:moveTo>
                  <a:lnTo>
                    <a:pt x="145072" y="2284806"/>
                  </a:lnTo>
                  <a:lnTo>
                    <a:pt x="145072" y="2480462"/>
                  </a:lnTo>
                  <a:lnTo>
                    <a:pt x="235242" y="2480462"/>
                  </a:lnTo>
                  <a:lnTo>
                    <a:pt x="235242" y="2284806"/>
                  </a:lnTo>
                  <a:close/>
                </a:path>
                <a:path w="525779" h="4257675">
                  <a:moveTo>
                    <a:pt x="235242" y="2030945"/>
                  </a:moveTo>
                  <a:lnTo>
                    <a:pt x="145072" y="2030945"/>
                  </a:lnTo>
                  <a:lnTo>
                    <a:pt x="145072" y="2226602"/>
                  </a:lnTo>
                  <a:lnTo>
                    <a:pt x="235242" y="2226602"/>
                  </a:lnTo>
                  <a:lnTo>
                    <a:pt x="235242" y="2030945"/>
                  </a:lnTo>
                  <a:close/>
                </a:path>
                <a:path w="525779" h="4257675">
                  <a:moveTo>
                    <a:pt x="235242" y="1777072"/>
                  </a:moveTo>
                  <a:lnTo>
                    <a:pt x="145072" y="1777072"/>
                  </a:lnTo>
                  <a:lnTo>
                    <a:pt x="145072" y="1972729"/>
                  </a:lnTo>
                  <a:lnTo>
                    <a:pt x="235242" y="1972729"/>
                  </a:lnTo>
                  <a:lnTo>
                    <a:pt x="235242" y="1777072"/>
                  </a:lnTo>
                  <a:close/>
                </a:path>
                <a:path w="525779" h="4257675">
                  <a:moveTo>
                    <a:pt x="235242" y="1523212"/>
                  </a:moveTo>
                  <a:lnTo>
                    <a:pt x="145072" y="1523212"/>
                  </a:lnTo>
                  <a:lnTo>
                    <a:pt x="145072" y="1718868"/>
                  </a:lnTo>
                  <a:lnTo>
                    <a:pt x="235242" y="1718868"/>
                  </a:lnTo>
                  <a:lnTo>
                    <a:pt x="235242" y="1523212"/>
                  </a:lnTo>
                  <a:close/>
                </a:path>
                <a:path w="525779" h="4257675">
                  <a:moveTo>
                    <a:pt x="235242" y="1269339"/>
                  </a:moveTo>
                  <a:lnTo>
                    <a:pt x="145072" y="1269339"/>
                  </a:lnTo>
                  <a:lnTo>
                    <a:pt x="145072" y="1464995"/>
                  </a:lnTo>
                  <a:lnTo>
                    <a:pt x="235242" y="1464995"/>
                  </a:lnTo>
                  <a:lnTo>
                    <a:pt x="235242" y="1269339"/>
                  </a:lnTo>
                  <a:close/>
                </a:path>
                <a:path w="525779" h="4257675">
                  <a:moveTo>
                    <a:pt x="235242" y="1015479"/>
                  </a:moveTo>
                  <a:lnTo>
                    <a:pt x="145072" y="1015479"/>
                  </a:lnTo>
                  <a:lnTo>
                    <a:pt x="145072" y="1211135"/>
                  </a:lnTo>
                  <a:lnTo>
                    <a:pt x="235242" y="1211135"/>
                  </a:lnTo>
                  <a:lnTo>
                    <a:pt x="235242" y="1015479"/>
                  </a:lnTo>
                  <a:close/>
                </a:path>
                <a:path w="525779" h="4257675">
                  <a:moveTo>
                    <a:pt x="235242" y="761606"/>
                  </a:moveTo>
                  <a:lnTo>
                    <a:pt x="145072" y="761606"/>
                  </a:lnTo>
                  <a:lnTo>
                    <a:pt x="145072" y="957262"/>
                  </a:lnTo>
                  <a:lnTo>
                    <a:pt x="235242" y="957262"/>
                  </a:lnTo>
                  <a:lnTo>
                    <a:pt x="235242" y="761606"/>
                  </a:lnTo>
                  <a:close/>
                </a:path>
                <a:path w="525779" h="4257675">
                  <a:moveTo>
                    <a:pt x="235242" y="507733"/>
                  </a:moveTo>
                  <a:lnTo>
                    <a:pt x="145072" y="507733"/>
                  </a:lnTo>
                  <a:lnTo>
                    <a:pt x="145072" y="703389"/>
                  </a:lnTo>
                  <a:lnTo>
                    <a:pt x="235242" y="703389"/>
                  </a:lnTo>
                  <a:lnTo>
                    <a:pt x="235242" y="507733"/>
                  </a:lnTo>
                  <a:close/>
                </a:path>
                <a:path w="525779" h="4257675">
                  <a:moveTo>
                    <a:pt x="235242" y="253860"/>
                  </a:moveTo>
                  <a:lnTo>
                    <a:pt x="145072" y="253860"/>
                  </a:lnTo>
                  <a:lnTo>
                    <a:pt x="145072" y="449516"/>
                  </a:lnTo>
                  <a:lnTo>
                    <a:pt x="235242" y="449516"/>
                  </a:lnTo>
                  <a:lnTo>
                    <a:pt x="235242" y="253860"/>
                  </a:lnTo>
                  <a:close/>
                </a:path>
                <a:path w="525779" h="4257675">
                  <a:moveTo>
                    <a:pt x="235242" y="0"/>
                  </a:moveTo>
                  <a:lnTo>
                    <a:pt x="145072" y="0"/>
                  </a:lnTo>
                  <a:lnTo>
                    <a:pt x="145072" y="195656"/>
                  </a:lnTo>
                  <a:lnTo>
                    <a:pt x="235242" y="195656"/>
                  </a:lnTo>
                  <a:lnTo>
                    <a:pt x="235242" y="0"/>
                  </a:lnTo>
                  <a:close/>
                </a:path>
                <a:path w="525779" h="4257675">
                  <a:moveTo>
                    <a:pt x="380301" y="2792539"/>
                  </a:moveTo>
                  <a:lnTo>
                    <a:pt x="290131" y="2792539"/>
                  </a:lnTo>
                  <a:lnTo>
                    <a:pt x="290131" y="2988195"/>
                  </a:lnTo>
                  <a:lnTo>
                    <a:pt x="380301" y="2988195"/>
                  </a:lnTo>
                  <a:lnTo>
                    <a:pt x="380301" y="2792539"/>
                  </a:lnTo>
                  <a:close/>
                </a:path>
                <a:path w="525779" h="4257675">
                  <a:moveTo>
                    <a:pt x="380301" y="2538666"/>
                  </a:moveTo>
                  <a:lnTo>
                    <a:pt x="290131" y="2538666"/>
                  </a:lnTo>
                  <a:lnTo>
                    <a:pt x="290131" y="2734335"/>
                  </a:lnTo>
                  <a:lnTo>
                    <a:pt x="380301" y="2734335"/>
                  </a:lnTo>
                  <a:lnTo>
                    <a:pt x="380301" y="2538666"/>
                  </a:lnTo>
                  <a:close/>
                </a:path>
                <a:path w="525779" h="4257675">
                  <a:moveTo>
                    <a:pt x="380301" y="2284806"/>
                  </a:moveTo>
                  <a:lnTo>
                    <a:pt x="290131" y="2284806"/>
                  </a:lnTo>
                  <a:lnTo>
                    <a:pt x="290131" y="2480462"/>
                  </a:lnTo>
                  <a:lnTo>
                    <a:pt x="380301" y="2480462"/>
                  </a:lnTo>
                  <a:lnTo>
                    <a:pt x="380301" y="2284806"/>
                  </a:lnTo>
                  <a:close/>
                </a:path>
                <a:path w="525779" h="4257675">
                  <a:moveTo>
                    <a:pt x="380301" y="2030945"/>
                  </a:moveTo>
                  <a:lnTo>
                    <a:pt x="290131" y="2030945"/>
                  </a:lnTo>
                  <a:lnTo>
                    <a:pt x="290131" y="2226602"/>
                  </a:lnTo>
                  <a:lnTo>
                    <a:pt x="380301" y="2226602"/>
                  </a:lnTo>
                  <a:lnTo>
                    <a:pt x="380301" y="2030945"/>
                  </a:lnTo>
                  <a:close/>
                </a:path>
                <a:path w="525779" h="4257675">
                  <a:moveTo>
                    <a:pt x="380301" y="1777072"/>
                  </a:moveTo>
                  <a:lnTo>
                    <a:pt x="290131" y="1777072"/>
                  </a:lnTo>
                  <a:lnTo>
                    <a:pt x="290131" y="1972729"/>
                  </a:lnTo>
                  <a:lnTo>
                    <a:pt x="380301" y="1972729"/>
                  </a:lnTo>
                  <a:lnTo>
                    <a:pt x="380301" y="1777072"/>
                  </a:lnTo>
                  <a:close/>
                </a:path>
                <a:path w="525779" h="4257675">
                  <a:moveTo>
                    <a:pt x="380301" y="1523212"/>
                  </a:moveTo>
                  <a:lnTo>
                    <a:pt x="290131" y="1523212"/>
                  </a:lnTo>
                  <a:lnTo>
                    <a:pt x="290131" y="1718868"/>
                  </a:lnTo>
                  <a:lnTo>
                    <a:pt x="380301" y="1718868"/>
                  </a:lnTo>
                  <a:lnTo>
                    <a:pt x="380301" y="1523212"/>
                  </a:lnTo>
                  <a:close/>
                </a:path>
                <a:path w="525779" h="4257675">
                  <a:moveTo>
                    <a:pt x="380301" y="1269339"/>
                  </a:moveTo>
                  <a:lnTo>
                    <a:pt x="290131" y="1269339"/>
                  </a:lnTo>
                  <a:lnTo>
                    <a:pt x="290131" y="1464995"/>
                  </a:lnTo>
                  <a:lnTo>
                    <a:pt x="380301" y="1464995"/>
                  </a:lnTo>
                  <a:lnTo>
                    <a:pt x="380301" y="1269339"/>
                  </a:lnTo>
                  <a:close/>
                </a:path>
                <a:path w="525779" h="4257675">
                  <a:moveTo>
                    <a:pt x="380301" y="1015479"/>
                  </a:moveTo>
                  <a:lnTo>
                    <a:pt x="290131" y="1015479"/>
                  </a:lnTo>
                  <a:lnTo>
                    <a:pt x="290131" y="1211135"/>
                  </a:lnTo>
                  <a:lnTo>
                    <a:pt x="380301" y="1211135"/>
                  </a:lnTo>
                  <a:lnTo>
                    <a:pt x="380301" y="1015479"/>
                  </a:lnTo>
                  <a:close/>
                </a:path>
                <a:path w="525779" h="4257675">
                  <a:moveTo>
                    <a:pt x="380301" y="761606"/>
                  </a:moveTo>
                  <a:lnTo>
                    <a:pt x="290131" y="761606"/>
                  </a:lnTo>
                  <a:lnTo>
                    <a:pt x="290131" y="957262"/>
                  </a:lnTo>
                  <a:lnTo>
                    <a:pt x="380301" y="957262"/>
                  </a:lnTo>
                  <a:lnTo>
                    <a:pt x="380301" y="761606"/>
                  </a:lnTo>
                  <a:close/>
                </a:path>
                <a:path w="525779" h="4257675">
                  <a:moveTo>
                    <a:pt x="380301" y="507733"/>
                  </a:moveTo>
                  <a:lnTo>
                    <a:pt x="290131" y="507733"/>
                  </a:lnTo>
                  <a:lnTo>
                    <a:pt x="290131" y="703389"/>
                  </a:lnTo>
                  <a:lnTo>
                    <a:pt x="380301" y="703389"/>
                  </a:lnTo>
                  <a:lnTo>
                    <a:pt x="380301" y="507733"/>
                  </a:lnTo>
                  <a:close/>
                </a:path>
                <a:path w="525779" h="4257675">
                  <a:moveTo>
                    <a:pt x="380301" y="253860"/>
                  </a:moveTo>
                  <a:lnTo>
                    <a:pt x="290131" y="253860"/>
                  </a:lnTo>
                  <a:lnTo>
                    <a:pt x="290131" y="449516"/>
                  </a:lnTo>
                  <a:lnTo>
                    <a:pt x="380301" y="449516"/>
                  </a:lnTo>
                  <a:lnTo>
                    <a:pt x="380301" y="253860"/>
                  </a:lnTo>
                  <a:close/>
                </a:path>
                <a:path w="525779" h="4257675">
                  <a:moveTo>
                    <a:pt x="380301" y="0"/>
                  </a:moveTo>
                  <a:lnTo>
                    <a:pt x="290131" y="0"/>
                  </a:lnTo>
                  <a:lnTo>
                    <a:pt x="290131" y="195656"/>
                  </a:lnTo>
                  <a:lnTo>
                    <a:pt x="380301" y="195656"/>
                  </a:lnTo>
                  <a:lnTo>
                    <a:pt x="380301" y="0"/>
                  </a:lnTo>
                  <a:close/>
                </a:path>
                <a:path w="525779" h="4257675">
                  <a:moveTo>
                    <a:pt x="525373" y="2030945"/>
                  </a:moveTo>
                  <a:lnTo>
                    <a:pt x="435190" y="2030945"/>
                  </a:lnTo>
                  <a:lnTo>
                    <a:pt x="435190" y="2226602"/>
                  </a:lnTo>
                  <a:lnTo>
                    <a:pt x="525373" y="2226602"/>
                  </a:lnTo>
                  <a:lnTo>
                    <a:pt x="525373" y="2030945"/>
                  </a:lnTo>
                  <a:close/>
                </a:path>
                <a:path w="525779" h="4257675">
                  <a:moveTo>
                    <a:pt x="525373" y="1777072"/>
                  </a:moveTo>
                  <a:lnTo>
                    <a:pt x="435190" y="1777072"/>
                  </a:lnTo>
                  <a:lnTo>
                    <a:pt x="435190" y="1972729"/>
                  </a:lnTo>
                  <a:lnTo>
                    <a:pt x="525373" y="1972729"/>
                  </a:lnTo>
                  <a:lnTo>
                    <a:pt x="525373" y="1777072"/>
                  </a:lnTo>
                  <a:close/>
                </a:path>
                <a:path w="525779" h="4257675">
                  <a:moveTo>
                    <a:pt x="525373" y="1523212"/>
                  </a:moveTo>
                  <a:lnTo>
                    <a:pt x="435190" y="1523212"/>
                  </a:lnTo>
                  <a:lnTo>
                    <a:pt x="435190" y="1718868"/>
                  </a:lnTo>
                  <a:lnTo>
                    <a:pt x="525373" y="1718868"/>
                  </a:lnTo>
                  <a:lnTo>
                    <a:pt x="525373" y="1523212"/>
                  </a:lnTo>
                  <a:close/>
                </a:path>
                <a:path w="525779" h="4257675">
                  <a:moveTo>
                    <a:pt x="525373" y="1269339"/>
                  </a:moveTo>
                  <a:lnTo>
                    <a:pt x="435190" y="1269339"/>
                  </a:lnTo>
                  <a:lnTo>
                    <a:pt x="435190" y="1464995"/>
                  </a:lnTo>
                  <a:lnTo>
                    <a:pt x="525373" y="1464995"/>
                  </a:lnTo>
                  <a:lnTo>
                    <a:pt x="525373" y="1269339"/>
                  </a:lnTo>
                  <a:close/>
                </a:path>
                <a:path w="525779" h="4257675">
                  <a:moveTo>
                    <a:pt x="525373" y="1015479"/>
                  </a:moveTo>
                  <a:lnTo>
                    <a:pt x="435190" y="1015479"/>
                  </a:lnTo>
                  <a:lnTo>
                    <a:pt x="435190" y="1211135"/>
                  </a:lnTo>
                  <a:lnTo>
                    <a:pt x="525373" y="1211135"/>
                  </a:lnTo>
                  <a:lnTo>
                    <a:pt x="525373" y="1015479"/>
                  </a:lnTo>
                  <a:close/>
                </a:path>
                <a:path w="525779" h="4257675">
                  <a:moveTo>
                    <a:pt x="525373" y="761606"/>
                  </a:moveTo>
                  <a:lnTo>
                    <a:pt x="435190" y="761606"/>
                  </a:lnTo>
                  <a:lnTo>
                    <a:pt x="435190" y="957262"/>
                  </a:lnTo>
                  <a:lnTo>
                    <a:pt x="525373" y="957262"/>
                  </a:lnTo>
                  <a:lnTo>
                    <a:pt x="525373" y="761606"/>
                  </a:lnTo>
                  <a:close/>
                </a:path>
                <a:path w="525779" h="4257675">
                  <a:moveTo>
                    <a:pt x="525373" y="507733"/>
                  </a:moveTo>
                  <a:lnTo>
                    <a:pt x="435190" y="507733"/>
                  </a:lnTo>
                  <a:lnTo>
                    <a:pt x="435190" y="703389"/>
                  </a:lnTo>
                  <a:lnTo>
                    <a:pt x="525373" y="703389"/>
                  </a:lnTo>
                  <a:lnTo>
                    <a:pt x="525373" y="507733"/>
                  </a:lnTo>
                  <a:close/>
                </a:path>
                <a:path w="525779" h="4257675">
                  <a:moveTo>
                    <a:pt x="525373" y="253860"/>
                  </a:moveTo>
                  <a:lnTo>
                    <a:pt x="435190" y="253860"/>
                  </a:lnTo>
                  <a:lnTo>
                    <a:pt x="435190" y="449516"/>
                  </a:lnTo>
                  <a:lnTo>
                    <a:pt x="525373" y="449516"/>
                  </a:lnTo>
                  <a:lnTo>
                    <a:pt x="525373" y="253860"/>
                  </a:lnTo>
                  <a:close/>
                </a:path>
                <a:path w="525779" h="4257675">
                  <a:moveTo>
                    <a:pt x="525373" y="0"/>
                  </a:moveTo>
                  <a:lnTo>
                    <a:pt x="435190" y="0"/>
                  </a:lnTo>
                  <a:lnTo>
                    <a:pt x="435190" y="195656"/>
                  </a:lnTo>
                  <a:lnTo>
                    <a:pt x="525373" y="195656"/>
                  </a:lnTo>
                  <a:lnTo>
                    <a:pt x="5253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10282301" y="1772341"/>
              <a:ext cx="1057275" cy="833755"/>
            </a:xfrm>
            <a:custGeom>
              <a:avLst/>
              <a:gdLst/>
              <a:ahLst/>
              <a:cxnLst/>
              <a:rect l="l" t="t" r="r" b="b"/>
              <a:pathLst>
                <a:path w="1057275" h="833755">
                  <a:moveTo>
                    <a:pt x="158318" y="798271"/>
                  </a:moveTo>
                  <a:lnTo>
                    <a:pt x="0" y="798271"/>
                  </a:lnTo>
                  <a:lnTo>
                    <a:pt x="0" y="833348"/>
                  </a:lnTo>
                  <a:lnTo>
                    <a:pt x="158318" y="833348"/>
                  </a:lnTo>
                  <a:lnTo>
                    <a:pt x="158318" y="798271"/>
                  </a:lnTo>
                  <a:close/>
                </a:path>
                <a:path w="1057275" h="833755">
                  <a:moveTo>
                    <a:pt x="158318" y="723798"/>
                  </a:moveTo>
                  <a:lnTo>
                    <a:pt x="0" y="723798"/>
                  </a:lnTo>
                  <a:lnTo>
                    <a:pt x="0" y="758888"/>
                  </a:lnTo>
                  <a:lnTo>
                    <a:pt x="158318" y="758888"/>
                  </a:lnTo>
                  <a:lnTo>
                    <a:pt x="158318" y="723798"/>
                  </a:lnTo>
                  <a:close/>
                </a:path>
                <a:path w="1057275" h="833755">
                  <a:moveTo>
                    <a:pt x="158318" y="649338"/>
                  </a:moveTo>
                  <a:lnTo>
                    <a:pt x="0" y="649338"/>
                  </a:lnTo>
                  <a:lnTo>
                    <a:pt x="0" y="684428"/>
                  </a:lnTo>
                  <a:lnTo>
                    <a:pt x="158318" y="684428"/>
                  </a:lnTo>
                  <a:lnTo>
                    <a:pt x="158318" y="649338"/>
                  </a:lnTo>
                  <a:close/>
                </a:path>
                <a:path w="1057275" h="833755">
                  <a:moveTo>
                    <a:pt x="158318" y="574865"/>
                  </a:moveTo>
                  <a:lnTo>
                    <a:pt x="0" y="574865"/>
                  </a:lnTo>
                  <a:lnTo>
                    <a:pt x="0" y="609955"/>
                  </a:lnTo>
                  <a:lnTo>
                    <a:pt x="158318" y="609955"/>
                  </a:lnTo>
                  <a:lnTo>
                    <a:pt x="158318" y="574865"/>
                  </a:lnTo>
                  <a:close/>
                </a:path>
                <a:path w="1057275" h="833755">
                  <a:moveTo>
                    <a:pt x="158318" y="372325"/>
                  </a:moveTo>
                  <a:lnTo>
                    <a:pt x="0" y="372325"/>
                  </a:lnTo>
                  <a:lnTo>
                    <a:pt x="0" y="407403"/>
                  </a:lnTo>
                  <a:lnTo>
                    <a:pt x="158318" y="407403"/>
                  </a:lnTo>
                  <a:lnTo>
                    <a:pt x="158318" y="372325"/>
                  </a:lnTo>
                  <a:close/>
                </a:path>
                <a:path w="1057275" h="833755">
                  <a:moveTo>
                    <a:pt x="158318" y="297853"/>
                  </a:moveTo>
                  <a:lnTo>
                    <a:pt x="0" y="297853"/>
                  </a:lnTo>
                  <a:lnTo>
                    <a:pt x="0" y="332943"/>
                  </a:lnTo>
                  <a:lnTo>
                    <a:pt x="158318" y="332943"/>
                  </a:lnTo>
                  <a:lnTo>
                    <a:pt x="158318" y="297853"/>
                  </a:lnTo>
                  <a:close/>
                </a:path>
                <a:path w="1057275" h="833755">
                  <a:moveTo>
                    <a:pt x="158318" y="223393"/>
                  </a:moveTo>
                  <a:lnTo>
                    <a:pt x="0" y="223393"/>
                  </a:lnTo>
                  <a:lnTo>
                    <a:pt x="0" y="258483"/>
                  </a:lnTo>
                  <a:lnTo>
                    <a:pt x="158318" y="258483"/>
                  </a:lnTo>
                  <a:lnTo>
                    <a:pt x="158318" y="223393"/>
                  </a:lnTo>
                  <a:close/>
                </a:path>
                <a:path w="1057275" h="833755">
                  <a:moveTo>
                    <a:pt x="158318" y="148920"/>
                  </a:moveTo>
                  <a:lnTo>
                    <a:pt x="0" y="148920"/>
                  </a:lnTo>
                  <a:lnTo>
                    <a:pt x="0" y="184010"/>
                  </a:lnTo>
                  <a:lnTo>
                    <a:pt x="158318" y="184010"/>
                  </a:lnTo>
                  <a:lnTo>
                    <a:pt x="158318" y="148920"/>
                  </a:lnTo>
                  <a:close/>
                </a:path>
                <a:path w="1057275" h="833755">
                  <a:moveTo>
                    <a:pt x="158318" y="74460"/>
                  </a:moveTo>
                  <a:lnTo>
                    <a:pt x="0" y="74460"/>
                  </a:lnTo>
                  <a:lnTo>
                    <a:pt x="0" y="109550"/>
                  </a:lnTo>
                  <a:lnTo>
                    <a:pt x="158318" y="109550"/>
                  </a:lnTo>
                  <a:lnTo>
                    <a:pt x="158318" y="74460"/>
                  </a:lnTo>
                  <a:close/>
                </a:path>
                <a:path w="1057275" h="833755">
                  <a:moveTo>
                    <a:pt x="158318" y="0"/>
                  </a:moveTo>
                  <a:lnTo>
                    <a:pt x="0" y="0"/>
                  </a:lnTo>
                  <a:lnTo>
                    <a:pt x="0" y="35090"/>
                  </a:lnTo>
                  <a:lnTo>
                    <a:pt x="158318" y="35090"/>
                  </a:lnTo>
                  <a:lnTo>
                    <a:pt x="158318" y="0"/>
                  </a:lnTo>
                  <a:close/>
                </a:path>
                <a:path w="1057275" h="833755">
                  <a:moveTo>
                    <a:pt x="376974" y="798271"/>
                  </a:moveTo>
                  <a:lnTo>
                    <a:pt x="218655" y="798271"/>
                  </a:lnTo>
                  <a:lnTo>
                    <a:pt x="218655" y="833348"/>
                  </a:lnTo>
                  <a:lnTo>
                    <a:pt x="376974" y="833348"/>
                  </a:lnTo>
                  <a:lnTo>
                    <a:pt x="376974" y="798271"/>
                  </a:lnTo>
                  <a:close/>
                </a:path>
                <a:path w="1057275" h="833755">
                  <a:moveTo>
                    <a:pt x="376974" y="723798"/>
                  </a:moveTo>
                  <a:lnTo>
                    <a:pt x="218655" y="723798"/>
                  </a:lnTo>
                  <a:lnTo>
                    <a:pt x="218655" y="758888"/>
                  </a:lnTo>
                  <a:lnTo>
                    <a:pt x="376974" y="758888"/>
                  </a:lnTo>
                  <a:lnTo>
                    <a:pt x="376974" y="723798"/>
                  </a:lnTo>
                  <a:close/>
                </a:path>
                <a:path w="1057275" h="833755">
                  <a:moveTo>
                    <a:pt x="376974" y="649338"/>
                  </a:moveTo>
                  <a:lnTo>
                    <a:pt x="218655" y="649338"/>
                  </a:lnTo>
                  <a:lnTo>
                    <a:pt x="218655" y="684428"/>
                  </a:lnTo>
                  <a:lnTo>
                    <a:pt x="376974" y="684428"/>
                  </a:lnTo>
                  <a:lnTo>
                    <a:pt x="376974" y="649338"/>
                  </a:lnTo>
                  <a:close/>
                </a:path>
                <a:path w="1057275" h="833755">
                  <a:moveTo>
                    <a:pt x="376974" y="574865"/>
                  </a:moveTo>
                  <a:lnTo>
                    <a:pt x="218655" y="574865"/>
                  </a:lnTo>
                  <a:lnTo>
                    <a:pt x="218655" y="609955"/>
                  </a:lnTo>
                  <a:lnTo>
                    <a:pt x="376974" y="609955"/>
                  </a:lnTo>
                  <a:lnTo>
                    <a:pt x="376974" y="574865"/>
                  </a:lnTo>
                  <a:close/>
                </a:path>
                <a:path w="1057275" h="833755">
                  <a:moveTo>
                    <a:pt x="376974" y="372325"/>
                  </a:moveTo>
                  <a:lnTo>
                    <a:pt x="218655" y="372325"/>
                  </a:lnTo>
                  <a:lnTo>
                    <a:pt x="218655" y="407403"/>
                  </a:lnTo>
                  <a:lnTo>
                    <a:pt x="376974" y="407403"/>
                  </a:lnTo>
                  <a:lnTo>
                    <a:pt x="376974" y="372325"/>
                  </a:lnTo>
                  <a:close/>
                </a:path>
                <a:path w="1057275" h="833755">
                  <a:moveTo>
                    <a:pt x="376974" y="297853"/>
                  </a:moveTo>
                  <a:lnTo>
                    <a:pt x="218655" y="297853"/>
                  </a:lnTo>
                  <a:lnTo>
                    <a:pt x="218655" y="332943"/>
                  </a:lnTo>
                  <a:lnTo>
                    <a:pt x="376974" y="332943"/>
                  </a:lnTo>
                  <a:lnTo>
                    <a:pt x="376974" y="297853"/>
                  </a:lnTo>
                  <a:close/>
                </a:path>
                <a:path w="1057275" h="833755">
                  <a:moveTo>
                    <a:pt x="376974" y="223393"/>
                  </a:moveTo>
                  <a:lnTo>
                    <a:pt x="218655" y="223393"/>
                  </a:lnTo>
                  <a:lnTo>
                    <a:pt x="218655" y="258483"/>
                  </a:lnTo>
                  <a:lnTo>
                    <a:pt x="376974" y="258483"/>
                  </a:lnTo>
                  <a:lnTo>
                    <a:pt x="376974" y="223393"/>
                  </a:lnTo>
                  <a:close/>
                </a:path>
                <a:path w="1057275" h="833755">
                  <a:moveTo>
                    <a:pt x="376974" y="148920"/>
                  </a:moveTo>
                  <a:lnTo>
                    <a:pt x="218655" y="148920"/>
                  </a:lnTo>
                  <a:lnTo>
                    <a:pt x="218655" y="184010"/>
                  </a:lnTo>
                  <a:lnTo>
                    <a:pt x="376974" y="184010"/>
                  </a:lnTo>
                  <a:lnTo>
                    <a:pt x="376974" y="148920"/>
                  </a:lnTo>
                  <a:close/>
                </a:path>
                <a:path w="1057275" h="833755">
                  <a:moveTo>
                    <a:pt x="376974" y="74460"/>
                  </a:moveTo>
                  <a:lnTo>
                    <a:pt x="218655" y="74460"/>
                  </a:lnTo>
                  <a:lnTo>
                    <a:pt x="218655" y="109550"/>
                  </a:lnTo>
                  <a:lnTo>
                    <a:pt x="376974" y="109550"/>
                  </a:lnTo>
                  <a:lnTo>
                    <a:pt x="376974" y="74460"/>
                  </a:lnTo>
                  <a:close/>
                </a:path>
                <a:path w="1057275" h="833755">
                  <a:moveTo>
                    <a:pt x="376974" y="0"/>
                  </a:moveTo>
                  <a:lnTo>
                    <a:pt x="218655" y="0"/>
                  </a:lnTo>
                  <a:lnTo>
                    <a:pt x="218655" y="35090"/>
                  </a:lnTo>
                  <a:lnTo>
                    <a:pt x="376974" y="35090"/>
                  </a:lnTo>
                  <a:lnTo>
                    <a:pt x="376974" y="0"/>
                  </a:lnTo>
                  <a:close/>
                </a:path>
                <a:path w="1057275" h="833755">
                  <a:moveTo>
                    <a:pt x="737374" y="798271"/>
                  </a:moveTo>
                  <a:lnTo>
                    <a:pt x="506196" y="798271"/>
                  </a:lnTo>
                  <a:lnTo>
                    <a:pt x="506196" y="833348"/>
                  </a:lnTo>
                  <a:lnTo>
                    <a:pt x="737374" y="833348"/>
                  </a:lnTo>
                  <a:lnTo>
                    <a:pt x="737374" y="798271"/>
                  </a:lnTo>
                  <a:close/>
                </a:path>
                <a:path w="1057275" h="833755">
                  <a:moveTo>
                    <a:pt x="737374" y="723798"/>
                  </a:moveTo>
                  <a:lnTo>
                    <a:pt x="506196" y="723798"/>
                  </a:lnTo>
                  <a:lnTo>
                    <a:pt x="506196" y="758888"/>
                  </a:lnTo>
                  <a:lnTo>
                    <a:pt x="737374" y="758888"/>
                  </a:lnTo>
                  <a:lnTo>
                    <a:pt x="737374" y="723798"/>
                  </a:lnTo>
                  <a:close/>
                </a:path>
                <a:path w="1057275" h="833755">
                  <a:moveTo>
                    <a:pt x="737374" y="649338"/>
                  </a:moveTo>
                  <a:lnTo>
                    <a:pt x="506196" y="649338"/>
                  </a:lnTo>
                  <a:lnTo>
                    <a:pt x="506196" y="684428"/>
                  </a:lnTo>
                  <a:lnTo>
                    <a:pt x="737374" y="684428"/>
                  </a:lnTo>
                  <a:lnTo>
                    <a:pt x="737374" y="649338"/>
                  </a:lnTo>
                  <a:close/>
                </a:path>
                <a:path w="1057275" h="833755">
                  <a:moveTo>
                    <a:pt x="737374" y="574865"/>
                  </a:moveTo>
                  <a:lnTo>
                    <a:pt x="506196" y="574865"/>
                  </a:lnTo>
                  <a:lnTo>
                    <a:pt x="506196" y="609955"/>
                  </a:lnTo>
                  <a:lnTo>
                    <a:pt x="737374" y="609955"/>
                  </a:lnTo>
                  <a:lnTo>
                    <a:pt x="737374" y="574865"/>
                  </a:lnTo>
                  <a:close/>
                </a:path>
                <a:path w="1057275" h="833755">
                  <a:moveTo>
                    <a:pt x="737374" y="372325"/>
                  </a:moveTo>
                  <a:lnTo>
                    <a:pt x="506196" y="372325"/>
                  </a:lnTo>
                  <a:lnTo>
                    <a:pt x="506196" y="407403"/>
                  </a:lnTo>
                  <a:lnTo>
                    <a:pt x="737374" y="407403"/>
                  </a:lnTo>
                  <a:lnTo>
                    <a:pt x="737374" y="372325"/>
                  </a:lnTo>
                  <a:close/>
                </a:path>
                <a:path w="1057275" h="833755">
                  <a:moveTo>
                    <a:pt x="737374" y="297853"/>
                  </a:moveTo>
                  <a:lnTo>
                    <a:pt x="506196" y="297853"/>
                  </a:lnTo>
                  <a:lnTo>
                    <a:pt x="506196" y="332943"/>
                  </a:lnTo>
                  <a:lnTo>
                    <a:pt x="737374" y="332943"/>
                  </a:lnTo>
                  <a:lnTo>
                    <a:pt x="737374" y="297853"/>
                  </a:lnTo>
                  <a:close/>
                </a:path>
                <a:path w="1057275" h="833755">
                  <a:moveTo>
                    <a:pt x="737374" y="223393"/>
                  </a:moveTo>
                  <a:lnTo>
                    <a:pt x="506196" y="223393"/>
                  </a:lnTo>
                  <a:lnTo>
                    <a:pt x="506196" y="258483"/>
                  </a:lnTo>
                  <a:lnTo>
                    <a:pt x="737374" y="258483"/>
                  </a:lnTo>
                  <a:lnTo>
                    <a:pt x="737374" y="223393"/>
                  </a:lnTo>
                  <a:close/>
                </a:path>
                <a:path w="1057275" h="833755">
                  <a:moveTo>
                    <a:pt x="737374" y="148920"/>
                  </a:moveTo>
                  <a:lnTo>
                    <a:pt x="506196" y="148920"/>
                  </a:lnTo>
                  <a:lnTo>
                    <a:pt x="506196" y="184010"/>
                  </a:lnTo>
                  <a:lnTo>
                    <a:pt x="737374" y="184010"/>
                  </a:lnTo>
                  <a:lnTo>
                    <a:pt x="737374" y="148920"/>
                  </a:lnTo>
                  <a:close/>
                </a:path>
                <a:path w="1057275" h="833755">
                  <a:moveTo>
                    <a:pt x="737374" y="74460"/>
                  </a:moveTo>
                  <a:lnTo>
                    <a:pt x="506196" y="74460"/>
                  </a:lnTo>
                  <a:lnTo>
                    <a:pt x="506196" y="109550"/>
                  </a:lnTo>
                  <a:lnTo>
                    <a:pt x="737374" y="109550"/>
                  </a:lnTo>
                  <a:lnTo>
                    <a:pt x="737374" y="74460"/>
                  </a:lnTo>
                  <a:close/>
                </a:path>
                <a:path w="1057275" h="833755">
                  <a:moveTo>
                    <a:pt x="737374" y="0"/>
                  </a:moveTo>
                  <a:lnTo>
                    <a:pt x="506196" y="0"/>
                  </a:lnTo>
                  <a:lnTo>
                    <a:pt x="506196" y="35090"/>
                  </a:lnTo>
                  <a:lnTo>
                    <a:pt x="737374" y="35090"/>
                  </a:lnTo>
                  <a:lnTo>
                    <a:pt x="737374" y="0"/>
                  </a:lnTo>
                  <a:close/>
                </a:path>
                <a:path w="1057275" h="833755">
                  <a:moveTo>
                    <a:pt x="1056652" y="798271"/>
                  </a:moveTo>
                  <a:lnTo>
                    <a:pt x="825474" y="798271"/>
                  </a:lnTo>
                  <a:lnTo>
                    <a:pt x="825474" y="833348"/>
                  </a:lnTo>
                  <a:lnTo>
                    <a:pt x="1056652" y="833348"/>
                  </a:lnTo>
                  <a:lnTo>
                    <a:pt x="1056652" y="798271"/>
                  </a:lnTo>
                  <a:close/>
                </a:path>
                <a:path w="1057275" h="833755">
                  <a:moveTo>
                    <a:pt x="1056652" y="723798"/>
                  </a:moveTo>
                  <a:lnTo>
                    <a:pt x="825474" y="723798"/>
                  </a:lnTo>
                  <a:lnTo>
                    <a:pt x="825474" y="758888"/>
                  </a:lnTo>
                  <a:lnTo>
                    <a:pt x="1056652" y="758888"/>
                  </a:lnTo>
                  <a:lnTo>
                    <a:pt x="1056652" y="723798"/>
                  </a:lnTo>
                  <a:close/>
                </a:path>
                <a:path w="1057275" h="833755">
                  <a:moveTo>
                    <a:pt x="1056652" y="649338"/>
                  </a:moveTo>
                  <a:lnTo>
                    <a:pt x="825474" y="649338"/>
                  </a:lnTo>
                  <a:lnTo>
                    <a:pt x="825474" y="684428"/>
                  </a:lnTo>
                  <a:lnTo>
                    <a:pt x="1056652" y="684428"/>
                  </a:lnTo>
                  <a:lnTo>
                    <a:pt x="1056652" y="649338"/>
                  </a:lnTo>
                  <a:close/>
                </a:path>
                <a:path w="1057275" h="833755">
                  <a:moveTo>
                    <a:pt x="1056652" y="574865"/>
                  </a:moveTo>
                  <a:lnTo>
                    <a:pt x="825474" y="574865"/>
                  </a:lnTo>
                  <a:lnTo>
                    <a:pt x="825474" y="609955"/>
                  </a:lnTo>
                  <a:lnTo>
                    <a:pt x="1056652" y="609955"/>
                  </a:lnTo>
                  <a:lnTo>
                    <a:pt x="1056652" y="574865"/>
                  </a:lnTo>
                  <a:close/>
                </a:path>
                <a:path w="1057275" h="833755">
                  <a:moveTo>
                    <a:pt x="1056652" y="372325"/>
                  </a:moveTo>
                  <a:lnTo>
                    <a:pt x="825474" y="372325"/>
                  </a:lnTo>
                  <a:lnTo>
                    <a:pt x="825474" y="407403"/>
                  </a:lnTo>
                  <a:lnTo>
                    <a:pt x="1056652" y="407403"/>
                  </a:lnTo>
                  <a:lnTo>
                    <a:pt x="1056652" y="372325"/>
                  </a:lnTo>
                  <a:close/>
                </a:path>
                <a:path w="1057275" h="833755">
                  <a:moveTo>
                    <a:pt x="1056652" y="297853"/>
                  </a:moveTo>
                  <a:lnTo>
                    <a:pt x="825474" y="297853"/>
                  </a:lnTo>
                  <a:lnTo>
                    <a:pt x="825474" y="332943"/>
                  </a:lnTo>
                  <a:lnTo>
                    <a:pt x="1056652" y="332943"/>
                  </a:lnTo>
                  <a:lnTo>
                    <a:pt x="1056652" y="297853"/>
                  </a:lnTo>
                  <a:close/>
                </a:path>
                <a:path w="1057275" h="833755">
                  <a:moveTo>
                    <a:pt x="1056652" y="223393"/>
                  </a:moveTo>
                  <a:lnTo>
                    <a:pt x="825474" y="223393"/>
                  </a:lnTo>
                  <a:lnTo>
                    <a:pt x="825474" y="258483"/>
                  </a:lnTo>
                  <a:lnTo>
                    <a:pt x="1056652" y="258483"/>
                  </a:lnTo>
                  <a:lnTo>
                    <a:pt x="1056652" y="223393"/>
                  </a:lnTo>
                  <a:close/>
                </a:path>
                <a:path w="1057275" h="833755">
                  <a:moveTo>
                    <a:pt x="1056652" y="148920"/>
                  </a:moveTo>
                  <a:lnTo>
                    <a:pt x="825474" y="148920"/>
                  </a:lnTo>
                  <a:lnTo>
                    <a:pt x="825474" y="184010"/>
                  </a:lnTo>
                  <a:lnTo>
                    <a:pt x="1056652" y="184010"/>
                  </a:lnTo>
                  <a:lnTo>
                    <a:pt x="1056652" y="148920"/>
                  </a:lnTo>
                  <a:close/>
                </a:path>
                <a:path w="1057275" h="833755">
                  <a:moveTo>
                    <a:pt x="1056652" y="74460"/>
                  </a:moveTo>
                  <a:lnTo>
                    <a:pt x="825474" y="74460"/>
                  </a:lnTo>
                  <a:lnTo>
                    <a:pt x="825474" y="109550"/>
                  </a:lnTo>
                  <a:lnTo>
                    <a:pt x="1056652" y="109550"/>
                  </a:lnTo>
                  <a:lnTo>
                    <a:pt x="1056652" y="74460"/>
                  </a:lnTo>
                  <a:close/>
                </a:path>
                <a:path w="1057275" h="833755">
                  <a:moveTo>
                    <a:pt x="1056652" y="0"/>
                  </a:moveTo>
                  <a:lnTo>
                    <a:pt x="825474" y="0"/>
                  </a:lnTo>
                  <a:lnTo>
                    <a:pt x="825474" y="35090"/>
                  </a:lnTo>
                  <a:lnTo>
                    <a:pt x="1056652" y="35090"/>
                  </a:lnTo>
                  <a:lnTo>
                    <a:pt x="1056652" y="0"/>
                  </a:lnTo>
                  <a:close/>
                </a:path>
              </a:pathLst>
            </a:custGeom>
            <a:solidFill>
              <a:srgbClr val="3CACDD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8" name="object 58" descr=""/>
          <p:cNvGrpSpPr/>
          <p:nvPr/>
        </p:nvGrpSpPr>
        <p:grpSpPr>
          <a:xfrm>
            <a:off x="3013363" y="6034287"/>
            <a:ext cx="566420" cy="1979295"/>
            <a:chOff x="3013363" y="6034287"/>
            <a:chExt cx="566420" cy="1979295"/>
          </a:xfrm>
        </p:grpSpPr>
        <p:sp>
          <p:nvSpPr>
            <p:cNvPr id="59" name="object 59" descr=""/>
            <p:cNvSpPr/>
            <p:nvPr/>
          </p:nvSpPr>
          <p:spPr>
            <a:xfrm>
              <a:off x="3013354" y="6034296"/>
              <a:ext cx="566420" cy="1979295"/>
            </a:xfrm>
            <a:custGeom>
              <a:avLst/>
              <a:gdLst/>
              <a:ahLst/>
              <a:cxnLst/>
              <a:rect l="l" t="t" r="r" b="b"/>
              <a:pathLst>
                <a:path w="566420" h="1979295">
                  <a:moveTo>
                    <a:pt x="566381" y="0"/>
                  </a:moveTo>
                  <a:lnTo>
                    <a:pt x="0" y="0"/>
                  </a:lnTo>
                  <a:lnTo>
                    <a:pt x="0" y="897775"/>
                  </a:lnTo>
                  <a:lnTo>
                    <a:pt x="0" y="1979104"/>
                  </a:lnTo>
                  <a:lnTo>
                    <a:pt x="566381" y="1979104"/>
                  </a:lnTo>
                  <a:lnTo>
                    <a:pt x="566381" y="897775"/>
                  </a:lnTo>
                  <a:lnTo>
                    <a:pt x="566381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3097796" y="6098203"/>
              <a:ext cx="412115" cy="1782445"/>
            </a:xfrm>
            <a:custGeom>
              <a:avLst/>
              <a:gdLst/>
              <a:ahLst/>
              <a:cxnLst/>
              <a:rect l="l" t="t" r="r" b="b"/>
              <a:pathLst>
                <a:path w="412114" h="1782445">
                  <a:moveTo>
                    <a:pt x="358406" y="1752142"/>
                  </a:moveTo>
                  <a:lnTo>
                    <a:pt x="0" y="1752142"/>
                  </a:lnTo>
                  <a:lnTo>
                    <a:pt x="0" y="1782191"/>
                  </a:lnTo>
                  <a:lnTo>
                    <a:pt x="358406" y="1782191"/>
                  </a:lnTo>
                  <a:lnTo>
                    <a:pt x="358406" y="1752142"/>
                  </a:lnTo>
                  <a:close/>
                </a:path>
                <a:path w="412114" h="1782445">
                  <a:moveTo>
                    <a:pt x="358406" y="1654797"/>
                  </a:moveTo>
                  <a:lnTo>
                    <a:pt x="0" y="1654797"/>
                  </a:lnTo>
                  <a:lnTo>
                    <a:pt x="0" y="1684858"/>
                  </a:lnTo>
                  <a:lnTo>
                    <a:pt x="358406" y="1684858"/>
                  </a:lnTo>
                  <a:lnTo>
                    <a:pt x="358406" y="1654797"/>
                  </a:lnTo>
                  <a:close/>
                </a:path>
                <a:path w="412114" h="1782445">
                  <a:moveTo>
                    <a:pt x="358406" y="1557464"/>
                  </a:moveTo>
                  <a:lnTo>
                    <a:pt x="0" y="1557464"/>
                  </a:lnTo>
                  <a:lnTo>
                    <a:pt x="0" y="1587512"/>
                  </a:lnTo>
                  <a:lnTo>
                    <a:pt x="358406" y="1587512"/>
                  </a:lnTo>
                  <a:lnTo>
                    <a:pt x="358406" y="1557464"/>
                  </a:lnTo>
                  <a:close/>
                </a:path>
                <a:path w="412114" h="1782445">
                  <a:moveTo>
                    <a:pt x="358406" y="1460119"/>
                  </a:moveTo>
                  <a:lnTo>
                    <a:pt x="0" y="1460119"/>
                  </a:lnTo>
                  <a:lnTo>
                    <a:pt x="0" y="1490167"/>
                  </a:lnTo>
                  <a:lnTo>
                    <a:pt x="358406" y="1490167"/>
                  </a:lnTo>
                  <a:lnTo>
                    <a:pt x="358406" y="1460119"/>
                  </a:lnTo>
                  <a:close/>
                </a:path>
                <a:path w="412114" h="1782445">
                  <a:moveTo>
                    <a:pt x="358406" y="1362786"/>
                  </a:moveTo>
                  <a:lnTo>
                    <a:pt x="0" y="1362786"/>
                  </a:lnTo>
                  <a:lnTo>
                    <a:pt x="0" y="1392834"/>
                  </a:lnTo>
                  <a:lnTo>
                    <a:pt x="358406" y="1392834"/>
                  </a:lnTo>
                  <a:lnTo>
                    <a:pt x="358406" y="1362786"/>
                  </a:lnTo>
                  <a:close/>
                </a:path>
                <a:path w="412114" h="1782445">
                  <a:moveTo>
                    <a:pt x="358406" y="1265428"/>
                  </a:moveTo>
                  <a:lnTo>
                    <a:pt x="0" y="1265428"/>
                  </a:lnTo>
                  <a:lnTo>
                    <a:pt x="0" y="1295488"/>
                  </a:lnTo>
                  <a:lnTo>
                    <a:pt x="358406" y="1295488"/>
                  </a:lnTo>
                  <a:lnTo>
                    <a:pt x="358406" y="1265428"/>
                  </a:lnTo>
                  <a:close/>
                </a:path>
                <a:path w="412114" h="1782445">
                  <a:moveTo>
                    <a:pt x="358406" y="1168095"/>
                  </a:moveTo>
                  <a:lnTo>
                    <a:pt x="0" y="1168095"/>
                  </a:lnTo>
                  <a:lnTo>
                    <a:pt x="0" y="1198143"/>
                  </a:lnTo>
                  <a:lnTo>
                    <a:pt x="358406" y="1198143"/>
                  </a:lnTo>
                  <a:lnTo>
                    <a:pt x="358406" y="1168095"/>
                  </a:lnTo>
                  <a:close/>
                </a:path>
                <a:path w="412114" h="1782445">
                  <a:moveTo>
                    <a:pt x="358406" y="1070749"/>
                  </a:moveTo>
                  <a:lnTo>
                    <a:pt x="0" y="1070749"/>
                  </a:lnTo>
                  <a:lnTo>
                    <a:pt x="0" y="1100797"/>
                  </a:lnTo>
                  <a:lnTo>
                    <a:pt x="358406" y="1100797"/>
                  </a:lnTo>
                  <a:lnTo>
                    <a:pt x="358406" y="1070749"/>
                  </a:lnTo>
                  <a:close/>
                </a:path>
                <a:path w="412114" h="1782445">
                  <a:moveTo>
                    <a:pt x="358406" y="973404"/>
                  </a:moveTo>
                  <a:lnTo>
                    <a:pt x="0" y="973404"/>
                  </a:lnTo>
                  <a:lnTo>
                    <a:pt x="0" y="1003465"/>
                  </a:lnTo>
                  <a:lnTo>
                    <a:pt x="358406" y="1003465"/>
                  </a:lnTo>
                  <a:lnTo>
                    <a:pt x="358406" y="973404"/>
                  </a:lnTo>
                  <a:close/>
                </a:path>
                <a:path w="412114" h="1782445">
                  <a:moveTo>
                    <a:pt x="358406" y="876071"/>
                  </a:moveTo>
                  <a:lnTo>
                    <a:pt x="0" y="876071"/>
                  </a:lnTo>
                  <a:lnTo>
                    <a:pt x="0" y="906119"/>
                  </a:lnTo>
                  <a:lnTo>
                    <a:pt x="358406" y="906119"/>
                  </a:lnTo>
                  <a:lnTo>
                    <a:pt x="358406" y="876071"/>
                  </a:lnTo>
                  <a:close/>
                </a:path>
                <a:path w="412114" h="1782445">
                  <a:moveTo>
                    <a:pt x="411492" y="778725"/>
                  </a:moveTo>
                  <a:lnTo>
                    <a:pt x="0" y="778725"/>
                  </a:lnTo>
                  <a:lnTo>
                    <a:pt x="0" y="808774"/>
                  </a:lnTo>
                  <a:lnTo>
                    <a:pt x="411492" y="808774"/>
                  </a:lnTo>
                  <a:lnTo>
                    <a:pt x="411492" y="778725"/>
                  </a:lnTo>
                  <a:close/>
                </a:path>
                <a:path w="412114" h="1782445">
                  <a:moveTo>
                    <a:pt x="411492" y="681393"/>
                  </a:moveTo>
                  <a:lnTo>
                    <a:pt x="0" y="681393"/>
                  </a:lnTo>
                  <a:lnTo>
                    <a:pt x="0" y="711441"/>
                  </a:lnTo>
                  <a:lnTo>
                    <a:pt x="411492" y="711441"/>
                  </a:lnTo>
                  <a:lnTo>
                    <a:pt x="411492" y="681393"/>
                  </a:lnTo>
                  <a:close/>
                </a:path>
                <a:path w="412114" h="1782445">
                  <a:moveTo>
                    <a:pt x="411492" y="584034"/>
                  </a:moveTo>
                  <a:lnTo>
                    <a:pt x="0" y="584034"/>
                  </a:lnTo>
                  <a:lnTo>
                    <a:pt x="0" y="614095"/>
                  </a:lnTo>
                  <a:lnTo>
                    <a:pt x="411492" y="614095"/>
                  </a:lnTo>
                  <a:lnTo>
                    <a:pt x="411492" y="584034"/>
                  </a:lnTo>
                  <a:close/>
                </a:path>
                <a:path w="412114" h="1782445">
                  <a:moveTo>
                    <a:pt x="411492" y="486702"/>
                  </a:moveTo>
                  <a:lnTo>
                    <a:pt x="0" y="486702"/>
                  </a:lnTo>
                  <a:lnTo>
                    <a:pt x="0" y="516750"/>
                  </a:lnTo>
                  <a:lnTo>
                    <a:pt x="411492" y="516750"/>
                  </a:lnTo>
                  <a:lnTo>
                    <a:pt x="411492" y="486702"/>
                  </a:lnTo>
                  <a:close/>
                </a:path>
                <a:path w="412114" h="1782445">
                  <a:moveTo>
                    <a:pt x="411492" y="389356"/>
                  </a:moveTo>
                  <a:lnTo>
                    <a:pt x="0" y="389356"/>
                  </a:lnTo>
                  <a:lnTo>
                    <a:pt x="0" y="419404"/>
                  </a:lnTo>
                  <a:lnTo>
                    <a:pt x="411492" y="419404"/>
                  </a:lnTo>
                  <a:lnTo>
                    <a:pt x="411492" y="389356"/>
                  </a:lnTo>
                  <a:close/>
                </a:path>
                <a:path w="412114" h="1782445">
                  <a:moveTo>
                    <a:pt x="411492" y="292011"/>
                  </a:moveTo>
                  <a:lnTo>
                    <a:pt x="0" y="292011"/>
                  </a:lnTo>
                  <a:lnTo>
                    <a:pt x="0" y="322072"/>
                  </a:lnTo>
                  <a:lnTo>
                    <a:pt x="411492" y="322072"/>
                  </a:lnTo>
                  <a:lnTo>
                    <a:pt x="411492" y="292011"/>
                  </a:lnTo>
                  <a:close/>
                </a:path>
                <a:path w="412114" h="1782445">
                  <a:moveTo>
                    <a:pt x="411492" y="194678"/>
                  </a:moveTo>
                  <a:lnTo>
                    <a:pt x="0" y="194678"/>
                  </a:lnTo>
                  <a:lnTo>
                    <a:pt x="0" y="224726"/>
                  </a:lnTo>
                  <a:lnTo>
                    <a:pt x="411492" y="224726"/>
                  </a:lnTo>
                  <a:lnTo>
                    <a:pt x="411492" y="194678"/>
                  </a:lnTo>
                  <a:close/>
                </a:path>
                <a:path w="412114" h="1782445">
                  <a:moveTo>
                    <a:pt x="411492" y="97332"/>
                  </a:moveTo>
                  <a:lnTo>
                    <a:pt x="0" y="97332"/>
                  </a:lnTo>
                  <a:lnTo>
                    <a:pt x="0" y="127381"/>
                  </a:lnTo>
                  <a:lnTo>
                    <a:pt x="411492" y="127381"/>
                  </a:lnTo>
                  <a:lnTo>
                    <a:pt x="411492" y="97332"/>
                  </a:lnTo>
                  <a:close/>
                </a:path>
                <a:path w="412114" h="1782445">
                  <a:moveTo>
                    <a:pt x="411492" y="0"/>
                  </a:moveTo>
                  <a:lnTo>
                    <a:pt x="0" y="0"/>
                  </a:lnTo>
                  <a:lnTo>
                    <a:pt x="0" y="30048"/>
                  </a:lnTo>
                  <a:lnTo>
                    <a:pt x="411492" y="30048"/>
                  </a:lnTo>
                  <a:lnTo>
                    <a:pt x="411492" y="0"/>
                  </a:lnTo>
                  <a:close/>
                </a:path>
              </a:pathLst>
            </a:custGeom>
            <a:solidFill>
              <a:srgbClr val="A5D6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3013363" y="6034287"/>
              <a:ext cx="290830" cy="1979295"/>
            </a:xfrm>
            <a:custGeom>
              <a:avLst/>
              <a:gdLst/>
              <a:ahLst/>
              <a:cxnLst/>
              <a:rect l="l" t="t" r="r" b="b"/>
              <a:pathLst>
                <a:path w="290829" h="1979295">
                  <a:moveTo>
                    <a:pt x="290221" y="0"/>
                  </a:moveTo>
                  <a:lnTo>
                    <a:pt x="0" y="0"/>
                  </a:lnTo>
                  <a:lnTo>
                    <a:pt x="0" y="1979112"/>
                  </a:lnTo>
                  <a:lnTo>
                    <a:pt x="290221" y="1979112"/>
                  </a:lnTo>
                  <a:lnTo>
                    <a:pt x="290221" y="0"/>
                  </a:lnTo>
                  <a:close/>
                </a:path>
              </a:pathLst>
            </a:custGeom>
            <a:solidFill>
              <a:srgbClr val="3CACDD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2" name="object 62" descr=""/>
          <p:cNvGrpSpPr/>
          <p:nvPr/>
        </p:nvGrpSpPr>
        <p:grpSpPr>
          <a:xfrm>
            <a:off x="1272097" y="3840417"/>
            <a:ext cx="1911985" cy="4173854"/>
            <a:chOff x="1272097" y="3840417"/>
            <a:chExt cx="1911985" cy="4173854"/>
          </a:xfrm>
        </p:grpSpPr>
        <p:sp>
          <p:nvSpPr>
            <p:cNvPr id="63" name="object 63" descr=""/>
            <p:cNvSpPr/>
            <p:nvPr/>
          </p:nvSpPr>
          <p:spPr>
            <a:xfrm>
              <a:off x="1453045" y="3840422"/>
              <a:ext cx="648970" cy="1198245"/>
            </a:xfrm>
            <a:custGeom>
              <a:avLst/>
              <a:gdLst/>
              <a:ahLst/>
              <a:cxnLst/>
              <a:rect l="l" t="t" r="r" b="b"/>
              <a:pathLst>
                <a:path w="648969" h="1198245">
                  <a:moveTo>
                    <a:pt x="648728" y="846213"/>
                  </a:moveTo>
                  <a:lnTo>
                    <a:pt x="491871" y="846213"/>
                  </a:lnTo>
                  <a:lnTo>
                    <a:pt x="491871" y="530085"/>
                  </a:lnTo>
                  <a:lnTo>
                    <a:pt x="358965" y="530085"/>
                  </a:lnTo>
                  <a:lnTo>
                    <a:pt x="358965" y="0"/>
                  </a:lnTo>
                  <a:lnTo>
                    <a:pt x="289737" y="0"/>
                  </a:lnTo>
                  <a:lnTo>
                    <a:pt x="289737" y="530085"/>
                  </a:lnTo>
                  <a:lnTo>
                    <a:pt x="156870" y="530085"/>
                  </a:lnTo>
                  <a:lnTo>
                    <a:pt x="156870" y="846213"/>
                  </a:lnTo>
                  <a:lnTo>
                    <a:pt x="0" y="846213"/>
                  </a:lnTo>
                  <a:lnTo>
                    <a:pt x="0" y="1197889"/>
                  </a:lnTo>
                  <a:lnTo>
                    <a:pt x="648728" y="1197889"/>
                  </a:lnTo>
                  <a:lnTo>
                    <a:pt x="648728" y="846213"/>
                  </a:lnTo>
                  <a:close/>
                </a:path>
              </a:pathLst>
            </a:custGeom>
            <a:solidFill>
              <a:srgbClr val="FAEC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1453055" y="4771310"/>
              <a:ext cx="648970" cy="91440"/>
            </a:xfrm>
            <a:custGeom>
              <a:avLst/>
              <a:gdLst/>
              <a:ahLst/>
              <a:cxnLst/>
              <a:rect l="l" t="t" r="r" b="b"/>
              <a:pathLst>
                <a:path w="648969" h="91439">
                  <a:moveTo>
                    <a:pt x="0" y="91264"/>
                  </a:moveTo>
                  <a:lnTo>
                    <a:pt x="648723" y="91264"/>
                  </a:lnTo>
                  <a:lnTo>
                    <a:pt x="648723" y="0"/>
                  </a:lnTo>
                  <a:lnTo>
                    <a:pt x="0" y="0"/>
                  </a:lnTo>
                  <a:lnTo>
                    <a:pt x="0" y="91264"/>
                  </a:lnTo>
                  <a:close/>
                </a:path>
              </a:pathLst>
            </a:custGeom>
            <a:solidFill>
              <a:srgbClr val="3CACDD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1272095" y="4862582"/>
              <a:ext cx="1010919" cy="3150870"/>
            </a:xfrm>
            <a:custGeom>
              <a:avLst/>
              <a:gdLst/>
              <a:ahLst/>
              <a:cxnLst/>
              <a:rect l="l" t="t" r="r" b="b"/>
              <a:pathLst>
                <a:path w="1010919" h="3150870">
                  <a:moveTo>
                    <a:pt x="1010437" y="126136"/>
                  </a:moveTo>
                  <a:lnTo>
                    <a:pt x="888123" y="126136"/>
                  </a:lnTo>
                  <a:lnTo>
                    <a:pt x="888123" y="0"/>
                  </a:lnTo>
                  <a:lnTo>
                    <a:pt x="122301" y="0"/>
                  </a:lnTo>
                  <a:lnTo>
                    <a:pt x="122301" y="126136"/>
                  </a:lnTo>
                  <a:lnTo>
                    <a:pt x="0" y="126136"/>
                  </a:lnTo>
                  <a:lnTo>
                    <a:pt x="0" y="3150819"/>
                  </a:lnTo>
                  <a:lnTo>
                    <a:pt x="1010437" y="3150819"/>
                  </a:lnTo>
                  <a:lnTo>
                    <a:pt x="1010437" y="126136"/>
                  </a:lnTo>
                  <a:close/>
                </a:path>
              </a:pathLst>
            </a:custGeom>
            <a:solidFill>
              <a:srgbClr val="FAEC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1394407" y="5134314"/>
              <a:ext cx="766445" cy="2879090"/>
            </a:xfrm>
            <a:custGeom>
              <a:avLst/>
              <a:gdLst/>
              <a:ahLst/>
              <a:cxnLst/>
              <a:rect l="l" t="t" r="r" b="b"/>
              <a:pathLst>
                <a:path w="766444" h="2879090">
                  <a:moveTo>
                    <a:pt x="765819" y="0"/>
                  </a:moveTo>
                  <a:lnTo>
                    <a:pt x="0" y="0"/>
                  </a:lnTo>
                  <a:lnTo>
                    <a:pt x="0" y="2879085"/>
                  </a:lnTo>
                  <a:lnTo>
                    <a:pt x="765819" y="2879085"/>
                  </a:lnTo>
                  <a:lnTo>
                    <a:pt x="7658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1452956" y="5227999"/>
              <a:ext cx="648970" cy="2690495"/>
            </a:xfrm>
            <a:custGeom>
              <a:avLst/>
              <a:gdLst/>
              <a:ahLst/>
              <a:cxnLst/>
              <a:rect l="l" t="t" r="r" b="b"/>
              <a:pathLst>
                <a:path w="648969" h="2690495">
                  <a:moveTo>
                    <a:pt x="179882" y="2620162"/>
                  </a:moveTo>
                  <a:lnTo>
                    <a:pt x="0" y="2620162"/>
                  </a:lnTo>
                  <a:lnTo>
                    <a:pt x="0" y="2690164"/>
                  </a:lnTo>
                  <a:lnTo>
                    <a:pt x="179882" y="2690164"/>
                  </a:lnTo>
                  <a:lnTo>
                    <a:pt x="179882" y="2620162"/>
                  </a:lnTo>
                  <a:close/>
                </a:path>
                <a:path w="648969" h="2690495">
                  <a:moveTo>
                    <a:pt x="179882" y="2456396"/>
                  </a:moveTo>
                  <a:lnTo>
                    <a:pt x="0" y="2456396"/>
                  </a:lnTo>
                  <a:lnTo>
                    <a:pt x="0" y="2526398"/>
                  </a:lnTo>
                  <a:lnTo>
                    <a:pt x="179882" y="2526398"/>
                  </a:lnTo>
                  <a:lnTo>
                    <a:pt x="179882" y="2456396"/>
                  </a:lnTo>
                  <a:close/>
                </a:path>
                <a:path w="648969" h="2690495">
                  <a:moveTo>
                    <a:pt x="179882" y="2292642"/>
                  </a:moveTo>
                  <a:lnTo>
                    <a:pt x="0" y="2292642"/>
                  </a:lnTo>
                  <a:lnTo>
                    <a:pt x="0" y="2362644"/>
                  </a:lnTo>
                  <a:lnTo>
                    <a:pt x="179882" y="2362644"/>
                  </a:lnTo>
                  <a:lnTo>
                    <a:pt x="179882" y="2292642"/>
                  </a:lnTo>
                  <a:close/>
                </a:path>
                <a:path w="648969" h="2690495">
                  <a:moveTo>
                    <a:pt x="179882" y="2128888"/>
                  </a:moveTo>
                  <a:lnTo>
                    <a:pt x="0" y="2128888"/>
                  </a:lnTo>
                  <a:lnTo>
                    <a:pt x="0" y="2198878"/>
                  </a:lnTo>
                  <a:lnTo>
                    <a:pt x="179882" y="2198878"/>
                  </a:lnTo>
                  <a:lnTo>
                    <a:pt x="179882" y="2128888"/>
                  </a:lnTo>
                  <a:close/>
                </a:path>
                <a:path w="648969" h="2690495">
                  <a:moveTo>
                    <a:pt x="179882" y="1965121"/>
                  </a:moveTo>
                  <a:lnTo>
                    <a:pt x="0" y="1965121"/>
                  </a:lnTo>
                  <a:lnTo>
                    <a:pt x="0" y="2035111"/>
                  </a:lnTo>
                  <a:lnTo>
                    <a:pt x="179882" y="2035111"/>
                  </a:lnTo>
                  <a:lnTo>
                    <a:pt x="179882" y="1965121"/>
                  </a:lnTo>
                  <a:close/>
                </a:path>
                <a:path w="648969" h="2690495">
                  <a:moveTo>
                    <a:pt x="179882" y="1801368"/>
                  </a:moveTo>
                  <a:lnTo>
                    <a:pt x="0" y="1801368"/>
                  </a:lnTo>
                  <a:lnTo>
                    <a:pt x="0" y="1871357"/>
                  </a:lnTo>
                  <a:lnTo>
                    <a:pt x="179882" y="1871357"/>
                  </a:lnTo>
                  <a:lnTo>
                    <a:pt x="179882" y="1801368"/>
                  </a:lnTo>
                  <a:close/>
                </a:path>
                <a:path w="648969" h="2690495">
                  <a:moveTo>
                    <a:pt x="179882" y="1637601"/>
                  </a:moveTo>
                  <a:lnTo>
                    <a:pt x="0" y="1637601"/>
                  </a:lnTo>
                  <a:lnTo>
                    <a:pt x="0" y="1707591"/>
                  </a:lnTo>
                  <a:lnTo>
                    <a:pt x="179882" y="1707591"/>
                  </a:lnTo>
                  <a:lnTo>
                    <a:pt x="179882" y="1637601"/>
                  </a:lnTo>
                  <a:close/>
                </a:path>
                <a:path w="648969" h="2690495">
                  <a:moveTo>
                    <a:pt x="179882" y="1473847"/>
                  </a:moveTo>
                  <a:lnTo>
                    <a:pt x="0" y="1473847"/>
                  </a:lnTo>
                  <a:lnTo>
                    <a:pt x="0" y="1543837"/>
                  </a:lnTo>
                  <a:lnTo>
                    <a:pt x="179882" y="1543837"/>
                  </a:lnTo>
                  <a:lnTo>
                    <a:pt x="179882" y="1473847"/>
                  </a:lnTo>
                  <a:close/>
                </a:path>
                <a:path w="648969" h="2690495">
                  <a:moveTo>
                    <a:pt x="179882" y="1310081"/>
                  </a:moveTo>
                  <a:lnTo>
                    <a:pt x="0" y="1310081"/>
                  </a:lnTo>
                  <a:lnTo>
                    <a:pt x="0" y="1380083"/>
                  </a:lnTo>
                  <a:lnTo>
                    <a:pt x="179882" y="1380083"/>
                  </a:lnTo>
                  <a:lnTo>
                    <a:pt x="179882" y="1310081"/>
                  </a:lnTo>
                  <a:close/>
                </a:path>
                <a:path w="648969" h="2690495">
                  <a:moveTo>
                    <a:pt x="179882" y="1146327"/>
                  </a:moveTo>
                  <a:lnTo>
                    <a:pt x="0" y="1146327"/>
                  </a:lnTo>
                  <a:lnTo>
                    <a:pt x="0" y="1216329"/>
                  </a:lnTo>
                  <a:lnTo>
                    <a:pt x="179882" y="1216329"/>
                  </a:lnTo>
                  <a:lnTo>
                    <a:pt x="179882" y="1146327"/>
                  </a:lnTo>
                  <a:close/>
                </a:path>
                <a:path w="648969" h="2690495">
                  <a:moveTo>
                    <a:pt x="179882" y="982560"/>
                  </a:moveTo>
                  <a:lnTo>
                    <a:pt x="0" y="982560"/>
                  </a:lnTo>
                  <a:lnTo>
                    <a:pt x="0" y="1052563"/>
                  </a:lnTo>
                  <a:lnTo>
                    <a:pt x="179882" y="1052563"/>
                  </a:lnTo>
                  <a:lnTo>
                    <a:pt x="179882" y="982560"/>
                  </a:lnTo>
                  <a:close/>
                </a:path>
                <a:path w="648969" h="2690495">
                  <a:moveTo>
                    <a:pt x="179882" y="818794"/>
                  </a:moveTo>
                  <a:lnTo>
                    <a:pt x="0" y="818794"/>
                  </a:lnTo>
                  <a:lnTo>
                    <a:pt x="0" y="888796"/>
                  </a:lnTo>
                  <a:lnTo>
                    <a:pt x="179882" y="888796"/>
                  </a:lnTo>
                  <a:lnTo>
                    <a:pt x="179882" y="818794"/>
                  </a:lnTo>
                  <a:close/>
                </a:path>
                <a:path w="648969" h="2690495">
                  <a:moveTo>
                    <a:pt x="179882" y="655040"/>
                  </a:moveTo>
                  <a:lnTo>
                    <a:pt x="0" y="655040"/>
                  </a:lnTo>
                  <a:lnTo>
                    <a:pt x="0" y="725043"/>
                  </a:lnTo>
                  <a:lnTo>
                    <a:pt x="179882" y="725043"/>
                  </a:lnTo>
                  <a:lnTo>
                    <a:pt x="179882" y="655040"/>
                  </a:lnTo>
                  <a:close/>
                </a:path>
                <a:path w="648969" h="2690495">
                  <a:moveTo>
                    <a:pt x="179882" y="491274"/>
                  </a:moveTo>
                  <a:lnTo>
                    <a:pt x="0" y="491274"/>
                  </a:lnTo>
                  <a:lnTo>
                    <a:pt x="0" y="561276"/>
                  </a:lnTo>
                  <a:lnTo>
                    <a:pt x="179882" y="561276"/>
                  </a:lnTo>
                  <a:lnTo>
                    <a:pt x="179882" y="491274"/>
                  </a:lnTo>
                  <a:close/>
                </a:path>
                <a:path w="648969" h="2690495">
                  <a:moveTo>
                    <a:pt x="179882" y="327520"/>
                  </a:moveTo>
                  <a:lnTo>
                    <a:pt x="0" y="327520"/>
                  </a:lnTo>
                  <a:lnTo>
                    <a:pt x="0" y="397522"/>
                  </a:lnTo>
                  <a:lnTo>
                    <a:pt x="179882" y="397522"/>
                  </a:lnTo>
                  <a:lnTo>
                    <a:pt x="179882" y="327520"/>
                  </a:lnTo>
                  <a:close/>
                </a:path>
                <a:path w="648969" h="2690495">
                  <a:moveTo>
                    <a:pt x="179882" y="163753"/>
                  </a:moveTo>
                  <a:lnTo>
                    <a:pt x="0" y="163753"/>
                  </a:lnTo>
                  <a:lnTo>
                    <a:pt x="0" y="233756"/>
                  </a:lnTo>
                  <a:lnTo>
                    <a:pt x="179882" y="233756"/>
                  </a:lnTo>
                  <a:lnTo>
                    <a:pt x="179882" y="163753"/>
                  </a:lnTo>
                  <a:close/>
                </a:path>
                <a:path w="648969" h="2690495">
                  <a:moveTo>
                    <a:pt x="179882" y="0"/>
                  </a:moveTo>
                  <a:lnTo>
                    <a:pt x="0" y="0"/>
                  </a:lnTo>
                  <a:lnTo>
                    <a:pt x="0" y="69989"/>
                  </a:lnTo>
                  <a:lnTo>
                    <a:pt x="179882" y="69989"/>
                  </a:lnTo>
                  <a:lnTo>
                    <a:pt x="179882" y="0"/>
                  </a:lnTo>
                  <a:close/>
                </a:path>
                <a:path w="648969" h="2690495">
                  <a:moveTo>
                    <a:pt x="414388" y="2620162"/>
                  </a:moveTo>
                  <a:lnTo>
                    <a:pt x="234492" y="2620162"/>
                  </a:lnTo>
                  <a:lnTo>
                    <a:pt x="234492" y="2690164"/>
                  </a:lnTo>
                  <a:lnTo>
                    <a:pt x="414388" y="2690164"/>
                  </a:lnTo>
                  <a:lnTo>
                    <a:pt x="414388" y="2620162"/>
                  </a:lnTo>
                  <a:close/>
                </a:path>
                <a:path w="648969" h="2690495">
                  <a:moveTo>
                    <a:pt x="414388" y="2456396"/>
                  </a:moveTo>
                  <a:lnTo>
                    <a:pt x="234492" y="2456396"/>
                  </a:lnTo>
                  <a:lnTo>
                    <a:pt x="234492" y="2526398"/>
                  </a:lnTo>
                  <a:lnTo>
                    <a:pt x="414388" y="2526398"/>
                  </a:lnTo>
                  <a:lnTo>
                    <a:pt x="414388" y="2456396"/>
                  </a:lnTo>
                  <a:close/>
                </a:path>
                <a:path w="648969" h="2690495">
                  <a:moveTo>
                    <a:pt x="414388" y="2292642"/>
                  </a:moveTo>
                  <a:lnTo>
                    <a:pt x="234492" y="2292642"/>
                  </a:lnTo>
                  <a:lnTo>
                    <a:pt x="234492" y="2362644"/>
                  </a:lnTo>
                  <a:lnTo>
                    <a:pt x="414388" y="2362644"/>
                  </a:lnTo>
                  <a:lnTo>
                    <a:pt x="414388" y="2292642"/>
                  </a:lnTo>
                  <a:close/>
                </a:path>
                <a:path w="648969" h="2690495">
                  <a:moveTo>
                    <a:pt x="414388" y="2128888"/>
                  </a:moveTo>
                  <a:lnTo>
                    <a:pt x="234492" y="2128888"/>
                  </a:lnTo>
                  <a:lnTo>
                    <a:pt x="234492" y="2198878"/>
                  </a:lnTo>
                  <a:lnTo>
                    <a:pt x="414388" y="2198878"/>
                  </a:lnTo>
                  <a:lnTo>
                    <a:pt x="414388" y="2128888"/>
                  </a:lnTo>
                  <a:close/>
                </a:path>
                <a:path w="648969" h="2690495">
                  <a:moveTo>
                    <a:pt x="414388" y="1965121"/>
                  </a:moveTo>
                  <a:lnTo>
                    <a:pt x="234492" y="1965121"/>
                  </a:lnTo>
                  <a:lnTo>
                    <a:pt x="234492" y="2035111"/>
                  </a:lnTo>
                  <a:lnTo>
                    <a:pt x="414388" y="2035111"/>
                  </a:lnTo>
                  <a:lnTo>
                    <a:pt x="414388" y="1965121"/>
                  </a:lnTo>
                  <a:close/>
                </a:path>
                <a:path w="648969" h="2690495">
                  <a:moveTo>
                    <a:pt x="414388" y="1801368"/>
                  </a:moveTo>
                  <a:lnTo>
                    <a:pt x="234492" y="1801368"/>
                  </a:lnTo>
                  <a:lnTo>
                    <a:pt x="234492" y="1871357"/>
                  </a:lnTo>
                  <a:lnTo>
                    <a:pt x="414388" y="1871357"/>
                  </a:lnTo>
                  <a:lnTo>
                    <a:pt x="414388" y="1801368"/>
                  </a:lnTo>
                  <a:close/>
                </a:path>
                <a:path w="648969" h="2690495">
                  <a:moveTo>
                    <a:pt x="414388" y="1637601"/>
                  </a:moveTo>
                  <a:lnTo>
                    <a:pt x="234492" y="1637601"/>
                  </a:lnTo>
                  <a:lnTo>
                    <a:pt x="234492" y="1707591"/>
                  </a:lnTo>
                  <a:lnTo>
                    <a:pt x="414388" y="1707591"/>
                  </a:lnTo>
                  <a:lnTo>
                    <a:pt x="414388" y="1637601"/>
                  </a:lnTo>
                  <a:close/>
                </a:path>
                <a:path w="648969" h="2690495">
                  <a:moveTo>
                    <a:pt x="414388" y="1473847"/>
                  </a:moveTo>
                  <a:lnTo>
                    <a:pt x="234492" y="1473847"/>
                  </a:lnTo>
                  <a:lnTo>
                    <a:pt x="234492" y="1543837"/>
                  </a:lnTo>
                  <a:lnTo>
                    <a:pt x="414388" y="1543837"/>
                  </a:lnTo>
                  <a:lnTo>
                    <a:pt x="414388" y="1473847"/>
                  </a:lnTo>
                  <a:close/>
                </a:path>
                <a:path w="648969" h="2690495">
                  <a:moveTo>
                    <a:pt x="414388" y="1310081"/>
                  </a:moveTo>
                  <a:lnTo>
                    <a:pt x="234492" y="1310081"/>
                  </a:lnTo>
                  <a:lnTo>
                    <a:pt x="234492" y="1380083"/>
                  </a:lnTo>
                  <a:lnTo>
                    <a:pt x="414388" y="1380083"/>
                  </a:lnTo>
                  <a:lnTo>
                    <a:pt x="414388" y="1310081"/>
                  </a:lnTo>
                  <a:close/>
                </a:path>
                <a:path w="648969" h="2690495">
                  <a:moveTo>
                    <a:pt x="414388" y="1146327"/>
                  </a:moveTo>
                  <a:lnTo>
                    <a:pt x="234492" y="1146327"/>
                  </a:lnTo>
                  <a:lnTo>
                    <a:pt x="234492" y="1216329"/>
                  </a:lnTo>
                  <a:lnTo>
                    <a:pt x="414388" y="1216329"/>
                  </a:lnTo>
                  <a:lnTo>
                    <a:pt x="414388" y="1146327"/>
                  </a:lnTo>
                  <a:close/>
                </a:path>
                <a:path w="648969" h="2690495">
                  <a:moveTo>
                    <a:pt x="414388" y="982560"/>
                  </a:moveTo>
                  <a:lnTo>
                    <a:pt x="234492" y="982560"/>
                  </a:lnTo>
                  <a:lnTo>
                    <a:pt x="234492" y="1052563"/>
                  </a:lnTo>
                  <a:lnTo>
                    <a:pt x="414388" y="1052563"/>
                  </a:lnTo>
                  <a:lnTo>
                    <a:pt x="414388" y="982560"/>
                  </a:lnTo>
                  <a:close/>
                </a:path>
                <a:path w="648969" h="2690495">
                  <a:moveTo>
                    <a:pt x="414388" y="818794"/>
                  </a:moveTo>
                  <a:lnTo>
                    <a:pt x="234492" y="818794"/>
                  </a:lnTo>
                  <a:lnTo>
                    <a:pt x="234492" y="888796"/>
                  </a:lnTo>
                  <a:lnTo>
                    <a:pt x="414388" y="888796"/>
                  </a:lnTo>
                  <a:lnTo>
                    <a:pt x="414388" y="818794"/>
                  </a:lnTo>
                  <a:close/>
                </a:path>
                <a:path w="648969" h="2690495">
                  <a:moveTo>
                    <a:pt x="414388" y="655040"/>
                  </a:moveTo>
                  <a:lnTo>
                    <a:pt x="234492" y="655040"/>
                  </a:lnTo>
                  <a:lnTo>
                    <a:pt x="234492" y="725043"/>
                  </a:lnTo>
                  <a:lnTo>
                    <a:pt x="414388" y="725043"/>
                  </a:lnTo>
                  <a:lnTo>
                    <a:pt x="414388" y="655040"/>
                  </a:lnTo>
                  <a:close/>
                </a:path>
                <a:path w="648969" h="2690495">
                  <a:moveTo>
                    <a:pt x="414388" y="491274"/>
                  </a:moveTo>
                  <a:lnTo>
                    <a:pt x="234492" y="491274"/>
                  </a:lnTo>
                  <a:lnTo>
                    <a:pt x="234492" y="561276"/>
                  </a:lnTo>
                  <a:lnTo>
                    <a:pt x="414388" y="561276"/>
                  </a:lnTo>
                  <a:lnTo>
                    <a:pt x="414388" y="491274"/>
                  </a:lnTo>
                  <a:close/>
                </a:path>
                <a:path w="648969" h="2690495">
                  <a:moveTo>
                    <a:pt x="414388" y="327520"/>
                  </a:moveTo>
                  <a:lnTo>
                    <a:pt x="234492" y="327520"/>
                  </a:lnTo>
                  <a:lnTo>
                    <a:pt x="234492" y="397522"/>
                  </a:lnTo>
                  <a:lnTo>
                    <a:pt x="414388" y="397522"/>
                  </a:lnTo>
                  <a:lnTo>
                    <a:pt x="414388" y="327520"/>
                  </a:lnTo>
                  <a:close/>
                </a:path>
                <a:path w="648969" h="2690495">
                  <a:moveTo>
                    <a:pt x="414388" y="163753"/>
                  </a:moveTo>
                  <a:lnTo>
                    <a:pt x="234492" y="163753"/>
                  </a:lnTo>
                  <a:lnTo>
                    <a:pt x="234492" y="233756"/>
                  </a:lnTo>
                  <a:lnTo>
                    <a:pt x="414388" y="233756"/>
                  </a:lnTo>
                  <a:lnTo>
                    <a:pt x="414388" y="163753"/>
                  </a:lnTo>
                  <a:close/>
                </a:path>
                <a:path w="648969" h="2690495">
                  <a:moveTo>
                    <a:pt x="414388" y="0"/>
                  </a:moveTo>
                  <a:lnTo>
                    <a:pt x="234492" y="0"/>
                  </a:lnTo>
                  <a:lnTo>
                    <a:pt x="234492" y="69989"/>
                  </a:lnTo>
                  <a:lnTo>
                    <a:pt x="414388" y="69989"/>
                  </a:lnTo>
                  <a:lnTo>
                    <a:pt x="414388" y="0"/>
                  </a:lnTo>
                  <a:close/>
                </a:path>
                <a:path w="648969" h="2690495">
                  <a:moveTo>
                    <a:pt x="648881" y="2620162"/>
                  </a:moveTo>
                  <a:lnTo>
                    <a:pt x="468985" y="2620162"/>
                  </a:lnTo>
                  <a:lnTo>
                    <a:pt x="468985" y="2690164"/>
                  </a:lnTo>
                  <a:lnTo>
                    <a:pt x="648881" y="2690164"/>
                  </a:lnTo>
                  <a:lnTo>
                    <a:pt x="648881" y="2620162"/>
                  </a:lnTo>
                  <a:close/>
                </a:path>
                <a:path w="648969" h="2690495">
                  <a:moveTo>
                    <a:pt x="648881" y="2456396"/>
                  </a:moveTo>
                  <a:lnTo>
                    <a:pt x="468985" y="2456396"/>
                  </a:lnTo>
                  <a:lnTo>
                    <a:pt x="468985" y="2526398"/>
                  </a:lnTo>
                  <a:lnTo>
                    <a:pt x="648881" y="2526398"/>
                  </a:lnTo>
                  <a:lnTo>
                    <a:pt x="648881" y="2456396"/>
                  </a:lnTo>
                  <a:close/>
                </a:path>
                <a:path w="648969" h="2690495">
                  <a:moveTo>
                    <a:pt x="648881" y="2292642"/>
                  </a:moveTo>
                  <a:lnTo>
                    <a:pt x="468985" y="2292642"/>
                  </a:lnTo>
                  <a:lnTo>
                    <a:pt x="468985" y="2362644"/>
                  </a:lnTo>
                  <a:lnTo>
                    <a:pt x="648881" y="2362644"/>
                  </a:lnTo>
                  <a:lnTo>
                    <a:pt x="648881" y="2292642"/>
                  </a:lnTo>
                  <a:close/>
                </a:path>
                <a:path w="648969" h="2690495">
                  <a:moveTo>
                    <a:pt x="648881" y="2128888"/>
                  </a:moveTo>
                  <a:lnTo>
                    <a:pt x="468985" y="2128888"/>
                  </a:lnTo>
                  <a:lnTo>
                    <a:pt x="468985" y="2198878"/>
                  </a:lnTo>
                  <a:lnTo>
                    <a:pt x="648881" y="2198878"/>
                  </a:lnTo>
                  <a:lnTo>
                    <a:pt x="648881" y="2128888"/>
                  </a:lnTo>
                  <a:close/>
                </a:path>
                <a:path w="648969" h="2690495">
                  <a:moveTo>
                    <a:pt x="648881" y="1965121"/>
                  </a:moveTo>
                  <a:lnTo>
                    <a:pt x="468985" y="1965121"/>
                  </a:lnTo>
                  <a:lnTo>
                    <a:pt x="468985" y="2035111"/>
                  </a:lnTo>
                  <a:lnTo>
                    <a:pt x="648881" y="2035111"/>
                  </a:lnTo>
                  <a:lnTo>
                    <a:pt x="648881" y="1965121"/>
                  </a:lnTo>
                  <a:close/>
                </a:path>
                <a:path w="648969" h="2690495">
                  <a:moveTo>
                    <a:pt x="648881" y="1801368"/>
                  </a:moveTo>
                  <a:lnTo>
                    <a:pt x="468985" y="1801368"/>
                  </a:lnTo>
                  <a:lnTo>
                    <a:pt x="468985" y="1871357"/>
                  </a:lnTo>
                  <a:lnTo>
                    <a:pt x="648881" y="1871357"/>
                  </a:lnTo>
                  <a:lnTo>
                    <a:pt x="648881" y="1801368"/>
                  </a:lnTo>
                  <a:close/>
                </a:path>
                <a:path w="648969" h="2690495">
                  <a:moveTo>
                    <a:pt x="648881" y="1637601"/>
                  </a:moveTo>
                  <a:lnTo>
                    <a:pt x="468985" y="1637601"/>
                  </a:lnTo>
                  <a:lnTo>
                    <a:pt x="468985" y="1707591"/>
                  </a:lnTo>
                  <a:lnTo>
                    <a:pt x="648881" y="1707591"/>
                  </a:lnTo>
                  <a:lnTo>
                    <a:pt x="648881" y="1637601"/>
                  </a:lnTo>
                  <a:close/>
                </a:path>
                <a:path w="648969" h="2690495">
                  <a:moveTo>
                    <a:pt x="648881" y="1473847"/>
                  </a:moveTo>
                  <a:lnTo>
                    <a:pt x="468985" y="1473847"/>
                  </a:lnTo>
                  <a:lnTo>
                    <a:pt x="468985" y="1543837"/>
                  </a:lnTo>
                  <a:lnTo>
                    <a:pt x="648881" y="1543837"/>
                  </a:lnTo>
                  <a:lnTo>
                    <a:pt x="648881" y="1473847"/>
                  </a:lnTo>
                  <a:close/>
                </a:path>
                <a:path w="648969" h="2690495">
                  <a:moveTo>
                    <a:pt x="648881" y="1310081"/>
                  </a:moveTo>
                  <a:lnTo>
                    <a:pt x="468985" y="1310081"/>
                  </a:lnTo>
                  <a:lnTo>
                    <a:pt x="468985" y="1380083"/>
                  </a:lnTo>
                  <a:lnTo>
                    <a:pt x="648881" y="1380083"/>
                  </a:lnTo>
                  <a:lnTo>
                    <a:pt x="648881" y="1310081"/>
                  </a:lnTo>
                  <a:close/>
                </a:path>
                <a:path w="648969" h="2690495">
                  <a:moveTo>
                    <a:pt x="648881" y="1146327"/>
                  </a:moveTo>
                  <a:lnTo>
                    <a:pt x="468985" y="1146327"/>
                  </a:lnTo>
                  <a:lnTo>
                    <a:pt x="468985" y="1216329"/>
                  </a:lnTo>
                  <a:lnTo>
                    <a:pt x="648881" y="1216329"/>
                  </a:lnTo>
                  <a:lnTo>
                    <a:pt x="648881" y="1146327"/>
                  </a:lnTo>
                  <a:close/>
                </a:path>
                <a:path w="648969" h="2690495">
                  <a:moveTo>
                    <a:pt x="648881" y="982560"/>
                  </a:moveTo>
                  <a:lnTo>
                    <a:pt x="468985" y="982560"/>
                  </a:lnTo>
                  <a:lnTo>
                    <a:pt x="468985" y="1052563"/>
                  </a:lnTo>
                  <a:lnTo>
                    <a:pt x="648881" y="1052563"/>
                  </a:lnTo>
                  <a:lnTo>
                    <a:pt x="648881" y="982560"/>
                  </a:lnTo>
                  <a:close/>
                </a:path>
                <a:path w="648969" h="2690495">
                  <a:moveTo>
                    <a:pt x="648881" y="818794"/>
                  </a:moveTo>
                  <a:lnTo>
                    <a:pt x="468985" y="818794"/>
                  </a:lnTo>
                  <a:lnTo>
                    <a:pt x="468985" y="888796"/>
                  </a:lnTo>
                  <a:lnTo>
                    <a:pt x="648881" y="888796"/>
                  </a:lnTo>
                  <a:lnTo>
                    <a:pt x="648881" y="818794"/>
                  </a:lnTo>
                  <a:close/>
                </a:path>
                <a:path w="648969" h="2690495">
                  <a:moveTo>
                    <a:pt x="648881" y="655040"/>
                  </a:moveTo>
                  <a:lnTo>
                    <a:pt x="468985" y="655040"/>
                  </a:lnTo>
                  <a:lnTo>
                    <a:pt x="468985" y="725043"/>
                  </a:lnTo>
                  <a:lnTo>
                    <a:pt x="648881" y="725043"/>
                  </a:lnTo>
                  <a:lnTo>
                    <a:pt x="648881" y="655040"/>
                  </a:lnTo>
                  <a:close/>
                </a:path>
                <a:path w="648969" h="2690495">
                  <a:moveTo>
                    <a:pt x="648881" y="491274"/>
                  </a:moveTo>
                  <a:lnTo>
                    <a:pt x="468985" y="491274"/>
                  </a:lnTo>
                  <a:lnTo>
                    <a:pt x="468985" y="561276"/>
                  </a:lnTo>
                  <a:lnTo>
                    <a:pt x="648881" y="561276"/>
                  </a:lnTo>
                  <a:lnTo>
                    <a:pt x="648881" y="491274"/>
                  </a:lnTo>
                  <a:close/>
                </a:path>
                <a:path w="648969" h="2690495">
                  <a:moveTo>
                    <a:pt x="648881" y="327520"/>
                  </a:moveTo>
                  <a:lnTo>
                    <a:pt x="468985" y="327520"/>
                  </a:lnTo>
                  <a:lnTo>
                    <a:pt x="468985" y="397522"/>
                  </a:lnTo>
                  <a:lnTo>
                    <a:pt x="648881" y="397522"/>
                  </a:lnTo>
                  <a:lnTo>
                    <a:pt x="648881" y="327520"/>
                  </a:lnTo>
                  <a:close/>
                </a:path>
                <a:path w="648969" h="2690495">
                  <a:moveTo>
                    <a:pt x="648881" y="163753"/>
                  </a:moveTo>
                  <a:lnTo>
                    <a:pt x="468985" y="163753"/>
                  </a:lnTo>
                  <a:lnTo>
                    <a:pt x="468985" y="233756"/>
                  </a:lnTo>
                  <a:lnTo>
                    <a:pt x="648881" y="233756"/>
                  </a:lnTo>
                  <a:lnTo>
                    <a:pt x="648881" y="163753"/>
                  </a:lnTo>
                  <a:close/>
                </a:path>
                <a:path w="648969" h="2690495">
                  <a:moveTo>
                    <a:pt x="648881" y="0"/>
                  </a:moveTo>
                  <a:lnTo>
                    <a:pt x="468985" y="0"/>
                  </a:lnTo>
                  <a:lnTo>
                    <a:pt x="468985" y="69989"/>
                  </a:lnTo>
                  <a:lnTo>
                    <a:pt x="648881" y="69989"/>
                  </a:lnTo>
                  <a:lnTo>
                    <a:pt x="648881" y="0"/>
                  </a:lnTo>
                  <a:close/>
                </a:path>
              </a:pathLst>
            </a:custGeom>
            <a:solidFill>
              <a:srgbClr val="6DC6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1887474" y="4370215"/>
              <a:ext cx="395605" cy="3643629"/>
            </a:xfrm>
            <a:custGeom>
              <a:avLst/>
              <a:gdLst/>
              <a:ahLst/>
              <a:cxnLst/>
              <a:rect l="l" t="t" r="r" b="b"/>
              <a:pathLst>
                <a:path w="395605" h="3643629">
                  <a:moveTo>
                    <a:pt x="395058" y="618490"/>
                  </a:moveTo>
                  <a:lnTo>
                    <a:pt x="272745" y="618490"/>
                  </a:lnTo>
                  <a:lnTo>
                    <a:pt x="272745" y="492760"/>
                  </a:lnTo>
                  <a:lnTo>
                    <a:pt x="214299" y="492760"/>
                  </a:lnTo>
                  <a:lnTo>
                    <a:pt x="214299" y="316230"/>
                  </a:lnTo>
                  <a:lnTo>
                    <a:pt x="57442" y="316230"/>
                  </a:lnTo>
                  <a:lnTo>
                    <a:pt x="57442" y="0"/>
                  </a:lnTo>
                  <a:lnTo>
                    <a:pt x="0" y="0"/>
                  </a:lnTo>
                  <a:lnTo>
                    <a:pt x="0" y="316230"/>
                  </a:lnTo>
                  <a:lnTo>
                    <a:pt x="0" y="492760"/>
                  </a:lnTo>
                  <a:lnTo>
                    <a:pt x="0" y="618490"/>
                  </a:lnTo>
                  <a:lnTo>
                    <a:pt x="0" y="3643630"/>
                  </a:lnTo>
                  <a:lnTo>
                    <a:pt x="395058" y="3643630"/>
                  </a:lnTo>
                  <a:lnTo>
                    <a:pt x="395058" y="618490"/>
                  </a:lnTo>
                  <a:close/>
                </a:path>
              </a:pathLst>
            </a:custGeom>
            <a:solidFill>
              <a:srgbClr val="CEF1FF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2200821" y="6280562"/>
              <a:ext cx="666115" cy="1732914"/>
            </a:xfrm>
            <a:custGeom>
              <a:avLst/>
              <a:gdLst/>
              <a:ahLst/>
              <a:cxnLst/>
              <a:rect l="l" t="t" r="r" b="b"/>
              <a:pathLst>
                <a:path w="666114" h="1732915">
                  <a:moveTo>
                    <a:pt x="665949" y="220497"/>
                  </a:moveTo>
                  <a:lnTo>
                    <a:pt x="433400" y="220497"/>
                  </a:lnTo>
                  <a:lnTo>
                    <a:pt x="433400" y="0"/>
                  </a:lnTo>
                  <a:lnTo>
                    <a:pt x="190271" y="0"/>
                  </a:lnTo>
                  <a:lnTo>
                    <a:pt x="190271" y="220497"/>
                  </a:lnTo>
                  <a:lnTo>
                    <a:pt x="0" y="220497"/>
                  </a:lnTo>
                  <a:lnTo>
                    <a:pt x="0" y="1732851"/>
                  </a:lnTo>
                  <a:lnTo>
                    <a:pt x="665949" y="1732851"/>
                  </a:lnTo>
                  <a:lnTo>
                    <a:pt x="665949" y="220497"/>
                  </a:lnTo>
                  <a:close/>
                </a:path>
              </a:pathLst>
            </a:custGeom>
            <a:solidFill>
              <a:srgbClr val="A5D6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2634221" y="6280562"/>
              <a:ext cx="549910" cy="1732914"/>
            </a:xfrm>
            <a:custGeom>
              <a:avLst/>
              <a:gdLst/>
              <a:ahLst/>
              <a:cxnLst/>
              <a:rect l="l" t="t" r="r" b="b"/>
              <a:pathLst>
                <a:path w="549910" h="1732915">
                  <a:moveTo>
                    <a:pt x="126834" y="0"/>
                  </a:moveTo>
                  <a:lnTo>
                    <a:pt x="0" y="0"/>
                  </a:lnTo>
                  <a:lnTo>
                    <a:pt x="0" y="220497"/>
                  </a:lnTo>
                  <a:lnTo>
                    <a:pt x="126834" y="220497"/>
                  </a:lnTo>
                  <a:lnTo>
                    <a:pt x="126834" y="0"/>
                  </a:lnTo>
                  <a:close/>
                </a:path>
                <a:path w="549910" h="1732915">
                  <a:moveTo>
                    <a:pt x="549656" y="220497"/>
                  </a:moveTo>
                  <a:lnTo>
                    <a:pt x="232549" y="220497"/>
                  </a:lnTo>
                  <a:lnTo>
                    <a:pt x="232549" y="1732838"/>
                  </a:lnTo>
                  <a:lnTo>
                    <a:pt x="549656" y="1732838"/>
                  </a:lnTo>
                  <a:lnTo>
                    <a:pt x="549656" y="220497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2285390" y="6573869"/>
              <a:ext cx="832485" cy="1319530"/>
            </a:xfrm>
            <a:custGeom>
              <a:avLst/>
              <a:gdLst/>
              <a:ahLst/>
              <a:cxnLst/>
              <a:rect l="l" t="t" r="r" b="b"/>
              <a:pathLst>
                <a:path w="832485" h="1319529">
                  <a:moveTo>
                    <a:pt x="475665" y="1151115"/>
                  </a:moveTo>
                  <a:lnTo>
                    <a:pt x="0" y="1151115"/>
                  </a:lnTo>
                  <a:lnTo>
                    <a:pt x="0" y="1279093"/>
                  </a:lnTo>
                  <a:lnTo>
                    <a:pt x="475665" y="1279093"/>
                  </a:lnTo>
                  <a:lnTo>
                    <a:pt x="475665" y="1151115"/>
                  </a:lnTo>
                  <a:close/>
                </a:path>
                <a:path w="832485" h="1319529">
                  <a:moveTo>
                    <a:pt x="475665" y="920889"/>
                  </a:moveTo>
                  <a:lnTo>
                    <a:pt x="0" y="920889"/>
                  </a:lnTo>
                  <a:lnTo>
                    <a:pt x="0" y="1048867"/>
                  </a:lnTo>
                  <a:lnTo>
                    <a:pt x="475665" y="1048867"/>
                  </a:lnTo>
                  <a:lnTo>
                    <a:pt x="475665" y="920889"/>
                  </a:lnTo>
                  <a:close/>
                </a:path>
                <a:path w="832485" h="1319529">
                  <a:moveTo>
                    <a:pt x="475665" y="690664"/>
                  </a:moveTo>
                  <a:lnTo>
                    <a:pt x="0" y="690664"/>
                  </a:lnTo>
                  <a:lnTo>
                    <a:pt x="0" y="818642"/>
                  </a:lnTo>
                  <a:lnTo>
                    <a:pt x="475665" y="818642"/>
                  </a:lnTo>
                  <a:lnTo>
                    <a:pt x="475665" y="690664"/>
                  </a:lnTo>
                  <a:close/>
                </a:path>
                <a:path w="832485" h="1319529">
                  <a:moveTo>
                    <a:pt x="475665" y="460451"/>
                  </a:moveTo>
                  <a:lnTo>
                    <a:pt x="0" y="460451"/>
                  </a:lnTo>
                  <a:lnTo>
                    <a:pt x="0" y="588416"/>
                  </a:lnTo>
                  <a:lnTo>
                    <a:pt x="475665" y="588416"/>
                  </a:lnTo>
                  <a:lnTo>
                    <a:pt x="475665" y="460451"/>
                  </a:lnTo>
                  <a:close/>
                </a:path>
                <a:path w="832485" h="1319529">
                  <a:moveTo>
                    <a:pt x="475665" y="230225"/>
                  </a:moveTo>
                  <a:lnTo>
                    <a:pt x="0" y="230225"/>
                  </a:lnTo>
                  <a:lnTo>
                    <a:pt x="0" y="358203"/>
                  </a:lnTo>
                  <a:lnTo>
                    <a:pt x="475665" y="358203"/>
                  </a:lnTo>
                  <a:lnTo>
                    <a:pt x="475665" y="230225"/>
                  </a:lnTo>
                  <a:close/>
                </a:path>
                <a:path w="832485" h="1319529">
                  <a:moveTo>
                    <a:pt x="475665" y="0"/>
                  </a:moveTo>
                  <a:lnTo>
                    <a:pt x="0" y="0"/>
                  </a:lnTo>
                  <a:lnTo>
                    <a:pt x="0" y="127977"/>
                  </a:lnTo>
                  <a:lnTo>
                    <a:pt x="475665" y="127977"/>
                  </a:lnTo>
                  <a:lnTo>
                    <a:pt x="475665" y="0"/>
                  </a:lnTo>
                  <a:close/>
                </a:path>
                <a:path w="832485" h="1319529">
                  <a:moveTo>
                    <a:pt x="831989" y="1266901"/>
                  </a:moveTo>
                  <a:lnTo>
                    <a:pt x="624116" y="1266901"/>
                  </a:lnTo>
                  <a:lnTo>
                    <a:pt x="624116" y="1318971"/>
                  </a:lnTo>
                  <a:lnTo>
                    <a:pt x="831989" y="1318971"/>
                  </a:lnTo>
                  <a:lnTo>
                    <a:pt x="831989" y="1266901"/>
                  </a:lnTo>
                  <a:close/>
                </a:path>
                <a:path w="832485" h="1319529">
                  <a:moveTo>
                    <a:pt x="831989" y="1164183"/>
                  </a:moveTo>
                  <a:lnTo>
                    <a:pt x="624116" y="1164183"/>
                  </a:lnTo>
                  <a:lnTo>
                    <a:pt x="624116" y="1216253"/>
                  </a:lnTo>
                  <a:lnTo>
                    <a:pt x="831989" y="1216253"/>
                  </a:lnTo>
                  <a:lnTo>
                    <a:pt x="831989" y="1164183"/>
                  </a:lnTo>
                  <a:close/>
                </a:path>
                <a:path w="832485" h="1319529">
                  <a:moveTo>
                    <a:pt x="831989" y="1061453"/>
                  </a:moveTo>
                  <a:lnTo>
                    <a:pt x="624116" y="1061453"/>
                  </a:lnTo>
                  <a:lnTo>
                    <a:pt x="624116" y="1113523"/>
                  </a:lnTo>
                  <a:lnTo>
                    <a:pt x="831989" y="1113523"/>
                  </a:lnTo>
                  <a:lnTo>
                    <a:pt x="831989" y="1061453"/>
                  </a:lnTo>
                  <a:close/>
                </a:path>
                <a:path w="832485" h="1319529">
                  <a:moveTo>
                    <a:pt x="831989" y="958735"/>
                  </a:moveTo>
                  <a:lnTo>
                    <a:pt x="624116" y="958735"/>
                  </a:lnTo>
                  <a:lnTo>
                    <a:pt x="624116" y="1010805"/>
                  </a:lnTo>
                  <a:lnTo>
                    <a:pt x="831989" y="1010805"/>
                  </a:lnTo>
                  <a:lnTo>
                    <a:pt x="831989" y="958735"/>
                  </a:lnTo>
                  <a:close/>
                </a:path>
                <a:path w="832485" h="1319529">
                  <a:moveTo>
                    <a:pt x="831989" y="856005"/>
                  </a:moveTo>
                  <a:lnTo>
                    <a:pt x="624116" y="856005"/>
                  </a:lnTo>
                  <a:lnTo>
                    <a:pt x="624116" y="908075"/>
                  </a:lnTo>
                  <a:lnTo>
                    <a:pt x="831989" y="908075"/>
                  </a:lnTo>
                  <a:lnTo>
                    <a:pt x="831989" y="856005"/>
                  </a:lnTo>
                  <a:close/>
                </a:path>
                <a:path w="832485" h="1319529">
                  <a:moveTo>
                    <a:pt x="831989" y="753287"/>
                  </a:moveTo>
                  <a:lnTo>
                    <a:pt x="624116" y="753287"/>
                  </a:lnTo>
                  <a:lnTo>
                    <a:pt x="624116" y="805357"/>
                  </a:lnTo>
                  <a:lnTo>
                    <a:pt x="831989" y="805357"/>
                  </a:lnTo>
                  <a:lnTo>
                    <a:pt x="831989" y="753287"/>
                  </a:lnTo>
                  <a:close/>
                </a:path>
                <a:path w="832485" h="1319529">
                  <a:moveTo>
                    <a:pt x="831989" y="650557"/>
                  </a:moveTo>
                  <a:lnTo>
                    <a:pt x="624116" y="650557"/>
                  </a:lnTo>
                  <a:lnTo>
                    <a:pt x="624116" y="702627"/>
                  </a:lnTo>
                  <a:lnTo>
                    <a:pt x="831989" y="702627"/>
                  </a:lnTo>
                  <a:lnTo>
                    <a:pt x="831989" y="650557"/>
                  </a:lnTo>
                  <a:close/>
                </a:path>
                <a:path w="832485" h="1319529">
                  <a:moveTo>
                    <a:pt x="831989" y="547839"/>
                  </a:moveTo>
                  <a:lnTo>
                    <a:pt x="624116" y="547839"/>
                  </a:lnTo>
                  <a:lnTo>
                    <a:pt x="624116" y="599909"/>
                  </a:lnTo>
                  <a:lnTo>
                    <a:pt x="831989" y="599909"/>
                  </a:lnTo>
                  <a:lnTo>
                    <a:pt x="831989" y="547839"/>
                  </a:lnTo>
                  <a:close/>
                </a:path>
                <a:path w="832485" h="1319529">
                  <a:moveTo>
                    <a:pt x="831989" y="445109"/>
                  </a:moveTo>
                  <a:lnTo>
                    <a:pt x="624116" y="445109"/>
                  </a:lnTo>
                  <a:lnTo>
                    <a:pt x="624116" y="497179"/>
                  </a:lnTo>
                  <a:lnTo>
                    <a:pt x="831989" y="497179"/>
                  </a:lnTo>
                  <a:lnTo>
                    <a:pt x="831989" y="445109"/>
                  </a:lnTo>
                  <a:close/>
                </a:path>
                <a:path w="832485" h="1319529">
                  <a:moveTo>
                    <a:pt x="831989" y="342392"/>
                  </a:moveTo>
                  <a:lnTo>
                    <a:pt x="624116" y="342392"/>
                  </a:lnTo>
                  <a:lnTo>
                    <a:pt x="624116" y="394462"/>
                  </a:lnTo>
                  <a:lnTo>
                    <a:pt x="831989" y="394462"/>
                  </a:lnTo>
                  <a:lnTo>
                    <a:pt x="831989" y="342392"/>
                  </a:lnTo>
                  <a:close/>
                </a:path>
                <a:path w="832485" h="1319529">
                  <a:moveTo>
                    <a:pt x="831989" y="239661"/>
                  </a:moveTo>
                  <a:lnTo>
                    <a:pt x="624116" y="239661"/>
                  </a:lnTo>
                  <a:lnTo>
                    <a:pt x="624116" y="291731"/>
                  </a:lnTo>
                  <a:lnTo>
                    <a:pt x="831989" y="291731"/>
                  </a:lnTo>
                  <a:lnTo>
                    <a:pt x="831989" y="239661"/>
                  </a:lnTo>
                  <a:close/>
                </a:path>
                <a:path w="832485" h="1319529">
                  <a:moveTo>
                    <a:pt x="831989" y="136944"/>
                  </a:moveTo>
                  <a:lnTo>
                    <a:pt x="624116" y="136944"/>
                  </a:lnTo>
                  <a:lnTo>
                    <a:pt x="624116" y="189014"/>
                  </a:lnTo>
                  <a:lnTo>
                    <a:pt x="831989" y="189014"/>
                  </a:lnTo>
                  <a:lnTo>
                    <a:pt x="831989" y="136944"/>
                  </a:lnTo>
                  <a:close/>
                </a:path>
                <a:path w="832485" h="1319529">
                  <a:moveTo>
                    <a:pt x="831989" y="34213"/>
                  </a:moveTo>
                  <a:lnTo>
                    <a:pt x="624116" y="34213"/>
                  </a:lnTo>
                  <a:lnTo>
                    <a:pt x="624116" y="86283"/>
                  </a:lnTo>
                  <a:lnTo>
                    <a:pt x="831989" y="86283"/>
                  </a:lnTo>
                  <a:lnTo>
                    <a:pt x="831989" y="34213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2" name="object 72" descr=""/>
          <p:cNvGrpSpPr/>
          <p:nvPr/>
        </p:nvGrpSpPr>
        <p:grpSpPr>
          <a:xfrm>
            <a:off x="13746995" y="6062192"/>
            <a:ext cx="1240790" cy="1971675"/>
            <a:chOff x="13746995" y="6062192"/>
            <a:chExt cx="1240790" cy="1971675"/>
          </a:xfrm>
        </p:grpSpPr>
        <p:sp>
          <p:nvSpPr>
            <p:cNvPr id="73" name="object 73" descr=""/>
            <p:cNvSpPr/>
            <p:nvPr/>
          </p:nvSpPr>
          <p:spPr>
            <a:xfrm>
              <a:off x="14147077" y="6062192"/>
              <a:ext cx="840740" cy="1971675"/>
            </a:xfrm>
            <a:custGeom>
              <a:avLst/>
              <a:gdLst/>
              <a:ahLst/>
              <a:cxnLst/>
              <a:rect l="l" t="t" r="r" b="b"/>
              <a:pathLst>
                <a:path w="840740" h="1971675">
                  <a:moveTo>
                    <a:pt x="0" y="1971301"/>
                  </a:moveTo>
                  <a:lnTo>
                    <a:pt x="840173" y="1971301"/>
                  </a:lnTo>
                  <a:lnTo>
                    <a:pt x="840173" y="0"/>
                  </a:lnTo>
                  <a:lnTo>
                    <a:pt x="0" y="0"/>
                  </a:lnTo>
                  <a:lnTo>
                    <a:pt x="0" y="1971301"/>
                  </a:lnTo>
                  <a:close/>
                </a:path>
              </a:pathLst>
            </a:custGeom>
            <a:solidFill>
              <a:srgbClr val="A5D6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13746995" y="6062192"/>
              <a:ext cx="400685" cy="1971675"/>
            </a:xfrm>
            <a:custGeom>
              <a:avLst/>
              <a:gdLst/>
              <a:ahLst/>
              <a:cxnLst/>
              <a:rect l="l" t="t" r="r" b="b"/>
              <a:pathLst>
                <a:path w="400684" h="1971675">
                  <a:moveTo>
                    <a:pt x="400082" y="0"/>
                  </a:moveTo>
                  <a:lnTo>
                    <a:pt x="0" y="0"/>
                  </a:lnTo>
                  <a:lnTo>
                    <a:pt x="0" y="1971301"/>
                  </a:lnTo>
                  <a:lnTo>
                    <a:pt x="400082" y="1971301"/>
                  </a:lnTo>
                  <a:lnTo>
                    <a:pt x="4000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14236357" y="6179864"/>
              <a:ext cx="158750" cy="767080"/>
            </a:xfrm>
            <a:custGeom>
              <a:avLst/>
              <a:gdLst/>
              <a:ahLst/>
              <a:cxnLst/>
              <a:rect l="l" t="t" r="r" b="b"/>
              <a:pathLst>
                <a:path w="158750" h="767079">
                  <a:moveTo>
                    <a:pt x="158457" y="600189"/>
                  </a:moveTo>
                  <a:lnTo>
                    <a:pt x="0" y="600189"/>
                  </a:lnTo>
                  <a:lnTo>
                    <a:pt x="0" y="767003"/>
                  </a:lnTo>
                  <a:lnTo>
                    <a:pt x="158457" y="767003"/>
                  </a:lnTo>
                  <a:lnTo>
                    <a:pt x="158457" y="600189"/>
                  </a:lnTo>
                  <a:close/>
                </a:path>
                <a:path w="158750" h="767079">
                  <a:moveTo>
                    <a:pt x="158457" y="300101"/>
                  </a:moveTo>
                  <a:lnTo>
                    <a:pt x="0" y="300101"/>
                  </a:lnTo>
                  <a:lnTo>
                    <a:pt x="0" y="466915"/>
                  </a:lnTo>
                  <a:lnTo>
                    <a:pt x="158457" y="466915"/>
                  </a:lnTo>
                  <a:lnTo>
                    <a:pt x="158457" y="300101"/>
                  </a:lnTo>
                  <a:close/>
                </a:path>
                <a:path w="158750" h="767079">
                  <a:moveTo>
                    <a:pt x="158457" y="0"/>
                  </a:moveTo>
                  <a:lnTo>
                    <a:pt x="0" y="0"/>
                  </a:lnTo>
                  <a:lnTo>
                    <a:pt x="0" y="166814"/>
                  </a:lnTo>
                  <a:lnTo>
                    <a:pt x="158457" y="166814"/>
                  </a:lnTo>
                  <a:lnTo>
                    <a:pt x="158457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14236362" y="7080140"/>
              <a:ext cx="158750" cy="167005"/>
            </a:xfrm>
            <a:custGeom>
              <a:avLst/>
              <a:gdLst/>
              <a:ahLst/>
              <a:cxnLst/>
              <a:rect l="l" t="t" r="r" b="b"/>
              <a:pathLst>
                <a:path w="158750" h="167004">
                  <a:moveTo>
                    <a:pt x="158455" y="0"/>
                  </a:moveTo>
                  <a:lnTo>
                    <a:pt x="0" y="0"/>
                  </a:lnTo>
                  <a:lnTo>
                    <a:pt x="0" y="166811"/>
                  </a:lnTo>
                  <a:lnTo>
                    <a:pt x="158455" y="166811"/>
                  </a:lnTo>
                  <a:lnTo>
                    <a:pt x="158455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14236357" y="6179864"/>
              <a:ext cx="412115" cy="1667510"/>
            </a:xfrm>
            <a:custGeom>
              <a:avLst/>
              <a:gdLst/>
              <a:ahLst/>
              <a:cxnLst/>
              <a:rect l="l" t="t" r="r" b="b"/>
              <a:pathLst>
                <a:path w="412115" h="1667509">
                  <a:moveTo>
                    <a:pt x="158457" y="1500466"/>
                  </a:moveTo>
                  <a:lnTo>
                    <a:pt x="0" y="1500466"/>
                  </a:lnTo>
                  <a:lnTo>
                    <a:pt x="0" y="1667268"/>
                  </a:lnTo>
                  <a:lnTo>
                    <a:pt x="158457" y="1667268"/>
                  </a:lnTo>
                  <a:lnTo>
                    <a:pt x="158457" y="1500466"/>
                  </a:lnTo>
                  <a:close/>
                </a:path>
                <a:path w="412115" h="1667509">
                  <a:moveTo>
                    <a:pt x="158457" y="1200365"/>
                  </a:moveTo>
                  <a:lnTo>
                    <a:pt x="0" y="1200365"/>
                  </a:lnTo>
                  <a:lnTo>
                    <a:pt x="0" y="1367180"/>
                  </a:lnTo>
                  <a:lnTo>
                    <a:pt x="158457" y="1367180"/>
                  </a:lnTo>
                  <a:lnTo>
                    <a:pt x="158457" y="1200365"/>
                  </a:lnTo>
                  <a:close/>
                </a:path>
                <a:path w="412115" h="1667509">
                  <a:moveTo>
                    <a:pt x="411899" y="0"/>
                  </a:moveTo>
                  <a:lnTo>
                    <a:pt x="253441" y="0"/>
                  </a:lnTo>
                  <a:lnTo>
                    <a:pt x="253441" y="166814"/>
                  </a:lnTo>
                  <a:lnTo>
                    <a:pt x="411899" y="166814"/>
                  </a:lnTo>
                  <a:lnTo>
                    <a:pt x="411899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14489810" y="6479959"/>
              <a:ext cx="158750" cy="167005"/>
            </a:xfrm>
            <a:custGeom>
              <a:avLst/>
              <a:gdLst/>
              <a:ahLst/>
              <a:cxnLst/>
              <a:rect l="l" t="t" r="r" b="b"/>
              <a:pathLst>
                <a:path w="158750" h="167004">
                  <a:moveTo>
                    <a:pt x="158455" y="0"/>
                  </a:moveTo>
                  <a:lnTo>
                    <a:pt x="0" y="0"/>
                  </a:lnTo>
                  <a:lnTo>
                    <a:pt x="0" y="166811"/>
                  </a:lnTo>
                  <a:lnTo>
                    <a:pt x="158455" y="166811"/>
                  </a:lnTo>
                  <a:lnTo>
                    <a:pt x="158455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14489798" y="6179864"/>
              <a:ext cx="412115" cy="1667510"/>
            </a:xfrm>
            <a:custGeom>
              <a:avLst/>
              <a:gdLst/>
              <a:ahLst/>
              <a:cxnLst/>
              <a:rect l="l" t="t" r="r" b="b"/>
              <a:pathLst>
                <a:path w="412115" h="1667509">
                  <a:moveTo>
                    <a:pt x="158457" y="1500466"/>
                  </a:moveTo>
                  <a:lnTo>
                    <a:pt x="0" y="1500466"/>
                  </a:lnTo>
                  <a:lnTo>
                    <a:pt x="0" y="1667268"/>
                  </a:lnTo>
                  <a:lnTo>
                    <a:pt x="158457" y="1667268"/>
                  </a:lnTo>
                  <a:lnTo>
                    <a:pt x="158457" y="1500466"/>
                  </a:lnTo>
                  <a:close/>
                </a:path>
                <a:path w="412115" h="1667509">
                  <a:moveTo>
                    <a:pt x="158457" y="1200365"/>
                  </a:moveTo>
                  <a:lnTo>
                    <a:pt x="0" y="1200365"/>
                  </a:lnTo>
                  <a:lnTo>
                    <a:pt x="0" y="1367180"/>
                  </a:lnTo>
                  <a:lnTo>
                    <a:pt x="158457" y="1367180"/>
                  </a:lnTo>
                  <a:lnTo>
                    <a:pt x="158457" y="1200365"/>
                  </a:lnTo>
                  <a:close/>
                </a:path>
                <a:path w="412115" h="1667509">
                  <a:moveTo>
                    <a:pt x="158457" y="900277"/>
                  </a:moveTo>
                  <a:lnTo>
                    <a:pt x="0" y="900277"/>
                  </a:lnTo>
                  <a:lnTo>
                    <a:pt x="0" y="1067092"/>
                  </a:lnTo>
                  <a:lnTo>
                    <a:pt x="158457" y="1067092"/>
                  </a:lnTo>
                  <a:lnTo>
                    <a:pt x="158457" y="900277"/>
                  </a:lnTo>
                  <a:close/>
                </a:path>
                <a:path w="412115" h="1667509">
                  <a:moveTo>
                    <a:pt x="158457" y="600189"/>
                  </a:moveTo>
                  <a:lnTo>
                    <a:pt x="0" y="600189"/>
                  </a:lnTo>
                  <a:lnTo>
                    <a:pt x="0" y="767003"/>
                  </a:lnTo>
                  <a:lnTo>
                    <a:pt x="158457" y="767003"/>
                  </a:lnTo>
                  <a:lnTo>
                    <a:pt x="158457" y="600189"/>
                  </a:lnTo>
                  <a:close/>
                </a:path>
                <a:path w="412115" h="1667509">
                  <a:moveTo>
                    <a:pt x="411911" y="1200365"/>
                  </a:moveTo>
                  <a:lnTo>
                    <a:pt x="253453" y="1200365"/>
                  </a:lnTo>
                  <a:lnTo>
                    <a:pt x="253453" y="1367180"/>
                  </a:lnTo>
                  <a:lnTo>
                    <a:pt x="411911" y="1367180"/>
                  </a:lnTo>
                  <a:lnTo>
                    <a:pt x="411911" y="1200365"/>
                  </a:lnTo>
                  <a:close/>
                </a:path>
                <a:path w="412115" h="1667509">
                  <a:moveTo>
                    <a:pt x="411911" y="900277"/>
                  </a:moveTo>
                  <a:lnTo>
                    <a:pt x="253453" y="900277"/>
                  </a:lnTo>
                  <a:lnTo>
                    <a:pt x="253453" y="1067092"/>
                  </a:lnTo>
                  <a:lnTo>
                    <a:pt x="411911" y="1067092"/>
                  </a:lnTo>
                  <a:lnTo>
                    <a:pt x="411911" y="900277"/>
                  </a:lnTo>
                  <a:close/>
                </a:path>
                <a:path w="412115" h="1667509">
                  <a:moveTo>
                    <a:pt x="411911" y="600189"/>
                  </a:moveTo>
                  <a:lnTo>
                    <a:pt x="253453" y="600189"/>
                  </a:lnTo>
                  <a:lnTo>
                    <a:pt x="253453" y="767003"/>
                  </a:lnTo>
                  <a:lnTo>
                    <a:pt x="411911" y="767003"/>
                  </a:lnTo>
                  <a:lnTo>
                    <a:pt x="411911" y="600189"/>
                  </a:lnTo>
                  <a:close/>
                </a:path>
                <a:path w="412115" h="1667509">
                  <a:moveTo>
                    <a:pt x="411911" y="300101"/>
                  </a:moveTo>
                  <a:lnTo>
                    <a:pt x="253453" y="300101"/>
                  </a:lnTo>
                  <a:lnTo>
                    <a:pt x="253453" y="466915"/>
                  </a:lnTo>
                  <a:lnTo>
                    <a:pt x="411911" y="466915"/>
                  </a:lnTo>
                  <a:lnTo>
                    <a:pt x="411911" y="300101"/>
                  </a:lnTo>
                  <a:close/>
                </a:path>
                <a:path w="412115" h="1667509">
                  <a:moveTo>
                    <a:pt x="411911" y="0"/>
                  </a:moveTo>
                  <a:lnTo>
                    <a:pt x="253453" y="0"/>
                  </a:lnTo>
                  <a:lnTo>
                    <a:pt x="253453" y="166814"/>
                  </a:lnTo>
                  <a:lnTo>
                    <a:pt x="411911" y="166814"/>
                  </a:lnTo>
                  <a:lnTo>
                    <a:pt x="411911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14743257" y="7680321"/>
              <a:ext cx="158750" cy="167005"/>
            </a:xfrm>
            <a:custGeom>
              <a:avLst/>
              <a:gdLst/>
              <a:ahLst/>
              <a:cxnLst/>
              <a:rect l="l" t="t" r="r" b="b"/>
              <a:pathLst>
                <a:path w="158750" h="167004">
                  <a:moveTo>
                    <a:pt x="158455" y="0"/>
                  </a:moveTo>
                  <a:lnTo>
                    <a:pt x="0" y="0"/>
                  </a:lnTo>
                  <a:lnTo>
                    <a:pt x="0" y="166811"/>
                  </a:lnTo>
                  <a:lnTo>
                    <a:pt x="158455" y="166811"/>
                  </a:lnTo>
                  <a:lnTo>
                    <a:pt x="158455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13830897" y="6201695"/>
              <a:ext cx="262255" cy="1675130"/>
            </a:xfrm>
            <a:custGeom>
              <a:avLst/>
              <a:gdLst/>
              <a:ahLst/>
              <a:cxnLst/>
              <a:rect l="l" t="t" r="r" b="b"/>
              <a:pathLst>
                <a:path w="262255" h="1675129">
                  <a:moveTo>
                    <a:pt x="262255" y="1606778"/>
                  </a:moveTo>
                  <a:lnTo>
                    <a:pt x="0" y="1606778"/>
                  </a:lnTo>
                  <a:lnTo>
                    <a:pt x="0" y="1674660"/>
                  </a:lnTo>
                  <a:lnTo>
                    <a:pt x="262255" y="1674660"/>
                  </a:lnTo>
                  <a:lnTo>
                    <a:pt x="262255" y="1606778"/>
                  </a:lnTo>
                  <a:close/>
                </a:path>
                <a:path w="262255" h="1675129">
                  <a:moveTo>
                    <a:pt x="262255" y="1472869"/>
                  </a:moveTo>
                  <a:lnTo>
                    <a:pt x="0" y="1472869"/>
                  </a:lnTo>
                  <a:lnTo>
                    <a:pt x="0" y="1540751"/>
                  </a:lnTo>
                  <a:lnTo>
                    <a:pt x="262255" y="1540751"/>
                  </a:lnTo>
                  <a:lnTo>
                    <a:pt x="262255" y="1472869"/>
                  </a:lnTo>
                  <a:close/>
                </a:path>
                <a:path w="262255" h="1675129">
                  <a:moveTo>
                    <a:pt x="262255" y="1338973"/>
                  </a:moveTo>
                  <a:lnTo>
                    <a:pt x="0" y="1338973"/>
                  </a:lnTo>
                  <a:lnTo>
                    <a:pt x="0" y="1406855"/>
                  </a:lnTo>
                  <a:lnTo>
                    <a:pt x="262255" y="1406855"/>
                  </a:lnTo>
                  <a:lnTo>
                    <a:pt x="262255" y="1338973"/>
                  </a:lnTo>
                  <a:close/>
                </a:path>
                <a:path w="262255" h="1675129">
                  <a:moveTo>
                    <a:pt x="262255" y="1205090"/>
                  </a:moveTo>
                  <a:lnTo>
                    <a:pt x="0" y="1205090"/>
                  </a:lnTo>
                  <a:lnTo>
                    <a:pt x="0" y="1272959"/>
                  </a:lnTo>
                  <a:lnTo>
                    <a:pt x="262255" y="1272959"/>
                  </a:lnTo>
                  <a:lnTo>
                    <a:pt x="262255" y="1205090"/>
                  </a:lnTo>
                  <a:close/>
                </a:path>
                <a:path w="262255" h="1675129">
                  <a:moveTo>
                    <a:pt x="262255" y="1071194"/>
                  </a:moveTo>
                  <a:lnTo>
                    <a:pt x="0" y="1071194"/>
                  </a:lnTo>
                  <a:lnTo>
                    <a:pt x="0" y="1139063"/>
                  </a:lnTo>
                  <a:lnTo>
                    <a:pt x="262255" y="1139063"/>
                  </a:lnTo>
                  <a:lnTo>
                    <a:pt x="262255" y="1071194"/>
                  </a:lnTo>
                  <a:close/>
                </a:path>
                <a:path w="262255" h="1675129">
                  <a:moveTo>
                    <a:pt x="262255" y="937285"/>
                  </a:moveTo>
                  <a:lnTo>
                    <a:pt x="0" y="937285"/>
                  </a:lnTo>
                  <a:lnTo>
                    <a:pt x="0" y="1005154"/>
                  </a:lnTo>
                  <a:lnTo>
                    <a:pt x="262255" y="1005154"/>
                  </a:lnTo>
                  <a:lnTo>
                    <a:pt x="262255" y="937285"/>
                  </a:lnTo>
                  <a:close/>
                </a:path>
                <a:path w="262255" h="1675129">
                  <a:moveTo>
                    <a:pt x="262255" y="803402"/>
                  </a:moveTo>
                  <a:lnTo>
                    <a:pt x="0" y="803402"/>
                  </a:lnTo>
                  <a:lnTo>
                    <a:pt x="0" y="871270"/>
                  </a:lnTo>
                  <a:lnTo>
                    <a:pt x="262255" y="871270"/>
                  </a:lnTo>
                  <a:lnTo>
                    <a:pt x="262255" y="803402"/>
                  </a:lnTo>
                  <a:close/>
                </a:path>
                <a:path w="262255" h="1675129">
                  <a:moveTo>
                    <a:pt x="262255" y="669493"/>
                  </a:moveTo>
                  <a:lnTo>
                    <a:pt x="0" y="669493"/>
                  </a:lnTo>
                  <a:lnTo>
                    <a:pt x="0" y="737362"/>
                  </a:lnTo>
                  <a:lnTo>
                    <a:pt x="262255" y="737362"/>
                  </a:lnTo>
                  <a:lnTo>
                    <a:pt x="262255" y="669493"/>
                  </a:lnTo>
                  <a:close/>
                </a:path>
                <a:path w="262255" h="1675129">
                  <a:moveTo>
                    <a:pt x="262255" y="535597"/>
                  </a:moveTo>
                  <a:lnTo>
                    <a:pt x="0" y="535597"/>
                  </a:lnTo>
                  <a:lnTo>
                    <a:pt x="0" y="603465"/>
                  </a:lnTo>
                  <a:lnTo>
                    <a:pt x="262255" y="603465"/>
                  </a:lnTo>
                  <a:lnTo>
                    <a:pt x="262255" y="535597"/>
                  </a:lnTo>
                  <a:close/>
                </a:path>
                <a:path w="262255" h="1675129">
                  <a:moveTo>
                    <a:pt x="262255" y="401688"/>
                  </a:moveTo>
                  <a:lnTo>
                    <a:pt x="0" y="401688"/>
                  </a:lnTo>
                  <a:lnTo>
                    <a:pt x="0" y="469569"/>
                  </a:lnTo>
                  <a:lnTo>
                    <a:pt x="262255" y="469569"/>
                  </a:lnTo>
                  <a:lnTo>
                    <a:pt x="262255" y="401688"/>
                  </a:lnTo>
                  <a:close/>
                </a:path>
                <a:path w="262255" h="1675129">
                  <a:moveTo>
                    <a:pt x="262255" y="267792"/>
                  </a:moveTo>
                  <a:lnTo>
                    <a:pt x="0" y="267792"/>
                  </a:lnTo>
                  <a:lnTo>
                    <a:pt x="0" y="335673"/>
                  </a:lnTo>
                  <a:lnTo>
                    <a:pt x="262255" y="335673"/>
                  </a:lnTo>
                  <a:lnTo>
                    <a:pt x="262255" y="267792"/>
                  </a:lnTo>
                  <a:close/>
                </a:path>
                <a:path w="262255" h="1675129">
                  <a:moveTo>
                    <a:pt x="262255" y="133883"/>
                  </a:moveTo>
                  <a:lnTo>
                    <a:pt x="0" y="133883"/>
                  </a:lnTo>
                  <a:lnTo>
                    <a:pt x="0" y="201764"/>
                  </a:lnTo>
                  <a:lnTo>
                    <a:pt x="262255" y="201764"/>
                  </a:lnTo>
                  <a:lnTo>
                    <a:pt x="262255" y="133883"/>
                  </a:lnTo>
                  <a:close/>
                </a:path>
                <a:path w="262255" h="1675129">
                  <a:moveTo>
                    <a:pt x="262255" y="0"/>
                  </a:moveTo>
                  <a:lnTo>
                    <a:pt x="0" y="0"/>
                  </a:lnTo>
                  <a:lnTo>
                    <a:pt x="0" y="67881"/>
                  </a:lnTo>
                  <a:lnTo>
                    <a:pt x="262255" y="67881"/>
                  </a:lnTo>
                  <a:lnTo>
                    <a:pt x="262255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2" name="object 82" descr=""/>
          <p:cNvSpPr/>
          <p:nvPr/>
        </p:nvSpPr>
        <p:spPr>
          <a:xfrm>
            <a:off x="6722821" y="4282320"/>
            <a:ext cx="863600" cy="88265"/>
          </a:xfrm>
          <a:custGeom>
            <a:avLst/>
            <a:gdLst/>
            <a:ahLst/>
            <a:cxnLst/>
            <a:rect l="l" t="t" r="r" b="b"/>
            <a:pathLst>
              <a:path w="863600" h="88264">
                <a:moveTo>
                  <a:pt x="863230" y="0"/>
                </a:moveTo>
                <a:lnTo>
                  <a:pt x="0" y="0"/>
                </a:lnTo>
                <a:lnTo>
                  <a:pt x="0" y="88185"/>
                </a:lnTo>
                <a:lnTo>
                  <a:pt x="863230" y="88185"/>
                </a:lnTo>
                <a:lnTo>
                  <a:pt x="863230" y="0"/>
                </a:lnTo>
                <a:close/>
              </a:path>
            </a:pathLst>
          </a:custGeom>
          <a:solidFill>
            <a:srgbClr val="FBEDE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3" name="object 83" descr=""/>
          <p:cNvGrpSpPr/>
          <p:nvPr/>
        </p:nvGrpSpPr>
        <p:grpSpPr>
          <a:xfrm>
            <a:off x="6456358" y="4370505"/>
            <a:ext cx="2052955" cy="3658870"/>
            <a:chOff x="6456358" y="4370505"/>
            <a:chExt cx="2052955" cy="3658870"/>
          </a:xfrm>
        </p:grpSpPr>
        <p:sp>
          <p:nvSpPr>
            <p:cNvPr id="84" name="object 84" descr=""/>
            <p:cNvSpPr/>
            <p:nvPr/>
          </p:nvSpPr>
          <p:spPr>
            <a:xfrm>
              <a:off x="6456358" y="4737143"/>
              <a:ext cx="2052955" cy="3292475"/>
            </a:xfrm>
            <a:custGeom>
              <a:avLst/>
              <a:gdLst/>
              <a:ahLst/>
              <a:cxnLst/>
              <a:rect l="l" t="t" r="r" b="b"/>
              <a:pathLst>
                <a:path w="2052954" h="3292475">
                  <a:moveTo>
                    <a:pt x="0" y="3291962"/>
                  </a:moveTo>
                  <a:lnTo>
                    <a:pt x="2052408" y="3291962"/>
                  </a:lnTo>
                  <a:lnTo>
                    <a:pt x="2052408" y="0"/>
                  </a:lnTo>
                  <a:lnTo>
                    <a:pt x="0" y="0"/>
                  </a:lnTo>
                  <a:lnTo>
                    <a:pt x="0" y="3291962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6456358" y="4370505"/>
              <a:ext cx="2052955" cy="367030"/>
            </a:xfrm>
            <a:custGeom>
              <a:avLst/>
              <a:gdLst/>
              <a:ahLst/>
              <a:cxnLst/>
              <a:rect l="l" t="t" r="r" b="b"/>
              <a:pathLst>
                <a:path w="2052954" h="367029">
                  <a:moveTo>
                    <a:pt x="2052408" y="0"/>
                  </a:moveTo>
                  <a:lnTo>
                    <a:pt x="0" y="0"/>
                  </a:lnTo>
                  <a:lnTo>
                    <a:pt x="0" y="366638"/>
                  </a:lnTo>
                  <a:lnTo>
                    <a:pt x="2052408" y="366638"/>
                  </a:lnTo>
                  <a:lnTo>
                    <a:pt x="20524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6546456" y="4494282"/>
              <a:ext cx="1884680" cy="3535045"/>
            </a:xfrm>
            <a:custGeom>
              <a:avLst/>
              <a:gdLst/>
              <a:ahLst/>
              <a:cxnLst/>
              <a:rect l="l" t="t" r="r" b="b"/>
              <a:pathLst>
                <a:path w="1884679" h="3535045">
                  <a:moveTo>
                    <a:pt x="176364" y="3359810"/>
                  </a:moveTo>
                  <a:lnTo>
                    <a:pt x="0" y="3359810"/>
                  </a:lnTo>
                  <a:lnTo>
                    <a:pt x="0" y="3415804"/>
                  </a:lnTo>
                  <a:lnTo>
                    <a:pt x="176364" y="3415804"/>
                  </a:lnTo>
                  <a:lnTo>
                    <a:pt x="176364" y="3359810"/>
                  </a:lnTo>
                  <a:close/>
                </a:path>
                <a:path w="1884679" h="3535045">
                  <a:moveTo>
                    <a:pt x="176364" y="3219818"/>
                  </a:moveTo>
                  <a:lnTo>
                    <a:pt x="0" y="3219818"/>
                  </a:lnTo>
                  <a:lnTo>
                    <a:pt x="0" y="3275812"/>
                  </a:lnTo>
                  <a:lnTo>
                    <a:pt x="176364" y="3275812"/>
                  </a:lnTo>
                  <a:lnTo>
                    <a:pt x="176364" y="3219818"/>
                  </a:lnTo>
                  <a:close/>
                </a:path>
                <a:path w="1884679" h="3535045">
                  <a:moveTo>
                    <a:pt x="176364" y="3079826"/>
                  </a:moveTo>
                  <a:lnTo>
                    <a:pt x="0" y="3079826"/>
                  </a:lnTo>
                  <a:lnTo>
                    <a:pt x="0" y="3135820"/>
                  </a:lnTo>
                  <a:lnTo>
                    <a:pt x="176364" y="3135820"/>
                  </a:lnTo>
                  <a:lnTo>
                    <a:pt x="176364" y="3079826"/>
                  </a:lnTo>
                  <a:close/>
                </a:path>
                <a:path w="1884679" h="3535045">
                  <a:moveTo>
                    <a:pt x="176364" y="2939834"/>
                  </a:moveTo>
                  <a:lnTo>
                    <a:pt x="0" y="2939834"/>
                  </a:lnTo>
                  <a:lnTo>
                    <a:pt x="0" y="2995828"/>
                  </a:lnTo>
                  <a:lnTo>
                    <a:pt x="176364" y="2995828"/>
                  </a:lnTo>
                  <a:lnTo>
                    <a:pt x="176364" y="2939834"/>
                  </a:lnTo>
                  <a:close/>
                </a:path>
                <a:path w="1884679" h="3535045">
                  <a:moveTo>
                    <a:pt x="176364" y="2799842"/>
                  </a:moveTo>
                  <a:lnTo>
                    <a:pt x="0" y="2799842"/>
                  </a:lnTo>
                  <a:lnTo>
                    <a:pt x="0" y="2855836"/>
                  </a:lnTo>
                  <a:lnTo>
                    <a:pt x="176364" y="2855836"/>
                  </a:lnTo>
                  <a:lnTo>
                    <a:pt x="176364" y="2799842"/>
                  </a:lnTo>
                  <a:close/>
                </a:path>
                <a:path w="1884679" h="3535045">
                  <a:moveTo>
                    <a:pt x="176364" y="2659850"/>
                  </a:moveTo>
                  <a:lnTo>
                    <a:pt x="0" y="2659850"/>
                  </a:lnTo>
                  <a:lnTo>
                    <a:pt x="0" y="2715844"/>
                  </a:lnTo>
                  <a:lnTo>
                    <a:pt x="176364" y="2715844"/>
                  </a:lnTo>
                  <a:lnTo>
                    <a:pt x="176364" y="2659850"/>
                  </a:lnTo>
                  <a:close/>
                </a:path>
                <a:path w="1884679" h="3535045">
                  <a:moveTo>
                    <a:pt x="176364" y="2519857"/>
                  </a:moveTo>
                  <a:lnTo>
                    <a:pt x="0" y="2519857"/>
                  </a:lnTo>
                  <a:lnTo>
                    <a:pt x="0" y="2575852"/>
                  </a:lnTo>
                  <a:lnTo>
                    <a:pt x="176364" y="2575852"/>
                  </a:lnTo>
                  <a:lnTo>
                    <a:pt x="176364" y="2519857"/>
                  </a:lnTo>
                  <a:close/>
                </a:path>
                <a:path w="1884679" h="3535045">
                  <a:moveTo>
                    <a:pt x="176364" y="2379865"/>
                  </a:moveTo>
                  <a:lnTo>
                    <a:pt x="0" y="2379865"/>
                  </a:lnTo>
                  <a:lnTo>
                    <a:pt x="0" y="2435872"/>
                  </a:lnTo>
                  <a:lnTo>
                    <a:pt x="176364" y="2435872"/>
                  </a:lnTo>
                  <a:lnTo>
                    <a:pt x="176364" y="2379865"/>
                  </a:lnTo>
                  <a:close/>
                </a:path>
                <a:path w="1884679" h="3535045">
                  <a:moveTo>
                    <a:pt x="1884260" y="1259941"/>
                  </a:moveTo>
                  <a:lnTo>
                    <a:pt x="1754314" y="1259941"/>
                  </a:lnTo>
                  <a:lnTo>
                    <a:pt x="1587233" y="1259941"/>
                  </a:lnTo>
                  <a:lnTo>
                    <a:pt x="0" y="1259941"/>
                  </a:lnTo>
                  <a:lnTo>
                    <a:pt x="0" y="1315935"/>
                  </a:lnTo>
                  <a:lnTo>
                    <a:pt x="1587233" y="1315935"/>
                  </a:lnTo>
                  <a:lnTo>
                    <a:pt x="1587233" y="1399933"/>
                  </a:lnTo>
                  <a:lnTo>
                    <a:pt x="0" y="1399933"/>
                  </a:lnTo>
                  <a:lnTo>
                    <a:pt x="0" y="1455928"/>
                  </a:lnTo>
                  <a:lnTo>
                    <a:pt x="1587233" y="1455928"/>
                  </a:lnTo>
                  <a:lnTo>
                    <a:pt x="1587233" y="1539913"/>
                  </a:lnTo>
                  <a:lnTo>
                    <a:pt x="0" y="1539913"/>
                  </a:lnTo>
                  <a:lnTo>
                    <a:pt x="0" y="1595920"/>
                  </a:lnTo>
                  <a:lnTo>
                    <a:pt x="1587233" y="1595920"/>
                  </a:lnTo>
                  <a:lnTo>
                    <a:pt x="1587233" y="1679917"/>
                  </a:lnTo>
                  <a:lnTo>
                    <a:pt x="0" y="1679917"/>
                  </a:lnTo>
                  <a:lnTo>
                    <a:pt x="0" y="1735912"/>
                  </a:lnTo>
                  <a:lnTo>
                    <a:pt x="1587233" y="1735912"/>
                  </a:lnTo>
                  <a:lnTo>
                    <a:pt x="1587233" y="1819897"/>
                  </a:lnTo>
                  <a:lnTo>
                    <a:pt x="0" y="1819897"/>
                  </a:lnTo>
                  <a:lnTo>
                    <a:pt x="0" y="1875891"/>
                  </a:lnTo>
                  <a:lnTo>
                    <a:pt x="1587233" y="1875891"/>
                  </a:lnTo>
                  <a:lnTo>
                    <a:pt x="1587233" y="1959889"/>
                  </a:lnTo>
                  <a:lnTo>
                    <a:pt x="0" y="1959889"/>
                  </a:lnTo>
                  <a:lnTo>
                    <a:pt x="0" y="2015896"/>
                  </a:lnTo>
                  <a:lnTo>
                    <a:pt x="1587233" y="2015896"/>
                  </a:lnTo>
                  <a:lnTo>
                    <a:pt x="1587233" y="2099881"/>
                  </a:lnTo>
                  <a:lnTo>
                    <a:pt x="0" y="2099881"/>
                  </a:lnTo>
                  <a:lnTo>
                    <a:pt x="0" y="2155875"/>
                  </a:lnTo>
                  <a:lnTo>
                    <a:pt x="1587233" y="2155875"/>
                  </a:lnTo>
                  <a:lnTo>
                    <a:pt x="1587233" y="2239873"/>
                  </a:lnTo>
                  <a:lnTo>
                    <a:pt x="0" y="2239873"/>
                  </a:lnTo>
                  <a:lnTo>
                    <a:pt x="0" y="2295868"/>
                  </a:lnTo>
                  <a:lnTo>
                    <a:pt x="1587233" y="2295868"/>
                  </a:lnTo>
                  <a:lnTo>
                    <a:pt x="1587233" y="2379865"/>
                  </a:lnTo>
                  <a:lnTo>
                    <a:pt x="714717" y="2379865"/>
                  </a:lnTo>
                  <a:lnTo>
                    <a:pt x="714717" y="2435872"/>
                  </a:lnTo>
                  <a:lnTo>
                    <a:pt x="1587233" y="2435872"/>
                  </a:lnTo>
                  <a:lnTo>
                    <a:pt x="1587233" y="2519857"/>
                  </a:lnTo>
                  <a:lnTo>
                    <a:pt x="714717" y="2519857"/>
                  </a:lnTo>
                  <a:lnTo>
                    <a:pt x="714717" y="2575852"/>
                  </a:lnTo>
                  <a:lnTo>
                    <a:pt x="1587233" y="2575852"/>
                  </a:lnTo>
                  <a:lnTo>
                    <a:pt x="1587233" y="2659850"/>
                  </a:lnTo>
                  <a:lnTo>
                    <a:pt x="714717" y="2659850"/>
                  </a:lnTo>
                  <a:lnTo>
                    <a:pt x="714717" y="2715844"/>
                  </a:lnTo>
                  <a:lnTo>
                    <a:pt x="1587233" y="2715844"/>
                  </a:lnTo>
                  <a:lnTo>
                    <a:pt x="1587233" y="2799842"/>
                  </a:lnTo>
                  <a:lnTo>
                    <a:pt x="714717" y="2799842"/>
                  </a:lnTo>
                  <a:lnTo>
                    <a:pt x="714717" y="2855836"/>
                  </a:lnTo>
                  <a:lnTo>
                    <a:pt x="1587233" y="2855836"/>
                  </a:lnTo>
                  <a:lnTo>
                    <a:pt x="1587233" y="2939834"/>
                  </a:lnTo>
                  <a:lnTo>
                    <a:pt x="714717" y="2939834"/>
                  </a:lnTo>
                  <a:lnTo>
                    <a:pt x="714717" y="2995828"/>
                  </a:lnTo>
                  <a:lnTo>
                    <a:pt x="1587233" y="2995828"/>
                  </a:lnTo>
                  <a:lnTo>
                    <a:pt x="1587233" y="3079826"/>
                  </a:lnTo>
                  <a:lnTo>
                    <a:pt x="714717" y="3079826"/>
                  </a:lnTo>
                  <a:lnTo>
                    <a:pt x="714717" y="3135820"/>
                  </a:lnTo>
                  <a:lnTo>
                    <a:pt x="1587233" y="3135820"/>
                  </a:lnTo>
                  <a:lnTo>
                    <a:pt x="1587233" y="3219818"/>
                  </a:lnTo>
                  <a:lnTo>
                    <a:pt x="714717" y="3219818"/>
                  </a:lnTo>
                  <a:lnTo>
                    <a:pt x="714717" y="3275812"/>
                  </a:lnTo>
                  <a:lnTo>
                    <a:pt x="1587233" y="3275812"/>
                  </a:lnTo>
                  <a:lnTo>
                    <a:pt x="1587233" y="3359810"/>
                  </a:lnTo>
                  <a:lnTo>
                    <a:pt x="714717" y="3359810"/>
                  </a:lnTo>
                  <a:lnTo>
                    <a:pt x="714717" y="3415804"/>
                  </a:lnTo>
                  <a:lnTo>
                    <a:pt x="1587233" y="3415804"/>
                  </a:lnTo>
                  <a:lnTo>
                    <a:pt x="1587233" y="3534829"/>
                  </a:lnTo>
                  <a:lnTo>
                    <a:pt x="1754314" y="3534829"/>
                  </a:lnTo>
                  <a:lnTo>
                    <a:pt x="1754314" y="3415804"/>
                  </a:lnTo>
                  <a:lnTo>
                    <a:pt x="1884248" y="3415804"/>
                  </a:lnTo>
                  <a:lnTo>
                    <a:pt x="1884248" y="3359810"/>
                  </a:lnTo>
                  <a:lnTo>
                    <a:pt x="1754314" y="3359810"/>
                  </a:lnTo>
                  <a:lnTo>
                    <a:pt x="1754314" y="3275812"/>
                  </a:lnTo>
                  <a:lnTo>
                    <a:pt x="1884248" y="3275812"/>
                  </a:lnTo>
                  <a:lnTo>
                    <a:pt x="1884248" y="3219818"/>
                  </a:lnTo>
                  <a:lnTo>
                    <a:pt x="1754314" y="3219818"/>
                  </a:lnTo>
                  <a:lnTo>
                    <a:pt x="1754314" y="3135820"/>
                  </a:lnTo>
                  <a:lnTo>
                    <a:pt x="1884248" y="3135820"/>
                  </a:lnTo>
                  <a:lnTo>
                    <a:pt x="1884248" y="3079826"/>
                  </a:lnTo>
                  <a:lnTo>
                    <a:pt x="1754314" y="3079826"/>
                  </a:lnTo>
                  <a:lnTo>
                    <a:pt x="1754314" y="2995828"/>
                  </a:lnTo>
                  <a:lnTo>
                    <a:pt x="1884248" y="2995828"/>
                  </a:lnTo>
                  <a:lnTo>
                    <a:pt x="1884248" y="2939834"/>
                  </a:lnTo>
                  <a:lnTo>
                    <a:pt x="1754314" y="2939834"/>
                  </a:lnTo>
                  <a:lnTo>
                    <a:pt x="1754314" y="2855836"/>
                  </a:lnTo>
                  <a:lnTo>
                    <a:pt x="1884248" y="2855836"/>
                  </a:lnTo>
                  <a:lnTo>
                    <a:pt x="1884248" y="2799842"/>
                  </a:lnTo>
                  <a:lnTo>
                    <a:pt x="1754314" y="2799842"/>
                  </a:lnTo>
                  <a:lnTo>
                    <a:pt x="1754314" y="2715844"/>
                  </a:lnTo>
                  <a:lnTo>
                    <a:pt x="1884248" y="2715844"/>
                  </a:lnTo>
                  <a:lnTo>
                    <a:pt x="1884248" y="2659850"/>
                  </a:lnTo>
                  <a:lnTo>
                    <a:pt x="1754314" y="2659850"/>
                  </a:lnTo>
                  <a:lnTo>
                    <a:pt x="1754314" y="2575852"/>
                  </a:lnTo>
                  <a:lnTo>
                    <a:pt x="1884248" y="2575852"/>
                  </a:lnTo>
                  <a:lnTo>
                    <a:pt x="1884248" y="2519857"/>
                  </a:lnTo>
                  <a:lnTo>
                    <a:pt x="1754314" y="2519857"/>
                  </a:lnTo>
                  <a:lnTo>
                    <a:pt x="1754314" y="2435872"/>
                  </a:lnTo>
                  <a:lnTo>
                    <a:pt x="1884248" y="2435872"/>
                  </a:lnTo>
                  <a:lnTo>
                    <a:pt x="1884248" y="2379865"/>
                  </a:lnTo>
                  <a:lnTo>
                    <a:pt x="1754314" y="2379865"/>
                  </a:lnTo>
                  <a:lnTo>
                    <a:pt x="1754314" y="2295868"/>
                  </a:lnTo>
                  <a:lnTo>
                    <a:pt x="1884260" y="2295868"/>
                  </a:lnTo>
                  <a:lnTo>
                    <a:pt x="1884260" y="2239873"/>
                  </a:lnTo>
                  <a:lnTo>
                    <a:pt x="1754314" y="2239873"/>
                  </a:lnTo>
                  <a:lnTo>
                    <a:pt x="1754314" y="2155875"/>
                  </a:lnTo>
                  <a:lnTo>
                    <a:pt x="1884260" y="2155875"/>
                  </a:lnTo>
                  <a:lnTo>
                    <a:pt x="1884260" y="2099881"/>
                  </a:lnTo>
                  <a:lnTo>
                    <a:pt x="1754314" y="2099881"/>
                  </a:lnTo>
                  <a:lnTo>
                    <a:pt x="1754314" y="2015896"/>
                  </a:lnTo>
                  <a:lnTo>
                    <a:pt x="1884260" y="2015896"/>
                  </a:lnTo>
                  <a:lnTo>
                    <a:pt x="1884260" y="1959889"/>
                  </a:lnTo>
                  <a:lnTo>
                    <a:pt x="1754314" y="1959889"/>
                  </a:lnTo>
                  <a:lnTo>
                    <a:pt x="1754314" y="1875891"/>
                  </a:lnTo>
                  <a:lnTo>
                    <a:pt x="1884260" y="1875891"/>
                  </a:lnTo>
                  <a:lnTo>
                    <a:pt x="1884260" y="1819897"/>
                  </a:lnTo>
                  <a:lnTo>
                    <a:pt x="1754314" y="1819897"/>
                  </a:lnTo>
                  <a:lnTo>
                    <a:pt x="1754314" y="1735912"/>
                  </a:lnTo>
                  <a:lnTo>
                    <a:pt x="1884260" y="1735912"/>
                  </a:lnTo>
                  <a:lnTo>
                    <a:pt x="1884260" y="1679917"/>
                  </a:lnTo>
                  <a:lnTo>
                    <a:pt x="1754314" y="1679917"/>
                  </a:lnTo>
                  <a:lnTo>
                    <a:pt x="1754314" y="1595920"/>
                  </a:lnTo>
                  <a:lnTo>
                    <a:pt x="1884260" y="1595920"/>
                  </a:lnTo>
                  <a:lnTo>
                    <a:pt x="1884260" y="1539913"/>
                  </a:lnTo>
                  <a:lnTo>
                    <a:pt x="1754314" y="1539913"/>
                  </a:lnTo>
                  <a:lnTo>
                    <a:pt x="1754314" y="1455928"/>
                  </a:lnTo>
                  <a:lnTo>
                    <a:pt x="1884260" y="1455928"/>
                  </a:lnTo>
                  <a:lnTo>
                    <a:pt x="1884260" y="1399933"/>
                  </a:lnTo>
                  <a:lnTo>
                    <a:pt x="1754314" y="1399933"/>
                  </a:lnTo>
                  <a:lnTo>
                    <a:pt x="1754314" y="1315935"/>
                  </a:lnTo>
                  <a:lnTo>
                    <a:pt x="1884260" y="1315935"/>
                  </a:lnTo>
                  <a:lnTo>
                    <a:pt x="1884260" y="1259941"/>
                  </a:lnTo>
                  <a:close/>
                </a:path>
                <a:path w="1884679" h="3535045">
                  <a:moveTo>
                    <a:pt x="1884260" y="1119936"/>
                  </a:moveTo>
                  <a:lnTo>
                    <a:pt x="0" y="1119936"/>
                  </a:lnTo>
                  <a:lnTo>
                    <a:pt x="0" y="1175943"/>
                  </a:lnTo>
                  <a:lnTo>
                    <a:pt x="1884260" y="1175943"/>
                  </a:lnTo>
                  <a:lnTo>
                    <a:pt x="1884260" y="1119936"/>
                  </a:lnTo>
                  <a:close/>
                </a:path>
                <a:path w="1884679" h="3535045">
                  <a:moveTo>
                    <a:pt x="1884260" y="979957"/>
                  </a:moveTo>
                  <a:lnTo>
                    <a:pt x="0" y="979957"/>
                  </a:lnTo>
                  <a:lnTo>
                    <a:pt x="0" y="1035951"/>
                  </a:lnTo>
                  <a:lnTo>
                    <a:pt x="1884260" y="1035951"/>
                  </a:lnTo>
                  <a:lnTo>
                    <a:pt x="1884260" y="979957"/>
                  </a:lnTo>
                  <a:close/>
                </a:path>
                <a:path w="1884679" h="3535045">
                  <a:moveTo>
                    <a:pt x="1884260" y="839965"/>
                  </a:moveTo>
                  <a:lnTo>
                    <a:pt x="0" y="839965"/>
                  </a:lnTo>
                  <a:lnTo>
                    <a:pt x="0" y="895959"/>
                  </a:lnTo>
                  <a:lnTo>
                    <a:pt x="1884260" y="895959"/>
                  </a:lnTo>
                  <a:lnTo>
                    <a:pt x="1884260" y="839965"/>
                  </a:lnTo>
                  <a:close/>
                </a:path>
                <a:path w="1884679" h="3535045">
                  <a:moveTo>
                    <a:pt x="1884260" y="699973"/>
                  </a:moveTo>
                  <a:lnTo>
                    <a:pt x="0" y="699973"/>
                  </a:lnTo>
                  <a:lnTo>
                    <a:pt x="0" y="755967"/>
                  </a:lnTo>
                  <a:lnTo>
                    <a:pt x="1884260" y="755967"/>
                  </a:lnTo>
                  <a:lnTo>
                    <a:pt x="1884260" y="699973"/>
                  </a:lnTo>
                  <a:close/>
                </a:path>
                <a:path w="1884679" h="3535045">
                  <a:moveTo>
                    <a:pt x="1884260" y="559981"/>
                  </a:moveTo>
                  <a:lnTo>
                    <a:pt x="0" y="559981"/>
                  </a:lnTo>
                  <a:lnTo>
                    <a:pt x="0" y="615975"/>
                  </a:lnTo>
                  <a:lnTo>
                    <a:pt x="1884260" y="615975"/>
                  </a:lnTo>
                  <a:lnTo>
                    <a:pt x="1884260" y="559981"/>
                  </a:lnTo>
                  <a:close/>
                </a:path>
                <a:path w="1884679" h="3535045">
                  <a:moveTo>
                    <a:pt x="1884260" y="419976"/>
                  </a:moveTo>
                  <a:lnTo>
                    <a:pt x="0" y="419976"/>
                  </a:lnTo>
                  <a:lnTo>
                    <a:pt x="0" y="475983"/>
                  </a:lnTo>
                  <a:lnTo>
                    <a:pt x="1884260" y="475983"/>
                  </a:lnTo>
                  <a:lnTo>
                    <a:pt x="1884260" y="419976"/>
                  </a:lnTo>
                  <a:close/>
                </a:path>
                <a:path w="1884679" h="3535045">
                  <a:moveTo>
                    <a:pt x="1884260" y="279996"/>
                  </a:moveTo>
                  <a:lnTo>
                    <a:pt x="0" y="279996"/>
                  </a:lnTo>
                  <a:lnTo>
                    <a:pt x="0" y="335991"/>
                  </a:lnTo>
                  <a:lnTo>
                    <a:pt x="1884260" y="335991"/>
                  </a:lnTo>
                  <a:lnTo>
                    <a:pt x="1884260" y="279996"/>
                  </a:lnTo>
                  <a:close/>
                </a:path>
                <a:path w="1884679" h="3535045">
                  <a:moveTo>
                    <a:pt x="1884260" y="140004"/>
                  </a:moveTo>
                  <a:lnTo>
                    <a:pt x="0" y="140004"/>
                  </a:lnTo>
                  <a:lnTo>
                    <a:pt x="0" y="195999"/>
                  </a:lnTo>
                  <a:lnTo>
                    <a:pt x="1884260" y="195999"/>
                  </a:lnTo>
                  <a:lnTo>
                    <a:pt x="1884260" y="140004"/>
                  </a:lnTo>
                  <a:close/>
                </a:path>
                <a:path w="1884679" h="3535045">
                  <a:moveTo>
                    <a:pt x="1884260" y="0"/>
                  </a:moveTo>
                  <a:lnTo>
                    <a:pt x="0" y="0"/>
                  </a:lnTo>
                  <a:lnTo>
                    <a:pt x="0" y="56007"/>
                  </a:lnTo>
                  <a:lnTo>
                    <a:pt x="1884260" y="56007"/>
                  </a:lnTo>
                  <a:lnTo>
                    <a:pt x="1884260" y="0"/>
                  </a:lnTo>
                  <a:close/>
                </a:path>
              </a:pathLst>
            </a:custGeom>
            <a:solidFill>
              <a:srgbClr val="3CACDD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6722821" y="6813520"/>
              <a:ext cx="538480" cy="1216025"/>
            </a:xfrm>
            <a:custGeom>
              <a:avLst/>
              <a:gdLst/>
              <a:ahLst/>
              <a:cxnLst/>
              <a:rect l="l" t="t" r="r" b="b"/>
              <a:pathLst>
                <a:path w="538479" h="1216025">
                  <a:moveTo>
                    <a:pt x="538360" y="0"/>
                  </a:moveTo>
                  <a:lnTo>
                    <a:pt x="0" y="0"/>
                  </a:lnTo>
                  <a:lnTo>
                    <a:pt x="0" y="1215586"/>
                  </a:lnTo>
                  <a:lnTo>
                    <a:pt x="538360" y="1215586"/>
                  </a:lnTo>
                  <a:lnTo>
                    <a:pt x="538360" y="0"/>
                  </a:lnTo>
                  <a:close/>
                </a:path>
              </a:pathLst>
            </a:custGeom>
            <a:solidFill>
              <a:srgbClr val="FBED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6797078" y="4370507"/>
              <a:ext cx="1711960" cy="3658870"/>
            </a:xfrm>
            <a:custGeom>
              <a:avLst/>
              <a:gdLst/>
              <a:ahLst/>
              <a:cxnLst/>
              <a:rect l="l" t="t" r="r" b="b"/>
              <a:pathLst>
                <a:path w="1711959" h="3658870">
                  <a:moveTo>
                    <a:pt x="48729" y="3287598"/>
                  </a:moveTo>
                  <a:lnTo>
                    <a:pt x="0" y="3287598"/>
                  </a:lnTo>
                  <a:lnTo>
                    <a:pt x="0" y="3484803"/>
                  </a:lnTo>
                  <a:lnTo>
                    <a:pt x="48729" y="3484803"/>
                  </a:lnTo>
                  <a:lnTo>
                    <a:pt x="48729" y="3287598"/>
                  </a:lnTo>
                  <a:close/>
                </a:path>
                <a:path w="1711959" h="3658870">
                  <a:moveTo>
                    <a:pt x="48729" y="3035604"/>
                  </a:moveTo>
                  <a:lnTo>
                    <a:pt x="0" y="3035604"/>
                  </a:lnTo>
                  <a:lnTo>
                    <a:pt x="0" y="3232810"/>
                  </a:lnTo>
                  <a:lnTo>
                    <a:pt x="48729" y="3232810"/>
                  </a:lnTo>
                  <a:lnTo>
                    <a:pt x="48729" y="3035604"/>
                  </a:lnTo>
                  <a:close/>
                </a:path>
                <a:path w="1711959" h="3658870">
                  <a:moveTo>
                    <a:pt x="48729" y="2783624"/>
                  </a:moveTo>
                  <a:lnTo>
                    <a:pt x="0" y="2783624"/>
                  </a:lnTo>
                  <a:lnTo>
                    <a:pt x="0" y="2980829"/>
                  </a:lnTo>
                  <a:lnTo>
                    <a:pt x="48729" y="2980829"/>
                  </a:lnTo>
                  <a:lnTo>
                    <a:pt x="48729" y="2783624"/>
                  </a:lnTo>
                  <a:close/>
                </a:path>
                <a:path w="1711959" h="3658870">
                  <a:moveTo>
                    <a:pt x="48729" y="2531643"/>
                  </a:moveTo>
                  <a:lnTo>
                    <a:pt x="0" y="2531643"/>
                  </a:lnTo>
                  <a:lnTo>
                    <a:pt x="0" y="2728849"/>
                  </a:lnTo>
                  <a:lnTo>
                    <a:pt x="48729" y="2728849"/>
                  </a:lnTo>
                  <a:lnTo>
                    <a:pt x="48729" y="2531643"/>
                  </a:lnTo>
                  <a:close/>
                </a:path>
                <a:path w="1711959" h="3658870">
                  <a:moveTo>
                    <a:pt x="162433" y="3287598"/>
                  </a:moveTo>
                  <a:lnTo>
                    <a:pt x="113703" y="3287598"/>
                  </a:lnTo>
                  <a:lnTo>
                    <a:pt x="113703" y="3484803"/>
                  </a:lnTo>
                  <a:lnTo>
                    <a:pt x="162433" y="3484803"/>
                  </a:lnTo>
                  <a:lnTo>
                    <a:pt x="162433" y="3287598"/>
                  </a:lnTo>
                  <a:close/>
                </a:path>
                <a:path w="1711959" h="3658870">
                  <a:moveTo>
                    <a:pt x="162433" y="3035604"/>
                  </a:moveTo>
                  <a:lnTo>
                    <a:pt x="113703" y="3035604"/>
                  </a:lnTo>
                  <a:lnTo>
                    <a:pt x="113703" y="3232810"/>
                  </a:lnTo>
                  <a:lnTo>
                    <a:pt x="162433" y="3232810"/>
                  </a:lnTo>
                  <a:lnTo>
                    <a:pt x="162433" y="3035604"/>
                  </a:lnTo>
                  <a:close/>
                </a:path>
                <a:path w="1711959" h="3658870">
                  <a:moveTo>
                    <a:pt x="162433" y="2783624"/>
                  </a:moveTo>
                  <a:lnTo>
                    <a:pt x="113703" y="2783624"/>
                  </a:lnTo>
                  <a:lnTo>
                    <a:pt x="113703" y="2980829"/>
                  </a:lnTo>
                  <a:lnTo>
                    <a:pt x="162433" y="2980829"/>
                  </a:lnTo>
                  <a:lnTo>
                    <a:pt x="162433" y="2783624"/>
                  </a:lnTo>
                  <a:close/>
                </a:path>
                <a:path w="1711959" h="3658870">
                  <a:moveTo>
                    <a:pt x="162433" y="2531643"/>
                  </a:moveTo>
                  <a:lnTo>
                    <a:pt x="113703" y="2531643"/>
                  </a:lnTo>
                  <a:lnTo>
                    <a:pt x="113703" y="2728849"/>
                  </a:lnTo>
                  <a:lnTo>
                    <a:pt x="162433" y="2728849"/>
                  </a:lnTo>
                  <a:lnTo>
                    <a:pt x="162433" y="2531643"/>
                  </a:lnTo>
                  <a:close/>
                </a:path>
                <a:path w="1711959" h="3658870">
                  <a:moveTo>
                    <a:pt x="276136" y="3287598"/>
                  </a:moveTo>
                  <a:lnTo>
                    <a:pt x="227406" y="3287598"/>
                  </a:lnTo>
                  <a:lnTo>
                    <a:pt x="227406" y="3484803"/>
                  </a:lnTo>
                  <a:lnTo>
                    <a:pt x="276136" y="3484803"/>
                  </a:lnTo>
                  <a:lnTo>
                    <a:pt x="276136" y="3287598"/>
                  </a:lnTo>
                  <a:close/>
                </a:path>
                <a:path w="1711959" h="3658870">
                  <a:moveTo>
                    <a:pt x="276136" y="3035604"/>
                  </a:moveTo>
                  <a:lnTo>
                    <a:pt x="227406" y="3035604"/>
                  </a:lnTo>
                  <a:lnTo>
                    <a:pt x="227406" y="3232810"/>
                  </a:lnTo>
                  <a:lnTo>
                    <a:pt x="276136" y="3232810"/>
                  </a:lnTo>
                  <a:lnTo>
                    <a:pt x="276136" y="3035604"/>
                  </a:lnTo>
                  <a:close/>
                </a:path>
                <a:path w="1711959" h="3658870">
                  <a:moveTo>
                    <a:pt x="276136" y="2783624"/>
                  </a:moveTo>
                  <a:lnTo>
                    <a:pt x="227406" y="2783624"/>
                  </a:lnTo>
                  <a:lnTo>
                    <a:pt x="227406" y="2980829"/>
                  </a:lnTo>
                  <a:lnTo>
                    <a:pt x="276136" y="2980829"/>
                  </a:lnTo>
                  <a:lnTo>
                    <a:pt x="276136" y="2783624"/>
                  </a:lnTo>
                  <a:close/>
                </a:path>
                <a:path w="1711959" h="3658870">
                  <a:moveTo>
                    <a:pt x="276136" y="2531643"/>
                  </a:moveTo>
                  <a:lnTo>
                    <a:pt x="227406" y="2531643"/>
                  </a:lnTo>
                  <a:lnTo>
                    <a:pt x="227406" y="2728849"/>
                  </a:lnTo>
                  <a:lnTo>
                    <a:pt x="276136" y="2728849"/>
                  </a:lnTo>
                  <a:lnTo>
                    <a:pt x="276136" y="2531643"/>
                  </a:lnTo>
                  <a:close/>
                </a:path>
                <a:path w="1711959" h="3658870">
                  <a:moveTo>
                    <a:pt x="389839" y="3287598"/>
                  </a:moveTo>
                  <a:lnTo>
                    <a:pt x="341109" y="3287598"/>
                  </a:lnTo>
                  <a:lnTo>
                    <a:pt x="341109" y="3484803"/>
                  </a:lnTo>
                  <a:lnTo>
                    <a:pt x="389839" y="3484803"/>
                  </a:lnTo>
                  <a:lnTo>
                    <a:pt x="389839" y="3287598"/>
                  </a:lnTo>
                  <a:close/>
                </a:path>
                <a:path w="1711959" h="3658870">
                  <a:moveTo>
                    <a:pt x="389839" y="3035604"/>
                  </a:moveTo>
                  <a:lnTo>
                    <a:pt x="341109" y="3035604"/>
                  </a:lnTo>
                  <a:lnTo>
                    <a:pt x="341109" y="3232810"/>
                  </a:lnTo>
                  <a:lnTo>
                    <a:pt x="389839" y="3232810"/>
                  </a:lnTo>
                  <a:lnTo>
                    <a:pt x="389839" y="3035604"/>
                  </a:lnTo>
                  <a:close/>
                </a:path>
                <a:path w="1711959" h="3658870">
                  <a:moveTo>
                    <a:pt x="389839" y="2783624"/>
                  </a:moveTo>
                  <a:lnTo>
                    <a:pt x="341109" y="2783624"/>
                  </a:lnTo>
                  <a:lnTo>
                    <a:pt x="341109" y="2980829"/>
                  </a:lnTo>
                  <a:lnTo>
                    <a:pt x="389839" y="2980829"/>
                  </a:lnTo>
                  <a:lnTo>
                    <a:pt x="389839" y="2783624"/>
                  </a:lnTo>
                  <a:close/>
                </a:path>
                <a:path w="1711959" h="3658870">
                  <a:moveTo>
                    <a:pt x="389839" y="2531643"/>
                  </a:moveTo>
                  <a:lnTo>
                    <a:pt x="341109" y="2531643"/>
                  </a:lnTo>
                  <a:lnTo>
                    <a:pt x="341109" y="2728849"/>
                  </a:lnTo>
                  <a:lnTo>
                    <a:pt x="389839" y="2728849"/>
                  </a:lnTo>
                  <a:lnTo>
                    <a:pt x="389839" y="2531643"/>
                  </a:lnTo>
                  <a:close/>
                </a:path>
                <a:path w="1711959" h="3658870">
                  <a:moveTo>
                    <a:pt x="1711680" y="0"/>
                  </a:moveTo>
                  <a:lnTo>
                    <a:pt x="1002461" y="0"/>
                  </a:lnTo>
                  <a:lnTo>
                    <a:pt x="1002461" y="3658603"/>
                  </a:lnTo>
                  <a:lnTo>
                    <a:pt x="1711680" y="3658603"/>
                  </a:lnTo>
                  <a:lnTo>
                    <a:pt x="1711680" y="0"/>
                  </a:lnTo>
                  <a:close/>
                </a:path>
              </a:pathLst>
            </a:custGeom>
            <a:solidFill>
              <a:srgbClr val="CEF1FF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9" name="object 89" descr=""/>
          <p:cNvGrpSpPr/>
          <p:nvPr/>
        </p:nvGrpSpPr>
        <p:grpSpPr>
          <a:xfrm>
            <a:off x="3456208" y="3606968"/>
            <a:ext cx="2808605" cy="4422775"/>
            <a:chOff x="3456208" y="3606968"/>
            <a:chExt cx="2808605" cy="4422775"/>
          </a:xfrm>
        </p:grpSpPr>
        <p:sp>
          <p:nvSpPr>
            <p:cNvPr id="90" name="object 90" descr=""/>
            <p:cNvSpPr/>
            <p:nvPr/>
          </p:nvSpPr>
          <p:spPr>
            <a:xfrm>
              <a:off x="5529988" y="3667081"/>
              <a:ext cx="508000" cy="4362450"/>
            </a:xfrm>
            <a:custGeom>
              <a:avLst/>
              <a:gdLst/>
              <a:ahLst/>
              <a:cxnLst/>
              <a:rect l="l" t="t" r="r" b="b"/>
              <a:pathLst>
                <a:path w="508000" h="4362450">
                  <a:moveTo>
                    <a:pt x="0" y="4362034"/>
                  </a:moveTo>
                  <a:lnTo>
                    <a:pt x="507597" y="4362034"/>
                  </a:lnTo>
                  <a:lnTo>
                    <a:pt x="507597" y="0"/>
                  </a:lnTo>
                  <a:lnTo>
                    <a:pt x="0" y="0"/>
                  </a:lnTo>
                  <a:lnTo>
                    <a:pt x="0" y="4362034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6037580" y="3667080"/>
              <a:ext cx="227329" cy="4362450"/>
            </a:xfrm>
            <a:custGeom>
              <a:avLst/>
              <a:gdLst/>
              <a:ahLst/>
              <a:cxnLst/>
              <a:rect l="l" t="t" r="r" b="b"/>
              <a:pathLst>
                <a:path w="227329" h="4362450">
                  <a:moveTo>
                    <a:pt x="227076" y="4254449"/>
                  </a:moveTo>
                  <a:lnTo>
                    <a:pt x="0" y="4254449"/>
                  </a:lnTo>
                  <a:lnTo>
                    <a:pt x="0" y="4362031"/>
                  </a:lnTo>
                  <a:lnTo>
                    <a:pt x="227076" y="4362031"/>
                  </a:lnTo>
                  <a:lnTo>
                    <a:pt x="227076" y="4254449"/>
                  </a:lnTo>
                  <a:close/>
                </a:path>
                <a:path w="227329" h="4362450">
                  <a:moveTo>
                    <a:pt x="227076" y="4107510"/>
                  </a:moveTo>
                  <a:lnTo>
                    <a:pt x="0" y="4107510"/>
                  </a:lnTo>
                  <a:lnTo>
                    <a:pt x="0" y="4194327"/>
                  </a:lnTo>
                  <a:lnTo>
                    <a:pt x="227076" y="4194327"/>
                  </a:lnTo>
                  <a:lnTo>
                    <a:pt x="227076" y="4107510"/>
                  </a:lnTo>
                  <a:close/>
                </a:path>
                <a:path w="227329" h="4362450">
                  <a:moveTo>
                    <a:pt x="227076" y="3960571"/>
                  </a:moveTo>
                  <a:lnTo>
                    <a:pt x="0" y="3960571"/>
                  </a:lnTo>
                  <a:lnTo>
                    <a:pt x="0" y="4047388"/>
                  </a:lnTo>
                  <a:lnTo>
                    <a:pt x="227076" y="4047388"/>
                  </a:lnTo>
                  <a:lnTo>
                    <a:pt x="227076" y="3960571"/>
                  </a:lnTo>
                  <a:close/>
                </a:path>
                <a:path w="227329" h="4362450">
                  <a:moveTo>
                    <a:pt x="227076" y="3813645"/>
                  </a:moveTo>
                  <a:lnTo>
                    <a:pt x="0" y="3813645"/>
                  </a:lnTo>
                  <a:lnTo>
                    <a:pt x="0" y="3900449"/>
                  </a:lnTo>
                  <a:lnTo>
                    <a:pt x="227076" y="3900449"/>
                  </a:lnTo>
                  <a:lnTo>
                    <a:pt x="227076" y="3813645"/>
                  </a:lnTo>
                  <a:close/>
                </a:path>
                <a:path w="227329" h="4362450">
                  <a:moveTo>
                    <a:pt x="227076" y="3666706"/>
                  </a:moveTo>
                  <a:lnTo>
                    <a:pt x="0" y="3666706"/>
                  </a:lnTo>
                  <a:lnTo>
                    <a:pt x="0" y="3753523"/>
                  </a:lnTo>
                  <a:lnTo>
                    <a:pt x="227076" y="3753523"/>
                  </a:lnTo>
                  <a:lnTo>
                    <a:pt x="227076" y="3666706"/>
                  </a:lnTo>
                  <a:close/>
                </a:path>
                <a:path w="227329" h="4362450">
                  <a:moveTo>
                    <a:pt x="227076" y="3519767"/>
                  </a:moveTo>
                  <a:lnTo>
                    <a:pt x="0" y="3519767"/>
                  </a:lnTo>
                  <a:lnTo>
                    <a:pt x="0" y="3606584"/>
                  </a:lnTo>
                  <a:lnTo>
                    <a:pt x="227076" y="3606584"/>
                  </a:lnTo>
                  <a:lnTo>
                    <a:pt x="227076" y="3519767"/>
                  </a:lnTo>
                  <a:close/>
                </a:path>
                <a:path w="227329" h="4362450">
                  <a:moveTo>
                    <a:pt x="227076" y="3372840"/>
                  </a:moveTo>
                  <a:lnTo>
                    <a:pt x="0" y="3372840"/>
                  </a:lnTo>
                  <a:lnTo>
                    <a:pt x="0" y="3459645"/>
                  </a:lnTo>
                  <a:lnTo>
                    <a:pt x="227076" y="3459645"/>
                  </a:lnTo>
                  <a:lnTo>
                    <a:pt x="227076" y="3372840"/>
                  </a:lnTo>
                  <a:close/>
                </a:path>
                <a:path w="227329" h="4362450">
                  <a:moveTo>
                    <a:pt x="227076" y="3225901"/>
                  </a:moveTo>
                  <a:lnTo>
                    <a:pt x="0" y="3225901"/>
                  </a:lnTo>
                  <a:lnTo>
                    <a:pt x="0" y="3312718"/>
                  </a:lnTo>
                  <a:lnTo>
                    <a:pt x="227076" y="3312718"/>
                  </a:lnTo>
                  <a:lnTo>
                    <a:pt x="227076" y="3225901"/>
                  </a:lnTo>
                  <a:close/>
                </a:path>
                <a:path w="227329" h="4362450">
                  <a:moveTo>
                    <a:pt x="227076" y="3078962"/>
                  </a:moveTo>
                  <a:lnTo>
                    <a:pt x="0" y="3078962"/>
                  </a:lnTo>
                  <a:lnTo>
                    <a:pt x="0" y="3165779"/>
                  </a:lnTo>
                  <a:lnTo>
                    <a:pt x="227076" y="3165779"/>
                  </a:lnTo>
                  <a:lnTo>
                    <a:pt x="227076" y="3078962"/>
                  </a:lnTo>
                  <a:close/>
                </a:path>
                <a:path w="227329" h="4362450">
                  <a:moveTo>
                    <a:pt x="227076" y="2932023"/>
                  </a:moveTo>
                  <a:lnTo>
                    <a:pt x="0" y="2932023"/>
                  </a:lnTo>
                  <a:lnTo>
                    <a:pt x="0" y="3018853"/>
                  </a:lnTo>
                  <a:lnTo>
                    <a:pt x="227076" y="3018853"/>
                  </a:lnTo>
                  <a:lnTo>
                    <a:pt x="227076" y="2932023"/>
                  </a:lnTo>
                  <a:close/>
                </a:path>
                <a:path w="227329" h="4362450">
                  <a:moveTo>
                    <a:pt x="227076" y="2785084"/>
                  </a:moveTo>
                  <a:lnTo>
                    <a:pt x="0" y="2785084"/>
                  </a:lnTo>
                  <a:lnTo>
                    <a:pt x="0" y="2871914"/>
                  </a:lnTo>
                  <a:lnTo>
                    <a:pt x="227076" y="2871914"/>
                  </a:lnTo>
                  <a:lnTo>
                    <a:pt x="227076" y="2785084"/>
                  </a:lnTo>
                  <a:close/>
                </a:path>
                <a:path w="227329" h="4362450">
                  <a:moveTo>
                    <a:pt x="227076" y="2638158"/>
                  </a:moveTo>
                  <a:lnTo>
                    <a:pt x="0" y="2638158"/>
                  </a:lnTo>
                  <a:lnTo>
                    <a:pt x="0" y="2724975"/>
                  </a:lnTo>
                  <a:lnTo>
                    <a:pt x="227076" y="2724975"/>
                  </a:lnTo>
                  <a:lnTo>
                    <a:pt x="227076" y="2638158"/>
                  </a:lnTo>
                  <a:close/>
                </a:path>
                <a:path w="227329" h="4362450">
                  <a:moveTo>
                    <a:pt x="227076" y="2491219"/>
                  </a:moveTo>
                  <a:lnTo>
                    <a:pt x="0" y="2491219"/>
                  </a:lnTo>
                  <a:lnTo>
                    <a:pt x="0" y="2578049"/>
                  </a:lnTo>
                  <a:lnTo>
                    <a:pt x="227076" y="2578049"/>
                  </a:lnTo>
                  <a:lnTo>
                    <a:pt x="227076" y="2491219"/>
                  </a:lnTo>
                  <a:close/>
                </a:path>
                <a:path w="227329" h="4362450">
                  <a:moveTo>
                    <a:pt x="227076" y="2344280"/>
                  </a:moveTo>
                  <a:lnTo>
                    <a:pt x="0" y="2344280"/>
                  </a:lnTo>
                  <a:lnTo>
                    <a:pt x="0" y="2431110"/>
                  </a:lnTo>
                  <a:lnTo>
                    <a:pt x="227076" y="2431110"/>
                  </a:lnTo>
                  <a:lnTo>
                    <a:pt x="227076" y="2344280"/>
                  </a:lnTo>
                  <a:close/>
                </a:path>
                <a:path w="227329" h="4362450">
                  <a:moveTo>
                    <a:pt x="227076" y="2197354"/>
                  </a:moveTo>
                  <a:lnTo>
                    <a:pt x="0" y="2197354"/>
                  </a:lnTo>
                  <a:lnTo>
                    <a:pt x="0" y="2284171"/>
                  </a:lnTo>
                  <a:lnTo>
                    <a:pt x="227076" y="2284171"/>
                  </a:lnTo>
                  <a:lnTo>
                    <a:pt x="227076" y="2197354"/>
                  </a:lnTo>
                  <a:close/>
                </a:path>
                <a:path w="227329" h="4362450">
                  <a:moveTo>
                    <a:pt x="227076" y="2050415"/>
                  </a:moveTo>
                  <a:lnTo>
                    <a:pt x="0" y="2050415"/>
                  </a:lnTo>
                  <a:lnTo>
                    <a:pt x="0" y="2137245"/>
                  </a:lnTo>
                  <a:lnTo>
                    <a:pt x="227076" y="2137245"/>
                  </a:lnTo>
                  <a:lnTo>
                    <a:pt x="227076" y="2050415"/>
                  </a:lnTo>
                  <a:close/>
                </a:path>
                <a:path w="227329" h="4362450">
                  <a:moveTo>
                    <a:pt x="227076" y="1903476"/>
                  </a:moveTo>
                  <a:lnTo>
                    <a:pt x="0" y="1903476"/>
                  </a:lnTo>
                  <a:lnTo>
                    <a:pt x="0" y="1990305"/>
                  </a:lnTo>
                  <a:lnTo>
                    <a:pt x="227076" y="1990305"/>
                  </a:lnTo>
                  <a:lnTo>
                    <a:pt x="227076" y="1903476"/>
                  </a:lnTo>
                  <a:close/>
                </a:path>
                <a:path w="227329" h="4362450">
                  <a:moveTo>
                    <a:pt x="227076" y="1756537"/>
                  </a:moveTo>
                  <a:lnTo>
                    <a:pt x="0" y="1756537"/>
                  </a:lnTo>
                  <a:lnTo>
                    <a:pt x="0" y="1843366"/>
                  </a:lnTo>
                  <a:lnTo>
                    <a:pt x="227076" y="1843366"/>
                  </a:lnTo>
                  <a:lnTo>
                    <a:pt x="227076" y="1756537"/>
                  </a:lnTo>
                  <a:close/>
                </a:path>
                <a:path w="227329" h="4362450">
                  <a:moveTo>
                    <a:pt x="227076" y="1609610"/>
                  </a:moveTo>
                  <a:lnTo>
                    <a:pt x="0" y="1609610"/>
                  </a:lnTo>
                  <a:lnTo>
                    <a:pt x="0" y="1696427"/>
                  </a:lnTo>
                  <a:lnTo>
                    <a:pt x="227076" y="1696427"/>
                  </a:lnTo>
                  <a:lnTo>
                    <a:pt x="227076" y="1609610"/>
                  </a:lnTo>
                  <a:close/>
                </a:path>
                <a:path w="227329" h="4362450">
                  <a:moveTo>
                    <a:pt x="227076" y="1462671"/>
                  </a:moveTo>
                  <a:lnTo>
                    <a:pt x="0" y="1462671"/>
                  </a:lnTo>
                  <a:lnTo>
                    <a:pt x="0" y="1549501"/>
                  </a:lnTo>
                  <a:lnTo>
                    <a:pt x="227076" y="1549501"/>
                  </a:lnTo>
                  <a:lnTo>
                    <a:pt x="227076" y="1462671"/>
                  </a:lnTo>
                  <a:close/>
                </a:path>
                <a:path w="227329" h="4362450">
                  <a:moveTo>
                    <a:pt x="227076" y="1315732"/>
                  </a:moveTo>
                  <a:lnTo>
                    <a:pt x="0" y="1315732"/>
                  </a:lnTo>
                  <a:lnTo>
                    <a:pt x="0" y="1402562"/>
                  </a:lnTo>
                  <a:lnTo>
                    <a:pt x="227076" y="1402562"/>
                  </a:lnTo>
                  <a:lnTo>
                    <a:pt x="227076" y="1315732"/>
                  </a:lnTo>
                  <a:close/>
                </a:path>
                <a:path w="227329" h="4362450">
                  <a:moveTo>
                    <a:pt x="227076" y="1168806"/>
                  </a:moveTo>
                  <a:lnTo>
                    <a:pt x="0" y="1168806"/>
                  </a:lnTo>
                  <a:lnTo>
                    <a:pt x="0" y="1255623"/>
                  </a:lnTo>
                  <a:lnTo>
                    <a:pt x="227076" y="1255623"/>
                  </a:lnTo>
                  <a:lnTo>
                    <a:pt x="227076" y="1168806"/>
                  </a:lnTo>
                  <a:close/>
                </a:path>
                <a:path w="227329" h="4362450">
                  <a:moveTo>
                    <a:pt x="227076" y="1021867"/>
                  </a:moveTo>
                  <a:lnTo>
                    <a:pt x="0" y="1021867"/>
                  </a:lnTo>
                  <a:lnTo>
                    <a:pt x="0" y="1108697"/>
                  </a:lnTo>
                  <a:lnTo>
                    <a:pt x="227076" y="1108697"/>
                  </a:lnTo>
                  <a:lnTo>
                    <a:pt x="227076" y="1021867"/>
                  </a:lnTo>
                  <a:close/>
                </a:path>
                <a:path w="227329" h="4362450">
                  <a:moveTo>
                    <a:pt x="227076" y="874928"/>
                  </a:moveTo>
                  <a:lnTo>
                    <a:pt x="0" y="874928"/>
                  </a:lnTo>
                  <a:lnTo>
                    <a:pt x="0" y="961758"/>
                  </a:lnTo>
                  <a:lnTo>
                    <a:pt x="227076" y="961758"/>
                  </a:lnTo>
                  <a:lnTo>
                    <a:pt x="227076" y="874928"/>
                  </a:lnTo>
                  <a:close/>
                </a:path>
                <a:path w="227329" h="4362450">
                  <a:moveTo>
                    <a:pt x="227076" y="728002"/>
                  </a:moveTo>
                  <a:lnTo>
                    <a:pt x="0" y="728002"/>
                  </a:lnTo>
                  <a:lnTo>
                    <a:pt x="0" y="814819"/>
                  </a:lnTo>
                  <a:lnTo>
                    <a:pt x="227076" y="814819"/>
                  </a:lnTo>
                  <a:lnTo>
                    <a:pt x="227076" y="728002"/>
                  </a:lnTo>
                  <a:close/>
                </a:path>
                <a:path w="227329" h="4362450">
                  <a:moveTo>
                    <a:pt x="227076" y="581063"/>
                  </a:moveTo>
                  <a:lnTo>
                    <a:pt x="0" y="581063"/>
                  </a:lnTo>
                  <a:lnTo>
                    <a:pt x="0" y="667880"/>
                  </a:lnTo>
                  <a:lnTo>
                    <a:pt x="227076" y="667880"/>
                  </a:lnTo>
                  <a:lnTo>
                    <a:pt x="227076" y="581063"/>
                  </a:lnTo>
                  <a:close/>
                </a:path>
                <a:path w="227329" h="4362450">
                  <a:moveTo>
                    <a:pt x="227076" y="434136"/>
                  </a:moveTo>
                  <a:lnTo>
                    <a:pt x="0" y="434136"/>
                  </a:lnTo>
                  <a:lnTo>
                    <a:pt x="0" y="520954"/>
                  </a:lnTo>
                  <a:lnTo>
                    <a:pt x="227076" y="520954"/>
                  </a:lnTo>
                  <a:lnTo>
                    <a:pt x="227076" y="434136"/>
                  </a:lnTo>
                  <a:close/>
                </a:path>
                <a:path w="227329" h="4362450">
                  <a:moveTo>
                    <a:pt x="227076" y="287197"/>
                  </a:moveTo>
                  <a:lnTo>
                    <a:pt x="0" y="287197"/>
                  </a:lnTo>
                  <a:lnTo>
                    <a:pt x="0" y="374015"/>
                  </a:lnTo>
                  <a:lnTo>
                    <a:pt x="227076" y="374015"/>
                  </a:lnTo>
                  <a:lnTo>
                    <a:pt x="227076" y="287197"/>
                  </a:lnTo>
                  <a:close/>
                </a:path>
                <a:path w="227329" h="4362450">
                  <a:moveTo>
                    <a:pt x="227076" y="0"/>
                  </a:moveTo>
                  <a:lnTo>
                    <a:pt x="0" y="0"/>
                  </a:lnTo>
                  <a:lnTo>
                    <a:pt x="0" y="227076"/>
                  </a:lnTo>
                  <a:lnTo>
                    <a:pt x="227076" y="227076"/>
                  </a:lnTo>
                  <a:lnTo>
                    <a:pt x="227076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5603443" y="3820699"/>
              <a:ext cx="334010" cy="4125595"/>
            </a:xfrm>
            <a:custGeom>
              <a:avLst/>
              <a:gdLst/>
              <a:ahLst/>
              <a:cxnLst/>
              <a:rect l="l" t="t" r="r" b="b"/>
              <a:pathLst>
                <a:path w="334010" h="4125595">
                  <a:moveTo>
                    <a:pt x="53441" y="2097659"/>
                  </a:moveTo>
                  <a:lnTo>
                    <a:pt x="0" y="2097659"/>
                  </a:lnTo>
                  <a:lnTo>
                    <a:pt x="0" y="3111373"/>
                  </a:lnTo>
                  <a:lnTo>
                    <a:pt x="53441" y="3111373"/>
                  </a:lnTo>
                  <a:lnTo>
                    <a:pt x="53441" y="2097659"/>
                  </a:lnTo>
                  <a:close/>
                </a:path>
                <a:path w="334010" h="4125595">
                  <a:moveTo>
                    <a:pt x="53441" y="0"/>
                  </a:moveTo>
                  <a:lnTo>
                    <a:pt x="0" y="0"/>
                  </a:lnTo>
                  <a:lnTo>
                    <a:pt x="0" y="2027402"/>
                  </a:lnTo>
                  <a:lnTo>
                    <a:pt x="53441" y="2027402"/>
                  </a:lnTo>
                  <a:lnTo>
                    <a:pt x="53441" y="0"/>
                  </a:lnTo>
                  <a:close/>
                </a:path>
                <a:path w="334010" h="4125595">
                  <a:moveTo>
                    <a:pt x="193687" y="2097659"/>
                  </a:moveTo>
                  <a:lnTo>
                    <a:pt x="140258" y="2097659"/>
                  </a:lnTo>
                  <a:lnTo>
                    <a:pt x="140258" y="3111373"/>
                  </a:lnTo>
                  <a:lnTo>
                    <a:pt x="140258" y="4125061"/>
                  </a:lnTo>
                  <a:lnTo>
                    <a:pt x="193687" y="4125061"/>
                  </a:lnTo>
                  <a:lnTo>
                    <a:pt x="193687" y="3111373"/>
                  </a:lnTo>
                  <a:lnTo>
                    <a:pt x="193687" y="2097659"/>
                  </a:lnTo>
                  <a:close/>
                </a:path>
                <a:path w="334010" h="4125595">
                  <a:moveTo>
                    <a:pt x="193687" y="0"/>
                  </a:moveTo>
                  <a:lnTo>
                    <a:pt x="140258" y="0"/>
                  </a:lnTo>
                  <a:lnTo>
                    <a:pt x="140258" y="2027402"/>
                  </a:lnTo>
                  <a:lnTo>
                    <a:pt x="193687" y="2027402"/>
                  </a:lnTo>
                  <a:lnTo>
                    <a:pt x="193687" y="0"/>
                  </a:lnTo>
                  <a:close/>
                </a:path>
                <a:path w="334010" h="4125595">
                  <a:moveTo>
                    <a:pt x="333946" y="2097659"/>
                  </a:moveTo>
                  <a:lnTo>
                    <a:pt x="280517" y="2097659"/>
                  </a:lnTo>
                  <a:lnTo>
                    <a:pt x="280517" y="4125061"/>
                  </a:lnTo>
                  <a:lnTo>
                    <a:pt x="333946" y="4125061"/>
                  </a:lnTo>
                  <a:lnTo>
                    <a:pt x="333946" y="2097659"/>
                  </a:lnTo>
                  <a:close/>
                </a:path>
                <a:path w="334010" h="4125595">
                  <a:moveTo>
                    <a:pt x="333946" y="0"/>
                  </a:moveTo>
                  <a:lnTo>
                    <a:pt x="280517" y="0"/>
                  </a:lnTo>
                  <a:lnTo>
                    <a:pt x="280517" y="2027402"/>
                  </a:lnTo>
                  <a:lnTo>
                    <a:pt x="333946" y="2027402"/>
                  </a:lnTo>
                  <a:lnTo>
                    <a:pt x="333946" y="0"/>
                  </a:lnTo>
                  <a:close/>
                </a:path>
              </a:pathLst>
            </a:custGeom>
            <a:solidFill>
              <a:srgbClr val="FBED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5690276" y="3606968"/>
              <a:ext cx="461009" cy="60325"/>
            </a:xfrm>
            <a:custGeom>
              <a:avLst/>
              <a:gdLst/>
              <a:ahLst/>
              <a:cxnLst/>
              <a:rect l="l" t="t" r="r" b="b"/>
              <a:pathLst>
                <a:path w="461010" h="60325">
                  <a:moveTo>
                    <a:pt x="460844" y="0"/>
                  </a:moveTo>
                  <a:lnTo>
                    <a:pt x="0" y="0"/>
                  </a:lnTo>
                  <a:lnTo>
                    <a:pt x="0" y="60102"/>
                  </a:lnTo>
                  <a:lnTo>
                    <a:pt x="460844" y="60102"/>
                  </a:lnTo>
                  <a:lnTo>
                    <a:pt x="460844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3456208" y="6932060"/>
              <a:ext cx="2298065" cy="1097280"/>
            </a:xfrm>
            <a:custGeom>
              <a:avLst/>
              <a:gdLst/>
              <a:ahLst/>
              <a:cxnLst/>
              <a:rect l="l" t="t" r="r" b="b"/>
              <a:pathLst>
                <a:path w="2298065" h="1097279">
                  <a:moveTo>
                    <a:pt x="2297532" y="0"/>
                  </a:moveTo>
                  <a:lnTo>
                    <a:pt x="0" y="0"/>
                  </a:lnTo>
                  <a:lnTo>
                    <a:pt x="0" y="1097045"/>
                  </a:lnTo>
                  <a:lnTo>
                    <a:pt x="2297532" y="1097045"/>
                  </a:lnTo>
                  <a:lnTo>
                    <a:pt x="22975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3967175" y="5950146"/>
              <a:ext cx="1275715" cy="982344"/>
            </a:xfrm>
            <a:custGeom>
              <a:avLst/>
              <a:gdLst/>
              <a:ahLst/>
              <a:cxnLst/>
              <a:rect l="l" t="t" r="r" b="b"/>
              <a:pathLst>
                <a:path w="1275714" h="982345">
                  <a:moveTo>
                    <a:pt x="294347" y="494169"/>
                  </a:moveTo>
                  <a:lnTo>
                    <a:pt x="138188" y="494169"/>
                  </a:lnTo>
                  <a:lnTo>
                    <a:pt x="138188" y="981925"/>
                  </a:lnTo>
                  <a:lnTo>
                    <a:pt x="294347" y="981925"/>
                  </a:lnTo>
                  <a:lnTo>
                    <a:pt x="294347" y="494169"/>
                  </a:lnTo>
                  <a:close/>
                </a:path>
                <a:path w="1275714" h="982345">
                  <a:moveTo>
                    <a:pt x="1275549" y="0"/>
                  </a:moveTo>
                  <a:lnTo>
                    <a:pt x="0" y="0"/>
                  </a:lnTo>
                  <a:lnTo>
                    <a:pt x="0" y="295440"/>
                  </a:lnTo>
                  <a:lnTo>
                    <a:pt x="1275549" y="295440"/>
                  </a:lnTo>
                  <a:lnTo>
                    <a:pt x="1275549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4130624" y="6475443"/>
              <a:ext cx="103505" cy="410845"/>
            </a:xfrm>
            <a:custGeom>
              <a:avLst/>
              <a:gdLst/>
              <a:ahLst/>
              <a:cxnLst/>
              <a:rect l="l" t="t" r="r" b="b"/>
              <a:pathLst>
                <a:path w="103504" h="410845">
                  <a:moveTo>
                    <a:pt x="103339" y="337261"/>
                  </a:moveTo>
                  <a:lnTo>
                    <a:pt x="0" y="337261"/>
                  </a:lnTo>
                  <a:lnTo>
                    <a:pt x="0" y="410337"/>
                  </a:lnTo>
                  <a:lnTo>
                    <a:pt x="103339" y="410337"/>
                  </a:lnTo>
                  <a:lnTo>
                    <a:pt x="103339" y="337261"/>
                  </a:lnTo>
                  <a:close/>
                </a:path>
                <a:path w="103504" h="410845">
                  <a:moveTo>
                    <a:pt x="103339" y="224828"/>
                  </a:moveTo>
                  <a:lnTo>
                    <a:pt x="0" y="224828"/>
                  </a:lnTo>
                  <a:lnTo>
                    <a:pt x="0" y="297903"/>
                  </a:lnTo>
                  <a:lnTo>
                    <a:pt x="103339" y="297903"/>
                  </a:lnTo>
                  <a:lnTo>
                    <a:pt x="103339" y="224828"/>
                  </a:lnTo>
                  <a:close/>
                </a:path>
                <a:path w="103504" h="410845">
                  <a:moveTo>
                    <a:pt x="103339" y="112407"/>
                  </a:moveTo>
                  <a:lnTo>
                    <a:pt x="0" y="112407"/>
                  </a:lnTo>
                  <a:lnTo>
                    <a:pt x="0" y="185496"/>
                  </a:lnTo>
                  <a:lnTo>
                    <a:pt x="103339" y="185496"/>
                  </a:lnTo>
                  <a:lnTo>
                    <a:pt x="103339" y="112407"/>
                  </a:lnTo>
                  <a:close/>
                </a:path>
                <a:path w="103504" h="410845">
                  <a:moveTo>
                    <a:pt x="103339" y="0"/>
                  </a:moveTo>
                  <a:lnTo>
                    <a:pt x="0" y="0"/>
                  </a:lnTo>
                  <a:lnTo>
                    <a:pt x="0" y="73075"/>
                  </a:lnTo>
                  <a:lnTo>
                    <a:pt x="103339" y="73075"/>
                  </a:lnTo>
                  <a:lnTo>
                    <a:pt x="103339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4380945" y="6444306"/>
              <a:ext cx="156210" cy="488315"/>
            </a:xfrm>
            <a:custGeom>
              <a:avLst/>
              <a:gdLst/>
              <a:ahLst/>
              <a:cxnLst/>
              <a:rect l="l" t="t" r="r" b="b"/>
              <a:pathLst>
                <a:path w="156210" h="488315">
                  <a:moveTo>
                    <a:pt x="156152" y="0"/>
                  </a:moveTo>
                  <a:lnTo>
                    <a:pt x="0" y="0"/>
                  </a:lnTo>
                  <a:lnTo>
                    <a:pt x="0" y="487754"/>
                  </a:lnTo>
                  <a:lnTo>
                    <a:pt x="156152" y="487754"/>
                  </a:lnTo>
                  <a:lnTo>
                    <a:pt x="156152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4406188" y="6475443"/>
              <a:ext cx="103505" cy="410845"/>
            </a:xfrm>
            <a:custGeom>
              <a:avLst/>
              <a:gdLst/>
              <a:ahLst/>
              <a:cxnLst/>
              <a:rect l="l" t="t" r="r" b="b"/>
              <a:pathLst>
                <a:path w="103504" h="410845">
                  <a:moveTo>
                    <a:pt x="103339" y="337261"/>
                  </a:moveTo>
                  <a:lnTo>
                    <a:pt x="0" y="337261"/>
                  </a:lnTo>
                  <a:lnTo>
                    <a:pt x="0" y="410337"/>
                  </a:lnTo>
                  <a:lnTo>
                    <a:pt x="103339" y="410337"/>
                  </a:lnTo>
                  <a:lnTo>
                    <a:pt x="103339" y="337261"/>
                  </a:lnTo>
                  <a:close/>
                </a:path>
                <a:path w="103504" h="410845">
                  <a:moveTo>
                    <a:pt x="103339" y="224828"/>
                  </a:moveTo>
                  <a:lnTo>
                    <a:pt x="0" y="224828"/>
                  </a:lnTo>
                  <a:lnTo>
                    <a:pt x="0" y="297903"/>
                  </a:lnTo>
                  <a:lnTo>
                    <a:pt x="103339" y="297903"/>
                  </a:lnTo>
                  <a:lnTo>
                    <a:pt x="103339" y="224828"/>
                  </a:lnTo>
                  <a:close/>
                </a:path>
                <a:path w="103504" h="410845">
                  <a:moveTo>
                    <a:pt x="103339" y="112407"/>
                  </a:moveTo>
                  <a:lnTo>
                    <a:pt x="0" y="112407"/>
                  </a:lnTo>
                  <a:lnTo>
                    <a:pt x="0" y="185496"/>
                  </a:lnTo>
                  <a:lnTo>
                    <a:pt x="103339" y="185496"/>
                  </a:lnTo>
                  <a:lnTo>
                    <a:pt x="103339" y="112407"/>
                  </a:lnTo>
                  <a:close/>
                </a:path>
                <a:path w="103504" h="410845">
                  <a:moveTo>
                    <a:pt x="103339" y="0"/>
                  </a:moveTo>
                  <a:lnTo>
                    <a:pt x="0" y="0"/>
                  </a:lnTo>
                  <a:lnTo>
                    <a:pt x="0" y="73075"/>
                  </a:lnTo>
                  <a:lnTo>
                    <a:pt x="103339" y="73075"/>
                  </a:lnTo>
                  <a:lnTo>
                    <a:pt x="103339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4656517" y="6444306"/>
              <a:ext cx="156210" cy="488315"/>
            </a:xfrm>
            <a:custGeom>
              <a:avLst/>
              <a:gdLst/>
              <a:ahLst/>
              <a:cxnLst/>
              <a:rect l="l" t="t" r="r" b="b"/>
              <a:pathLst>
                <a:path w="156210" h="488315">
                  <a:moveTo>
                    <a:pt x="156152" y="0"/>
                  </a:moveTo>
                  <a:lnTo>
                    <a:pt x="0" y="0"/>
                  </a:lnTo>
                  <a:lnTo>
                    <a:pt x="0" y="487754"/>
                  </a:lnTo>
                  <a:lnTo>
                    <a:pt x="156152" y="487754"/>
                  </a:lnTo>
                  <a:lnTo>
                    <a:pt x="156152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4681766" y="6475443"/>
              <a:ext cx="103505" cy="410845"/>
            </a:xfrm>
            <a:custGeom>
              <a:avLst/>
              <a:gdLst/>
              <a:ahLst/>
              <a:cxnLst/>
              <a:rect l="l" t="t" r="r" b="b"/>
              <a:pathLst>
                <a:path w="103504" h="410845">
                  <a:moveTo>
                    <a:pt x="103339" y="337261"/>
                  </a:moveTo>
                  <a:lnTo>
                    <a:pt x="0" y="337261"/>
                  </a:lnTo>
                  <a:lnTo>
                    <a:pt x="0" y="410337"/>
                  </a:lnTo>
                  <a:lnTo>
                    <a:pt x="103339" y="410337"/>
                  </a:lnTo>
                  <a:lnTo>
                    <a:pt x="103339" y="337261"/>
                  </a:lnTo>
                  <a:close/>
                </a:path>
                <a:path w="103504" h="410845">
                  <a:moveTo>
                    <a:pt x="103339" y="224828"/>
                  </a:moveTo>
                  <a:lnTo>
                    <a:pt x="0" y="224828"/>
                  </a:lnTo>
                  <a:lnTo>
                    <a:pt x="0" y="297903"/>
                  </a:lnTo>
                  <a:lnTo>
                    <a:pt x="103339" y="297903"/>
                  </a:lnTo>
                  <a:lnTo>
                    <a:pt x="103339" y="224828"/>
                  </a:lnTo>
                  <a:close/>
                </a:path>
                <a:path w="103504" h="410845">
                  <a:moveTo>
                    <a:pt x="103339" y="112407"/>
                  </a:moveTo>
                  <a:lnTo>
                    <a:pt x="0" y="112407"/>
                  </a:lnTo>
                  <a:lnTo>
                    <a:pt x="0" y="185496"/>
                  </a:lnTo>
                  <a:lnTo>
                    <a:pt x="103339" y="185496"/>
                  </a:lnTo>
                  <a:lnTo>
                    <a:pt x="103339" y="112407"/>
                  </a:lnTo>
                  <a:close/>
                </a:path>
                <a:path w="103504" h="410845">
                  <a:moveTo>
                    <a:pt x="103339" y="0"/>
                  </a:moveTo>
                  <a:lnTo>
                    <a:pt x="0" y="0"/>
                  </a:lnTo>
                  <a:lnTo>
                    <a:pt x="0" y="73075"/>
                  </a:lnTo>
                  <a:lnTo>
                    <a:pt x="103339" y="73075"/>
                  </a:lnTo>
                  <a:lnTo>
                    <a:pt x="103339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4932080" y="6444306"/>
              <a:ext cx="156210" cy="488315"/>
            </a:xfrm>
            <a:custGeom>
              <a:avLst/>
              <a:gdLst/>
              <a:ahLst/>
              <a:cxnLst/>
              <a:rect l="l" t="t" r="r" b="b"/>
              <a:pathLst>
                <a:path w="156210" h="488315">
                  <a:moveTo>
                    <a:pt x="156152" y="0"/>
                  </a:moveTo>
                  <a:lnTo>
                    <a:pt x="0" y="0"/>
                  </a:lnTo>
                  <a:lnTo>
                    <a:pt x="0" y="487754"/>
                  </a:lnTo>
                  <a:lnTo>
                    <a:pt x="156152" y="487754"/>
                  </a:lnTo>
                  <a:lnTo>
                    <a:pt x="156152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4957330" y="6475443"/>
              <a:ext cx="103505" cy="410845"/>
            </a:xfrm>
            <a:custGeom>
              <a:avLst/>
              <a:gdLst/>
              <a:ahLst/>
              <a:cxnLst/>
              <a:rect l="l" t="t" r="r" b="b"/>
              <a:pathLst>
                <a:path w="103504" h="410845">
                  <a:moveTo>
                    <a:pt x="103339" y="337261"/>
                  </a:moveTo>
                  <a:lnTo>
                    <a:pt x="0" y="337261"/>
                  </a:lnTo>
                  <a:lnTo>
                    <a:pt x="0" y="410337"/>
                  </a:lnTo>
                  <a:lnTo>
                    <a:pt x="103339" y="410337"/>
                  </a:lnTo>
                  <a:lnTo>
                    <a:pt x="103339" y="337261"/>
                  </a:lnTo>
                  <a:close/>
                </a:path>
                <a:path w="103504" h="410845">
                  <a:moveTo>
                    <a:pt x="103339" y="224828"/>
                  </a:moveTo>
                  <a:lnTo>
                    <a:pt x="0" y="224828"/>
                  </a:lnTo>
                  <a:lnTo>
                    <a:pt x="0" y="297903"/>
                  </a:lnTo>
                  <a:lnTo>
                    <a:pt x="103339" y="297903"/>
                  </a:lnTo>
                  <a:lnTo>
                    <a:pt x="103339" y="224828"/>
                  </a:lnTo>
                  <a:close/>
                </a:path>
                <a:path w="103504" h="410845">
                  <a:moveTo>
                    <a:pt x="103339" y="112407"/>
                  </a:moveTo>
                  <a:lnTo>
                    <a:pt x="0" y="112407"/>
                  </a:lnTo>
                  <a:lnTo>
                    <a:pt x="0" y="185496"/>
                  </a:lnTo>
                  <a:lnTo>
                    <a:pt x="103339" y="185496"/>
                  </a:lnTo>
                  <a:lnTo>
                    <a:pt x="103339" y="112407"/>
                  </a:lnTo>
                  <a:close/>
                </a:path>
                <a:path w="103504" h="410845">
                  <a:moveTo>
                    <a:pt x="103339" y="0"/>
                  </a:moveTo>
                  <a:lnTo>
                    <a:pt x="0" y="0"/>
                  </a:lnTo>
                  <a:lnTo>
                    <a:pt x="0" y="73075"/>
                  </a:lnTo>
                  <a:lnTo>
                    <a:pt x="103339" y="73075"/>
                  </a:lnTo>
                  <a:lnTo>
                    <a:pt x="103339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3743425" y="7182116"/>
              <a:ext cx="271780" cy="847090"/>
            </a:xfrm>
            <a:custGeom>
              <a:avLst/>
              <a:gdLst/>
              <a:ahLst/>
              <a:cxnLst/>
              <a:rect l="l" t="t" r="r" b="b"/>
              <a:pathLst>
                <a:path w="271779" h="847090">
                  <a:moveTo>
                    <a:pt x="271164" y="0"/>
                  </a:moveTo>
                  <a:lnTo>
                    <a:pt x="0" y="0"/>
                  </a:lnTo>
                  <a:lnTo>
                    <a:pt x="0" y="846989"/>
                  </a:lnTo>
                  <a:lnTo>
                    <a:pt x="271164" y="846989"/>
                  </a:lnTo>
                  <a:lnTo>
                    <a:pt x="271164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3787279" y="7236161"/>
              <a:ext cx="179705" cy="713105"/>
            </a:xfrm>
            <a:custGeom>
              <a:avLst/>
              <a:gdLst/>
              <a:ahLst/>
              <a:cxnLst/>
              <a:rect l="l" t="t" r="r" b="b"/>
              <a:pathLst>
                <a:path w="179704" h="713104">
                  <a:moveTo>
                    <a:pt x="179451" y="585660"/>
                  </a:moveTo>
                  <a:lnTo>
                    <a:pt x="0" y="585660"/>
                  </a:lnTo>
                  <a:lnTo>
                    <a:pt x="0" y="712571"/>
                  </a:lnTo>
                  <a:lnTo>
                    <a:pt x="179451" y="712571"/>
                  </a:lnTo>
                  <a:lnTo>
                    <a:pt x="179451" y="585660"/>
                  </a:lnTo>
                  <a:close/>
                </a:path>
                <a:path w="179704" h="713104">
                  <a:moveTo>
                    <a:pt x="179451" y="390436"/>
                  </a:moveTo>
                  <a:lnTo>
                    <a:pt x="0" y="390436"/>
                  </a:lnTo>
                  <a:lnTo>
                    <a:pt x="0" y="517347"/>
                  </a:lnTo>
                  <a:lnTo>
                    <a:pt x="179451" y="517347"/>
                  </a:lnTo>
                  <a:lnTo>
                    <a:pt x="179451" y="390436"/>
                  </a:lnTo>
                  <a:close/>
                </a:path>
                <a:path w="179704" h="713104">
                  <a:moveTo>
                    <a:pt x="179451" y="195224"/>
                  </a:moveTo>
                  <a:lnTo>
                    <a:pt x="0" y="195224"/>
                  </a:lnTo>
                  <a:lnTo>
                    <a:pt x="0" y="322122"/>
                  </a:lnTo>
                  <a:lnTo>
                    <a:pt x="179451" y="322122"/>
                  </a:lnTo>
                  <a:lnTo>
                    <a:pt x="179451" y="195224"/>
                  </a:lnTo>
                  <a:close/>
                </a:path>
                <a:path w="179704" h="713104">
                  <a:moveTo>
                    <a:pt x="179451" y="0"/>
                  </a:moveTo>
                  <a:lnTo>
                    <a:pt x="0" y="0"/>
                  </a:lnTo>
                  <a:lnTo>
                    <a:pt x="0" y="126911"/>
                  </a:lnTo>
                  <a:lnTo>
                    <a:pt x="179451" y="126911"/>
                  </a:lnTo>
                  <a:lnTo>
                    <a:pt x="179451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4221955" y="7182116"/>
              <a:ext cx="271780" cy="847090"/>
            </a:xfrm>
            <a:custGeom>
              <a:avLst/>
              <a:gdLst/>
              <a:ahLst/>
              <a:cxnLst/>
              <a:rect l="l" t="t" r="r" b="b"/>
              <a:pathLst>
                <a:path w="271779" h="847090">
                  <a:moveTo>
                    <a:pt x="271164" y="0"/>
                  </a:moveTo>
                  <a:lnTo>
                    <a:pt x="0" y="0"/>
                  </a:lnTo>
                  <a:lnTo>
                    <a:pt x="0" y="846989"/>
                  </a:lnTo>
                  <a:lnTo>
                    <a:pt x="271164" y="846989"/>
                  </a:lnTo>
                  <a:lnTo>
                    <a:pt x="271164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4265815" y="7236161"/>
              <a:ext cx="179705" cy="713105"/>
            </a:xfrm>
            <a:custGeom>
              <a:avLst/>
              <a:gdLst/>
              <a:ahLst/>
              <a:cxnLst/>
              <a:rect l="l" t="t" r="r" b="b"/>
              <a:pathLst>
                <a:path w="179704" h="713104">
                  <a:moveTo>
                    <a:pt x="179451" y="585660"/>
                  </a:moveTo>
                  <a:lnTo>
                    <a:pt x="0" y="585660"/>
                  </a:lnTo>
                  <a:lnTo>
                    <a:pt x="0" y="712571"/>
                  </a:lnTo>
                  <a:lnTo>
                    <a:pt x="179451" y="712571"/>
                  </a:lnTo>
                  <a:lnTo>
                    <a:pt x="179451" y="585660"/>
                  </a:lnTo>
                  <a:close/>
                </a:path>
                <a:path w="179704" h="713104">
                  <a:moveTo>
                    <a:pt x="179451" y="390436"/>
                  </a:moveTo>
                  <a:lnTo>
                    <a:pt x="0" y="390436"/>
                  </a:lnTo>
                  <a:lnTo>
                    <a:pt x="0" y="517347"/>
                  </a:lnTo>
                  <a:lnTo>
                    <a:pt x="179451" y="517347"/>
                  </a:lnTo>
                  <a:lnTo>
                    <a:pt x="179451" y="390436"/>
                  </a:lnTo>
                  <a:close/>
                </a:path>
                <a:path w="179704" h="713104">
                  <a:moveTo>
                    <a:pt x="179451" y="195224"/>
                  </a:moveTo>
                  <a:lnTo>
                    <a:pt x="0" y="195224"/>
                  </a:lnTo>
                  <a:lnTo>
                    <a:pt x="0" y="322122"/>
                  </a:lnTo>
                  <a:lnTo>
                    <a:pt x="179451" y="322122"/>
                  </a:lnTo>
                  <a:lnTo>
                    <a:pt x="179451" y="195224"/>
                  </a:lnTo>
                  <a:close/>
                </a:path>
                <a:path w="179704" h="713104">
                  <a:moveTo>
                    <a:pt x="179451" y="0"/>
                  </a:moveTo>
                  <a:lnTo>
                    <a:pt x="0" y="0"/>
                  </a:lnTo>
                  <a:lnTo>
                    <a:pt x="0" y="126911"/>
                  </a:lnTo>
                  <a:lnTo>
                    <a:pt x="179451" y="126911"/>
                  </a:lnTo>
                  <a:lnTo>
                    <a:pt x="179451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4700485" y="7182116"/>
              <a:ext cx="271780" cy="847090"/>
            </a:xfrm>
            <a:custGeom>
              <a:avLst/>
              <a:gdLst/>
              <a:ahLst/>
              <a:cxnLst/>
              <a:rect l="l" t="t" r="r" b="b"/>
              <a:pathLst>
                <a:path w="271779" h="847090">
                  <a:moveTo>
                    <a:pt x="271164" y="0"/>
                  </a:moveTo>
                  <a:lnTo>
                    <a:pt x="0" y="0"/>
                  </a:lnTo>
                  <a:lnTo>
                    <a:pt x="0" y="846989"/>
                  </a:lnTo>
                  <a:lnTo>
                    <a:pt x="271164" y="846989"/>
                  </a:lnTo>
                  <a:lnTo>
                    <a:pt x="271164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4744339" y="7236161"/>
              <a:ext cx="179705" cy="713105"/>
            </a:xfrm>
            <a:custGeom>
              <a:avLst/>
              <a:gdLst/>
              <a:ahLst/>
              <a:cxnLst/>
              <a:rect l="l" t="t" r="r" b="b"/>
              <a:pathLst>
                <a:path w="179704" h="713104">
                  <a:moveTo>
                    <a:pt x="179451" y="585660"/>
                  </a:moveTo>
                  <a:lnTo>
                    <a:pt x="0" y="585660"/>
                  </a:lnTo>
                  <a:lnTo>
                    <a:pt x="0" y="712571"/>
                  </a:lnTo>
                  <a:lnTo>
                    <a:pt x="179451" y="712571"/>
                  </a:lnTo>
                  <a:lnTo>
                    <a:pt x="179451" y="585660"/>
                  </a:lnTo>
                  <a:close/>
                </a:path>
                <a:path w="179704" h="713104">
                  <a:moveTo>
                    <a:pt x="179451" y="390436"/>
                  </a:moveTo>
                  <a:lnTo>
                    <a:pt x="0" y="390436"/>
                  </a:lnTo>
                  <a:lnTo>
                    <a:pt x="0" y="517347"/>
                  </a:lnTo>
                  <a:lnTo>
                    <a:pt x="179451" y="517347"/>
                  </a:lnTo>
                  <a:lnTo>
                    <a:pt x="179451" y="390436"/>
                  </a:lnTo>
                  <a:close/>
                </a:path>
                <a:path w="179704" h="713104">
                  <a:moveTo>
                    <a:pt x="179451" y="195224"/>
                  </a:moveTo>
                  <a:lnTo>
                    <a:pt x="0" y="195224"/>
                  </a:lnTo>
                  <a:lnTo>
                    <a:pt x="0" y="322122"/>
                  </a:lnTo>
                  <a:lnTo>
                    <a:pt x="179451" y="322122"/>
                  </a:lnTo>
                  <a:lnTo>
                    <a:pt x="179451" y="195224"/>
                  </a:lnTo>
                  <a:close/>
                </a:path>
                <a:path w="179704" h="713104">
                  <a:moveTo>
                    <a:pt x="179451" y="0"/>
                  </a:moveTo>
                  <a:lnTo>
                    <a:pt x="0" y="0"/>
                  </a:lnTo>
                  <a:lnTo>
                    <a:pt x="0" y="126911"/>
                  </a:lnTo>
                  <a:lnTo>
                    <a:pt x="179451" y="126911"/>
                  </a:lnTo>
                  <a:lnTo>
                    <a:pt x="179451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5179015" y="7182116"/>
              <a:ext cx="271780" cy="847090"/>
            </a:xfrm>
            <a:custGeom>
              <a:avLst/>
              <a:gdLst/>
              <a:ahLst/>
              <a:cxnLst/>
              <a:rect l="l" t="t" r="r" b="b"/>
              <a:pathLst>
                <a:path w="271779" h="847090">
                  <a:moveTo>
                    <a:pt x="271164" y="0"/>
                  </a:moveTo>
                  <a:lnTo>
                    <a:pt x="0" y="0"/>
                  </a:lnTo>
                  <a:lnTo>
                    <a:pt x="0" y="846989"/>
                  </a:lnTo>
                  <a:lnTo>
                    <a:pt x="271164" y="846989"/>
                  </a:lnTo>
                  <a:lnTo>
                    <a:pt x="271164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3456203" y="6245561"/>
              <a:ext cx="2287905" cy="1703705"/>
            </a:xfrm>
            <a:custGeom>
              <a:avLst/>
              <a:gdLst/>
              <a:ahLst/>
              <a:cxnLst/>
              <a:rect l="l" t="t" r="r" b="b"/>
              <a:pathLst>
                <a:path w="2287904" h="1703704">
                  <a:moveTo>
                    <a:pt x="1899754" y="0"/>
                  </a:moveTo>
                  <a:lnTo>
                    <a:pt x="394055" y="0"/>
                  </a:lnTo>
                  <a:lnTo>
                    <a:pt x="394055" y="35001"/>
                  </a:lnTo>
                  <a:lnTo>
                    <a:pt x="1899754" y="35001"/>
                  </a:lnTo>
                  <a:lnTo>
                    <a:pt x="1899754" y="0"/>
                  </a:lnTo>
                  <a:close/>
                </a:path>
                <a:path w="2287904" h="1703704">
                  <a:moveTo>
                    <a:pt x="1946122" y="1576260"/>
                  </a:moveTo>
                  <a:lnTo>
                    <a:pt x="1766671" y="1576260"/>
                  </a:lnTo>
                  <a:lnTo>
                    <a:pt x="1766671" y="1703171"/>
                  </a:lnTo>
                  <a:lnTo>
                    <a:pt x="1946122" y="1703171"/>
                  </a:lnTo>
                  <a:lnTo>
                    <a:pt x="1946122" y="1576260"/>
                  </a:lnTo>
                  <a:close/>
                </a:path>
                <a:path w="2287904" h="1703704">
                  <a:moveTo>
                    <a:pt x="1946122" y="1381036"/>
                  </a:moveTo>
                  <a:lnTo>
                    <a:pt x="1766671" y="1381036"/>
                  </a:lnTo>
                  <a:lnTo>
                    <a:pt x="1766671" y="1507947"/>
                  </a:lnTo>
                  <a:lnTo>
                    <a:pt x="1946122" y="1507947"/>
                  </a:lnTo>
                  <a:lnTo>
                    <a:pt x="1946122" y="1381036"/>
                  </a:lnTo>
                  <a:close/>
                </a:path>
                <a:path w="2287904" h="1703704">
                  <a:moveTo>
                    <a:pt x="1946122" y="1185824"/>
                  </a:moveTo>
                  <a:lnTo>
                    <a:pt x="1766671" y="1185824"/>
                  </a:lnTo>
                  <a:lnTo>
                    <a:pt x="1766671" y="1312722"/>
                  </a:lnTo>
                  <a:lnTo>
                    <a:pt x="1946122" y="1312722"/>
                  </a:lnTo>
                  <a:lnTo>
                    <a:pt x="1946122" y="1185824"/>
                  </a:lnTo>
                  <a:close/>
                </a:path>
                <a:path w="2287904" h="1703704">
                  <a:moveTo>
                    <a:pt x="1946122" y="990600"/>
                  </a:moveTo>
                  <a:lnTo>
                    <a:pt x="1766671" y="990600"/>
                  </a:lnTo>
                  <a:lnTo>
                    <a:pt x="1766671" y="1117511"/>
                  </a:lnTo>
                  <a:lnTo>
                    <a:pt x="1946122" y="1117511"/>
                  </a:lnTo>
                  <a:lnTo>
                    <a:pt x="1946122" y="990600"/>
                  </a:lnTo>
                  <a:close/>
                </a:path>
                <a:path w="2287904" h="1703704">
                  <a:moveTo>
                    <a:pt x="2287498" y="686511"/>
                  </a:moveTo>
                  <a:lnTo>
                    <a:pt x="0" y="686511"/>
                  </a:lnTo>
                  <a:lnTo>
                    <a:pt x="0" y="734237"/>
                  </a:lnTo>
                  <a:lnTo>
                    <a:pt x="2287498" y="734237"/>
                  </a:lnTo>
                  <a:lnTo>
                    <a:pt x="2287498" y="686511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4060761" y="5614218"/>
              <a:ext cx="724535" cy="397510"/>
            </a:xfrm>
            <a:custGeom>
              <a:avLst/>
              <a:gdLst/>
              <a:ahLst/>
              <a:cxnLst/>
              <a:rect l="l" t="t" r="r" b="b"/>
              <a:pathLst>
                <a:path w="724535" h="397510">
                  <a:moveTo>
                    <a:pt x="106641" y="220243"/>
                  </a:moveTo>
                  <a:lnTo>
                    <a:pt x="0" y="220243"/>
                  </a:lnTo>
                  <a:lnTo>
                    <a:pt x="0" y="367055"/>
                  </a:lnTo>
                  <a:lnTo>
                    <a:pt x="106641" y="367055"/>
                  </a:lnTo>
                  <a:lnTo>
                    <a:pt x="106641" y="220243"/>
                  </a:lnTo>
                  <a:close/>
                </a:path>
                <a:path w="724535" h="397510">
                  <a:moveTo>
                    <a:pt x="579031" y="293560"/>
                  </a:moveTo>
                  <a:lnTo>
                    <a:pt x="173126" y="293560"/>
                  </a:lnTo>
                  <a:lnTo>
                    <a:pt x="173126" y="397179"/>
                  </a:lnTo>
                  <a:lnTo>
                    <a:pt x="579031" y="397179"/>
                  </a:lnTo>
                  <a:lnTo>
                    <a:pt x="579031" y="293560"/>
                  </a:lnTo>
                  <a:close/>
                </a:path>
                <a:path w="724535" h="397510">
                  <a:moveTo>
                    <a:pt x="724344" y="0"/>
                  </a:moveTo>
                  <a:lnTo>
                    <a:pt x="692518" y="0"/>
                  </a:lnTo>
                  <a:lnTo>
                    <a:pt x="692518" y="379958"/>
                  </a:lnTo>
                  <a:lnTo>
                    <a:pt x="724344" y="379958"/>
                  </a:lnTo>
                  <a:lnTo>
                    <a:pt x="724344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3490709" y="5834576"/>
              <a:ext cx="2202180" cy="2138680"/>
            </a:xfrm>
            <a:custGeom>
              <a:avLst/>
              <a:gdLst/>
              <a:ahLst/>
              <a:cxnLst/>
              <a:rect l="l" t="t" r="r" b="b"/>
              <a:pathLst>
                <a:path w="2202179" h="2138679">
                  <a:moveTo>
                    <a:pt x="178092" y="2108543"/>
                  </a:moveTo>
                  <a:lnTo>
                    <a:pt x="0" y="2108543"/>
                  </a:lnTo>
                  <a:lnTo>
                    <a:pt x="0" y="2138591"/>
                  </a:lnTo>
                  <a:lnTo>
                    <a:pt x="178092" y="2138591"/>
                  </a:lnTo>
                  <a:lnTo>
                    <a:pt x="178092" y="2108543"/>
                  </a:lnTo>
                  <a:close/>
                </a:path>
                <a:path w="2202179" h="2138679">
                  <a:moveTo>
                    <a:pt x="178092" y="2016823"/>
                  </a:moveTo>
                  <a:lnTo>
                    <a:pt x="0" y="2016823"/>
                  </a:lnTo>
                  <a:lnTo>
                    <a:pt x="0" y="2046871"/>
                  </a:lnTo>
                  <a:lnTo>
                    <a:pt x="178092" y="2046871"/>
                  </a:lnTo>
                  <a:lnTo>
                    <a:pt x="178092" y="2016823"/>
                  </a:lnTo>
                  <a:close/>
                </a:path>
                <a:path w="2202179" h="2138679">
                  <a:moveTo>
                    <a:pt x="178092" y="1925104"/>
                  </a:moveTo>
                  <a:lnTo>
                    <a:pt x="0" y="1925104"/>
                  </a:lnTo>
                  <a:lnTo>
                    <a:pt x="0" y="1955165"/>
                  </a:lnTo>
                  <a:lnTo>
                    <a:pt x="178092" y="1955165"/>
                  </a:lnTo>
                  <a:lnTo>
                    <a:pt x="178092" y="1925104"/>
                  </a:lnTo>
                  <a:close/>
                </a:path>
                <a:path w="2202179" h="2138679">
                  <a:moveTo>
                    <a:pt x="178092" y="1833397"/>
                  </a:moveTo>
                  <a:lnTo>
                    <a:pt x="0" y="1833397"/>
                  </a:lnTo>
                  <a:lnTo>
                    <a:pt x="0" y="1863445"/>
                  </a:lnTo>
                  <a:lnTo>
                    <a:pt x="178092" y="1863445"/>
                  </a:lnTo>
                  <a:lnTo>
                    <a:pt x="178092" y="1833397"/>
                  </a:lnTo>
                  <a:close/>
                </a:path>
                <a:path w="2202179" h="2138679">
                  <a:moveTo>
                    <a:pt x="178092" y="1741678"/>
                  </a:moveTo>
                  <a:lnTo>
                    <a:pt x="0" y="1741678"/>
                  </a:lnTo>
                  <a:lnTo>
                    <a:pt x="0" y="1771726"/>
                  </a:lnTo>
                  <a:lnTo>
                    <a:pt x="178092" y="1771726"/>
                  </a:lnTo>
                  <a:lnTo>
                    <a:pt x="178092" y="1741678"/>
                  </a:lnTo>
                  <a:close/>
                </a:path>
                <a:path w="2202179" h="2138679">
                  <a:moveTo>
                    <a:pt x="178092" y="1649971"/>
                  </a:moveTo>
                  <a:lnTo>
                    <a:pt x="0" y="1649971"/>
                  </a:lnTo>
                  <a:lnTo>
                    <a:pt x="0" y="1680019"/>
                  </a:lnTo>
                  <a:lnTo>
                    <a:pt x="178092" y="1680019"/>
                  </a:lnTo>
                  <a:lnTo>
                    <a:pt x="178092" y="1649971"/>
                  </a:lnTo>
                  <a:close/>
                </a:path>
                <a:path w="2202179" h="2138679">
                  <a:moveTo>
                    <a:pt x="178092" y="1558251"/>
                  </a:moveTo>
                  <a:lnTo>
                    <a:pt x="0" y="1558251"/>
                  </a:lnTo>
                  <a:lnTo>
                    <a:pt x="0" y="1588300"/>
                  </a:lnTo>
                  <a:lnTo>
                    <a:pt x="178092" y="1588300"/>
                  </a:lnTo>
                  <a:lnTo>
                    <a:pt x="178092" y="1558251"/>
                  </a:lnTo>
                  <a:close/>
                </a:path>
                <a:path w="2202179" h="2138679">
                  <a:moveTo>
                    <a:pt x="178092" y="1466532"/>
                  </a:moveTo>
                  <a:lnTo>
                    <a:pt x="0" y="1466532"/>
                  </a:lnTo>
                  <a:lnTo>
                    <a:pt x="0" y="1496593"/>
                  </a:lnTo>
                  <a:lnTo>
                    <a:pt x="178092" y="1496593"/>
                  </a:lnTo>
                  <a:lnTo>
                    <a:pt x="178092" y="1466532"/>
                  </a:lnTo>
                  <a:close/>
                </a:path>
                <a:path w="2202179" h="2138679">
                  <a:moveTo>
                    <a:pt x="178092" y="1374825"/>
                  </a:moveTo>
                  <a:lnTo>
                    <a:pt x="0" y="1374825"/>
                  </a:lnTo>
                  <a:lnTo>
                    <a:pt x="0" y="1404874"/>
                  </a:lnTo>
                  <a:lnTo>
                    <a:pt x="178092" y="1404874"/>
                  </a:lnTo>
                  <a:lnTo>
                    <a:pt x="178092" y="1374825"/>
                  </a:lnTo>
                  <a:close/>
                </a:path>
                <a:path w="2202179" h="2138679">
                  <a:moveTo>
                    <a:pt x="178092" y="1283106"/>
                  </a:moveTo>
                  <a:lnTo>
                    <a:pt x="0" y="1283106"/>
                  </a:lnTo>
                  <a:lnTo>
                    <a:pt x="0" y="1313154"/>
                  </a:lnTo>
                  <a:lnTo>
                    <a:pt x="178092" y="1313154"/>
                  </a:lnTo>
                  <a:lnTo>
                    <a:pt x="178092" y="1283106"/>
                  </a:lnTo>
                  <a:close/>
                </a:path>
                <a:path w="2202179" h="2138679">
                  <a:moveTo>
                    <a:pt x="1215961" y="115570"/>
                  </a:moveTo>
                  <a:lnTo>
                    <a:pt x="1149083" y="115570"/>
                  </a:lnTo>
                  <a:lnTo>
                    <a:pt x="1149083" y="73660"/>
                  </a:lnTo>
                  <a:lnTo>
                    <a:pt x="743165" y="73660"/>
                  </a:lnTo>
                  <a:lnTo>
                    <a:pt x="743165" y="115570"/>
                  </a:lnTo>
                  <a:lnTo>
                    <a:pt x="676706" y="115570"/>
                  </a:lnTo>
                  <a:lnTo>
                    <a:pt x="676706" y="73660"/>
                  </a:lnTo>
                  <a:lnTo>
                    <a:pt x="676706" y="0"/>
                  </a:lnTo>
                  <a:lnTo>
                    <a:pt x="570039" y="0"/>
                  </a:lnTo>
                  <a:lnTo>
                    <a:pt x="570039" y="73660"/>
                  </a:lnTo>
                  <a:lnTo>
                    <a:pt x="570039" y="115570"/>
                  </a:lnTo>
                  <a:lnTo>
                    <a:pt x="476453" y="115570"/>
                  </a:lnTo>
                  <a:lnTo>
                    <a:pt x="476453" y="410210"/>
                  </a:lnTo>
                  <a:lnTo>
                    <a:pt x="587870" y="410210"/>
                  </a:lnTo>
                  <a:lnTo>
                    <a:pt x="587870" y="410972"/>
                  </a:lnTo>
                  <a:lnTo>
                    <a:pt x="771232" y="410972"/>
                  </a:lnTo>
                  <a:lnTo>
                    <a:pt x="771232" y="410210"/>
                  </a:lnTo>
                  <a:lnTo>
                    <a:pt x="904443" y="410210"/>
                  </a:lnTo>
                  <a:lnTo>
                    <a:pt x="904443" y="410972"/>
                  </a:lnTo>
                  <a:lnTo>
                    <a:pt x="1087805" y="410972"/>
                  </a:lnTo>
                  <a:lnTo>
                    <a:pt x="1087805" y="410210"/>
                  </a:lnTo>
                  <a:lnTo>
                    <a:pt x="1215961" y="410210"/>
                  </a:lnTo>
                  <a:lnTo>
                    <a:pt x="1215961" y="115570"/>
                  </a:lnTo>
                  <a:close/>
                </a:path>
                <a:path w="2202179" h="2138679">
                  <a:moveTo>
                    <a:pt x="2201786" y="2108543"/>
                  </a:moveTo>
                  <a:lnTo>
                    <a:pt x="2023694" y="2108543"/>
                  </a:lnTo>
                  <a:lnTo>
                    <a:pt x="2023694" y="2138591"/>
                  </a:lnTo>
                  <a:lnTo>
                    <a:pt x="2201786" y="2138591"/>
                  </a:lnTo>
                  <a:lnTo>
                    <a:pt x="2201786" y="2108543"/>
                  </a:lnTo>
                  <a:close/>
                </a:path>
                <a:path w="2202179" h="2138679">
                  <a:moveTo>
                    <a:pt x="2201786" y="2016823"/>
                  </a:moveTo>
                  <a:lnTo>
                    <a:pt x="2023694" y="2016823"/>
                  </a:lnTo>
                  <a:lnTo>
                    <a:pt x="2023694" y="2046871"/>
                  </a:lnTo>
                  <a:lnTo>
                    <a:pt x="2201786" y="2046871"/>
                  </a:lnTo>
                  <a:lnTo>
                    <a:pt x="2201786" y="2016823"/>
                  </a:lnTo>
                  <a:close/>
                </a:path>
                <a:path w="2202179" h="2138679">
                  <a:moveTo>
                    <a:pt x="2201786" y="1925104"/>
                  </a:moveTo>
                  <a:lnTo>
                    <a:pt x="2023694" y="1925104"/>
                  </a:lnTo>
                  <a:lnTo>
                    <a:pt x="2023694" y="1955165"/>
                  </a:lnTo>
                  <a:lnTo>
                    <a:pt x="2201786" y="1955165"/>
                  </a:lnTo>
                  <a:lnTo>
                    <a:pt x="2201786" y="1925104"/>
                  </a:lnTo>
                  <a:close/>
                </a:path>
                <a:path w="2202179" h="2138679">
                  <a:moveTo>
                    <a:pt x="2201786" y="1833397"/>
                  </a:moveTo>
                  <a:lnTo>
                    <a:pt x="2023694" y="1833397"/>
                  </a:lnTo>
                  <a:lnTo>
                    <a:pt x="2023694" y="1863445"/>
                  </a:lnTo>
                  <a:lnTo>
                    <a:pt x="2201786" y="1863445"/>
                  </a:lnTo>
                  <a:lnTo>
                    <a:pt x="2201786" y="1833397"/>
                  </a:lnTo>
                  <a:close/>
                </a:path>
                <a:path w="2202179" h="2138679">
                  <a:moveTo>
                    <a:pt x="2201786" y="1741678"/>
                  </a:moveTo>
                  <a:lnTo>
                    <a:pt x="2023694" y="1741678"/>
                  </a:lnTo>
                  <a:lnTo>
                    <a:pt x="2023694" y="1771726"/>
                  </a:lnTo>
                  <a:lnTo>
                    <a:pt x="2201786" y="1771726"/>
                  </a:lnTo>
                  <a:lnTo>
                    <a:pt x="2201786" y="1741678"/>
                  </a:lnTo>
                  <a:close/>
                </a:path>
                <a:path w="2202179" h="2138679">
                  <a:moveTo>
                    <a:pt x="2201786" y="1649971"/>
                  </a:moveTo>
                  <a:lnTo>
                    <a:pt x="2023694" y="1649971"/>
                  </a:lnTo>
                  <a:lnTo>
                    <a:pt x="2023694" y="1680019"/>
                  </a:lnTo>
                  <a:lnTo>
                    <a:pt x="2201786" y="1680019"/>
                  </a:lnTo>
                  <a:lnTo>
                    <a:pt x="2201786" y="1649971"/>
                  </a:lnTo>
                  <a:close/>
                </a:path>
                <a:path w="2202179" h="2138679">
                  <a:moveTo>
                    <a:pt x="2201786" y="1558251"/>
                  </a:moveTo>
                  <a:lnTo>
                    <a:pt x="2023694" y="1558251"/>
                  </a:lnTo>
                  <a:lnTo>
                    <a:pt x="2023694" y="1588300"/>
                  </a:lnTo>
                  <a:lnTo>
                    <a:pt x="2201786" y="1588300"/>
                  </a:lnTo>
                  <a:lnTo>
                    <a:pt x="2201786" y="1558251"/>
                  </a:lnTo>
                  <a:close/>
                </a:path>
                <a:path w="2202179" h="2138679">
                  <a:moveTo>
                    <a:pt x="2201786" y="1466532"/>
                  </a:moveTo>
                  <a:lnTo>
                    <a:pt x="2023694" y="1466532"/>
                  </a:lnTo>
                  <a:lnTo>
                    <a:pt x="2023694" y="1496593"/>
                  </a:lnTo>
                  <a:lnTo>
                    <a:pt x="2201786" y="1496593"/>
                  </a:lnTo>
                  <a:lnTo>
                    <a:pt x="2201786" y="1466532"/>
                  </a:lnTo>
                  <a:close/>
                </a:path>
                <a:path w="2202179" h="2138679">
                  <a:moveTo>
                    <a:pt x="2201786" y="1374825"/>
                  </a:moveTo>
                  <a:lnTo>
                    <a:pt x="2023694" y="1374825"/>
                  </a:lnTo>
                  <a:lnTo>
                    <a:pt x="2023694" y="1404874"/>
                  </a:lnTo>
                  <a:lnTo>
                    <a:pt x="2201786" y="1404874"/>
                  </a:lnTo>
                  <a:lnTo>
                    <a:pt x="2201786" y="1374825"/>
                  </a:lnTo>
                  <a:close/>
                </a:path>
                <a:path w="2202179" h="2138679">
                  <a:moveTo>
                    <a:pt x="2201786" y="1283106"/>
                  </a:moveTo>
                  <a:lnTo>
                    <a:pt x="2023694" y="1283106"/>
                  </a:lnTo>
                  <a:lnTo>
                    <a:pt x="2023694" y="1313154"/>
                  </a:lnTo>
                  <a:lnTo>
                    <a:pt x="2201786" y="1313154"/>
                  </a:lnTo>
                  <a:lnTo>
                    <a:pt x="2201786" y="1283106"/>
                  </a:lnTo>
                  <a:close/>
                </a:path>
              </a:pathLst>
            </a:custGeom>
            <a:solidFill>
              <a:srgbClr val="3CACDD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3" name="object 113" descr=""/>
          <p:cNvGrpSpPr/>
          <p:nvPr/>
        </p:nvGrpSpPr>
        <p:grpSpPr>
          <a:xfrm>
            <a:off x="7994196" y="4518007"/>
            <a:ext cx="2631440" cy="3511550"/>
            <a:chOff x="7994196" y="4518007"/>
            <a:chExt cx="2631440" cy="3511550"/>
          </a:xfrm>
        </p:grpSpPr>
        <p:sp>
          <p:nvSpPr>
            <p:cNvPr id="114" name="object 114" descr=""/>
            <p:cNvSpPr/>
            <p:nvPr/>
          </p:nvSpPr>
          <p:spPr>
            <a:xfrm>
              <a:off x="8741014" y="4518007"/>
              <a:ext cx="1096645" cy="1096645"/>
            </a:xfrm>
            <a:custGeom>
              <a:avLst/>
              <a:gdLst/>
              <a:ahLst/>
              <a:cxnLst/>
              <a:rect l="l" t="t" r="r" b="b"/>
              <a:pathLst>
                <a:path w="1096645" h="1096645">
                  <a:moveTo>
                    <a:pt x="548098" y="0"/>
                  </a:moveTo>
                  <a:lnTo>
                    <a:pt x="500806" y="2011"/>
                  </a:lnTo>
                  <a:lnTo>
                    <a:pt x="454632" y="7937"/>
                  </a:lnTo>
                  <a:lnTo>
                    <a:pt x="409739" y="17613"/>
                  </a:lnTo>
                  <a:lnTo>
                    <a:pt x="366292" y="30873"/>
                  </a:lnTo>
                  <a:lnTo>
                    <a:pt x="324456" y="47554"/>
                  </a:lnTo>
                  <a:lnTo>
                    <a:pt x="284395" y="67491"/>
                  </a:lnTo>
                  <a:lnTo>
                    <a:pt x="246273" y="90520"/>
                  </a:lnTo>
                  <a:lnTo>
                    <a:pt x="210256" y="116475"/>
                  </a:lnTo>
                  <a:lnTo>
                    <a:pt x="176507" y="145193"/>
                  </a:lnTo>
                  <a:lnTo>
                    <a:pt x="145192" y="176509"/>
                  </a:lnTo>
                  <a:lnTo>
                    <a:pt x="116475" y="210258"/>
                  </a:lnTo>
                  <a:lnTo>
                    <a:pt x="90519" y="246276"/>
                  </a:lnTo>
                  <a:lnTo>
                    <a:pt x="67491" y="284398"/>
                  </a:lnTo>
                  <a:lnTo>
                    <a:pt x="47554" y="324460"/>
                  </a:lnTo>
                  <a:lnTo>
                    <a:pt x="30873" y="366297"/>
                  </a:lnTo>
                  <a:lnTo>
                    <a:pt x="17613" y="409745"/>
                  </a:lnTo>
                  <a:lnTo>
                    <a:pt x="7937" y="454639"/>
                  </a:lnTo>
                  <a:lnTo>
                    <a:pt x="2011" y="500815"/>
                  </a:lnTo>
                  <a:lnTo>
                    <a:pt x="0" y="548108"/>
                  </a:lnTo>
                  <a:lnTo>
                    <a:pt x="2011" y="595401"/>
                  </a:lnTo>
                  <a:lnTo>
                    <a:pt x="7937" y="641577"/>
                  </a:lnTo>
                  <a:lnTo>
                    <a:pt x="17613" y="686471"/>
                  </a:lnTo>
                  <a:lnTo>
                    <a:pt x="30873" y="729919"/>
                  </a:lnTo>
                  <a:lnTo>
                    <a:pt x="47554" y="771755"/>
                  </a:lnTo>
                  <a:lnTo>
                    <a:pt x="67491" y="811816"/>
                  </a:lnTo>
                  <a:lnTo>
                    <a:pt x="90519" y="849938"/>
                  </a:lnTo>
                  <a:lnTo>
                    <a:pt x="116475" y="885955"/>
                  </a:lnTo>
                  <a:lnTo>
                    <a:pt x="145192" y="919703"/>
                  </a:lnTo>
                  <a:lnTo>
                    <a:pt x="176507" y="951018"/>
                  </a:lnTo>
                  <a:lnTo>
                    <a:pt x="210256" y="979735"/>
                  </a:lnTo>
                  <a:lnTo>
                    <a:pt x="246273" y="1005690"/>
                  </a:lnTo>
                  <a:lnTo>
                    <a:pt x="284395" y="1028718"/>
                  </a:lnTo>
                  <a:lnTo>
                    <a:pt x="324456" y="1048654"/>
                  </a:lnTo>
                  <a:lnTo>
                    <a:pt x="366292" y="1065334"/>
                  </a:lnTo>
                  <a:lnTo>
                    <a:pt x="409739" y="1078594"/>
                  </a:lnTo>
                  <a:lnTo>
                    <a:pt x="454632" y="1088269"/>
                  </a:lnTo>
                  <a:lnTo>
                    <a:pt x="500806" y="1094195"/>
                  </a:lnTo>
                  <a:lnTo>
                    <a:pt x="548098" y="1096207"/>
                  </a:lnTo>
                  <a:lnTo>
                    <a:pt x="595391" y="1094195"/>
                  </a:lnTo>
                  <a:lnTo>
                    <a:pt x="641567" y="1088269"/>
                  </a:lnTo>
                  <a:lnTo>
                    <a:pt x="686461" y="1078594"/>
                  </a:lnTo>
                  <a:lnTo>
                    <a:pt x="729909" y="1065334"/>
                  </a:lnTo>
                  <a:lnTo>
                    <a:pt x="771747" y="1048654"/>
                  </a:lnTo>
                  <a:lnTo>
                    <a:pt x="811809" y="1028718"/>
                  </a:lnTo>
                  <a:lnTo>
                    <a:pt x="849931" y="1005690"/>
                  </a:lnTo>
                  <a:lnTo>
                    <a:pt x="885949" y="979735"/>
                  </a:lnTo>
                  <a:lnTo>
                    <a:pt x="919698" y="951018"/>
                  </a:lnTo>
                  <a:lnTo>
                    <a:pt x="951013" y="919703"/>
                  </a:lnTo>
                  <a:lnTo>
                    <a:pt x="979731" y="885955"/>
                  </a:lnTo>
                  <a:lnTo>
                    <a:pt x="1005687" y="849938"/>
                  </a:lnTo>
                  <a:lnTo>
                    <a:pt x="1028715" y="811816"/>
                  </a:lnTo>
                  <a:lnTo>
                    <a:pt x="1048652" y="771755"/>
                  </a:lnTo>
                  <a:lnTo>
                    <a:pt x="1065333" y="729919"/>
                  </a:lnTo>
                  <a:lnTo>
                    <a:pt x="1078594" y="686471"/>
                  </a:lnTo>
                  <a:lnTo>
                    <a:pt x="1088269" y="641577"/>
                  </a:lnTo>
                  <a:lnTo>
                    <a:pt x="1094195" y="595401"/>
                  </a:lnTo>
                  <a:lnTo>
                    <a:pt x="1096207" y="548108"/>
                  </a:lnTo>
                  <a:lnTo>
                    <a:pt x="1094195" y="500815"/>
                  </a:lnTo>
                  <a:lnTo>
                    <a:pt x="1088269" y="454639"/>
                  </a:lnTo>
                  <a:lnTo>
                    <a:pt x="1078594" y="409745"/>
                  </a:lnTo>
                  <a:lnTo>
                    <a:pt x="1065333" y="366297"/>
                  </a:lnTo>
                  <a:lnTo>
                    <a:pt x="1048652" y="324460"/>
                  </a:lnTo>
                  <a:lnTo>
                    <a:pt x="1028715" y="284398"/>
                  </a:lnTo>
                  <a:lnTo>
                    <a:pt x="1005687" y="246276"/>
                  </a:lnTo>
                  <a:lnTo>
                    <a:pt x="979731" y="210258"/>
                  </a:lnTo>
                  <a:lnTo>
                    <a:pt x="951013" y="176509"/>
                  </a:lnTo>
                  <a:lnTo>
                    <a:pt x="919698" y="145193"/>
                  </a:lnTo>
                  <a:lnTo>
                    <a:pt x="885949" y="116475"/>
                  </a:lnTo>
                  <a:lnTo>
                    <a:pt x="849931" y="90520"/>
                  </a:lnTo>
                  <a:lnTo>
                    <a:pt x="811809" y="67491"/>
                  </a:lnTo>
                  <a:lnTo>
                    <a:pt x="771747" y="47554"/>
                  </a:lnTo>
                  <a:lnTo>
                    <a:pt x="729909" y="30873"/>
                  </a:lnTo>
                  <a:lnTo>
                    <a:pt x="686461" y="17613"/>
                  </a:lnTo>
                  <a:lnTo>
                    <a:pt x="641567" y="7937"/>
                  </a:lnTo>
                  <a:lnTo>
                    <a:pt x="595391" y="2011"/>
                  </a:lnTo>
                  <a:lnTo>
                    <a:pt x="548098" y="0"/>
                  </a:lnTo>
                  <a:close/>
                </a:path>
              </a:pathLst>
            </a:custGeom>
            <a:solidFill>
              <a:srgbClr val="39AA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8637410" y="4815947"/>
              <a:ext cx="1303655" cy="314325"/>
            </a:xfrm>
            <a:custGeom>
              <a:avLst/>
              <a:gdLst/>
              <a:ahLst/>
              <a:cxnLst/>
              <a:rect l="l" t="t" r="r" b="b"/>
              <a:pathLst>
                <a:path w="1303654" h="314325">
                  <a:moveTo>
                    <a:pt x="1303401" y="136817"/>
                  </a:moveTo>
                  <a:lnTo>
                    <a:pt x="1240409" y="136817"/>
                  </a:lnTo>
                  <a:lnTo>
                    <a:pt x="1240409" y="0"/>
                  </a:lnTo>
                  <a:lnTo>
                    <a:pt x="62992" y="0"/>
                  </a:lnTo>
                  <a:lnTo>
                    <a:pt x="62992" y="136817"/>
                  </a:lnTo>
                  <a:lnTo>
                    <a:pt x="0" y="136817"/>
                  </a:lnTo>
                  <a:lnTo>
                    <a:pt x="0" y="313804"/>
                  </a:lnTo>
                  <a:lnTo>
                    <a:pt x="1303401" y="313804"/>
                  </a:lnTo>
                  <a:lnTo>
                    <a:pt x="1303401" y="136817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8027886" y="5129751"/>
              <a:ext cx="2564130" cy="2899410"/>
            </a:xfrm>
            <a:custGeom>
              <a:avLst/>
              <a:gdLst/>
              <a:ahLst/>
              <a:cxnLst/>
              <a:rect l="l" t="t" r="r" b="b"/>
              <a:pathLst>
                <a:path w="2564129" h="2899409">
                  <a:moveTo>
                    <a:pt x="2563634" y="335737"/>
                  </a:moveTo>
                  <a:lnTo>
                    <a:pt x="2249576" y="335737"/>
                  </a:lnTo>
                  <a:lnTo>
                    <a:pt x="2249576" y="0"/>
                  </a:lnTo>
                  <a:lnTo>
                    <a:pt x="272884" y="0"/>
                  </a:lnTo>
                  <a:lnTo>
                    <a:pt x="272884" y="335737"/>
                  </a:lnTo>
                  <a:lnTo>
                    <a:pt x="0" y="335737"/>
                  </a:lnTo>
                  <a:lnTo>
                    <a:pt x="0" y="2899359"/>
                  </a:lnTo>
                  <a:lnTo>
                    <a:pt x="2563634" y="2899359"/>
                  </a:lnTo>
                  <a:lnTo>
                    <a:pt x="2563634" y="335737"/>
                  </a:lnTo>
                  <a:close/>
                </a:path>
              </a:pathLst>
            </a:custGeom>
            <a:solidFill>
              <a:srgbClr val="FAE9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8300771" y="5066124"/>
              <a:ext cx="1976755" cy="399415"/>
            </a:xfrm>
            <a:custGeom>
              <a:avLst/>
              <a:gdLst/>
              <a:ahLst/>
              <a:cxnLst/>
              <a:rect l="l" t="t" r="r" b="b"/>
              <a:pathLst>
                <a:path w="1976754" h="399414">
                  <a:moveTo>
                    <a:pt x="1640039" y="0"/>
                  </a:moveTo>
                  <a:lnTo>
                    <a:pt x="336638" y="0"/>
                  </a:lnTo>
                  <a:lnTo>
                    <a:pt x="336638" y="63627"/>
                  </a:lnTo>
                  <a:lnTo>
                    <a:pt x="1640039" y="63627"/>
                  </a:lnTo>
                  <a:lnTo>
                    <a:pt x="1640039" y="0"/>
                  </a:lnTo>
                  <a:close/>
                </a:path>
                <a:path w="1976754" h="399414">
                  <a:moveTo>
                    <a:pt x="1976691" y="297395"/>
                  </a:moveTo>
                  <a:lnTo>
                    <a:pt x="0" y="297395"/>
                  </a:lnTo>
                  <a:lnTo>
                    <a:pt x="0" y="399364"/>
                  </a:lnTo>
                  <a:lnTo>
                    <a:pt x="1976691" y="399364"/>
                  </a:lnTo>
                  <a:lnTo>
                    <a:pt x="1976691" y="297395"/>
                  </a:lnTo>
                  <a:close/>
                </a:path>
              </a:pathLst>
            </a:custGeom>
            <a:solidFill>
              <a:srgbClr val="3CACDD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8423491" y="5191740"/>
              <a:ext cx="1732280" cy="124460"/>
            </a:xfrm>
            <a:custGeom>
              <a:avLst/>
              <a:gdLst/>
              <a:ahLst/>
              <a:cxnLst/>
              <a:rect l="l" t="t" r="r" b="b"/>
              <a:pathLst>
                <a:path w="1732279" h="124460">
                  <a:moveTo>
                    <a:pt x="67551" y="0"/>
                  </a:moveTo>
                  <a:lnTo>
                    <a:pt x="0" y="0"/>
                  </a:lnTo>
                  <a:lnTo>
                    <a:pt x="0" y="123913"/>
                  </a:lnTo>
                  <a:lnTo>
                    <a:pt x="67551" y="123913"/>
                  </a:lnTo>
                  <a:lnTo>
                    <a:pt x="67551" y="0"/>
                  </a:lnTo>
                  <a:close/>
                </a:path>
                <a:path w="1732279" h="124460">
                  <a:moveTo>
                    <a:pt x="233997" y="0"/>
                  </a:moveTo>
                  <a:lnTo>
                    <a:pt x="166446" y="0"/>
                  </a:lnTo>
                  <a:lnTo>
                    <a:pt x="166446" y="123913"/>
                  </a:lnTo>
                  <a:lnTo>
                    <a:pt x="233997" y="123913"/>
                  </a:lnTo>
                  <a:lnTo>
                    <a:pt x="233997" y="0"/>
                  </a:lnTo>
                  <a:close/>
                </a:path>
                <a:path w="1732279" h="124460">
                  <a:moveTo>
                    <a:pt x="400443" y="0"/>
                  </a:moveTo>
                  <a:lnTo>
                    <a:pt x="332892" y="0"/>
                  </a:lnTo>
                  <a:lnTo>
                    <a:pt x="332892" y="123913"/>
                  </a:lnTo>
                  <a:lnTo>
                    <a:pt x="400443" y="123913"/>
                  </a:lnTo>
                  <a:lnTo>
                    <a:pt x="400443" y="0"/>
                  </a:lnTo>
                  <a:close/>
                </a:path>
                <a:path w="1732279" h="124460">
                  <a:moveTo>
                    <a:pt x="566889" y="0"/>
                  </a:moveTo>
                  <a:lnTo>
                    <a:pt x="499338" y="0"/>
                  </a:lnTo>
                  <a:lnTo>
                    <a:pt x="499338" y="123913"/>
                  </a:lnTo>
                  <a:lnTo>
                    <a:pt x="566889" y="123913"/>
                  </a:lnTo>
                  <a:lnTo>
                    <a:pt x="566889" y="0"/>
                  </a:lnTo>
                  <a:close/>
                </a:path>
                <a:path w="1732279" h="124460">
                  <a:moveTo>
                    <a:pt x="733336" y="0"/>
                  </a:moveTo>
                  <a:lnTo>
                    <a:pt x="665784" y="0"/>
                  </a:lnTo>
                  <a:lnTo>
                    <a:pt x="665784" y="123913"/>
                  </a:lnTo>
                  <a:lnTo>
                    <a:pt x="733336" y="123913"/>
                  </a:lnTo>
                  <a:lnTo>
                    <a:pt x="733336" y="0"/>
                  </a:lnTo>
                  <a:close/>
                </a:path>
                <a:path w="1732279" h="124460">
                  <a:moveTo>
                    <a:pt x="899782" y="0"/>
                  </a:moveTo>
                  <a:lnTo>
                    <a:pt x="832231" y="0"/>
                  </a:lnTo>
                  <a:lnTo>
                    <a:pt x="832231" y="123913"/>
                  </a:lnTo>
                  <a:lnTo>
                    <a:pt x="899782" y="123913"/>
                  </a:lnTo>
                  <a:lnTo>
                    <a:pt x="899782" y="0"/>
                  </a:lnTo>
                  <a:close/>
                </a:path>
                <a:path w="1732279" h="124460">
                  <a:moveTo>
                    <a:pt x="1066228" y="0"/>
                  </a:moveTo>
                  <a:lnTo>
                    <a:pt x="998677" y="0"/>
                  </a:lnTo>
                  <a:lnTo>
                    <a:pt x="998677" y="123913"/>
                  </a:lnTo>
                  <a:lnTo>
                    <a:pt x="1066228" y="123913"/>
                  </a:lnTo>
                  <a:lnTo>
                    <a:pt x="1066228" y="0"/>
                  </a:lnTo>
                  <a:close/>
                </a:path>
                <a:path w="1732279" h="124460">
                  <a:moveTo>
                    <a:pt x="1232674" y="0"/>
                  </a:moveTo>
                  <a:lnTo>
                    <a:pt x="1165123" y="0"/>
                  </a:lnTo>
                  <a:lnTo>
                    <a:pt x="1165123" y="123913"/>
                  </a:lnTo>
                  <a:lnTo>
                    <a:pt x="1232674" y="123913"/>
                  </a:lnTo>
                  <a:lnTo>
                    <a:pt x="1232674" y="0"/>
                  </a:lnTo>
                  <a:close/>
                </a:path>
                <a:path w="1732279" h="124460">
                  <a:moveTo>
                    <a:pt x="1399120" y="0"/>
                  </a:moveTo>
                  <a:lnTo>
                    <a:pt x="1331569" y="0"/>
                  </a:lnTo>
                  <a:lnTo>
                    <a:pt x="1331569" y="123913"/>
                  </a:lnTo>
                  <a:lnTo>
                    <a:pt x="1399120" y="123913"/>
                  </a:lnTo>
                  <a:lnTo>
                    <a:pt x="1399120" y="0"/>
                  </a:lnTo>
                  <a:close/>
                </a:path>
                <a:path w="1732279" h="124460">
                  <a:moveTo>
                    <a:pt x="1565554" y="0"/>
                  </a:moveTo>
                  <a:lnTo>
                    <a:pt x="1498015" y="0"/>
                  </a:lnTo>
                  <a:lnTo>
                    <a:pt x="1498015" y="123913"/>
                  </a:lnTo>
                  <a:lnTo>
                    <a:pt x="1565554" y="123913"/>
                  </a:lnTo>
                  <a:lnTo>
                    <a:pt x="1565554" y="0"/>
                  </a:lnTo>
                  <a:close/>
                </a:path>
                <a:path w="1732279" h="124460">
                  <a:moveTo>
                    <a:pt x="1732000" y="0"/>
                  </a:moveTo>
                  <a:lnTo>
                    <a:pt x="1664462" y="0"/>
                  </a:lnTo>
                  <a:lnTo>
                    <a:pt x="1664462" y="123913"/>
                  </a:lnTo>
                  <a:lnTo>
                    <a:pt x="1732000" y="123913"/>
                  </a:lnTo>
                  <a:lnTo>
                    <a:pt x="1732000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8104289" y="5552268"/>
              <a:ext cx="2409825" cy="798195"/>
            </a:xfrm>
            <a:custGeom>
              <a:avLst/>
              <a:gdLst/>
              <a:ahLst/>
              <a:cxnLst/>
              <a:rect l="l" t="t" r="r" b="b"/>
              <a:pathLst>
                <a:path w="2409825" h="798195">
                  <a:moveTo>
                    <a:pt x="31216" y="568032"/>
                  </a:moveTo>
                  <a:lnTo>
                    <a:pt x="0" y="568032"/>
                  </a:lnTo>
                  <a:lnTo>
                    <a:pt x="0" y="797979"/>
                  </a:lnTo>
                  <a:lnTo>
                    <a:pt x="31216" y="797979"/>
                  </a:lnTo>
                  <a:lnTo>
                    <a:pt x="31216" y="568032"/>
                  </a:lnTo>
                  <a:close/>
                </a:path>
                <a:path w="2409825" h="798195">
                  <a:moveTo>
                    <a:pt x="31216" y="284010"/>
                  </a:moveTo>
                  <a:lnTo>
                    <a:pt x="0" y="284010"/>
                  </a:lnTo>
                  <a:lnTo>
                    <a:pt x="0" y="513956"/>
                  </a:lnTo>
                  <a:lnTo>
                    <a:pt x="31216" y="513956"/>
                  </a:lnTo>
                  <a:lnTo>
                    <a:pt x="31216" y="284010"/>
                  </a:lnTo>
                  <a:close/>
                </a:path>
                <a:path w="2409825" h="798195">
                  <a:moveTo>
                    <a:pt x="31216" y="0"/>
                  </a:moveTo>
                  <a:lnTo>
                    <a:pt x="0" y="0"/>
                  </a:lnTo>
                  <a:lnTo>
                    <a:pt x="0" y="229946"/>
                  </a:lnTo>
                  <a:lnTo>
                    <a:pt x="31216" y="229946"/>
                  </a:lnTo>
                  <a:lnTo>
                    <a:pt x="31216" y="0"/>
                  </a:lnTo>
                  <a:close/>
                </a:path>
                <a:path w="2409825" h="798195">
                  <a:moveTo>
                    <a:pt x="108127" y="568032"/>
                  </a:moveTo>
                  <a:lnTo>
                    <a:pt x="76911" y="568032"/>
                  </a:lnTo>
                  <a:lnTo>
                    <a:pt x="76911" y="797979"/>
                  </a:lnTo>
                  <a:lnTo>
                    <a:pt x="108127" y="797979"/>
                  </a:lnTo>
                  <a:lnTo>
                    <a:pt x="108127" y="568032"/>
                  </a:lnTo>
                  <a:close/>
                </a:path>
                <a:path w="2409825" h="798195">
                  <a:moveTo>
                    <a:pt x="108127" y="284010"/>
                  </a:moveTo>
                  <a:lnTo>
                    <a:pt x="76911" y="284010"/>
                  </a:lnTo>
                  <a:lnTo>
                    <a:pt x="76911" y="513956"/>
                  </a:lnTo>
                  <a:lnTo>
                    <a:pt x="108127" y="513956"/>
                  </a:lnTo>
                  <a:lnTo>
                    <a:pt x="108127" y="284010"/>
                  </a:lnTo>
                  <a:close/>
                </a:path>
                <a:path w="2409825" h="798195">
                  <a:moveTo>
                    <a:pt x="108127" y="0"/>
                  </a:moveTo>
                  <a:lnTo>
                    <a:pt x="76911" y="0"/>
                  </a:lnTo>
                  <a:lnTo>
                    <a:pt x="76911" y="229946"/>
                  </a:lnTo>
                  <a:lnTo>
                    <a:pt x="108127" y="229946"/>
                  </a:lnTo>
                  <a:lnTo>
                    <a:pt x="108127" y="0"/>
                  </a:lnTo>
                  <a:close/>
                </a:path>
                <a:path w="2409825" h="798195">
                  <a:moveTo>
                    <a:pt x="185039" y="568032"/>
                  </a:moveTo>
                  <a:lnTo>
                    <a:pt x="153822" y="568032"/>
                  </a:lnTo>
                  <a:lnTo>
                    <a:pt x="153822" y="797979"/>
                  </a:lnTo>
                  <a:lnTo>
                    <a:pt x="185039" y="797979"/>
                  </a:lnTo>
                  <a:lnTo>
                    <a:pt x="185039" y="568032"/>
                  </a:lnTo>
                  <a:close/>
                </a:path>
                <a:path w="2409825" h="798195">
                  <a:moveTo>
                    <a:pt x="185039" y="284010"/>
                  </a:moveTo>
                  <a:lnTo>
                    <a:pt x="153822" y="284010"/>
                  </a:lnTo>
                  <a:lnTo>
                    <a:pt x="153822" y="513956"/>
                  </a:lnTo>
                  <a:lnTo>
                    <a:pt x="185039" y="513956"/>
                  </a:lnTo>
                  <a:lnTo>
                    <a:pt x="185039" y="284010"/>
                  </a:lnTo>
                  <a:close/>
                </a:path>
                <a:path w="2409825" h="798195">
                  <a:moveTo>
                    <a:pt x="185039" y="0"/>
                  </a:moveTo>
                  <a:lnTo>
                    <a:pt x="153822" y="0"/>
                  </a:lnTo>
                  <a:lnTo>
                    <a:pt x="153822" y="229946"/>
                  </a:lnTo>
                  <a:lnTo>
                    <a:pt x="185039" y="229946"/>
                  </a:lnTo>
                  <a:lnTo>
                    <a:pt x="185039" y="0"/>
                  </a:lnTo>
                  <a:close/>
                </a:path>
                <a:path w="2409825" h="798195">
                  <a:moveTo>
                    <a:pt x="261937" y="568032"/>
                  </a:moveTo>
                  <a:lnTo>
                    <a:pt x="230733" y="568032"/>
                  </a:lnTo>
                  <a:lnTo>
                    <a:pt x="230733" y="797979"/>
                  </a:lnTo>
                  <a:lnTo>
                    <a:pt x="261937" y="797979"/>
                  </a:lnTo>
                  <a:lnTo>
                    <a:pt x="261937" y="568032"/>
                  </a:lnTo>
                  <a:close/>
                </a:path>
                <a:path w="2409825" h="798195">
                  <a:moveTo>
                    <a:pt x="261937" y="284010"/>
                  </a:moveTo>
                  <a:lnTo>
                    <a:pt x="230733" y="284010"/>
                  </a:lnTo>
                  <a:lnTo>
                    <a:pt x="230733" y="513956"/>
                  </a:lnTo>
                  <a:lnTo>
                    <a:pt x="261937" y="513956"/>
                  </a:lnTo>
                  <a:lnTo>
                    <a:pt x="261937" y="284010"/>
                  </a:lnTo>
                  <a:close/>
                </a:path>
                <a:path w="2409825" h="798195">
                  <a:moveTo>
                    <a:pt x="261937" y="0"/>
                  </a:moveTo>
                  <a:lnTo>
                    <a:pt x="230733" y="0"/>
                  </a:lnTo>
                  <a:lnTo>
                    <a:pt x="230733" y="229946"/>
                  </a:lnTo>
                  <a:lnTo>
                    <a:pt x="261937" y="229946"/>
                  </a:lnTo>
                  <a:lnTo>
                    <a:pt x="261937" y="0"/>
                  </a:lnTo>
                  <a:close/>
                </a:path>
                <a:path w="2409825" h="798195">
                  <a:moveTo>
                    <a:pt x="338836" y="568032"/>
                  </a:moveTo>
                  <a:lnTo>
                    <a:pt x="307632" y="568032"/>
                  </a:lnTo>
                  <a:lnTo>
                    <a:pt x="307632" y="797979"/>
                  </a:lnTo>
                  <a:lnTo>
                    <a:pt x="338836" y="797979"/>
                  </a:lnTo>
                  <a:lnTo>
                    <a:pt x="338836" y="568032"/>
                  </a:lnTo>
                  <a:close/>
                </a:path>
                <a:path w="2409825" h="798195">
                  <a:moveTo>
                    <a:pt x="338836" y="284010"/>
                  </a:moveTo>
                  <a:lnTo>
                    <a:pt x="307632" y="284010"/>
                  </a:lnTo>
                  <a:lnTo>
                    <a:pt x="307632" y="513956"/>
                  </a:lnTo>
                  <a:lnTo>
                    <a:pt x="338836" y="513956"/>
                  </a:lnTo>
                  <a:lnTo>
                    <a:pt x="338836" y="284010"/>
                  </a:lnTo>
                  <a:close/>
                </a:path>
                <a:path w="2409825" h="798195">
                  <a:moveTo>
                    <a:pt x="338836" y="0"/>
                  </a:moveTo>
                  <a:lnTo>
                    <a:pt x="307632" y="0"/>
                  </a:lnTo>
                  <a:lnTo>
                    <a:pt x="307632" y="229946"/>
                  </a:lnTo>
                  <a:lnTo>
                    <a:pt x="338836" y="229946"/>
                  </a:lnTo>
                  <a:lnTo>
                    <a:pt x="338836" y="0"/>
                  </a:lnTo>
                  <a:close/>
                </a:path>
                <a:path w="2409825" h="798195">
                  <a:moveTo>
                    <a:pt x="415747" y="568032"/>
                  </a:moveTo>
                  <a:lnTo>
                    <a:pt x="384530" y="568032"/>
                  </a:lnTo>
                  <a:lnTo>
                    <a:pt x="384530" y="797979"/>
                  </a:lnTo>
                  <a:lnTo>
                    <a:pt x="415747" y="797979"/>
                  </a:lnTo>
                  <a:lnTo>
                    <a:pt x="415747" y="568032"/>
                  </a:lnTo>
                  <a:close/>
                </a:path>
                <a:path w="2409825" h="798195">
                  <a:moveTo>
                    <a:pt x="415747" y="284010"/>
                  </a:moveTo>
                  <a:lnTo>
                    <a:pt x="384530" y="284010"/>
                  </a:lnTo>
                  <a:lnTo>
                    <a:pt x="384530" y="513956"/>
                  </a:lnTo>
                  <a:lnTo>
                    <a:pt x="415747" y="513956"/>
                  </a:lnTo>
                  <a:lnTo>
                    <a:pt x="415747" y="284010"/>
                  </a:lnTo>
                  <a:close/>
                </a:path>
                <a:path w="2409825" h="798195">
                  <a:moveTo>
                    <a:pt x="415747" y="0"/>
                  </a:moveTo>
                  <a:lnTo>
                    <a:pt x="384530" y="0"/>
                  </a:lnTo>
                  <a:lnTo>
                    <a:pt x="384530" y="229946"/>
                  </a:lnTo>
                  <a:lnTo>
                    <a:pt x="415747" y="229946"/>
                  </a:lnTo>
                  <a:lnTo>
                    <a:pt x="415747" y="0"/>
                  </a:lnTo>
                  <a:close/>
                </a:path>
                <a:path w="2409825" h="798195">
                  <a:moveTo>
                    <a:pt x="492658" y="568032"/>
                  </a:moveTo>
                  <a:lnTo>
                    <a:pt x="461441" y="568032"/>
                  </a:lnTo>
                  <a:lnTo>
                    <a:pt x="461441" y="797979"/>
                  </a:lnTo>
                  <a:lnTo>
                    <a:pt x="492658" y="797979"/>
                  </a:lnTo>
                  <a:lnTo>
                    <a:pt x="492658" y="568032"/>
                  </a:lnTo>
                  <a:close/>
                </a:path>
                <a:path w="2409825" h="798195">
                  <a:moveTo>
                    <a:pt x="492658" y="284010"/>
                  </a:moveTo>
                  <a:lnTo>
                    <a:pt x="461441" y="284010"/>
                  </a:lnTo>
                  <a:lnTo>
                    <a:pt x="461441" y="513956"/>
                  </a:lnTo>
                  <a:lnTo>
                    <a:pt x="492658" y="513956"/>
                  </a:lnTo>
                  <a:lnTo>
                    <a:pt x="492658" y="284010"/>
                  </a:lnTo>
                  <a:close/>
                </a:path>
                <a:path w="2409825" h="798195">
                  <a:moveTo>
                    <a:pt x="492658" y="0"/>
                  </a:moveTo>
                  <a:lnTo>
                    <a:pt x="461441" y="0"/>
                  </a:lnTo>
                  <a:lnTo>
                    <a:pt x="461441" y="229946"/>
                  </a:lnTo>
                  <a:lnTo>
                    <a:pt x="492658" y="229946"/>
                  </a:lnTo>
                  <a:lnTo>
                    <a:pt x="492658" y="0"/>
                  </a:lnTo>
                  <a:close/>
                </a:path>
                <a:path w="2409825" h="798195">
                  <a:moveTo>
                    <a:pt x="569569" y="284010"/>
                  </a:moveTo>
                  <a:lnTo>
                    <a:pt x="538353" y="284010"/>
                  </a:lnTo>
                  <a:lnTo>
                    <a:pt x="538353" y="513956"/>
                  </a:lnTo>
                  <a:lnTo>
                    <a:pt x="569569" y="513956"/>
                  </a:lnTo>
                  <a:lnTo>
                    <a:pt x="569569" y="284010"/>
                  </a:lnTo>
                  <a:close/>
                </a:path>
                <a:path w="2409825" h="798195">
                  <a:moveTo>
                    <a:pt x="569569" y="0"/>
                  </a:moveTo>
                  <a:lnTo>
                    <a:pt x="538353" y="0"/>
                  </a:lnTo>
                  <a:lnTo>
                    <a:pt x="538353" y="229946"/>
                  </a:lnTo>
                  <a:lnTo>
                    <a:pt x="569569" y="229946"/>
                  </a:lnTo>
                  <a:lnTo>
                    <a:pt x="569569" y="0"/>
                  </a:lnTo>
                  <a:close/>
                </a:path>
                <a:path w="2409825" h="798195">
                  <a:moveTo>
                    <a:pt x="646468" y="284010"/>
                  </a:moveTo>
                  <a:lnTo>
                    <a:pt x="615251" y="284010"/>
                  </a:lnTo>
                  <a:lnTo>
                    <a:pt x="615251" y="513956"/>
                  </a:lnTo>
                  <a:lnTo>
                    <a:pt x="646468" y="513956"/>
                  </a:lnTo>
                  <a:lnTo>
                    <a:pt x="646468" y="284010"/>
                  </a:lnTo>
                  <a:close/>
                </a:path>
                <a:path w="2409825" h="798195">
                  <a:moveTo>
                    <a:pt x="646468" y="0"/>
                  </a:moveTo>
                  <a:lnTo>
                    <a:pt x="615251" y="0"/>
                  </a:lnTo>
                  <a:lnTo>
                    <a:pt x="615251" y="229946"/>
                  </a:lnTo>
                  <a:lnTo>
                    <a:pt x="646468" y="229946"/>
                  </a:lnTo>
                  <a:lnTo>
                    <a:pt x="646468" y="0"/>
                  </a:lnTo>
                  <a:close/>
                </a:path>
                <a:path w="2409825" h="798195">
                  <a:moveTo>
                    <a:pt x="723379" y="284010"/>
                  </a:moveTo>
                  <a:lnTo>
                    <a:pt x="692162" y="284010"/>
                  </a:lnTo>
                  <a:lnTo>
                    <a:pt x="692162" y="513956"/>
                  </a:lnTo>
                  <a:lnTo>
                    <a:pt x="723379" y="513956"/>
                  </a:lnTo>
                  <a:lnTo>
                    <a:pt x="723379" y="284010"/>
                  </a:lnTo>
                  <a:close/>
                </a:path>
                <a:path w="2409825" h="798195">
                  <a:moveTo>
                    <a:pt x="723379" y="0"/>
                  </a:moveTo>
                  <a:lnTo>
                    <a:pt x="692162" y="0"/>
                  </a:lnTo>
                  <a:lnTo>
                    <a:pt x="692162" y="229946"/>
                  </a:lnTo>
                  <a:lnTo>
                    <a:pt x="723379" y="229946"/>
                  </a:lnTo>
                  <a:lnTo>
                    <a:pt x="723379" y="0"/>
                  </a:lnTo>
                  <a:close/>
                </a:path>
                <a:path w="2409825" h="798195">
                  <a:moveTo>
                    <a:pt x="800277" y="284010"/>
                  </a:moveTo>
                  <a:lnTo>
                    <a:pt x="769073" y="284010"/>
                  </a:lnTo>
                  <a:lnTo>
                    <a:pt x="769073" y="513956"/>
                  </a:lnTo>
                  <a:lnTo>
                    <a:pt x="800277" y="513956"/>
                  </a:lnTo>
                  <a:lnTo>
                    <a:pt x="800277" y="284010"/>
                  </a:lnTo>
                  <a:close/>
                </a:path>
                <a:path w="2409825" h="798195">
                  <a:moveTo>
                    <a:pt x="800277" y="0"/>
                  </a:moveTo>
                  <a:lnTo>
                    <a:pt x="769073" y="0"/>
                  </a:lnTo>
                  <a:lnTo>
                    <a:pt x="769073" y="229946"/>
                  </a:lnTo>
                  <a:lnTo>
                    <a:pt x="800277" y="229946"/>
                  </a:lnTo>
                  <a:lnTo>
                    <a:pt x="800277" y="0"/>
                  </a:lnTo>
                  <a:close/>
                </a:path>
                <a:path w="2409825" h="798195">
                  <a:moveTo>
                    <a:pt x="879043" y="284010"/>
                  </a:moveTo>
                  <a:lnTo>
                    <a:pt x="847826" y="284010"/>
                  </a:lnTo>
                  <a:lnTo>
                    <a:pt x="847826" y="513956"/>
                  </a:lnTo>
                  <a:lnTo>
                    <a:pt x="879043" y="513956"/>
                  </a:lnTo>
                  <a:lnTo>
                    <a:pt x="879043" y="284010"/>
                  </a:lnTo>
                  <a:close/>
                </a:path>
                <a:path w="2409825" h="798195">
                  <a:moveTo>
                    <a:pt x="879043" y="0"/>
                  </a:moveTo>
                  <a:lnTo>
                    <a:pt x="847826" y="0"/>
                  </a:lnTo>
                  <a:lnTo>
                    <a:pt x="847826" y="229946"/>
                  </a:lnTo>
                  <a:lnTo>
                    <a:pt x="879043" y="229946"/>
                  </a:lnTo>
                  <a:lnTo>
                    <a:pt x="879043" y="0"/>
                  </a:lnTo>
                  <a:close/>
                </a:path>
                <a:path w="2409825" h="798195">
                  <a:moveTo>
                    <a:pt x="955941" y="284010"/>
                  </a:moveTo>
                  <a:lnTo>
                    <a:pt x="924725" y="284010"/>
                  </a:lnTo>
                  <a:lnTo>
                    <a:pt x="924725" y="513956"/>
                  </a:lnTo>
                  <a:lnTo>
                    <a:pt x="955941" y="513956"/>
                  </a:lnTo>
                  <a:lnTo>
                    <a:pt x="955941" y="284010"/>
                  </a:lnTo>
                  <a:close/>
                </a:path>
                <a:path w="2409825" h="798195">
                  <a:moveTo>
                    <a:pt x="955941" y="0"/>
                  </a:moveTo>
                  <a:lnTo>
                    <a:pt x="924725" y="0"/>
                  </a:lnTo>
                  <a:lnTo>
                    <a:pt x="924725" y="229946"/>
                  </a:lnTo>
                  <a:lnTo>
                    <a:pt x="955941" y="229946"/>
                  </a:lnTo>
                  <a:lnTo>
                    <a:pt x="955941" y="0"/>
                  </a:lnTo>
                  <a:close/>
                </a:path>
                <a:path w="2409825" h="798195">
                  <a:moveTo>
                    <a:pt x="1032852" y="284010"/>
                  </a:moveTo>
                  <a:lnTo>
                    <a:pt x="1001636" y="284010"/>
                  </a:lnTo>
                  <a:lnTo>
                    <a:pt x="1001636" y="513956"/>
                  </a:lnTo>
                  <a:lnTo>
                    <a:pt x="1032852" y="513956"/>
                  </a:lnTo>
                  <a:lnTo>
                    <a:pt x="1032852" y="284010"/>
                  </a:lnTo>
                  <a:close/>
                </a:path>
                <a:path w="2409825" h="798195">
                  <a:moveTo>
                    <a:pt x="1032852" y="0"/>
                  </a:moveTo>
                  <a:lnTo>
                    <a:pt x="1001636" y="0"/>
                  </a:lnTo>
                  <a:lnTo>
                    <a:pt x="1001636" y="229946"/>
                  </a:lnTo>
                  <a:lnTo>
                    <a:pt x="1032852" y="229946"/>
                  </a:lnTo>
                  <a:lnTo>
                    <a:pt x="1032852" y="0"/>
                  </a:lnTo>
                  <a:close/>
                </a:path>
                <a:path w="2409825" h="798195">
                  <a:moveTo>
                    <a:pt x="1109764" y="284010"/>
                  </a:moveTo>
                  <a:lnTo>
                    <a:pt x="1078547" y="284010"/>
                  </a:lnTo>
                  <a:lnTo>
                    <a:pt x="1078547" y="513956"/>
                  </a:lnTo>
                  <a:lnTo>
                    <a:pt x="1109764" y="513956"/>
                  </a:lnTo>
                  <a:lnTo>
                    <a:pt x="1109764" y="284010"/>
                  </a:lnTo>
                  <a:close/>
                </a:path>
                <a:path w="2409825" h="798195">
                  <a:moveTo>
                    <a:pt x="1109764" y="0"/>
                  </a:moveTo>
                  <a:lnTo>
                    <a:pt x="1078547" y="0"/>
                  </a:lnTo>
                  <a:lnTo>
                    <a:pt x="1078547" y="229946"/>
                  </a:lnTo>
                  <a:lnTo>
                    <a:pt x="1109764" y="229946"/>
                  </a:lnTo>
                  <a:lnTo>
                    <a:pt x="1109764" y="0"/>
                  </a:lnTo>
                  <a:close/>
                </a:path>
                <a:path w="2409825" h="798195">
                  <a:moveTo>
                    <a:pt x="1186662" y="284010"/>
                  </a:moveTo>
                  <a:lnTo>
                    <a:pt x="1155458" y="284010"/>
                  </a:lnTo>
                  <a:lnTo>
                    <a:pt x="1155458" y="513956"/>
                  </a:lnTo>
                  <a:lnTo>
                    <a:pt x="1186662" y="513956"/>
                  </a:lnTo>
                  <a:lnTo>
                    <a:pt x="1186662" y="284010"/>
                  </a:lnTo>
                  <a:close/>
                </a:path>
                <a:path w="2409825" h="798195">
                  <a:moveTo>
                    <a:pt x="1186662" y="0"/>
                  </a:moveTo>
                  <a:lnTo>
                    <a:pt x="1155458" y="0"/>
                  </a:lnTo>
                  <a:lnTo>
                    <a:pt x="1155458" y="229946"/>
                  </a:lnTo>
                  <a:lnTo>
                    <a:pt x="1186662" y="229946"/>
                  </a:lnTo>
                  <a:lnTo>
                    <a:pt x="1186662" y="0"/>
                  </a:lnTo>
                  <a:close/>
                </a:path>
                <a:path w="2409825" h="798195">
                  <a:moveTo>
                    <a:pt x="1263561" y="284010"/>
                  </a:moveTo>
                  <a:lnTo>
                    <a:pt x="1232357" y="284010"/>
                  </a:lnTo>
                  <a:lnTo>
                    <a:pt x="1232357" y="513956"/>
                  </a:lnTo>
                  <a:lnTo>
                    <a:pt x="1263561" y="513956"/>
                  </a:lnTo>
                  <a:lnTo>
                    <a:pt x="1263561" y="284010"/>
                  </a:lnTo>
                  <a:close/>
                </a:path>
                <a:path w="2409825" h="798195">
                  <a:moveTo>
                    <a:pt x="1263561" y="0"/>
                  </a:moveTo>
                  <a:lnTo>
                    <a:pt x="1232357" y="0"/>
                  </a:lnTo>
                  <a:lnTo>
                    <a:pt x="1232357" y="229946"/>
                  </a:lnTo>
                  <a:lnTo>
                    <a:pt x="1263561" y="229946"/>
                  </a:lnTo>
                  <a:lnTo>
                    <a:pt x="1263561" y="0"/>
                  </a:lnTo>
                  <a:close/>
                </a:path>
                <a:path w="2409825" h="798195">
                  <a:moveTo>
                    <a:pt x="1340472" y="284010"/>
                  </a:moveTo>
                  <a:lnTo>
                    <a:pt x="1309255" y="284010"/>
                  </a:lnTo>
                  <a:lnTo>
                    <a:pt x="1309255" y="513956"/>
                  </a:lnTo>
                  <a:lnTo>
                    <a:pt x="1340472" y="513956"/>
                  </a:lnTo>
                  <a:lnTo>
                    <a:pt x="1340472" y="284010"/>
                  </a:lnTo>
                  <a:close/>
                </a:path>
                <a:path w="2409825" h="798195">
                  <a:moveTo>
                    <a:pt x="1340472" y="0"/>
                  </a:moveTo>
                  <a:lnTo>
                    <a:pt x="1309255" y="0"/>
                  </a:lnTo>
                  <a:lnTo>
                    <a:pt x="1309255" y="229946"/>
                  </a:lnTo>
                  <a:lnTo>
                    <a:pt x="1340472" y="229946"/>
                  </a:lnTo>
                  <a:lnTo>
                    <a:pt x="1340472" y="0"/>
                  </a:lnTo>
                  <a:close/>
                </a:path>
                <a:path w="2409825" h="798195">
                  <a:moveTo>
                    <a:pt x="1417383" y="284010"/>
                  </a:moveTo>
                  <a:lnTo>
                    <a:pt x="1386166" y="284010"/>
                  </a:lnTo>
                  <a:lnTo>
                    <a:pt x="1386166" y="513956"/>
                  </a:lnTo>
                  <a:lnTo>
                    <a:pt x="1417383" y="513956"/>
                  </a:lnTo>
                  <a:lnTo>
                    <a:pt x="1417383" y="284010"/>
                  </a:lnTo>
                  <a:close/>
                </a:path>
                <a:path w="2409825" h="798195">
                  <a:moveTo>
                    <a:pt x="1417383" y="0"/>
                  </a:moveTo>
                  <a:lnTo>
                    <a:pt x="1386166" y="0"/>
                  </a:lnTo>
                  <a:lnTo>
                    <a:pt x="1386166" y="229946"/>
                  </a:lnTo>
                  <a:lnTo>
                    <a:pt x="1417383" y="229946"/>
                  </a:lnTo>
                  <a:lnTo>
                    <a:pt x="1417383" y="0"/>
                  </a:lnTo>
                  <a:close/>
                </a:path>
                <a:path w="2409825" h="798195">
                  <a:moveTo>
                    <a:pt x="1494294" y="284010"/>
                  </a:moveTo>
                  <a:lnTo>
                    <a:pt x="1463078" y="284010"/>
                  </a:lnTo>
                  <a:lnTo>
                    <a:pt x="1463078" y="513956"/>
                  </a:lnTo>
                  <a:lnTo>
                    <a:pt x="1494294" y="513956"/>
                  </a:lnTo>
                  <a:lnTo>
                    <a:pt x="1494294" y="284010"/>
                  </a:lnTo>
                  <a:close/>
                </a:path>
                <a:path w="2409825" h="798195">
                  <a:moveTo>
                    <a:pt x="1494294" y="0"/>
                  </a:moveTo>
                  <a:lnTo>
                    <a:pt x="1463078" y="0"/>
                  </a:lnTo>
                  <a:lnTo>
                    <a:pt x="1463078" y="229946"/>
                  </a:lnTo>
                  <a:lnTo>
                    <a:pt x="1494294" y="229946"/>
                  </a:lnTo>
                  <a:lnTo>
                    <a:pt x="1494294" y="0"/>
                  </a:lnTo>
                  <a:close/>
                </a:path>
                <a:path w="2409825" h="798195">
                  <a:moveTo>
                    <a:pt x="1571193" y="284010"/>
                  </a:moveTo>
                  <a:lnTo>
                    <a:pt x="1539976" y="284010"/>
                  </a:lnTo>
                  <a:lnTo>
                    <a:pt x="1539976" y="513956"/>
                  </a:lnTo>
                  <a:lnTo>
                    <a:pt x="1571193" y="513956"/>
                  </a:lnTo>
                  <a:lnTo>
                    <a:pt x="1571193" y="284010"/>
                  </a:lnTo>
                  <a:close/>
                </a:path>
                <a:path w="2409825" h="798195">
                  <a:moveTo>
                    <a:pt x="1571193" y="0"/>
                  </a:moveTo>
                  <a:lnTo>
                    <a:pt x="1539976" y="0"/>
                  </a:lnTo>
                  <a:lnTo>
                    <a:pt x="1539976" y="229946"/>
                  </a:lnTo>
                  <a:lnTo>
                    <a:pt x="1571193" y="229946"/>
                  </a:lnTo>
                  <a:lnTo>
                    <a:pt x="1571193" y="0"/>
                  </a:lnTo>
                  <a:close/>
                </a:path>
                <a:path w="2409825" h="798195">
                  <a:moveTo>
                    <a:pt x="1648104" y="284010"/>
                  </a:moveTo>
                  <a:lnTo>
                    <a:pt x="1616887" y="284010"/>
                  </a:lnTo>
                  <a:lnTo>
                    <a:pt x="1616887" y="513956"/>
                  </a:lnTo>
                  <a:lnTo>
                    <a:pt x="1648104" y="513956"/>
                  </a:lnTo>
                  <a:lnTo>
                    <a:pt x="1648104" y="284010"/>
                  </a:lnTo>
                  <a:close/>
                </a:path>
                <a:path w="2409825" h="798195">
                  <a:moveTo>
                    <a:pt x="1648104" y="0"/>
                  </a:moveTo>
                  <a:lnTo>
                    <a:pt x="1616887" y="0"/>
                  </a:lnTo>
                  <a:lnTo>
                    <a:pt x="1616887" y="229946"/>
                  </a:lnTo>
                  <a:lnTo>
                    <a:pt x="1648104" y="229946"/>
                  </a:lnTo>
                  <a:lnTo>
                    <a:pt x="1648104" y="0"/>
                  </a:lnTo>
                  <a:close/>
                </a:path>
                <a:path w="2409825" h="798195">
                  <a:moveTo>
                    <a:pt x="1717332" y="284010"/>
                  </a:moveTo>
                  <a:lnTo>
                    <a:pt x="1686115" y="284010"/>
                  </a:lnTo>
                  <a:lnTo>
                    <a:pt x="1686115" y="513956"/>
                  </a:lnTo>
                  <a:lnTo>
                    <a:pt x="1717332" y="513956"/>
                  </a:lnTo>
                  <a:lnTo>
                    <a:pt x="1717332" y="284010"/>
                  </a:lnTo>
                  <a:close/>
                </a:path>
                <a:path w="2409825" h="798195">
                  <a:moveTo>
                    <a:pt x="1717332" y="0"/>
                  </a:moveTo>
                  <a:lnTo>
                    <a:pt x="1686115" y="0"/>
                  </a:lnTo>
                  <a:lnTo>
                    <a:pt x="1686115" y="229946"/>
                  </a:lnTo>
                  <a:lnTo>
                    <a:pt x="1717332" y="229946"/>
                  </a:lnTo>
                  <a:lnTo>
                    <a:pt x="1717332" y="0"/>
                  </a:lnTo>
                  <a:close/>
                </a:path>
                <a:path w="2409825" h="798195">
                  <a:moveTo>
                    <a:pt x="1794243" y="284010"/>
                  </a:moveTo>
                  <a:lnTo>
                    <a:pt x="1763026" y="284010"/>
                  </a:lnTo>
                  <a:lnTo>
                    <a:pt x="1763026" y="513956"/>
                  </a:lnTo>
                  <a:lnTo>
                    <a:pt x="1794243" y="513956"/>
                  </a:lnTo>
                  <a:lnTo>
                    <a:pt x="1794243" y="284010"/>
                  </a:lnTo>
                  <a:close/>
                </a:path>
                <a:path w="2409825" h="798195">
                  <a:moveTo>
                    <a:pt x="1794243" y="0"/>
                  </a:moveTo>
                  <a:lnTo>
                    <a:pt x="1763026" y="0"/>
                  </a:lnTo>
                  <a:lnTo>
                    <a:pt x="1763026" y="229946"/>
                  </a:lnTo>
                  <a:lnTo>
                    <a:pt x="1794243" y="229946"/>
                  </a:lnTo>
                  <a:lnTo>
                    <a:pt x="1794243" y="0"/>
                  </a:lnTo>
                  <a:close/>
                </a:path>
                <a:path w="2409825" h="798195">
                  <a:moveTo>
                    <a:pt x="1871141" y="284010"/>
                  </a:moveTo>
                  <a:lnTo>
                    <a:pt x="1839925" y="284010"/>
                  </a:lnTo>
                  <a:lnTo>
                    <a:pt x="1839925" y="513956"/>
                  </a:lnTo>
                  <a:lnTo>
                    <a:pt x="1871141" y="513956"/>
                  </a:lnTo>
                  <a:lnTo>
                    <a:pt x="1871141" y="284010"/>
                  </a:lnTo>
                  <a:close/>
                </a:path>
                <a:path w="2409825" h="798195">
                  <a:moveTo>
                    <a:pt x="1871141" y="0"/>
                  </a:moveTo>
                  <a:lnTo>
                    <a:pt x="1839925" y="0"/>
                  </a:lnTo>
                  <a:lnTo>
                    <a:pt x="1839925" y="229946"/>
                  </a:lnTo>
                  <a:lnTo>
                    <a:pt x="1871141" y="229946"/>
                  </a:lnTo>
                  <a:lnTo>
                    <a:pt x="1871141" y="0"/>
                  </a:lnTo>
                  <a:close/>
                </a:path>
                <a:path w="2409825" h="798195">
                  <a:moveTo>
                    <a:pt x="1948053" y="284010"/>
                  </a:moveTo>
                  <a:lnTo>
                    <a:pt x="1916836" y="284010"/>
                  </a:lnTo>
                  <a:lnTo>
                    <a:pt x="1916836" y="513956"/>
                  </a:lnTo>
                  <a:lnTo>
                    <a:pt x="1948053" y="513956"/>
                  </a:lnTo>
                  <a:lnTo>
                    <a:pt x="1948053" y="284010"/>
                  </a:lnTo>
                  <a:close/>
                </a:path>
                <a:path w="2409825" h="798195">
                  <a:moveTo>
                    <a:pt x="1948053" y="0"/>
                  </a:moveTo>
                  <a:lnTo>
                    <a:pt x="1916836" y="0"/>
                  </a:lnTo>
                  <a:lnTo>
                    <a:pt x="1916836" y="229946"/>
                  </a:lnTo>
                  <a:lnTo>
                    <a:pt x="1948053" y="229946"/>
                  </a:lnTo>
                  <a:lnTo>
                    <a:pt x="1948053" y="0"/>
                  </a:lnTo>
                  <a:close/>
                </a:path>
                <a:path w="2409825" h="798195">
                  <a:moveTo>
                    <a:pt x="2024951" y="284010"/>
                  </a:moveTo>
                  <a:lnTo>
                    <a:pt x="1993747" y="284010"/>
                  </a:lnTo>
                  <a:lnTo>
                    <a:pt x="1993747" y="513956"/>
                  </a:lnTo>
                  <a:lnTo>
                    <a:pt x="2024951" y="513956"/>
                  </a:lnTo>
                  <a:lnTo>
                    <a:pt x="2024951" y="284010"/>
                  </a:lnTo>
                  <a:close/>
                </a:path>
                <a:path w="2409825" h="798195">
                  <a:moveTo>
                    <a:pt x="2024951" y="0"/>
                  </a:moveTo>
                  <a:lnTo>
                    <a:pt x="1993747" y="0"/>
                  </a:lnTo>
                  <a:lnTo>
                    <a:pt x="1993747" y="229946"/>
                  </a:lnTo>
                  <a:lnTo>
                    <a:pt x="2024951" y="229946"/>
                  </a:lnTo>
                  <a:lnTo>
                    <a:pt x="2024951" y="0"/>
                  </a:lnTo>
                  <a:close/>
                </a:path>
                <a:path w="2409825" h="798195">
                  <a:moveTo>
                    <a:pt x="2101862" y="284010"/>
                  </a:moveTo>
                  <a:lnTo>
                    <a:pt x="2070646" y="284010"/>
                  </a:lnTo>
                  <a:lnTo>
                    <a:pt x="2070646" y="513956"/>
                  </a:lnTo>
                  <a:lnTo>
                    <a:pt x="2101862" y="513956"/>
                  </a:lnTo>
                  <a:lnTo>
                    <a:pt x="2101862" y="284010"/>
                  </a:lnTo>
                  <a:close/>
                </a:path>
                <a:path w="2409825" h="798195">
                  <a:moveTo>
                    <a:pt x="2101862" y="0"/>
                  </a:moveTo>
                  <a:lnTo>
                    <a:pt x="2070646" y="0"/>
                  </a:lnTo>
                  <a:lnTo>
                    <a:pt x="2070646" y="229946"/>
                  </a:lnTo>
                  <a:lnTo>
                    <a:pt x="2101862" y="229946"/>
                  </a:lnTo>
                  <a:lnTo>
                    <a:pt x="2101862" y="0"/>
                  </a:lnTo>
                  <a:close/>
                </a:path>
                <a:path w="2409825" h="798195">
                  <a:moveTo>
                    <a:pt x="2178761" y="284010"/>
                  </a:moveTo>
                  <a:lnTo>
                    <a:pt x="2147544" y="284010"/>
                  </a:lnTo>
                  <a:lnTo>
                    <a:pt x="2147544" y="513956"/>
                  </a:lnTo>
                  <a:lnTo>
                    <a:pt x="2178761" y="513956"/>
                  </a:lnTo>
                  <a:lnTo>
                    <a:pt x="2178761" y="284010"/>
                  </a:lnTo>
                  <a:close/>
                </a:path>
                <a:path w="2409825" h="798195">
                  <a:moveTo>
                    <a:pt x="2178761" y="0"/>
                  </a:moveTo>
                  <a:lnTo>
                    <a:pt x="2147544" y="0"/>
                  </a:lnTo>
                  <a:lnTo>
                    <a:pt x="2147544" y="229946"/>
                  </a:lnTo>
                  <a:lnTo>
                    <a:pt x="2178761" y="229946"/>
                  </a:lnTo>
                  <a:lnTo>
                    <a:pt x="2178761" y="0"/>
                  </a:lnTo>
                  <a:close/>
                </a:path>
                <a:path w="2409825" h="798195">
                  <a:moveTo>
                    <a:pt x="2255672" y="284010"/>
                  </a:moveTo>
                  <a:lnTo>
                    <a:pt x="2224455" y="284010"/>
                  </a:lnTo>
                  <a:lnTo>
                    <a:pt x="2224455" y="513956"/>
                  </a:lnTo>
                  <a:lnTo>
                    <a:pt x="2255672" y="513956"/>
                  </a:lnTo>
                  <a:lnTo>
                    <a:pt x="2255672" y="284010"/>
                  </a:lnTo>
                  <a:close/>
                </a:path>
                <a:path w="2409825" h="798195">
                  <a:moveTo>
                    <a:pt x="2255672" y="0"/>
                  </a:moveTo>
                  <a:lnTo>
                    <a:pt x="2224455" y="0"/>
                  </a:lnTo>
                  <a:lnTo>
                    <a:pt x="2224455" y="229946"/>
                  </a:lnTo>
                  <a:lnTo>
                    <a:pt x="2255672" y="229946"/>
                  </a:lnTo>
                  <a:lnTo>
                    <a:pt x="2255672" y="0"/>
                  </a:lnTo>
                  <a:close/>
                </a:path>
                <a:path w="2409825" h="798195">
                  <a:moveTo>
                    <a:pt x="2332583" y="284010"/>
                  </a:moveTo>
                  <a:lnTo>
                    <a:pt x="2301367" y="284010"/>
                  </a:lnTo>
                  <a:lnTo>
                    <a:pt x="2301367" y="513956"/>
                  </a:lnTo>
                  <a:lnTo>
                    <a:pt x="2332583" y="513956"/>
                  </a:lnTo>
                  <a:lnTo>
                    <a:pt x="2332583" y="284010"/>
                  </a:lnTo>
                  <a:close/>
                </a:path>
                <a:path w="2409825" h="798195">
                  <a:moveTo>
                    <a:pt x="2332583" y="0"/>
                  </a:moveTo>
                  <a:lnTo>
                    <a:pt x="2301367" y="0"/>
                  </a:lnTo>
                  <a:lnTo>
                    <a:pt x="2301367" y="229946"/>
                  </a:lnTo>
                  <a:lnTo>
                    <a:pt x="2332583" y="229946"/>
                  </a:lnTo>
                  <a:lnTo>
                    <a:pt x="2332583" y="0"/>
                  </a:lnTo>
                  <a:close/>
                </a:path>
                <a:path w="2409825" h="798195">
                  <a:moveTo>
                    <a:pt x="2409494" y="284010"/>
                  </a:moveTo>
                  <a:lnTo>
                    <a:pt x="2378278" y="284010"/>
                  </a:lnTo>
                  <a:lnTo>
                    <a:pt x="2378278" y="513956"/>
                  </a:lnTo>
                  <a:lnTo>
                    <a:pt x="2409494" y="513956"/>
                  </a:lnTo>
                  <a:lnTo>
                    <a:pt x="2409494" y="284010"/>
                  </a:lnTo>
                  <a:close/>
                </a:path>
                <a:path w="2409825" h="798195">
                  <a:moveTo>
                    <a:pt x="2409494" y="0"/>
                  </a:moveTo>
                  <a:lnTo>
                    <a:pt x="2378278" y="0"/>
                  </a:lnTo>
                  <a:lnTo>
                    <a:pt x="2378278" y="229946"/>
                  </a:lnTo>
                  <a:lnTo>
                    <a:pt x="2409494" y="229946"/>
                  </a:lnTo>
                  <a:lnTo>
                    <a:pt x="2409494" y="0"/>
                  </a:lnTo>
                  <a:close/>
                </a:path>
              </a:pathLst>
            </a:custGeom>
            <a:solidFill>
              <a:srgbClr val="3CACDD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8027886" y="6120301"/>
              <a:ext cx="2564130" cy="1908810"/>
            </a:xfrm>
            <a:custGeom>
              <a:avLst/>
              <a:gdLst/>
              <a:ahLst/>
              <a:cxnLst/>
              <a:rect l="l" t="t" r="r" b="b"/>
              <a:pathLst>
                <a:path w="2564129" h="1908809">
                  <a:moveTo>
                    <a:pt x="107619" y="283997"/>
                  </a:moveTo>
                  <a:lnTo>
                    <a:pt x="76403" y="283997"/>
                  </a:lnTo>
                  <a:lnTo>
                    <a:pt x="76403" y="513956"/>
                  </a:lnTo>
                  <a:lnTo>
                    <a:pt x="107619" y="513956"/>
                  </a:lnTo>
                  <a:lnTo>
                    <a:pt x="107619" y="283997"/>
                  </a:lnTo>
                  <a:close/>
                </a:path>
                <a:path w="2564129" h="1908809">
                  <a:moveTo>
                    <a:pt x="184531" y="283997"/>
                  </a:moveTo>
                  <a:lnTo>
                    <a:pt x="153314" y="283997"/>
                  </a:lnTo>
                  <a:lnTo>
                    <a:pt x="153314" y="513956"/>
                  </a:lnTo>
                  <a:lnTo>
                    <a:pt x="184531" y="513956"/>
                  </a:lnTo>
                  <a:lnTo>
                    <a:pt x="184531" y="283997"/>
                  </a:lnTo>
                  <a:close/>
                </a:path>
                <a:path w="2564129" h="1908809">
                  <a:moveTo>
                    <a:pt x="261442" y="283997"/>
                  </a:moveTo>
                  <a:lnTo>
                    <a:pt x="230225" y="283997"/>
                  </a:lnTo>
                  <a:lnTo>
                    <a:pt x="230225" y="513956"/>
                  </a:lnTo>
                  <a:lnTo>
                    <a:pt x="261442" y="513956"/>
                  </a:lnTo>
                  <a:lnTo>
                    <a:pt x="261442" y="283997"/>
                  </a:lnTo>
                  <a:close/>
                </a:path>
                <a:path w="2564129" h="1908809">
                  <a:moveTo>
                    <a:pt x="338340" y="283997"/>
                  </a:moveTo>
                  <a:lnTo>
                    <a:pt x="307136" y="283997"/>
                  </a:lnTo>
                  <a:lnTo>
                    <a:pt x="307136" y="513956"/>
                  </a:lnTo>
                  <a:lnTo>
                    <a:pt x="338340" y="513956"/>
                  </a:lnTo>
                  <a:lnTo>
                    <a:pt x="338340" y="283997"/>
                  </a:lnTo>
                  <a:close/>
                </a:path>
                <a:path w="2564129" h="1908809">
                  <a:moveTo>
                    <a:pt x="415239" y="283997"/>
                  </a:moveTo>
                  <a:lnTo>
                    <a:pt x="384035" y="283997"/>
                  </a:lnTo>
                  <a:lnTo>
                    <a:pt x="384035" y="513956"/>
                  </a:lnTo>
                  <a:lnTo>
                    <a:pt x="415239" y="513956"/>
                  </a:lnTo>
                  <a:lnTo>
                    <a:pt x="415239" y="283997"/>
                  </a:lnTo>
                  <a:close/>
                </a:path>
                <a:path w="2564129" h="1908809">
                  <a:moveTo>
                    <a:pt x="492150" y="283997"/>
                  </a:moveTo>
                  <a:lnTo>
                    <a:pt x="460933" y="283997"/>
                  </a:lnTo>
                  <a:lnTo>
                    <a:pt x="460933" y="513956"/>
                  </a:lnTo>
                  <a:lnTo>
                    <a:pt x="492150" y="513956"/>
                  </a:lnTo>
                  <a:lnTo>
                    <a:pt x="492150" y="283997"/>
                  </a:lnTo>
                  <a:close/>
                </a:path>
                <a:path w="2564129" h="1908809">
                  <a:moveTo>
                    <a:pt x="569061" y="283997"/>
                  </a:moveTo>
                  <a:lnTo>
                    <a:pt x="537845" y="283997"/>
                  </a:lnTo>
                  <a:lnTo>
                    <a:pt x="537845" y="513956"/>
                  </a:lnTo>
                  <a:lnTo>
                    <a:pt x="569061" y="513956"/>
                  </a:lnTo>
                  <a:lnTo>
                    <a:pt x="569061" y="283997"/>
                  </a:lnTo>
                  <a:close/>
                </a:path>
                <a:path w="2564129" h="1908809">
                  <a:moveTo>
                    <a:pt x="569061" y="0"/>
                  </a:moveTo>
                  <a:lnTo>
                    <a:pt x="537845" y="0"/>
                  </a:lnTo>
                  <a:lnTo>
                    <a:pt x="537845" y="229946"/>
                  </a:lnTo>
                  <a:lnTo>
                    <a:pt x="569061" y="229946"/>
                  </a:lnTo>
                  <a:lnTo>
                    <a:pt x="569061" y="0"/>
                  </a:lnTo>
                  <a:close/>
                </a:path>
                <a:path w="2564129" h="1908809">
                  <a:moveTo>
                    <a:pt x="645972" y="283997"/>
                  </a:moveTo>
                  <a:lnTo>
                    <a:pt x="614756" y="283997"/>
                  </a:lnTo>
                  <a:lnTo>
                    <a:pt x="614756" y="513956"/>
                  </a:lnTo>
                  <a:lnTo>
                    <a:pt x="645972" y="513956"/>
                  </a:lnTo>
                  <a:lnTo>
                    <a:pt x="645972" y="283997"/>
                  </a:lnTo>
                  <a:close/>
                </a:path>
                <a:path w="2564129" h="1908809">
                  <a:moveTo>
                    <a:pt x="645972" y="0"/>
                  </a:moveTo>
                  <a:lnTo>
                    <a:pt x="614756" y="0"/>
                  </a:lnTo>
                  <a:lnTo>
                    <a:pt x="614756" y="229946"/>
                  </a:lnTo>
                  <a:lnTo>
                    <a:pt x="645972" y="229946"/>
                  </a:lnTo>
                  <a:lnTo>
                    <a:pt x="645972" y="0"/>
                  </a:lnTo>
                  <a:close/>
                </a:path>
                <a:path w="2564129" h="1908809">
                  <a:moveTo>
                    <a:pt x="722871" y="283997"/>
                  </a:moveTo>
                  <a:lnTo>
                    <a:pt x="691654" y="283997"/>
                  </a:lnTo>
                  <a:lnTo>
                    <a:pt x="691654" y="513956"/>
                  </a:lnTo>
                  <a:lnTo>
                    <a:pt x="722871" y="513956"/>
                  </a:lnTo>
                  <a:lnTo>
                    <a:pt x="722871" y="283997"/>
                  </a:lnTo>
                  <a:close/>
                </a:path>
                <a:path w="2564129" h="1908809">
                  <a:moveTo>
                    <a:pt x="722871" y="0"/>
                  </a:moveTo>
                  <a:lnTo>
                    <a:pt x="691654" y="0"/>
                  </a:lnTo>
                  <a:lnTo>
                    <a:pt x="691654" y="229946"/>
                  </a:lnTo>
                  <a:lnTo>
                    <a:pt x="722871" y="229946"/>
                  </a:lnTo>
                  <a:lnTo>
                    <a:pt x="722871" y="0"/>
                  </a:lnTo>
                  <a:close/>
                </a:path>
                <a:path w="2564129" h="1908809">
                  <a:moveTo>
                    <a:pt x="799782" y="283997"/>
                  </a:moveTo>
                  <a:lnTo>
                    <a:pt x="768565" y="283997"/>
                  </a:lnTo>
                  <a:lnTo>
                    <a:pt x="768565" y="513956"/>
                  </a:lnTo>
                  <a:lnTo>
                    <a:pt x="799782" y="513956"/>
                  </a:lnTo>
                  <a:lnTo>
                    <a:pt x="799782" y="283997"/>
                  </a:lnTo>
                  <a:close/>
                </a:path>
                <a:path w="2564129" h="1908809">
                  <a:moveTo>
                    <a:pt x="799782" y="0"/>
                  </a:moveTo>
                  <a:lnTo>
                    <a:pt x="768565" y="0"/>
                  </a:lnTo>
                  <a:lnTo>
                    <a:pt x="768565" y="229946"/>
                  </a:lnTo>
                  <a:lnTo>
                    <a:pt x="799782" y="229946"/>
                  </a:lnTo>
                  <a:lnTo>
                    <a:pt x="799782" y="0"/>
                  </a:lnTo>
                  <a:close/>
                </a:path>
                <a:path w="2564129" h="1908809">
                  <a:moveTo>
                    <a:pt x="876681" y="283997"/>
                  </a:moveTo>
                  <a:lnTo>
                    <a:pt x="845477" y="283997"/>
                  </a:lnTo>
                  <a:lnTo>
                    <a:pt x="845477" y="513956"/>
                  </a:lnTo>
                  <a:lnTo>
                    <a:pt x="876681" y="513956"/>
                  </a:lnTo>
                  <a:lnTo>
                    <a:pt x="876681" y="283997"/>
                  </a:lnTo>
                  <a:close/>
                </a:path>
                <a:path w="2564129" h="1908809">
                  <a:moveTo>
                    <a:pt x="876681" y="0"/>
                  </a:moveTo>
                  <a:lnTo>
                    <a:pt x="845477" y="0"/>
                  </a:lnTo>
                  <a:lnTo>
                    <a:pt x="845477" y="229946"/>
                  </a:lnTo>
                  <a:lnTo>
                    <a:pt x="876681" y="229946"/>
                  </a:lnTo>
                  <a:lnTo>
                    <a:pt x="876681" y="0"/>
                  </a:lnTo>
                  <a:close/>
                </a:path>
                <a:path w="2564129" h="1908809">
                  <a:moveTo>
                    <a:pt x="955446" y="283997"/>
                  </a:moveTo>
                  <a:lnTo>
                    <a:pt x="924229" y="283997"/>
                  </a:lnTo>
                  <a:lnTo>
                    <a:pt x="924229" y="513956"/>
                  </a:lnTo>
                  <a:lnTo>
                    <a:pt x="955446" y="513956"/>
                  </a:lnTo>
                  <a:lnTo>
                    <a:pt x="955446" y="283997"/>
                  </a:lnTo>
                  <a:close/>
                </a:path>
                <a:path w="2564129" h="1908809">
                  <a:moveTo>
                    <a:pt x="955446" y="0"/>
                  </a:moveTo>
                  <a:lnTo>
                    <a:pt x="924229" y="0"/>
                  </a:lnTo>
                  <a:lnTo>
                    <a:pt x="924229" y="229946"/>
                  </a:lnTo>
                  <a:lnTo>
                    <a:pt x="955446" y="229946"/>
                  </a:lnTo>
                  <a:lnTo>
                    <a:pt x="955446" y="0"/>
                  </a:lnTo>
                  <a:close/>
                </a:path>
                <a:path w="2564129" h="1908809">
                  <a:moveTo>
                    <a:pt x="1032344" y="283997"/>
                  </a:moveTo>
                  <a:lnTo>
                    <a:pt x="1001128" y="283997"/>
                  </a:lnTo>
                  <a:lnTo>
                    <a:pt x="1001128" y="513956"/>
                  </a:lnTo>
                  <a:lnTo>
                    <a:pt x="1032344" y="513956"/>
                  </a:lnTo>
                  <a:lnTo>
                    <a:pt x="1032344" y="283997"/>
                  </a:lnTo>
                  <a:close/>
                </a:path>
                <a:path w="2564129" h="1908809">
                  <a:moveTo>
                    <a:pt x="1032344" y="0"/>
                  </a:moveTo>
                  <a:lnTo>
                    <a:pt x="1001128" y="0"/>
                  </a:lnTo>
                  <a:lnTo>
                    <a:pt x="1001128" y="229946"/>
                  </a:lnTo>
                  <a:lnTo>
                    <a:pt x="1032344" y="229946"/>
                  </a:lnTo>
                  <a:lnTo>
                    <a:pt x="1032344" y="0"/>
                  </a:lnTo>
                  <a:close/>
                </a:path>
                <a:path w="2564129" h="1908809">
                  <a:moveTo>
                    <a:pt x="1109256" y="283997"/>
                  </a:moveTo>
                  <a:lnTo>
                    <a:pt x="1078039" y="283997"/>
                  </a:lnTo>
                  <a:lnTo>
                    <a:pt x="1078039" y="513956"/>
                  </a:lnTo>
                  <a:lnTo>
                    <a:pt x="1109256" y="513956"/>
                  </a:lnTo>
                  <a:lnTo>
                    <a:pt x="1109256" y="283997"/>
                  </a:lnTo>
                  <a:close/>
                </a:path>
                <a:path w="2564129" h="1908809">
                  <a:moveTo>
                    <a:pt x="1109256" y="0"/>
                  </a:moveTo>
                  <a:lnTo>
                    <a:pt x="1078039" y="0"/>
                  </a:lnTo>
                  <a:lnTo>
                    <a:pt x="1078039" y="229946"/>
                  </a:lnTo>
                  <a:lnTo>
                    <a:pt x="1109256" y="229946"/>
                  </a:lnTo>
                  <a:lnTo>
                    <a:pt x="1109256" y="0"/>
                  </a:lnTo>
                  <a:close/>
                </a:path>
                <a:path w="2564129" h="1908809">
                  <a:moveTo>
                    <a:pt x="1186167" y="283997"/>
                  </a:moveTo>
                  <a:lnTo>
                    <a:pt x="1154950" y="283997"/>
                  </a:lnTo>
                  <a:lnTo>
                    <a:pt x="1154950" y="513956"/>
                  </a:lnTo>
                  <a:lnTo>
                    <a:pt x="1186167" y="513956"/>
                  </a:lnTo>
                  <a:lnTo>
                    <a:pt x="1186167" y="283997"/>
                  </a:lnTo>
                  <a:close/>
                </a:path>
                <a:path w="2564129" h="1908809">
                  <a:moveTo>
                    <a:pt x="1186167" y="0"/>
                  </a:moveTo>
                  <a:lnTo>
                    <a:pt x="1154950" y="0"/>
                  </a:lnTo>
                  <a:lnTo>
                    <a:pt x="1154950" y="229946"/>
                  </a:lnTo>
                  <a:lnTo>
                    <a:pt x="1186167" y="229946"/>
                  </a:lnTo>
                  <a:lnTo>
                    <a:pt x="1186167" y="0"/>
                  </a:lnTo>
                  <a:close/>
                </a:path>
                <a:path w="2564129" h="1908809">
                  <a:moveTo>
                    <a:pt x="1263065" y="283997"/>
                  </a:moveTo>
                  <a:lnTo>
                    <a:pt x="1231861" y="283997"/>
                  </a:lnTo>
                  <a:lnTo>
                    <a:pt x="1231861" y="513956"/>
                  </a:lnTo>
                  <a:lnTo>
                    <a:pt x="1263065" y="513956"/>
                  </a:lnTo>
                  <a:lnTo>
                    <a:pt x="1263065" y="283997"/>
                  </a:lnTo>
                  <a:close/>
                </a:path>
                <a:path w="2564129" h="1908809">
                  <a:moveTo>
                    <a:pt x="1263065" y="0"/>
                  </a:moveTo>
                  <a:lnTo>
                    <a:pt x="1231861" y="0"/>
                  </a:lnTo>
                  <a:lnTo>
                    <a:pt x="1231861" y="229946"/>
                  </a:lnTo>
                  <a:lnTo>
                    <a:pt x="1263065" y="229946"/>
                  </a:lnTo>
                  <a:lnTo>
                    <a:pt x="1263065" y="0"/>
                  </a:lnTo>
                  <a:close/>
                </a:path>
                <a:path w="2564129" h="1908809">
                  <a:moveTo>
                    <a:pt x="1339964" y="283997"/>
                  </a:moveTo>
                  <a:lnTo>
                    <a:pt x="1308760" y="283997"/>
                  </a:lnTo>
                  <a:lnTo>
                    <a:pt x="1308760" y="513956"/>
                  </a:lnTo>
                  <a:lnTo>
                    <a:pt x="1339964" y="513956"/>
                  </a:lnTo>
                  <a:lnTo>
                    <a:pt x="1339964" y="283997"/>
                  </a:lnTo>
                  <a:close/>
                </a:path>
                <a:path w="2564129" h="1908809">
                  <a:moveTo>
                    <a:pt x="1339964" y="0"/>
                  </a:moveTo>
                  <a:lnTo>
                    <a:pt x="1308760" y="0"/>
                  </a:lnTo>
                  <a:lnTo>
                    <a:pt x="1308760" y="229946"/>
                  </a:lnTo>
                  <a:lnTo>
                    <a:pt x="1339964" y="229946"/>
                  </a:lnTo>
                  <a:lnTo>
                    <a:pt x="1339964" y="0"/>
                  </a:lnTo>
                  <a:close/>
                </a:path>
                <a:path w="2564129" h="1908809">
                  <a:moveTo>
                    <a:pt x="1416875" y="283997"/>
                  </a:moveTo>
                  <a:lnTo>
                    <a:pt x="1385658" y="283997"/>
                  </a:lnTo>
                  <a:lnTo>
                    <a:pt x="1385658" y="513956"/>
                  </a:lnTo>
                  <a:lnTo>
                    <a:pt x="1416875" y="513956"/>
                  </a:lnTo>
                  <a:lnTo>
                    <a:pt x="1416875" y="283997"/>
                  </a:lnTo>
                  <a:close/>
                </a:path>
                <a:path w="2564129" h="1908809">
                  <a:moveTo>
                    <a:pt x="1416875" y="0"/>
                  </a:moveTo>
                  <a:lnTo>
                    <a:pt x="1385658" y="0"/>
                  </a:lnTo>
                  <a:lnTo>
                    <a:pt x="1385658" y="229946"/>
                  </a:lnTo>
                  <a:lnTo>
                    <a:pt x="1416875" y="229946"/>
                  </a:lnTo>
                  <a:lnTo>
                    <a:pt x="1416875" y="0"/>
                  </a:lnTo>
                  <a:close/>
                </a:path>
                <a:path w="2564129" h="1908809">
                  <a:moveTo>
                    <a:pt x="1493786" y="283997"/>
                  </a:moveTo>
                  <a:lnTo>
                    <a:pt x="1462570" y="283997"/>
                  </a:lnTo>
                  <a:lnTo>
                    <a:pt x="1462570" y="513956"/>
                  </a:lnTo>
                  <a:lnTo>
                    <a:pt x="1493786" y="513956"/>
                  </a:lnTo>
                  <a:lnTo>
                    <a:pt x="1493786" y="283997"/>
                  </a:lnTo>
                  <a:close/>
                </a:path>
                <a:path w="2564129" h="1908809">
                  <a:moveTo>
                    <a:pt x="1493786" y="0"/>
                  </a:moveTo>
                  <a:lnTo>
                    <a:pt x="1462570" y="0"/>
                  </a:lnTo>
                  <a:lnTo>
                    <a:pt x="1462570" y="229946"/>
                  </a:lnTo>
                  <a:lnTo>
                    <a:pt x="1493786" y="229946"/>
                  </a:lnTo>
                  <a:lnTo>
                    <a:pt x="1493786" y="0"/>
                  </a:lnTo>
                  <a:close/>
                </a:path>
                <a:path w="2564129" h="1908809">
                  <a:moveTo>
                    <a:pt x="1570697" y="283997"/>
                  </a:moveTo>
                  <a:lnTo>
                    <a:pt x="1539481" y="283997"/>
                  </a:lnTo>
                  <a:lnTo>
                    <a:pt x="1539481" y="513956"/>
                  </a:lnTo>
                  <a:lnTo>
                    <a:pt x="1570697" y="513956"/>
                  </a:lnTo>
                  <a:lnTo>
                    <a:pt x="1570697" y="283997"/>
                  </a:lnTo>
                  <a:close/>
                </a:path>
                <a:path w="2564129" h="1908809">
                  <a:moveTo>
                    <a:pt x="1570697" y="0"/>
                  </a:moveTo>
                  <a:lnTo>
                    <a:pt x="1539481" y="0"/>
                  </a:lnTo>
                  <a:lnTo>
                    <a:pt x="1539481" y="229946"/>
                  </a:lnTo>
                  <a:lnTo>
                    <a:pt x="1570697" y="229946"/>
                  </a:lnTo>
                  <a:lnTo>
                    <a:pt x="1570697" y="0"/>
                  </a:lnTo>
                  <a:close/>
                </a:path>
                <a:path w="2564129" h="1908809">
                  <a:moveTo>
                    <a:pt x="1647596" y="283997"/>
                  </a:moveTo>
                  <a:lnTo>
                    <a:pt x="1616379" y="283997"/>
                  </a:lnTo>
                  <a:lnTo>
                    <a:pt x="1616379" y="513956"/>
                  </a:lnTo>
                  <a:lnTo>
                    <a:pt x="1647596" y="513956"/>
                  </a:lnTo>
                  <a:lnTo>
                    <a:pt x="1647596" y="283997"/>
                  </a:lnTo>
                  <a:close/>
                </a:path>
                <a:path w="2564129" h="1908809">
                  <a:moveTo>
                    <a:pt x="1647596" y="0"/>
                  </a:moveTo>
                  <a:lnTo>
                    <a:pt x="1616379" y="0"/>
                  </a:lnTo>
                  <a:lnTo>
                    <a:pt x="1616379" y="229946"/>
                  </a:lnTo>
                  <a:lnTo>
                    <a:pt x="1647596" y="229946"/>
                  </a:lnTo>
                  <a:lnTo>
                    <a:pt x="1647596" y="0"/>
                  </a:lnTo>
                  <a:close/>
                </a:path>
                <a:path w="2564129" h="1908809">
                  <a:moveTo>
                    <a:pt x="1724507" y="283997"/>
                  </a:moveTo>
                  <a:lnTo>
                    <a:pt x="1693291" y="283997"/>
                  </a:lnTo>
                  <a:lnTo>
                    <a:pt x="1693291" y="513956"/>
                  </a:lnTo>
                  <a:lnTo>
                    <a:pt x="1724507" y="513956"/>
                  </a:lnTo>
                  <a:lnTo>
                    <a:pt x="1724507" y="283997"/>
                  </a:lnTo>
                  <a:close/>
                </a:path>
                <a:path w="2564129" h="1908809">
                  <a:moveTo>
                    <a:pt x="1724507" y="0"/>
                  </a:moveTo>
                  <a:lnTo>
                    <a:pt x="1693291" y="0"/>
                  </a:lnTo>
                  <a:lnTo>
                    <a:pt x="1693291" y="229946"/>
                  </a:lnTo>
                  <a:lnTo>
                    <a:pt x="1724507" y="229946"/>
                  </a:lnTo>
                  <a:lnTo>
                    <a:pt x="1724507" y="0"/>
                  </a:lnTo>
                  <a:close/>
                </a:path>
                <a:path w="2564129" h="1908809">
                  <a:moveTo>
                    <a:pt x="1793735" y="283997"/>
                  </a:moveTo>
                  <a:lnTo>
                    <a:pt x="1762518" y="283997"/>
                  </a:lnTo>
                  <a:lnTo>
                    <a:pt x="1762518" y="513956"/>
                  </a:lnTo>
                  <a:lnTo>
                    <a:pt x="1793735" y="513956"/>
                  </a:lnTo>
                  <a:lnTo>
                    <a:pt x="1793735" y="283997"/>
                  </a:lnTo>
                  <a:close/>
                </a:path>
                <a:path w="2564129" h="1908809">
                  <a:moveTo>
                    <a:pt x="1793735" y="0"/>
                  </a:moveTo>
                  <a:lnTo>
                    <a:pt x="1762518" y="0"/>
                  </a:lnTo>
                  <a:lnTo>
                    <a:pt x="1762518" y="229946"/>
                  </a:lnTo>
                  <a:lnTo>
                    <a:pt x="1793735" y="229946"/>
                  </a:lnTo>
                  <a:lnTo>
                    <a:pt x="1793735" y="0"/>
                  </a:lnTo>
                  <a:close/>
                </a:path>
                <a:path w="2564129" h="1908809">
                  <a:moveTo>
                    <a:pt x="1870646" y="283997"/>
                  </a:moveTo>
                  <a:lnTo>
                    <a:pt x="1839429" y="283997"/>
                  </a:lnTo>
                  <a:lnTo>
                    <a:pt x="1839429" y="513956"/>
                  </a:lnTo>
                  <a:lnTo>
                    <a:pt x="1870646" y="513956"/>
                  </a:lnTo>
                  <a:lnTo>
                    <a:pt x="1870646" y="283997"/>
                  </a:lnTo>
                  <a:close/>
                </a:path>
                <a:path w="2564129" h="1908809">
                  <a:moveTo>
                    <a:pt x="1870646" y="0"/>
                  </a:moveTo>
                  <a:lnTo>
                    <a:pt x="1839429" y="0"/>
                  </a:lnTo>
                  <a:lnTo>
                    <a:pt x="1839429" y="229946"/>
                  </a:lnTo>
                  <a:lnTo>
                    <a:pt x="1870646" y="229946"/>
                  </a:lnTo>
                  <a:lnTo>
                    <a:pt x="1870646" y="0"/>
                  </a:lnTo>
                  <a:close/>
                </a:path>
                <a:path w="2564129" h="1908809">
                  <a:moveTo>
                    <a:pt x="1947545" y="283997"/>
                  </a:moveTo>
                  <a:lnTo>
                    <a:pt x="1916328" y="283997"/>
                  </a:lnTo>
                  <a:lnTo>
                    <a:pt x="1916328" y="513956"/>
                  </a:lnTo>
                  <a:lnTo>
                    <a:pt x="1947545" y="513956"/>
                  </a:lnTo>
                  <a:lnTo>
                    <a:pt x="1947545" y="283997"/>
                  </a:lnTo>
                  <a:close/>
                </a:path>
                <a:path w="2564129" h="1908809">
                  <a:moveTo>
                    <a:pt x="1947545" y="0"/>
                  </a:moveTo>
                  <a:lnTo>
                    <a:pt x="1916328" y="0"/>
                  </a:lnTo>
                  <a:lnTo>
                    <a:pt x="1916328" y="229946"/>
                  </a:lnTo>
                  <a:lnTo>
                    <a:pt x="1947545" y="229946"/>
                  </a:lnTo>
                  <a:lnTo>
                    <a:pt x="1947545" y="0"/>
                  </a:lnTo>
                  <a:close/>
                </a:path>
                <a:path w="2564129" h="1908809">
                  <a:moveTo>
                    <a:pt x="2024456" y="283997"/>
                  </a:moveTo>
                  <a:lnTo>
                    <a:pt x="1993239" y="283997"/>
                  </a:lnTo>
                  <a:lnTo>
                    <a:pt x="1993239" y="513956"/>
                  </a:lnTo>
                  <a:lnTo>
                    <a:pt x="2024456" y="513956"/>
                  </a:lnTo>
                  <a:lnTo>
                    <a:pt x="2024456" y="283997"/>
                  </a:lnTo>
                  <a:close/>
                </a:path>
                <a:path w="2564129" h="1908809">
                  <a:moveTo>
                    <a:pt x="2024456" y="0"/>
                  </a:moveTo>
                  <a:lnTo>
                    <a:pt x="1993239" y="0"/>
                  </a:lnTo>
                  <a:lnTo>
                    <a:pt x="1993239" y="229946"/>
                  </a:lnTo>
                  <a:lnTo>
                    <a:pt x="2024456" y="229946"/>
                  </a:lnTo>
                  <a:lnTo>
                    <a:pt x="2024456" y="0"/>
                  </a:lnTo>
                  <a:close/>
                </a:path>
                <a:path w="2564129" h="1908809">
                  <a:moveTo>
                    <a:pt x="2101354" y="283997"/>
                  </a:moveTo>
                  <a:lnTo>
                    <a:pt x="2070150" y="283997"/>
                  </a:lnTo>
                  <a:lnTo>
                    <a:pt x="2070150" y="513956"/>
                  </a:lnTo>
                  <a:lnTo>
                    <a:pt x="2101354" y="513956"/>
                  </a:lnTo>
                  <a:lnTo>
                    <a:pt x="2101354" y="283997"/>
                  </a:lnTo>
                  <a:close/>
                </a:path>
                <a:path w="2564129" h="1908809">
                  <a:moveTo>
                    <a:pt x="2101354" y="0"/>
                  </a:moveTo>
                  <a:lnTo>
                    <a:pt x="2070150" y="0"/>
                  </a:lnTo>
                  <a:lnTo>
                    <a:pt x="2070150" y="229946"/>
                  </a:lnTo>
                  <a:lnTo>
                    <a:pt x="2101354" y="229946"/>
                  </a:lnTo>
                  <a:lnTo>
                    <a:pt x="2101354" y="0"/>
                  </a:lnTo>
                  <a:close/>
                </a:path>
                <a:path w="2564129" h="1908809">
                  <a:moveTo>
                    <a:pt x="2178266" y="283997"/>
                  </a:moveTo>
                  <a:lnTo>
                    <a:pt x="2147049" y="283997"/>
                  </a:lnTo>
                  <a:lnTo>
                    <a:pt x="2147049" y="513956"/>
                  </a:lnTo>
                  <a:lnTo>
                    <a:pt x="2178266" y="513956"/>
                  </a:lnTo>
                  <a:lnTo>
                    <a:pt x="2178266" y="283997"/>
                  </a:lnTo>
                  <a:close/>
                </a:path>
                <a:path w="2564129" h="1908809">
                  <a:moveTo>
                    <a:pt x="2178266" y="0"/>
                  </a:moveTo>
                  <a:lnTo>
                    <a:pt x="2147049" y="0"/>
                  </a:lnTo>
                  <a:lnTo>
                    <a:pt x="2147049" y="229946"/>
                  </a:lnTo>
                  <a:lnTo>
                    <a:pt x="2178266" y="229946"/>
                  </a:lnTo>
                  <a:lnTo>
                    <a:pt x="2178266" y="0"/>
                  </a:lnTo>
                  <a:close/>
                </a:path>
                <a:path w="2564129" h="1908809">
                  <a:moveTo>
                    <a:pt x="2255164" y="283997"/>
                  </a:moveTo>
                  <a:lnTo>
                    <a:pt x="2223947" y="283997"/>
                  </a:lnTo>
                  <a:lnTo>
                    <a:pt x="2223947" y="513956"/>
                  </a:lnTo>
                  <a:lnTo>
                    <a:pt x="2255164" y="513956"/>
                  </a:lnTo>
                  <a:lnTo>
                    <a:pt x="2255164" y="283997"/>
                  </a:lnTo>
                  <a:close/>
                </a:path>
                <a:path w="2564129" h="1908809">
                  <a:moveTo>
                    <a:pt x="2255164" y="0"/>
                  </a:moveTo>
                  <a:lnTo>
                    <a:pt x="2223947" y="0"/>
                  </a:lnTo>
                  <a:lnTo>
                    <a:pt x="2223947" y="229946"/>
                  </a:lnTo>
                  <a:lnTo>
                    <a:pt x="2255164" y="229946"/>
                  </a:lnTo>
                  <a:lnTo>
                    <a:pt x="2255164" y="0"/>
                  </a:lnTo>
                  <a:close/>
                </a:path>
                <a:path w="2564129" h="1908809">
                  <a:moveTo>
                    <a:pt x="2332075" y="283997"/>
                  </a:moveTo>
                  <a:lnTo>
                    <a:pt x="2300859" y="283997"/>
                  </a:lnTo>
                  <a:lnTo>
                    <a:pt x="2300859" y="513956"/>
                  </a:lnTo>
                  <a:lnTo>
                    <a:pt x="2332075" y="513956"/>
                  </a:lnTo>
                  <a:lnTo>
                    <a:pt x="2332075" y="283997"/>
                  </a:lnTo>
                  <a:close/>
                </a:path>
                <a:path w="2564129" h="1908809">
                  <a:moveTo>
                    <a:pt x="2332075" y="0"/>
                  </a:moveTo>
                  <a:lnTo>
                    <a:pt x="2300859" y="0"/>
                  </a:lnTo>
                  <a:lnTo>
                    <a:pt x="2300859" y="229946"/>
                  </a:lnTo>
                  <a:lnTo>
                    <a:pt x="2332075" y="229946"/>
                  </a:lnTo>
                  <a:lnTo>
                    <a:pt x="2332075" y="0"/>
                  </a:lnTo>
                  <a:close/>
                </a:path>
                <a:path w="2564129" h="1908809">
                  <a:moveTo>
                    <a:pt x="2408986" y="283997"/>
                  </a:moveTo>
                  <a:lnTo>
                    <a:pt x="2377770" y="283997"/>
                  </a:lnTo>
                  <a:lnTo>
                    <a:pt x="2377770" y="513956"/>
                  </a:lnTo>
                  <a:lnTo>
                    <a:pt x="2408986" y="513956"/>
                  </a:lnTo>
                  <a:lnTo>
                    <a:pt x="2408986" y="283997"/>
                  </a:lnTo>
                  <a:close/>
                </a:path>
                <a:path w="2564129" h="1908809">
                  <a:moveTo>
                    <a:pt x="2408986" y="0"/>
                  </a:moveTo>
                  <a:lnTo>
                    <a:pt x="2377770" y="0"/>
                  </a:lnTo>
                  <a:lnTo>
                    <a:pt x="2377770" y="229946"/>
                  </a:lnTo>
                  <a:lnTo>
                    <a:pt x="2408986" y="229946"/>
                  </a:lnTo>
                  <a:lnTo>
                    <a:pt x="2408986" y="0"/>
                  </a:lnTo>
                  <a:close/>
                </a:path>
                <a:path w="2564129" h="1908809">
                  <a:moveTo>
                    <a:pt x="2485898" y="283997"/>
                  </a:moveTo>
                  <a:lnTo>
                    <a:pt x="2454681" y="283997"/>
                  </a:lnTo>
                  <a:lnTo>
                    <a:pt x="2454681" y="513956"/>
                  </a:lnTo>
                  <a:lnTo>
                    <a:pt x="2485898" y="513956"/>
                  </a:lnTo>
                  <a:lnTo>
                    <a:pt x="2485898" y="283997"/>
                  </a:lnTo>
                  <a:close/>
                </a:path>
                <a:path w="2564129" h="1908809">
                  <a:moveTo>
                    <a:pt x="2485898" y="0"/>
                  </a:moveTo>
                  <a:lnTo>
                    <a:pt x="2454681" y="0"/>
                  </a:lnTo>
                  <a:lnTo>
                    <a:pt x="2454681" y="229946"/>
                  </a:lnTo>
                  <a:lnTo>
                    <a:pt x="2485898" y="229946"/>
                  </a:lnTo>
                  <a:lnTo>
                    <a:pt x="2485898" y="0"/>
                  </a:lnTo>
                  <a:close/>
                </a:path>
                <a:path w="2564129" h="1908809">
                  <a:moveTo>
                    <a:pt x="2563634" y="613854"/>
                  </a:moveTo>
                  <a:lnTo>
                    <a:pt x="0" y="613854"/>
                  </a:lnTo>
                  <a:lnTo>
                    <a:pt x="0" y="1908810"/>
                  </a:lnTo>
                  <a:lnTo>
                    <a:pt x="2563634" y="1908810"/>
                  </a:lnTo>
                  <a:lnTo>
                    <a:pt x="2563634" y="613854"/>
                  </a:lnTo>
                  <a:close/>
                </a:path>
              </a:pathLst>
            </a:custGeom>
            <a:solidFill>
              <a:srgbClr val="3CACDD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7994196" y="6699146"/>
              <a:ext cx="2631440" cy="36195"/>
            </a:xfrm>
            <a:custGeom>
              <a:avLst/>
              <a:gdLst/>
              <a:ahLst/>
              <a:cxnLst/>
              <a:rect l="l" t="t" r="r" b="b"/>
              <a:pathLst>
                <a:path w="2631440" h="36195">
                  <a:moveTo>
                    <a:pt x="2631186" y="0"/>
                  </a:moveTo>
                  <a:lnTo>
                    <a:pt x="0" y="0"/>
                  </a:lnTo>
                  <a:lnTo>
                    <a:pt x="0" y="35894"/>
                  </a:lnTo>
                  <a:lnTo>
                    <a:pt x="2631186" y="35894"/>
                  </a:lnTo>
                  <a:lnTo>
                    <a:pt x="2631186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8217218" y="6813530"/>
              <a:ext cx="2163445" cy="1216025"/>
            </a:xfrm>
            <a:custGeom>
              <a:avLst/>
              <a:gdLst/>
              <a:ahLst/>
              <a:cxnLst/>
              <a:rect l="l" t="t" r="r" b="b"/>
              <a:pathLst>
                <a:path w="2163445" h="1216025">
                  <a:moveTo>
                    <a:pt x="548665" y="0"/>
                  </a:moveTo>
                  <a:lnTo>
                    <a:pt x="0" y="0"/>
                  </a:lnTo>
                  <a:lnTo>
                    <a:pt x="0" y="1215580"/>
                  </a:lnTo>
                  <a:lnTo>
                    <a:pt x="548665" y="1215580"/>
                  </a:lnTo>
                  <a:lnTo>
                    <a:pt x="548665" y="0"/>
                  </a:lnTo>
                  <a:close/>
                </a:path>
                <a:path w="2163445" h="1216025">
                  <a:moveTo>
                    <a:pt x="1355750" y="0"/>
                  </a:moveTo>
                  <a:lnTo>
                    <a:pt x="807097" y="0"/>
                  </a:lnTo>
                  <a:lnTo>
                    <a:pt x="807097" y="1215580"/>
                  </a:lnTo>
                  <a:lnTo>
                    <a:pt x="1355750" y="1215580"/>
                  </a:lnTo>
                  <a:lnTo>
                    <a:pt x="1355750" y="0"/>
                  </a:lnTo>
                  <a:close/>
                </a:path>
                <a:path w="2163445" h="1216025">
                  <a:moveTo>
                    <a:pt x="2162822" y="0"/>
                  </a:moveTo>
                  <a:lnTo>
                    <a:pt x="1614157" y="0"/>
                  </a:lnTo>
                  <a:lnTo>
                    <a:pt x="1614157" y="1215580"/>
                  </a:lnTo>
                  <a:lnTo>
                    <a:pt x="2162822" y="1215580"/>
                  </a:lnTo>
                  <a:lnTo>
                    <a:pt x="2162822" y="0"/>
                  </a:lnTo>
                  <a:close/>
                </a:path>
              </a:pathLst>
            </a:custGeom>
            <a:solidFill>
              <a:srgbClr val="3CACDD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3" name="object 123" descr=""/>
          <p:cNvGrpSpPr/>
          <p:nvPr/>
        </p:nvGrpSpPr>
        <p:grpSpPr>
          <a:xfrm>
            <a:off x="11710386" y="4802271"/>
            <a:ext cx="1106170" cy="767715"/>
            <a:chOff x="11710386" y="4802271"/>
            <a:chExt cx="1106170" cy="767715"/>
          </a:xfrm>
        </p:grpSpPr>
        <p:sp>
          <p:nvSpPr>
            <p:cNvPr id="124" name="object 124" descr=""/>
            <p:cNvSpPr/>
            <p:nvPr/>
          </p:nvSpPr>
          <p:spPr>
            <a:xfrm>
              <a:off x="11763819" y="4802271"/>
              <a:ext cx="998855" cy="736600"/>
            </a:xfrm>
            <a:custGeom>
              <a:avLst/>
              <a:gdLst/>
              <a:ahLst/>
              <a:cxnLst/>
              <a:rect l="l" t="t" r="r" b="b"/>
              <a:pathLst>
                <a:path w="998854" h="736600">
                  <a:moveTo>
                    <a:pt x="507481" y="0"/>
                  </a:moveTo>
                  <a:lnTo>
                    <a:pt x="0" y="263845"/>
                  </a:lnTo>
                  <a:lnTo>
                    <a:pt x="0" y="736061"/>
                  </a:lnTo>
                  <a:lnTo>
                    <a:pt x="998807" y="736061"/>
                  </a:lnTo>
                  <a:lnTo>
                    <a:pt x="998807" y="263845"/>
                  </a:lnTo>
                  <a:lnTo>
                    <a:pt x="507481" y="0"/>
                  </a:lnTo>
                  <a:close/>
                </a:path>
              </a:pathLst>
            </a:custGeom>
            <a:solidFill>
              <a:srgbClr val="39AA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11763821" y="4802271"/>
              <a:ext cx="508000" cy="621665"/>
            </a:xfrm>
            <a:custGeom>
              <a:avLst/>
              <a:gdLst/>
              <a:ahLst/>
              <a:cxnLst/>
              <a:rect l="l" t="t" r="r" b="b"/>
              <a:pathLst>
                <a:path w="508000" h="621664">
                  <a:moveTo>
                    <a:pt x="507481" y="0"/>
                  </a:moveTo>
                  <a:lnTo>
                    <a:pt x="0" y="263845"/>
                  </a:lnTo>
                  <a:lnTo>
                    <a:pt x="0" y="621352"/>
                  </a:lnTo>
                  <a:lnTo>
                    <a:pt x="329885" y="621352"/>
                  </a:lnTo>
                  <a:lnTo>
                    <a:pt x="329885" y="251981"/>
                  </a:lnTo>
                  <a:lnTo>
                    <a:pt x="507481" y="0"/>
                  </a:lnTo>
                  <a:close/>
                </a:path>
              </a:pathLst>
            </a:custGeom>
            <a:solidFill>
              <a:srgbClr val="3CACDD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11710386" y="5419437"/>
              <a:ext cx="1106170" cy="150495"/>
            </a:xfrm>
            <a:custGeom>
              <a:avLst/>
              <a:gdLst/>
              <a:ahLst/>
              <a:cxnLst/>
              <a:rect l="l" t="t" r="r" b="b"/>
              <a:pathLst>
                <a:path w="1106170" h="150495">
                  <a:moveTo>
                    <a:pt x="0" y="150131"/>
                  </a:moveTo>
                  <a:lnTo>
                    <a:pt x="1105683" y="150131"/>
                  </a:lnTo>
                  <a:lnTo>
                    <a:pt x="1105683" y="0"/>
                  </a:lnTo>
                  <a:lnTo>
                    <a:pt x="0" y="0"/>
                  </a:lnTo>
                  <a:lnTo>
                    <a:pt x="0" y="150131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7" name="object 127" descr=""/>
          <p:cNvSpPr/>
          <p:nvPr/>
        </p:nvSpPr>
        <p:spPr>
          <a:xfrm>
            <a:off x="11193313" y="5854376"/>
            <a:ext cx="2174875" cy="1838325"/>
          </a:xfrm>
          <a:custGeom>
            <a:avLst/>
            <a:gdLst/>
            <a:ahLst/>
            <a:cxnLst/>
            <a:rect l="l" t="t" r="r" b="b"/>
            <a:pathLst>
              <a:path w="2174875" h="1838325">
                <a:moveTo>
                  <a:pt x="0" y="1838080"/>
                </a:moveTo>
                <a:lnTo>
                  <a:pt x="2174740" y="1838080"/>
                </a:lnTo>
                <a:lnTo>
                  <a:pt x="2174740" y="0"/>
                </a:lnTo>
                <a:lnTo>
                  <a:pt x="0" y="0"/>
                </a:lnTo>
                <a:lnTo>
                  <a:pt x="0" y="18380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 descr=""/>
          <p:cNvSpPr/>
          <p:nvPr/>
        </p:nvSpPr>
        <p:spPr>
          <a:xfrm>
            <a:off x="11710386" y="5515591"/>
            <a:ext cx="1106170" cy="53975"/>
          </a:xfrm>
          <a:custGeom>
            <a:avLst/>
            <a:gdLst/>
            <a:ahLst/>
            <a:cxnLst/>
            <a:rect l="l" t="t" r="r" b="b"/>
            <a:pathLst>
              <a:path w="1106170" h="53975">
                <a:moveTo>
                  <a:pt x="1105683" y="0"/>
                </a:moveTo>
                <a:lnTo>
                  <a:pt x="0" y="0"/>
                </a:lnTo>
                <a:lnTo>
                  <a:pt x="0" y="53977"/>
                </a:lnTo>
                <a:lnTo>
                  <a:pt x="1105683" y="53977"/>
                </a:lnTo>
                <a:lnTo>
                  <a:pt x="1105683" y="0"/>
                </a:lnTo>
                <a:close/>
              </a:path>
            </a:pathLst>
          </a:custGeom>
          <a:solidFill>
            <a:srgbClr val="3CACDD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" name="object 129" descr=""/>
          <p:cNvSpPr/>
          <p:nvPr/>
        </p:nvSpPr>
        <p:spPr>
          <a:xfrm>
            <a:off x="11424804" y="5767876"/>
            <a:ext cx="1677035" cy="86995"/>
          </a:xfrm>
          <a:custGeom>
            <a:avLst/>
            <a:gdLst/>
            <a:ahLst/>
            <a:cxnLst/>
            <a:rect l="l" t="t" r="r" b="b"/>
            <a:pathLst>
              <a:path w="1677034" h="86995">
                <a:moveTo>
                  <a:pt x="1676838" y="0"/>
                </a:moveTo>
                <a:lnTo>
                  <a:pt x="0" y="0"/>
                </a:lnTo>
                <a:lnTo>
                  <a:pt x="0" y="86499"/>
                </a:lnTo>
                <a:lnTo>
                  <a:pt x="1676838" y="86499"/>
                </a:lnTo>
                <a:lnTo>
                  <a:pt x="1676838" y="0"/>
                </a:lnTo>
                <a:close/>
              </a:path>
            </a:pathLst>
          </a:custGeom>
          <a:solidFill>
            <a:srgbClr val="3CACDD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 descr=""/>
          <p:cNvSpPr/>
          <p:nvPr/>
        </p:nvSpPr>
        <p:spPr>
          <a:xfrm>
            <a:off x="11259846" y="5930702"/>
            <a:ext cx="2044064" cy="403860"/>
          </a:xfrm>
          <a:custGeom>
            <a:avLst/>
            <a:gdLst/>
            <a:ahLst/>
            <a:cxnLst/>
            <a:rect l="l" t="t" r="r" b="b"/>
            <a:pathLst>
              <a:path w="2044065" h="403860">
                <a:moveTo>
                  <a:pt x="26466" y="223113"/>
                </a:moveTo>
                <a:lnTo>
                  <a:pt x="0" y="223113"/>
                </a:lnTo>
                <a:lnTo>
                  <a:pt x="0" y="403758"/>
                </a:lnTo>
                <a:lnTo>
                  <a:pt x="26466" y="403758"/>
                </a:lnTo>
                <a:lnTo>
                  <a:pt x="26466" y="223113"/>
                </a:lnTo>
                <a:close/>
              </a:path>
              <a:path w="2044065" h="403860">
                <a:moveTo>
                  <a:pt x="26466" y="0"/>
                </a:moveTo>
                <a:lnTo>
                  <a:pt x="0" y="0"/>
                </a:lnTo>
                <a:lnTo>
                  <a:pt x="0" y="180644"/>
                </a:lnTo>
                <a:lnTo>
                  <a:pt x="26466" y="180644"/>
                </a:lnTo>
                <a:lnTo>
                  <a:pt x="26466" y="0"/>
                </a:lnTo>
                <a:close/>
              </a:path>
              <a:path w="2044065" h="403860">
                <a:moveTo>
                  <a:pt x="91706" y="223113"/>
                </a:moveTo>
                <a:lnTo>
                  <a:pt x="65227" y="223113"/>
                </a:lnTo>
                <a:lnTo>
                  <a:pt x="65227" y="403758"/>
                </a:lnTo>
                <a:lnTo>
                  <a:pt x="91706" y="403758"/>
                </a:lnTo>
                <a:lnTo>
                  <a:pt x="91706" y="223113"/>
                </a:lnTo>
                <a:close/>
              </a:path>
              <a:path w="2044065" h="403860">
                <a:moveTo>
                  <a:pt x="91706" y="0"/>
                </a:moveTo>
                <a:lnTo>
                  <a:pt x="65227" y="0"/>
                </a:lnTo>
                <a:lnTo>
                  <a:pt x="65227" y="180644"/>
                </a:lnTo>
                <a:lnTo>
                  <a:pt x="91706" y="180644"/>
                </a:lnTo>
                <a:lnTo>
                  <a:pt x="91706" y="0"/>
                </a:lnTo>
                <a:close/>
              </a:path>
              <a:path w="2044065" h="403860">
                <a:moveTo>
                  <a:pt x="156946" y="223113"/>
                </a:moveTo>
                <a:lnTo>
                  <a:pt x="130467" y="223113"/>
                </a:lnTo>
                <a:lnTo>
                  <a:pt x="130467" y="403758"/>
                </a:lnTo>
                <a:lnTo>
                  <a:pt x="156946" y="403758"/>
                </a:lnTo>
                <a:lnTo>
                  <a:pt x="156946" y="223113"/>
                </a:lnTo>
                <a:close/>
              </a:path>
              <a:path w="2044065" h="403860">
                <a:moveTo>
                  <a:pt x="156946" y="0"/>
                </a:moveTo>
                <a:lnTo>
                  <a:pt x="130467" y="0"/>
                </a:lnTo>
                <a:lnTo>
                  <a:pt x="130467" y="180644"/>
                </a:lnTo>
                <a:lnTo>
                  <a:pt x="156946" y="180644"/>
                </a:lnTo>
                <a:lnTo>
                  <a:pt x="156946" y="0"/>
                </a:lnTo>
                <a:close/>
              </a:path>
              <a:path w="2044065" h="403860">
                <a:moveTo>
                  <a:pt x="222186" y="223113"/>
                </a:moveTo>
                <a:lnTo>
                  <a:pt x="195707" y="223113"/>
                </a:lnTo>
                <a:lnTo>
                  <a:pt x="195707" y="403758"/>
                </a:lnTo>
                <a:lnTo>
                  <a:pt x="222186" y="403758"/>
                </a:lnTo>
                <a:lnTo>
                  <a:pt x="222186" y="223113"/>
                </a:lnTo>
                <a:close/>
              </a:path>
              <a:path w="2044065" h="403860">
                <a:moveTo>
                  <a:pt x="222186" y="0"/>
                </a:moveTo>
                <a:lnTo>
                  <a:pt x="195707" y="0"/>
                </a:lnTo>
                <a:lnTo>
                  <a:pt x="195707" y="180644"/>
                </a:lnTo>
                <a:lnTo>
                  <a:pt x="222186" y="180644"/>
                </a:lnTo>
                <a:lnTo>
                  <a:pt x="222186" y="0"/>
                </a:lnTo>
                <a:close/>
              </a:path>
              <a:path w="2044065" h="403860">
                <a:moveTo>
                  <a:pt x="287413" y="223113"/>
                </a:moveTo>
                <a:lnTo>
                  <a:pt x="260934" y="223113"/>
                </a:lnTo>
                <a:lnTo>
                  <a:pt x="260934" y="403758"/>
                </a:lnTo>
                <a:lnTo>
                  <a:pt x="287413" y="403758"/>
                </a:lnTo>
                <a:lnTo>
                  <a:pt x="287413" y="223113"/>
                </a:lnTo>
                <a:close/>
              </a:path>
              <a:path w="2044065" h="403860">
                <a:moveTo>
                  <a:pt x="287413" y="0"/>
                </a:moveTo>
                <a:lnTo>
                  <a:pt x="260934" y="0"/>
                </a:lnTo>
                <a:lnTo>
                  <a:pt x="260934" y="180644"/>
                </a:lnTo>
                <a:lnTo>
                  <a:pt x="287413" y="180644"/>
                </a:lnTo>
                <a:lnTo>
                  <a:pt x="287413" y="0"/>
                </a:lnTo>
                <a:close/>
              </a:path>
              <a:path w="2044065" h="403860">
                <a:moveTo>
                  <a:pt x="352666" y="223113"/>
                </a:moveTo>
                <a:lnTo>
                  <a:pt x="326199" y="223113"/>
                </a:lnTo>
                <a:lnTo>
                  <a:pt x="326199" y="403758"/>
                </a:lnTo>
                <a:lnTo>
                  <a:pt x="352666" y="403758"/>
                </a:lnTo>
                <a:lnTo>
                  <a:pt x="352666" y="223113"/>
                </a:lnTo>
                <a:close/>
              </a:path>
              <a:path w="2044065" h="403860">
                <a:moveTo>
                  <a:pt x="352666" y="0"/>
                </a:moveTo>
                <a:lnTo>
                  <a:pt x="326199" y="0"/>
                </a:lnTo>
                <a:lnTo>
                  <a:pt x="326199" y="180644"/>
                </a:lnTo>
                <a:lnTo>
                  <a:pt x="352666" y="180644"/>
                </a:lnTo>
                <a:lnTo>
                  <a:pt x="352666" y="0"/>
                </a:lnTo>
                <a:close/>
              </a:path>
              <a:path w="2044065" h="403860">
                <a:moveTo>
                  <a:pt x="417893" y="223113"/>
                </a:moveTo>
                <a:lnTo>
                  <a:pt x="391426" y="223113"/>
                </a:lnTo>
                <a:lnTo>
                  <a:pt x="391426" y="403758"/>
                </a:lnTo>
                <a:lnTo>
                  <a:pt x="417893" y="403758"/>
                </a:lnTo>
                <a:lnTo>
                  <a:pt x="417893" y="223113"/>
                </a:lnTo>
                <a:close/>
              </a:path>
              <a:path w="2044065" h="403860">
                <a:moveTo>
                  <a:pt x="417893" y="0"/>
                </a:moveTo>
                <a:lnTo>
                  <a:pt x="391426" y="0"/>
                </a:lnTo>
                <a:lnTo>
                  <a:pt x="391426" y="180644"/>
                </a:lnTo>
                <a:lnTo>
                  <a:pt x="417893" y="180644"/>
                </a:lnTo>
                <a:lnTo>
                  <a:pt x="417893" y="0"/>
                </a:lnTo>
                <a:close/>
              </a:path>
              <a:path w="2044065" h="403860">
                <a:moveTo>
                  <a:pt x="483146" y="223113"/>
                </a:moveTo>
                <a:lnTo>
                  <a:pt x="456666" y="223113"/>
                </a:lnTo>
                <a:lnTo>
                  <a:pt x="456666" y="403758"/>
                </a:lnTo>
                <a:lnTo>
                  <a:pt x="483146" y="403758"/>
                </a:lnTo>
                <a:lnTo>
                  <a:pt x="483146" y="223113"/>
                </a:lnTo>
                <a:close/>
              </a:path>
              <a:path w="2044065" h="403860">
                <a:moveTo>
                  <a:pt x="483146" y="0"/>
                </a:moveTo>
                <a:lnTo>
                  <a:pt x="456666" y="0"/>
                </a:lnTo>
                <a:lnTo>
                  <a:pt x="456666" y="180644"/>
                </a:lnTo>
                <a:lnTo>
                  <a:pt x="483146" y="180644"/>
                </a:lnTo>
                <a:lnTo>
                  <a:pt x="483146" y="0"/>
                </a:lnTo>
                <a:close/>
              </a:path>
              <a:path w="2044065" h="403860">
                <a:moveTo>
                  <a:pt x="548386" y="223113"/>
                </a:moveTo>
                <a:lnTo>
                  <a:pt x="521906" y="223113"/>
                </a:lnTo>
                <a:lnTo>
                  <a:pt x="521906" y="403758"/>
                </a:lnTo>
                <a:lnTo>
                  <a:pt x="548386" y="403758"/>
                </a:lnTo>
                <a:lnTo>
                  <a:pt x="548386" y="223113"/>
                </a:lnTo>
                <a:close/>
              </a:path>
              <a:path w="2044065" h="403860">
                <a:moveTo>
                  <a:pt x="548386" y="0"/>
                </a:moveTo>
                <a:lnTo>
                  <a:pt x="521906" y="0"/>
                </a:lnTo>
                <a:lnTo>
                  <a:pt x="521906" y="180644"/>
                </a:lnTo>
                <a:lnTo>
                  <a:pt x="548386" y="180644"/>
                </a:lnTo>
                <a:lnTo>
                  <a:pt x="548386" y="0"/>
                </a:lnTo>
                <a:close/>
              </a:path>
              <a:path w="2044065" h="403860">
                <a:moveTo>
                  <a:pt x="613613" y="223113"/>
                </a:moveTo>
                <a:lnTo>
                  <a:pt x="587133" y="223113"/>
                </a:lnTo>
                <a:lnTo>
                  <a:pt x="587133" y="403758"/>
                </a:lnTo>
                <a:lnTo>
                  <a:pt x="613613" y="403758"/>
                </a:lnTo>
                <a:lnTo>
                  <a:pt x="613613" y="223113"/>
                </a:lnTo>
                <a:close/>
              </a:path>
              <a:path w="2044065" h="403860">
                <a:moveTo>
                  <a:pt x="613613" y="0"/>
                </a:moveTo>
                <a:lnTo>
                  <a:pt x="587133" y="0"/>
                </a:lnTo>
                <a:lnTo>
                  <a:pt x="587133" y="180644"/>
                </a:lnTo>
                <a:lnTo>
                  <a:pt x="613613" y="180644"/>
                </a:lnTo>
                <a:lnTo>
                  <a:pt x="613613" y="0"/>
                </a:lnTo>
                <a:close/>
              </a:path>
              <a:path w="2044065" h="403860">
                <a:moveTo>
                  <a:pt x="678865" y="223113"/>
                </a:moveTo>
                <a:lnTo>
                  <a:pt x="652386" y="223113"/>
                </a:lnTo>
                <a:lnTo>
                  <a:pt x="652386" y="403758"/>
                </a:lnTo>
                <a:lnTo>
                  <a:pt x="678865" y="403758"/>
                </a:lnTo>
                <a:lnTo>
                  <a:pt x="678865" y="223113"/>
                </a:lnTo>
                <a:close/>
              </a:path>
              <a:path w="2044065" h="403860">
                <a:moveTo>
                  <a:pt x="678865" y="0"/>
                </a:moveTo>
                <a:lnTo>
                  <a:pt x="652386" y="0"/>
                </a:lnTo>
                <a:lnTo>
                  <a:pt x="652386" y="180644"/>
                </a:lnTo>
                <a:lnTo>
                  <a:pt x="678865" y="180644"/>
                </a:lnTo>
                <a:lnTo>
                  <a:pt x="678865" y="0"/>
                </a:lnTo>
                <a:close/>
              </a:path>
              <a:path w="2044065" h="403860">
                <a:moveTo>
                  <a:pt x="745680" y="223113"/>
                </a:moveTo>
                <a:lnTo>
                  <a:pt x="719201" y="223113"/>
                </a:lnTo>
                <a:lnTo>
                  <a:pt x="719201" y="403758"/>
                </a:lnTo>
                <a:lnTo>
                  <a:pt x="745680" y="403758"/>
                </a:lnTo>
                <a:lnTo>
                  <a:pt x="745680" y="223113"/>
                </a:lnTo>
                <a:close/>
              </a:path>
              <a:path w="2044065" h="403860">
                <a:moveTo>
                  <a:pt x="745680" y="0"/>
                </a:moveTo>
                <a:lnTo>
                  <a:pt x="719201" y="0"/>
                </a:lnTo>
                <a:lnTo>
                  <a:pt x="719201" y="180644"/>
                </a:lnTo>
                <a:lnTo>
                  <a:pt x="745680" y="180644"/>
                </a:lnTo>
                <a:lnTo>
                  <a:pt x="745680" y="0"/>
                </a:lnTo>
                <a:close/>
              </a:path>
              <a:path w="2044065" h="403860">
                <a:moveTo>
                  <a:pt x="810907" y="223113"/>
                </a:moveTo>
                <a:lnTo>
                  <a:pt x="784428" y="223113"/>
                </a:lnTo>
                <a:lnTo>
                  <a:pt x="784428" y="403758"/>
                </a:lnTo>
                <a:lnTo>
                  <a:pt x="810907" y="403758"/>
                </a:lnTo>
                <a:lnTo>
                  <a:pt x="810907" y="223113"/>
                </a:lnTo>
                <a:close/>
              </a:path>
              <a:path w="2044065" h="403860">
                <a:moveTo>
                  <a:pt x="810907" y="0"/>
                </a:moveTo>
                <a:lnTo>
                  <a:pt x="784428" y="0"/>
                </a:lnTo>
                <a:lnTo>
                  <a:pt x="784428" y="180644"/>
                </a:lnTo>
                <a:lnTo>
                  <a:pt x="810907" y="180644"/>
                </a:lnTo>
                <a:lnTo>
                  <a:pt x="810907" y="0"/>
                </a:lnTo>
                <a:close/>
              </a:path>
              <a:path w="2044065" h="403860">
                <a:moveTo>
                  <a:pt x="876160" y="223113"/>
                </a:moveTo>
                <a:lnTo>
                  <a:pt x="849680" y="223113"/>
                </a:lnTo>
                <a:lnTo>
                  <a:pt x="849680" y="403758"/>
                </a:lnTo>
                <a:lnTo>
                  <a:pt x="876160" y="403758"/>
                </a:lnTo>
                <a:lnTo>
                  <a:pt x="876160" y="223113"/>
                </a:lnTo>
                <a:close/>
              </a:path>
              <a:path w="2044065" h="403860">
                <a:moveTo>
                  <a:pt x="876160" y="0"/>
                </a:moveTo>
                <a:lnTo>
                  <a:pt x="849680" y="0"/>
                </a:lnTo>
                <a:lnTo>
                  <a:pt x="849680" y="180644"/>
                </a:lnTo>
                <a:lnTo>
                  <a:pt x="876160" y="180644"/>
                </a:lnTo>
                <a:lnTo>
                  <a:pt x="876160" y="0"/>
                </a:lnTo>
                <a:close/>
              </a:path>
              <a:path w="2044065" h="403860">
                <a:moveTo>
                  <a:pt x="941387" y="223113"/>
                </a:moveTo>
                <a:lnTo>
                  <a:pt x="914920" y="223113"/>
                </a:lnTo>
                <a:lnTo>
                  <a:pt x="914920" y="403758"/>
                </a:lnTo>
                <a:lnTo>
                  <a:pt x="941387" y="403758"/>
                </a:lnTo>
                <a:lnTo>
                  <a:pt x="941387" y="223113"/>
                </a:lnTo>
                <a:close/>
              </a:path>
              <a:path w="2044065" h="403860">
                <a:moveTo>
                  <a:pt x="941387" y="0"/>
                </a:moveTo>
                <a:lnTo>
                  <a:pt x="914920" y="0"/>
                </a:lnTo>
                <a:lnTo>
                  <a:pt x="914920" y="180644"/>
                </a:lnTo>
                <a:lnTo>
                  <a:pt x="941387" y="180644"/>
                </a:lnTo>
                <a:lnTo>
                  <a:pt x="941387" y="0"/>
                </a:lnTo>
                <a:close/>
              </a:path>
              <a:path w="2044065" h="403860">
                <a:moveTo>
                  <a:pt x="1006640" y="223113"/>
                </a:moveTo>
                <a:lnTo>
                  <a:pt x="980160" y="223113"/>
                </a:lnTo>
                <a:lnTo>
                  <a:pt x="980160" y="403758"/>
                </a:lnTo>
                <a:lnTo>
                  <a:pt x="1006640" y="403758"/>
                </a:lnTo>
                <a:lnTo>
                  <a:pt x="1006640" y="223113"/>
                </a:lnTo>
                <a:close/>
              </a:path>
              <a:path w="2044065" h="403860">
                <a:moveTo>
                  <a:pt x="1006640" y="0"/>
                </a:moveTo>
                <a:lnTo>
                  <a:pt x="980160" y="0"/>
                </a:lnTo>
                <a:lnTo>
                  <a:pt x="980160" y="180644"/>
                </a:lnTo>
                <a:lnTo>
                  <a:pt x="1006640" y="180644"/>
                </a:lnTo>
                <a:lnTo>
                  <a:pt x="1006640" y="0"/>
                </a:lnTo>
                <a:close/>
              </a:path>
              <a:path w="2044065" h="403860">
                <a:moveTo>
                  <a:pt x="1071867" y="223113"/>
                </a:moveTo>
                <a:lnTo>
                  <a:pt x="1045387" y="223113"/>
                </a:lnTo>
                <a:lnTo>
                  <a:pt x="1045387" y="403758"/>
                </a:lnTo>
                <a:lnTo>
                  <a:pt x="1071867" y="403758"/>
                </a:lnTo>
                <a:lnTo>
                  <a:pt x="1071867" y="223113"/>
                </a:lnTo>
                <a:close/>
              </a:path>
              <a:path w="2044065" h="403860">
                <a:moveTo>
                  <a:pt x="1071867" y="0"/>
                </a:moveTo>
                <a:lnTo>
                  <a:pt x="1045387" y="0"/>
                </a:lnTo>
                <a:lnTo>
                  <a:pt x="1045387" y="180644"/>
                </a:lnTo>
                <a:lnTo>
                  <a:pt x="1071867" y="180644"/>
                </a:lnTo>
                <a:lnTo>
                  <a:pt x="1071867" y="0"/>
                </a:lnTo>
                <a:close/>
              </a:path>
              <a:path w="2044065" h="403860">
                <a:moveTo>
                  <a:pt x="1137107" y="223113"/>
                </a:moveTo>
                <a:lnTo>
                  <a:pt x="1110627" y="223113"/>
                </a:lnTo>
                <a:lnTo>
                  <a:pt x="1110627" y="403758"/>
                </a:lnTo>
                <a:lnTo>
                  <a:pt x="1137107" y="403758"/>
                </a:lnTo>
                <a:lnTo>
                  <a:pt x="1137107" y="223113"/>
                </a:lnTo>
                <a:close/>
              </a:path>
              <a:path w="2044065" h="403860">
                <a:moveTo>
                  <a:pt x="1137107" y="0"/>
                </a:moveTo>
                <a:lnTo>
                  <a:pt x="1110627" y="0"/>
                </a:lnTo>
                <a:lnTo>
                  <a:pt x="1110627" y="180644"/>
                </a:lnTo>
                <a:lnTo>
                  <a:pt x="1137107" y="180644"/>
                </a:lnTo>
                <a:lnTo>
                  <a:pt x="1137107" y="0"/>
                </a:lnTo>
                <a:close/>
              </a:path>
              <a:path w="2044065" h="403860">
                <a:moveTo>
                  <a:pt x="1202359" y="223113"/>
                </a:moveTo>
                <a:lnTo>
                  <a:pt x="1175880" y="223113"/>
                </a:lnTo>
                <a:lnTo>
                  <a:pt x="1175880" y="403758"/>
                </a:lnTo>
                <a:lnTo>
                  <a:pt x="1202359" y="403758"/>
                </a:lnTo>
                <a:lnTo>
                  <a:pt x="1202359" y="223113"/>
                </a:lnTo>
                <a:close/>
              </a:path>
              <a:path w="2044065" h="403860">
                <a:moveTo>
                  <a:pt x="1202359" y="0"/>
                </a:moveTo>
                <a:lnTo>
                  <a:pt x="1175880" y="0"/>
                </a:lnTo>
                <a:lnTo>
                  <a:pt x="1175880" y="180644"/>
                </a:lnTo>
                <a:lnTo>
                  <a:pt x="1202359" y="180644"/>
                </a:lnTo>
                <a:lnTo>
                  <a:pt x="1202359" y="0"/>
                </a:lnTo>
                <a:close/>
              </a:path>
              <a:path w="2044065" h="403860">
                <a:moveTo>
                  <a:pt x="1267587" y="223113"/>
                </a:moveTo>
                <a:lnTo>
                  <a:pt x="1241120" y="223113"/>
                </a:lnTo>
                <a:lnTo>
                  <a:pt x="1241120" y="403758"/>
                </a:lnTo>
                <a:lnTo>
                  <a:pt x="1267587" y="403758"/>
                </a:lnTo>
                <a:lnTo>
                  <a:pt x="1267587" y="223113"/>
                </a:lnTo>
                <a:close/>
              </a:path>
              <a:path w="2044065" h="403860">
                <a:moveTo>
                  <a:pt x="1267587" y="0"/>
                </a:moveTo>
                <a:lnTo>
                  <a:pt x="1241120" y="0"/>
                </a:lnTo>
                <a:lnTo>
                  <a:pt x="1241120" y="180644"/>
                </a:lnTo>
                <a:lnTo>
                  <a:pt x="1267587" y="180644"/>
                </a:lnTo>
                <a:lnTo>
                  <a:pt x="1267587" y="0"/>
                </a:lnTo>
                <a:close/>
              </a:path>
              <a:path w="2044065" h="403860">
                <a:moveTo>
                  <a:pt x="1332839" y="223113"/>
                </a:moveTo>
                <a:lnTo>
                  <a:pt x="1306360" y="223113"/>
                </a:lnTo>
                <a:lnTo>
                  <a:pt x="1306360" y="403758"/>
                </a:lnTo>
                <a:lnTo>
                  <a:pt x="1332839" y="403758"/>
                </a:lnTo>
                <a:lnTo>
                  <a:pt x="1332839" y="223113"/>
                </a:lnTo>
                <a:close/>
              </a:path>
              <a:path w="2044065" h="403860">
                <a:moveTo>
                  <a:pt x="1332839" y="0"/>
                </a:moveTo>
                <a:lnTo>
                  <a:pt x="1306360" y="0"/>
                </a:lnTo>
                <a:lnTo>
                  <a:pt x="1306360" y="180644"/>
                </a:lnTo>
                <a:lnTo>
                  <a:pt x="1332839" y="180644"/>
                </a:lnTo>
                <a:lnTo>
                  <a:pt x="1332839" y="0"/>
                </a:lnTo>
                <a:close/>
              </a:path>
              <a:path w="2044065" h="403860">
                <a:moveTo>
                  <a:pt x="1398066" y="223113"/>
                </a:moveTo>
                <a:lnTo>
                  <a:pt x="1371600" y="223113"/>
                </a:lnTo>
                <a:lnTo>
                  <a:pt x="1371600" y="403758"/>
                </a:lnTo>
                <a:lnTo>
                  <a:pt x="1398066" y="403758"/>
                </a:lnTo>
                <a:lnTo>
                  <a:pt x="1398066" y="223113"/>
                </a:lnTo>
                <a:close/>
              </a:path>
              <a:path w="2044065" h="403860">
                <a:moveTo>
                  <a:pt x="1398066" y="0"/>
                </a:moveTo>
                <a:lnTo>
                  <a:pt x="1371600" y="0"/>
                </a:lnTo>
                <a:lnTo>
                  <a:pt x="1371600" y="180644"/>
                </a:lnTo>
                <a:lnTo>
                  <a:pt x="1398066" y="180644"/>
                </a:lnTo>
                <a:lnTo>
                  <a:pt x="1398066" y="0"/>
                </a:lnTo>
                <a:close/>
              </a:path>
              <a:path w="2044065" h="403860">
                <a:moveTo>
                  <a:pt x="1456804" y="223113"/>
                </a:moveTo>
                <a:lnTo>
                  <a:pt x="1430312" y="223113"/>
                </a:lnTo>
                <a:lnTo>
                  <a:pt x="1430312" y="403758"/>
                </a:lnTo>
                <a:lnTo>
                  <a:pt x="1456804" y="403758"/>
                </a:lnTo>
                <a:lnTo>
                  <a:pt x="1456804" y="223113"/>
                </a:lnTo>
                <a:close/>
              </a:path>
              <a:path w="2044065" h="403860">
                <a:moveTo>
                  <a:pt x="1456804" y="0"/>
                </a:moveTo>
                <a:lnTo>
                  <a:pt x="1430312" y="0"/>
                </a:lnTo>
                <a:lnTo>
                  <a:pt x="1430312" y="180644"/>
                </a:lnTo>
                <a:lnTo>
                  <a:pt x="1456804" y="180644"/>
                </a:lnTo>
                <a:lnTo>
                  <a:pt x="1456804" y="0"/>
                </a:lnTo>
                <a:close/>
              </a:path>
              <a:path w="2044065" h="403860">
                <a:moveTo>
                  <a:pt x="1522044" y="223113"/>
                </a:moveTo>
                <a:lnTo>
                  <a:pt x="1495564" y="223113"/>
                </a:lnTo>
                <a:lnTo>
                  <a:pt x="1495564" y="403758"/>
                </a:lnTo>
                <a:lnTo>
                  <a:pt x="1522044" y="403758"/>
                </a:lnTo>
                <a:lnTo>
                  <a:pt x="1522044" y="223113"/>
                </a:lnTo>
                <a:close/>
              </a:path>
              <a:path w="2044065" h="403860">
                <a:moveTo>
                  <a:pt x="1522044" y="0"/>
                </a:moveTo>
                <a:lnTo>
                  <a:pt x="1495564" y="0"/>
                </a:lnTo>
                <a:lnTo>
                  <a:pt x="1495564" y="180644"/>
                </a:lnTo>
                <a:lnTo>
                  <a:pt x="1522044" y="180644"/>
                </a:lnTo>
                <a:lnTo>
                  <a:pt x="1522044" y="0"/>
                </a:lnTo>
                <a:close/>
              </a:path>
              <a:path w="2044065" h="403860">
                <a:moveTo>
                  <a:pt x="1587271" y="223113"/>
                </a:moveTo>
                <a:lnTo>
                  <a:pt x="1560791" y="223113"/>
                </a:lnTo>
                <a:lnTo>
                  <a:pt x="1560791" y="403758"/>
                </a:lnTo>
                <a:lnTo>
                  <a:pt x="1587271" y="403758"/>
                </a:lnTo>
                <a:lnTo>
                  <a:pt x="1587271" y="223113"/>
                </a:lnTo>
                <a:close/>
              </a:path>
              <a:path w="2044065" h="403860">
                <a:moveTo>
                  <a:pt x="1587271" y="0"/>
                </a:moveTo>
                <a:lnTo>
                  <a:pt x="1560791" y="0"/>
                </a:lnTo>
                <a:lnTo>
                  <a:pt x="1560791" y="180644"/>
                </a:lnTo>
                <a:lnTo>
                  <a:pt x="1587271" y="180644"/>
                </a:lnTo>
                <a:lnTo>
                  <a:pt x="1587271" y="0"/>
                </a:lnTo>
                <a:close/>
              </a:path>
              <a:path w="2044065" h="403860">
                <a:moveTo>
                  <a:pt x="1652524" y="223113"/>
                </a:moveTo>
                <a:lnTo>
                  <a:pt x="1626044" y="223113"/>
                </a:lnTo>
                <a:lnTo>
                  <a:pt x="1626044" y="403758"/>
                </a:lnTo>
                <a:lnTo>
                  <a:pt x="1652524" y="403758"/>
                </a:lnTo>
                <a:lnTo>
                  <a:pt x="1652524" y="223113"/>
                </a:lnTo>
                <a:close/>
              </a:path>
              <a:path w="2044065" h="403860">
                <a:moveTo>
                  <a:pt x="1652524" y="0"/>
                </a:moveTo>
                <a:lnTo>
                  <a:pt x="1626044" y="0"/>
                </a:lnTo>
                <a:lnTo>
                  <a:pt x="1626044" y="180644"/>
                </a:lnTo>
                <a:lnTo>
                  <a:pt x="1652524" y="180644"/>
                </a:lnTo>
                <a:lnTo>
                  <a:pt x="1652524" y="0"/>
                </a:lnTo>
                <a:close/>
              </a:path>
              <a:path w="2044065" h="403860">
                <a:moveTo>
                  <a:pt x="1717751" y="223113"/>
                </a:moveTo>
                <a:lnTo>
                  <a:pt x="1691284" y="223113"/>
                </a:lnTo>
                <a:lnTo>
                  <a:pt x="1691284" y="403758"/>
                </a:lnTo>
                <a:lnTo>
                  <a:pt x="1717751" y="403758"/>
                </a:lnTo>
                <a:lnTo>
                  <a:pt x="1717751" y="223113"/>
                </a:lnTo>
                <a:close/>
              </a:path>
              <a:path w="2044065" h="403860">
                <a:moveTo>
                  <a:pt x="1717751" y="0"/>
                </a:moveTo>
                <a:lnTo>
                  <a:pt x="1691284" y="0"/>
                </a:lnTo>
                <a:lnTo>
                  <a:pt x="1691284" y="180644"/>
                </a:lnTo>
                <a:lnTo>
                  <a:pt x="1717751" y="180644"/>
                </a:lnTo>
                <a:lnTo>
                  <a:pt x="1717751" y="0"/>
                </a:lnTo>
                <a:close/>
              </a:path>
              <a:path w="2044065" h="403860">
                <a:moveTo>
                  <a:pt x="1783003" y="223113"/>
                </a:moveTo>
                <a:lnTo>
                  <a:pt x="1756524" y="223113"/>
                </a:lnTo>
                <a:lnTo>
                  <a:pt x="1756524" y="403758"/>
                </a:lnTo>
                <a:lnTo>
                  <a:pt x="1783003" y="403758"/>
                </a:lnTo>
                <a:lnTo>
                  <a:pt x="1783003" y="223113"/>
                </a:lnTo>
                <a:close/>
              </a:path>
              <a:path w="2044065" h="403860">
                <a:moveTo>
                  <a:pt x="1783003" y="0"/>
                </a:moveTo>
                <a:lnTo>
                  <a:pt x="1756524" y="0"/>
                </a:lnTo>
                <a:lnTo>
                  <a:pt x="1756524" y="180644"/>
                </a:lnTo>
                <a:lnTo>
                  <a:pt x="1783003" y="180644"/>
                </a:lnTo>
                <a:lnTo>
                  <a:pt x="1783003" y="0"/>
                </a:lnTo>
                <a:close/>
              </a:path>
              <a:path w="2044065" h="403860">
                <a:moveTo>
                  <a:pt x="1848243" y="223113"/>
                </a:moveTo>
                <a:lnTo>
                  <a:pt x="1821764" y="223113"/>
                </a:lnTo>
                <a:lnTo>
                  <a:pt x="1821764" y="403758"/>
                </a:lnTo>
                <a:lnTo>
                  <a:pt x="1848243" y="403758"/>
                </a:lnTo>
                <a:lnTo>
                  <a:pt x="1848243" y="223113"/>
                </a:lnTo>
                <a:close/>
              </a:path>
              <a:path w="2044065" h="403860">
                <a:moveTo>
                  <a:pt x="1848243" y="0"/>
                </a:moveTo>
                <a:lnTo>
                  <a:pt x="1821764" y="0"/>
                </a:lnTo>
                <a:lnTo>
                  <a:pt x="1821764" y="180644"/>
                </a:lnTo>
                <a:lnTo>
                  <a:pt x="1848243" y="180644"/>
                </a:lnTo>
                <a:lnTo>
                  <a:pt x="1848243" y="0"/>
                </a:lnTo>
                <a:close/>
              </a:path>
              <a:path w="2044065" h="403860">
                <a:moveTo>
                  <a:pt x="1913470" y="223113"/>
                </a:moveTo>
                <a:lnTo>
                  <a:pt x="1886991" y="223113"/>
                </a:lnTo>
                <a:lnTo>
                  <a:pt x="1886991" y="403758"/>
                </a:lnTo>
                <a:lnTo>
                  <a:pt x="1913470" y="403758"/>
                </a:lnTo>
                <a:lnTo>
                  <a:pt x="1913470" y="223113"/>
                </a:lnTo>
                <a:close/>
              </a:path>
              <a:path w="2044065" h="403860">
                <a:moveTo>
                  <a:pt x="1913470" y="0"/>
                </a:moveTo>
                <a:lnTo>
                  <a:pt x="1886991" y="0"/>
                </a:lnTo>
                <a:lnTo>
                  <a:pt x="1886991" y="180644"/>
                </a:lnTo>
                <a:lnTo>
                  <a:pt x="1913470" y="180644"/>
                </a:lnTo>
                <a:lnTo>
                  <a:pt x="1913470" y="0"/>
                </a:lnTo>
                <a:close/>
              </a:path>
              <a:path w="2044065" h="403860">
                <a:moveTo>
                  <a:pt x="1978723" y="223113"/>
                </a:moveTo>
                <a:lnTo>
                  <a:pt x="1952244" y="223113"/>
                </a:lnTo>
                <a:lnTo>
                  <a:pt x="1952244" y="403758"/>
                </a:lnTo>
                <a:lnTo>
                  <a:pt x="1978723" y="403758"/>
                </a:lnTo>
                <a:lnTo>
                  <a:pt x="1978723" y="223113"/>
                </a:lnTo>
                <a:close/>
              </a:path>
              <a:path w="2044065" h="403860">
                <a:moveTo>
                  <a:pt x="1978723" y="0"/>
                </a:moveTo>
                <a:lnTo>
                  <a:pt x="1952244" y="0"/>
                </a:lnTo>
                <a:lnTo>
                  <a:pt x="1952244" y="180644"/>
                </a:lnTo>
                <a:lnTo>
                  <a:pt x="1978723" y="180644"/>
                </a:lnTo>
                <a:lnTo>
                  <a:pt x="1978723" y="0"/>
                </a:lnTo>
                <a:close/>
              </a:path>
              <a:path w="2044065" h="403860">
                <a:moveTo>
                  <a:pt x="2043950" y="223113"/>
                </a:moveTo>
                <a:lnTo>
                  <a:pt x="2017483" y="223113"/>
                </a:lnTo>
                <a:lnTo>
                  <a:pt x="2017483" y="403758"/>
                </a:lnTo>
                <a:lnTo>
                  <a:pt x="2043950" y="403758"/>
                </a:lnTo>
                <a:lnTo>
                  <a:pt x="2043950" y="223113"/>
                </a:lnTo>
                <a:close/>
              </a:path>
              <a:path w="2044065" h="403860">
                <a:moveTo>
                  <a:pt x="2043950" y="0"/>
                </a:moveTo>
                <a:lnTo>
                  <a:pt x="2017483" y="0"/>
                </a:lnTo>
                <a:lnTo>
                  <a:pt x="2017483" y="180644"/>
                </a:lnTo>
                <a:lnTo>
                  <a:pt x="2043950" y="180644"/>
                </a:lnTo>
                <a:lnTo>
                  <a:pt x="2043950" y="0"/>
                </a:lnTo>
                <a:close/>
              </a:path>
            </a:pathLst>
          </a:custGeom>
          <a:solidFill>
            <a:srgbClr val="3CACDD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1" name="object 131" descr=""/>
          <p:cNvGrpSpPr/>
          <p:nvPr/>
        </p:nvGrpSpPr>
        <p:grpSpPr>
          <a:xfrm>
            <a:off x="11064542" y="6409857"/>
            <a:ext cx="2422525" cy="1635125"/>
            <a:chOff x="11064542" y="6409857"/>
            <a:chExt cx="2422525" cy="1635125"/>
          </a:xfrm>
        </p:grpSpPr>
        <p:sp>
          <p:nvSpPr>
            <p:cNvPr id="132" name="object 132" descr=""/>
            <p:cNvSpPr/>
            <p:nvPr/>
          </p:nvSpPr>
          <p:spPr>
            <a:xfrm>
              <a:off x="11064542" y="6634248"/>
              <a:ext cx="2422525" cy="1058545"/>
            </a:xfrm>
            <a:custGeom>
              <a:avLst/>
              <a:gdLst/>
              <a:ahLst/>
              <a:cxnLst/>
              <a:rect l="l" t="t" r="r" b="b"/>
              <a:pathLst>
                <a:path w="2422525" h="1058545">
                  <a:moveTo>
                    <a:pt x="0" y="1058208"/>
                  </a:moveTo>
                  <a:lnTo>
                    <a:pt x="2422198" y="1058208"/>
                  </a:lnTo>
                  <a:lnTo>
                    <a:pt x="2422198" y="0"/>
                  </a:lnTo>
                  <a:lnTo>
                    <a:pt x="0" y="0"/>
                  </a:lnTo>
                  <a:lnTo>
                    <a:pt x="0" y="10582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11064532" y="6482174"/>
              <a:ext cx="2422525" cy="1562735"/>
            </a:xfrm>
            <a:custGeom>
              <a:avLst/>
              <a:gdLst/>
              <a:ahLst/>
              <a:cxnLst/>
              <a:rect l="l" t="t" r="r" b="b"/>
              <a:pathLst>
                <a:path w="2422525" h="1562734">
                  <a:moveTo>
                    <a:pt x="2422207" y="1210284"/>
                  </a:moveTo>
                  <a:lnTo>
                    <a:pt x="0" y="1210284"/>
                  </a:lnTo>
                  <a:lnTo>
                    <a:pt x="0" y="1562227"/>
                  </a:lnTo>
                  <a:lnTo>
                    <a:pt x="2422207" y="1562227"/>
                  </a:lnTo>
                  <a:lnTo>
                    <a:pt x="2422207" y="1210284"/>
                  </a:lnTo>
                  <a:close/>
                </a:path>
                <a:path w="2422525" h="1562734">
                  <a:moveTo>
                    <a:pt x="2422207" y="0"/>
                  </a:moveTo>
                  <a:lnTo>
                    <a:pt x="0" y="0"/>
                  </a:lnTo>
                  <a:lnTo>
                    <a:pt x="0" y="152082"/>
                  </a:lnTo>
                  <a:lnTo>
                    <a:pt x="2422207" y="152082"/>
                  </a:lnTo>
                  <a:lnTo>
                    <a:pt x="2422207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11064542" y="6409857"/>
              <a:ext cx="2422525" cy="72390"/>
            </a:xfrm>
            <a:custGeom>
              <a:avLst/>
              <a:gdLst/>
              <a:ahLst/>
              <a:cxnLst/>
              <a:rect l="l" t="t" r="r" b="b"/>
              <a:pathLst>
                <a:path w="2422525" h="72389">
                  <a:moveTo>
                    <a:pt x="2422198" y="0"/>
                  </a:moveTo>
                  <a:lnTo>
                    <a:pt x="0" y="0"/>
                  </a:lnTo>
                  <a:lnTo>
                    <a:pt x="0" y="72311"/>
                  </a:lnTo>
                  <a:lnTo>
                    <a:pt x="2422198" y="72311"/>
                  </a:lnTo>
                  <a:lnTo>
                    <a:pt x="2422198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11164748" y="6717093"/>
              <a:ext cx="110489" cy="199390"/>
            </a:xfrm>
            <a:custGeom>
              <a:avLst/>
              <a:gdLst/>
              <a:ahLst/>
              <a:cxnLst/>
              <a:rect l="l" t="t" r="r" b="b"/>
              <a:pathLst>
                <a:path w="110490" h="199390">
                  <a:moveTo>
                    <a:pt x="110436" y="0"/>
                  </a:moveTo>
                  <a:lnTo>
                    <a:pt x="0" y="0"/>
                  </a:lnTo>
                  <a:lnTo>
                    <a:pt x="0" y="199030"/>
                  </a:lnTo>
                  <a:lnTo>
                    <a:pt x="110436" y="199030"/>
                  </a:lnTo>
                  <a:lnTo>
                    <a:pt x="110436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11425695" y="6717099"/>
              <a:ext cx="632460" cy="199390"/>
            </a:xfrm>
            <a:custGeom>
              <a:avLst/>
              <a:gdLst/>
              <a:ahLst/>
              <a:cxnLst/>
              <a:rect l="l" t="t" r="r" b="b"/>
              <a:pathLst>
                <a:path w="632459" h="199390">
                  <a:moveTo>
                    <a:pt x="110439" y="0"/>
                  </a:moveTo>
                  <a:lnTo>
                    <a:pt x="0" y="0"/>
                  </a:lnTo>
                  <a:lnTo>
                    <a:pt x="0" y="199034"/>
                  </a:lnTo>
                  <a:lnTo>
                    <a:pt x="110439" y="199034"/>
                  </a:lnTo>
                  <a:lnTo>
                    <a:pt x="110439" y="0"/>
                  </a:lnTo>
                  <a:close/>
                </a:path>
                <a:path w="632459" h="199390">
                  <a:moveTo>
                    <a:pt x="371398" y="0"/>
                  </a:moveTo>
                  <a:lnTo>
                    <a:pt x="260959" y="0"/>
                  </a:lnTo>
                  <a:lnTo>
                    <a:pt x="260959" y="199034"/>
                  </a:lnTo>
                  <a:lnTo>
                    <a:pt x="371398" y="199034"/>
                  </a:lnTo>
                  <a:lnTo>
                    <a:pt x="371398" y="0"/>
                  </a:lnTo>
                  <a:close/>
                </a:path>
                <a:path w="632459" h="199390">
                  <a:moveTo>
                    <a:pt x="632345" y="0"/>
                  </a:moveTo>
                  <a:lnTo>
                    <a:pt x="521919" y="0"/>
                  </a:lnTo>
                  <a:lnTo>
                    <a:pt x="521919" y="199034"/>
                  </a:lnTo>
                  <a:lnTo>
                    <a:pt x="632345" y="199034"/>
                  </a:lnTo>
                  <a:lnTo>
                    <a:pt x="632345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12208580" y="6717093"/>
              <a:ext cx="110489" cy="199390"/>
            </a:xfrm>
            <a:custGeom>
              <a:avLst/>
              <a:gdLst/>
              <a:ahLst/>
              <a:cxnLst/>
              <a:rect l="l" t="t" r="r" b="b"/>
              <a:pathLst>
                <a:path w="110490" h="199390">
                  <a:moveTo>
                    <a:pt x="110436" y="0"/>
                  </a:moveTo>
                  <a:lnTo>
                    <a:pt x="0" y="0"/>
                  </a:lnTo>
                  <a:lnTo>
                    <a:pt x="0" y="199030"/>
                  </a:lnTo>
                  <a:lnTo>
                    <a:pt x="110436" y="199030"/>
                  </a:lnTo>
                  <a:lnTo>
                    <a:pt x="110436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12469533" y="6717099"/>
              <a:ext cx="371475" cy="199390"/>
            </a:xfrm>
            <a:custGeom>
              <a:avLst/>
              <a:gdLst/>
              <a:ahLst/>
              <a:cxnLst/>
              <a:rect l="l" t="t" r="r" b="b"/>
              <a:pathLst>
                <a:path w="371475" h="199390">
                  <a:moveTo>
                    <a:pt x="110439" y="0"/>
                  </a:moveTo>
                  <a:lnTo>
                    <a:pt x="0" y="0"/>
                  </a:lnTo>
                  <a:lnTo>
                    <a:pt x="0" y="199034"/>
                  </a:lnTo>
                  <a:lnTo>
                    <a:pt x="110439" y="199034"/>
                  </a:lnTo>
                  <a:lnTo>
                    <a:pt x="110439" y="0"/>
                  </a:lnTo>
                  <a:close/>
                </a:path>
                <a:path w="371475" h="199390">
                  <a:moveTo>
                    <a:pt x="371386" y="0"/>
                  </a:moveTo>
                  <a:lnTo>
                    <a:pt x="260946" y="0"/>
                  </a:lnTo>
                  <a:lnTo>
                    <a:pt x="260946" y="199034"/>
                  </a:lnTo>
                  <a:lnTo>
                    <a:pt x="371386" y="199034"/>
                  </a:lnTo>
                  <a:lnTo>
                    <a:pt x="371386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12991457" y="6717093"/>
              <a:ext cx="110489" cy="199390"/>
            </a:xfrm>
            <a:custGeom>
              <a:avLst/>
              <a:gdLst/>
              <a:ahLst/>
              <a:cxnLst/>
              <a:rect l="l" t="t" r="r" b="b"/>
              <a:pathLst>
                <a:path w="110490" h="199390">
                  <a:moveTo>
                    <a:pt x="110436" y="0"/>
                  </a:moveTo>
                  <a:lnTo>
                    <a:pt x="0" y="0"/>
                  </a:lnTo>
                  <a:lnTo>
                    <a:pt x="0" y="199030"/>
                  </a:lnTo>
                  <a:lnTo>
                    <a:pt x="110436" y="199030"/>
                  </a:lnTo>
                  <a:lnTo>
                    <a:pt x="110436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11164748" y="6717099"/>
              <a:ext cx="2198370" cy="528955"/>
            </a:xfrm>
            <a:custGeom>
              <a:avLst/>
              <a:gdLst/>
              <a:ahLst/>
              <a:cxnLst/>
              <a:rect l="l" t="t" r="r" b="b"/>
              <a:pathLst>
                <a:path w="2198369" h="528954">
                  <a:moveTo>
                    <a:pt x="110426" y="329907"/>
                  </a:moveTo>
                  <a:lnTo>
                    <a:pt x="0" y="329907"/>
                  </a:lnTo>
                  <a:lnTo>
                    <a:pt x="0" y="528942"/>
                  </a:lnTo>
                  <a:lnTo>
                    <a:pt x="110426" y="528942"/>
                  </a:lnTo>
                  <a:lnTo>
                    <a:pt x="110426" y="329907"/>
                  </a:lnTo>
                  <a:close/>
                </a:path>
                <a:path w="2198369" h="528954">
                  <a:moveTo>
                    <a:pt x="371386" y="329907"/>
                  </a:moveTo>
                  <a:lnTo>
                    <a:pt x="260946" y="329907"/>
                  </a:lnTo>
                  <a:lnTo>
                    <a:pt x="260946" y="528942"/>
                  </a:lnTo>
                  <a:lnTo>
                    <a:pt x="371386" y="528942"/>
                  </a:lnTo>
                  <a:lnTo>
                    <a:pt x="371386" y="329907"/>
                  </a:lnTo>
                  <a:close/>
                </a:path>
                <a:path w="2198369" h="528954">
                  <a:moveTo>
                    <a:pt x="2198090" y="0"/>
                  </a:moveTo>
                  <a:lnTo>
                    <a:pt x="2087664" y="0"/>
                  </a:lnTo>
                  <a:lnTo>
                    <a:pt x="2087664" y="199034"/>
                  </a:lnTo>
                  <a:lnTo>
                    <a:pt x="2198090" y="199034"/>
                  </a:lnTo>
                  <a:lnTo>
                    <a:pt x="2198090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11686659" y="7047000"/>
              <a:ext cx="110489" cy="199390"/>
            </a:xfrm>
            <a:custGeom>
              <a:avLst/>
              <a:gdLst/>
              <a:ahLst/>
              <a:cxnLst/>
              <a:rect l="l" t="t" r="r" b="b"/>
              <a:pathLst>
                <a:path w="110490" h="199390">
                  <a:moveTo>
                    <a:pt x="110436" y="0"/>
                  </a:moveTo>
                  <a:lnTo>
                    <a:pt x="0" y="0"/>
                  </a:lnTo>
                  <a:lnTo>
                    <a:pt x="0" y="199030"/>
                  </a:lnTo>
                  <a:lnTo>
                    <a:pt x="110436" y="199030"/>
                  </a:lnTo>
                  <a:lnTo>
                    <a:pt x="110436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11947614" y="7047007"/>
              <a:ext cx="371475" cy="199390"/>
            </a:xfrm>
            <a:custGeom>
              <a:avLst/>
              <a:gdLst/>
              <a:ahLst/>
              <a:cxnLst/>
              <a:rect l="l" t="t" r="r" b="b"/>
              <a:pathLst>
                <a:path w="371475" h="199390">
                  <a:moveTo>
                    <a:pt x="110426" y="0"/>
                  </a:moveTo>
                  <a:lnTo>
                    <a:pt x="0" y="0"/>
                  </a:lnTo>
                  <a:lnTo>
                    <a:pt x="0" y="199034"/>
                  </a:lnTo>
                  <a:lnTo>
                    <a:pt x="110426" y="199034"/>
                  </a:lnTo>
                  <a:lnTo>
                    <a:pt x="110426" y="0"/>
                  </a:lnTo>
                  <a:close/>
                </a:path>
                <a:path w="371475" h="199390">
                  <a:moveTo>
                    <a:pt x="371398" y="0"/>
                  </a:moveTo>
                  <a:lnTo>
                    <a:pt x="260959" y="0"/>
                  </a:lnTo>
                  <a:lnTo>
                    <a:pt x="260959" y="199034"/>
                  </a:lnTo>
                  <a:lnTo>
                    <a:pt x="371398" y="199034"/>
                  </a:lnTo>
                  <a:lnTo>
                    <a:pt x="371398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12469533" y="7047007"/>
              <a:ext cx="371475" cy="199390"/>
            </a:xfrm>
            <a:custGeom>
              <a:avLst/>
              <a:gdLst/>
              <a:ahLst/>
              <a:cxnLst/>
              <a:rect l="l" t="t" r="r" b="b"/>
              <a:pathLst>
                <a:path w="371475" h="199390">
                  <a:moveTo>
                    <a:pt x="110439" y="0"/>
                  </a:moveTo>
                  <a:lnTo>
                    <a:pt x="0" y="0"/>
                  </a:lnTo>
                  <a:lnTo>
                    <a:pt x="0" y="199034"/>
                  </a:lnTo>
                  <a:lnTo>
                    <a:pt x="110439" y="199034"/>
                  </a:lnTo>
                  <a:lnTo>
                    <a:pt x="110439" y="0"/>
                  </a:lnTo>
                  <a:close/>
                </a:path>
                <a:path w="371475" h="199390">
                  <a:moveTo>
                    <a:pt x="371386" y="0"/>
                  </a:moveTo>
                  <a:lnTo>
                    <a:pt x="260946" y="0"/>
                  </a:lnTo>
                  <a:lnTo>
                    <a:pt x="260946" y="199034"/>
                  </a:lnTo>
                  <a:lnTo>
                    <a:pt x="371386" y="199034"/>
                  </a:lnTo>
                  <a:lnTo>
                    <a:pt x="371386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11164748" y="7047007"/>
              <a:ext cx="2198370" cy="528955"/>
            </a:xfrm>
            <a:custGeom>
              <a:avLst/>
              <a:gdLst/>
              <a:ahLst/>
              <a:cxnLst/>
              <a:rect l="l" t="t" r="r" b="b"/>
              <a:pathLst>
                <a:path w="2198369" h="528954">
                  <a:moveTo>
                    <a:pt x="110426" y="329907"/>
                  </a:moveTo>
                  <a:lnTo>
                    <a:pt x="0" y="329907"/>
                  </a:lnTo>
                  <a:lnTo>
                    <a:pt x="0" y="528929"/>
                  </a:lnTo>
                  <a:lnTo>
                    <a:pt x="110426" y="528929"/>
                  </a:lnTo>
                  <a:lnTo>
                    <a:pt x="110426" y="329907"/>
                  </a:lnTo>
                  <a:close/>
                </a:path>
                <a:path w="2198369" h="528954">
                  <a:moveTo>
                    <a:pt x="1937143" y="0"/>
                  </a:moveTo>
                  <a:lnTo>
                    <a:pt x="1826704" y="0"/>
                  </a:lnTo>
                  <a:lnTo>
                    <a:pt x="1826704" y="199034"/>
                  </a:lnTo>
                  <a:lnTo>
                    <a:pt x="1937143" y="199034"/>
                  </a:lnTo>
                  <a:lnTo>
                    <a:pt x="1937143" y="0"/>
                  </a:lnTo>
                  <a:close/>
                </a:path>
                <a:path w="2198369" h="528954">
                  <a:moveTo>
                    <a:pt x="2198090" y="0"/>
                  </a:moveTo>
                  <a:lnTo>
                    <a:pt x="2087664" y="0"/>
                  </a:lnTo>
                  <a:lnTo>
                    <a:pt x="2087664" y="199034"/>
                  </a:lnTo>
                  <a:lnTo>
                    <a:pt x="2198090" y="199034"/>
                  </a:lnTo>
                  <a:lnTo>
                    <a:pt x="2198090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11425704" y="7376906"/>
              <a:ext cx="110489" cy="199390"/>
            </a:xfrm>
            <a:custGeom>
              <a:avLst/>
              <a:gdLst/>
              <a:ahLst/>
              <a:cxnLst/>
              <a:rect l="l" t="t" r="r" b="b"/>
              <a:pathLst>
                <a:path w="110490" h="199390">
                  <a:moveTo>
                    <a:pt x="110436" y="0"/>
                  </a:moveTo>
                  <a:lnTo>
                    <a:pt x="0" y="0"/>
                  </a:lnTo>
                  <a:lnTo>
                    <a:pt x="0" y="199030"/>
                  </a:lnTo>
                  <a:lnTo>
                    <a:pt x="110436" y="199030"/>
                  </a:lnTo>
                  <a:lnTo>
                    <a:pt x="110436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11686654" y="7376915"/>
              <a:ext cx="1154430" cy="199390"/>
            </a:xfrm>
            <a:custGeom>
              <a:avLst/>
              <a:gdLst/>
              <a:ahLst/>
              <a:cxnLst/>
              <a:rect l="l" t="t" r="r" b="b"/>
              <a:pathLst>
                <a:path w="1154429" h="199390">
                  <a:moveTo>
                    <a:pt x="110439" y="0"/>
                  </a:moveTo>
                  <a:lnTo>
                    <a:pt x="0" y="0"/>
                  </a:lnTo>
                  <a:lnTo>
                    <a:pt x="0" y="199021"/>
                  </a:lnTo>
                  <a:lnTo>
                    <a:pt x="110439" y="199021"/>
                  </a:lnTo>
                  <a:lnTo>
                    <a:pt x="110439" y="0"/>
                  </a:lnTo>
                  <a:close/>
                </a:path>
                <a:path w="1154429" h="199390">
                  <a:moveTo>
                    <a:pt x="371386" y="0"/>
                  </a:moveTo>
                  <a:lnTo>
                    <a:pt x="260959" y="0"/>
                  </a:lnTo>
                  <a:lnTo>
                    <a:pt x="260959" y="199021"/>
                  </a:lnTo>
                  <a:lnTo>
                    <a:pt x="371386" y="199021"/>
                  </a:lnTo>
                  <a:lnTo>
                    <a:pt x="371386" y="0"/>
                  </a:lnTo>
                  <a:close/>
                </a:path>
                <a:path w="1154429" h="199390">
                  <a:moveTo>
                    <a:pt x="632358" y="0"/>
                  </a:moveTo>
                  <a:lnTo>
                    <a:pt x="521919" y="0"/>
                  </a:lnTo>
                  <a:lnTo>
                    <a:pt x="521919" y="199021"/>
                  </a:lnTo>
                  <a:lnTo>
                    <a:pt x="632358" y="199021"/>
                  </a:lnTo>
                  <a:lnTo>
                    <a:pt x="632358" y="0"/>
                  </a:lnTo>
                  <a:close/>
                </a:path>
                <a:path w="1154429" h="199390">
                  <a:moveTo>
                    <a:pt x="893318" y="0"/>
                  </a:moveTo>
                  <a:lnTo>
                    <a:pt x="782878" y="0"/>
                  </a:lnTo>
                  <a:lnTo>
                    <a:pt x="782878" y="199021"/>
                  </a:lnTo>
                  <a:lnTo>
                    <a:pt x="893318" y="199021"/>
                  </a:lnTo>
                  <a:lnTo>
                    <a:pt x="893318" y="0"/>
                  </a:lnTo>
                  <a:close/>
                </a:path>
                <a:path w="1154429" h="199390">
                  <a:moveTo>
                    <a:pt x="1154264" y="0"/>
                  </a:moveTo>
                  <a:lnTo>
                    <a:pt x="1043825" y="0"/>
                  </a:lnTo>
                  <a:lnTo>
                    <a:pt x="1043825" y="199021"/>
                  </a:lnTo>
                  <a:lnTo>
                    <a:pt x="1154264" y="199021"/>
                  </a:lnTo>
                  <a:lnTo>
                    <a:pt x="1154264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12991457" y="7376906"/>
              <a:ext cx="110489" cy="199390"/>
            </a:xfrm>
            <a:custGeom>
              <a:avLst/>
              <a:gdLst/>
              <a:ahLst/>
              <a:cxnLst/>
              <a:rect l="l" t="t" r="r" b="b"/>
              <a:pathLst>
                <a:path w="110490" h="199390">
                  <a:moveTo>
                    <a:pt x="110436" y="0"/>
                  </a:moveTo>
                  <a:lnTo>
                    <a:pt x="0" y="0"/>
                  </a:lnTo>
                  <a:lnTo>
                    <a:pt x="0" y="199030"/>
                  </a:lnTo>
                  <a:lnTo>
                    <a:pt x="110436" y="199030"/>
                  </a:lnTo>
                  <a:lnTo>
                    <a:pt x="110436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13252412" y="7376906"/>
              <a:ext cx="110489" cy="199390"/>
            </a:xfrm>
            <a:custGeom>
              <a:avLst/>
              <a:gdLst/>
              <a:ahLst/>
              <a:cxnLst/>
              <a:rect l="l" t="t" r="r" b="b"/>
              <a:pathLst>
                <a:path w="110490" h="199390">
                  <a:moveTo>
                    <a:pt x="110436" y="0"/>
                  </a:moveTo>
                  <a:lnTo>
                    <a:pt x="0" y="0"/>
                  </a:lnTo>
                  <a:lnTo>
                    <a:pt x="0" y="199030"/>
                  </a:lnTo>
                  <a:lnTo>
                    <a:pt x="110436" y="199030"/>
                  </a:lnTo>
                  <a:lnTo>
                    <a:pt x="110436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11219370" y="7746333"/>
              <a:ext cx="2025650" cy="228600"/>
            </a:xfrm>
            <a:custGeom>
              <a:avLst/>
              <a:gdLst/>
              <a:ahLst/>
              <a:cxnLst/>
              <a:rect l="l" t="t" r="r" b="b"/>
              <a:pathLst>
                <a:path w="2025650" h="228600">
                  <a:moveTo>
                    <a:pt x="111620" y="74422"/>
                  </a:moveTo>
                  <a:lnTo>
                    <a:pt x="0" y="74422"/>
                  </a:lnTo>
                  <a:lnTo>
                    <a:pt x="0" y="125933"/>
                  </a:lnTo>
                  <a:lnTo>
                    <a:pt x="111620" y="125933"/>
                  </a:lnTo>
                  <a:lnTo>
                    <a:pt x="111620" y="74422"/>
                  </a:lnTo>
                  <a:close/>
                </a:path>
                <a:path w="2025650" h="228600">
                  <a:moveTo>
                    <a:pt x="176847" y="0"/>
                  </a:moveTo>
                  <a:lnTo>
                    <a:pt x="65227" y="0"/>
                  </a:lnTo>
                  <a:lnTo>
                    <a:pt x="65227" y="51523"/>
                  </a:lnTo>
                  <a:lnTo>
                    <a:pt x="176847" y="51523"/>
                  </a:lnTo>
                  <a:lnTo>
                    <a:pt x="176847" y="0"/>
                  </a:lnTo>
                  <a:close/>
                </a:path>
                <a:path w="2025650" h="228600">
                  <a:moveTo>
                    <a:pt x="467283" y="176758"/>
                  </a:moveTo>
                  <a:lnTo>
                    <a:pt x="355663" y="176758"/>
                  </a:lnTo>
                  <a:lnTo>
                    <a:pt x="355663" y="228282"/>
                  </a:lnTo>
                  <a:lnTo>
                    <a:pt x="467283" y="228282"/>
                  </a:lnTo>
                  <a:lnTo>
                    <a:pt x="467283" y="176758"/>
                  </a:lnTo>
                  <a:close/>
                </a:path>
                <a:path w="2025650" h="228600">
                  <a:moveTo>
                    <a:pt x="529221" y="100177"/>
                  </a:moveTo>
                  <a:lnTo>
                    <a:pt x="417601" y="100177"/>
                  </a:lnTo>
                  <a:lnTo>
                    <a:pt x="417601" y="151688"/>
                  </a:lnTo>
                  <a:lnTo>
                    <a:pt x="529221" y="151688"/>
                  </a:lnTo>
                  <a:lnTo>
                    <a:pt x="529221" y="100177"/>
                  </a:lnTo>
                  <a:close/>
                </a:path>
                <a:path w="2025650" h="228600">
                  <a:moveTo>
                    <a:pt x="603262" y="176758"/>
                  </a:moveTo>
                  <a:lnTo>
                    <a:pt x="491655" y="176758"/>
                  </a:lnTo>
                  <a:lnTo>
                    <a:pt x="491655" y="228282"/>
                  </a:lnTo>
                  <a:lnTo>
                    <a:pt x="603262" y="228282"/>
                  </a:lnTo>
                  <a:lnTo>
                    <a:pt x="603262" y="176758"/>
                  </a:lnTo>
                  <a:close/>
                </a:path>
                <a:path w="2025650" h="228600">
                  <a:moveTo>
                    <a:pt x="1115504" y="86956"/>
                  </a:moveTo>
                  <a:lnTo>
                    <a:pt x="1003884" y="86956"/>
                  </a:lnTo>
                  <a:lnTo>
                    <a:pt x="1003884" y="138468"/>
                  </a:lnTo>
                  <a:lnTo>
                    <a:pt x="1115504" y="138468"/>
                  </a:lnTo>
                  <a:lnTo>
                    <a:pt x="1115504" y="86956"/>
                  </a:lnTo>
                  <a:close/>
                </a:path>
                <a:path w="2025650" h="228600">
                  <a:moveTo>
                    <a:pt x="1177455" y="10363"/>
                  </a:moveTo>
                  <a:lnTo>
                    <a:pt x="1065834" y="10363"/>
                  </a:lnTo>
                  <a:lnTo>
                    <a:pt x="1065834" y="61887"/>
                  </a:lnTo>
                  <a:lnTo>
                    <a:pt x="1177455" y="61887"/>
                  </a:lnTo>
                  <a:lnTo>
                    <a:pt x="1177455" y="10363"/>
                  </a:lnTo>
                  <a:close/>
                </a:path>
                <a:path w="2025650" h="228600">
                  <a:moveTo>
                    <a:pt x="1251496" y="86956"/>
                  </a:moveTo>
                  <a:lnTo>
                    <a:pt x="1139863" y="86956"/>
                  </a:lnTo>
                  <a:lnTo>
                    <a:pt x="1139863" y="138468"/>
                  </a:lnTo>
                  <a:lnTo>
                    <a:pt x="1251496" y="138468"/>
                  </a:lnTo>
                  <a:lnTo>
                    <a:pt x="1251496" y="86956"/>
                  </a:lnTo>
                  <a:close/>
                </a:path>
                <a:path w="2025650" h="228600">
                  <a:moveTo>
                    <a:pt x="1379804" y="86956"/>
                  </a:moveTo>
                  <a:lnTo>
                    <a:pt x="1268171" y="86956"/>
                  </a:lnTo>
                  <a:lnTo>
                    <a:pt x="1268171" y="138468"/>
                  </a:lnTo>
                  <a:lnTo>
                    <a:pt x="1379804" y="138468"/>
                  </a:lnTo>
                  <a:lnTo>
                    <a:pt x="1379804" y="86956"/>
                  </a:lnTo>
                  <a:close/>
                </a:path>
                <a:path w="2025650" h="228600">
                  <a:moveTo>
                    <a:pt x="1441742" y="10363"/>
                  </a:moveTo>
                  <a:lnTo>
                    <a:pt x="1330121" y="10363"/>
                  </a:lnTo>
                  <a:lnTo>
                    <a:pt x="1330121" y="61887"/>
                  </a:lnTo>
                  <a:lnTo>
                    <a:pt x="1441742" y="61887"/>
                  </a:lnTo>
                  <a:lnTo>
                    <a:pt x="1441742" y="10363"/>
                  </a:lnTo>
                  <a:close/>
                </a:path>
                <a:path w="2025650" h="228600">
                  <a:moveTo>
                    <a:pt x="1515783" y="86956"/>
                  </a:moveTo>
                  <a:lnTo>
                    <a:pt x="1404162" y="86956"/>
                  </a:lnTo>
                  <a:lnTo>
                    <a:pt x="1404162" y="138468"/>
                  </a:lnTo>
                  <a:lnTo>
                    <a:pt x="1515783" y="138468"/>
                  </a:lnTo>
                  <a:lnTo>
                    <a:pt x="1515783" y="86956"/>
                  </a:lnTo>
                  <a:close/>
                </a:path>
                <a:path w="2025650" h="228600">
                  <a:moveTo>
                    <a:pt x="1764144" y="176758"/>
                  </a:moveTo>
                  <a:lnTo>
                    <a:pt x="1652524" y="176758"/>
                  </a:lnTo>
                  <a:lnTo>
                    <a:pt x="1652524" y="228282"/>
                  </a:lnTo>
                  <a:lnTo>
                    <a:pt x="1764144" y="228282"/>
                  </a:lnTo>
                  <a:lnTo>
                    <a:pt x="1764144" y="176758"/>
                  </a:lnTo>
                  <a:close/>
                </a:path>
                <a:path w="2025650" h="228600">
                  <a:moveTo>
                    <a:pt x="1894624" y="176758"/>
                  </a:moveTo>
                  <a:lnTo>
                    <a:pt x="1783003" y="176758"/>
                  </a:lnTo>
                  <a:lnTo>
                    <a:pt x="1783003" y="228282"/>
                  </a:lnTo>
                  <a:lnTo>
                    <a:pt x="1894624" y="228282"/>
                  </a:lnTo>
                  <a:lnTo>
                    <a:pt x="1894624" y="176758"/>
                  </a:lnTo>
                  <a:close/>
                </a:path>
                <a:path w="2025650" h="228600">
                  <a:moveTo>
                    <a:pt x="2025103" y="10363"/>
                  </a:moveTo>
                  <a:lnTo>
                    <a:pt x="1913483" y="10363"/>
                  </a:lnTo>
                  <a:lnTo>
                    <a:pt x="1913483" y="61887"/>
                  </a:lnTo>
                  <a:lnTo>
                    <a:pt x="2025103" y="61887"/>
                  </a:lnTo>
                  <a:lnTo>
                    <a:pt x="2025103" y="103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0" name="object 150" descr=""/>
          <p:cNvSpPr/>
          <p:nvPr/>
        </p:nvSpPr>
        <p:spPr>
          <a:xfrm>
            <a:off x="11497378" y="5640268"/>
            <a:ext cx="725170" cy="71755"/>
          </a:xfrm>
          <a:custGeom>
            <a:avLst/>
            <a:gdLst/>
            <a:ahLst/>
            <a:cxnLst/>
            <a:rect l="l" t="t" r="r" b="b"/>
            <a:pathLst>
              <a:path w="725170" h="71754">
                <a:moveTo>
                  <a:pt x="724585" y="0"/>
                </a:moveTo>
                <a:lnTo>
                  <a:pt x="0" y="0"/>
                </a:lnTo>
                <a:lnTo>
                  <a:pt x="0" y="71704"/>
                </a:lnTo>
                <a:lnTo>
                  <a:pt x="724585" y="71704"/>
                </a:lnTo>
                <a:lnTo>
                  <a:pt x="724585" y="0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" name="object 151" descr=""/>
          <p:cNvSpPr/>
          <p:nvPr/>
        </p:nvSpPr>
        <p:spPr>
          <a:xfrm>
            <a:off x="12307133" y="5640268"/>
            <a:ext cx="725170" cy="71755"/>
          </a:xfrm>
          <a:custGeom>
            <a:avLst/>
            <a:gdLst/>
            <a:ahLst/>
            <a:cxnLst/>
            <a:rect l="l" t="t" r="r" b="b"/>
            <a:pathLst>
              <a:path w="725169" h="71754">
                <a:moveTo>
                  <a:pt x="724585" y="0"/>
                </a:moveTo>
                <a:lnTo>
                  <a:pt x="0" y="0"/>
                </a:lnTo>
                <a:lnTo>
                  <a:pt x="0" y="71704"/>
                </a:lnTo>
                <a:lnTo>
                  <a:pt x="724585" y="71704"/>
                </a:lnTo>
                <a:lnTo>
                  <a:pt x="724585" y="0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2" name="object 152" descr=""/>
          <p:cNvGrpSpPr/>
          <p:nvPr/>
        </p:nvGrpSpPr>
        <p:grpSpPr>
          <a:xfrm>
            <a:off x="-1" y="2919846"/>
            <a:ext cx="20106640" cy="8390255"/>
            <a:chOff x="-1" y="2919846"/>
            <a:chExt cx="20106640" cy="8390255"/>
          </a:xfrm>
        </p:grpSpPr>
        <p:sp>
          <p:nvSpPr>
            <p:cNvPr id="153" name="object 153" descr=""/>
            <p:cNvSpPr/>
            <p:nvPr/>
          </p:nvSpPr>
          <p:spPr>
            <a:xfrm>
              <a:off x="0" y="7892845"/>
              <a:ext cx="20078700" cy="192405"/>
            </a:xfrm>
            <a:custGeom>
              <a:avLst/>
              <a:gdLst/>
              <a:ahLst/>
              <a:cxnLst/>
              <a:rect l="l" t="t" r="r" b="b"/>
              <a:pathLst>
                <a:path w="20078700" h="192404">
                  <a:moveTo>
                    <a:pt x="9480152" y="0"/>
                  </a:moveTo>
                  <a:lnTo>
                    <a:pt x="4984425" y="14994"/>
                  </a:lnTo>
                  <a:lnTo>
                    <a:pt x="471922" y="80971"/>
                  </a:lnTo>
                  <a:lnTo>
                    <a:pt x="0" y="95785"/>
                  </a:lnTo>
                  <a:lnTo>
                    <a:pt x="0" y="191941"/>
                  </a:lnTo>
                  <a:lnTo>
                    <a:pt x="20078604" y="191941"/>
                  </a:lnTo>
                  <a:lnTo>
                    <a:pt x="20078604" y="61191"/>
                  </a:lnTo>
                  <a:lnTo>
                    <a:pt x="16162402" y="7648"/>
                  </a:lnTo>
                  <a:lnTo>
                    <a:pt x="9480152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0" y="8084790"/>
              <a:ext cx="20078700" cy="1972945"/>
            </a:xfrm>
            <a:custGeom>
              <a:avLst/>
              <a:gdLst/>
              <a:ahLst/>
              <a:cxnLst/>
              <a:rect l="l" t="t" r="r" b="b"/>
              <a:pathLst>
                <a:path w="20078700" h="1972945">
                  <a:moveTo>
                    <a:pt x="20078603" y="0"/>
                  </a:moveTo>
                  <a:lnTo>
                    <a:pt x="0" y="0"/>
                  </a:lnTo>
                  <a:lnTo>
                    <a:pt x="0" y="1972631"/>
                  </a:lnTo>
                  <a:lnTo>
                    <a:pt x="20078603" y="1972631"/>
                  </a:lnTo>
                  <a:lnTo>
                    <a:pt x="20078603" y="0"/>
                  </a:lnTo>
                  <a:close/>
                </a:path>
              </a:pathLst>
            </a:custGeom>
            <a:solidFill>
              <a:srgbClr val="6AB5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3097800" y="8083062"/>
              <a:ext cx="412115" cy="1905"/>
            </a:xfrm>
            <a:custGeom>
              <a:avLst/>
              <a:gdLst/>
              <a:ahLst/>
              <a:cxnLst/>
              <a:rect l="l" t="t" r="r" b="b"/>
              <a:pathLst>
                <a:path w="412114" h="1904">
                  <a:moveTo>
                    <a:pt x="0" y="1717"/>
                  </a:moveTo>
                  <a:lnTo>
                    <a:pt x="411495" y="1717"/>
                  </a:lnTo>
                  <a:lnTo>
                    <a:pt x="411495" y="0"/>
                  </a:lnTo>
                  <a:lnTo>
                    <a:pt x="0" y="0"/>
                  </a:lnTo>
                  <a:lnTo>
                    <a:pt x="0" y="1717"/>
                  </a:lnTo>
                  <a:close/>
                </a:path>
              </a:pathLst>
            </a:custGeom>
            <a:solidFill>
              <a:srgbClr val="A5D6D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6" name="object 15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8084779"/>
              <a:ext cx="20078593" cy="1972631"/>
            </a:xfrm>
            <a:prstGeom prst="rect">
              <a:avLst/>
            </a:prstGeom>
          </p:spPr>
        </p:pic>
        <p:sp>
          <p:nvSpPr>
            <p:cNvPr id="157" name="object 157" descr=""/>
            <p:cNvSpPr/>
            <p:nvPr/>
          </p:nvSpPr>
          <p:spPr>
            <a:xfrm>
              <a:off x="1394396" y="8298910"/>
              <a:ext cx="17597755" cy="320675"/>
            </a:xfrm>
            <a:custGeom>
              <a:avLst/>
              <a:gdLst/>
              <a:ahLst/>
              <a:cxnLst/>
              <a:rect l="l" t="t" r="r" b="b"/>
              <a:pathLst>
                <a:path w="17597755" h="320675">
                  <a:moveTo>
                    <a:pt x="4626267" y="228523"/>
                  </a:moveTo>
                  <a:lnTo>
                    <a:pt x="4575162" y="220700"/>
                  </a:lnTo>
                  <a:lnTo>
                    <a:pt x="4536465" y="218211"/>
                  </a:lnTo>
                  <a:lnTo>
                    <a:pt x="4487596" y="215785"/>
                  </a:lnTo>
                  <a:lnTo>
                    <a:pt x="4428922" y="213436"/>
                  </a:lnTo>
                  <a:lnTo>
                    <a:pt x="4323423" y="210070"/>
                  </a:lnTo>
                  <a:lnTo>
                    <a:pt x="4198099" y="206908"/>
                  </a:lnTo>
                  <a:lnTo>
                    <a:pt x="4002443" y="203060"/>
                  </a:lnTo>
                  <a:lnTo>
                    <a:pt x="3777030" y="199656"/>
                  </a:lnTo>
                  <a:lnTo>
                    <a:pt x="3458184" y="196126"/>
                  </a:lnTo>
                  <a:lnTo>
                    <a:pt x="3103842" y="193471"/>
                  </a:lnTo>
                  <a:lnTo>
                    <a:pt x="2720124" y="191820"/>
                  </a:lnTo>
                  <a:lnTo>
                    <a:pt x="2313140" y="191236"/>
                  </a:lnTo>
                  <a:lnTo>
                    <a:pt x="1906155" y="191820"/>
                  </a:lnTo>
                  <a:lnTo>
                    <a:pt x="1522425" y="193471"/>
                  </a:lnTo>
                  <a:lnTo>
                    <a:pt x="1168082" y="196126"/>
                  </a:lnTo>
                  <a:lnTo>
                    <a:pt x="849236" y="199656"/>
                  </a:lnTo>
                  <a:lnTo>
                    <a:pt x="623824" y="203060"/>
                  </a:lnTo>
                  <a:lnTo>
                    <a:pt x="428167" y="206908"/>
                  </a:lnTo>
                  <a:lnTo>
                    <a:pt x="302844" y="210070"/>
                  </a:lnTo>
                  <a:lnTo>
                    <a:pt x="197345" y="213436"/>
                  </a:lnTo>
                  <a:lnTo>
                    <a:pt x="138684" y="215785"/>
                  </a:lnTo>
                  <a:lnTo>
                    <a:pt x="89801" y="218211"/>
                  </a:lnTo>
                  <a:lnTo>
                    <a:pt x="51104" y="220700"/>
                  </a:lnTo>
                  <a:lnTo>
                    <a:pt x="13004" y="224548"/>
                  </a:lnTo>
                  <a:lnTo>
                    <a:pt x="0" y="228523"/>
                  </a:lnTo>
                  <a:lnTo>
                    <a:pt x="1460" y="229870"/>
                  </a:lnTo>
                  <a:lnTo>
                    <a:pt x="51104" y="236359"/>
                  </a:lnTo>
                  <a:lnTo>
                    <a:pt x="89801" y="238848"/>
                  </a:lnTo>
                  <a:lnTo>
                    <a:pt x="138684" y="241274"/>
                  </a:lnTo>
                  <a:lnTo>
                    <a:pt x="197345" y="243624"/>
                  </a:lnTo>
                  <a:lnTo>
                    <a:pt x="302844" y="246989"/>
                  </a:lnTo>
                  <a:lnTo>
                    <a:pt x="428167" y="250151"/>
                  </a:lnTo>
                  <a:lnTo>
                    <a:pt x="623824" y="254000"/>
                  </a:lnTo>
                  <a:lnTo>
                    <a:pt x="849236" y="257403"/>
                  </a:lnTo>
                  <a:lnTo>
                    <a:pt x="1168082" y="260934"/>
                  </a:lnTo>
                  <a:lnTo>
                    <a:pt x="1522425" y="263575"/>
                  </a:lnTo>
                  <a:lnTo>
                    <a:pt x="1906155" y="265239"/>
                  </a:lnTo>
                  <a:lnTo>
                    <a:pt x="2313140" y="265811"/>
                  </a:lnTo>
                  <a:lnTo>
                    <a:pt x="2720124" y="265239"/>
                  </a:lnTo>
                  <a:lnTo>
                    <a:pt x="3103842" y="263575"/>
                  </a:lnTo>
                  <a:lnTo>
                    <a:pt x="3458184" y="260934"/>
                  </a:lnTo>
                  <a:lnTo>
                    <a:pt x="3777030" y="257403"/>
                  </a:lnTo>
                  <a:lnTo>
                    <a:pt x="4002443" y="254000"/>
                  </a:lnTo>
                  <a:lnTo>
                    <a:pt x="4198099" y="250151"/>
                  </a:lnTo>
                  <a:lnTo>
                    <a:pt x="4323423" y="246989"/>
                  </a:lnTo>
                  <a:lnTo>
                    <a:pt x="4428922" y="243624"/>
                  </a:lnTo>
                  <a:lnTo>
                    <a:pt x="4487596" y="241274"/>
                  </a:lnTo>
                  <a:lnTo>
                    <a:pt x="4536465" y="238848"/>
                  </a:lnTo>
                  <a:lnTo>
                    <a:pt x="4575162" y="236359"/>
                  </a:lnTo>
                  <a:lnTo>
                    <a:pt x="4613275" y="232511"/>
                  </a:lnTo>
                  <a:lnTo>
                    <a:pt x="4626267" y="228523"/>
                  </a:lnTo>
                  <a:close/>
                </a:path>
                <a:path w="17597755" h="320675">
                  <a:moveTo>
                    <a:pt x="9389618" y="310095"/>
                  </a:moveTo>
                  <a:lnTo>
                    <a:pt x="9350451" y="305003"/>
                  </a:lnTo>
                  <a:lnTo>
                    <a:pt x="9305607" y="302971"/>
                  </a:lnTo>
                  <a:lnTo>
                    <a:pt x="9247556" y="301396"/>
                  </a:lnTo>
                  <a:lnTo>
                    <a:pt x="9179027" y="300380"/>
                  </a:lnTo>
                  <a:lnTo>
                    <a:pt x="9102776" y="300012"/>
                  </a:lnTo>
                  <a:lnTo>
                    <a:pt x="9026525" y="300380"/>
                  </a:lnTo>
                  <a:lnTo>
                    <a:pt x="8958008" y="301396"/>
                  </a:lnTo>
                  <a:lnTo>
                    <a:pt x="8899957" y="302971"/>
                  </a:lnTo>
                  <a:lnTo>
                    <a:pt x="8855100" y="305003"/>
                  </a:lnTo>
                  <a:lnTo>
                    <a:pt x="8815934" y="310095"/>
                  </a:lnTo>
                  <a:lnTo>
                    <a:pt x="8826182" y="312775"/>
                  </a:lnTo>
                  <a:lnTo>
                    <a:pt x="8899957" y="317233"/>
                  </a:lnTo>
                  <a:lnTo>
                    <a:pt x="8958008" y="318808"/>
                  </a:lnTo>
                  <a:lnTo>
                    <a:pt x="9026525" y="319824"/>
                  </a:lnTo>
                  <a:lnTo>
                    <a:pt x="9102776" y="320179"/>
                  </a:lnTo>
                  <a:lnTo>
                    <a:pt x="9179027" y="319824"/>
                  </a:lnTo>
                  <a:lnTo>
                    <a:pt x="9247556" y="318808"/>
                  </a:lnTo>
                  <a:lnTo>
                    <a:pt x="9305607" y="317233"/>
                  </a:lnTo>
                  <a:lnTo>
                    <a:pt x="9350451" y="315188"/>
                  </a:lnTo>
                  <a:lnTo>
                    <a:pt x="9389618" y="310095"/>
                  </a:lnTo>
                  <a:close/>
                </a:path>
                <a:path w="17597755" h="320675">
                  <a:moveTo>
                    <a:pt x="11421986" y="35369"/>
                  </a:moveTo>
                  <a:lnTo>
                    <a:pt x="11378489" y="30010"/>
                  </a:lnTo>
                  <a:lnTo>
                    <a:pt x="11337925" y="27965"/>
                  </a:lnTo>
                  <a:lnTo>
                    <a:pt x="11285004" y="25996"/>
                  </a:lnTo>
                  <a:lnTo>
                    <a:pt x="11183684" y="23202"/>
                  </a:lnTo>
                  <a:lnTo>
                    <a:pt x="11057814" y="20599"/>
                  </a:lnTo>
                  <a:lnTo>
                    <a:pt x="10855173" y="17487"/>
                  </a:lnTo>
                  <a:lnTo>
                    <a:pt x="10616997" y="14833"/>
                  </a:lnTo>
                  <a:lnTo>
                    <a:pt x="10276408" y="12268"/>
                  </a:lnTo>
                  <a:lnTo>
                    <a:pt x="9896627" y="10642"/>
                  </a:lnTo>
                  <a:lnTo>
                    <a:pt x="9486760" y="10083"/>
                  </a:lnTo>
                  <a:lnTo>
                    <a:pt x="9076893" y="10642"/>
                  </a:lnTo>
                  <a:lnTo>
                    <a:pt x="8697125" y="12268"/>
                  </a:lnTo>
                  <a:lnTo>
                    <a:pt x="8356524" y="14833"/>
                  </a:lnTo>
                  <a:lnTo>
                    <a:pt x="8118348" y="17487"/>
                  </a:lnTo>
                  <a:lnTo>
                    <a:pt x="7915707" y="20599"/>
                  </a:lnTo>
                  <a:lnTo>
                    <a:pt x="7789837" y="23202"/>
                  </a:lnTo>
                  <a:lnTo>
                    <a:pt x="7688516" y="25996"/>
                  </a:lnTo>
                  <a:lnTo>
                    <a:pt x="7635583" y="27965"/>
                  </a:lnTo>
                  <a:lnTo>
                    <a:pt x="7595019" y="30010"/>
                  </a:lnTo>
                  <a:lnTo>
                    <a:pt x="7553325" y="34264"/>
                  </a:lnTo>
                  <a:lnTo>
                    <a:pt x="7551534" y="35369"/>
                  </a:lnTo>
                  <a:lnTo>
                    <a:pt x="7553325" y="36461"/>
                  </a:lnTo>
                  <a:lnTo>
                    <a:pt x="7595019" y="40716"/>
                  </a:lnTo>
                  <a:lnTo>
                    <a:pt x="7635583" y="42760"/>
                  </a:lnTo>
                  <a:lnTo>
                    <a:pt x="7688516" y="44729"/>
                  </a:lnTo>
                  <a:lnTo>
                    <a:pt x="7789837" y="47523"/>
                  </a:lnTo>
                  <a:lnTo>
                    <a:pt x="7915707" y="50126"/>
                  </a:lnTo>
                  <a:lnTo>
                    <a:pt x="8118348" y="53238"/>
                  </a:lnTo>
                  <a:lnTo>
                    <a:pt x="8356524" y="55892"/>
                  </a:lnTo>
                  <a:lnTo>
                    <a:pt x="8697125" y="58458"/>
                  </a:lnTo>
                  <a:lnTo>
                    <a:pt x="9076893" y="60083"/>
                  </a:lnTo>
                  <a:lnTo>
                    <a:pt x="9486760" y="60655"/>
                  </a:lnTo>
                  <a:lnTo>
                    <a:pt x="9896627" y="60083"/>
                  </a:lnTo>
                  <a:lnTo>
                    <a:pt x="10276408" y="58458"/>
                  </a:lnTo>
                  <a:lnTo>
                    <a:pt x="10616997" y="55892"/>
                  </a:lnTo>
                  <a:lnTo>
                    <a:pt x="10855173" y="53238"/>
                  </a:lnTo>
                  <a:lnTo>
                    <a:pt x="11057814" y="50126"/>
                  </a:lnTo>
                  <a:lnTo>
                    <a:pt x="11183684" y="47523"/>
                  </a:lnTo>
                  <a:lnTo>
                    <a:pt x="11285004" y="44729"/>
                  </a:lnTo>
                  <a:lnTo>
                    <a:pt x="11337925" y="42760"/>
                  </a:lnTo>
                  <a:lnTo>
                    <a:pt x="11378489" y="40716"/>
                  </a:lnTo>
                  <a:lnTo>
                    <a:pt x="11420196" y="36461"/>
                  </a:lnTo>
                  <a:lnTo>
                    <a:pt x="11421986" y="35369"/>
                  </a:lnTo>
                  <a:close/>
                </a:path>
                <a:path w="17597755" h="320675">
                  <a:moveTo>
                    <a:pt x="13128803" y="10083"/>
                  </a:moveTo>
                  <a:lnTo>
                    <a:pt x="13089649" y="4991"/>
                  </a:lnTo>
                  <a:lnTo>
                    <a:pt x="13044792" y="2946"/>
                  </a:lnTo>
                  <a:lnTo>
                    <a:pt x="12986741" y="1371"/>
                  </a:lnTo>
                  <a:lnTo>
                    <a:pt x="12918224" y="355"/>
                  </a:lnTo>
                  <a:lnTo>
                    <a:pt x="12841961" y="0"/>
                  </a:lnTo>
                  <a:lnTo>
                    <a:pt x="12765710" y="355"/>
                  </a:lnTo>
                  <a:lnTo>
                    <a:pt x="12697193" y="1371"/>
                  </a:lnTo>
                  <a:lnTo>
                    <a:pt x="12639142" y="2946"/>
                  </a:lnTo>
                  <a:lnTo>
                    <a:pt x="12594285" y="4991"/>
                  </a:lnTo>
                  <a:lnTo>
                    <a:pt x="12555131" y="10083"/>
                  </a:lnTo>
                  <a:lnTo>
                    <a:pt x="12565367" y="12763"/>
                  </a:lnTo>
                  <a:lnTo>
                    <a:pt x="12639142" y="17208"/>
                  </a:lnTo>
                  <a:lnTo>
                    <a:pt x="12697193" y="18783"/>
                  </a:lnTo>
                  <a:lnTo>
                    <a:pt x="12765710" y="19799"/>
                  </a:lnTo>
                  <a:lnTo>
                    <a:pt x="12841961" y="20167"/>
                  </a:lnTo>
                  <a:lnTo>
                    <a:pt x="12918224" y="19799"/>
                  </a:lnTo>
                  <a:lnTo>
                    <a:pt x="12986741" y="18783"/>
                  </a:lnTo>
                  <a:lnTo>
                    <a:pt x="13044792" y="17208"/>
                  </a:lnTo>
                  <a:lnTo>
                    <a:pt x="13089649" y="15176"/>
                  </a:lnTo>
                  <a:lnTo>
                    <a:pt x="13128803" y="10083"/>
                  </a:lnTo>
                  <a:close/>
                </a:path>
                <a:path w="17597755" h="320675">
                  <a:moveTo>
                    <a:pt x="17597451" y="228523"/>
                  </a:moveTo>
                  <a:lnTo>
                    <a:pt x="17546346" y="220700"/>
                  </a:lnTo>
                  <a:lnTo>
                    <a:pt x="17507649" y="218211"/>
                  </a:lnTo>
                  <a:lnTo>
                    <a:pt x="17458767" y="215785"/>
                  </a:lnTo>
                  <a:lnTo>
                    <a:pt x="17400105" y="213436"/>
                  </a:lnTo>
                  <a:lnTo>
                    <a:pt x="17294606" y="210070"/>
                  </a:lnTo>
                  <a:lnTo>
                    <a:pt x="17169283" y="206908"/>
                  </a:lnTo>
                  <a:lnTo>
                    <a:pt x="16973627" y="203060"/>
                  </a:lnTo>
                  <a:lnTo>
                    <a:pt x="16748214" y="199656"/>
                  </a:lnTo>
                  <a:lnTo>
                    <a:pt x="16429368" y="196126"/>
                  </a:lnTo>
                  <a:lnTo>
                    <a:pt x="16075025" y="193471"/>
                  </a:lnTo>
                  <a:lnTo>
                    <a:pt x="15691307" y="191820"/>
                  </a:lnTo>
                  <a:lnTo>
                    <a:pt x="15284323" y="191236"/>
                  </a:lnTo>
                  <a:lnTo>
                    <a:pt x="14877339" y="191820"/>
                  </a:lnTo>
                  <a:lnTo>
                    <a:pt x="14493608" y="193471"/>
                  </a:lnTo>
                  <a:lnTo>
                    <a:pt x="14139266" y="196126"/>
                  </a:lnTo>
                  <a:lnTo>
                    <a:pt x="13820420" y="199656"/>
                  </a:lnTo>
                  <a:lnTo>
                    <a:pt x="13595007" y="203060"/>
                  </a:lnTo>
                  <a:lnTo>
                    <a:pt x="13399351" y="206908"/>
                  </a:lnTo>
                  <a:lnTo>
                    <a:pt x="13274027" y="210070"/>
                  </a:lnTo>
                  <a:lnTo>
                    <a:pt x="13168529" y="213436"/>
                  </a:lnTo>
                  <a:lnTo>
                    <a:pt x="13109867" y="215785"/>
                  </a:lnTo>
                  <a:lnTo>
                    <a:pt x="13060985" y="218211"/>
                  </a:lnTo>
                  <a:lnTo>
                    <a:pt x="13022288" y="220700"/>
                  </a:lnTo>
                  <a:lnTo>
                    <a:pt x="12984188" y="224548"/>
                  </a:lnTo>
                  <a:lnTo>
                    <a:pt x="12971183" y="228523"/>
                  </a:lnTo>
                  <a:lnTo>
                    <a:pt x="12972644" y="229870"/>
                  </a:lnTo>
                  <a:lnTo>
                    <a:pt x="13022288" y="236359"/>
                  </a:lnTo>
                  <a:lnTo>
                    <a:pt x="13060985" y="238848"/>
                  </a:lnTo>
                  <a:lnTo>
                    <a:pt x="13109867" y="241274"/>
                  </a:lnTo>
                  <a:lnTo>
                    <a:pt x="13168529" y="243624"/>
                  </a:lnTo>
                  <a:lnTo>
                    <a:pt x="13274027" y="246989"/>
                  </a:lnTo>
                  <a:lnTo>
                    <a:pt x="13399351" y="250151"/>
                  </a:lnTo>
                  <a:lnTo>
                    <a:pt x="13595007" y="254000"/>
                  </a:lnTo>
                  <a:lnTo>
                    <a:pt x="13820420" y="257403"/>
                  </a:lnTo>
                  <a:lnTo>
                    <a:pt x="14139266" y="260934"/>
                  </a:lnTo>
                  <a:lnTo>
                    <a:pt x="14493608" y="263575"/>
                  </a:lnTo>
                  <a:lnTo>
                    <a:pt x="14877339" y="265239"/>
                  </a:lnTo>
                  <a:lnTo>
                    <a:pt x="15284323" y="265811"/>
                  </a:lnTo>
                  <a:lnTo>
                    <a:pt x="15691307" y="265239"/>
                  </a:lnTo>
                  <a:lnTo>
                    <a:pt x="16075025" y="263575"/>
                  </a:lnTo>
                  <a:lnTo>
                    <a:pt x="16429368" y="260934"/>
                  </a:lnTo>
                  <a:lnTo>
                    <a:pt x="16748214" y="257403"/>
                  </a:lnTo>
                  <a:lnTo>
                    <a:pt x="16973627" y="254000"/>
                  </a:lnTo>
                  <a:lnTo>
                    <a:pt x="17169283" y="250151"/>
                  </a:lnTo>
                  <a:lnTo>
                    <a:pt x="17294606" y="246989"/>
                  </a:lnTo>
                  <a:lnTo>
                    <a:pt x="17400105" y="243624"/>
                  </a:lnTo>
                  <a:lnTo>
                    <a:pt x="17458767" y="241274"/>
                  </a:lnTo>
                  <a:lnTo>
                    <a:pt x="17507649" y="238848"/>
                  </a:lnTo>
                  <a:lnTo>
                    <a:pt x="17546346" y="236359"/>
                  </a:lnTo>
                  <a:lnTo>
                    <a:pt x="17584446" y="232511"/>
                  </a:lnTo>
                  <a:lnTo>
                    <a:pt x="17597451" y="2285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8" name="object 15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1" y="8699955"/>
              <a:ext cx="20106265" cy="2603608"/>
            </a:xfrm>
            <a:prstGeom prst="rect">
              <a:avLst/>
            </a:prstGeom>
          </p:spPr>
        </p:pic>
        <p:sp>
          <p:nvSpPr>
            <p:cNvPr id="159" name="object 159" descr=""/>
            <p:cNvSpPr/>
            <p:nvPr/>
          </p:nvSpPr>
          <p:spPr>
            <a:xfrm>
              <a:off x="8487161" y="8398931"/>
              <a:ext cx="789940" cy="2905125"/>
            </a:xfrm>
            <a:custGeom>
              <a:avLst/>
              <a:gdLst/>
              <a:ahLst/>
              <a:cxnLst/>
              <a:rect l="l" t="t" r="r" b="b"/>
              <a:pathLst>
                <a:path w="789940" h="2905125">
                  <a:moveTo>
                    <a:pt x="396560" y="0"/>
                  </a:moveTo>
                  <a:lnTo>
                    <a:pt x="195544" y="7614"/>
                  </a:lnTo>
                  <a:lnTo>
                    <a:pt x="88050" y="52987"/>
                  </a:lnTo>
                  <a:lnTo>
                    <a:pt x="37639" y="174670"/>
                  </a:lnTo>
                  <a:lnTo>
                    <a:pt x="7870" y="411212"/>
                  </a:lnTo>
                  <a:lnTo>
                    <a:pt x="0" y="2904619"/>
                  </a:lnTo>
                  <a:lnTo>
                    <a:pt x="111236" y="2904619"/>
                  </a:lnTo>
                  <a:lnTo>
                    <a:pt x="97438" y="410657"/>
                  </a:lnTo>
                  <a:lnTo>
                    <a:pt x="106688" y="361352"/>
                  </a:lnTo>
                  <a:lnTo>
                    <a:pt x="147076" y="252758"/>
                  </a:lnTo>
                  <a:lnTo>
                    <a:pt x="237558" y="143859"/>
                  </a:lnTo>
                  <a:lnTo>
                    <a:pt x="397094" y="93641"/>
                  </a:lnTo>
                  <a:lnTo>
                    <a:pt x="640245" y="93641"/>
                  </a:lnTo>
                  <a:lnTo>
                    <a:pt x="614029" y="62551"/>
                  </a:lnTo>
                  <a:lnTo>
                    <a:pt x="396560" y="0"/>
                  </a:lnTo>
                  <a:close/>
                </a:path>
                <a:path w="789940" h="2905125">
                  <a:moveTo>
                    <a:pt x="640245" y="93641"/>
                  </a:moveTo>
                  <a:lnTo>
                    <a:pt x="397094" y="93641"/>
                  </a:lnTo>
                  <a:lnTo>
                    <a:pt x="562196" y="97547"/>
                  </a:lnTo>
                  <a:lnTo>
                    <a:pt x="648822" y="131486"/>
                  </a:lnTo>
                  <a:lnTo>
                    <a:pt x="685403" y="224833"/>
                  </a:lnTo>
                  <a:lnTo>
                    <a:pt x="700373" y="406961"/>
                  </a:lnTo>
                  <a:lnTo>
                    <a:pt x="702050" y="412473"/>
                  </a:lnTo>
                  <a:lnTo>
                    <a:pt x="708721" y="424581"/>
                  </a:lnTo>
                  <a:lnTo>
                    <a:pt x="722849" y="436646"/>
                  </a:lnTo>
                  <a:lnTo>
                    <a:pt x="746895" y="442028"/>
                  </a:lnTo>
                  <a:lnTo>
                    <a:pt x="768901" y="441336"/>
                  </a:lnTo>
                  <a:lnTo>
                    <a:pt x="780719" y="437395"/>
                  </a:lnTo>
                  <a:lnTo>
                    <a:pt x="786384" y="426864"/>
                  </a:lnTo>
                  <a:lnTo>
                    <a:pt x="789930" y="406406"/>
                  </a:lnTo>
                  <a:lnTo>
                    <a:pt x="780468" y="342588"/>
                  </a:lnTo>
                  <a:lnTo>
                    <a:pt x="731916" y="202359"/>
                  </a:lnTo>
                  <a:lnTo>
                    <a:pt x="640245" y="936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0" name="object 16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52387" y="2919846"/>
              <a:ext cx="3951456" cy="8389987"/>
            </a:xfrm>
            <a:prstGeom prst="rect">
              <a:avLst/>
            </a:prstGeom>
          </p:spPr>
        </p:pic>
        <p:sp>
          <p:nvSpPr>
            <p:cNvPr id="161" name="object 161" descr=""/>
            <p:cNvSpPr/>
            <p:nvPr/>
          </p:nvSpPr>
          <p:spPr>
            <a:xfrm>
              <a:off x="13331623" y="6874249"/>
              <a:ext cx="1367790" cy="4429760"/>
            </a:xfrm>
            <a:custGeom>
              <a:avLst/>
              <a:gdLst/>
              <a:ahLst/>
              <a:cxnLst/>
              <a:rect l="l" t="t" r="r" b="b"/>
              <a:pathLst>
                <a:path w="1367790" h="4429759">
                  <a:moveTo>
                    <a:pt x="678063" y="0"/>
                  </a:moveTo>
                  <a:lnTo>
                    <a:pt x="438394" y="20134"/>
                  </a:lnTo>
                  <a:lnTo>
                    <a:pt x="82142" y="74623"/>
                  </a:lnTo>
                  <a:lnTo>
                    <a:pt x="0" y="4429301"/>
                  </a:lnTo>
                  <a:lnTo>
                    <a:pt x="1367648" y="4429301"/>
                  </a:lnTo>
                  <a:lnTo>
                    <a:pt x="1355371" y="3785557"/>
                  </a:lnTo>
                  <a:lnTo>
                    <a:pt x="1338613" y="2904628"/>
                  </a:lnTo>
                  <a:lnTo>
                    <a:pt x="1321317" y="2222457"/>
                  </a:lnTo>
                  <a:lnTo>
                    <a:pt x="1292944" y="1389370"/>
                  </a:lnTo>
                  <a:lnTo>
                    <a:pt x="1242955" y="55692"/>
                  </a:lnTo>
                  <a:lnTo>
                    <a:pt x="909974" y="12443"/>
                  </a:lnTo>
                  <a:lnTo>
                    <a:pt x="6780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13331623" y="6874249"/>
              <a:ext cx="1367790" cy="4429760"/>
            </a:xfrm>
            <a:custGeom>
              <a:avLst/>
              <a:gdLst/>
              <a:ahLst/>
              <a:cxnLst/>
              <a:rect l="l" t="t" r="r" b="b"/>
              <a:pathLst>
                <a:path w="1367790" h="4429759">
                  <a:moveTo>
                    <a:pt x="82142" y="74623"/>
                  </a:moveTo>
                  <a:lnTo>
                    <a:pt x="438394" y="20134"/>
                  </a:lnTo>
                  <a:lnTo>
                    <a:pt x="678063" y="0"/>
                  </a:lnTo>
                  <a:lnTo>
                    <a:pt x="909974" y="12443"/>
                  </a:lnTo>
                  <a:lnTo>
                    <a:pt x="1242955" y="55692"/>
                  </a:lnTo>
                  <a:lnTo>
                    <a:pt x="1292944" y="1389370"/>
                  </a:lnTo>
                  <a:lnTo>
                    <a:pt x="1321317" y="2222457"/>
                  </a:lnTo>
                  <a:lnTo>
                    <a:pt x="1338613" y="2904628"/>
                  </a:lnTo>
                  <a:lnTo>
                    <a:pt x="1355371" y="3785557"/>
                  </a:lnTo>
                  <a:lnTo>
                    <a:pt x="1367648" y="4429301"/>
                  </a:lnTo>
                </a:path>
                <a:path w="1367790" h="4429759">
                  <a:moveTo>
                    <a:pt x="0" y="4429301"/>
                  </a:moveTo>
                  <a:lnTo>
                    <a:pt x="82142" y="74623"/>
                  </a:lnTo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3" name="object 16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373766" y="5037757"/>
              <a:ext cx="3414080" cy="6272076"/>
            </a:xfrm>
            <a:prstGeom prst="rect">
              <a:avLst/>
            </a:prstGeom>
          </p:spPr>
        </p:pic>
      </p:grpSp>
      <p:sp>
        <p:nvSpPr>
          <p:cNvPr id="164" name="object 164" descr=""/>
          <p:cNvSpPr txBox="1"/>
          <p:nvPr/>
        </p:nvSpPr>
        <p:spPr>
          <a:xfrm>
            <a:off x="624158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30162" y="2434730"/>
            <a:ext cx="18180685" cy="7301230"/>
            <a:chOff x="630162" y="2434730"/>
            <a:chExt cx="18180685" cy="7301230"/>
          </a:xfrm>
        </p:grpSpPr>
        <p:sp>
          <p:nvSpPr>
            <p:cNvPr id="3" name="object 3" descr=""/>
            <p:cNvSpPr/>
            <p:nvPr/>
          </p:nvSpPr>
          <p:spPr>
            <a:xfrm>
              <a:off x="630162" y="2434730"/>
              <a:ext cx="18180685" cy="6007735"/>
            </a:xfrm>
            <a:custGeom>
              <a:avLst/>
              <a:gdLst/>
              <a:ahLst/>
              <a:cxnLst/>
              <a:rect l="l" t="t" r="r" b="b"/>
              <a:pathLst>
                <a:path w="18180685" h="6007734">
                  <a:moveTo>
                    <a:pt x="15460974" y="0"/>
                  </a:moveTo>
                  <a:lnTo>
                    <a:pt x="15030914" y="0"/>
                  </a:lnTo>
                  <a:lnTo>
                    <a:pt x="15030914" y="336502"/>
                  </a:lnTo>
                  <a:lnTo>
                    <a:pt x="13360587" y="336502"/>
                  </a:lnTo>
                  <a:lnTo>
                    <a:pt x="13360587" y="1824143"/>
                  </a:lnTo>
                  <a:lnTo>
                    <a:pt x="12887984" y="1824143"/>
                  </a:lnTo>
                  <a:lnTo>
                    <a:pt x="12887984" y="1118196"/>
                  </a:lnTo>
                  <a:lnTo>
                    <a:pt x="12635730" y="1118196"/>
                  </a:lnTo>
                  <a:lnTo>
                    <a:pt x="12635730" y="1008744"/>
                  </a:lnTo>
                  <a:lnTo>
                    <a:pt x="12383067" y="1008744"/>
                  </a:lnTo>
                  <a:lnTo>
                    <a:pt x="12383067" y="890150"/>
                  </a:lnTo>
                  <a:lnTo>
                    <a:pt x="11376093" y="890150"/>
                  </a:lnTo>
                  <a:lnTo>
                    <a:pt x="11376093" y="1008744"/>
                  </a:lnTo>
                  <a:lnTo>
                    <a:pt x="11123430" y="1008744"/>
                  </a:lnTo>
                  <a:lnTo>
                    <a:pt x="11123430" y="1118196"/>
                  </a:lnTo>
                  <a:lnTo>
                    <a:pt x="10871176" y="1118196"/>
                  </a:lnTo>
                  <a:lnTo>
                    <a:pt x="10871176" y="1698576"/>
                  </a:lnTo>
                  <a:lnTo>
                    <a:pt x="10564568" y="1698576"/>
                  </a:lnTo>
                  <a:lnTo>
                    <a:pt x="10564568" y="1824143"/>
                  </a:lnTo>
                  <a:lnTo>
                    <a:pt x="10213374" y="1824143"/>
                  </a:lnTo>
                  <a:lnTo>
                    <a:pt x="10213374" y="1332619"/>
                  </a:lnTo>
                  <a:lnTo>
                    <a:pt x="8710708" y="1332619"/>
                  </a:lnTo>
                  <a:lnTo>
                    <a:pt x="8710708" y="721674"/>
                  </a:lnTo>
                  <a:lnTo>
                    <a:pt x="7474097" y="721674"/>
                  </a:lnTo>
                  <a:lnTo>
                    <a:pt x="7474097" y="553187"/>
                  </a:lnTo>
                  <a:lnTo>
                    <a:pt x="6677744" y="553187"/>
                  </a:lnTo>
                  <a:lnTo>
                    <a:pt x="6677744" y="721674"/>
                  </a:lnTo>
                  <a:lnTo>
                    <a:pt x="5731867" y="721674"/>
                  </a:lnTo>
                  <a:lnTo>
                    <a:pt x="5731867" y="225207"/>
                  </a:lnTo>
                  <a:lnTo>
                    <a:pt x="5516837" y="225207"/>
                  </a:lnTo>
                  <a:lnTo>
                    <a:pt x="5516837" y="721674"/>
                  </a:lnTo>
                  <a:lnTo>
                    <a:pt x="5408002" y="721674"/>
                  </a:lnTo>
                  <a:lnTo>
                    <a:pt x="5408002" y="225207"/>
                  </a:lnTo>
                  <a:lnTo>
                    <a:pt x="5192983" y="225207"/>
                  </a:lnTo>
                  <a:lnTo>
                    <a:pt x="5192983" y="721674"/>
                  </a:lnTo>
                  <a:lnTo>
                    <a:pt x="4017867" y="721674"/>
                  </a:lnTo>
                  <a:lnTo>
                    <a:pt x="4017867" y="2350965"/>
                  </a:lnTo>
                  <a:lnTo>
                    <a:pt x="3712148" y="2350965"/>
                  </a:lnTo>
                  <a:lnTo>
                    <a:pt x="3712148" y="2455181"/>
                  </a:lnTo>
                  <a:lnTo>
                    <a:pt x="3490103" y="2455181"/>
                  </a:lnTo>
                  <a:lnTo>
                    <a:pt x="3490103" y="2551367"/>
                  </a:lnTo>
                  <a:lnTo>
                    <a:pt x="3268424" y="2551367"/>
                  </a:lnTo>
                  <a:lnTo>
                    <a:pt x="3268424" y="2931858"/>
                  </a:lnTo>
                  <a:lnTo>
                    <a:pt x="1667195" y="2931858"/>
                  </a:lnTo>
                  <a:lnTo>
                    <a:pt x="1667195" y="3738284"/>
                  </a:lnTo>
                  <a:lnTo>
                    <a:pt x="1341885" y="3738284"/>
                  </a:lnTo>
                  <a:lnTo>
                    <a:pt x="1341885" y="3590707"/>
                  </a:lnTo>
                  <a:lnTo>
                    <a:pt x="744877" y="3590707"/>
                  </a:lnTo>
                  <a:lnTo>
                    <a:pt x="744877" y="3738284"/>
                  </a:lnTo>
                  <a:lnTo>
                    <a:pt x="364114" y="3738284"/>
                  </a:lnTo>
                  <a:lnTo>
                    <a:pt x="364114" y="5829330"/>
                  </a:lnTo>
                  <a:lnTo>
                    <a:pt x="314263" y="5838500"/>
                  </a:lnTo>
                  <a:lnTo>
                    <a:pt x="268630" y="5853060"/>
                  </a:lnTo>
                  <a:lnTo>
                    <a:pt x="228126" y="5872429"/>
                  </a:lnTo>
                  <a:lnTo>
                    <a:pt x="193659" y="5896029"/>
                  </a:lnTo>
                  <a:lnTo>
                    <a:pt x="181575" y="5895422"/>
                  </a:lnTo>
                  <a:lnTo>
                    <a:pt x="119970" y="5901146"/>
                  </a:lnTo>
                  <a:lnTo>
                    <a:pt x="71816" y="5917087"/>
                  </a:lnTo>
                  <a:lnTo>
                    <a:pt x="33843" y="5941394"/>
                  </a:lnTo>
                  <a:lnTo>
                    <a:pt x="8942" y="5972218"/>
                  </a:lnTo>
                  <a:lnTo>
                    <a:pt x="0" y="6007712"/>
                  </a:lnTo>
                  <a:lnTo>
                    <a:pt x="18180305" y="6007712"/>
                  </a:lnTo>
                  <a:lnTo>
                    <a:pt x="18180305" y="1436909"/>
                  </a:lnTo>
                  <a:lnTo>
                    <a:pt x="17505477" y="1436909"/>
                  </a:lnTo>
                  <a:lnTo>
                    <a:pt x="17505477" y="1007623"/>
                  </a:lnTo>
                  <a:lnTo>
                    <a:pt x="17319535" y="1007623"/>
                  </a:lnTo>
                  <a:lnTo>
                    <a:pt x="17319535" y="1436909"/>
                  </a:lnTo>
                  <a:lnTo>
                    <a:pt x="17225433" y="1436909"/>
                  </a:lnTo>
                  <a:lnTo>
                    <a:pt x="17225433" y="1007623"/>
                  </a:lnTo>
                  <a:lnTo>
                    <a:pt x="17039502" y="1007623"/>
                  </a:lnTo>
                  <a:lnTo>
                    <a:pt x="17039502" y="1436909"/>
                  </a:lnTo>
                  <a:lnTo>
                    <a:pt x="16701261" y="1436909"/>
                  </a:lnTo>
                  <a:lnTo>
                    <a:pt x="16701261" y="336502"/>
                  </a:lnTo>
                  <a:lnTo>
                    <a:pt x="16254740" y="336502"/>
                  </a:lnTo>
                  <a:lnTo>
                    <a:pt x="16254740" y="235354"/>
                  </a:lnTo>
                  <a:lnTo>
                    <a:pt x="15592561" y="235354"/>
                  </a:lnTo>
                  <a:lnTo>
                    <a:pt x="15592561" y="336502"/>
                  </a:lnTo>
                  <a:lnTo>
                    <a:pt x="15460974" y="336502"/>
                  </a:lnTo>
                  <a:lnTo>
                    <a:pt x="15460974" y="0"/>
                  </a:lnTo>
                  <a:close/>
                </a:path>
              </a:pathLst>
            </a:custGeom>
            <a:solidFill>
              <a:srgbClr val="EBE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4903628" y="4480464"/>
              <a:ext cx="1264285" cy="2345055"/>
            </a:xfrm>
            <a:custGeom>
              <a:avLst/>
              <a:gdLst/>
              <a:ahLst/>
              <a:cxnLst/>
              <a:rect l="l" t="t" r="r" b="b"/>
              <a:pathLst>
                <a:path w="1264284" h="2345054">
                  <a:moveTo>
                    <a:pt x="1263802" y="0"/>
                  </a:moveTo>
                  <a:lnTo>
                    <a:pt x="0" y="0"/>
                  </a:lnTo>
                  <a:lnTo>
                    <a:pt x="0" y="1145730"/>
                  </a:lnTo>
                  <a:lnTo>
                    <a:pt x="0" y="2344890"/>
                  </a:lnTo>
                  <a:lnTo>
                    <a:pt x="1263802" y="2344890"/>
                  </a:lnTo>
                  <a:lnTo>
                    <a:pt x="1263802" y="1145730"/>
                  </a:lnTo>
                  <a:lnTo>
                    <a:pt x="1263802" y="0"/>
                  </a:lnTo>
                  <a:close/>
                </a:path>
              </a:pathLst>
            </a:custGeom>
            <a:solidFill>
              <a:srgbClr val="DADB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4958099" y="4306224"/>
              <a:ext cx="1155065" cy="174625"/>
            </a:xfrm>
            <a:custGeom>
              <a:avLst/>
              <a:gdLst/>
              <a:ahLst/>
              <a:cxnLst/>
              <a:rect l="l" t="t" r="r" b="b"/>
              <a:pathLst>
                <a:path w="1155065" h="174625">
                  <a:moveTo>
                    <a:pt x="1154865" y="0"/>
                  </a:moveTo>
                  <a:lnTo>
                    <a:pt x="0" y="0"/>
                  </a:lnTo>
                  <a:lnTo>
                    <a:pt x="0" y="174235"/>
                  </a:lnTo>
                  <a:lnTo>
                    <a:pt x="1154865" y="174235"/>
                  </a:lnTo>
                  <a:lnTo>
                    <a:pt x="1154865" y="0"/>
                  </a:lnTo>
                  <a:close/>
                </a:path>
              </a:pathLst>
            </a:custGeom>
            <a:solidFill>
              <a:srgbClr val="C8C9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5016519" y="4644535"/>
              <a:ext cx="1038225" cy="1929764"/>
            </a:xfrm>
            <a:custGeom>
              <a:avLst/>
              <a:gdLst/>
              <a:ahLst/>
              <a:cxnLst/>
              <a:rect l="l" t="t" r="r" b="b"/>
              <a:pathLst>
                <a:path w="1038225" h="1929765">
                  <a:moveTo>
                    <a:pt x="672541" y="1877618"/>
                  </a:moveTo>
                  <a:lnTo>
                    <a:pt x="662825" y="1877618"/>
                  </a:lnTo>
                  <a:lnTo>
                    <a:pt x="662825" y="1929726"/>
                  </a:lnTo>
                  <a:lnTo>
                    <a:pt x="672541" y="1929726"/>
                  </a:lnTo>
                  <a:lnTo>
                    <a:pt x="672541" y="1877618"/>
                  </a:lnTo>
                  <a:close/>
                </a:path>
                <a:path w="1038225" h="1929765">
                  <a:moveTo>
                    <a:pt x="672541" y="1668995"/>
                  </a:moveTo>
                  <a:lnTo>
                    <a:pt x="662825" y="1668995"/>
                  </a:lnTo>
                  <a:lnTo>
                    <a:pt x="662825" y="1721104"/>
                  </a:lnTo>
                  <a:lnTo>
                    <a:pt x="672541" y="1721104"/>
                  </a:lnTo>
                  <a:lnTo>
                    <a:pt x="672541" y="1668995"/>
                  </a:lnTo>
                  <a:close/>
                </a:path>
                <a:path w="1038225" h="1929765">
                  <a:moveTo>
                    <a:pt x="672541" y="1460373"/>
                  </a:moveTo>
                  <a:lnTo>
                    <a:pt x="662825" y="1460373"/>
                  </a:lnTo>
                  <a:lnTo>
                    <a:pt x="662825" y="1512493"/>
                  </a:lnTo>
                  <a:lnTo>
                    <a:pt x="672541" y="1512493"/>
                  </a:lnTo>
                  <a:lnTo>
                    <a:pt x="672541" y="1460373"/>
                  </a:lnTo>
                  <a:close/>
                </a:path>
                <a:path w="1038225" h="1929765">
                  <a:moveTo>
                    <a:pt x="672541" y="1251762"/>
                  </a:moveTo>
                  <a:lnTo>
                    <a:pt x="662825" y="1251762"/>
                  </a:lnTo>
                  <a:lnTo>
                    <a:pt x="662825" y="1303870"/>
                  </a:lnTo>
                  <a:lnTo>
                    <a:pt x="672541" y="1303870"/>
                  </a:lnTo>
                  <a:lnTo>
                    <a:pt x="672541" y="1251762"/>
                  </a:lnTo>
                  <a:close/>
                </a:path>
                <a:path w="1038225" h="1929765">
                  <a:moveTo>
                    <a:pt x="672541" y="1043139"/>
                  </a:moveTo>
                  <a:lnTo>
                    <a:pt x="662825" y="1043139"/>
                  </a:lnTo>
                  <a:lnTo>
                    <a:pt x="662825" y="1095248"/>
                  </a:lnTo>
                  <a:lnTo>
                    <a:pt x="672541" y="1095248"/>
                  </a:lnTo>
                  <a:lnTo>
                    <a:pt x="672541" y="1043139"/>
                  </a:lnTo>
                  <a:close/>
                </a:path>
                <a:path w="1038225" h="1929765">
                  <a:moveTo>
                    <a:pt x="672541" y="834517"/>
                  </a:moveTo>
                  <a:lnTo>
                    <a:pt x="0" y="834517"/>
                  </a:lnTo>
                  <a:lnTo>
                    <a:pt x="0" y="886625"/>
                  </a:lnTo>
                  <a:lnTo>
                    <a:pt x="672541" y="886625"/>
                  </a:lnTo>
                  <a:lnTo>
                    <a:pt x="672541" y="834517"/>
                  </a:lnTo>
                  <a:close/>
                </a:path>
                <a:path w="1038225" h="1929765">
                  <a:moveTo>
                    <a:pt x="672541" y="625894"/>
                  </a:moveTo>
                  <a:lnTo>
                    <a:pt x="0" y="625894"/>
                  </a:lnTo>
                  <a:lnTo>
                    <a:pt x="0" y="677976"/>
                  </a:lnTo>
                  <a:lnTo>
                    <a:pt x="672541" y="677976"/>
                  </a:lnTo>
                  <a:lnTo>
                    <a:pt x="672541" y="625894"/>
                  </a:lnTo>
                  <a:close/>
                </a:path>
                <a:path w="1038225" h="1929765">
                  <a:moveTo>
                    <a:pt x="736142" y="417271"/>
                  </a:moveTo>
                  <a:lnTo>
                    <a:pt x="0" y="417271"/>
                  </a:lnTo>
                  <a:lnTo>
                    <a:pt x="0" y="469353"/>
                  </a:lnTo>
                  <a:lnTo>
                    <a:pt x="736142" y="469353"/>
                  </a:lnTo>
                  <a:lnTo>
                    <a:pt x="736142" y="417271"/>
                  </a:lnTo>
                  <a:close/>
                </a:path>
                <a:path w="1038225" h="1929765">
                  <a:moveTo>
                    <a:pt x="1037996" y="234696"/>
                  </a:moveTo>
                  <a:lnTo>
                    <a:pt x="1035951" y="224548"/>
                  </a:lnTo>
                  <a:lnTo>
                    <a:pt x="1030363" y="216268"/>
                  </a:lnTo>
                  <a:lnTo>
                    <a:pt x="1022083" y="210667"/>
                  </a:lnTo>
                  <a:lnTo>
                    <a:pt x="1011961" y="208622"/>
                  </a:lnTo>
                  <a:lnTo>
                    <a:pt x="26073" y="208622"/>
                  </a:lnTo>
                  <a:lnTo>
                    <a:pt x="15925" y="210667"/>
                  </a:lnTo>
                  <a:lnTo>
                    <a:pt x="7645" y="216268"/>
                  </a:lnTo>
                  <a:lnTo>
                    <a:pt x="2044" y="224548"/>
                  </a:lnTo>
                  <a:lnTo>
                    <a:pt x="0" y="234696"/>
                  </a:lnTo>
                  <a:lnTo>
                    <a:pt x="2044" y="244830"/>
                  </a:lnTo>
                  <a:lnTo>
                    <a:pt x="7645" y="253098"/>
                  </a:lnTo>
                  <a:lnTo>
                    <a:pt x="15925" y="258686"/>
                  </a:lnTo>
                  <a:lnTo>
                    <a:pt x="26073" y="260731"/>
                  </a:lnTo>
                  <a:lnTo>
                    <a:pt x="1011961" y="260731"/>
                  </a:lnTo>
                  <a:lnTo>
                    <a:pt x="1022083" y="258686"/>
                  </a:lnTo>
                  <a:lnTo>
                    <a:pt x="1030363" y="253098"/>
                  </a:lnTo>
                  <a:lnTo>
                    <a:pt x="1035951" y="244830"/>
                  </a:lnTo>
                  <a:lnTo>
                    <a:pt x="1037996" y="234696"/>
                  </a:lnTo>
                  <a:close/>
                </a:path>
                <a:path w="1038225" h="1929765">
                  <a:moveTo>
                    <a:pt x="1037996" y="26073"/>
                  </a:moveTo>
                  <a:lnTo>
                    <a:pt x="1035951" y="15913"/>
                  </a:lnTo>
                  <a:lnTo>
                    <a:pt x="1030363" y="7620"/>
                  </a:lnTo>
                  <a:lnTo>
                    <a:pt x="1022083" y="2044"/>
                  </a:lnTo>
                  <a:lnTo>
                    <a:pt x="1011961" y="0"/>
                  </a:lnTo>
                  <a:lnTo>
                    <a:pt x="26073" y="0"/>
                  </a:lnTo>
                  <a:lnTo>
                    <a:pt x="15925" y="2044"/>
                  </a:lnTo>
                  <a:lnTo>
                    <a:pt x="7645" y="7620"/>
                  </a:lnTo>
                  <a:lnTo>
                    <a:pt x="2044" y="15913"/>
                  </a:lnTo>
                  <a:lnTo>
                    <a:pt x="0" y="26073"/>
                  </a:lnTo>
                  <a:lnTo>
                    <a:pt x="2044" y="36207"/>
                  </a:lnTo>
                  <a:lnTo>
                    <a:pt x="7645" y="44488"/>
                  </a:lnTo>
                  <a:lnTo>
                    <a:pt x="15925" y="50063"/>
                  </a:lnTo>
                  <a:lnTo>
                    <a:pt x="26073" y="52108"/>
                  </a:lnTo>
                  <a:lnTo>
                    <a:pt x="1011961" y="52108"/>
                  </a:lnTo>
                  <a:lnTo>
                    <a:pt x="1022083" y="50063"/>
                  </a:lnTo>
                  <a:lnTo>
                    <a:pt x="1030363" y="44488"/>
                  </a:lnTo>
                  <a:lnTo>
                    <a:pt x="1035951" y="36207"/>
                  </a:lnTo>
                  <a:lnTo>
                    <a:pt x="1037996" y="26073"/>
                  </a:lnTo>
                  <a:close/>
                </a:path>
              </a:pathLst>
            </a:custGeom>
            <a:solidFill>
              <a:srgbClr val="ABADA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715855" y="6439919"/>
              <a:ext cx="1142365" cy="2002789"/>
            </a:xfrm>
            <a:custGeom>
              <a:avLst/>
              <a:gdLst/>
              <a:ahLst/>
              <a:cxnLst/>
              <a:rect l="l" t="t" r="r" b="b"/>
              <a:pathLst>
                <a:path w="1142364" h="2002790">
                  <a:moveTo>
                    <a:pt x="0" y="2002525"/>
                  </a:moveTo>
                  <a:lnTo>
                    <a:pt x="1142310" y="2002525"/>
                  </a:lnTo>
                  <a:lnTo>
                    <a:pt x="1142310" y="0"/>
                  </a:lnTo>
                  <a:lnTo>
                    <a:pt x="0" y="0"/>
                  </a:lnTo>
                  <a:lnTo>
                    <a:pt x="0" y="2002525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384065" y="6560851"/>
              <a:ext cx="392430" cy="179705"/>
            </a:xfrm>
            <a:custGeom>
              <a:avLst/>
              <a:gdLst/>
              <a:ahLst/>
              <a:cxnLst/>
              <a:rect l="l" t="t" r="r" b="b"/>
              <a:pathLst>
                <a:path w="392429" h="179704">
                  <a:moveTo>
                    <a:pt x="142671" y="0"/>
                  </a:moveTo>
                  <a:lnTo>
                    <a:pt x="0" y="0"/>
                  </a:lnTo>
                  <a:lnTo>
                    <a:pt x="0" y="179235"/>
                  </a:lnTo>
                  <a:lnTo>
                    <a:pt x="142671" y="179235"/>
                  </a:lnTo>
                  <a:lnTo>
                    <a:pt x="142671" y="0"/>
                  </a:lnTo>
                  <a:close/>
                </a:path>
                <a:path w="392429" h="179704">
                  <a:moveTo>
                    <a:pt x="392239" y="0"/>
                  </a:moveTo>
                  <a:lnTo>
                    <a:pt x="249567" y="0"/>
                  </a:lnTo>
                  <a:lnTo>
                    <a:pt x="249567" y="179235"/>
                  </a:lnTo>
                  <a:lnTo>
                    <a:pt x="392239" y="179235"/>
                  </a:lnTo>
                  <a:lnTo>
                    <a:pt x="3922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134491" y="6560847"/>
              <a:ext cx="142875" cy="179705"/>
            </a:xfrm>
            <a:custGeom>
              <a:avLst/>
              <a:gdLst/>
              <a:ahLst/>
              <a:cxnLst/>
              <a:rect l="l" t="t" r="r" b="b"/>
              <a:pathLst>
                <a:path w="142875" h="179704">
                  <a:moveTo>
                    <a:pt x="142676" y="0"/>
                  </a:moveTo>
                  <a:lnTo>
                    <a:pt x="0" y="0"/>
                  </a:lnTo>
                  <a:lnTo>
                    <a:pt x="0" y="179230"/>
                  </a:lnTo>
                  <a:lnTo>
                    <a:pt x="142676" y="179230"/>
                  </a:lnTo>
                  <a:lnTo>
                    <a:pt x="142676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884907" y="6560847"/>
              <a:ext cx="142875" cy="179705"/>
            </a:xfrm>
            <a:custGeom>
              <a:avLst/>
              <a:gdLst/>
              <a:ahLst/>
              <a:cxnLst/>
              <a:rect l="l" t="t" r="r" b="b"/>
              <a:pathLst>
                <a:path w="142875" h="179704">
                  <a:moveTo>
                    <a:pt x="142676" y="0"/>
                  </a:moveTo>
                  <a:lnTo>
                    <a:pt x="0" y="0"/>
                  </a:lnTo>
                  <a:lnTo>
                    <a:pt x="0" y="179230"/>
                  </a:lnTo>
                  <a:lnTo>
                    <a:pt x="142676" y="179230"/>
                  </a:lnTo>
                  <a:lnTo>
                    <a:pt x="142676" y="0"/>
                  </a:lnTo>
                  <a:close/>
                </a:path>
              </a:pathLst>
            </a:custGeom>
            <a:solidFill>
              <a:srgbClr val="EBE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384065" y="6789959"/>
              <a:ext cx="392430" cy="179705"/>
            </a:xfrm>
            <a:custGeom>
              <a:avLst/>
              <a:gdLst/>
              <a:ahLst/>
              <a:cxnLst/>
              <a:rect l="l" t="t" r="r" b="b"/>
              <a:pathLst>
                <a:path w="392429" h="179704">
                  <a:moveTo>
                    <a:pt x="142671" y="0"/>
                  </a:moveTo>
                  <a:lnTo>
                    <a:pt x="0" y="0"/>
                  </a:lnTo>
                  <a:lnTo>
                    <a:pt x="0" y="179222"/>
                  </a:lnTo>
                  <a:lnTo>
                    <a:pt x="142671" y="179222"/>
                  </a:lnTo>
                  <a:lnTo>
                    <a:pt x="142671" y="0"/>
                  </a:lnTo>
                  <a:close/>
                </a:path>
                <a:path w="392429" h="179704">
                  <a:moveTo>
                    <a:pt x="392239" y="0"/>
                  </a:moveTo>
                  <a:lnTo>
                    <a:pt x="249567" y="0"/>
                  </a:lnTo>
                  <a:lnTo>
                    <a:pt x="249567" y="179222"/>
                  </a:lnTo>
                  <a:lnTo>
                    <a:pt x="392239" y="179222"/>
                  </a:lnTo>
                  <a:lnTo>
                    <a:pt x="392239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134491" y="6789950"/>
              <a:ext cx="142875" cy="179705"/>
            </a:xfrm>
            <a:custGeom>
              <a:avLst/>
              <a:gdLst/>
              <a:ahLst/>
              <a:cxnLst/>
              <a:rect l="l" t="t" r="r" b="b"/>
              <a:pathLst>
                <a:path w="142875" h="179704">
                  <a:moveTo>
                    <a:pt x="142676" y="0"/>
                  </a:moveTo>
                  <a:lnTo>
                    <a:pt x="0" y="0"/>
                  </a:lnTo>
                  <a:lnTo>
                    <a:pt x="0" y="179230"/>
                  </a:lnTo>
                  <a:lnTo>
                    <a:pt x="142676" y="179230"/>
                  </a:lnTo>
                  <a:lnTo>
                    <a:pt x="142676" y="0"/>
                  </a:lnTo>
                  <a:close/>
                </a:path>
              </a:pathLst>
            </a:custGeom>
            <a:solidFill>
              <a:srgbClr val="EBE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884907" y="6789950"/>
              <a:ext cx="142875" cy="179705"/>
            </a:xfrm>
            <a:custGeom>
              <a:avLst/>
              <a:gdLst/>
              <a:ahLst/>
              <a:cxnLst/>
              <a:rect l="l" t="t" r="r" b="b"/>
              <a:pathLst>
                <a:path w="142875" h="179704">
                  <a:moveTo>
                    <a:pt x="142676" y="0"/>
                  </a:moveTo>
                  <a:lnTo>
                    <a:pt x="0" y="0"/>
                  </a:lnTo>
                  <a:lnTo>
                    <a:pt x="0" y="179230"/>
                  </a:lnTo>
                  <a:lnTo>
                    <a:pt x="142676" y="179230"/>
                  </a:lnTo>
                  <a:lnTo>
                    <a:pt x="142676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633639" y="7019063"/>
              <a:ext cx="142875" cy="179705"/>
            </a:xfrm>
            <a:custGeom>
              <a:avLst/>
              <a:gdLst/>
              <a:ahLst/>
              <a:cxnLst/>
              <a:rect l="l" t="t" r="r" b="b"/>
              <a:pathLst>
                <a:path w="142875" h="179704">
                  <a:moveTo>
                    <a:pt x="142676" y="0"/>
                  </a:moveTo>
                  <a:lnTo>
                    <a:pt x="0" y="0"/>
                  </a:lnTo>
                  <a:lnTo>
                    <a:pt x="0" y="179230"/>
                  </a:lnTo>
                  <a:lnTo>
                    <a:pt x="142676" y="179230"/>
                  </a:lnTo>
                  <a:lnTo>
                    <a:pt x="142676" y="0"/>
                  </a:lnTo>
                  <a:close/>
                </a:path>
              </a:pathLst>
            </a:custGeom>
            <a:solidFill>
              <a:srgbClr val="EBE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384065" y="7019063"/>
              <a:ext cx="142875" cy="179705"/>
            </a:xfrm>
            <a:custGeom>
              <a:avLst/>
              <a:gdLst/>
              <a:ahLst/>
              <a:cxnLst/>
              <a:rect l="l" t="t" r="r" b="b"/>
              <a:pathLst>
                <a:path w="142875" h="179704">
                  <a:moveTo>
                    <a:pt x="142676" y="0"/>
                  </a:moveTo>
                  <a:lnTo>
                    <a:pt x="0" y="0"/>
                  </a:lnTo>
                  <a:lnTo>
                    <a:pt x="0" y="179230"/>
                  </a:lnTo>
                  <a:lnTo>
                    <a:pt x="142676" y="179230"/>
                  </a:lnTo>
                  <a:lnTo>
                    <a:pt x="1426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134491" y="7019063"/>
              <a:ext cx="142875" cy="179705"/>
            </a:xfrm>
            <a:custGeom>
              <a:avLst/>
              <a:gdLst/>
              <a:ahLst/>
              <a:cxnLst/>
              <a:rect l="l" t="t" r="r" b="b"/>
              <a:pathLst>
                <a:path w="142875" h="179704">
                  <a:moveTo>
                    <a:pt x="142676" y="0"/>
                  </a:moveTo>
                  <a:lnTo>
                    <a:pt x="0" y="0"/>
                  </a:lnTo>
                  <a:lnTo>
                    <a:pt x="0" y="179230"/>
                  </a:lnTo>
                  <a:lnTo>
                    <a:pt x="142676" y="179230"/>
                  </a:lnTo>
                  <a:lnTo>
                    <a:pt x="142676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884904" y="7019067"/>
              <a:ext cx="891540" cy="408940"/>
            </a:xfrm>
            <a:custGeom>
              <a:avLst/>
              <a:gdLst/>
              <a:ahLst/>
              <a:cxnLst/>
              <a:rect l="l" t="t" r="r" b="b"/>
              <a:pathLst>
                <a:path w="891539" h="408940">
                  <a:moveTo>
                    <a:pt x="142671" y="0"/>
                  </a:moveTo>
                  <a:lnTo>
                    <a:pt x="0" y="0"/>
                  </a:lnTo>
                  <a:lnTo>
                    <a:pt x="0" y="179235"/>
                  </a:lnTo>
                  <a:lnTo>
                    <a:pt x="142671" y="179235"/>
                  </a:lnTo>
                  <a:lnTo>
                    <a:pt x="142671" y="0"/>
                  </a:lnTo>
                  <a:close/>
                </a:path>
                <a:path w="891539" h="408940">
                  <a:moveTo>
                    <a:pt x="891400" y="229108"/>
                  </a:moveTo>
                  <a:lnTo>
                    <a:pt x="748728" y="229108"/>
                  </a:lnTo>
                  <a:lnTo>
                    <a:pt x="748728" y="408330"/>
                  </a:lnTo>
                  <a:lnTo>
                    <a:pt x="891400" y="408330"/>
                  </a:lnTo>
                  <a:lnTo>
                    <a:pt x="891400" y="2291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134485" y="7248175"/>
              <a:ext cx="392430" cy="179705"/>
            </a:xfrm>
            <a:custGeom>
              <a:avLst/>
              <a:gdLst/>
              <a:ahLst/>
              <a:cxnLst/>
              <a:rect l="l" t="t" r="r" b="b"/>
              <a:pathLst>
                <a:path w="392429" h="179704">
                  <a:moveTo>
                    <a:pt x="142671" y="0"/>
                  </a:moveTo>
                  <a:lnTo>
                    <a:pt x="0" y="0"/>
                  </a:lnTo>
                  <a:lnTo>
                    <a:pt x="0" y="179222"/>
                  </a:lnTo>
                  <a:lnTo>
                    <a:pt x="142671" y="179222"/>
                  </a:lnTo>
                  <a:lnTo>
                    <a:pt x="142671" y="0"/>
                  </a:lnTo>
                  <a:close/>
                </a:path>
                <a:path w="392429" h="179704">
                  <a:moveTo>
                    <a:pt x="392252" y="0"/>
                  </a:moveTo>
                  <a:lnTo>
                    <a:pt x="249580" y="0"/>
                  </a:lnTo>
                  <a:lnTo>
                    <a:pt x="249580" y="179222"/>
                  </a:lnTo>
                  <a:lnTo>
                    <a:pt x="392252" y="179222"/>
                  </a:lnTo>
                  <a:lnTo>
                    <a:pt x="392252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3884907" y="7248166"/>
              <a:ext cx="142875" cy="179705"/>
            </a:xfrm>
            <a:custGeom>
              <a:avLst/>
              <a:gdLst/>
              <a:ahLst/>
              <a:cxnLst/>
              <a:rect l="l" t="t" r="r" b="b"/>
              <a:pathLst>
                <a:path w="142875" h="179704">
                  <a:moveTo>
                    <a:pt x="142676" y="0"/>
                  </a:moveTo>
                  <a:lnTo>
                    <a:pt x="0" y="0"/>
                  </a:lnTo>
                  <a:lnTo>
                    <a:pt x="0" y="179230"/>
                  </a:lnTo>
                  <a:lnTo>
                    <a:pt x="142676" y="179230"/>
                  </a:lnTo>
                  <a:lnTo>
                    <a:pt x="142676" y="0"/>
                  </a:lnTo>
                  <a:close/>
                </a:path>
              </a:pathLst>
            </a:custGeom>
            <a:solidFill>
              <a:srgbClr val="EBE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633639" y="7477269"/>
              <a:ext cx="142875" cy="179705"/>
            </a:xfrm>
            <a:custGeom>
              <a:avLst/>
              <a:gdLst/>
              <a:ahLst/>
              <a:cxnLst/>
              <a:rect l="l" t="t" r="r" b="b"/>
              <a:pathLst>
                <a:path w="142875" h="179704">
                  <a:moveTo>
                    <a:pt x="142676" y="0"/>
                  </a:moveTo>
                  <a:lnTo>
                    <a:pt x="0" y="0"/>
                  </a:lnTo>
                  <a:lnTo>
                    <a:pt x="0" y="179230"/>
                  </a:lnTo>
                  <a:lnTo>
                    <a:pt x="142676" y="179230"/>
                  </a:lnTo>
                  <a:lnTo>
                    <a:pt x="142676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384065" y="7477269"/>
              <a:ext cx="142875" cy="179705"/>
            </a:xfrm>
            <a:custGeom>
              <a:avLst/>
              <a:gdLst/>
              <a:ahLst/>
              <a:cxnLst/>
              <a:rect l="l" t="t" r="r" b="b"/>
              <a:pathLst>
                <a:path w="142875" h="179704">
                  <a:moveTo>
                    <a:pt x="142676" y="0"/>
                  </a:moveTo>
                  <a:lnTo>
                    <a:pt x="0" y="0"/>
                  </a:lnTo>
                  <a:lnTo>
                    <a:pt x="0" y="179230"/>
                  </a:lnTo>
                  <a:lnTo>
                    <a:pt x="142676" y="179230"/>
                  </a:lnTo>
                  <a:lnTo>
                    <a:pt x="142676" y="0"/>
                  </a:lnTo>
                  <a:close/>
                </a:path>
              </a:pathLst>
            </a:custGeom>
            <a:solidFill>
              <a:srgbClr val="EBE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134491" y="7477269"/>
              <a:ext cx="142875" cy="179705"/>
            </a:xfrm>
            <a:custGeom>
              <a:avLst/>
              <a:gdLst/>
              <a:ahLst/>
              <a:cxnLst/>
              <a:rect l="l" t="t" r="r" b="b"/>
              <a:pathLst>
                <a:path w="142875" h="179704">
                  <a:moveTo>
                    <a:pt x="142676" y="0"/>
                  </a:moveTo>
                  <a:lnTo>
                    <a:pt x="0" y="0"/>
                  </a:lnTo>
                  <a:lnTo>
                    <a:pt x="0" y="179230"/>
                  </a:lnTo>
                  <a:lnTo>
                    <a:pt x="142676" y="179230"/>
                  </a:lnTo>
                  <a:lnTo>
                    <a:pt x="1426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884907" y="7477269"/>
              <a:ext cx="142875" cy="179705"/>
            </a:xfrm>
            <a:custGeom>
              <a:avLst/>
              <a:gdLst/>
              <a:ahLst/>
              <a:cxnLst/>
              <a:rect l="l" t="t" r="r" b="b"/>
              <a:pathLst>
                <a:path w="142875" h="179704">
                  <a:moveTo>
                    <a:pt x="142676" y="0"/>
                  </a:moveTo>
                  <a:lnTo>
                    <a:pt x="0" y="0"/>
                  </a:lnTo>
                  <a:lnTo>
                    <a:pt x="0" y="179230"/>
                  </a:lnTo>
                  <a:lnTo>
                    <a:pt x="142676" y="179230"/>
                  </a:lnTo>
                  <a:lnTo>
                    <a:pt x="142676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633639" y="7706383"/>
              <a:ext cx="142875" cy="179705"/>
            </a:xfrm>
            <a:custGeom>
              <a:avLst/>
              <a:gdLst/>
              <a:ahLst/>
              <a:cxnLst/>
              <a:rect l="l" t="t" r="r" b="b"/>
              <a:pathLst>
                <a:path w="142875" h="179704">
                  <a:moveTo>
                    <a:pt x="142676" y="0"/>
                  </a:moveTo>
                  <a:lnTo>
                    <a:pt x="0" y="0"/>
                  </a:lnTo>
                  <a:lnTo>
                    <a:pt x="0" y="179230"/>
                  </a:lnTo>
                  <a:lnTo>
                    <a:pt x="142676" y="179230"/>
                  </a:lnTo>
                  <a:lnTo>
                    <a:pt x="1426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134485" y="7706391"/>
              <a:ext cx="392430" cy="179705"/>
            </a:xfrm>
            <a:custGeom>
              <a:avLst/>
              <a:gdLst/>
              <a:ahLst/>
              <a:cxnLst/>
              <a:rect l="l" t="t" r="r" b="b"/>
              <a:pathLst>
                <a:path w="392429" h="179704">
                  <a:moveTo>
                    <a:pt x="142671" y="0"/>
                  </a:moveTo>
                  <a:lnTo>
                    <a:pt x="0" y="0"/>
                  </a:lnTo>
                  <a:lnTo>
                    <a:pt x="0" y="179222"/>
                  </a:lnTo>
                  <a:lnTo>
                    <a:pt x="142671" y="179222"/>
                  </a:lnTo>
                  <a:lnTo>
                    <a:pt x="142671" y="0"/>
                  </a:lnTo>
                  <a:close/>
                </a:path>
                <a:path w="392429" h="179704">
                  <a:moveTo>
                    <a:pt x="392252" y="0"/>
                  </a:moveTo>
                  <a:lnTo>
                    <a:pt x="249580" y="0"/>
                  </a:lnTo>
                  <a:lnTo>
                    <a:pt x="249580" y="179222"/>
                  </a:lnTo>
                  <a:lnTo>
                    <a:pt x="392252" y="179222"/>
                  </a:lnTo>
                  <a:lnTo>
                    <a:pt x="392252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3884907" y="7706383"/>
              <a:ext cx="142875" cy="179705"/>
            </a:xfrm>
            <a:custGeom>
              <a:avLst/>
              <a:gdLst/>
              <a:ahLst/>
              <a:cxnLst/>
              <a:rect l="l" t="t" r="r" b="b"/>
              <a:pathLst>
                <a:path w="142875" h="179704">
                  <a:moveTo>
                    <a:pt x="142676" y="0"/>
                  </a:moveTo>
                  <a:lnTo>
                    <a:pt x="0" y="0"/>
                  </a:lnTo>
                  <a:lnTo>
                    <a:pt x="0" y="179230"/>
                  </a:lnTo>
                  <a:lnTo>
                    <a:pt x="142676" y="179230"/>
                  </a:lnTo>
                  <a:lnTo>
                    <a:pt x="1426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633639" y="7935486"/>
              <a:ext cx="142875" cy="179705"/>
            </a:xfrm>
            <a:custGeom>
              <a:avLst/>
              <a:gdLst/>
              <a:ahLst/>
              <a:cxnLst/>
              <a:rect l="l" t="t" r="r" b="b"/>
              <a:pathLst>
                <a:path w="142875" h="179704">
                  <a:moveTo>
                    <a:pt x="142676" y="0"/>
                  </a:moveTo>
                  <a:lnTo>
                    <a:pt x="0" y="0"/>
                  </a:lnTo>
                  <a:lnTo>
                    <a:pt x="0" y="179230"/>
                  </a:lnTo>
                  <a:lnTo>
                    <a:pt x="142676" y="179230"/>
                  </a:lnTo>
                  <a:lnTo>
                    <a:pt x="142676" y="0"/>
                  </a:lnTo>
                  <a:close/>
                </a:path>
              </a:pathLst>
            </a:custGeom>
            <a:solidFill>
              <a:srgbClr val="EBE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4384065" y="7935486"/>
              <a:ext cx="142875" cy="179705"/>
            </a:xfrm>
            <a:custGeom>
              <a:avLst/>
              <a:gdLst/>
              <a:ahLst/>
              <a:cxnLst/>
              <a:rect l="l" t="t" r="r" b="b"/>
              <a:pathLst>
                <a:path w="142875" h="179704">
                  <a:moveTo>
                    <a:pt x="142676" y="0"/>
                  </a:moveTo>
                  <a:lnTo>
                    <a:pt x="0" y="0"/>
                  </a:lnTo>
                  <a:lnTo>
                    <a:pt x="0" y="179230"/>
                  </a:lnTo>
                  <a:lnTo>
                    <a:pt x="142676" y="179230"/>
                  </a:lnTo>
                  <a:lnTo>
                    <a:pt x="1426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4134491" y="7935486"/>
              <a:ext cx="142875" cy="179705"/>
            </a:xfrm>
            <a:custGeom>
              <a:avLst/>
              <a:gdLst/>
              <a:ahLst/>
              <a:cxnLst/>
              <a:rect l="l" t="t" r="r" b="b"/>
              <a:pathLst>
                <a:path w="142875" h="179704">
                  <a:moveTo>
                    <a:pt x="142676" y="0"/>
                  </a:moveTo>
                  <a:lnTo>
                    <a:pt x="0" y="0"/>
                  </a:lnTo>
                  <a:lnTo>
                    <a:pt x="0" y="179230"/>
                  </a:lnTo>
                  <a:lnTo>
                    <a:pt x="142676" y="179230"/>
                  </a:lnTo>
                  <a:lnTo>
                    <a:pt x="142676" y="0"/>
                  </a:lnTo>
                  <a:close/>
                </a:path>
              </a:pathLst>
            </a:custGeom>
            <a:solidFill>
              <a:srgbClr val="EBE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3884907" y="7935486"/>
              <a:ext cx="142875" cy="179705"/>
            </a:xfrm>
            <a:custGeom>
              <a:avLst/>
              <a:gdLst/>
              <a:ahLst/>
              <a:cxnLst/>
              <a:rect l="l" t="t" r="r" b="b"/>
              <a:pathLst>
                <a:path w="142875" h="179704">
                  <a:moveTo>
                    <a:pt x="142676" y="0"/>
                  </a:moveTo>
                  <a:lnTo>
                    <a:pt x="0" y="0"/>
                  </a:lnTo>
                  <a:lnTo>
                    <a:pt x="0" y="179230"/>
                  </a:lnTo>
                  <a:lnTo>
                    <a:pt x="142676" y="179230"/>
                  </a:lnTo>
                  <a:lnTo>
                    <a:pt x="142676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2420092" y="4887270"/>
              <a:ext cx="900430" cy="1017905"/>
            </a:xfrm>
            <a:custGeom>
              <a:avLst/>
              <a:gdLst/>
              <a:ahLst/>
              <a:cxnLst/>
              <a:rect l="l" t="t" r="r" b="b"/>
              <a:pathLst>
                <a:path w="900430" h="1017904">
                  <a:moveTo>
                    <a:pt x="899871" y="104140"/>
                  </a:moveTo>
                  <a:lnTo>
                    <a:pt x="695210" y="104140"/>
                  </a:lnTo>
                  <a:lnTo>
                    <a:pt x="695210" y="0"/>
                  </a:lnTo>
                  <a:lnTo>
                    <a:pt x="245973" y="0"/>
                  </a:lnTo>
                  <a:lnTo>
                    <a:pt x="245973" y="104140"/>
                  </a:lnTo>
                  <a:lnTo>
                    <a:pt x="0" y="104140"/>
                  </a:lnTo>
                  <a:lnTo>
                    <a:pt x="0" y="704024"/>
                  </a:lnTo>
                  <a:lnTo>
                    <a:pt x="0" y="1017892"/>
                  </a:lnTo>
                  <a:lnTo>
                    <a:pt x="899871" y="1017892"/>
                  </a:lnTo>
                  <a:lnTo>
                    <a:pt x="899871" y="704024"/>
                  </a:lnTo>
                  <a:lnTo>
                    <a:pt x="899871" y="104140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3661250" y="6448659"/>
              <a:ext cx="688340" cy="1993900"/>
            </a:xfrm>
            <a:custGeom>
              <a:avLst/>
              <a:gdLst/>
              <a:ahLst/>
              <a:cxnLst/>
              <a:rect l="l" t="t" r="r" b="b"/>
              <a:pathLst>
                <a:path w="688340" h="1993900">
                  <a:moveTo>
                    <a:pt x="688047" y="121716"/>
                  </a:moveTo>
                  <a:lnTo>
                    <a:pt x="486994" y="121716"/>
                  </a:lnTo>
                  <a:lnTo>
                    <a:pt x="486994" y="0"/>
                  </a:lnTo>
                  <a:lnTo>
                    <a:pt x="171767" y="0"/>
                  </a:lnTo>
                  <a:lnTo>
                    <a:pt x="171767" y="121716"/>
                  </a:lnTo>
                  <a:lnTo>
                    <a:pt x="0" y="121716"/>
                  </a:lnTo>
                  <a:lnTo>
                    <a:pt x="0" y="1993785"/>
                  </a:lnTo>
                  <a:lnTo>
                    <a:pt x="688047" y="1993785"/>
                  </a:lnTo>
                  <a:lnTo>
                    <a:pt x="688047" y="121716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3661259" y="6755595"/>
              <a:ext cx="588645" cy="120014"/>
            </a:xfrm>
            <a:custGeom>
              <a:avLst/>
              <a:gdLst/>
              <a:ahLst/>
              <a:cxnLst/>
              <a:rect l="l" t="t" r="r" b="b"/>
              <a:pathLst>
                <a:path w="588644" h="120015">
                  <a:moveTo>
                    <a:pt x="0" y="119692"/>
                  </a:moveTo>
                  <a:lnTo>
                    <a:pt x="588327" y="119692"/>
                  </a:lnTo>
                  <a:lnTo>
                    <a:pt x="588327" y="0"/>
                  </a:lnTo>
                  <a:lnTo>
                    <a:pt x="0" y="0"/>
                  </a:lnTo>
                  <a:lnTo>
                    <a:pt x="0" y="1196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3661259" y="6973661"/>
              <a:ext cx="588645" cy="120014"/>
            </a:xfrm>
            <a:custGeom>
              <a:avLst/>
              <a:gdLst/>
              <a:ahLst/>
              <a:cxnLst/>
              <a:rect l="l" t="t" r="r" b="b"/>
              <a:pathLst>
                <a:path w="588644" h="120015">
                  <a:moveTo>
                    <a:pt x="0" y="119692"/>
                  </a:moveTo>
                  <a:lnTo>
                    <a:pt x="588327" y="119692"/>
                  </a:lnTo>
                  <a:lnTo>
                    <a:pt x="588327" y="0"/>
                  </a:lnTo>
                  <a:lnTo>
                    <a:pt x="0" y="0"/>
                  </a:lnTo>
                  <a:lnTo>
                    <a:pt x="0" y="119692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3661259" y="7191728"/>
              <a:ext cx="588645" cy="120014"/>
            </a:xfrm>
            <a:custGeom>
              <a:avLst/>
              <a:gdLst/>
              <a:ahLst/>
              <a:cxnLst/>
              <a:rect l="l" t="t" r="r" b="b"/>
              <a:pathLst>
                <a:path w="588644" h="120015">
                  <a:moveTo>
                    <a:pt x="0" y="119692"/>
                  </a:moveTo>
                  <a:lnTo>
                    <a:pt x="588327" y="119692"/>
                  </a:lnTo>
                  <a:lnTo>
                    <a:pt x="588327" y="0"/>
                  </a:lnTo>
                  <a:lnTo>
                    <a:pt x="0" y="0"/>
                  </a:lnTo>
                  <a:lnTo>
                    <a:pt x="0" y="1196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7736560" y="4220952"/>
              <a:ext cx="1065530" cy="770890"/>
            </a:xfrm>
            <a:custGeom>
              <a:avLst/>
              <a:gdLst/>
              <a:ahLst/>
              <a:cxnLst/>
              <a:rect l="l" t="t" r="r" b="b"/>
              <a:pathLst>
                <a:path w="1065529" h="770889">
                  <a:moveTo>
                    <a:pt x="1064907" y="188125"/>
                  </a:moveTo>
                  <a:lnTo>
                    <a:pt x="931697" y="188125"/>
                  </a:lnTo>
                  <a:lnTo>
                    <a:pt x="931697" y="97828"/>
                  </a:lnTo>
                  <a:lnTo>
                    <a:pt x="798296" y="97828"/>
                  </a:lnTo>
                  <a:lnTo>
                    <a:pt x="798296" y="0"/>
                  </a:lnTo>
                  <a:lnTo>
                    <a:pt x="266598" y="0"/>
                  </a:lnTo>
                  <a:lnTo>
                    <a:pt x="266598" y="97828"/>
                  </a:lnTo>
                  <a:lnTo>
                    <a:pt x="133197" y="97828"/>
                  </a:lnTo>
                  <a:lnTo>
                    <a:pt x="133197" y="188125"/>
                  </a:lnTo>
                  <a:lnTo>
                    <a:pt x="0" y="188125"/>
                  </a:lnTo>
                  <a:lnTo>
                    <a:pt x="0" y="770445"/>
                  </a:lnTo>
                  <a:lnTo>
                    <a:pt x="1064907" y="770445"/>
                  </a:lnTo>
                  <a:lnTo>
                    <a:pt x="1064907" y="188125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4858156" y="4317853"/>
              <a:ext cx="2143125" cy="4124960"/>
            </a:xfrm>
            <a:custGeom>
              <a:avLst/>
              <a:gdLst/>
              <a:ahLst/>
              <a:cxnLst/>
              <a:rect l="l" t="t" r="r" b="b"/>
              <a:pathLst>
                <a:path w="2143125" h="4124959">
                  <a:moveTo>
                    <a:pt x="2142604" y="354114"/>
                  </a:moveTo>
                  <a:lnTo>
                    <a:pt x="686371" y="354114"/>
                  </a:lnTo>
                  <a:lnTo>
                    <a:pt x="686371" y="0"/>
                  </a:lnTo>
                  <a:lnTo>
                    <a:pt x="588200" y="0"/>
                  </a:lnTo>
                  <a:lnTo>
                    <a:pt x="588200" y="354114"/>
                  </a:lnTo>
                  <a:lnTo>
                    <a:pt x="538505" y="354114"/>
                  </a:lnTo>
                  <a:lnTo>
                    <a:pt x="538505" y="0"/>
                  </a:lnTo>
                  <a:lnTo>
                    <a:pt x="440321" y="0"/>
                  </a:lnTo>
                  <a:lnTo>
                    <a:pt x="440321" y="354114"/>
                  </a:lnTo>
                  <a:lnTo>
                    <a:pt x="0" y="354114"/>
                  </a:lnTo>
                  <a:lnTo>
                    <a:pt x="0" y="4124591"/>
                  </a:lnTo>
                  <a:lnTo>
                    <a:pt x="2142604" y="4124591"/>
                  </a:lnTo>
                  <a:lnTo>
                    <a:pt x="2142604" y="354114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5060823" y="4928342"/>
              <a:ext cx="1464310" cy="2646680"/>
            </a:xfrm>
            <a:custGeom>
              <a:avLst/>
              <a:gdLst/>
              <a:ahLst/>
              <a:cxnLst/>
              <a:rect l="l" t="t" r="r" b="b"/>
              <a:pathLst>
                <a:path w="1464309" h="2646679">
                  <a:moveTo>
                    <a:pt x="142062" y="1391259"/>
                  </a:moveTo>
                  <a:lnTo>
                    <a:pt x="0" y="1391259"/>
                  </a:lnTo>
                  <a:lnTo>
                    <a:pt x="0" y="1533321"/>
                  </a:lnTo>
                  <a:lnTo>
                    <a:pt x="142062" y="1533321"/>
                  </a:lnTo>
                  <a:lnTo>
                    <a:pt x="142062" y="1391259"/>
                  </a:lnTo>
                  <a:close/>
                </a:path>
                <a:path w="1464309" h="2646679">
                  <a:moveTo>
                    <a:pt x="406425" y="0"/>
                  </a:moveTo>
                  <a:lnTo>
                    <a:pt x="264375" y="0"/>
                  </a:lnTo>
                  <a:lnTo>
                    <a:pt x="264375" y="142062"/>
                  </a:lnTo>
                  <a:lnTo>
                    <a:pt x="406425" y="142062"/>
                  </a:lnTo>
                  <a:lnTo>
                    <a:pt x="406425" y="0"/>
                  </a:lnTo>
                  <a:close/>
                </a:path>
                <a:path w="1464309" h="2646679">
                  <a:moveTo>
                    <a:pt x="670801" y="2226018"/>
                  </a:moveTo>
                  <a:lnTo>
                    <a:pt x="528739" y="2226018"/>
                  </a:lnTo>
                  <a:lnTo>
                    <a:pt x="528739" y="2368080"/>
                  </a:lnTo>
                  <a:lnTo>
                    <a:pt x="670801" y="2368080"/>
                  </a:lnTo>
                  <a:lnTo>
                    <a:pt x="670801" y="2226018"/>
                  </a:lnTo>
                  <a:close/>
                </a:path>
                <a:path w="1464309" h="2646679">
                  <a:moveTo>
                    <a:pt x="670801" y="1947773"/>
                  </a:moveTo>
                  <a:lnTo>
                    <a:pt x="528739" y="1947773"/>
                  </a:lnTo>
                  <a:lnTo>
                    <a:pt x="528739" y="2089823"/>
                  </a:lnTo>
                  <a:lnTo>
                    <a:pt x="670801" y="2089823"/>
                  </a:lnTo>
                  <a:lnTo>
                    <a:pt x="670801" y="1947773"/>
                  </a:lnTo>
                  <a:close/>
                </a:path>
                <a:path w="1464309" h="2646679">
                  <a:moveTo>
                    <a:pt x="670801" y="556514"/>
                  </a:moveTo>
                  <a:lnTo>
                    <a:pt x="528739" y="556514"/>
                  </a:lnTo>
                  <a:lnTo>
                    <a:pt x="528739" y="698576"/>
                  </a:lnTo>
                  <a:lnTo>
                    <a:pt x="670801" y="698576"/>
                  </a:lnTo>
                  <a:lnTo>
                    <a:pt x="670801" y="556514"/>
                  </a:lnTo>
                  <a:close/>
                </a:path>
                <a:path w="1464309" h="2646679">
                  <a:moveTo>
                    <a:pt x="670801" y="278257"/>
                  </a:moveTo>
                  <a:lnTo>
                    <a:pt x="528739" y="278257"/>
                  </a:lnTo>
                  <a:lnTo>
                    <a:pt x="528739" y="420319"/>
                  </a:lnTo>
                  <a:lnTo>
                    <a:pt x="670801" y="420319"/>
                  </a:lnTo>
                  <a:lnTo>
                    <a:pt x="670801" y="278257"/>
                  </a:lnTo>
                  <a:close/>
                </a:path>
                <a:path w="1464309" h="2646679">
                  <a:moveTo>
                    <a:pt x="935164" y="1391259"/>
                  </a:moveTo>
                  <a:lnTo>
                    <a:pt x="793102" y="1391259"/>
                  </a:lnTo>
                  <a:lnTo>
                    <a:pt x="793102" y="1533321"/>
                  </a:lnTo>
                  <a:lnTo>
                    <a:pt x="935164" y="1533321"/>
                  </a:lnTo>
                  <a:lnTo>
                    <a:pt x="935164" y="1391259"/>
                  </a:lnTo>
                  <a:close/>
                </a:path>
                <a:path w="1464309" h="2646679">
                  <a:moveTo>
                    <a:pt x="935164" y="834758"/>
                  </a:moveTo>
                  <a:lnTo>
                    <a:pt x="793102" y="834758"/>
                  </a:lnTo>
                  <a:lnTo>
                    <a:pt x="793102" y="976807"/>
                  </a:lnTo>
                  <a:lnTo>
                    <a:pt x="935164" y="976807"/>
                  </a:lnTo>
                  <a:lnTo>
                    <a:pt x="935164" y="834758"/>
                  </a:lnTo>
                  <a:close/>
                </a:path>
                <a:path w="1464309" h="2646679">
                  <a:moveTo>
                    <a:pt x="1199540" y="2504275"/>
                  </a:moveTo>
                  <a:lnTo>
                    <a:pt x="1057478" y="2504275"/>
                  </a:lnTo>
                  <a:lnTo>
                    <a:pt x="1057478" y="2646337"/>
                  </a:lnTo>
                  <a:lnTo>
                    <a:pt x="1199540" y="2646337"/>
                  </a:lnTo>
                  <a:lnTo>
                    <a:pt x="1199540" y="2504275"/>
                  </a:lnTo>
                  <a:close/>
                </a:path>
                <a:path w="1464309" h="2646679">
                  <a:moveTo>
                    <a:pt x="1463903" y="1669516"/>
                  </a:moveTo>
                  <a:lnTo>
                    <a:pt x="1321841" y="1669516"/>
                  </a:lnTo>
                  <a:lnTo>
                    <a:pt x="1321841" y="1811578"/>
                  </a:lnTo>
                  <a:lnTo>
                    <a:pt x="1463903" y="1811578"/>
                  </a:lnTo>
                  <a:lnTo>
                    <a:pt x="1463903" y="1669516"/>
                  </a:lnTo>
                  <a:close/>
                </a:path>
                <a:path w="1464309" h="2646679">
                  <a:moveTo>
                    <a:pt x="1463903" y="1391259"/>
                  </a:moveTo>
                  <a:lnTo>
                    <a:pt x="1321841" y="1391259"/>
                  </a:lnTo>
                  <a:lnTo>
                    <a:pt x="1321841" y="1533321"/>
                  </a:lnTo>
                  <a:lnTo>
                    <a:pt x="1463903" y="1533321"/>
                  </a:lnTo>
                  <a:lnTo>
                    <a:pt x="1463903" y="1391259"/>
                  </a:lnTo>
                  <a:close/>
                </a:path>
                <a:path w="1464309" h="2646679">
                  <a:moveTo>
                    <a:pt x="1463903" y="1113002"/>
                  </a:moveTo>
                  <a:lnTo>
                    <a:pt x="1321841" y="1113002"/>
                  </a:lnTo>
                  <a:lnTo>
                    <a:pt x="1321841" y="1255064"/>
                  </a:lnTo>
                  <a:lnTo>
                    <a:pt x="1463903" y="1255064"/>
                  </a:lnTo>
                  <a:lnTo>
                    <a:pt x="1463903" y="1113002"/>
                  </a:lnTo>
                  <a:close/>
                </a:path>
                <a:path w="1464309" h="2646679">
                  <a:moveTo>
                    <a:pt x="1463903" y="278257"/>
                  </a:moveTo>
                  <a:lnTo>
                    <a:pt x="1321841" y="278257"/>
                  </a:lnTo>
                  <a:lnTo>
                    <a:pt x="1321841" y="420319"/>
                  </a:lnTo>
                  <a:lnTo>
                    <a:pt x="1463903" y="420319"/>
                  </a:lnTo>
                  <a:lnTo>
                    <a:pt x="1463903" y="278257"/>
                  </a:lnTo>
                  <a:close/>
                </a:path>
                <a:path w="1464309" h="2646679">
                  <a:moveTo>
                    <a:pt x="1463903" y="0"/>
                  </a:moveTo>
                  <a:lnTo>
                    <a:pt x="1321841" y="0"/>
                  </a:lnTo>
                  <a:lnTo>
                    <a:pt x="1321841" y="142062"/>
                  </a:lnTo>
                  <a:lnTo>
                    <a:pt x="1463903" y="142062"/>
                  </a:lnTo>
                  <a:lnTo>
                    <a:pt x="1463903" y="0"/>
                  </a:lnTo>
                  <a:close/>
                </a:path>
              </a:pathLst>
            </a:custGeom>
            <a:solidFill>
              <a:srgbClr val="EBE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5035084" y="7249221"/>
              <a:ext cx="899160" cy="1193800"/>
            </a:xfrm>
            <a:custGeom>
              <a:avLst/>
              <a:gdLst/>
              <a:ahLst/>
              <a:cxnLst/>
              <a:rect l="l" t="t" r="r" b="b"/>
              <a:pathLst>
                <a:path w="899160" h="1193800">
                  <a:moveTo>
                    <a:pt x="449441" y="0"/>
                  </a:moveTo>
                  <a:lnTo>
                    <a:pt x="0" y="1193220"/>
                  </a:lnTo>
                  <a:lnTo>
                    <a:pt x="898883" y="1193220"/>
                  </a:lnTo>
                  <a:lnTo>
                    <a:pt x="449441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5353558" y="7730114"/>
              <a:ext cx="262890" cy="712470"/>
            </a:xfrm>
            <a:custGeom>
              <a:avLst/>
              <a:gdLst/>
              <a:ahLst/>
              <a:cxnLst/>
              <a:rect l="l" t="t" r="r" b="b"/>
              <a:pathLst>
                <a:path w="262889" h="712470">
                  <a:moveTo>
                    <a:pt x="262521" y="190525"/>
                  </a:moveTo>
                  <a:lnTo>
                    <a:pt x="144106" y="72110"/>
                  </a:lnTo>
                  <a:lnTo>
                    <a:pt x="144106" y="0"/>
                  </a:lnTo>
                  <a:lnTo>
                    <a:pt x="117830" y="0"/>
                  </a:lnTo>
                  <a:lnTo>
                    <a:pt x="117830" y="224523"/>
                  </a:lnTo>
                  <a:lnTo>
                    <a:pt x="0" y="342341"/>
                  </a:lnTo>
                  <a:lnTo>
                    <a:pt x="18580" y="360921"/>
                  </a:lnTo>
                  <a:lnTo>
                    <a:pt x="117830" y="261670"/>
                  </a:lnTo>
                  <a:lnTo>
                    <a:pt x="117830" y="499376"/>
                  </a:lnTo>
                  <a:lnTo>
                    <a:pt x="0" y="617207"/>
                  </a:lnTo>
                  <a:lnTo>
                    <a:pt x="18580" y="635774"/>
                  </a:lnTo>
                  <a:lnTo>
                    <a:pt x="117830" y="536536"/>
                  </a:lnTo>
                  <a:lnTo>
                    <a:pt x="117830" y="712330"/>
                  </a:lnTo>
                  <a:lnTo>
                    <a:pt x="144106" y="712330"/>
                  </a:lnTo>
                  <a:lnTo>
                    <a:pt x="144106" y="412902"/>
                  </a:lnTo>
                  <a:lnTo>
                    <a:pt x="243954" y="512749"/>
                  </a:lnTo>
                  <a:lnTo>
                    <a:pt x="262521" y="494157"/>
                  </a:lnTo>
                  <a:lnTo>
                    <a:pt x="144106" y="375742"/>
                  </a:lnTo>
                  <a:lnTo>
                    <a:pt x="144106" y="109270"/>
                  </a:lnTo>
                  <a:lnTo>
                    <a:pt x="243954" y="209105"/>
                  </a:lnTo>
                  <a:lnTo>
                    <a:pt x="262521" y="190525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5723124" y="3764241"/>
              <a:ext cx="1764030" cy="4678680"/>
            </a:xfrm>
            <a:custGeom>
              <a:avLst/>
              <a:gdLst/>
              <a:ahLst/>
              <a:cxnLst/>
              <a:rect l="l" t="t" r="r" b="b"/>
              <a:pathLst>
                <a:path w="1764029" h="4678680">
                  <a:moveTo>
                    <a:pt x="1763904" y="0"/>
                  </a:moveTo>
                  <a:lnTo>
                    <a:pt x="0" y="0"/>
                  </a:lnTo>
                  <a:lnTo>
                    <a:pt x="0" y="4678192"/>
                  </a:lnTo>
                  <a:lnTo>
                    <a:pt x="1763904" y="4678192"/>
                  </a:lnTo>
                  <a:lnTo>
                    <a:pt x="1763904" y="0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6834644" y="3764247"/>
              <a:ext cx="231140" cy="4678680"/>
            </a:xfrm>
            <a:custGeom>
              <a:avLst/>
              <a:gdLst/>
              <a:ahLst/>
              <a:cxnLst/>
              <a:rect l="l" t="t" r="r" b="b"/>
              <a:pathLst>
                <a:path w="231140" h="4678680">
                  <a:moveTo>
                    <a:pt x="33870" y="0"/>
                  </a:moveTo>
                  <a:lnTo>
                    <a:pt x="0" y="0"/>
                  </a:lnTo>
                  <a:lnTo>
                    <a:pt x="0" y="4678197"/>
                  </a:lnTo>
                  <a:lnTo>
                    <a:pt x="33870" y="4678197"/>
                  </a:lnTo>
                  <a:lnTo>
                    <a:pt x="33870" y="0"/>
                  </a:lnTo>
                  <a:close/>
                </a:path>
                <a:path w="231140" h="4678680">
                  <a:moveTo>
                    <a:pt x="231140" y="0"/>
                  </a:moveTo>
                  <a:lnTo>
                    <a:pt x="197256" y="0"/>
                  </a:lnTo>
                  <a:lnTo>
                    <a:pt x="197256" y="4678197"/>
                  </a:lnTo>
                  <a:lnTo>
                    <a:pt x="231140" y="4678197"/>
                  </a:lnTo>
                  <a:lnTo>
                    <a:pt x="231140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6360193" y="4457120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09" h="219710">
                  <a:moveTo>
                    <a:pt x="219291" y="0"/>
                  </a:moveTo>
                  <a:lnTo>
                    <a:pt x="0" y="0"/>
                  </a:lnTo>
                  <a:lnTo>
                    <a:pt x="0" y="219291"/>
                  </a:lnTo>
                  <a:lnTo>
                    <a:pt x="219291" y="219291"/>
                  </a:lnTo>
                  <a:lnTo>
                    <a:pt x="219291" y="0"/>
                  </a:lnTo>
                  <a:close/>
                </a:path>
              </a:pathLst>
            </a:custGeom>
            <a:solidFill>
              <a:srgbClr val="EBE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5958878" y="4020305"/>
              <a:ext cx="621030" cy="3277235"/>
            </a:xfrm>
            <a:custGeom>
              <a:avLst/>
              <a:gdLst/>
              <a:ahLst/>
              <a:cxnLst/>
              <a:rect l="l" t="t" r="r" b="b"/>
              <a:pathLst>
                <a:path w="621029" h="3277234">
                  <a:moveTo>
                    <a:pt x="219290" y="873658"/>
                  </a:moveTo>
                  <a:lnTo>
                    <a:pt x="0" y="873658"/>
                  </a:lnTo>
                  <a:lnTo>
                    <a:pt x="0" y="1092949"/>
                  </a:lnTo>
                  <a:lnTo>
                    <a:pt x="219290" y="1092949"/>
                  </a:lnTo>
                  <a:lnTo>
                    <a:pt x="219290" y="873658"/>
                  </a:lnTo>
                  <a:close/>
                </a:path>
                <a:path w="621029" h="3277234">
                  <a:moveTo>
                    <a:pt x="219290" y="0"/>
                  </a:moveTo>
                  <a:lnTo>
                    <a:pt x="0" y="0"/>
                  </a:lnTo>
                  <a:lnTo>
                    <a:pt x="0" y="219290"/>
                  </a:lnTo>
                  <a:lnTo>
                    <a:pt x="219290" y="219290"/>
                  </a:lnTo>
                  <a:lnTo>
                    <a:pt x="219290" y="0"/>
                  </a:lnTo>
                  <a:close/>
                </a:path>
                <a:path w="621029" h="3277234">
                  <a:moveTo>
                    <a:pt x="620598" y="3057791"/>
                  </a:moveTo>
                  <a:lnTo>
                    <a:pt x="401307" y="3057791"/>
                  </a:lnTo>
                  <a:lnTo>
                    <a:pt x="401307" y="3277082"/>
                  </a:lnTo>
                  <a:lnTo>
                    <a:pt x="620598" y="3277082"/>
                  </a:lnTo>
                  <a:lnTo>
                    <a:pt x="620598" y="3057791"/>
                  </a:lnTo>
                  <a:close/>
                </a:path>
                <a:path w="621029" h="3277234">
                  <a:moveTo>
                    <a:pt x="620598" y="2184133"/>
                  </a:moveTo>
                  <a:lnTo>
                    <a:pt x="401307" y="2184133"/>
                  </a:lnTo>
                  <a:lnTo>
                    <a:pt x="401307" y="2403424"/>
                  </a:lnTo>
                  <a:lnTo>
                    <a:pt x="620598" y="2403424"/>
                  </a:lnTo>
                  <a:lnTo>
                    <a:pt x="620598" y="2184133"/>
                  </a:lnTo>
                  <a:close/>
                </a:path>
                <a:path w="621029" h="3277234">
                  <a:moveTo>
                    <a:pt x="620598" y="1310474"/>
                  </a:moveTo>
                  <a:lnTo>
                    <a:pt x="401307" y="1310474"/>
                  </a:lnTo>
                  <a:lnTo>
                    <a:pt x="401307" y="1529778"/>
                  </a:lnTo>
                  <a:lnTo>
                    <a:pt x="620598" y="1529778"/>
                  </a:lnTo>
                  <a:lnTo>
                    <a:pt x="620598" y="1310474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5958878" y="5767609"/>
              <a:ext cx="219710" cy="1093470"/>
            </a:xfrm>
            <a:custGeom>
              <a:avLst/>
              <a:gdLst/>
              <a:ahLst/>
              <a:cxnLst/>
              <a:rect l="l" t="t" r="r" b="b"/>
              <a:pathLst>
                <a:path w="219710" h="1093470">
                  <a:moveTo>
                    <a:pt x="219290" y="873658"/>
                  </a:moveTo>
                  <a:lnTo>
                    <a:pt x="0" y="873658"/>
                  </a:lnTo>
                  <a:lnTo>
                    <a:pt x="0" y="1092949"/>
                  </a:lnTo>
                  <a:lnTo>
                    <a:pt x="219290" y="1092949"/>
                  </a:lnTo>
                  <a:lnTo>
                    <a:pt x="219290" y="873658"/>
                  </a:lnTo>
                  <a:close/>
                </a:path>
                <a:path w="219710" h="1093470">
                  <a:moveTo>
                    <a:pt x="219290" y="0"/>
                  </a:moveTo>
                  <a:lnTo>
                    <a:pt x="0" y="0"/>
                  </a:lnTo>
                  <a:lnTo>
                    <a:pt x="0" y="219290"/>
                  </a:lnTo>
                  <a:lnTo>
                    <a:pt x="219290" y="219290"/>
                  </a:lnTo>
                  <a:lnTo>
                    <a:pt x="219290" y="0"/>
                  </a:lnTo>
                  <a:close/>
                </a:path>
              </a:pathLst>
            </a:custGeom>
            <a:solidFill>
              <a:srgbClr val="EBE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5958891" y="3486676"/>
              <a:ext cx="646430" cy="421640"/>
            </a:xfrm>
            <a:custGeom>
              <a:avLst/>
              <a:gdLst/>
              <a:ahLst/>
              <a:cxnLst/>
              <a:rect l="l" t="t" r="r" b="b"/>
              <a:pathLst>
                <a:path w="646429" h="421639">
                  <a:moveTo>
                    <a:pt x="349631" y="194132"/>
                  </a:moveTo>
                  <a:lnTo>
                    <a:pt x="0" y="194132"/>
                  </a:lnTo>
                  <a:lnTo>
                    <a:pt x="0" y="421208"/>
                  </a:lnTo>
                  <a:lnTo>
                    <a:pt x="349631" y="421208"/>
                  </a:lnTo>
                  <a:lnTo>
                    <a:pt x="349631" y="194132"/>
                  </a:lnTo>
                  <a:close/>
                </a:path>
                <a:path w="646429" h="421639">
                  <a:moveTo>
                    <a:pt x="646176" y="0"/>
                  </a:moveTo>
                  <a:lnTo>
                    <a:pt x="419112" y="0"/>
                  </a:lnTo>
                  <a:lnTo>
                    <a:pt x="419112" y="349631"/>
                  </a:lnTo>
                  <a:lnTo>
                    <a:pt x="646176" y="349631"/>
                  </a:lnTo>
                  <a:lnTo>
                    <a:pt x="646176" y="0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9942220" y="3672439"/>
              <a:ext cx="2478405" cy="4770120"/>
            </a:xfrm>
            <a:custGeom>
              <a:avLst/>
              <a:gdLst/>
              <a:ahLst/>
              <a:cxnLst/>
              <a:rect l="l" t="t" r="r" b="b"/>
              <a:pathLst>
                <a:path w="2478404" h="4770120">
                  <a:moveTo>
                    <a:pt x="2477871" y="409524"/>
                  </a:moveTo>
                  <a:lnTo>
                    <a:pt x="1857387" y="409524"/>
                  </a:lnTo>
                  <a:lnTo>
                    <a:pt x="1857387" y="0"/>
                  </a:lnTo>
                  <a:lnTo>
                    <a:pt x="1743849" y="0"/>
                  </a:lnTo>
                  <a:lnTo>
                    <a:pt x="1743849" y="409524"/>
                  </a:lnTo>
                  <a:lnTo>
                    <a:pt x="1686382" y="409524"/>
                  </a:lnTo>
                  <a:lnTo>
                    <a:pt x="1686382" y="0"/>
                  </a:lnTo>
                  <a:lnTo>
                    <a:pt x="1572844" y="0"/>
                  </a:lnTo>
                  <a:lnTo>
                    <a:pt x="1572844" y="409524"/>
                  </a:lnTo>
                  <a:lnTo>
                    <a:pt x="1073416" y="409524"/>
                  </a:lnTo>
                  <a:lnTo>
                    <a:pt x="1073416" y="270548"/>
                  </a:lnTo>
                  <a:lnTo>
                    <a:pt x="652932" y="270548"/>
                  </a:lnTo>
                  <a:lnTo>
                    <a:pt x="652932" y="409524"/>
                  </a:lnTo>
                  <a:lnTo>
                    <a:pt x="0" y="409524"/>
                  </a:lnTo>
                  <a:lnTo>
                    <a:pt x="0" y="4770005"/>
                  </a:lnTo>
                  <a:lnTo>
                    <a:pt x="2477871" y="4770005"/>
                  </a:lnTo>
                  <a:lnTo>
                    <a:pt x="2477871" y="409524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0492715" y="4378457"/>
              <a:ext cx="1387475" cy="3060700"/>
            </a:xfrm>
            <a:custGeom>
              <a:avLst/>
              <a:gdLst/>
              <a:ahLst/>
              <a:cxnLst/>
              <a:rect l="l" t="t" r="r" b="b"/>
              <a:pathLst>
                <a:path w="1387475" h="3060700">
                  <a:moveTo>
                    <a:pt x="164287" y="0"/>
                  </a:moveTo>
                  <a:lnTo>
                    <a:pt x="0" y="0"/>
                  </a:lnTo>
                  <a:lnTo>
                    <a:pt x="0" y="164287"/>
                  </a:lnTo>
                  <a:lnTo>
                    <a:pt x="164287" y="164287"/>
                  </a:lnTo>
                  <a:lnTo>
                    <a:pt x="164287" y="0"/>
                  </a:lnTo>
                  <a:close/>
                </a:path>
                <a:path w="1387475" h="3060700">
                  <a:moveTo>
                    <a:pt x="470027" y="2896133"/>
                  </a:moveTo>
                  <a:lnTo>
                    <a:pt x="305739" y="2896133"/>
                  </a:lnTo>
                  <a:lnTo>
                    <a:pt x="305739" y="3060420"/>
                  </a:lnTo>
                  <a:lnTo>
                    <a:pt x="470027" y="3060420"/>
                  </a:lnTo>
                  <a:lnTo>
                    <a:pt x="470027" y="2896133"/>
                  </a:lnTo>
                  <a:close/>
                </a:path>
                <a:path w="1387475" h="3060700">
                  <a:moveTo>
                    <a:pt x="775766" y="1608963"/>
                  </a:moveTo>
                  <a:lnTo>
                    <a:pt x="611479" y="1608963"/>
                  </a:lnTo>
                  <a:lnTo>
                    <a:pt x="611479" y="1773250"/>
                  </a:lnTo>
                  <a:lnTo>
                    <a:pt x="775766" y="1773250"/>
                  </a:lnTo>
                  <a:lnTo>
                    <a:pt x="775766" y="1608963"/>
                  </a:lnTo>
                  <a:close/>
                </a:path>
                <a:path w="1387475" h="3060700">
                  <a:moveTo>
                    <a:pt x="775766" y="965390"/>
                  </a:moveTo>
                  <a:lnTo>
                    <a:pt x="611479" y="965390"/>
                  </a:lnTo>
                  <a:lnTo>
                    <a:pt x="611479" y="1129677"/>
                  </a:lnTo>
                  <a:lnTo>
                    <a:pt x="775766" y="1129677"/>
                  </a:lnTo>
                  <a:lnTo>
                    <a:pt x="775766" y="965390"/>
                  </a:lnTo>
                  <a:close/>
                </a:path>
                <a:path w="1387475" h="3060700">
                  <a:moveTo>
                    <a:pt x="1081506" y="2574340"/>
                  </a:moveTo>
                  <a:lnTo>
                    <a:pt x="917219" y="2574340"/>
                  </a:lnTo>
                  <a:lnTo>
                    <a:pt x="917219" y="2738628"/>
                  </a:lnTo>
                  <a:lnTo>
                    <a:pt x="1081506" y="2738628"/>
                  </a:lnTo>
                  <a:lnTo>
                    <a:pt x="1081506" y="2574340"/>
                  </a:lnTo>
                  <a:close/>
                </a:path>
                <a:path w="1387475" h="3060700">
                  <a:moveTo>
                    <a:pt x="1081506" y="2252548"/>
                  </a:moveTo>
                  <a:lnTo>
                    <a:pt x="917219" y="2252548"/>
                  </a:lnTo>
                  <a:lnTo>
                    <a:pt x="917219" y="2416835"/>
                  </a:lnTo>
                  <a:lnTo>
                    <a:pt x="1081506" y="2416835"/>
                  </a:lnTo>
                  <a:lnTo>
                    <a:pt x="1081506" y="2252548"/>
                  </a:lnTo>
                  <a:close/>
                </a:path>
                <a:path w="1387475" h="3060700">
                  <a:moveTo>
                    <a:pt x="1081506" y="643585"/>
                  </a:moveTo>
                  <a:lnTo>
                    <a:pt x="917219" y="643585"/>
                  </a:lnTo>
                  <a:lnTo>
                    <a:pt x="917219" y="807872"/>
                  </a:lnTo>
                  <a:lnTo>
                    <a:pt x="1081506" y="807872"/>
                  </a:lnTo>
                  <a:lnTo>
                    <a:pt x="1081506" y="643585"/>
                  </a:lnTo>
                  <a:close/>
                </a:path>
                <a:path w="1387475" h="3060700">
                  <a:moveTo>
                    <a:pt x="1081506" y="321792"/>
                  </a:moveTo>
                  <a:lnTo>
                    <a:pt x="917219" y="321792"/>
                  </a:lnTo>
                  <a:lnTo>
                    <a:pt x="917219" y="486079"/>
                  </a:lnTo>
                  <a:lnTo>
                    <a:pt x="1081506" y="486079"/>
                  </a:lnTo>
                  <a:lnTo>
                    <a:pt x="1081506" y="321792"/>
                  </a:lnTo>
                  <a:close/>
                </a:path>
                <a:path w="1387475" h="3060700">
                  <a:moveTo>
                    <a:pt x="1387246" y="0"/>
                  </a:moveTo>
                  <a:lnTo>
                    <a:pt x="1222959" y="0"/>
                  </a:lnTo>
                  <a:lnTo>
                    <a:pt x="1222959" y="164287"/>
                  </a:lnTo>
                  <a:lnTo>
                    <a:pt x="1387246" y="164287"/>
                  </a:lnTo>
                  <a:lnTo>
                    <a:pt x="1387246" y="0"/>
                  </a:lnTo>
                  <a:close/>
                </a:path>
              </a:pathLst>
            </a:custGeom>
            <a:solidFill>
              <a:srgbClr val="EBE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9148789" y="4585944"/>
              <a:ext cx="1630680" cy="3856990"/>
            </a:xfrm>
            <a:custGeom>
              <a:avLst/>
              <a:gdLst/>
              <a:ahLst/>
              <a:cxnLst/>
              <a:rect l="l" t="t" r="r" b="b"/>
              <a:pathLst>
                <a:path w="1630679" h="3856990">
                  <a:moveTo>
                    <a:pt x="1630432" y="0"/>
                  </a:moveTo>
                  <a:lnTo>
                    <a:pt x="0" y="0"/>
                  </a:lnTo>
                  <a:lnTo>
                    <a:pt x="0" y="3856500"/>
                  </a:lnTo>
                  <a:lnTo>
                    <a:pt x="1630432" y="3856500"/>
                  </a:lnTo>
                  <a:lnTo>
                    <a:pt x="1630432" y="0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9267539" y="4660276"/>
              <a:ext cx="1393190" cy="43180"/>
            </a:xfrm>
            <a:custGeom>
              <a:avLst/>
              <a:gdLst/>
              <a:ahLst/>
              <a:cxnLst/>
              <a:rect l="l" t="t" r="r" b="b"/>
              <a:pathLst>
                <a:path w="1393190" h="43179">
                  <a:moveTo>
                    <a:pt x="1392941" y="0"/>
                  </a:moveTo>
                  <a:lnTo>
                    <a:pt x="0" y="0"/>
                  </a:lnTo>
                  <a:lnTo>
                    <a:pt x="0" y="42836"/>
                  </a:lnTo>
                  <a:lnTo>
                    <a:pt x="1392941" y="42836"/>
                  </a:lnTo>
                  <a:lnTo>
                    <a:pt x="13929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0435588" y="4818827"/>
              <a:ext cx="157480" cy="345440"/>
            </a:xfrm>
            <a:custGeom>
              <a:avLst/>
              <a:gdLst/>
              <a:ahLst/>
              <a:cxnLst/>
              <a:rect l="l" t="t" r="r" b="b"/>
              <a:pathLst>
                <a:path w="157479" h="345439">
                  <a:moveTo>
                    <a:pt x="157272" y="0"/>
                  </a:moveTo>
                  <a:lnTo>
                    <a:pt x="0" y="0"/>
                  </a:lnTo>
                  <a:lnTo>
                    <a:pt x="0" y="345162"/>
                  </a:lnTo>
                  <a:lnTo>
                    <a:pt x="157272" y="345162"/>
                  </a:lnTo>
                  <a:lnTo>
                    <a:pt x="157272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0160486" y="4818827"/>
              <a:ext cx="157480" cy="345440"/>
            </a:xfrm>
            <a:custGeom>
              <a:avLst/>
              <a:gdLst/>
              <a:ahLst/>
              <a:cxnLst/>
              <a:rect l="l" t="t" r="r" b="b"/>
              <a:pathLst>
                <a:path w="157479" h="345439">
                  <a:moveTo>
                    <a:pt x="157272" y="0"/>
                  </a:moveTo>
                  <a:lnTo>
                    <a:pt x="0" y="0"/>
                  </a:lnTo>
                  <a:lnTo>
                    <a:pt x="0" y="345162"/>
                  </a:lnTo>
                  <a:lnTo>
                    <a:pt x="157272" y="345162"/>
                  </a:lnTo>
                  <a:lnTo>
                    <a:pt x="1572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9885374" y="4818827"/>
              <a:ext cx="157480" cy="345440"/>
            </a:xfrm>
            <a:custGeom>
              <a:avLst/>
              <a:gdLst/>
              <a:ahLst/>
              <a:cxnLst/>
              <a:rect l="l" t="t" r="r" b="b"/>
              <a:pathLst>
                <a:path w="157479" h="345439">
                  <a:moveTo>
                    <a:pt x="157272" y="0"/>
                  </a:moveTo>
                  <a:lnTo>
                    <a:pt x="0" y="0"/>
                  </a:lnTo>
                  <a:lnTo>
                    <a:pt x="0" y="345162"/>
                  </a:lnTo>
                  <a:lnTo>
                    <a:pt x="157272" y="345162"/>
                  </a:lnTo>
                  <a:lnTo>
                    <a:pt x="157272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9610261" y="4818827"/>
              <a:ext cx="157480" cy="345440"/>
            </a:xfrm>
            <a:custGeom>
              <a:avLst/>
              <a:gdLst/>
              <a:ahLst/>
              <a:cxnLst/>
              <a:rect l="l" t="t" r="r" b="b"/>
              <a:pathLst>
                <a:path w="157479" h="345439">
                  <a:moveTo>
                    <a:pt x="157272" y="0"/>
                  </a:moveTo>
                  <a:lnTo>
                    <a:pt x="0" y="0"/>
                  </a:lnTo>
                  <a:lnTo>
                    <a:pt x="0" y="345162"/>
                  </a:lnTo>
                  <a:lnTo>
                    <a:pt x="157272" y="345162"/>
                  </a:lnTo>
                  <a:lnTo>
                    <a:pt x="157272" y="0"/>
                  </a:lnTo>
                  <a:close/>
                </a:path>
              </a:pathLst>
            </a:custGeom>
            <a:solidFill>
              <a:srgbClr val="EBE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9335147" y="4818830"/>
              <a:ext cx="1257935" cy="786765"/>
            </a:xfrm>
            <a:custGeom>
              <a:avLst/>
              <a:gdLst/>
              <a:ahLst/>
              <a:cxnLst/>
              <a:rect l="l" t="t" r="r" b="b"/>
              <a:pathLst>
                <a:path w="1257934" h="786764">
                  <a:moveTo>
                    <a:pt x="157264" y="0"/>
                  </a:moveTo>
                  <a:lnTo>
                    <a:pt x="0" y="0"/>
                  </a:lnTo>
                  <a:lnTo>
                    <a:pt x="0" y="345160"/>
                  </a:lnTo>
                  <a:lnTo>
                    <a:pt x="157264" y="345160"/>
                  </a:lnTo>
                  <a:lnTo>
                    <a:pt x="157264" y="0"/>
                  </a:lnTo>
                  <a:close/>
                </a:path>
                <a:path w="1257934" h="786764">
                  <a:moveTo>
                    <a:pt x="432384" y="441223"/>
                  </a:moveTo>
                  <a:lnTo>
                    <a:pt x="275107" y="441223"/>
                  </a:lnTo>
                  <a:lnTo>
                    <a:pt x="275107" y="786384"/>
                  </a:lnTo>
                  <a:lnTo>
                    <a:pt x="432384" y="786384"/>
                  </a:lnTo>
                  <a:lnTo>
                    <a:pt x="432384" y="441223"/>
                  </a:lnTo>
                  <a:close/>
                </a:path>
                <a:path w="1257934" h="786764">
                  <a:moveTo>
                    <a:pt x="707491" y="441223"/>
                  </a:moveTo>
                  <a:lnTo>
                    <a:pt x="550214" y="441223"/>
                  </a:lnTo>
                  <a:lnTo>
                    <a:pt x="550214" y="786384"/>
                  </a:lnTo>
                  <a:lnTo>
                    <a:pt x="707491" y="786384"/>
                  </a:lnTo>
                  <a:lnTo>
                    <a:pt x="707491" y="441223"/>
                  </a:lnTo>
                  <a:close/>
                </a:path>
                <a:path w="1257934" h="786764">
                  <a:moveTo>
                    <a:pt x="982611" y="441223"/>
                  </a:moveTo>
                  <a:lnTo>
                    <a:pt x="825334" y="441223"/>
                  </a:lnTo>
                  <a:lnTo>
                    <a:pt x="825334" y="786384"/>
                  </a:lnTo>
                  <a:lnTo>
                    <a:pt x="982611" y="786384"/>
                  </a:lnTo>
                  <a:lnTo>
                    <a:pt x="982611" y="441223"/>
                  </a:lnTo>
                  <a:close/>
                </a:path>
                <a:path w="1257934" h="786764">
                  <a:moveTo>
                    <a:pt x="1257706" y="441223"/>
                  </a:moveTo>
                  <a:lnTo>
                    <a:pt x="1100429" y="441223"/>
                  </a:lnTo>
                  <a:lnTo>
                    <a:pt x="1100429" y="786384"/>
                  </a:lnTo>
                  <a:lnTo>
                    <a:pt x="1257706" y="786384"/>
                  </a:lnTo>
                  <a:lnTo>
                    <a:pt x="1257706" y="441223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9335150" y="5260049"/>
              <a:ext cx="157480" cy="345440"/>
            </a:xfrm>
            <a:custGeom>
              <a:avLst/>
              <a:gdLst/>
              <a:ahLst/>
              <a:cxnLst/>
              <a:rect l="l" t="t" r="r" b="b"/>
              <a:pathLst>
                <a:path w="157479" h="345439">
                  <a:moveTo>
                    <a:pt x="157272" y="0"/>
                  </a:moveTo>
                  <a:lnTo>
                    <a:pt x="0" y="0"/>
                  </a:lnTo>
                  <a:lnTo>
                    <a:pt x="0" y="345162"/>
                  </a:lnTo>
                  <a:lnTo>
                    <a:pt x="157272" y="345162"/>
                  </a:lnTo>
                  <a:lnTo>
                    <a:pt x="157272" y="0"/>
                  </a:lnTo>
                  <a:close/>
                </a:path>
              </a:pathLst>
            </a:custGeom>
            <a:solidFill>
              <a:srgbClr val="EBE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10435588" y="5701260"/>
              <a:ext cx="157480" cy="345440"/>
            </a:xfrm>
            <a:custGeom>
              <a:avLst/>
              <a:gdLst/>
              <a:ahLst/>
              <a:cxnLst/>
              <a:rect l="l" t="t" r="r" b="b"/>
              <a:pathLst>
                <a:path w="157479" h="345439">
                  <a:moveTo>
                    <a:pt x="157272" y="0"/>
                  </a:moveTo>
                  <a:lnTo>
                    <a:pt x="0" y="0"/>
                  </a:lnTo>
                  <a:lnTo>
                    <a:pt x="0" y="345162"/>
                  </a:lnTo>
                  <a:lnTo>
                    <a:pt x="157272" y="345162"/>
                  </a:lnTo>
                  <a:lnTo>
                    <a:pt x="157272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10160486" y="5701260"/>
              <a:ext cx="157480" cy="345440"/>
            </a:xfrm>
            <a:custGeom>
              <a:avLst/>
              <a:gdLst/>
              <a:ahLst/>
              <a:cxnLst/>
              <a:rect l="l" t="t" r="r" b="b"/>
              <a:pathLst>
                <a:path w="157479" h="345439">
                  <a:moveTo>
                    <a:pt x="157272" y="0"/>
                  </a:moveTo>
                  <a:lnTo>
                    <a:pt x="0" y="0"/>
                  </a:lnTo>
                  <a:lnTo>
                    <a:pt x="0" y="345162"/>
                  </a:lnTo>
                  <a:lnTo>
                    <a:pt x="157272" y="345162"/>
                  </a:lnTo>
                  <a:lnTo>
                    <a:pt x="157272" y="0"/>
                  </a:lnTo>
                  <a:close/>
                </a:path>
              </a:pathLst>
            </a:custGeom>
            <a:solidFill>
              <a:srgbClr val="EBE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9610255" y="5701264"/>
              <a:ext cx="432434" cy="345440"/>
            </a:xfrm>
            <a:custGeom>
              <a:avLst/>
              <a:gdLst/>
              <a:ahLst/>
              <a:cxnLst/>
              <a:rect l="l" t="t" r="r" b="b"/>
              <a:pathLst>
                <a:path w="432434" h="345439">
                  <a:moveTo>
                    <a:pt x="157276" y="0"/>
                  </a:moveTo>
                  <a:lnTo>
                    <a:pt x="0" y="0"/>
                  </a:lnTo>
                  <a:lnTo>
                    <a:pt x="0" y="345160"/>
                  </a:lnTo>
                  <a:lnTo>
                    <a:pt x="157276" y="345160"/>
                  </a:lnTo>
                  <a:lnTo>
                    <a:pt x="157276" y="0"/>
                  </a:lnTo>
                  <a:close/>
                </a:path>
                <a:path w="432434" h="345439">
                  <a:moveTo>
                    <a:pt x="432384" y="0"/>
                  </a:moveTo>
                  <a:lnTo>
                    <a:pt x="275107" y="0"/>
                  </a:lnTo>
                  <a:lnTo>
                    <a:pt x="275107" y="345160"/>
                  </a:lnTo>
                  <a:lnTo>
                    <a:pt x="432384" y="345160"/>
                  </a:lnTo>
                  <a:lnTo>
                    <a:pt x="4323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9335150" y="5701260"/>
              <a:ext cx="157480" cy="345440"/>
            </a:xfrm>
            <a:custGeom>
              <a:avLst/>
              <a:gdLst/>
              <a:ahLst/>
              <a:cxnLst/>
              <a:rect l="l" t="t" r="r" b="b"/>
              <a:pathLst>
                <a:path w="157479" h="345439">
                  <a:moveTo>
                    <a:pt x="157272" y="0"/>
                  </a:moveTo>
                  <a:lnTo>
                    <a:pt x="0" y="0"/>
                  </a:lnTo>
                  <a:lnTo>
                    <a:pt x="0" y="345162"/>
                  </a:lnTo>
                  <a:lnTo>
                    <a:pt x="157272" y="345162"/>
                  </a:lnTo>
                  <a:lnTo>
                    <a:pt x="157272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10435588" y="6142483"/>
              <a:ext cx="157480" cy="345440"/>
            </a:xfrm>
            <a:custGeom>
              <a:avLst/>
              <a:gdLst/>
              <a:ahLst/>
              <a:cxnLst/>
              <a:rect l="l" t="t" r="r" b="b"/>
              <a:pathLst>
                <a:path w="157479" h="345439">
                  <a:moveTo>
                    <a:pt x="157272" y="0"/>
                  </a:moveTo>
                  <a:lnTo>
                    <a:pt x="0" y="0"/>
                  </a:lnTo>
                  <a:lnTo>
                    <a:pt x="0" y="345162"/>
                  </a:lnTo>
                  <a:lnTo>
                    <a:pt x="157272" y="345162"/>
                  </a:lnTo>
                  <a:lnTo>
                    <a:pt x="1572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9610255" y="6142488"/>
              <a:ext cx="708025" cy="345440"/>
            </a:xfrm>
            <a:custGeom>
              <a:avLst/>
              <a:gdLst/>
              <a:ahLst/>
              <a:cxnLst/>
              <a:rect l="l" t="t" r="r" b="b"/>
              <a:pathLst>
                <a:path w="708025" h="345439">
                  <a:moveTo>
                    <a:pt x="157276" y="0"/>
                  </a:moveTo>
                  <a:lnTo>
                    <a:pt x="0" y="0"/>
                  </a:lnTo>
                  <a:lnTo>
                    <a:pt x="0" y="345160"/>
                  </a:lnTo>
                  <a:lnTo>
                    <a:pt x="157276" y="345160"/>
                  </a:lnTo>
                  <a:lnTo>
                    <a:pt x="157276" y="0"/>
                  </a:lnTo>
                  <a:close/>
                </a:path>
                <a:path w="708025" h="345439">
                  <a:moveTo>
                    <a:pt x="432384" y="0"/>
                  </a:moveTo>
                  <a:lnTo>
                    <a:pt x="275107" y="0"/>
                  </a:lnTo>
                  <a:lnTo>
                    <a:pt x="275107" y="345160"/>
                  </a:lnTo>
                  <a:lnTo>
                    <a:pt x="432384" y="345160"/>
                  </a:lnTo>
                  <a:lnTo>
                    <a:pt x="432384" y="0"/>
                  </a:lnTo>
                  <a:close/>
                </a:path>
                <a:path w="708025" h="345439">
                  <a:moveTo>
                    <a:pt x="707504" y="0"/>
                  </a:moveTo>
                  <a:lnTo>
                    <a:pt x="550227" y="0"/>
                  </a:lnTo>
                  <a:lnTo>
                    <a:pt x="550227" y="345160"/>
                  </a:lnTo>
                  <a:lnTo>
                    <a:pt x="707504" y="345160"/>
                  </a:lnTo>
                  <a:lnTo>
                    <a:pt x="707504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9335147" y="6142488"/>
              <a:ext cx="1257935" cy="786765"/>
            </a:xfrm>
            <a:custGeom>
              <a:avLst/>
              <a:gdLst/>
              <a:ahLst/>
              <a:cxnLst/>
              <a:rect l="l" t="t" r="r" b="b"/>
              <a:pathLst>
                <a:path w="1257934" h="786765">
                  <a:moveTo>
                    <a:pt x="157264" y="0"/>
                  </a:moveTo>
                  <a:lnTo>
                    <a:pt x="0" y="0"/>
                  </a:lnTo>
                  <a:lnTo>
                    <a:pt x="0" y="345160"/>
                  </a:lnTo>
                  <a:lnTo>
                    <a:pt x="157264" y="345160"/>
                  </a:lnTo>
                  <a:lnTo>
                    <a:pt x="157264" y="0"/>
                  </a:lnTo>
                  <a:close/>
                </a:path>
                <a:path w="1257934" h="786765">
                  <a:moveTo>
                    <a:pt x="1257706" y="441223"/>
                  </a:moveTo>
                  <a:lnTo>
                    <a:pt x="1100429" y="441223"/>
                  </a:lnTo>
                  <a:lnTo>
                    <a:pt x="1100429" y="786384"/>
                  </a:lnTo>
                  <a:lnTo>
                    <a:pt x="1257706" y="786384"/>
                  </a:lnTo>
                  <a:lnTo>
                    <a:pt x="1257706" y="441223"/>
                  </a:lnTo>
                  <a:close/>
                </a:path>
              </a:pathLst>
            </a:custGeom>
            <a:solidFill>
              <a:srgbClr val="EBE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9885363" y="6583711"/>
              <a:ext cx="432434" cy="345440"/>
            </a:xfrm>
            <a:custGeom>
              <a:avLst/>
              <a:gdLst/>
              <a:ahLst/>
              <a:cxnLst/>
              <a:rect l="l" t="t" r="r" b="b"/>
              <a:pathLst>
                <a:path w="432434" h="345440">
                  <a:moveTo>
                    <a:pt x="157276" y="0"/>
                  </a:moveTo>
                  <a:lnTo>
                    <a:pt x="0" y="0"/>
                  </a:lnTo>
                  <a:lnTo>
                    <a:pt x="0" y="345160"/>
                  </a:lnTo>
                  <a:lnTo>
                    <a:pt x="157276" y="345160"/>
                  </a:lnTo>
                  <a:lnTo>
                    <a:pt x="157276" y="0"/>
                  </a:lnTo>
                  <a:close/>
                </a:path>
                <a:path w="432434" h="345440">
                  <a:moveTo>
                    <a:pt x="432396" y="0"/>
                  </a:moveTo>
                  <a:lnTo>
                    <a:pt x="275120" y="0"/>
                  </a:lnTo>
                  <a:lnTo>
                    <a:pt x="275120" y="345160"/>
                  </a:lnTo>
                  <a:lnTo>
                    <a:pt x="432396" y="345160"/>
                  </a:lnTo>
                  <a:lnTo>
                    <a:pt x="432396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9610261" y="6583705"/>
              <a:ext cx="157480" cy="345440"/>
            </a:xfrm>
            <a:custGeom>
              <a:avLst/>
              <a:gdLst/>
              <a:ahLst/>
              <a:cxnLst/>
              <a:rect l="l" t="t" r="r" b="b"/>
              <a:pathLst>
                <a:path w="157479" h="345440">
                  <a:moveTo>
                    <a:pt x="157272" y="0"/>
                  </a:moveTo>
                  <a:lnTo>
                    <a:pt x="0" y="0"/>
                  </a:lnTo>
                  <a:lnTo>
                    <a:pt x="0" y="345162"/>
                  </a:lnTo>
                  <a:lnTo>
                    <a:pt x="157272" y="345162"/>
                  </a:lnTo>
                  <a:lnTo>
                    <a:pt x="1572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9335150" y="6583705"/>
              <a:ext cx="157480" cy="345440"/>
            </a:xfrm>
            <a:custGeom>
              <a:avLst/>
              <a:gdLst/>
              <a:ahLst/>
              <a:cxnLst/>
              <a:rect l="l" t="t" r="r" b="b"/>
              <a:pathLst>
                <a:path w="157479" h="345440">
                  <a:moveTo>
                    <a:pt x="157272" y="0"/>
                  </a:moveTo>
                  <a:lnTo>
                    <a:pt x="0" y="0"/>
                  </a:lnTo>
                  <a:lnTo>
                    <a:pt x="0" y="345162"/>
                  </a:lnTo>
                  <a:lnTo>
                    <a:pt x="157272" y="345162"/>
                  </a:lnTo>
                  <a:lnTo>
                    <a:pt x="157272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10435588" y="7024916"/>
              <a:ext cx="157480" cy="345440"/>
            </a:xfrm>
            <a:custGeom>
              <a:avLst/>
              <a:gdLst/>
              <a:ahLst/>
              <a:cxnLst/>
              <a:rect l="l" t="t" r="r" b="b"/>
              <a:pathLst>
                <a:path w="157479" h="345440">
                  <a:moveTo>
                    <a:pt x="157272" y="0"/>
                  </a:moveTo>
                  <a:lnTo>
                    <a:pt x="0" y="0"/>
                  </a:lnTo>
                  <a:lnTo>
                    <a:pt x="0" y="345162"/>
                  </a:lnTo>
                  <a:lnTo>
                    <a:pt x="157272" y="345162"/>
                  </a:lnTo>
                  <a:lnTo>
                    <a:pt x="157272" y="0"/>
                  </a:lnTo>
                  <a:close/>
                </a:path>
              </a:pathLst>
            </a:custGeom>
            <a:solidFill>
              <a:srgbClr val="EBE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10160486" y="7024916"/>
              <a:ext cx="157480" cy="345440"/>
            </a:xfrm>
            <a:custGeom>
              <a:avLst/>
              <a:gdLst/>
              <a:ahLst/>
              <a:cxnLst/>
              <a:rect l="l" t="t" r="r" b="b"/>
              <a:pathLst>
                <a:path w="157479" h="345440">
                  <a:moveTo>
                    <a:pt x="157272" y="0"/>
                  </a:moveTo>
                  <a:lnTo>
                    <a:pt x="0" y="0"/>
                  </a:lnTo>
                  <a:lnTo>
                    <a:pt x="0" y="345162"/>
                  </a:lnTo>
                  <a:lnTo>
                    <a:pt x="157272" y="345162"/>
                  </a:lnTo>
                  <a:lnTo>
                    <a:pt x="1572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9610255" y="7024922"/>
              <a:ext cx="432434" cy="345440"/>
            </a:xfrm>
            <a:custGeom>
              <a:avLst/>
              <a:gdLst/>
              <a:ahLst/>
              <a:cxnLst/>
              <a:rect l="l" t="t" r="r" b="b"/>
              <a:pathLst>
                <a:path w="432434" h="345440">
                  <a:moveTo>
                    <a:pt x="157276" y="0"/>
                  </a:moveTo>
                  <a:lnTo>
                    <a:pt x="0" y="0"/>
                  </a:lnTo>
                  <a:lnTo>
                    <a:pt x="0" y="345160"/>
                  </a:lnTo>
                  <a:lnTo>
                    <a:pt x="157276" y="345160"/>
                  </a:lnTo>
                  <a:lnTo>
                    <a:pt x="157276" y="0"/>
                  </a:lnTo>
                  <a:close/>
                </a:path>
                <a:path w="432434" h="345440">
                  <a:moveTo>
                    <a:pt x="432384" y="0"/>
                  </a:moveTo>
                  <a:lnTo>
                    <a:pt x="275107" y="0"/>
                  </a:lnTo>
                  <a:lnTo>
                    <a:pt x="275107" y="345160"/>
                  </a:lnTo>
                  <a:lnTo>
                    <a:pt x="432384" y="345160"/>
                  </a:lnTo>
                  <a:lnTo>
                    <a:pt x="432384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9335150" y="7024916"/>
              <a:ext cx="157480" cy="345440"/>
            </a:xfrm>
            <a:custGeom>
              <a:avLst/>
              <a:gdLst/>
              <a:ahLst/>
              <a:cxnLst/>
              <a:rect l="l" t="t" r="r" b="b"/>
              <a:pathLst>
                <a:path w="157479" h="345440">
                  <a:moveTo>
                    <a:pt x="157272" y="0"/>
                  </a:moveTo>
                  <a:lnTo>
                    <a:pt x="0" y="0"/>
                  </a:lnTo>
                  <a:lnTo>
                    <a:pt x="0" y="345162"/>
                  </a:lnTo>
                  <a:lnTo>
                    <a:pt x="157272" y="345162"/>
                  </a:lnTo>
                  <a:lnTo>
                    <a:pt x="1572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10435588" y="7466139"/>
              <a:ext cx="157480" cy="345440"/>
            </a:xfrm>
            <a:custGeom>
              <a:avLst/>
              <a:gdLst/>
              <a:ahLst/>
              <a:cxnLst/>
              <a:rect l="l" t="t" r="r" b="b"/>
              <a:pathLst>
                <a:path w="157479" h="345440">
                  <a:moveTo>
                    <a:pt x="157272" y="0"/>
                  </a:moveTo>
                  <a:lnTo>
                    <a:pt x="0" y="0"/>
                  </a:lnTo>
                  <a:lnTo>
                    <a:pt x="0" y="345162"/>
                  </a:lnTo>
                  <a:lnTo>
                    <a:pt x="157272" y="345162"/>
                  </a:lnTo>
                  <a:lnTo>
                    <a:pt x="157272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10160486" y="7466139"/>
              <a:ext cx="157480" cy="345440"/>
            </a:xfrm>
            <a:custGeom>
              <a:avLst/>
              <a:gdLst/>
              <a:ahLst/>
              <a:cxnLst/>
              <a:rect l="l" t="t" r="r" b="b"/>
              <a:pathLst>
                <a:path w="157479" h="345440">
                  <a:moveTo>
                    <a:pt x="157272" y="0"/>
                  </a:moveTo>
                  <a:lnTo>
                    <a:pt x="0" y="0"/>
                  </a:lnTo>
                  <a:lnTo>
                    <a:pt x="0" y="345162"/>
                  </a:lnTo>
                  <a:lnTo>
                    <a:pt x="157272" y="345162"/>
                  </a:lnTo>
                  <a:lnTo>
                    <a:pt x="157272" y="0"/>
                  </a:lnTo>
                  <a:close/>
                </a:path>
              </a:pathLst>
            </a:custGeom>
            <a:solidFill>
              <a:srgbClr val="EBE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9610255" y="7466145"/>
              <a:ext cx="432434" cy="345440"/>
            </a:xfrm>
            <a:custGeom>
              <a:avLst/>
              <a:gdLst/>
              <a:ahLst/>
              <a:cxnLst/>
              <a:rect l="l" t="t" r="r" b="b"/>
              <a:pathLst>
                <a:path w="432434" h="345440">
                  <a:moveTo>
                    <a:pt x="157276" y="0"/>
                  </a:moveTo>
                  <a:lnTo>
                    <a:pt x="0" y="0"/>
                  </a:lnTo>
                  <a:lnTo>
                    <a:pt x="0" y="345160"/>
                  </a:lnTo>
                  <a:lnTo>
                    <a:pt x="157276" y="345160"/>
                  </a:lnTo>
                  <a:lnTo>
                    <a:pt x="157276" y="0"/>
                  </a:lnTo>
                  <a:close/>
                </a:path>
                <a:path w="432434" h="345440">
                  <a:moveTo>
                    <a:pt x="432384" y="0"/>
                  </a:moveTo>
                  <a:lnTo>
                    <a:pt x="275107" y="0"/>
                  </a:lnTo>
                  <a:lnTo>
                    <a:pt x="275107" y="345160"/>
                  </a:lnTo>
                  <a:lnTo>
                    <a:pt x="432384" y="345160"/>
                  </a:lnTo>
                  <a:lnTo>
                    <a:pt x="4323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9335150" y="7466139"/>
              <a:ext cx="157480" cy="345440"/>
            </a:xfrm>
            <a:custGeom>
              <a:avLst/>
              <a:gdLst/>
              <a:ahLst/>
              <a:cxnLst/>
              <a:rect l="l" t="t" r="r" b="b"/>
              <a:pathLst>
                <a:path w="157479" h="345440">
                  <a:moveTo>
                    <a:pt x="157272" y="0"/>
                  </a:moveTo>
                  <a:lnTo>
                    <a:pt x="0" y="0"/>
                  </a:lnTo>
                  <a:lnTo>
                    <a:pt x="0" y="345162"/>
                  </a:lnTo>
                  <a:lnTo>
                    <a:pt x="157272" y="345162"/>
                  </a:lnTo>
                  <a:lnTo>
                    <a:pt x="157272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12815798" y="5905160"/>
              <a:ext cx="845819" cy="2537460"/>
            </a:xfrm>
            <a:custGeom>
              <a:avLst/>
              <a:gdLst/>
              <a:ahLst/>
              <a:cxnLst/>
              <a:rect l="l" t="t" r="r" b="b"/>
              <a:pathLst>
                <a:path w="845819" h="2537459">
                  <a:moveTo>
                    <a:pt x="0" y="2537284"/>
                  </a:moveTo>
                  <a:lnTo>
                    <a:pt x="845461" y="2537284"/>
                  </a:lnTo>
                  <a:lnTo>
                    <a:pt x="845461" y="0"/>
                  </a:lnTo>
                  <a:lnTo>
                    <a:pt x="0" y="0"/>
                  </a:lnTo>
                  <a:lnTo>
                    <a:pt x="0" y="2537284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12815798" y="5954059"/>
              <a:ext cx="734060" cy="28575"/>
            </a:xfrm>
            <a:custGeom>
              <a:avLst/>
              <a:gdLst/>
              <a:ahLst/>
              <a:cxnLst/>
              <a:rect l="l" t="t" r="r" b="b"/>
              <a:pathLst>
                <a:path w="734059" h="28575">
                  <a:moveTo>
                    <a:pt x="0" y="28177"/>
                  </a:moveTo>
                  <a:lnTo>
                    <a:pt x="733715" y="28177"/>
                  </a:lnTo>
                  <a:lnTo>
                    <a:pt x="733715" y="0"/>
                  </a:lnTo>
                  <a:lnTo>
                    <a:pt x="0" y="0"/>
                  </a:lnTo>
                  <a:lnTo>
                    <a:pt x="0" y="281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13337908" y="6058380"/>
              <a:ext cx="148590" cy="227329"/>
            </a:xfrm>
            <a:custGeom>
              <a:avLst/>
              <a:gdLst/>
              <a:ahLst/>
              <a:cxnLst/>
              <a:rect l="l" t="t" r="r" b="b"/>
              <a:pathLst>
                <a:path w="148590" h="227329">
                  <a:moveTo>
                    <a:pt x="147995" y="0"/>
                  </a:moveTo>
                  <a:lnTo>
                    <a:pt x="0" y="0"/>
                  </a:lnTo>
                  <a:lnTo>
                    <a:pt x="0" y="227092"/>
                  </a:lnTo>
                  <a:lnTo>
                    <a:pt x="147995" y="227092"/>
                  </a:lnTo>
                  <a:lnTo>
                    <a:pt x="147995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13079026" y="6058380"/>
              <a:ext cx="148590" cy="227329"/>
            </a:xfrm>
            <a:custGeom>
              <a:avLst/>
              <a:gdLst/>
              <a:ahLst/>
              <a:cxnLst/>
              <a:rect l="l" t="t" r="r" b="b"/>
              <a:pathLst>
                <a:path w="148590" h="227329">
                  <a:moveTo>
                    <a:pt x="147995" y="0"/>
                  </a:moveTo>
                  <a:lnTo>
                    <a:pt x="0" y="0"/>
                  </a:lnTo>
                  <a:lnTo>
                    <a:pt x="0" y="227092"/>
                  </a:lnTo>
                  <a:lnTo>
                    <a:pt x="147995" y="227092"/>
                  </a:lnTo>
                  <a:lnTo>
                    <a:pt x="1479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12820142" y="6058388"/>
              <a:ext cx="666115" cy="807720"/>
            </a:xfrm>
            <a:custGeom>
              <a:avLst/>
              <a:gdLst/>
              <a:ahLst/>
              <a:cxnLst/>
              <a:rect l="l" t="t" r="r" b="b"/>
              <a:pathLst>
                <a:path w="666115" h="807720">
                  <a:moveTo>
                    <a:pt x="148005" y="290283"/>
                  </a:moveTo>
                  <a:lnTo>
                    <a:pt x="0" y="290283"/>
                  </a:lnTo>
                  <a:lnTo>
                    <a:pt x="0" y="517372"/>
                  </a:lnTo>
                  <a:lnTo>
                    <a:pt x="148005" y="517372"/>
                  </a:lnTo>
                  <a:lnTo>
                    <a:pt x="148005" y="290283"/>
                  </a:lnTo>
                  <a:close/>
                </a:path>
                <a:path w="666115" h="807720">
                  <a:moveTo>
                    <a:pt x="148005" y="0"/>
                  </a:moveTo>
                  <a:lnTo>
                    <a:pt x="0" y="0"/>
                  </a:lnTo>
                  <a:lnTo>
                    <a:pt x="0" y="227088"/>
                  </a:lnTo>
                  <a:lnTo>
                    <a:pt x="148005" y="227088"/>
                  </a:lnTo>
                  <a:lnTo>
                    <a:pt x="148005" y="0"/>
                  </a:lnTo>
                  <a:close/>
                </a:path>
                <a:path w="666115" h="807720">
                  <a:moveTo>
                    <a:pt x="406869" y="290283"/>
                  </a:moveTo>
                  <a:lnTo>
                    <a:pt x="258876" y="290283"/>
                  </a:lnTo>
                  <a:lnTo>
                    <a:pt x="258876" y="517372"/>
                  </a:lnTo>
                  <a:lnTo>
                    <a:pt x="406869" y="517372"/>
                  </a:lnTo>
                  <a:lnTo>
                    <a:pt x="406869" y="290283"/>
                  </a:lnTo>
                  <a:close/>
                </a:path>
                <a:path w="666115" h="807720">
                  <a:moveTo>
                    <a:pt x="665759" y="580567"/>
                  </a:moveTo>
                  <a:lnTo>
                    <a:pt x="517766" y="580567"/>
                  </a:lnTo>
                  <a:lnTo>
                    <a:pt x="517766" y="807656"/>
                  </a:lnTo>
                  <a:lnTo>
                    <a:pt x="665759" y="807656"/>
                  </a:lnTo>
                  <a:lnTo>
                    <a:pt x="665759" y="580567"/>
                  </a:lnTo>
                  <a:close/>
                </a:path>
                <a:path w="666115" h="807720">
                  <a:moveTo>
                    <a:pt x="665759" y="290283"/>
                  </a:moveTo>
                  <a:lnTo>
                    <a:pt x="517766" y="290283"/>
                  </a:lnTo>
                  <a:lnTo>
                    <a:pt x="517766" y="517372"/>
                  </a:lnTo>
                  <a:lnTo>
                    <a:pt x="665759" y="517372"/>
                  </a:lnTo>
                  <a:lnTo>
                    <a:pt x="665759" y="290283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13079026" y="6638949"/>
              <a:ext cx="148590" cy="227329"/>
            </a:xfrm>
            <a:custGeom>
              <a:avLst/>
              <a:gdLst/>
              <a:ahLst/>
              <a:cxnLst/>
              <a:rect l="l" t="t" r="r" b="b"/>
              <a:pathLst>
                <a:path w="148590" h="227329">
                  <a:moveTo>
                    <a:pt x="147995" y="0"/>
                  </a:moveTo>
                  <a:lnTo>
                    <a:pt x="0" y="0"/>
                  </a:lnTo>
                  <a:lnTo>
                    <a:pt x="0" y="227092"/>
                  </a:lnTo>
                  <a:lnTo>
                    <a:pt x="147995" y="227092"/>
                  </a:lnTo>
                  <a:lnTo>
                    <a:pt x="147995" y="0"/>
                  </a:lnTo>
                  <a:close/>
                </a:path>
              </a:pathLst>
            </a:custGeom>
            <a:solidFill>
              <a:srgbClr val="EBE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12820142" y="6638956"/>
              <a:ext cx="666115" cy="517525"/>
            </a:xfrm>
            <a:custGeom>
              <a:avLst/>
              <a:gdLst/>
              <a:ahLst/>
              <a:cxnLst/>
              <a:rect l="l" t="t" r="r" b="b"/>
              <a:pathLst>
                <a:path w="666115" h="517525">
                  <a:moveTo>
                    <a:pt x="148005" y="0"/>
                  </a:moveTo>
                  <a:lnTo>
                    <a:pt x="0" y="0"/>
                  </a:lnTo>
                  <a:lnTo>
                    <a:pt x="0" y="227088"/>
                  </a:lnTo>
                  <a:lnTo>
                    <a:pt x="148005" y="227088"/>
                  </a:lnTo>
                  <a:lnTo>
                    <a:pt x="148005" y="0"/>
                  </a:lnTo>
                  <a:close/>
                </a:path>
                <a:path w="666115" h="517525">
                  <a:moveTo>
                    <a:pt x="665759" y="290296"/>
                  </a:moveTo>
                  <a:lnTo>
                    <a:pt x="517766" y="290296"/>
                  </a:lnTo>
                  <a:lnTo>
                    <a:pt x="517766" y="517385"/>
                  </a:lnTo>
                  <a:lnTo>
                    <a:pt x="665759" y="517385"/>
                  </a:lnTo>
                  <a:lnTo>
                    <a:pt x="665759" y="2902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12820142" y="6929253"/>
              <a:ext cx="407034" cy="227329"/>
            </a:xfrm>
            <a:custGeom>
              <a:avLst/>
              <a:gdLst/>
              <a:ahLst/>
              <a:cxnLst/>
              <a:rect l="l" t="t" r="r" b="b"/>
              <a:pathLst>
                <a:path w="407034" h="227329">
                  <a:moveTo>
                    <a:pt x="148005" y="0"/>
                  </a:moveTo>
                  <a:lnTo>
                    <a:pt x="0" y="0"/>
                  </a:lnTo>
                  <a:lnTo>
                    <a:pt x="0" y="227088"/>
                  </a:lnTo>
                  <a:lnTo>
                    <a:pt x="148005" y="227088"/>
                  </a:lnTo>
                  <a:lnTo>
                    <a:pt x="148005" y="0"/>
                  </a:lnTo>
                  <a:close/>
                </a:path>
                <a:path w="407034" h="227329">
                  <a:moveTo>
                    <a:pt x="406869" y="0"/>
                  </a:moveTo>
                  <a:lnTo>
                    <a:pt x="258876" y="0"/>
                  </a:lnTo>
                  <a:lnTo>
                    <a:pt x="258876" y="227088"/>
                  </a:lnTo>
                  <a:lnTo>
                    <a:pt x="406869" y="227088"/>
                  </a:lnTo>
                  <a:lnTo>
                    <a:pt x="406869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13337908" y="7219529"/>
              <a:ext cx="148590" cy="227329"/>
            </a:xfrm>
            <a:custGeom>
              <a:avLst/>
              <a:gdLst/>
              <a:ahLst/>
              <a:cxnLst/>
              <a:rect l="l" t="t" r="r" b="b"/>
              <a:pathLst>
                <a:path w="148590" h="227329">
                  <a:moveTo>
                    <a:pt x="147995" y="0"/>
                  </a:moveTo>
                  <a:lnTo>
                    <a:pt x="0" y="0"/>
                  </a:lnTo>
                  <a:lnTo>
                    <a:pt x="0" y="227092"/>
                  </a:lnTo>
                  <a:lnTo>
                    <a:pt x="147995" y="227092"/>
                  </a:lnTo>
                  <a:lnTo>
                    <a:pt x="147995" y="0"/>
                  </a:lnTo>
                  <a:close/>
                </a:path>
              </a:pathLst>
            </a:custGeom>
            <a:solidFill>
              <a:srgbClr val="EBE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12820142" y="7219537"/>
              <a:ext cx="407034" cy="227329"/>
            </a:xfrm>
            <a:custGeom>
              <a:avLst/>
              <a:gdLst/>
              <a:ahLst/>
              <a:cxnLst/>
              <a:rect l="l" t="t" r="r" b="b"/>
              <a:pathLst>
                <a:path w="407034" h="227329">
                  <a:moveTo>
                    <a:pt x="148005" y="0"/>
                  </a:moveTo>
                  <a:lnTo>
                    <a:pt x="0" y="0"/>
                  </a:lnTo>
                  <a:lnTo>
                    <a:pt x="0" y="227088"/>
                  </a:lnTo>
                  <a:lnTo>
                    <a:pt x="148005" y="227088"/>
                  </a:lnTo>
                  <a:lnTo>
                    <a:pt x="148005" y="0"/>
                  </a:lnTo>
                  <a:close/>
                </a:path>
                <a:path w="407034" h="227329">
                  <a:moveTo>
                    <a:pt x="406869" y="0"/>
                  </a:moveTo>
                  <a:lnTo>
                    <a:pt x="258876" y="0"/>
                  </a:lnTo>
                  <a:lnTo>
                    <a:pt x="258876" y="227088"/>
                  </a:lnTo>
                  <a:lnTo>
                    <a:pt x="406869" y="227088"/>
                  </a:lnTo>
                  <a:lnTo>
                    <a:pt x="406869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13337908" y="7509813"/>
              <a:ext cx="148590" cy="227329"/>
            </a:xfrm>
            <a:custGeom>
              <a:avLst/>
              <a:gdLst/>
              <a:ahLst/>
              <a:cxnLst/>
              <a:rect l="l" t="t" r="r" b="b"/>
              <a:pathLst>
                <a:path w="148590" h="227329">
                  <a:moveTo>
                    <a:pt x="147995" y="0"/>
                  </a:moveTo>
                  <a:lnTo>
                    <a:pt x="0" y="0"/>
                  </a:lnTo>
                  <a:lnTo>
                    <a:pt x="0" y="227092"/>
                  </a:lnTo>
                  <a:lnTo>
                    <a:pt x="147995" y="227092"/>
                  </a:lnTo>
                  <a:lnTo>
                    <a:pt x="147995" y="0"/>
                  </a:lnTo>
                  <a:close/>
                </a:path>
              </a:pathLst>
            </a:custGeom>
            <a:solidFill>
              <a:srgbClr val="EBE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13079026" y="7509813"/>
              <a:ext cx="148590" cy="227329"/>
            </a:xfrm>
            <a:custGeom>
              <a:avLst/>
              <a:gdLst/>
              <a:ahLst/>
              <a:cxnLst/>
              <a:rect l="l" t="t" r="r" b="b"/>
              <a:pathLst>
                <a:path w="148590" h="227329">
                  <a:moveTo>
                    <a:pt x="147995" y="0"/>
                  </a:moveTo>
                  <a:lnTo>
                    <a:pt x="0" y="0"/>
                  </a:lnTo>
                  <a:lnTo>
                    <a:pt x="0" y="227092"/>
                  </a:lnTo>
                  <a:lnTo>
                    <a:pt x="147995" y="227092"/>
                  </a:lnTo>
                  <a:lnTo>
                    <a:pt x="1479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12820142" y="7509821"/>
              <a:ext cx="666115" cy="517525"/>
            </a:xfrm>
            <a:custGeom>
              <a:avLst/>
              <a:gdLst/>
              <a:ahLst/>
              <a:cxnLst/>
              <a:rect l="l" t="t" r="r" b="b"/>
              <a:pathLst>
                <a:path w="666115" h="517525">
                  <a:moveTo>
                    <a:pt x="148005" y="0"/>
                  </a:moveTo>
                  <a:lnTo>
                    <a:pt x="0" y="0"/>
                  </a:lnTo>
                  <a:lnTo>
                    <a:pt x="0" y="227088"/>
                  </a:lnTo>
                  <a:lnTo>
                    <a:pt x="148005" y="227088"/>
                  </a:lnTo>
                  <a:lnTo>
                    <a:pt x="148005" y="0"/>
                  </a:lnTo>
                  <a:close/>
                </a:path>
                <a:path w="666115" h="517525">
                  <a:moveTo>
                    <a:pt x="665759" y="290296"/>
                  </a:moveTo>
                  <a:lnTo>
                    <a:pt x="517766" y="290296"/>
                  </a:lnTo>
                  <a:lnTo>
                    <a:pt x="517766" y="517385"/>
                  </a:lnTo>
                  <a:lnTo>
                    <a:pt x="665759" y="517385"/>
                  </a:lnTo>
                  <a:lnTo>
                    <a:pt x="665759" y="290296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13079026" y="7800107"/>
              <a:ext cx="148590" cy="227329"/>
            </a:xfrm>
            <a:custGeom>
              <a:avLst/>
              <a:gdLst/>
              <a:ahLst/>
              <a:cxnLst/>
              <a:rect l="l" t="t" r="r" b="b"/>
              <a:pathLst>
                <a:path w="148590" h="227329">
                  <a:moveTo>
                    <a:pt x="147995" y="0"/>
                  </a:moveTo>
                  <a:lnTo>
                    <a:pt x="0" y="0"/>
                  </a:lnTo>
                  <a:lnTo>
                    <a:pt x="0" y="227092"/>
                  </a:lnTo>
                  <a:lnTo>
                    <a:pt x="147995" y="227092"/>
                  </a:lnTo>
                  <a:lnTo>
                    <a:pt x="147995" y="0"/>
                  </a:lnTo>
                  <a:close/>
                </a:path>
              </a:pathLst>
            </a:custGeom>
            <a:solidFill>
              <a:srgbClr val="EBE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12820154" y="7800107"/>
              <a:ext cx="148590" cy="227329"/>
            </a:xfrm>
            <a:custGeom>
              <a:avLst/>
              <a:gdLst/>
              <a:ahLst/>
              <a:cxnLst/>
              <a:rect l="l" t="t" r="r" b="b"/>
              <a:pathLst>
                <a:path w="148590" h="227329">
                  <a:moveTo>
                    <a:pt x="147995" y="0"/>
                  </a:moveTo>
                  <a:lnTo>
                    <a:pt x="0" y="0"/>
                  </a:lnTo>
                  <a:lnTo>
                    <a:pt x="0" y="227092"/>
                  </a:lnTo>
                  <a:lnTo>
                    <a:pt x="147995" y="227092"/>
                  </a:lnTo>
                  <a:lnTo>
                    <a:pt x="1479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7214476" y="4887829"/>
              <a:ext cx="1953895" cy="3554729"/>
            </a:xfrm>
            <a:custGeom>
              <a:avLst/>
              <a:gdLst/>
              <a:ahLst/>
              <a:cxnLst/>
              <a:rect l="l" t="t" r="r" b="b"/>
              <a:pathLst>
                <a:path w="1953895" h="3554729">
                  <a:moveTo>
                    <a:pt x="1953539" y="103568"/>
                  </a:moveTo>
                  <a:lnTo>
                    <a:pt x="1748878" y="103568"/>
                  </a:lnTo>
                  <a:lnTo>
                    <a:pt x="1748878" y="0"/>
                  </a:lnTo>
                  <a:lnTo>
                    <a:pt x="1299641" y="0"/>
                  </a:lnTo>
                  <a:lnTo>
                    <a:pt x="1299641" y="103568"/>
                  </a:lnTo>
                  <a:lnTo>
                    <a:pt x="0" y="103568"/>
                  </a:lnTo>
                  <a:lnTo>
                    <a:pt x="0" y="3554615"/>
                  </a:lnTo>
                  <a:lnTo>
                    <a:pt x="1953539" y="3554615"/>
                  </a:lnTo>
                  <a:lnTo>
                    <a:pt x="1953539" y="103568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7378958" y="5104923"/>
              <a:ext cx="34290" cy="3224530"/>
            </a:xfrm>
            <a:custGeom>
              <a:avLst/>
              <a:gdLst/>
              <a:ahLst/>
              <a:cxnLst/>
              <a:rect l="l" t="t" r="r" b="b"/>
              <a:pathLst>
                <a:path w="34290" h="3224529">
                  <a:moveTo>
                    <a:pt x="33873" y="0"/>
                  </a:moveTo>
                  <a:lnTo>
                    <a:pt x="0" y="0"/>
                  </a:lnTo>
                  <a:lnTo>
                    <a:pt x="0" y="3223996"/>
                  </a:lnTo>
                  <a:lnTo>
                    <a:pt x="33873" y="3223996"/>
                  </a:lnTo>
                  <a:lnTo>
                    <a:pt x="33873" y="0"/>
                  </a:lnTo>
                  <a:close/>
                </a:path>
              </a:pathLst>
            </a:custGeom>
            <a:solidFill>
              <a:srgbClr val="D7DD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7583224" y="5240374"/>
              <a:ext cx="1409700" cy="155575"/>
            </a:xfrm>
            <a:custGeom>
              <a:avLst/>
              <a:gdLst/>
              <a:ahLst/>
              <a:cxnLst/>
              <a:rect l="l" t="t" r="r" b="b"/>
              <a:pathLst>
                <a:path w="1409700" h="155575">
                  <a:moveTo>
                    <a:pt x="1409527" y="0"/>
                  </a:moveTo>
                  <a:lnTo>
                    <a:pt x="0" y="0"/>
                  </a:lnTo>
                  <a:lnTo>
                    <a:pt x="0" y="155147"/>
                  </a:lnTo>
                  <a:lnTo>
                    <a:pt x="1409527" y="155147"/>
                  </a:lnTo>
                  <a:lnTo>
                    <a:pt x="1409527" y="0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7583224" y="5523046"/>
              <a:ext cx="1409700" cy="155575"/>
            </a:xfrm>
            <a:custGeom>
              <a:avLst/>
              <a:gdLst/>
              <a:ahLst/>
              <a:cxnLst/>
              <a:rect l="l" t="t" r="r" b="b"/>
              <a:pathLst>
                <a:path w="1409700" h="155575">
                  <a:moveTo>
                    <a:pt x="1409527" y="0"/>
                  </a:moveTo>
                  <a:lnTo>
                    <a:pt x="0" y="0"/>
                  </a:lnTo>
                  <a:lnTo>
                    <a:pt x="0" y="155147"/>
                  </a:lnTo>
                  <a:lnTo>
                    <a:pt x="1409527" y="155147"/>
                  </a:lnTo>
                  <a:lnTo>
                    <a:pt x="14095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7583224" y="5805728"/>
              <a:ext cx="1409700" cy="155575"/>
            </a:xfrm>
            <a:custGeom>
              <a:avLst/>
              <a:gdLst/>
              <a:ahLst/>
              <a:cxnLst/>
              <a:rect l="l" t="t" r="r" b="b"/>
              <a:pathLst>
                <a:path w="1409700" h="155575">
                  <a:moveTo>
                    <a:pt x="1409527" y="0"/>
                  </a:moveTo>
                  <a:lnTo>
                    <a:pt x="0" y="0"/>
                  </a:lnTo>
                  <a:lnTo>
                    <a:pt x="0" y="155147"/>
                  </a:lnTo>
                  <a:lnTo>
                    <a:pt x="1409527" y="155147"/>
                  </a:lnTo>
                  <a:lnTo>
                    <a:pt x="1409527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7583224" y="6088401"/>
              <a:ext cx="1409700" cy="155575"/>
            </a:xfrm>
            <a:custGeom>
              <a:avLst/>
              <a:gdLst/>
              <a:ahLst/>
              <a:cxnLst/>
              <a:rect l="l" t="t" r="r" b="b"/>
              <a:pathLst>
                <a:path w="1409700" h="155575">
                  <a:moveTo>
                    <a:pt x="1409527" y="0"/>
                  </a:moveTo>
                  <a:lnTo>
                    <a:pt x="0" y="0"/>
                  </a:lnTo>
                  <a:lnTo>
                    <a:pt x="0" y="155147"/>
                  </a:lnTo>
                  <a:lnTo>
                    <a:pt x="1409527" y="155147"/>
                  </a:lnTo>
                  <a:lnTo>
                    <a:pt x="14095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7583224" y="6371083"/>
              <a:ext cx="1409700" cy="155575"/>
            </a:xfrm>
            <a:custGeom>
              <a:avLst/>
              <a:gdLst/>
              <a:ahLst/>
              <a:cxnLst/>
              <a:rect l="l" t="t" r="r" b="b"/>
              <a:pathLst>
                <a:path w="1409700" h="155575">
                  <a:moveTo>
                    <a:pt x="1409527" y="0"/>
                  </a:moveTo>
                  <a:lnTo>
                    <a:pt x="0" y="0"/>
                  </a:lnTo>
                  <a:lnTo>
                    <a:pt x="0" y="155147"/>
                  </a:lnTo>
                  <a:lnTo>
                    <a:pt x="1409527" y="155147"/>
                  </a:lnTo>
                  <a:lnTo>
                    <a:pt x="1409527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7583224" y="6653755"/>
              <a:ext cx="1409700" cy="155575"/>
            </a:xfrm>
            <a:custGeom>
              <a:avLst/>
              <a:gdLst/>
              <a:ahLst/>
              <a:cxnLst/>
              <a:rect l="l" t="t" r="r" b="b"/>
              <a:pathLst>
                <a:path w="1409700" h="155575">
                  <a:moveTo>
                    <a:pt x="1409527" y="0"/>
                  </a:moveTo>
                  <a:lnTo>
                    <a:pt x="0" y="0"/>
                  </a:lnTo>
                  <a:lnTo>
                    <a:pt x="0" y="155147"/>
                  </a:lnTo>
                  <a:lnTo>
                    <a:pt x="1409527" y="155147"/>
                  </a:lnTo>
                  <a:lnTo>
                    <a:pt x="1409527" y="0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7583224" y="6936427"/>
              <a:ext cx="1409700" cy="155575"/>
            </a:xfrm>
            <a:custGeom>
              <a:avLst/>
              <a:gdLst/>
              <a:ahLst/>
              <a:cxnLst/>
              <a:rect l="l" t="t" r="r" b="b"/>
              <a:pathLst>
                <a:path w="1409700" h="155575">
                  <a:moveTo>
                    <a:pt x="1409527" y="0"/>
                  </a:moveTo>
                  <a:lnTo>
                    <a:pt x="0" y="0"/>
                  </a:lnTo>
                  <a:lnTo>
                    <a:pt x="0" y="155147"/>
                  </a:lnTo>
                  <a:lnTo>
                    <a:pt x="1409527" y="155147"/>
                  </a:lnTo>
                  <a:lnTo>
                    <a:pt x="14095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11879949" y="5425992"/>
              <a:ext cx="935990" cy="3016885"/>
            </a:xfrm>
            <a:custGeom>
              <a:avLst/>
              <a:gdLst/>
              <a:ahLst/>
              <a:cxnLst/>
              <a:rect l="l" t="t" r="r" b="b"/>
              <a:pathLst>
                <a:path w="935990" h="3016884">
                  <a:moveTo>
                    <a:pt x="935850" y="165303"/>
                  </a:moveTo>
                  <a:lnTo>
                    <a:pt x="818794" y="165303"/>
                  </a:lnTo>
                  <a:lnTo>
                    <a:pt x="818794" y="85966"/>
                  </a:lnTo>
                  <a:lnTo>
                    <a:pt x="701548" y="85966"/>
                  </a:lnTo>
                  <a:lnTo>
                    <a:pt x="701548" y="0"/>
                  </a:lnTo>
                  <a:lnTo>
                    <a:pt x="234289" y="0"/>
                  </a:lnTo>
                  <a:lnTo>
                    <a:pt x="234289" y="85966"/>
                  </a:lnTo>
                  <a:lnTo>
                    <a:pt x="117055" y="85966"/>
                  </a:lnTo>
                  <a:lnTo>
                    <a:pt x="117055" y="165303"/>
                  </a:lnTo>
                  <a:lnTo>
                    <a:pt x="0" y="165303"/>
                  </a:lnTo>
                  <a:lnTo>
                    <a:pt x="0" y="3016453"/>
                  </a:lnTo>
                  <a:lnTo>
                    <a:pt x="935850" y="3016453"/>
                  </a:lnTo>
                  <a:lnTo>
                    <a:pt x="935850" y="165303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11879949" y="5753194"/>
              <a:ext cx="935990" cy="541655"/>
            </a:xfrm>
            <a:custGeom>
              <a:avLst/>
              <a:gdLst/>
              <a:ahLst/>
              <a:cxnLst/>
              <a:rect l="l" t="t" r="r" b="b"/>
              <a:pathLst>
                <a:path w="935990" h="541654">
                  <a:moveTo>
                    <a:pt x="282397" y="348640"/>
                  </a:moveTo>
                  <a:lnTo>
                    <a:pt x="275678" y="315391"/>
                  </a:lnTo>
                  <a:lnTo>
                    <a:pt x="257365" y="288226"/>
                  </a:lnTo>
                  <a:lnTo>
                    <a:pt x="230212" y="269913"/>
                  </a:lnTo>
                  <a:lnTo>
                    <a:pt x="196964" y="263207"/>
                  </a:lnTo>
                  <a:lnTo>
                    <a:pt x="187159" y="263207"/>
                  </a:lnTo>
                  <a:lnTo>
                    <a:pt x="153911" y="269913"/>
                  </a:lnTo>
                  <a:lnTo>
                    <a:pt x="126746" y="288226"/>
                  </a:lnTo>
                  <a:lnTo>
                    <a:pt x="108445" y="315391"/>
                  </a:lnTo>
                  <a:lnTo>
                    <a:pt x="101727" y="348640"/>
                  </a:lnTo>
                  <a:lnTo>
                    <a:pt x="101727" y="541096"/>
                  </a:lnTo>
                  <a:lnTo>
                    <a:pt x="282397" y="541096"/>
                  </a:lnTo>
                  <a:lnTo>
                    <a:pt x="282397" y="348640"/>
                  </a:lnTo>
                  <a:close/>
                </a:path>
                <a:path w="935990" h="541654">
                  <a:moveTo>
                    <a:pt x="935850" y="70662"/>
                  </a:moveTo>
                  <a:lnTo>
                    <a:pt x="0" y="70662"/>
                  </a:lnTo>
                  <a:lnTo>
                    <a:pt x="0" y="105905"/>
                  </a:lnTo>
                  <a:lnTo>
                    <a:pt x="935850" y="105905"/>
                  </a:lnTo>
                  <a:lnTo>
                    <a:pt x="935850" y="70662"/>
                  </a:lnTo>
                  <a:close/>
                </a:path>
                <a:path w="935990" h="541654">
                  <a:moveTo>
                    <a:pt x="935850" y="0"/>
                  </a:moveTo>
                  <a:lnTo>
                    <a:pt x="0" y="0"/>
                  </a:lnTo>
                  <a:lnTo>
                    <a:pt x="0" y="35229"/>
                  </a:lnTo>
                  <a:lnTo>
                    <a:pt x="935850" y="35229"/>
                  </a:lnTo>
                  <a:lnTo>
                    <a:pt x="9358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11981676" y="6016402"/>
              <a:ext cx="467995" cy="675005"/>
            </a:xfrm>
            <a:custGeom>
              <a:avLst/>
              <a:gdLst/>
              <a:ahLst/>
              <a:cxnLst/>
              <a:rect l="l" t="t" r="r" b="b"/>
              <a:pathLst>
                <a:path w="467995" h="675004">
                  <a:moveTo>
                    <a:pt x="180670" y="482180"/>
                  </a:moveTo>
                  <a:lnTo>
                    <a:pt x="173951" y="448919"/>
                  </a:lnTo>
                  <a:lnTo>
                    <a:pt x="155638" y="421754"/>
                  </a:lnTo>
                  <a:lnTo>
                    <a:pt x="128485" y="403453"/>
                  </a:lnTo>
                  <a:lnTo>
                    <a:pt x="95237" y="396735"/>
                  </a:lnTo>
                  <a:lnTo>
                    <a:pt x="85432" y="396735"/>
                  </a:lnTo>
                  <a:lnTo>
                    <a:pt x="52184" y="403453"/>
                  </a:lnTo>
                  <a:lnTo>
                    <a:pt x="25019" y="421754"/>
                  </a:lnTo>
                  <a:lnTo>
                    <a:pt x="6718" y="448919"/>
                  </a:lnTo>
                  <a:lnTo>
                    <a:pt x="0" y="482180"/>
                  </a:lnTo>
                  <a:lnTo>
                    <a:pt x="0" y="674624"/>
                  </a:lnTo>
                  <a:lnTo>
                    <a:pt x="180670" y="674624"/>
                  </a:lnTo>
                  <a:lnTo>
                    <a:pt x="180670" y="482180"/>
                  </a:lnTo>
                  <a:close/>
                </a:path>
                <a:path w="467995" h="675004">
                  <a:moveTo>
                    <a:pt x="467918" y="90322"/>
                  </a:moveTo>
                  <a:lnTo>
                    <a:pt x="460819" y="55168"/>
                  </a:lnTo>
                  <a:lnTo>
                    <a:pt x="441464" y="26454"/>
                  </a:lnTo>
                  <a:lnTo>
                    <a:pt x="412750" y="7099"/>
                  </a:lnTo>
                  <a:lnTo>
                    <a:pt x="377583" y="0"/>
                  </a:lnTo>
                  <a:lnTo>
                    <a:pt x="342430" y="7099"/>
                  </a:lnTo>
                  <a:lnTo>
                    <a:pt x="313715" y="26454"/>
                  </a:lnTo>
                  <a:lnTo>
                    <a:pt x="294360" y="55168"/>
                  </a:lnTo>
                  <a:lnTo>
                    <a:pt x="287261" y="90322"/>
                  </a:lnTo>
                  <a:lnTo>
                    <a:pt x="287261" y="277888"/>
                  </a:lnTo>
                  <a:lnTo>
                    <a:pt x="467918" y="277888"/>
                  </a:lnTo>
                  <a:lnTo>
                    <a:pt x="467918" y="90322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12268937" y="6413131"/>
              <a:ext cx="180975" cy="278130"/>
            </a:xfrm>
            <a:custGeom>
              <a:avLst/>
              <a:gdLst/>
              <a:ahLst/>
              <a:cxnLst/>
              <a:rect l="l" t="t" r="r" b="b"/>
              <a:pathLst>
                <a:path w="180975" h="278129">
                  <a:moveTo>
                    <a:pt x="90332" y="0"/>
                  </a:moveTo>
                  <a:lnTo>
                    <a:pt x="55173" y="7099"/>
                  </a:lnTo>
                  <a:lnTo>
                    <a:pt x="26459" y="26459"/>
                  </a:lnTo>
                  <a:lnTo>
                    <a:pt x="7099" y="55173"/>
                  </a:lnTo>
                  <a:lnTo>
                    <a:pt x="0" y="90332"/>
                  </a:lnTo>
                  <a:lnTo>
                    <a:pt x="0" y="277886"/>
                  </a:lnTo>
                  <a:lnTo>
                    <a:pt x="180664" y="277886"/>
                  </a:lnTo>
                  <a:lnTo>
                    <a:pt x="180664" y="90332"/>
                  </a:lnTo>
                  <a:lnTo>
                    <a:pt x="173566" y="55173"/>
                  </a:lnTo>
                  <a:lnTo>
                    <a:pt x="154208" y="26459"/>
                  </a:lnTo>
                  <a:lnTo>
                    <a:pt x="125495" y="7099"/>
                  </a:lnTo>
                  <a:lnTo>
                    <a:pt x="90332" y="0"/>
                  </a:lnTo>
                  <a:close/>
                </a:path>
              </a:pathLst>
            </a:custGeom>
            <a:solidFill>
              <a:srgbClr val="EBE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11981683" y="6809869"/>
              <a:ext cx="180975" cy="278130"/>
            </a:xfrm>
            <a:custGeom>
              <a:avLst/>
              <a:gdLst/>
              <a:ahLst/>
              <a:cxnLst/>
              <a:rect l="l" t="t" r="r" b="b"/>
              <a:pathLst>
                <a:path w="180975" h="278129">
                  <a:moveTo>
                    <a:pt x="95232" y="0"/>
                  </a:moveTo>
                  <a:lnTo>
                    <a:pt x="85431" y="0"/>
                  </a:lnTo>
                  <a:lnTo>
                    <a:pt x="52178" y="6713"/>
                  </a:lnTo>
                  <a:lnTo>
                    <a:pt x="25022" y="25024"/>
                  </a:lnTo>
                  <a:lnTo>
                    <a:pt x="6713" y="52182"/>
                  </a:lnTo>
                  <a:lnTo>
                    <a:pt x="0" y="85442"/>
                  </a:lnTo>
                  <a:lnTo>
                    <a:pt x="0" y="277886"/>
                  </a:lnTo>
                  <a:lnTo>
                    <a:pt x="180664" y="277886"/>
                  </a:lnTo>
                  <a:lnTo>
                    <a:pt x="180664" y="85442"/>
                  </a:lnTo>
                  <a:lnTo>
                    <a:pt x="173950" y="52182"/>
                  </a:lnTo>
                  <a:lnTo>
                    <a:pt x="155641" y="25024"/>
                  </a:lnTo>
                  <a:lnTo>
                    <a:pt x="128486" y="6713"/>
                  </a:lnTo>
                  <a:lnTo>
                    <a:pt x="95232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12268937" y="6809869"/>
              <a:ext cx="180975" cy="278130"/>
            </a:xfrm>
            <a:custGeom>
              <a:avLst/>
              <a:gdLst/>
              <a:ahLst/>
              <a:cxnLst/>
              <a:rect l="l" t="t" r="r" b="b"/>
              <a:pathLst>
                <a:path w="180975" h="278129">
                  <a:moveTo>
                    <a:pt x="90332" y="0"/>
                  </a:moveTo>
                  <a:lnTo>
                    <a:pt x="55173" y="7099"/>
                  </a:lnTo>
                  <a:lnTo>
                    <a:pt x="26459" y="26459"/>
                  </a:lnTo>
                  <a:lnTo>
                    <a:pt x="7099" y="55173"/>
                  </a:lnTo>
                  <a:lnTo>
                    <a:pt x="0" y="90332"/>
                  </a:lnTo>
                  <a:lnTo>
                    <a:pt x="0" y="277886"/>
                  </a:lnTo>
                  <a:lnTo>
                    <a:pt x="180664" y="277886"/>
                  </a:lnTo>
                  <a:lnTo>
                    <a:pt x="180664" y="90332"/>
                  </a:lnTo>
                  <a:lnTo>
                    <a:pt x="173566" y="55173"/>
                  </a:lnTo>
                  <a:lnTo>
                    <a:pt x="154208" y="26459"/>
                  </a:lnTo>
                  <a:lnTo>
                    <a:pt x="125495" y="7099"/>
                  </a:lnTo>
                  <a:lnTo>
                    <a:pt x="903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11981683" y="7206608"/>
              <a:ext cx="180975" cy="278130"/>
            </a:xfrm>
            <a:custGeom>
              <a:avLst/>
              <a:gdLst/>
              <a:ahLst/>
              <a:cxnLst/>
              <a:rect l="l" t="t" r="r" b="b"/>
              <a:pathLst>
                <a:path w="180975" h="278129">
                  <a:moveTo>
                    <a:pt x="95232" y="0"/>
                  </a:moveTo>
                  <a:lnTo>
                    <a:pt x="85431" y="0"/>
                  </a:lnTo>
                  <a:lnTo>
                    <a:pt x="52178" y="6713"/>
                  </a:lnTo>
                  <a:lnTo>
                    <a:pt x="25022" y="25024"/>
                  </a:lnTo>
                  <a:lnTo>
                    <a:pt x="6713" y="52182"/>
                  </a:lnTo>
                  <a:lnTo>
                    <a:pt x="0" y="85442"/>
                  </a:lnTo>
                  <a:lnTo>
                    <a:pt x="0" y="277886"/>
                  </a:lnTo>
                  <a:lnTo>
                    <a:pt x="180664" y="277886"/>
                  </a:lnTo>
                  <a:lnTo>
                    <a:pt x="180664" y="85442"/>
                  </a:lnTo>
                  <a:lnTo>
                    <a:pt x="173950" y="52182"/>
                  </a:lnTo>
                  <a:lnTo>
                    <a:pt x="155641" y="25024"/>
                  </a:lnTo>
                  <a:lnTo>
                    <a:pt x="128486" y="6713"/>
                  </a:lnTo>
                  <a:lnTo>
                    <a:pt x="95232" y="0"/>
                  </a:lnTo>
                  <a:close/>
                </a:path>
              </a:pathLst>
            </a:custGeom>
            <a:solidFill>
              <a:srgbClr val="EBE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11981676" y="7206620"/>
              <a:ext cx="467995" cy="675005"/>
            </a:xfrm>
            <a:custGeom>
              <a:avLst/>
              <a:gdLst/>
              <a:ahLst/>
              <a:cxnLst/>
              <a:rect l="l" t="t" r="r" b="b"/>
              <a:pathLst>
                <a:path w="467995" h="675004">
                  <a:moveTo>
                    <a:pt x="180670" y="482168"/>
                  </a:moveTo>
                  <a:lnTo>
                    <a:pt x="173951" y="448919"/>
                  </a:lnTo>
                  <a:lnTo>
                    <a:pt x="155638" y="421754"/>
                  </a:lnTo>
                  <a:lnTo>
                    <a:pt x="128485" y="403440"/>
                  </a:lnTo>
                  <a:lnTo>
                    <a:pt x="95237" y="396735"/>
                  </a:lnTo>
                  <a:lnTo>
                    <a:pt x="85432" y="396735"/>
                  </a:lnTo>
                  <a:lnTo>
                    <a:pt x="52184" y="403440"/>
                  </a:lnTo>
                  <a:lnTo>
                    <a:pt x="25019" y="421754"/>
                  </a:lnTo>
                  <a:lnTo>
                    <a:pt x="6718" y="448919"/>
                  </a:lnTo>
                  <a:lnTo>
                    <a:pt x="0" y="482168"/>
                  </a:lnTo>
                  <a:lnTo>
                    <a:pt x="0" y="674624"/>
                  </a:lnTo>
                  <a:lnTo>
                    <a:pt x="180670" y="674624"/>
                  </a:lnTo>
                  <a:lnTo>
                    <a:pt x="180670" y="482168"/>
                  </a:lnTo>
                  <a:close/>
                </a:path>
                <a:path w="467995" h="675004">
                  <a:moveTo>
                    <a:pt x="467918" y="90322"/>
                  </a:moveTo>
                  <a:lnTo>
                    <a:pt x="460819" y="55168"/>
                  </a:lnTo>
                  <a:lnTo>
                    <a:pt x="441464" y="26454"/>
                  </a:lnTo>
                  <a:lnTo>
                    <a:pt x="412750" y="7099"/>
                  </a:lnTo>
                  <a:lnTo>
                    <a:pt x="377583" y="0"/>
                  </a:lnTo>
                  <a:lnTo>
                    <a:pt x="342430" y="7099"/>
                  </a:lnTo>
                  <a:lnTo>
                    <a:pt x="313715" y="26454"/>
                  </a:lnTo>
                  <a:lnTo>
                    <a:pt x="294360" y="55168"/>
                  </a:lnTo>
                  <a:lnTo>
                    <a:pt x="287261" y="90322"/>
                  </a:lnTo>
                  <a:lnTo>
                    <a:pt x="287261" y="277876"/>
                  </a:lnTo>
                  <a:lnTo>
                    <a:pt x="467918" y="277876"/>
                  </a:lnTo>
                  <a:lnTo>
                    <a:pt x="467918" y="90322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12268937" y="7603346"/>
              <a:ext cx="180975" cy="278130"/>
            </a:xfrm>
            <a:custGeom>
              <a:avLst/>
              <a:gdLst/>
              <a:ahLst/>
              <a:cxnLst/>
              <a:rect l="l" t="t" r="r" b="b"/>
              <a:pathLst>
                <a:path w="180975" h="278129">
                  <a:moveTo>
                    <a:pt x="90332" y="0"/>
                  </a:moveTo>
                  <a:lnTo>
                    <a:pt x="55173" y="7099"/>
                  </a:lnTo>
                  <a:lnTo>
                    <a:pt x="26459" y="26459"/>
                  </a:lnTo>
                  <a:lnTo>
                    <a:pt x="7099" y="55173"/>
                  </a:lnTo>
                  <a:lnTo>
                    <a:pt x="0" y="90332"/>
                  </a:lnTo>
                  <a:lnTo>
                    <a:pt x="0" y="277886"/>
                  </a:lnTo>
                  <a:lnTo>
                    <a:pt x="180664" y="277886"/>
                  </a:lnTo>
                  <a:lnTo>
                    <a:pt x="180664" y="90332"/>
                  </a:lnTo>
                  <a:lnTo>
                    <a:pt x="173566" y="55173"/>
                  </a:lnTo>
                  <a:lnTo>
                    <a:pt x="154208" y="26459"/>
                  </a:lnTo>
                  <a:lnTo>
                    <a:pt x="125495" y="7099"/>
                  </a:lnTo>
                  <a:lnTo>
                    <a:pt x="90332" y="0"/>
                  </a:lnTo>
                  <a:close/>
                </a:path>
              </a:pathLst>
            </a:custGeom>
            <a:solidFill>
              <a:srgbClr val="EBE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12994022" y="7130953"/>
              <a:ext cx="1027430" cy="1027430"/>
            </a:xfrm>
            <a:custGeom>
              <a:avLst/>
              <a:gdLst/>
              <a:ahLst/>
              <a:cxnLst/>
              <a:rect l="l" t="t" r="r" b="b"/>
              <a:pathLst>
                <a:path w="1027430" h="1027429">
                  <a:moveTo>
                    <a:pt x="513555" y="0"/>
                  </a:moveTo>
                  <a:lnTo>
                    <a:pt x="466810" y="2098"/>
                  </a:lnTo>
                  <a:lnTo>
                    <a:pt x="421241" y="8274"/>
                  </a:lnTo>
                  <a:lnTo>
                    <a:pt x="377029" y="18344"/>
                  </a:lnTo>
                  <a:lnTo>
                    <a:pt x="334356" y="32129"/>
                  </a:lnTo>
                  <a:lnTo>
                    <a:pt x="293403" y="49447"/>
                  </a:lnTo>
                  <a:lnTo>
                    <a:pt x="254350" y="70116"/>
                  </a:lnTo>
                  <a:lnTo>
                    <a:pt x="217381" y="93955"/>
                  </a:lnTo>
                  <a:lnTo>
                    <a:pt x="182675" y="120782"/>
                  </a:lnTo>
                  <a:lnTo>
                    <a:pt x="150414" y="150418"/>
                  </a:lnTo>
                  <a:lnTo>
                    <a:pt x="120779" y="182679"/>
                  </a:lnTo>
                  <a:lnTo>
                    <a:pt x="93952" y="217385"/>
                  </a:lnTo>
                  <a:lnTo>
                    <a:pt x="70113" y="254355"/>
                  </a:lnTo>
                  <a:lnTo>
                    <a:pt x="49445" y="293407"/>
                  </a:lnTo>
                  <a:lnTo>
                    <a:pt x="32128" y="334360"/>
                  </a:lnTo>
                  <a:lnTo>
                    <a:pt x="18344" y="377033"/>
                  </a:lnTo>
                  <a:lnTo>
                    <a:pt x="8273" y="421243"/>
                  </a:lnTo>
                  <a:lnTo>
                    <a:pt x="2098" y="466811"/>
                  </a:lnTo>
                  <a:lnTo>
                    <a:pt x="0" y="513555"/>
                  </a:lnTo>
                  <a:lnTo>
                    <a:pt x="2098" y="560298"/>
                  </a:lnTo>
                  <a:lnTo>
                    <a:pt x="8273" y="605866"/>
                  </a:lnTo>
                  <a:lnTo>
                    <a:pt x="18344" y="650077"/>
                  </a:lnTo>
                  <a:lnTo>
                    <a:pt x="32128" y="692749"/>
                  </a:lnTo>
                  <a:lnTo>
                    <a:pt x="49445" y="733702"/>
                  </a:lnTo>
                  <a:lnTo>
                    <a:pt x="70113" y="772754"/>
                  </a:lnTo>
                  <a:lnTo>
                    <a:pt x="93952" y="809724"/>
                  </a:lnTo>
                  <a:lnTo>
                    <a:pt x="120779" y="844430"/>
                  </a:lnTo>
                  <a:lnTo>
                    <a:pt x="150414" y="876691"/>
                  </a:lnTo>
                  <a:lnTo>
                    <a:pt x="182675" y="906327"/>
                  </a:lnTo>
                  <a:lnTo>
                    <a:pt x="217381" y="933154"/>
                  </a:lnTo>
                  <a:lnTo>
                    <a:pt x="254350" y="956993"/>
                  </a:lnTo>
                  <a:lnTo>
                    <a:pt x="293403" y="977662"/>
                  </a:lnTo>
                  <a:lnTo>
                    <a:pt x="334356" y="994980"/>
                  </a:lnTo>
                  <a:lnTo>
                    <a:pt x="377029" y="1008765"/>
                  </a:lnTo>
                  <a:lnTo>
                    <a:pt x="421241" y="1018835"/>
                  </a:lnTo>
                  <a:lnTo>
                    <a:pt x="466810" y="1025011"/>
                  </a:lnTo>
                  <a:lnTo>
                    <a:pt x="513555" y="1027110"/>
                  </a:lnTo>
                  <a:lnTo>
                    <a:pt x="560298" y="1025011"/>
                  </a:lnTo>
                  <a:lnTo>
                    <a:pt x="605866" y="1018835"/>
                  </a:lnTo>
                  <a:lnTo>
                    <a:pt x="650077" y="1008765"/>
                  </a:lnTo>
                  <a:lnTo>
                    <a:pt x="692749" y="994980"/>
                  </a:lnTo>
                  <a:lnTo>
                    <a:pt x="733702" y="977662"/>
                  </a:lnTo>
                  <a:lnTo>
                    <a:pt x="772754" y="956993"/>
                  </a:lnTo>
                  <a:lnTo>
                    <a:pt x="809724" y="933154"/>
                  </a:lnTo>
                  <a:lnTo>
                    <a:pt x="844430" y="906327"/>
                  </a:lnTo>
                  <a:lnTo>
                    <a:pt x="876691" y="876691"/>
                  </a:lnTo>
                  <a:lnTo>
                    <a:pt x="906327" y="844430"/>
                  </a:lnTo>
                  <a:lnTo>
                    <a:pt x="933154" y="809724"/>
                  </a:lnTo>
                  <a:lnTo>
                    <a:pt x="956993" y="772754"/>
                  </a:lnTo>
                  <a:lnTo>
                    <a:pt x="977662" y="733702"/>
                  </a:lnTo>
                  <a:lnTo>
                    <a:pt x="994980" y="692749"/>
                  </a:lnTo>
                  <a:lnTo>
                    <a:pt x="1008765" y="650077"/>
                  </a:lnTo>
                  <a:lnTo>
                    <a:pt x="1018835" y="605866"/>
                  </a:lnTo>
                  <a:lnTo>
                    <a:pt x="1025011" y="560298"/>
                  </a:lnTo>
                  <a:lnTo>
                    <a:pt x="1027110" y="513555"/>
                  </a:lnTo>
                  <a:lnTo>
                    <a:pt x="1025011" y="466811"/>
                  </a:lnTo>
                  <a:lnTo>
                    <a:pt x="1018835" y="421243"/>
                  </a:lnTo>
                  <a:lnTo>
                    <a:pt x="1008765" y="377033"/>
                  </a:lnTo>
                  <a:lnTo>
                    <a:pt x="994980" y="334360"/>
                  </a:lnTo>
                  <a:lnTo>
                    <a:pt x="977662" y="293407"/>
                  </a:lnTo>
                  <a:lnTo>
                    <a:pt x="956993" y="254355"/>
                  </a:lnTo>
                  <a:lnTo>
                    <a:pt x="933154" y="217385"/>
                  </a:lnTo>
                  <a:lnTo>
                    <a:pt x="906327" y="182679"/>
                  </a:lnTo>
                  <a:lnTo>
                    <a:pt x="876691" y="150418"/>
                  </a:lnTo>
                  <a:lnTo>
                    <a:pt x="844430" y="120782"/>
                  </a:lnTo>
                  <a:lnTo>
                    <a:pt x="809724" y="93955"/>
                  </a:lnTo>
                  <a:lnTo>
                    <a:pt x="772754" y="70116"/>
                  </a:lnTo>
                  <a:lnTo>
                    <a:pt x="733702" y="49447"/>
                  </a:lnTo>
                  <a:lnTo>
                    <a:pt x="692749" y="32129"/>
                  </a:lnTo>
                  <a:lnTo>
                    <a:pt x="650077" y="18344"/>
                  </a:lnTo>
                  <a:lnTo>
                    <a:pt x="605866" y="8274"/>
                  </a:lnTo>
                  <a:lnTo>
                    <a:pt x="560298" y="2098"/>
                  </a:lnTo>
                  <a:lnTo>
                    <a:pt x="513555" y="0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13494741" y="7730099"/>
              <a:ext cx="26670" cy="712470"/>
            </a:xfrm>
            <a:custGeom>
              <a:avLst/>
              <a:gdLst/>
              <a:ahLst/>
              <a:cxnLst/>
              <a:rect l="l" t="t" r="r" b="b"/>
              <a:pathLst>
                <a:path w="26669" h="712470">
                  <a:moveTo>
                    <a:pt x="26281" y="0"/>
                  </a:moveTo>
                  <a:lnTo>
                    <a:pt x="0" y="0"/>
                  </a:lnTo>
                  <a:lnTo>
                    <a:pt x="0" y="712334"/>
                  </a:lnTo>
                  <a:lnTo>
                    <a:pt x="26281" y="712334"/>
                  </a:lnTo>
                  <a:lnTo>
                    <a:pt x="26281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0" name="object 1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76317" y="7806651"/>
              <a:ext cx="262519" cy="414350"/>
            </a:xfrm>
            <a:prstGeom prst="rect">
              <a:avLst/>
            </a:prstGeom>
          </p:spPr>
        </p:pic>
        <p:sp>
          <p:nvSpPr>
            <p:cNvPr id="111" name="object 111" descr=""/>
            <p:cNvSpPr/>
            <p:nvPr/>
          </p:nvSpPr>
          <p:spPr>
            <a:xfrm>
              <a:off x="3206552" y="8188794"/>
              <a:ext cx="718185" cy="254000"/>
            </a:xfrm>
            <a:custGeom>
              <a:avLst/>
              <a:gdLst/>
              <a:ahLst/>
              <a:cxnLst/>
              <a:rect l="l" t="t" r="r" b="b"/>
              <a:pathLst>
                <a:path w="718185" h="254000">
                  <a:moveTo>
                    <a:pt x="464216" y="0"/>
                  </a:moveTo>
                  <a:lnTo>
                    <a:pt x="414867" y="4802"/>
                  </a:lnTo>
                  <a:lnTo>
                    <a:pt x="368754" y="18597"/>
                  </a:lnTo>
                  <a:lnTo>
                    <a:pt x="326785" y="40466"/>
                  </a:lnTo>
                  <a:lnTo>
                    <a:pt x="289872" y="69490"/>
                  </a:lnTo>
                  <a:lnTo>
                    <a:pt x="258924" y="104750"/>
                  </a:lnTo>
                  <a:lnTo>
                    <a:pt x="239090" y="94831"/>
                  </a:lnTo>
                  <a:lnTo>
                    <a:pt x="195572" y="82925"/>
                  </a:lnTo>
                  <a:lnTo>
                    <a:pt x="126488" y="87513"/>
                  </a:lnTo>
                  <a:lnTo>
                    <a:pt x="85332" y="104881"/>
                  </a:lnTo>
                  <a:lnTo>
                    <a:pt x="50463" y="131821"/>
                  </a:lnTo>
                  <a:lnTo>
                    <a:pt x="23523" y="166691"/>
                  </a:lnTo>
                  <a:lnTo>
                    <a:pt x="6154" y="207846"/>
                  </a:lnTo>
                  <a:lnTo>
                    <a:pt x="0" y="253646"/>
                  </a:lnTo>
                  <a:lnTo>
                    <a:pt x="717862" y="253646"/>
                  </a:lnTo>
                  <a:lnTo>
                    <a:pt x="713776" y="208052"/>
                  </a:lnTo>
                  <a:lnTo>
                    <a:pt x="701993" y="165139"/>
                  </a:lnTo>
                  <a:lnTo>
                    <a:pt x="683231" y="125624"/>
                  </a:lnTo>
                  <a:lnTo>
                    <a:pt x="658206" y="90223"/>
                  </a:lnTo>
                  <a:lnTo>
                    <a:pt x="627635" y="59652"/>
                  </a:lnTo>
                  <a:lnTo>
                    <a:pt x="592234" y="34629"/>
                  </a:lnTo>
                  <a:lnTo>
                    <a:pt x="552719" y="15868"/>
                  </a:lnTo>
                  <a:lnTo>
                    <a:pt x="509808" y="4086"/>
                  </a:lnTo>
                  <a:lnTo>
                    <a:pt x="464216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6576814" y="8110717"/>
              <a:ext cx="1064895" cy="332105"/>
            </a:xfrm>
            <a:custGeom>
              <a:avLst/>
              <a:gdLst/>
              <a:ahLst/>
              <a:cxnLst/>
              <a:rect l="l" t="t" r="r" b="b"/>
              <a:pathLst>
                <a:path w="1064895" h="332104">
                  <a:moveTo>
                    <a:pt x="576495" y="0"/>
                  </a:moveTo>
                  <a:lnTo>
                    <a:pt x="527751" y="3558"/>
                  </a:lnTo>
                  <a:lnTo>
                    <a:pt x="481218" y="13898"/>
                  </a:lnTo>
                  <a:lnTo>
                    <a:pt x="437397" y="30512"/>
                  </a:lnTo>
                  <a:lnTo>
                    <a:pt x="396791" y="52895"/>
                  </a:lnTo>
                  <a:lnTo>
                    <a:pt x="359903" y="80541"/>
                  </a:lnTo>
                  <a:lnTo>
                    <a:pt x="327235" y="112943"/>
                  </a:lnTo>
                  <a:lnTo>
                    <a:pt x="299289" y="149597"/>
                  </a:lnTo>
                  <a:lnTo>
                    <a:pt x="277441" y="139841"/>
                  </a:lnTo>
                  <a:lnTo>
                    <a:pt x="254340" y="132641"/>
                  </a:lnTo>
                  <a:lnTo>
                    <a:pt x="230159" y="128183"/>
                  </a:lnTo>
                  <a:lnTo>
                    <a:pt x="205072" y="126655"/>
                  </a:lnTo>
                  <a:lnTo>
                    <a:pt x="158052" y="132071"/>
                  </a:lnTo>
                  <a:lnTo>
                    <a:pt x="114888" y="147498"/>
                  </a:lnTo>
                  <a:lnTo>
                    <a:pt x="76812" y="171706"/>
                  </a:lnTo>
                  <a:lnTo>
                    <a:pt x="45053" y="203463"/>
                  </a:lnTo>
                  <a:lnTo>
                    <a:pt x="20844" y="241540"/>
                  </a:lnTo>
                  <a:lnTo>
                    <a:pt x="5416" y="284705"/>
                  </a:lnTo>
                  <a:lnTo>
                    <a:pt x="0" y="331728"/>
                  </a:lnTo>
                  <a:lnTo>
                    <a:pt x="1064396" y="331728"/>
                  </a:lnTo>
                  <a:lnTo>
                    <a:pt x="1058980" y="284705"/>
                  </a:lnTo>
                  <a:lnTo>
                    <a:pt x="1043552" y="241540"/>
                  </a:lnTo>
                  <a:lnTo>
                    <a:pt x="1019343" y="203463"/>
                  </a:lnTo>
                  <a:lnTo>
                    <a:pt x="987584" y="171706"/>
                  </a:lnTo>
                  <a:lnTo>
                    <a:pt x="949507" y="147498"/>
                  </a:lnTo>
                  <a:lnTo>
                    <a:pt x="906344" y="132071"/>
                  </a:lnTo>
                  <a:lnTo>
                    <a:pt x="859324" y="126655"/>
                  </a:lnTo>
                  <a:lnTo>
                    <a:pt x="852120" y="126655"/>
                  </a:lnTo>
                  <a:lnTo>
                    <a:pt x="845010" y="127032"/>
                  </a:lnTo>
                  <a:lnTo>
                    <a:pt x="837995" y="127755"/>
                  </a:lnTo>
                  <a:lnTo>
                    <a:pt x="804924" y="91303"/>
                  </a:lnTo>
                  <a:lnTo>
                    <a:pt x="766832" y="60088"/>
                  </a:lnTo>
                  <a:lnTo>
                    <a:pt x="724330" y="34730"/>
                  </a:lnTo>
                  <a:lnTo>
                    <a:pt x="678031" y="15849"/>
                  </a:lnTo>
                  <a:lnTo>
                    <a:pt x="628548" y="4065"/>
                  </a:lnTo>
                  <a:lnTo>
                    <a:pt x="576495" y="0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10062901" y="7249221"/>
              <a:ext cx="899160" cy="1193800"/>
            </a:xfrm>
            <a:custGeom>
              <a:avLst/>
              <a:gdLst/>
              <a:ahLst/>
              <a:cxnLst/>
              <a:rect l="l" t="t" r="r" b="b"/>
              <a:pathLst>
                <a:path w="899159" h="1193800">
                  <a:moveTo>
                    <a:pt x="449441" y="0"/>
                  </a:moveTo>
                  <a:lnTo>
                    <a:pt x="0" y="1193220"/>
                  </a:lnTo>
                  <a:lnTo>
                    <a:pt x="898883" y="1193220"/>
                  </a:lnTo>
                  <a:lnTo>
                    <a:pt x="449441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10381373" y="7730114"/>
              <a:ext cx="262890" cy="712470"/>
            </a:xfrm>
            <a:custGeom>
              <a:avLst/>
              <a:gdLst/>
              <a:ahLst/>
              <a:cxnLst/>
              <a:rect l="l" t="t" r="r" b="b"/>
              <a:pathLst>
                <a:path w="262890" h="712470">
                  <a:moveTo>
                    <a:pt x="262521" y="190525"/>
                  </a:moveTo>
                  <a:lnTo>
                    <a:pt x="144106" y="72110"/>
                  </a:lnTo>
                  <a:lnTo>
                    <a:pt x="144106" y="0"/>
                  </a:lnTo>
                  <a:lnTo>
                    <a:pt x="117817" y="0"/>
                  </a:lnTo>
                  <a:lnTo>
                    <a:pt x="117817" y="224536"/>
                  </a:lnTo>
                  <a:lnTo>
                    <a:pt x="0" y="342341"/>
                  </a:lnTo>
                  <a:lnTo>
                    <a:pt x="18592" y="360921"/>
                  </a:lnTo>
                  <a:lnTo>
                    <a:pt x="117817" y="261696"/>
                  </a:lnTo>
                  <a:lnTo>
                    <a:pt x="117817" y="499389"/>
                  </a:lnTo>
                  <a:lnTo>
                    <a:pt x="0" y="617207"/>
                  </a:lnTo>
                  <a:lnTo>
                    <a:pt x="18592" y="635774"/>
                  </a:lnTo>
                  <a:lnTo>
                    <a:pt x="117817" y="536549"/>
                  </a:lnTo>
                  <a:lnTo>
                    <a:pt x="117817" y="712330"/>
                  </a:lnTo>
                  <a:lnTo>
                    <a:pt x="144106" y="712330"/>
                  </a:lnTo>
                  <a:lnTo>
                    <a:pt x="144106" y="412902"/>
                  </a:lnTo>
                  <a:lnTo>
                    <a:pt x="243954" y="512749"/>
                  </a:lnTo>
                  <a:lnTo>
                    <a:pt x="262521" y="494157"/>
                  </a:lnTo>
                  <a:lnTo>
                    <a:pt x="144106" y="375742"/>
                  </a:lnTo>
                  <a:lnTo>
                    <a:pt x="144106" y="109270"/>
                  </a:lnTo>
                  <a:lnTo>
                    <a:pt x="243954" y="209105"/>
                  </a:lnTo>
                  <a:lnTo>
                    <a:pt x="262521" y="190525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8510300" y="7414604"/>
              <a:ext cx="805180" cy="805180"/>
            </a:xfrm>
            <a:custGeom>
              <a:avLst/>
              <a:gdLst/>
              <a:ahLst/>
              <a:cxnLst/>
              <a:rect l="l" t="t" r="r" b="b"/>
              <a:pathLst>
                <a:path w="805179" h="805179">
                  <a:moveTo>
                    <a:pt x="402479" y="0"/>
                  </a:moveTo>
                  <a:lnTo>
                    <a:pt x="355541" y="2707"/>
                  </a:lnTo>
                  <a:lnTo>
                    <a:pt x="310194" y="10629"/>
                  </a:lnTo>
                  <a:lnTo>
                    <a:pt x="266738" y="23463"/>
                  </a:lnTo>
                  <a:lnTo>
                    <a:pt x="225478" y="40908"/>
                  </a:lnTo>
                  <a:lnTo>
                    <a:pt x="186713" y="62660"/>
                  </a:lnTo>
                  <a:lnTo>
                    <a:pt x="150748" y="88419"/>
                  </a:lnTo>
                  <a:lnTo>
                    <a:pt x="117882" y="117882"/>
                  </a:lnTo>
                  <a:lnTo>
                    <a:pt x="88419" y="150748"/>
                  </a:lnTo>
                  <a:lnTo>
                    <a:pt x="62660" y="186713"/>
                  </a:lnTo>
                  <a:lnTo>
                    <a:pt x="40908" y="225478"/>
                  </a:lnTo>
                  <a:lnTo>
                    <a:pt x="23463" y="266738"/>
                  </a:lnTo>
                  <a:lnTo>
                    <a:pt x="10629" y="310194"/>
                  </a:lnTo>
                  <a:lnTo>
                    <a:pt x="2707" y="355541"/>
                  </a:lnTo>
                  <a:lnTo>
                    <a:pt x="0" y="402479"/>
                  </a:lnTo>
                  <a:lnTo>
                    <a:pt x="2707" y="449418"/>
                  </a:lnTo>
                  <a:lnTo>
                    <a:pt x="10629" y="494765"/>
                  </a:lnTo>
                  <a:lnTo>
                    <a:pt x="23463" y="538220"/>
                  </a:lnTo>
                  <a:lnTo>
                    <a:pt x="40908" y="579481"/>
                  </a:lnTo>
                  <a:lnTo>
                    <a:pt x="62660" y="618245"/>
                  </a:lnTo>
                  <a:lnTo>
                    <a:pt x="88419" y="654211"/>
                  </a:lnTo>
                  <a:lnTo>
                    <a:pt x="117882" y="687077"/>
                  </a:lnTo>
                  <a:lnTo>
                    <a:pt x="150748" y="716540"/>
                  </a:lnTo>
                  <a:lnTo>
                    <a:pt x="186713" y="742299"/>
                  </a:lnTo>
                  <a:lnTo>
                    <a:pt x="225478" y="764051"/>
                  </a:lnTo>
                  <a:lnTo>
                    <a:pt x="266738" y="781496"/>
                  </a:lnTo>
                  <a:lnTo>
                    <a:pt x="310194" y="794330"/>
                  </a:lnTo>
                  <a:lnTo>
                    <a:pt x="355541" y="802252"/>
                  </a:lnTo>
                  <a:lnTo>
                    <a:pt x="402479" y="804959"/>
                  </a:lnTo>
                  <a:lnTo>
                    <a:pt x="449418" y="802252"/>
                  </a:lnTo>
                  <a:lnTo>
                    <a:pt x="494765" y="794330"/>
                  </a:lnTo>
                  <a:lnTo>
                    <a:pt x="538220" y="781496"/>
                  </a:lnTo>
                  <a:lnTo>
                    <a:pt x="579481" y="764051"/>
                  </a:lnTo>
                  <a:lnTo>
                    <a:pt x="618245" y="742299"/>
                  </a:lnTo>
                  <a:lnTo>
                    <a:pt x="654211" y="716540"/>
                  </a:lnTo>
                  <a:lnTo>
                    <a:pt x="687077" y="687077"/>
                  </a:lnTo>
                  <a:lnTo>
                    <a:pt x="716540" y="654211"/>
                  </a:lnTo>
                  <a:lnTo>
                    <a:pt x="742299" y="618245"/>
                  </a:lnTo>
                  <a:lnTo>
                    <a:pt x="764051" y="579481"/>
                  </a:lnTo>
                  <a:lnTo>
                    <a:pt x="781496" y="538220"/>
                  </a:lnTo>
                  <a:lnTo>
                    <a:pt x="794330" y="494765"/>
                  </a:lnTo>
                  <a:lnTo>
                    <a:pt x="802252" y="449418"/>
                  </a:lnTo>
                  <a:lnTo>
                    <a:pt x="804959" y="402479"/>
                  </a:lnTo>
                  <a:lnTo>
                    <a:pt x="802252" y="355541"/>
                  </a:lnTo>
                  <a:lnTo>
                    <a:pt x="794330" y="310194"/>
                  </a:lnTo>
                  <a:lnTo>
                    <a:pt x="781496" y="266738"/>
                  </a:lnTo>
                  <a:lnTo>
                    <a:pt x="764051" y="225478"/>
                  </a:lnTo>
                  <a:lnTo>
                    <a:pt x="742299" y="186713"/>
                  </a:lnTo>
                  <a:lnTo>
                    <a:pt x="716540" y="150748"/>
                  </a:lnTo>
                  <a:lnTo>
                    <a:pt x="687077" y="117882"/>
                  </a:lnTo>
                  <a:lnTo>
                    <a:pt x="654211" y="88419"/>
                  </a:lnTo>
                  <a:lnTo>
                    <a:pt x="618245" y="62660"/>
                  </a:lnTo>
                  <a:lnTo>
                    <a:pt x="579481" y="40908"/>
                  </a:lnTo>
                  <a:lnTo>
                    <a:pt x="538220" y="23463"/>
                  </a:lnTo>
                  <a:lnTo>
                    <a:pt x="494765" y="10629"/>
                  </a:lnTo>
                  <a:lnTo>
                    <a:pt x="449418" y="2707"/>
                  </a:lnTo>
                  <a:lnTo>
                    <a:pt x="4024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8902723" y="7884168"/>
              <a:ext cx="20955" cy="558800"/>
            </a:xfrm>
            <a:custGeom>
              <a:avLst/>
              <a:gdLst/>
              <a:ahLst/>
              <a:cxnLst/>
              <a:rect l="l" t="t" r="r" b="b"/>
              <a:pathLst>
                <a:path w="20954" h="558800">
                  <a:moveTo>
                    <a:pt x="20596" y="0"/>
                  </a:moveTo>
                  <a:lnTo>
                    <a:pt x="0" y="0"/>
                  </a:lnTo>
                  <a:lnTo>
                    <a:pt x="0" y="558265"/>
                  </a:lnTo>
                  <a:lnTo>
                    <a:pt x="20596" y="558265"/>
                  </a:lnTo>
                  <a:lnTo>
                    <a:pt x="20596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7" name="object 11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09907" y="7944159"/>
              <a:ext cx="205747" cy="324729"/>
            </a:xfrm>
            <a:prstGeom prst="rect">
              <a:avLst/>
            </a:prstGeom>
          </p:spPr>
        </p:pic>
        <p:sp>
          <p:nvSpPr>
            <p:cNvPr id="118" name="object 118" descr=""/>
            <p:cNvSpPr/>
            <p:nvPr/>
          </p:nvSpPr>
          <p:spPr>
            <a:xfrm>
              <a:off x="7973142" y="7414604"/>
              <a:ext cx="805180" cy="805180"/>
            </a:xfrm>
            <a:custGeom>
              <a:avLst/>
              <a:gdLst/>
              <a:ahLst/>
              <a:cxnLst/>
              <a:rect l="l" t="t" r="r" b="b"/>
              <a:pathLst>
                <a:path w="805179" h="805179">
                  <a:moveTo>
                    <a:pt x="402479" y="0"/>
                  </a:moveTo>
                  <a:lnTo>
                    <a:pt x="355541" y="2707"/>
                  </a:lnTo>
                  <a:lnTo>
                    <a:pt x="310194" y="10629"/>
                  </a:lnTo>
                  <a:lnTo>
                    <a:pt x="266738" y="23463"/>
                  </a:lnTo>
                  <a:lnTo>
                    <a:pt x="225478" y="40908"/>
                  </a:lnTo>
                  <a:lnTo>
                    <a:pt x="186713" y="62660"/>
                  </a:lnTo>
                  <a:lnTo>
                    <a:pt x="150748" y="88419"/>
                  </a:lnTo>
                  <a:lnTo>
                    <a:pt x="117882" y="117882"/>
                  </a:lnTo>
                  <a:lnTo>
                    <a:pt x="88419" y="150748"/>
                  </a:lnTo>
                  <a:lnTo>
                    <a:pt x="62660" y="186713"/>
                  </a:lnTo>
                  <a:lnTo>
                    <a:pt x="40908" y="225478"/>
                  </a:lnTo>
                  <a:lnTo>
                    <a:pt x="23463" y="266738"/>
                  </a:lnTo>
                  <a:lnTo>
                    <a:pt x="10629" y="310194"/>
                  </a:lnTo>
                  <a:lnTo>
                    <a:pt x="2707" y="355541"/>
                  </a:lnTo>
                  <a:lnTo>
                    <a:pt x="0" y="402479"/>
                  </a:lnTo>
                  <a:lnTo>
                    <a:pt x="2707" y="449418"/>
                  </a:lnTo>
                  <a:lnTo>
                    <a:pt x="10629" y="494765"/>
                  </a:lnTo>
                  <a:lnTo>
                    <a:pt x="23463" y="538220"/>
                  </a:lnTo>
                  <a:lnTo>
                    <a:pt x="40908" y="579481"/>
                  </a:lnTo>
                  <a:lnTo>
                    <a:pt x="62660" y="618245"/>
                  </a:lnTo>
                  <a:lnTo>
                    <a:pt x="88419" y="654211"/>
                  </a:lnTo>
                  <a:lnTo>
                    <a:pt x="117882" y="687077"/>
                  </a:lnTo>
                  <a:lnTo>
                    <a:pt x="150748" y="716540"/>
                  </a:lnTo>
                  <a:lnTo>
                    <a:pt x="186713" y="742299"/>
                  </a:lnTo>
                  <a:lnTo>
                    <a:pt x="225478" y="764051"/>
                  </a:lnTo>
                  <a:lnTo>
                    <a:pt x="266738" y="781496"/>
                  </a:lnTo>
                  <a:lnTo>
                    <a:pt x="310194" y="794330"/>
                  </a:lnTo>
                  <a:lnTo>
                    <a:pt x="355541" y="802252"/>
                  </a:lnTo>
                  <a:lnTo>
                    <a:pt x="402479" y="804959"/>
                  </a:lnTo>
                  <a:lnTo>
                    <a:pt x="449418" y="802252"/>
                  </a:lnTo>
                  <a:lnTo>
                    <a:pt x="494765" y="794330"/>
                  </a:lnTo>
                  <a:lnTo>
                    <a:pt x="538220" y="781496"/>
                  </a:lnTo>
                  <a:lnTo>
                    <a:pt x="579481" y="764051"/>
                  </a:lnTo>
                  <a:lnTo>
                    <a:pt x="618245" y="742299"/>
                  </a:lnTo>
                  <a:lnTo>
                    <a:pt x="654211" y="716540"/>
                  </a:lnTo>
                  <a:lnTo>
                    <a:pt x="687077" y="687077"/>
                  </a:lnTo>
                  <a:lnTo>
                    <a:pt x="716540" y="654211"/>
                  </a:lnTo>
                  <a:lnTo>
                    <a:pt x="742299" y="618245"/>
                  </a:lnTo>
                  <a:lnTo>
                    <a:pt x="764051" y="579481"/>
                  </a:lnTo>
                  <a:lnTo>
                    <a:pt x="781496" y="538220"/>
                  </a:lnTo>
                  <a:lnTo>
                    <a:pt x="794330" y="494765"/>
                  </a:lnTo>
                  <a:lnTo>
                    <a:pt x="802252" y="449418"/>
                  </a:lnTo>
                  <a:lnTo>
                    <a:pt x="804959" y="402479"/>
                  </a:lnTo>
                  <a:lnTo>
                    <a:pt x="802252" y="355541"/>
                  </a:lnTo>
                  <a:lnTo>
                    <a:pt x="794330" y="310194"/>
                  </a:lnTo>
                  <a:lnTo>
                    <a:pt x="781496" y="266738"/>
                  </a:lnTo>
                  <a:lnTo>
                    <a:pt x="764051" y="225478"/>
                  </a:lnTo>
                  <a:lnTo>
                    <a:pt x="742299" y="186713"/>
                  </a:lnTo>
                  <a:lnTo>
                    <a:pt x="716540" y="150748"/>
                  </a:lnTo>
                  <a:lnTo>
                    <a:pt x="687077" y="117882"/>
                  </a:lnTo>
                  <a:lnTo>
                    <a:pt x="654211" y="88419"/>
                  </a:lnTo>
                  <a:lnTo>
                    <a:pt x="618245" y="62660"/>
                  </a:lnTo>
                  <a:lnTo>
                    <a:pt x="579481" y="40908"/>
                  </a:lnTo>
                  <a:lnTo>
                    <a:pt x="538220" y="23463"/>
                  </a:lnTo>
                  <a:lnTo>
                    <a:pt x="494765" y="10629"/>
                  </a:lnTo>
                  <a:lnTo>
                    <a:pt x="449418" y="2707"/>
                  </a:lnTo>
                  <a:lnTo>
                    <a:pt x="4024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8365567" y="7884168"/>
              <a:ext cx="20955" cy="558800"/>
            </a:xfrm>
            <a:custGeom>
              <a:avLst/>
              <a:gdLst/>
              <a:ahLst/>
              <a:cxnLst/>
              <a:rect l="l" t="t" r="r" b="b"/>
              <a:pathLst>
                <a:path w="20954" h="558800">
                  <a:moveTo>
                    <a:pt x="20596" y="0"/>
                  </a:moveTo>
                  <a:lnTo>
                    <a:pt x="0" y="0"/>
                  </a:lnTo>
                  <a:lnTo>
                    <a:pt x="0" y="558265"/>
                  </a:lnTo>
                  <a:lnTo>
                    <a:pt x="20596" y="558265"/>
                  </a:lnTo>
                  <a:lnTo>
                    <a:pt x="20596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0" name="object 12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72749" y="7944159"/>
              <a:ext cx="205747" cy="324729"/>
            </a:xfrm>
            <a:prstGeom prst="rect">
              <a:avLst/>
            </a:prstGeom>
          </p:spPr>
        </p:pic>
        <p:sp>
          <p:nvSpPr>
            <p:cNvPr id="121" name="object 121" descr=""/>
            <p:cNvSpPr/>
            <p:nvPr/>
          </p:nvSpPr>
          <p:spPr>
            <a:xfrm>
              <a:off x="10635938" y="8152648"/>
              <a:ext cx="812800" cy="287020"/>
            </a:xfrm>
            <a:custGeom>
              <a:avLst/>
              <a:gdLst/>
              <a:ahLst/>
              <a:cxnLst/>
              <a:rect l="l" t="t" r="r" b="b"/>
              <a:pathLst>
                <a:path w="812800" h="287020">
                  <a:moveTo>
                    <a:pt x="286986" y="0"/>
                  </a:moveTo>
                  <a:lnTo>
                    <a:pt x="240435" y="3756"/>
                  </a:lnTo>
                  <a:lnTo>
                    <a:pt x="196276" y="14631"/>
                  </a:lnTo>
                  <a:lnTo>
                    <a:pt x="155099" y="32035"/>
                  </a:lnTo>
                  <a:lnTo>
                    <a:pt x="117495" y="55375"/>
                  </a:lnTo>
                  <a:lnTo>
                    <a:pt x="84056" y="84061"/>
                  </a:lnTo>
                  <a:lnTo>
                    <a:pt x="55371" y="117502"/>
                  </a:lnTo>
                  <a:lnTo>
                    <a:pt x="32032" y="155107"/>
                  </a:lnTo>
                  <a:lnTo>
                    <a:pt x="14630" y="196285"/>
                  </a:lnTo>
                  <a:lnTo>
                    <a:pt x="3756" y="240445"/>
                  </a:lnTo>
                  <a:lnTo>
                    <a:pt x="0" y="286996"/>
                  </a:lnTo>
                  <a:lnTo>
                    <a:pt x="812237" y="286996"/>
                  </a:lnTo>
                  <a:lnTo>
                    <a:pt x="807088" y="242298"/>
                  </a:lnTo>
                  <a:lnTo>
                    <a:pt x="792423" y="201267"/>
                  </a:lnTo>
                  <a:lnTo>
                    <a:pt x="769412" y="165073"/>
                  </a:lnTo>
                  <a:lnTo>
                    <a:pt x="739223" y="134884"/>
                  </a:lnTo>
                  <a:lnTo>
                    <a:pt x="703029" y="111873"/>
                  </a:lnTo>
                  <a:lnTo>
                    <a:pt x="661998" y="97208"/>
                  </a:lnTo>
                  <a:lnTo>
                    <a:pt x="617300" y="92060"/>
                  </a:lnTo>
                  <a:lnTo>
                    <a:pt x="565683" y="98993"/>
                  </a:lnTo>
                  <a:lnTo>
                    <a:pt x="519272" y="118530"/>
                  </a:lnTo>
                  <a:lnTo>
                    <a:pt x="490587" y="84820"/>
                  </a:lnTo>
                  <a:lnTo>
                    <a:pt x="457095" y="55889"/>
                  </a:lnTo>
                  <a:lnTo>
                    <a:pt x="419392" y="32340"/>
                  </a:lnTo>
                  <a:lnTo>
                    <a:pt x="378076" y="14774"/>
                  </a:lnTo>
                  <a:lnTo>
                    <a:pt x="333742" y="3793"/>
                  </a:lnTo>
                  <a:lnTo>
                    <a:pt x="286986" y="0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8790788" y="8198768"/>
              <a:ext cx="782320" cy="243840"/>
            </a:xfrm>
            <a:custGeom>
              <a:avLst/>
              <a:gdLst/>
              <a:ahLst/>
              <a:cxnLst/>
              <a:rect l="l" t="t" r="r" b="b"/>
              <a:pathLst>
                <a:path w="782320" h="243840">
                  <a:moveTo>
                    <a:pt x="423474" y="0"/>
                  </a:moveTo>
                  <a:lnTo>
                    <a:pt x="373777" y="5074"/>
                  </a:lnTo>
                  <a:lnTo>
                    <a:pt x="327552" y="19619"/>
                  </a:lnTo>
                  <a:lnTo>
                    <a:pt x="285812" y="42615"/>
                  </a:lnTo>
                  <a:lnTo>
                    <a:pt x="249569" y="73042"/>
                  </a:lnTo>
                  <a:lnTo>
                    <a:pt x="219836" y="109881"/>
                  </a:lnTo>
                  <a:lnTo>
                    <a:pt x="203791" y="102716"/>
                  </a:lnTo>
                  <a:lnTo>
                    <a:pt x="186825" y="97428"/>
                  </a:lnTo>
                  <a:lnTo>
                    <a:pt x="169064" y="94155"/>
                  </a:lnTo>
                  <a:lnTo>
                    <a:pt x="150634" y="93033"/>
                  </a:lnTo>
                  <a:lnTo>
                    <a:pt x="103022" y="100713"/>
                  </a:lnTo>
                  <a:lnTo>
                    <a:pt x="61672" y="122097"/>
                  </a:lnTo>
                  <a:lnTo>
                    <a:pt x="29064" y="154706"/>
                  </a:lnTo>
                  <a:lnTo>
                    <a:pt x="7679" y="196056"/>
                  </a:lnTo>
                  <a:lnTo>
                    <a:pt x="0" y="243667"/>
                  </a:lnTo>
                  <a:lnTo>
                    <a:pt x="781861" y="243667"/>
                  </a:lnTo>
                  <a:lnTo>
                    <a:pt x="774181" y="196056"/>
                  </a:lnTo>
                  <a:lnTo>
                    <a:pt x="752796" y="154706"/>
                  </a:lnTo>
                  <a:lnTo>
                    <a:pt x="720188" y="122097"/>
                  </a:lnTo>
                  <a:lnTo>
                    <a:pt x="678838" y="100713"/>
                  </a:lnTo>
                  <a:lnTo>
                    <a:pt x="631226" y="93033"/>
                  </a:lnTo>
                  <a:lnTo>
                    <a:pt x="625939" y="93033"/>
                  </a:lnTo>
                  <a:lnTo>
                    <a:pt x="620714" y="93316"/>
                  </a:lnTo>
                  <a:lnTo>
                    <a:pt x="615562" y="93840"/>
                  </a:lnTo>
                  <a:lnTo>
                    <a:pt x="585954" y="62159"/>
                  </a:lnTo>
                  <a:lnTo>
                    <a:pt x="551163" y="36146"/>
                  </a:lnTo>
                  <a:lnTo>
                    <a:pt x="511967" y="16590"/>
                  </a:lnTo>
                  <a:lnTo>
                    <a:pt x="469145" y="4278"/>
                  </a:lnTo>
                  <a:lnTo>
                    <a:pt x="423474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12482754" y="7249229"/>
              <a:ext cx="899160" cy="1193800"/>
            </a:xfrm>
            <a:custGeom>
              <a:avLst/>
              <a:gdLst/>
              <a:ahLst/>
              <a:cxnLst/>
              <a:rect l="l" t="t" r="r" b="b"/>
              <a:pathLst>
                <a:path w="899159" h="1193800">
                  <a:moveTo>
                    <a:pt x="898880" y="1193215"/>
                  </a:moveTo>
                  <a:lnTo>
                    <a:pt x="449440" y="0"/>
                  </a:lnTo>
                  <a:lnTo>
                    <a:pt x="0" y="1193215"/>
                  </a:lnTo>
                  <a:lnTo>
                    <a:pt x="436308" y="1193215"/>
                  </a:lnTo>
                  <a:lnTo>
                    <a:pt x="462572" y="1193215"/>
                  </a:lnTo>
                  <a:lnTo>
                    <a:pt x="898880" y="11932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14348620" y="5626184"/>
              <a:ext cx="1330960" cy="2816860"/>
            </a:xfrm>
            <a:custGeom>
              <a:avLst/>
              <a:gdLst/>
              <a:ahLst/>
              <a:cxnLst/>
              <a:rect l="l" t="t" r="r" b="b"/>
              <a:pathLst>
                <a:path w="1330959" h="2816859">
                  <a:moveTo>
                    <a:pt x="1330734" y="0"/>
                  </a:moveTo>
                  <a:lnTo>
                    <a:pt x="0" y="0"/>
                  </a:lnTo>
                  <a:lnTo>
                    <a:pt x="0" y="2816479"/>
                  </a:lnTo>
                  <a:lnTo>
                    <a:pt x="1330734" y="2816479"/>
                  </a:lnTo>
                  <a:lnTo>
                    <a:pt x="1330734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14485820" y="5470849"/>
              <a:ext cx="233679" cy="155575"/>
            </a:xfrm>
            <a:custGeom>
              <a:avLst/>
              <a:gdLst/>
              <a:ahLst/>
              <a:cxnLst/>
              <a:rect l="l" t="t" r="r" b="b"/>
              <a:pathLst>
                <a:path w="233680" h="155575">
                  <a:moveTo>
                    <a:pt x="233427" y="0"/>
                  </a:moveTo>
                  <a:lnTo>
                    <a:pt x="0" y="0"/>
                  </a:lnTo>
                  <a:lnTo>
                    <a:pt x="0" y="155325"/>
                  </a:lnTo>
                  <a:lnTo>
                    <a:pt x="233427" y="155325"/>
                  </a:lnTo>
                  <a:lnTo>
                    <a:pt x="233427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14537044" y="5510115"/>
              <a:ext cx="131445" cy="116205"/>
            </a:xfrm>
            <a:custGeom>
              <a:avLst/>
              <a:gdLst/>
              <a:ahLst/>
              <a:cxnLst/>
              <a:rect l="l" t="t" r="r" b="b"/>
              <a:pathLst>
                <a:path w="131444" h="116204">
                  <a:moveTo>
                    <a:pt x="130948" y="0"/>
                  </a:moveTo>
                  <a:lnTo>
                    <a:pt x="0" y="0"/>
                  </a:lnTo>
                  <a:lnTo>
                    <a:pt x="0" y="116059"/>
                  </a:lnTo>
                  <a:lnTo>
                    <a:pt x="130948" y="116059"/>
                  </a:lnTo>
                  <a:lnTo>
                    <a:pt x="130948" y="0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14348620" y="5682863"/>
              <a:ext cx="1330960" cy="30480"/>
            </a:xfrm>
            <a:custGeom>
              <a:avLst/>
              <a:gdLst/>
              <a:ahLst/>
              <a:cxnLst/>
              <a:rect l="l" t="t" r="r" b="b"/>
              <a:pathLst>
                <a:path w="1330959" h="30479">
                  <a:moveTo>
                    <a:pt x="1330734" y="0"/>
                  </a:moveTo>
                  <a:lnTo>
                    <a:pt x="0" y="0"/>
                  </a:lnTo>
                  <a:lnTo>
                    <a:pt x="0" y="29967"/>
                  </a:lnTo>
                  <a:lnTo>
                    <a:pt x="1330734" y="29967"/>
                  </a:lnTo>
                  <a:lnTo>
                    <a:pt x="1330734" y="0"/>
                  </a:lnTo>
                  <a:close/>
                </a:path>
              </a:pathLst>
            </a:custGeom>
            <a:solidFill>
              <a:srgbClr val="EBECE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8" name="object 12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501099" y="5885571"/>
              <a:ext cx="115106" cy="180497"/>
            </a:xfrm>
            <a:prstGeom prst="rect">
              <a:avLst/>
            </a:prstGeom>
          </p:spPr>
        </p:pic>
        <p:pic>
          <p:nvPicPr>
            <p:cNvPr id="129" name="object 12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804634" y="5885571"/>
              <a:ext cx="115116" cy="180497"/>
            </a:xfrm>
            <a:prstGeom prst="rect">
              <a:avLst/>
            </a:prstGeom>
          </p:spPr>
        </p:pic>
        <p:pic>
          <p:nvPicPr>
            <p:cNvPr id="130" name="object 13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108217" y="5885571"/>
              <a:ext cx="115075" cy="180497"/>
            </a:xfrm>
            <a:prstGeom prst="rect">
              <a:avLst/>
            </a:prstGeom>
          </p:spPr>
        </p:pic>
        <p:pic>
          <p:nvPicPr>
            <p:cNvPr id="131" name="object 13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411765" y="5885571"/>
              <a:ext cx="115075" cy="180497"/>
            </a:xfrm>
            <a:prstGeom prst="rect">
              <a:avLst/>
            </a:prstGeom>
          </p:spPr>
        </p:pic>
        <p:pic>
          <p:nvPicPr>
            <p:cNvPr id="132" name="object 13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501099" y="6221293"/>
              <a:ext cx="115106" cy="180486"/>
            </a:xfrm>
            <a:prstGeom prst="rect">
              <a:avLst/>
            </a:prstGeom>
          </p:spPr>
        </p:pic>
        <p:pic>
          <p:nvPicPr>
            <p:cNvPr id="133" name="object 13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804634" y="6221293"/>
              <a:ext cx="115116" cy="180486"/>
            </a:xfrm>
            <a:prstGeom prst="rect">
              <a:avLst/>
            </a:prstGeom>
          </p:spPr>
        </p:pic>
        <p:pic>
          <p:nvPicPr>
            <p:cNvPr id="134" name="object 13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108217" y="6221293"/>
              <a:ext cx="115075" cy="180486"/>
            </a:xfrm>
            <a:prstGeom prst="rect">
              <a:avLst/>
            </a:prstGeom>
          </p:spPr>
        </p:pic>
        <p:pic>
          <p:nvPicPr>
            <p:cNvPr id="135" name="object 13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411765" y="6221293"/>
              <a:ext cx="115075" cy="180486"/>
            </a:xfrm>
            <a:prstGeom prst="rect">
              <a:avLst/>
            </a:prstGeom>
          </p:spPr>
        </p:pic>
        <p:pic>
          <p:nvPicPr>
            <p:cNvPr id="136" name="object 13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501099" y="6557014"/>
              <a:ext cx="115106" cy="180476"/>
            </a:xfrm>
            <a:prstGeom prst="rect">
              <a:avLst/>
            </a:prstGeom>
          </p:spPr>
        </p:pic>
        <p:pic>
          <p:nvPicPr>
            <p:cNvPr id="137" name="object 13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804634" y="6557014"/>
              <a:ext cx="115116" cy="180476"/>
            </a:xfrm>
            <a:prstGeom prst="rect">
              <a:avLst/>
            </a:prstGeom>
          </p:spPr>
        </p:pic>
        <p:pic>
          <p:nvPicPr>
            <p:cNvPr id="138" name="object 13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108217" y="6557014"/>
              <a:ext cx="115075" cy="180476"/>
            </a:xfrm>
            <a:prstGeom prst="rect">
              <a:avLst/>
            </a:prstGeom>
          </p:spPr>
        </p:pic>
        <p:pic>
          <p:nvPicPr>
            <p:cNvPr id="139" name="object 139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411765" y="6557014"/>
              <a:ext cx="115075" cy="180476"/>
            </a:xfrm>
            <a:prstGeom prst="rect">
              <a:avLst/>
            </a:prstGeom>
          </p:spPr>
        </p:pic>
        <p:pic>
          <p:nvPicPr>
            <p:cNvPr id="140" name="object 140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501099" y="6892734"/>
              <a:ext cx="115106" cy="180486"/>
            </a:xfrm>
            <a:prstGeom prst="rect">
              <a:avLst/>
            </a:prstGeom>
          </p:spPr>
        </p:pic>
        <p:pic>
          <p:nvPicPr>
            <p:cNvPr id="141" name="object 141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4804634" y="6892734"/>
              <a:ext cx="115116" cy="180486"/>
            </a:xfrm>
            <a:prstGeom prst="rect">
              <a:avLst/>
            </a:prstGeom>
          </p:spPr>
        </p:pic>
        <p:pic>
          <p:nvPicPr>
            <p:cNvPr id="142" name="object 142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5108217" y="6892734"/>
              <a:ext cx="115075" cy="180486"/>
            </a:xfrm>
            <a:prstGeom prst="rect">
              <a:avLst/>
            </a:prstGeom>
          </p:spPr>
        </p:pic>
        <p:pic>
          <p:nvPicPr>
            <p:cNvPr id="143" name="object 143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5411765" y="6892734"/>
              <a:ext cx="115075" cy="180486"/>
            </a:xfrm>
            <a:prstGeom prst="rect">
              <a:avLst/>
            </a:prstGeom>
          </p:spPr>
        </p:pic>
        <p:pic>
          <p:nvPicPr>
            <p:cNvPr id="144" name="object 144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4501099" y="7228456"/>
              <a:ext cx="115106" cy="180476"/>
            </a:xfrm>
            <a:prstGeom prst="rect">
              <a:avLst/>
            </a:prstGeom>
          </p:spPr>
        </p:pic>
        <p:pic>
          <p:nvPicPr>
            <p:cNvPr id="145" name="object 145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4804634" y="7228456"/>
              <a:ext cx="115116" cy="180476"/>
            </a:xfrm>
            <a:prstGeom prst="rect">
              <a:avLst/>
            </a:prstGeom>
          </p:spPr>
        </p:pic>
        <p:pic>
          <p:nvPicPr>
            <p:cNvPr id="146" name="object 146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5108217" y="7228456"/>
              <a:ext cx="115075" cy="180476"/>
            </a:xfrm>
            <a:prstGeom prst="rect">
              <a:avLst/>
            </a:prstGeom>
          </p:spPr>
        </p:pic>
        <p:pic>
          <p:nvPicPr>
            <p:cNvPr id="147" name="object 147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5411765" y="7228456"/>
              <a:ext cx="115075" cy="180476"/>
            </a:xfrm>
            <a:prstGeom prst="rect">
              <a:avLst/>
            </a:prstGeom>
          </p:spPr>
        </p:pic>
        <p:pic>
          <p:nvPicPr>
            <p:cNvPr id="148" name="object 148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4501099" y="7564166"/>
              <a:ext cx="115106" cy="180497"/>
            </a:xfrm>
            <a:prstGeom prst="rect">
              <a:avLst/>
            </a:prstGeom>
          </p:spPr>
        </p:pic>
        <p:pic>
          <p:nvPicPr>
            <p:cNvPr id="149" name="object 149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4804634" y="7564166"/>
              <a:ext cx="115116" cy="180497"/>
            </a:xfrm>
            <a:prstGeom prst="rect">
              <a:avLst/>
            </a:prstGeom>
          </p:spPr>
        </p:pic>
        <p:pic>
          <p:nvPicPr>
            <p:cNvPr id="150" name="object 150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5108217" y="7564166"/>
              <a:ext cx="115075" cy="180497"/>
            </a:xfrm>
            <a:prstGeom prst="rect">
              <a:avLst/>
            </a:prstGeom>
          </p:spPr>
        </p:pic>
        <p:pic>
          <p:nvPicPr>
            <p:cNvPr id="151" name="object 151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5411765" y="7564166"/>
              <a:ext cx="115075" cy="180497"/>
            </a:xfrm>
            <a:prstGeom prst="rect">
              <a:avLst/>
            </a:prstGeom>
          </p:spPr>
        </p:pic>
        <p:pic>
          <p:nvPicPr>
            <p:cNvPr id="152" name="object 152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4501099" y="7899876"/>
              <a:ext cx="115106" cy="180497"/>
            </a:xfrm>
            <a:prstGeom prst="rect">
              <a:avLst/>
            </a:prstGeom>
          </p:spPr>
        </p:pic>
        <p:pic>
          <p:nvPicPr>
            <p:cNvPr id="153" name="object 153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4804634" y="7899876"/>
              <a:ext cx="115116" cy="180497"/>
            </a:xfrm>
            <a:prstGeom prst="rect">
              <a:avLst/>
            </a:prstGeom>
          </p:spPr>
        </p:pic>
        <p:pic>
          <p:nvPicPr>
            <p:cNvPr id="154" name="object 154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5108217" y="7899876"/>
              <a:ext cx="115075" cy="180497"/>
            </a:xfrm>
            <a:prstGeom prst="rect">
              <a:avLst/>
            </a:prstGeom>
          </p:spPr>
        </p:pic>
        <p:pic>
          <p:nvPicPr>
            <p:cNvPr id="155" name="object 155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5411765" y="7899876"/>
              <a:ext cx="115075" cy="180497"/>
            </a:xfrm>
            <a:prstGeom prst="rect">
              <a:avLst/>
            </a:prstGeom>
          </p:spPr>
        </p:pic>
        <p:sp>
          <p:nvSpPr>
            <p:cNvPr id="156" name="object 156" descr=""/>
            <p:cNvSpPr/>
            <p:nvPr/>
          </p:nvSpPr>
          <p:spPr>
            <a:xfrm>
              <a:off x="14466491" y="5365345"/>
              <a:ext cx="272415" cy="106045"/>
            </a:xfrm>
            <a:custGeom>
              <a:avLst/>
              <a:gdLst/>
              <a:ahLst/>
              <a:cxnLst/>
              <a:rect l="l" t="t" r="r" b="b"/>
              <a:pathLst>
                <a:path w="272415" h="106045">
                  <a:moveTo>
                    <a:pt x="244233" y="0"/>
                  </a:moveTo>
                  <a:lnTo>
                    <a:pt x="27821" y="0"/>
                  </a:lnTo>
                  <a:lnTo>
                    <a:pt x="0" y="105504"/>
                  </a:lnTo>
                  <a:lnTo>
                    <a:pt x="272096" y="105504"/>
                  </a:lnTo>
                  <a:lnTo>
                    <a:pt x="2442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14060808" y="8292614"/>
              <a:ext cx="481330" cy="149860"/>
            </a:xfrm>
            <a:custGeom>
              <a:avLst/>
              <a:gdLst/>
              <a:ahLst/>
              <a:cxnLst/>
              <a:rect l="l" t="t" r="r" b="b"/>
              <a:pathLst>
                <a:path w="481330" h="149859">
                  <a:moveTo>
                    <a:pt x="260379" y="0"/>
                  </a:moveTo>
                  <a:lnTo>
                    <a:pt x="222496" y="4835"/>
                  </a:lnTo>
                  <a:lnTo>
                    <a:pt x="188190" y="18525"/>
                  </a:lnTo>
                  <a:lnTo>
                    <a:pt x="158679" y="39844"/>
                  </a:lnTo>
                  <a:lnTo>
                    <a:pt x="135179" y="67568"/>
                  </a:lnTo>
                  <a:lnTo>
                    <a:pt x="125312" y="63161"/>
                  </a:lnTo>
                  <a:lnTo>
                    <a:pt x="114880" y="59907"/>
                  </a:lnTo>
                  <a:lnTo>
                    <a:pt x="103958" y="57893"/>
                  </a:lnTo>
                  <a:lnTo>
                    <a:pt x="92625" y="57202"/>
                  </a:lnTo>
                  <a:lnTo>
                    <a:pt x="56573" y="64480"/>
                  </a:lnTo>
                  <a:lnTo>
                    <a:pt x="27131" y="84329"/>
                  </a:lnTo>
                  <a:lnTo>
                    <a:pt x="7279" y="113771"/>
                  </a:lnTo>
                  <a:lnTo>
                    <a:pt x="0" y="149827"/>
                  </a:lnTo>
                  <a:lnTo>
                    <a:pt x="480749" y="149827"/>
                  </a:lnTo>
                  <a:lnTo>
                    <a:pt x="473471" y="113771"/>
                  </a:lnTo>
                  <a:lnTo>
                    <a:pt x="453622" y="84329"/>
                  </a:lnTo>
                  <a:lnTo>
                    <a:pt x="424180" y="64480"/>
                  </a:lnTo>
                  <a:lnTo>
                    <a:pt x="388124" y="57202"/>
                  </a:lnTo>
                  <a:lnTo>
                    <a:pt x="384878" y="57202"/>
                  </a:lnTo>
                  <a:lnTo>
                    <a:pt x="378491" y="57705"/>
                  </a:lnTo>
                  <a:lnTo>
                    <a:pt x="355221" y="33877"/>
                  </a:lnTo>
                  <a:lnTo>
                    <a:pt x="327154" y="15686"/>
                  </a:lnTo>
                  <a:lnTo>
                    <a:pt x="295228" y="4079"/>
                  </a:lnTo>
                  <a:lnTo>
                    <a:pt x="260379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16766076" y="4842145"/>
              <a:ext cx="286385" cy="190500"/>
            </a:xfrm>
            <a:custGeom>
              <a:avLst/>
              <a:gdLst/>
              <a:ahLst/>
              <a:cxnLst/>
              <a:rect l="l" t="t" r="r" b="b"/>
              <a:pathLst>
                <a:path w="286384" h="190500">
                  <a:moveTo>
                    <a:pt x="286190" y="0"/>
                  </a:moveTo>
                  <a:lnTo>
                    <a:pt x="0" y="0"/>
                  </a:lnTo>
                  <a:lnTo>
                    <a:pt x="0" y="190444"/>
                  </a:lnTo>
                  <a:lnTo>
                    <a:pt x="286190" y="190444"/>
                  </a:lnTo>
                  <a:lnTo>
                    <a:pt x="286190" y="0"/>
                  </a:lnTo>
                  <a:close/>
                </a:path>
              </a:pathLst>
            </a:custGeom>
            <a:solidFill>
              <a:srgbClr val="D5F4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16742367" y="4712779"/>
              <a:ext cx="334010" cy="129539"/>
            </a:xfrm>
            <a:custGeom>
              <a:avLst/>
              <a:gdLst/>
              <a:ahLst/>
              <a:cxnLst/>
              <a:rect l="l" t="t" r="r" b="b"/>
              <a:pathLst>
                <a:path w="334009" h="129539">
                  <a:moveTo>
                    <a:pt x="299467" y="0"/>
                  </a:moveTo>
                  <a:lnTo>
                    <a:pt x="34145" y="0"/>
                  </a:lnTo>
                  <a:lnTo>
                    <a:pt x="0" y="129367"/>
                  </a:lnTo>
                  <a:lnTo>
                    <a:pt x="333612" y="129367"/>
                  </a:lnTo>
                  <a:lnTo>
                    <a:pt x="2994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15689061" y="5156911"/>
              <a:ext cx="1514475" cy="3279140"/>
            </a:xfrm>
            <a:custGeom>
              <a:avLst/>
              <a:gdLst/>
              <a:ahLst/>
              <a:cxnLst/>
              <a:rect l="l" t="t" r="r" b="b"/>
              <a:pathLst>
                <a:path w="1514475" h="3279140">
                  <a:moveTo>
                    <a:pt x="1514226" y="0"/>
                  </a:moveTo>
                  <a:lnTo>
                    <a:pt x="0" y="0"/>
                  </a:lnTo>
                  <a:lnTo>
                    <a:pt x="0" y="3278989"/>
                  </a:lnTo>
                  <a:lnTo>
                    <a:pt x="1514226" y="3278989"/>
                  </a:lnTo>
                  <a:lnTo>
                    <a:pt x="1514226" y="0"/>
                  </a:lnTo>
                  <a:close/>
                </a:path>
              </a:pathLst>
            </a:custGeom>
            <a:solidFill>
              <a:srgbClr val="D7DD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15752671" y="5032600"/>
              <a:ext cx="1387475" cy="124460"/>
            </a:xfrm>
            <a:custGeom>
              <a:avLst/>
              <a:gdLst/>
              <a:ahLst/>
              <a:cxnLst/>
              <a:rect l="l" t="t" r="r" b="b"/>
              <a:pathLst>
                <a:path w="1387475" h="124460">
                  <a:moveTo>
                    <a:pt x="1387015" y="0"/>
                  </a:moveTo>
                  <a:lnTo>
                    <a:pt x="0" y="0"/>
                  </a:lnTo>
                  <a:lnTo>
                    <a:pt x="0" y="124310"/>
                  </a:lnTo>
                  <a:lnTo>
                    <a:pt x="1387015" y="124310"/>
                  </a:lnTo>
                  <a:lnTo>
                    <a:pt x="1387015" y="0"/>
                  </a:lnTo>
                  <a:close/>
                </a:path>
              </a:pathLst>
            </a:custGeom>
            <a:solidFill>
              <a:srgbClr val="D5F4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15855696" y="5362327"/>
              <a:ext cx="1181100" cy="2694305"/>
            </a:xfrm>
            <a:custGeom>
              <a:avLst/>
              <a:gdLst/>
              <a:ahLst/>
              <a:cxnLst/>
              <a:rect l="l" t="t" r="r" b="b"/>
              <a:pathLst>
                <a:path w="1181100" h="2694304">
                  <a:moveTo>
                    <a:pt x="279641" y="2471648"/>
                  </a:moveTo>
                  <a:lnTo>
                    <a:pt x="0" y="2471648"/>
                  </a:lnTo>
                  <a:lnTo>
                    <a:pt x="0" y="2693847"/>
                  </a:lnTo>
                  <a:lnTo>
                    <a:pt x="279641" y="2693847"/>
                  </a:lnTo>
                  <a:lnTo>
                    <a:pt x="279641" y="2471648"/>
                  </a:lnTo>
                  <a:close/>
                </a:path>
                <a:path w="1181100" h="2694304">
                  <a:moveTo>
                    <a:pt x="279641" y="2059698"/>
                  </a:moveTo>
                  <a:lnTo>
                    <a:pt x="0" y="2059698"/>
                  </a:lnTo>
                  <a:lnTo>
                    <a:pt x="0" y="2281910"/>
                  </a:lnTo>
                  <a:lnTo>
                    <a:pt x="279641" y="2281910"/>
                  </a:lnTo>
                  <a:lnTo>
                    <a:pt x="279641" y="2059698"/>
                  </a:lnTo>
                  <a:close/>
                </a:path>
                <a:path w="1181100" h="2694304">
                  <a:moveTo>
                    <a:pt x="279641" y="1647748"/>
                  </a:moveTo>
                  <a:lnTo>
                    <a:pt x="0" y="1647748"/>
                  </a:lnTo>
                  <a:lnTo>
                    <a:pt x="0" y="1869948"/>
                  </a:lnTo>
                  <a:lnTo>
                    <a:pt x="279641" y="1869948"/>
                  </a:lnTo>
                  <a:lnTo>
                    <a:pt x="279641" y="1647748"/>
                  </a:lnTo>
                  <a:close/>
                </a:path>
                <a:path w="1181100" h="2694304">
                  <a:moveTo>
                    <a:pt x="279641" y="1235798"/>
                  </a:moveTo>
                  <a:lnTo>
                    <a:pt x="0" y="1235798"/>
                  </a:lnTo>
                  <a:lnTo>
                    <a:pt x="0" y="1458010"/>
                  </a:lnTo>
                  <a:lnTo>
                    <a:pt x="279641" y="1458010"/>
                  </a:lnTo>
                  <a:lnTo>
                    <a:pt x="279641" y="1235798"/>
                  </a:lnTo>
                  <a:close/>
                </a:path>
                <a:path w="1181100" h="2694304">
                  <a:moveTo>
                    <a:pt x="279641" y="823899"/>
                  </a:moveTo>
                  <a:lnTo>
                    <a:pt x="0" y="823899"/>
                  </a:lnTo>
                  <a:lnTo>
                    <a:pt x="0" y="1046060"/>
                  </a:lnTo>
                  <a:lnTo>
                    <a:pt x="279641" y="1046060"/>
                  </a:lnTo>
                  <a:lnTo>
                    <a:pt x="279641" y="823899"/>
                  </a:lnTo>
                  <a:close/>
                </a:path>
                <a:path w="1181100" h="2694304">
                  <a:moveTo>
                    <a:pt x="279641" y="411949"/>
                  </a:moveTo>
                  <a:lnTo>
                    <a:pt x="0" y="411949"/>
                  </a:lnTo>
                  <a:lnTo>
                    <a:pt x="0" y="634111"/>
                  </a:lnTo>
                  <a:lnTo>
                    <a:pt x="279641" y="634111"/>
                  </a:lnTo>
                  <a:lnTo>
                    <a:pt x="279641" y="411949"/>
                  </a:lnTo>
                  <a:close/>
                </a:path>
                <a:path w="1181100" h="2694304">
                  <a:moveTo>
                    <a:pt x="279641" y="0"/>
                  </a:moveTo>
                  <a:lnTo>
                    <a:pt x="0" y="0"/>
                  </a:lnTo>
                  <a:lnTo>
                    <a:pt x="0" y="222161"/>
                  </a:lnTo>
                  <a:lnTo>
                    <a:pt x="279641" y="222161"/>
                  </a:lnTo>
                  <a:lnTo>
                    <a:pt x="279641" y="0"/>
                  </a:lnTo>
                  <a:close/>
                </a:path>
                <a:path w="1181100" h="2694304">
                  <a:moveTo>
                    <a:pt x="730262" y="2471648"/>
                  </a:moveTo>
                  <a:lnTo>
                    <a:pt x="450634" y="2471648"/>
                  </a:lnTo>
                  <a:lnTo>
                    <a:pt x="450634" y="2693847"/>
                  </a:lnTo>
                  <a:lnTo>
                    <a:pt x="730262" y="2693847"/>
                  </a:lnTo>
                  <a:lnTo>
                    <a:pt x="730262" y="2471648"/>
                  </a:lnTo>
                  <a:close/>
                </a:path>
                <a:path w="1181100" h="2694304">
                  <a:moveTo>
                    <a:pt x="730262" y="2059698"/>
                  </a:moveTo>
                  <a:lnTo>
                    <a:pt x="450634" y="2059698"/>
                  </a:lnTo>
                  <a:lnTo>
                    <a:pt x="450634" y="2281910"/>
                  </a:lnTo>
                  <a:lnTo>
                    <a:pt x="730262" y="2281910"/>
                  </a:lnTo>
                  <a:lnTo>
                    <a:pt x="730262" y="2059698"/>
                  </a:lnTo>
                  <a:close/>
                </a:path>
                <a:path w="1181100" h="2694304">
                  <a:moveTo>
                    <a:pt x="730262" y="1647748"/>
                  </a:moveTo>
                  <a:lnTo>
                    <a:pt x="450634" y="1647748"/>
                  </a:lnTo>
                  <a:lnTo>
                    <a:pt x="450634" y="1869948"/>
                  </a:lnTo>
                  <a:lnTo>
                    <a:pt x="730262" y="1869948"/>
                  </a:lnTo>
                  <a:lnTo>
                    <a:pt x="730262" y="1647748"/>
                  </a:lnTo>
                  <a:close/>
                </a:path>
                <a:path w="1181100" h="2694304">
                  <a:moveTo>
                    <a:pt x="730262" y="1235798"/>
                  </a:moveTo>
                  <a:lnTo>
                    <a:pt x="450634" y="1235798"/>
                  </a:lnTo>
                  <a:lnTo>
                    <a:pt x="450634" y="1458010"/>
                  </a:lnTo>
                  <a:lnTo>
                    <a:pt x="730262" y="1458010"/>
                  </a:lnTo>
                  <a:lnTo>
                    <a:pt x="730262" y="1235798"/>
                  </a:lnTo>
                  <a:close/>
                </a:path>
                <a:path w="1181100" h="2694304">
                  <a:moveTo>
                    <a:pt x="730262" y="823899"/>
                  </a:moveTo>
                  <a:lnTo>
                    <a:pt x="450634" y="823899"/>
                  </a:lnTo>
                  <a:lnTo>
                    <a:pt x="450634" y="1046060"/>
                  </a:lnTo>
                  <a:lnTo>
                    <a:pt x="730262" y="1046060"/>
                  </a:lnTo>
                  <a:lnTo>
                    <a:pt x="730262" y="823899"/>
                  </a:lnTo>
                  <a:close/>
                </a:path>
                <a:path w="1181100" h="2694304">
                  <a:moveTo>
                    <a:pt x="730262" y="411949"/>
                  </a:moveTo>
                  <a:lnTo>
                    <a:pt x="450634" y="411949"/>
                  </a:lnTo>
                  <a:lnTo>
                    <a:pt x="450634" y="634111"/>
                  </a:lnTo>
                  <a:lnTo>
                    <a:pt x="730262" y="634111"/>
                  </a:lnTo>
                  <a:lnTo>
                    <a:pt x="730262" y="411949"/>
                  </a:lnTo>
                  <a:close/>
                </a:path>
                <a:path w="1181100" h="2694304">
                  <a:moveTo>
                    <a:pt x="730262" y="0"/>
                  </a:moveTo>
                  <a:lnTo>
                    <a:pt x="450634" y="0"/>
                  </a:lnTo>
                  <a:lnTo>
                    <a:pt x="450634" y="222161"/>
                  </a:lnTo>
                  <a:lnTo>
                    <a:pt x="730262" y="222161"/>
                  </a:lnTo>
                  <a:lnTo>
                    <a:pt x="730262" y="0"/>
                  </a:lnTo>
                  <a:close/>
                </a:path>
                <a:path w="1181100" h="2694304">
                  <a:moveTo>
                    <a:pt x="1180947" y="2471648"/>
                  </a:moveTo>
                  <a:lnTo>
                    <a:pt x="901306" y="2471648"/>
                  </a:lnTo>
                  <a:lnTo>
                    <a:pt x="901306" y="2693847"/>
                  </a:lnTo>
                  <a:lnTo>
                    <a:pt x="1180947" y="2693847"/>
                  </a:lnTo>
                  <a:lnTo>
                    <a:pt x="1180947" y="2471648"/>
                  </a:lnTo>
                  <a:close/>
                </a:path>
                <a:path w="1181100" h="2694304">
                  <a:moveTo>
                    <a:pt x="1180947" y="2059698"/>
                  </a:moveTo>
                  <a:lnTo>
                    <a:pt x="901306" y="2059698"/>
                  </a:lnTo>
                  <a:lnTo>
                    <a:pt x="901306" y="2281910"/>
                  </a:lnTo>
                  <a:lnTo>
                    <a:pt x="1180947" y="2281910"/>
                  </a:lnTo>
                  <a:lnTo>
                    <a:pt x="1180947" y="2059698"/>
                  </a:lnTo>
                  <a:close/>
                </a:path>
                <a:path w="1181100" h="2694304">
                  <a:moveTo>
                    <a:pt x="1180947" y="1647748"/>
                  </a:moveTo>
                  <a:lnTo>
                    <a:pt x="901306" y="1647748"/>
                  </a:lnTo>
                  <a:lnTo>
                    <a:pt x="901306" y="1869948"/>
                  </a:lnTo>
                  <a:lnTo>
                    <a:pt x="1180947" y="1869948"/>
                  </a:lnTo>
                  <a:lnTo>
                    <a:pt x="1180947" y="1647748"/>
                  </a:lnTo>
                  <a:close/>
                </a:path>
                <a:path w="1181100" h="2694304">
                  <a:moveTo>
                    <a:pt x="1180947" y="1235798"/>
                  </a:moveTo>
                  <a:lnTo>
                    <a:pt x="901306" y="1235798"/>
                  </a:lnTo>
                  <a:lnTo>
                    <a:pt x="901306" y="1458010"/>
                  </a:lnTo>
                  <a:lnTo>
                    <a:pt x="1180947" y="1458010"/>
                  </a:lnTo>
                  <a:lnTo>
                    <a:pt x="1180947" y="1235798"/>
                  </a:lnTo>
                  <a:close/>
                </a:path>
                <a:path w="1181100" h="2694304">
                  <a:moveTo>
                    <a:pt x="1180947" y="823899"/>
                  </a:moveTo>
                  <a:lnTo>
                    <a:pt x="901306" y="823899"/>
                  </a:lnTo>
                  <a:lnTo>
                    <a:pt x="901306" y="1046060"/>
                  </a:lnTo>
                  <a:lnTo>
                    <a:pt x="1180947" y="1046060"/>
                  </a:lnTo>
                  <a:lnTo>
                    <a:pt x="1180947" y="823899"/>
                  </a:lnTo>
                  <a:close/>
                </a:path>
                <a:path w="1181100" h="2694304">
                  <a:moveTo>
                    <a:pt x="1180947" y="411949"/>
                  </a:moveTo>
                  <a:lnTo>
                    <a:pt x="901306" y="411949"/>
                  </a:lnTo>
                  <a:lnTo>
                    <a:pt x="901306" y="634111"/>
                  </a:lnTo>
                  <a:lnTo>
                    <a:pt x="1180947" y="634111"/>
                  </a:lnTo>
                  <a:lnTo>
                    <a:pt x="1180947" y="411949"/>
                  </a:lnTo>
                  <a:close/>
                </a:path>
                <a:path w="1181100" h="2694304">
                  <a:moveTo>
                    <a:pt x="1180947" y="0"/>
                  </a:moveTo>
                  <a:lnTo>
                    <a:pt x="901306" y="0"/>
                  </a:lnTo>
                  <a:lnTo>
                    <a:pt x="901306" y="222161"/>
                  </a:lnTo>
                  <a:lnTo>
                    <a:pt x="1180947" y="222161"/>
                  </a:lnTo>
                  <a:lnTo>
                    <a:pt x="11809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15845079" y="8392039"/>
              <a:ext cx="20955" cy="27940"/>
            </a:xfrm>
            <a:custGeom>
              <a:avLst/>
              <a:gdLst/>
              <a:ahLst/>
              <a:cxnLst/>
              <a:rect l="l" t="t" r="r" b="b"/>
              <a:pathLst>
                <a:path w="20955" h="27940">
                  <a:moveTo>
                    <a:pt x="20904" y="3035"/>
                  </a:moveTo>
                  <a:lnTo>
                    <a:pt x="0" y="27686"/>
                  </a:lnTo>
                  <a:lnTo>
                    <a:pt x="4406" y="26758"/>
                  </a:lnTo>
                  <a:lnTo>
                    <a:pt x="8470" y="24650"/>
                  </a:lnTo>
                  <a:lnTo>
                    <a:pt x="11836" y="21742"/>
                  </a:lnTo>
                  <a:lnTo>
                    <a:pt x="17449" y="12852"/>
                  </a:lnTo>
                  <a:lnTo>
                    <a:pt x="11836" y="21742"/>
                  </a:lnTo>
                  <a:lnTo>
                    <a:pt x="15900" y="18186"/>
                  </a:lnTo>
                  <a:lnTo>
                    <a:pt x="18897" y="13474"/>
                  </a:lnTo>
                  <a:lnTo>
                    <a:pt x="20180" y="8432"/>
                  </a:lnTo>
                  <a:lnTo>
                    <a:pt x="20904" y="3035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4" name="object 164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322628" y="2811225"/>
              <a:ext cx="3260286" cy="6924559"/>
            </a:xfrm>
            <a:prstGeom prst="rect">
              <a:avLst/>
            </a:prstGeom>
          </p:spPr>
        </p:pic>
      </p:grpSp>
      <p:sp>
        <p:nvSpPr>
          <p:cNvPr id="165" name="object 165" descr=""/>
          <p:cNvSpPr txBox="1"/>
          <p:nvPr/>
        </p:nvSpPr>
        <p:spPr>
          <a:xfrm>
            <a:off x="624158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415164" y="592034"/>
            <a:ext cx="16931640" cy="6745605"/>
            <a:chOff x="1415164" y="592034"/>
            <a:chExt cx="16931640" cy="6745605"/>
          </a:xfrm>
        </p:grpSpPr>
        <p:sp>
          <p:nvSpPr>
            <p:cNvPr id="3" name="object 3" descr=""/>
            <p:cNvSpPr/>
            <p:nvPr/>
          </p:nvSpPr>
          <p:spPr>
            <a:xfrm>
              <a:off x="1445475" y="592041"/>
              <a:ext cx="16887190" cy="6745605"/>
            </a:xfrm>
            <a:custGeom>
              <a:avLst/>
              <a:gdLst/>
              <a:ahLst/>
              <a:cxnLst/>
              <a:rect l="l" t="t" r="r" b="b"/>
              <a:pathLst>
                <a:path w="16887190" h="6745605">
                  <a:moveTo>
                    <a:pt x="16886657" y="0"/>
                  </a:moveTo>
                  <a:lnTo>
                    <a:pt x="0" y="0"/>
                  </a:lnTo>
                  <a:lnTo>
                    <a:pt x="0" y="3623157"/>
                  </a:lnTo>
                  <a:lnTo>
                    <a:pt x="0" y="6745554"/>
                  </a:lnTo>
                  <a:lnTo>
                    <a:pt x="16886657" y="6745554"/>
                  </a:lnTo>
                  <a:lnTo>
                    <a:pt x="16886657" y="3623157"/>
                  </a:lnTo>
                  <a:lnTo>
                    <a:pt x="16886657" y="0"/>
                  </a:lnTo>
                  <a:close/>
                </a:path>
              </a:pathLst>
            </a:custGeom>
            <a:solidFill>
              <a:srgbClr val="C9F0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415164" y="5334243"/>
              <a:ext cx="16931640" cy="1990725"/>
            </a:xfrm>
            <a:custGeom>
              <a:avLst/>
              <a:gdLst/>
              <a:ahLst/>
              <a:cxnLst/>
              <a:rect l="l" t="t" r="r" b="b"/>
              <a:pathLst>
                <a:path w="16931640" h="1990725">
                  <a:moveTo>
                    <a:pt x="11987320" y="0"/>
                  </a:moveTo>
                  <a:lnTo>
                    <a:pt x="11941033" y="5629"/>
                  </a:lnTo>
                  <a:lnTo>
                    <a:pt x="11899478" y="21509"/>
                  </a:lnTo>
                  <a:lnTo>
                    <a:pt x="11864336" y="46125"/>
                  </a:lnTo>
                  <a:lnTo>
                    <a:pt x="11837288" y="77965"/>
                  </a:lnTo>
                  <a:lnTo>
                    <a:pt x="11817870" y="120069"/>
                  </a:lnTo>
                  <a:lnTo>
                    <a:pt x="11797717" y="114862"/>
                  </a:lnTo>
                  <a:lnTo>
                    <a:pt x="11756801" y="120802"/>
                  </a:lnTo>
                  <a:lnTo>
                    <a:pt x="11725942" y="146931"/>
                  </a:lnTo>
                  <a:lnTo>
                    <a:pt x="11718575" y="163974"/>
                  </a:lnTo>
                  <a:lnTo>
                    <a:pt x="11714117" y="155259"/>
                  </a:lnTo>
                  <a:lnTo>
                    <a:pt x="11661478" y="120802"/>
                  </a:lnTo>
                  <a:lnTo>
                    <a:pt x="11600334" y="114862"/>
                  </a:lnTo>
                  <a:lnTo>
                    <a:pt x="11570223" y="120069"/>
                  </a:lnTo>
                  <a:lnTo>
                    <a:pt x="11567019" y="115514"/>
                  </a:lnTo>
                  <a:lnTo>
                    <a:pt x="11515744" y="56010"/>
                  </a:lnTo>
                  <a:lnTo>
                    <a:pt x="11475907" y="32819"/>
                  </a:lnTo>
                  <a:lnTo>
                    <a:pt x="11428540" y="15170"/>
                  </a:lnTo>
                  <a:lnTo>
                    <a:pt x="11375099" y="3938"/>
                  </a:lnTo>
                  <a:lnTo>
                    <a:pt x="11317037" y="0"/>
                  </a:lnTo>
                  <a:lnTo>
                    <a:pt x="11271584" y="5489"/>
                  </a:lnTo>
                  <a:lnTo>
                    <a:pt x="11227053" y="20940"/>
                  </a:lnTo>
                  <a:lnTo>
                    <a:pt x="11183841" y="44821"/>
                  </a:lnTo>
                  <a:lnTo>
                    <a:pt x="11142343" y="75606"/>
                  </a:lnTo>
                  <a:lnTo>
                    <a:pt x="11102955" y="111765"/>
                  </a:lnTo>
                  <a:lnTo>
                    <a:pt x="11066073" y="151769"/>
                  </a:lnTo>
                  <a:lnTo>
                    <a:pt x="11032093" y="194090"/>
                  </a:lnTo>
                  <a:lnTo>
                    <a:pt x="11001410" y="237198"/>
                  </a:lnTo>
                  <a:lnTo>
                    <a:pt x="10974421" y="279565"/>
                  </a:lnTo>
                  <a:lnTo>
                    <a:pt x="10951521" y="319662"/>
                  </a:lnTo>
                  <a:lnTo>
                    <a:pt x="10933106" y="355961"/>
                  </a:lnTo>
                  <a:lnTo>
                    <a:pt x="10911314" y="411047"/>
                  </a:lnTo>
                  <a:lnTo>
                    <a:pt x="10908729" y="426777"/>
                  </a:lnTo>
                  <a:lnTo>
                    <a:pt x="10912212" y="432594"/>
                  </a:lnTo>
                  <a:lnTo>
                    <a:pt x="10906709" y="466211"/>
                  </a:lnTo>
                  <a:lnTo>
                    <a:pt x="10886646" y="525083"/>
                  </a:lnTo>
                  <a:lnTo>
                    <a:pt x="10855284" y="573445"/>
                  </a:lnTo>
                  <a:lnTo>
                    <a:pt x="10813555" y="612067"/>
                  </a:lnTo>
                  <a:lnTo>
                    <a:pt x="10762394" y="641716"/>
                  </a:lnTo>
                  <a:lnTo>
                    <a:pt x="10702732" y="663162"/>
                  </a:lnTo>
                  <a:lnTo>
                    <a:pt x="10635503" y="677172"/>
                  </a:lnTo>
                  <a:lnTo>
                    <a:pt x="10561640" y="684516"/>
                  </a:lnTo>
                  <a:lnTo>
                    <a:pt x="10522512" y="685928"/>
                  </a:lnTo>
                  <a:lnTo>
                    <a:pt x="10482076" y="685962"/>
                  </a:lnTo>
                  <a:lnTo>
                    <a:pt x="10440448" y="684713"/>
                  </a:lnTo>
                  <a:lnTo>
                    <a:pt x="10397744" y="682278"/>
                  </a:lnTo>
                  <a:lnTo>
                    <a:pt x="10354082" y="678753"/>
                  </a:lnTo>
                  <a:lnTo>
                    <a:pt x="10309578" y="674233"/>
                  </a:lnTo>
                  <a:lnTo>
                    <a:pt x="10264348" y="668816"/>
                  </a:lnTo>
                  <a:lnTo>
                    <a:pt x="10218509" y="662596"/>
                  </a:lnTo>
                  <a:lnTo>
                    <a:pt x="10172179" y="655670"/>
                  </a:lnTo>
                  <a:lnTo>
                    <a:pt x="10125472" y="648134"/>
                  </a:lnTo>
                  <a:lnTo>
                    <a:pt x="10078507" y="640085"/>
                  </a:lnTo>
                  <a:lnTo>
                    <a:pt x="10031400" y="631618"/>
                  </a:lnTo>
                  <a:lnTo>
                    <a:pt x="9984266" y="622829"/>
                  </a:lnTo>
                  <a:lnTo>
                    <a:pt x="9890390" y="604670"/>
                  </a:lnTo>
                  <a:lnTo>
                    <a:pt x="9752298" y="577420"/>
                  </a:lnTo>
                  <a:lnTo>
                    <a:pt x="9663413" y="560367"/>
                  </a:lnTo>
                  <a:lnTo>
                    <a:pt x="9620274" y="552463"/>
                  </a:lnTo>
                  <a:lnTo>
                    <a:pt x="9578158" y="545101"/>
                  </a:lnTo>
                  <a:lnTo>
                    <a:pt x="9537183" y="538379"/>
                  </a:lnTo>
                  <a:lnTo>
                    <a:pt x="9497466" y="532391"/>
                  </a:lnTo>
                  <a:lnTo>
                    <a:pt x="9459122" y="527235"/>
                  </a:lnTo>
                  <a:lnTo>
                    <a:pt x="9387023" y="519800"/>
                  </a:lnTo>
                  <a:lnTo>
                    <a:pt x="9321819" y="516842"/>
                  </a:lnTo>
                  <a:lnTo>
                    <a:pt x="9292095" y="517282"/>
                  </a:lnTo>
                  <a:lnTo>
                    <a:pt x="9238984" y="522480"/>
                  </a:lnTo>
                  <a:lnTo>
                    <a:pt x="9195101" y="534077"/>
                  </a:lnTo>
                  <a:lnTo>
                    <a:pt x="9161379" y="552841"/>
                  </a:lnTo>
                  <a:lnTo>
                    <a:pt x="9131889" y="596107"/>
                  </a:lnTo>
                  <a:lnTo>
                    <a:pt x="9128761" y="588360"/>
                  </a:lnTo>
                  <a:lnTo>
                    <a:pt x="9088535" y="554014"/>
                  </a:lnTo>
                  <a:lnTo>
                    <a:pt x="9061508" y="549900"/>
                  </a:lnTo>
                  <a:lnTo>
                    <a:pt x="9034737" y="555197"/>
                  </a:lnTo>
                  <a:lnTo>
                    <a:pt x="9011474" y="569836"/>
                  </a:lnTo>
                  <a:lnTo>
                    <a:pt x="9007160" y="574296"/>
                  </a:lnTo>
                  <a:lnTo>
                    <a:pt x="9003663" y="570422"/>
                  </a:lnTo>
                  <a:lnTo>
                    <a:pt x="8999841" y="566705"/>
                  </a:lnTo>
                  <a:lnTo>
                    <a:pt x="8995726" y="563187"/>
                  </a:lnTo>
                  <a:lnTo>
                    <a:pt x="8951365" y="538101"/>
                  </a:lnTo>
                  <a:lnTo>
                    <a:pt x="8901459" y="530513"/>
                  </a:lnTo>
                  <a:lnTo>
                    <a:pt x="8852027" y="540291"/>
                  </a:lnTo>
                  <a:lnTo>
                    <a:pt x="8809093" y="567302"/>
                  </a:lnTo>
                  <a:lnTo>
                    <a:pt x="8782397" y="604391"/>
                  </a:lnTo>
                  <a:lnTo>
                    <a:pt x="8772727" y="646137"/>
                  </a:lnTo>
                  <a:lnTo>
                    <a:pt x="8767626" y="638525"/>
                  </a:lnTo>
                  <a:lnTo>
                    <a:pt x="8721314" y="599801"/>
                  </a:lnTo>
                  <a:lnTo>
                    <a:pt x="8659799" y="584931"/>
                  </a:lnTo>
                  <a:lnTo>
                    <a:pt x="8628156" y="587804"/>
                  </a:lnTo>
                  <a:lnTo>
                    <a:pt x="8615584" y="560509"/>
                  </a:lnTo>
                  <a:lnTo>
                    <a:pt x="8579485" y="509881"/>
                  </a:lnTo>
                  <a:lnTo>
                    <a:pt x="8514039" y="457454"/>
                  </a:lnTo>
                  <a:lnTo>
                    <a:pt x="8468053" y="435885"/>
                  </a:lnTo>
                  <a:lnTo>
                    <a:pt x="8419306" y="422431"/>
                  </a:lnTo>
                  <a:lnTo>
                    <a:pt x="8369091" y="417063"/>
                  </a:lnTo>
                  <a:lnTo>
                    <a:pt x="8318700" y="419751"/>
                  </a:lnTo>
                  <a:lnTo>
                    <a:pt x="8269428" y="430466"/>
                  </a:lnTo>
                  <a:lnTo>
                    <a:pt x="8222566" y="449180"/>
                  </a:lnTo>
                  <a:lnTo>
                    <a:pt x="8211927" y="447860"/>
                  </a:lnTo>
                  <a:lnTo>
                    <a:pt x="8231491" y="409659"/>
                  </a:lnTo>
                  <a:lnTo>
                    <a:pt x="8235075" y="368593"/>
                  </a:lnTo>
                  <a:lnTo>
                    <a:pt x="8222781" y="328693"/>
                  </a:lnTo>
                  <a:lnTo>
                    <a:pt x="8194713" y="293991"/>
                  </a:lnTo>
                  <a:lnTo>
                    <a:pt x="8167703" y="276114"/>
                  </a:lnTo>
                  <a:lnTo>
                    <a:pt x="8137595" y="265228"/>
                  </a:lnTo>
                  <a:lnTo>
                    <a:pt x="8105900" y="261294"/>
                  </a:lnTo>
                  <a:lnTo>
                    <a:pt x="8074131" y="264274"/>
                  </a:lnTo>
                  <a:lnTo>
                    <a:pt x="8066899" y="241445"/>
                  </a:lnTo>
                  <a:lnTo>
                    <a:pt x="8041022" y="199191"/>
                  </a:lnTo>
                  <a:lnTo>
                    <a:pt x="7979485" y="153386"/>
                  </a:lnTo>
                  <a:lnTo>
                    <a:pt x="7931401" y="138907"/>
                  </a:lnTo>
                  <a:lnTo>
                    <a:pt x="7881327" y="137084"/>
                  </a:lnTo>
                  <a:lnTo>
                    <a:pt x="7832448" y="147844"/>
                  </a:lnTo>
                  <a:lnTo>
                    <a:pt x="7787951" y="171115"/>
                  </a:lnTo>
                  <a:lnTo>
                    <a:pt x="7785544" y="160447"/>
                  </a:lnTo>
                  <a:lnTo>
                    <a:pt x="7748338" y="120802"/>
                  </a:lnTo>
                  <a:lnTo>
                    <a:pt x="7707435" y="114862"/>
                  </a:lnTo>
                  <a:lnTo>
                    <a:pt x="7687294" y="120069"/>
                  </a:lnTo>
                  <a:lnTo>
                    <a:pt x="7667849" y="77965"/>
                  </a:lnTo>
                  <a:lnTo>
                    <a:pt x="7640804" y="46125"/>
                  </a:lnTo>
                  <a:lnTo>
                    <a:pt x="7605662" y="21509"/>
                  </a:lnTo>
                  <a:lnTo>
                    <a:pt x="7564105" y="5629"/>
                  </a:lnTo>
                  <a:lnTo>
                    <a:pt x="7517812" y="0"/>
                  </a:lnTo>
                  <a:lnTo>
                    <a:pt x="7493598" y="1511"/>
                  </a:lnTo>
                  <a:lnTo>
                    <a:pt x="7470409" y="5908"/>
                  </a:lnTo>
                  <a:lnTo>
                    <a:pt x="7448475" y="12987"/>
                  </a:lnTo>
                  <a:lnTo>
                    <a:pt x="7428025" y="22543"/>
                  </a:lnTo>
                  <a:lnTo>
                    <a:pt x="7407583" y="12987"/>
                  </a:lnTo>
                  <a:lnTo>
                    <a:pt x="7385659" y="5908"/>
                  </a:lnTo>
                  <a:lnTo>
                    <a:pt x="7362479" y="1511"/>
                  </a:lnTo>
                  <a:lnTo>
                    <a:pt x="7338268" y="0"/>
                  </a:lnTo>
                  <a:lnTo>
                    <a:pt x="7291976" y="5629"/>
                  </a:lnTo>
                  <a:lnTo>
                    <a:pt x="7250419" y="21509"/>
                  </a:lnTo>
                  <a:lnTo>
                    <a:pt x="7215279" y="46125"/>
                  </a:lnTo>
                  <a:lnTo>
                    <a:pt x="7188237" y="77965"/>
                  </a:lnTo>
                  <a:lnTo>
                    <a:pt x="7168818" y="120069"/>
                  </a:lnTo>
                  <a:lnTo>
                    <a:pt x="7148658" y="114862"/>
                  </a:lnTo>
                  <a:lnTo>
                    <a:pt x="7107743" y="120802"/>
                  </a:lnTo>
                  <a:lnTo>
                    <a:pt x="7074980" y="150207"/>
                  </a:lnTo>
                  <a:lnTo>
                    <a:pt x="7068130" y="171115"/>
                  </a:lnTo>
                  <a:lnTo>
                    <a:pt x="7023645" y="147844"/>
                  </a:lnTo>
                  <a:lnTo>
                    <a:pt x="6974767" y="137084"/>
                  </a:lnTo>
                  <a:lnTo>
                    <a:pt x="6924687" y="138907"/>
                  </a:lnTo>
                  <a:lnTo>
                    <a:pt x="6876593" y="153386"/>
                  </a:lnTo>
                  <a:lnTo>
                    <a:pt x="6833676" y="180591"/>
                  </a:lnTo>
                  <a:lnTo>
                    <a:pt x="6800231" y="219613"/>
                  </a:lnTo>
                  <a:lnTo>
                    <a:pt x="6781950" y="264274"/>
                  </a:lnTo>
                  <a:lnTo>
                    <a:pt x="6750194" y="261294"/>
                  </a:lnTo>
                  <a:lnTo>
                    <a:pt x="6688382" y="276114"/>
                  </a:lnTo>
                  <a:lnTo>
                    <a:pt x="6633300" y="328693"/>
                  </a:lnTo>
                  <a:lnTo>
                    <a:pt x="6621006" y="368593"/>
                  </a:lnTo>
                  <a:lnTo>
                    <a:pt x="6624590" y="409659"/>
                  </a:lnTo>
                  <a:lnTo>
                    <a:pt x="6644153" y="447860"/>
                  </a:lnTo>
                  <a:lnTo>
                    <a:pt x="6633515" y="449180"/>
                  </a:lnTo>
                  <a:lnTo>
                    <a:pt x="6586654" y="430466"/>
                  </a:lnTo>
                  <a:lnTo>
                    <a:pt x="6537382" y="419751"/>
                  </a:lnTo>
                  <a:lnTo>
                    <a:pt x="6486993" y="417063"/>
                  </a:lnTo>
                  <a:lnTo>
                    <a:pt x="6436779" y="422431"/>
                  </a:lnTo>
                  <a:lnTo>
                    <a:pt x="6388032" y="435885"/>
                  </a:lnTo>
                  <a:lnTo>
                    <a:pt x="6342045" y="457454"/>
                  </a:lnTo>
                  <a:lnTo>
                    <a:pt x="6300111" y="487168"/>
                  </a:lnTo>
                  <a:lnTo>
                    <a:pt x="6256723" y="534431"/>
                  </a:lnTo>
                  <a:lnTo>
                    <a:pt x="6227925" y="587804"/>
                  </a:lnTo>
                  <a:lnTo>
                    <a:pt x="6196280" y="584931"/>
                  </a:lnTo>
                  <a:lnTo>
                    <a:pt x="6134762" y="599801"/>
                  </a:lnTo>
                  <a:lnTo>
                    <a:pt x="6100717" y="624231"/>
                  </a:lnTo>
                  <a:lnTo>
                    <a:pt x="6083354" y="646137"/>
                  </a:lnTo>
                  <a:lnTo>
                    <a:pt x="6080642" y="624956"/>
                  </a:lnTo>
                  <a:lnTo>
                    <a:pt x="6062484" y="584990"/>
                  </a:lnTo>
                  <a:lnTo>
                    <a:pt x="6004062" y="540291"/>
                  </a:lnTo>
                  <a:lnTo>
                    <a:pt x="5954626" y="530513"/>
                  </a:lnTo>
                  <a:lnTo>
                    <a:pt x="5904720" y="538101"/>
                  </a:lnTo>
                  <a:lnTo>
                    <a:pt x="5860366" y="563187"/>
                  </a:lnTo>
                  <a:lnTo>
                    <a:pt x="5856240" y="566705"/>
                  </a:lnTo>
                  <a:lnTo>
                    <a:pt x="5852439" y="570422"/>
                  </a:lnTo>
                  <a:lnTo>
                    <a:pt x="5848931" y="574296"/>
                  </a:lnTo>
                  <a:lnTo>
                    <a:pt x="5844628" y="569836"/>
                  </a:lnTo>
                  <a:lnTo>
                    <a:pt x="5821362" y="555197"/>
                  </a:lnTo>
                  <a:lnTo>
                    <a:pt x="5794585" y="549900"/>
                  </a:lnTo>
                  <a:lnTo>
                    <a:pt x="5767553" y="554014"/>
                  </a:lnTo>
                  <a:lnTo>
                    <a:pt x="5731591" y="580957"/>
                  </a:lnTo>
                  <a:lnTo>
                    <a:pt x="5724192" y="596107"/>
                  </a:lnTo>
                  <a:lnTo>
                    <a:pt x="5718648" y="552584"/>
                  </a:lnTo>
                  <a:lnTo>
                    <a:pt x="5710134" y="512332"/>
                  </a:lnTo>
                  <a:lnTo>
                    <a:pt x="5698809" y="475289"/>
                  </a:lnTo>
                  <a:lnTo>
                    <a:pt x="5668348" y="410572"/>
                  </a:lnTo>
                  <a:lnTo>
                    <a:pt x="5628525" y="357918"/>
                  </a:lnTo>
                  <a:lnTo>
                    <a:pt x="5580596" y="316816"/>
                  </a:lnTo>
                  <a:lnTo>
                    <a:pt x="5525819" y="286753"/>
                  </a:lnTo>
                  <a:lnTo>
                    <a:pt x="5465451" y="267217"/>
                  </a:lnTo>
                  <a:lnTo>
                    <a:pt x="5400750" y="257696"/>
                  </a:lnTo>
                  <a:lnTo>
                    <a:pt x="5367167" y="256531"/>
                  </a:lnTo>
                  <a:lnTo>
                    <a:pt x="5332973" y="257677"/>
                  </a:lnTo>
                  <a:lnTo>
                    <a:pt x="5263378" y="266647"/>
                  </a:lnTo>
                  <a:lnTo>
                    <a:pt x="5193223" y="284095"/>
                  </a:lnTo>
                  <a:lnTo>
                    <a:pt x="5123764" y="309507"/>
                  </a:lnTo>
                  <a:lnTo>
                    <a:pt x="5056261" y="342372"/>
                  </a:lnTo>
                  <a:lnTo>
                    <a:pt x="4991969" y="382177"/>
                  </a:lnTo>
                  <a:lnTo>
                    <a:pt x="4932147" y="428410"/>
                  </a:lnTo>
                  <a:lnTo>
                    <a:pt x="4878052" y="480558"/>
                  </a:lnTo>
                  <a:lnTo>
                    <a:pt x="4830942" y="538109"/>
                  </a:lnTo>
                  <a:lnTo>
                    <a:pt x="4792074" y="600551"/>
                  </a:lnTo>
                  <a:lnTo>
                    <a:pt x="4762706" y="667370"/>
                  </a:lnTo>
                  <a:lnTo>
                    <a:pt x="4744095" y="738056"/>
                  </a:lnTo>
                  <a:lnTo>
                    <a:pt x="4739216" y="774688"/>
                  </a:lnTo>
                  <a:lnTo>
                    <a:pt x="4737122" y="778950"/>
                  </a:lnTo>
                  <a:lnTo>
                    <a:pt x="4736400" y="781159"/>
                  </a:lnTo>
                  <a:lnTo>
                    <a:pt x="4729784" y="738695"/>
                  </a:lnTo>
                  <a:lnTo>
                    <a:pt x="4716773" y="697160"/>
                  </a:lnTo>
                  <a:lnTo>
                    <a:pt x="4697350" y="657173"/>
                  </a:lnTo>
                  <a:lnTo>
                    <a:pt x="4671497" y="619352"/>
                  </a:lnTo>
                  <a:lnTo>
                    <a:pt x="4639199" y="584317"/>
                  </a:lnTo>
                  <a:lnTo>
                    <a:pt x="4599806" y="552360"/>
                  </a:lnTo>
                  <a:lnTo>
                    <a:pt x="4556689" y="526605"/>
                  </a:lnTo>
                  <a:lnTo>
                    <a:pt x="4510645" y="507064"/>
                  </a:lnTo>
                  <a:lnTo>
                    <a:pt x="4462471" y="493754"/>
                  </a:lnTo>
                  <a:lnTo>
                    <a:pt x="4412964" y="486688"/>
                  </a:lnTo>
                  <a:lnTo>
                    <a:pt x="4362924" y="485880"/>
                  </a:lnTo>
                  <a:lnTo>
                    <a:pt x="4313146" y="491346"/>
                  </a:lnTo>
                  <a:lnTo>
                    <a:pt x="4283902" y="449819"/>
                  </a:lnTo>
                  <a:lnTo>
                    <a:pt x="4252884" y="409420"/>
                  </a:lnTo>
                  <a:lnTo>
                    <a:pt x="4220258" y="370395"/>
                  </a:lnTo>
                  <a:lnTo>
                    <a:pt x="4186186" y="332989"/>
                  </a:lnTo>
                  <a:lnTo>
                    <a:pt x="4150832" y="297446"/>
                  </a:lnTo>
                  <a:lnTo>
                    <a:pt x="4114361" y="264011"/>
                  </a:lnTo>
                  <a:lnTo>
                    <a:pt x="4076936" y="232931"/>
                  </a:lnTo>
                  <a:lnTo>
                    <a:pt x="4038720" y="204450"/>
                  </a:lnTo>
                  <a:lnTo>
                    <a:pt x="3999879" y="178812"/>
                  </a:lnTo>
                  <a:lnTo>
                    <a:pt x="3960575" y="156264"/>
                  </a:lnTo>
                  <a:lnTo>
                    <a:pt x="3920973" y="137051"/>
                  </a:lnTo>
                  <a:lnTo>
                    <a:pt x="3881236" y="121417"/>
                  </a:lnTo>
                  <a:lnTo>
                    <a:pt x="3841528" y="109607"/>
                  </a:lnTo>
                  <a:lnTo>
                    <a:pt x="3802014" y="101868"/>
                  </a:lnTo>
                  <a:lnTo>
                    <a:pt x="3762856" y="98443"/>
                  </a:lnTo>
                  <a:lnTo>
                    <a:pt x="3724219" y="99578"/>
                  </a:lnTo>
                  <a:lnTo>
                    <a:pt x="3686267" y="105519"/>
                  </a:lnTo>
                  <a:lnTo>
                    <a:pt x="3649164" y="116509"/>
                  </a:lnTo>
                  <a:lnTo>
                    <a:pt x="3613072" y="132796"/>
                  </a:lnTo>
                  <a:lnTo>
                    <a:pt x="3578158" y="154622"/>
                  </a:lnTo>
                  <a:lnTo>
                    <a:pt x="3544583" y="182235"/>
                  </a:lnTo>
                  <a:lnTo>
                    <a:pt x="3514876" y="179506"/>
                  </a:lnTo>
                  <a:lnTo>
                    <a:pt x="3457077" y="193072"/>
                  </a:lnTo>
                  <a:lnTo>
                    <a:pt x="3405580" y="241211"/>
                  </a:lnTo>
                  <a:lnTo>
                    <a:pt x="3394091" y="277748"/>
                  </a:lnTo>
                  <a:lnTo>
                    <a:pt x="3397439" y="315356"/>
                  </a:lnTo>
                  <a:lnTo>
                    <a:pt x="3415717" y="350345"/>
                  </a:lnTo>
                  <a:lnTo>
                    <a:pt x="3405760" y="351539"/>
                  </a:lnTo>
                  <a:lnTo>
                    <a:pt x="3360692" y="334036"/>
                  </a:lnTo>
                  <a:lnTo>
                    <a:pt x="3313283" y="324279"/>
                  </a:lnTo>
                  <a:lnTo>
                    <a:pt x="3264841" y="322291"/>
                  </a:lnTo>
                  <a:lnTo>
                    <a:pt x="3216678" y="328098"/>
                  </a:lnTo>
                  <a:lnTo>
                    <a:pt x="3170103" y="341727"/>
                  </a:lnTo>
                  <a:lnTo>
                    <a:pt x="3126428" y="363203"/>
                  </a:lnTo>
                  <a:lnTo>
                    <a:pt x="3081753" y="339549"/>
                  </a:lnTo>
                  <a:lnTo>
                    <a:pt x="3036212" y="319402"/>
                  </a:lnTo>
                  <a:lnTo>
                    <a:pt x="2990047" y="302967"/>
                  </a:lnTo>
                  <a:lnTo>
                    <a:pt x="2943500" y="290449"/>
                  </a:lnTo>
                  <a:lnTo>
                    <a:pt x="2896812" y="282052"/>
                  </a:lnTo>
                  <a:lnTo>
                    <a:pt x="2850226" y="277981"/>
                  </a:lnTo>
                  <a:lnTo>
                    <a:pt x="2803982" y="278443"/>
                  </a:lnTo>
                  <a:lnTo>
                    <a:pt x="2758323" y="283640"/>
                  </a:lnTo>
                  <a:lnTo>
                    <a:pt x="2713491" y="293779"/>
                  </a:lnTo>
                  <a:lnTo>
                    <a:pt x="2669726" y="309064"/>
                  </a:lnTo>
                  <a:lnTo>
                    <a:pt x="2627272" y="329701"/>
                  </a:lnTo>
                  <a:lnTo>
                    <a:pt x="2586369" y="355893"/>
                  </a:lnTo>
                  <a:lnTo>
                    <a:pt x="2547259" y="387847"/>
                  </a:lnTo>
                  <a:lnTo>
                    <a:pt x="2510185" y="425767"/>
                  </a:lnTo>
                  <a:lnTo>
                    <a:pt x="2475769" y="387817"/>
                  </a:lnTo>
                  <a:lnTo>
                    <a:pt x="2439749" y="353975"/>
                  </a:lnTo>
                  <a:lnTo>
                    <a:pt x="2402252" y="324113"/>
                  </a:lnTo>
                  <a:lnTo>
                    <a:pt x="2363405" y="298106"/>
                  </a:lnTo>
                  <a:lnTo>
                    <a:pt x="2323337" y="275826"/>
                  </a:lnTo>
                  <a:lnTo>
                    <a:pt x="2282175" y="257147"/>
                  </a:lnTo>
                  <a:lnTo>
                    <a:pt x="2240045" y="241943"/>
                  </a:lnTo>
                  <a:lnTo>
                    <a:pt x="2197075" y="230087"/>
                  </a:lnTo>
                  <a:lnTo>
                    <a:pt x="2153393" y="221453"/>
                  </a:lnTo>
                  <a:lnTo>
                    <a:pt x="2109126" y="215914"/>
                  </a:lnTo>
                  <a:lnTo>
                    <a:pt x="2064401" y="213344"/>
                  </a:lnTo>
                  <a:lnTo>
                    <a:pt x="2019346" y="213616"/>
                  </a:lnTo>
                  <a:lnTo>
                    <a:pt x="1974087" y="216604"/>
                  </a:lnTo>
                  <a:lnTo>
                    <a:pt x="1928753" y="222182"/>
                  </a:lnTo>
                  <a:lnTo>
                    <a:pt x="1883471" y="230222"/>
                  </a:lnTo>
                  <a:lnTo>
                    <a:pt x="1838368" y="240599"/>
                  </a:lnTo>
                  <a:lnTo>
                    <a:pt x="1793572" y="253185"/>
                  </a:lnTo>
                  <a:lnTo>
                    <a:pt x="1749209" y="267855"/>
                  </a:lnTo>
                  <a:lnTo>
                    <a:pt x="1705408" y="284483"/>
                  </a:lnTo>
                  <a:lnTo>
                    <a:pt x="1662295" y="302940"/>
                  </a:lnTo>
                  <a:lnTo>
                    <a:pt x="1619999" y="323102"/>
                  </a:lnTo>
                  <a:lnTo>
                    <a:pt x="1578645" y="344841"/>
                  </a:lnTo>
                  <a:lnTo>
                    <a:pt x="1538363" y="368031"/>
                  </a:lnTo>
                  <a:lnTo>
                    <a:pt x="1499278" y="392546"/>
                  </a:lnTo>
                  <a:lnTo>
                    <a:pt x="1461519" y="418259"/>
                  </a:lnTo>
                  <a:lnTo>
                    <a:pt x="1425213" y="445044"/>
                  </a:lnTo>
                  <a:lnTo>
                    <a:pt x="1376031" y="432408"/>
                  </a:lnTo>
                  <a:lnTo>
                    <a:pt x="1325096" y="423541"/>
                  </a:lnTo>
                  <a:lnTo>
                    <a:pt x="1273033" y="418436"/>
                  </a:lnTo>
                  <a:lnTo>
                    <a:pt x="1220466" y="417089"/>
                  </a:lnTo>
                  <a:lnTo>
                    <a:pt x="1168022" y="419495"/>
                  </a:lnTo>
                  <a:lnTo>
                    <a:pt x="1116326" y="425648"/>
                  </a:lnTo>
                  <a:lnTo>
                    <a:pt x="1066002" y="435545"/>
                  </a:lnTo>
                  <a:lnTo>
                    <a:pt x="1017675" y="449180"/>
                  </a:lnTo>
                  <a:lnTo>
                    <a:pt x="1001466" y="447860"/>
                  </a:lnTo>
                  <a:lnTo>
                    <a:pt x="1031302" y="409659"/>
                  </a:lnTo>
                  <a:lnTo>
                    <a:pt x="1036766" y="368593"/>
                  </a:lnTo>
                  <a:lnTo>
                    <a:pt x="1018008" y="328693"/>
                  </a:lnTo>
                  <a:lnTo>
                    <a:pt x="975174" y="293991"/>
                  </a:lnTo>
                  <a:lnTo>
                    <a:pt x="933950" y="276114"/>
                  </a:lnTo>
                  <a:lnTo>
                    <a:pt x="888008" y="265228"/>
                  </a:lnTo>
                  <a:lnTo>
                    <a:pt x="839652" y="261294"/>
                  </a:lnTo>
                  <a:lnTo>
                    <a:pt x="791190" y="264274"/>
                  </a:lnTo>
                  <a:lnTo>
                    <a:pt x="788520" y="257419"/>
                  </a:lnTo>
                  <a:lnTo>
                    <a:pt x="785334" y="250633"/>
                  </a:lnTo>
                  <a:lnTo>
                    <a:pt x="781634" y="243922"/>
                  </a:lnTo>
                  <a:lnTo>
                    <a:pt x="777421" y="237291"/>
                  </a:lnTo>
                  <a:lnTo>
                    <a:pt x="788548" y="218727"/>
                  </a:lnTo>
                  <a:lnTo>
                    <a:pt x="796795" y="198797"/>
                  </a:lnTo>
                  <a:lnTo>
                    <a:pt x="801920" y="177709"/>
                  </a:lnTo>
                  <a:lnTo>
                    <a:pt x="803682" y="155670"/>
                  </a:lnTo>
                  <a:lnTo>
                    <a:pt x="797363" y="114290"/>
                  </a:lnTo>
                  <a:lnTo>
                    <a:pt x="779532" y="77104"/>
                  </a:lnTo>
                  <a:lnTo>
                    <a:pt x="751878" y="45598"/>
                  </a:lnTo>
                  <a:lnTo>
                    <a:pt x="716089" y="21255"/>
                  </a:lnTo>
                  <a:lnTo>
                    <a:pt x="673854" y="5561"/>
                  </a:lnTo>
                  <a:lnTo>
                    <a:pt x="626860" y="0"/>
                  </a:lnTo>
                  <a:lnTo>
                    <a:pt x="579592" y="5629"/>
                  </a:lnTo>
                  <a:lnTo>
                    <a:pt x="537154" y="21509"/>
                  </a:lnTo>
                  <a:lnTo>
                    <a:pt x="501266" y="46125"/>
                  </a:lnTo>
                  <a:lnTo>
                    <a:pt x="473647" y="77965"/>
                  </a:lnTo>
                  <a:lnTo>
                    <a:pt x="453808" y="120069"/>
                  </a:lnTo>
                  <a:lnTo>
                    <a:pt x="433227" y="114862"/>
                  </a:lnTo>
                  <a:lnTo>
                    <a:pt x="391438" y="120802"/>
                  </a:lnTo>
                  <a:lnTo>
                    <a:pt x="359923" y="146931"/>
                  </a:lnTo>
                  <a:lnTo>
                    <a:pt x="352387" y="163974"/>
                  </a:lnTo>
                  <a:lnTo>
                    <a:pt x="347844" y="155259"/>
                  </a:lnTo>
                  <a:lnTo>
                    <a:pt x="294092" y="120802"/>
                  </a:lnTo>
                  <a:lnTo>
                    <a:pt x="231649" y="114862"/>
                  </a:lnTo>
                  <a:lnTo>
                    <a:pt x="200904" y="120069"/>
                  </a:lnTo>
                  <a:lnTo>
                    <a:pt x="197637" y="115514"/>
                  </a:lnTo>
                  <a:lnTo>
                    <a:pt x="176627" y="83702"/>
                  </a:lnTo>
                  <a:lnTo>
                    <a:pt x="144846" y="55729"/>
                  </a:lnTo>
                  <a:lnTo>
                    <a:pt x="103807" y="32485"/>
                  </a:lnTo>
                  <a:lnTo>
                    <a:pt x="55021" y="14858"/>
                  </a:lnTo>
                  <a:lnTo>
                    <a:pt x="0" y="3738"/>
                  </a:lnTo>
                  <a:lnTo>
                    <a:pt x="0" y="1990682"/>
                  </a:lnTo>
                  <a:lnTo>
                    <a:pt x="16931484" y="1990682"/>
                  </a:lnTo>
                  <a:lnTo>
                    <a:pt x="16931484" y="480624"/>
                  </a:lnTo>
                  <a:lnTo>
                    <a:pt x="16894918" y="467992"/>
                  </a:lnTo>
                  <a:lnTo>
                    <a:pt x="16856245" y="466301"/>
                  </a:lnTo>
                  <a:lnTo>
                    <a:pt x="16818602" y="475622"/>
                  </a:lnTo>
                  <a:lnTo>
                    <a:pt x="16785122" y="496026"/>
                  </a:lnTo>
                  <a:lnTo>
                    <a:pt x="16754583" y="537790"/>
                  </a:lnTo>
                  <a:lnTo>
                    <a:pt x="16749615" y="553459"/>
                  </a:lnTo>
                  <a:lnTo>
                    <a:pt x="16727826" y="551407"/>
                  </a:lnTo>
                  <a:lnTo>
                    <a:pt x="16685417" y="561580"/>
                  </a:lnTo>
                  <a:lnTo>
                    <a:pt x="16647614" y="597655"/>
                  </a:lnTo>
                  <a:lnTo>
                    <a:pt x="16639177" y="625035"/>
                  </a:lnTo>
                  <a:lnTo>
                    <a:pt x="16641639" y="653221"/>
                  </a:lnTo>
                  <a:lnTo>
                    <a:pt x="16655063" y="679445"/>
                  </a:lnTo>
                  <a:lnTo>
                    <a:pt x="16647765" y="680324"/>
                  </a:lnTo>
                  <a:lnTo>
                    <a:pt x="16602235" y="663886"/>
                  </a:lnTo>
                  <a:lnTo>
                    <a:pt x="16554158" y="658219"/>
                  </a:lnTo>
                  <a:lnTo>
                    <a:pt x="16505969" y="663380"/>
                  </a:lnTo>
                  <a:lnTo>
                    <a:pt x="16460103" y="679421"/>
                  </a:lnTo>
                  <a:lnTo>
                    <a:pt x="16418997" y="706397"/>
                  </a:lnTo>
                  <a:lnTo>
                    <a:pt x="16389218" y="738830"/>
                  </a:lnTo>
                  <a:lnTo>
                    <a:pt x="16369459" y="775442"/>
                  </a:lnTo>
                  <a:lnTo>
                    <a:pt x="16347747" y="773475"/>
                  </a:lnTo>
                  <a:lnTo>
                    <a:pt x="16305529" y="783685"/>
                  </a:lnTo>
                  <a:lnTo>
                    <a:pt x="16273750" y="810259"/>
                  </a:lnTo>
                  <a:lnTo>
                    <a:pt x="16270248" y="815483"/>
                  </a:lnTo>
                  <a:lnTo>
                    <a:pt x="16268393" y="800948"/>
                  </a:lnTo>
                  <a:lnTo>
                    <a:pt x="16245295" y="761379"/>
                  </a:lnTo>
                  <a:lnTo>
                    <a:pt x="16181915" y="736135"/>
                  </a:lnTo>
                  <a:lnTo>
                    <a:pt x="16147677" y="741341"/>
                  </a:lnTo>
                  <a:lnTo>
                    <a:pt x="16117247" y="758552"/>
                  </a:lnTo>
                  <a:lnTo>
                    <a:pt x="16114409" y="760982"/>
                  </a:lnTo>
                  <a:lnTo>
                    <a:pt x="16111802" y="763516"/>
                  </a:lnTo>
                  <a:lnTo>
                    <a:pt x="16109394" y="766186"/>
                  </a:lnTo>
                  <a:lnTo>
                    <a:pt x="16106431" y="763118"/>
                  </a:lnTo>
                  <a:lnTo>
                    <a:pt x="16090470" y="753080"/>
                  </a:lnTo>
                  <a:lnTo>
                    <a:pt x="16072099" y="749448"/>
                  </a:lnTo>
                  <a:lnTo>
                    <a:pt x="16053551" y="752271"/>
                  </a:lnTo>
                  <a:lnTo>
                    <a:pt x="16037061" y="761599"/>
                  </a:lnTo>
                  <a:lnTo>
                    <a:pt x="16030569" y="767159"/>
                  </a:lnTo>
                  <a:lnTo>
                    <a:pt x="16026140" y="773934"/>
                  </a:lnTo>
                  <a:lnTo>
                    <a:pt x="16023815" y="781159"/>
                  </a:lnTo>
                  <a:lnTo>
                    <a:pt x="16017219" y="738695"/>
                  </a:lnTo>
                  <a:lnTo>
                    <a:pt x="16004255" y="697160"/>
                  </a:lnTo>
                  <a:lnTo>
                    <a:pt x="15984904" y="657173"/>
                  </a:lnTo>
                  <a:lnTo>
                    <a:pt x="15959148" y="619352"/>
                  </a:lnTo>
                  <a:lnTo>
                    <a:pt x="15926970" y="584317"/>
                  </a:lnTo>
                  <a:lnTo>
                    <a:pt x="15887171" y="551975"/>
                  </a:lnTo>
                  <a:lnTo>
                    <a:pt x="15843571" y="525997"/>
                  </a:lnTo>
                  <a:lnTo>
                    <a:pt x="15796999" y="506400"/>
                  </a:lnTo>
                  <a:lnTo>
                    <a:pt x="15748279" y="493199"/>
                  </a:lnTo>
                  <a:lnTo>
                    <a:pt x="15698241" y="486412"/>
                  </a:lnTo>
                  <a:lnTo>
                    <a:pt x="15647710" y="486054"/>
                  </a:lnTo>
                  <a:lnTo>
                    <a:pt x="15597514" y="492142"/>
                  </a:lnTo>
                  <a:lnTo>
                    <a:pt x="15568886" y="450558"/>
                  </a:lnTo>
                  <a:lnTo>
                    <a:pt x="15538516" y="410101"/>
                  </a:lnTo>
                  <a:lnTo>
                    <a:pt x="15506564" y="371015"/>
                  </a:lnTo>
                  <a:lnTo>
                    <a:pt x="15473192" y="333547"/>
                  </a:lnTo>
                  <a:lnTo>
                    <a:pt x="15438560" y="297942"/>
                  </a:lnTo>
                  <a:lnTo>
                    <a:pt x="15402829" y="264447"/>
                  </a:lnTo>
                  <a:lnTo>
                    <a:pt x="15366160" y="233306"/>
                  </a:lnTo>
                  <a:lnTo>
                    <a:pt x="15328714" y="204766"/>
                  </a:lnTo>
                  <a:lnTo>
                    <a:pt x="15290652" y="179073"/>
                  </a:lnTo>
                  <a:lnTo>
                    <a:pt x="15252135" y="156472"/>
                  </a:lnTo>
                  <a:lnTo>
                    <a:pt x="15213323" y="137208"/>
                  </a:lnTo>
                  <a:lnTo>
                    <a:pt x="15174378" y="121529"/>
                  </a:lnTo>
                  <a:lnTo>
                    <a:pt x="15135459" y="109679"/>
                  </a:lnTo>
                  <a:lnTo>
                    <a:pt x="15096730" y="101904"/>
                  </a:lnTo>
                  <a:lnTo>
                    <a:pt x="15058349" y="98450"/>
                  </a:lnTo>
                  <a:lnTo>
                    <a:pt x="15020478" y="99564"/>
                  </a:lnTo>
                  <a:lnTo>
                    <a:pt x="14946911" y="116474"/>
                  </a:lnTo>
                  <a:lnTo>
                    <a:pt x="14911535" y="132762"/>
                  </a:lnTo>
                  <a:lnTo>
                    <a:pt x="14877313" y="154601"/>
                  </a:lnTo>
                  <a:lnTo>
                    <a:pt x="14844406" y="182235"/>
                  </a:lnTo>
                  <a:lnTo>
                    <a:pt x="14815317" y="179506"/>
                  </a:lnTo>
                  <a:lnTo>
                    <a:pt x="14758728" y="193072"/>
                  </a:lnTo>
                  <a:lnTo>
                    <a:pt x="14708289" y="241211"/>
                  </a:lnTo>
                  <a:lnTo>
                    <a:pt x="14697036" y="277748"/>
                  </a:lnTo>
                  <a:lnTo>
                    <a:pt x="14700324" y="315356"/>
                  </a:lnTo>
                  <a:lnTo>
                    <a:pt x="14718242" y="350345"/>
                  </a:lnTo>
                  <a:lnTo>
                    <a:pt x="14708484" y="351539"/>
                  </a:lnTo>
                  <a:lnTo>
                    <a:pt x="14664350" y="334036"/>
                  </a:lnTo>
                  <a:lnTo>
                    <a:pt x="14617922" y="324279"/>
                  </a:lnTo>
                  <a:lnTo>
                    <a:pt x="14570485" y="322291"/>
                  </a:lnTo>
                  <a:lnTo>
                    <a:pt x="14523322" y="328098"/>
                  </a:lnTo>
                  <a:lnTo>
                    <a:pt x="14477716" y="341727"/>
                  </a:lnTo>
                  <a:lnTo>
                    <a:pt x="14434953" y="363203"/>
                  </a:lnTo>
                  <a:lnTo>
                    <a:pt x="14391206" y="339551"/>
                  </a:lnTo>
                  <a:lnTo>
                    <a:pt x="14346611" y="319406"/>
                  </a:lnTo>
                  <a:lnTo>
                    <a:pt x="14301406" y="302971"/>
                  </a:lnTo>
                  <a:lnTo>
                    <a:pt x="14255826" y="290453"/>
                  </a:lnTo>
                  <a:lnTo>
                    <a:pt x="14210109" y="282056"/>
                  </a:lnTo>
                  <a:lnTo>
                    <a:pt x="14164490" y="277986"/>
                  </a:lnTo>
                  <a:lnTo>
                    <a:pt x="14119207" y="278447"/>
                  </a:lnTo>
                  <a:lnTo>
                    <a:pt x="14074496" y="283643"/>
                  </a:lnTo>
                  <a:lnTo>
                    <a:pt x="14030595" y="293782"/>
                  </a:lnTo>
                  <a:lnTo>
                    <a:pt x="13987739" y="309066"/>
                  </a:lnTo>
                  <a:lnTo>
                    <a:pt x="13946165" y="329702"/>
                  </a:lnTo>
                  <a:lnTo>
                    <a:pt x="13906111" y="355894"/>
                  </a:lnTo>
                  <a:lnTo>
                    <a:pt x="13867812" y="387847"/>
                  </a:lnTo>
                  <a:lnTo>
                    <a:pt x="13831505" y="425767"/>
                  </a:lnTo>
                  <a:lnTo>
                    <a:pt x="13797805" y="387817"/>
                  </a:lnTo>
                  <a:lnTo>
                    <a:pt x="13762534" y="353975"/>
                  </a:lnTo>
                  <a:lnTo>
                    <a:pt x="13725817" y="324113"/>
                  </a:lnTo>
                  <a:lnTo>
                    <a:pt x="13687778" y="298106"/>
                  </a:lnTo>
                  <a:lnTo>
                    <a:pt x="13648544" y="275826"/>
                  </a:lnTo>
                  <a:lnTo>
                    <a:pt x="13608237" y="257147"/>
                  </a:lnTo>
                  <a:lnTo>
                    <a:pt x="13566983" y="241943"/>
                  </a:lnTo>
                  <a:lnTo>
                    <a:pt x="13524907" y="230087"/>
                  </a:lnTo>
                  <a:lnTo>
                    <a:pt x="13482133" y="221453"/>
                  </a:lnTo>
                  <a:lnTo>
                    <a:pt x="13438787" y="215914"/>
                  </a:lnTo>
                  <a:lnTo>
                    <a:pt x="13394992" y="213344"/>
                  </a:lnTo>
                  <a:lnTo>
                    <a:pt x="13350873" y="213616"/>
                  </a:lnTo>
                  <a:lnTo>
                    <a:pt x="13306556" y="216604"/>
                  </a:lnTo>
                  <a:lnTo>
                    <a:pt x="13262165" y="222182"/>
                  </a:lnTo>
                  <a:lnTo>
                    <a:pt x="13217825" y="230222"/>
                  </a:lnTo>
                  <a:lnTo>
                    <a:pt x="13173660" y="240599"/>
                  </a:lnTo>
                  <a:lnTo>
                    <a:pt x="13129795" y="253185"/>
                  </a:lnTo>
                  <a:lnTo>
                    <a:pt x="13086355" y="267855"/>
                  </a:lnTo>
                  <a:lnTo>
                    <a:pt x="13043465" y="284483"/>
                  </a:lnTo>
                  <a:lnTo>
                    <a:pt x="13001249" y="302940"/>
                  </a:lnTo>
                  <a:lnTo>
                    <a:pt x="12959832" y="323102"/>
                  </a:lnTo>
                  <a:lnTo>
                    <a:pt x="12919338" y="344841"/>
                  </a:lnTo>
                  <a:lnTo>
                    <a:pt x="12879894" y="368031"/>
                  </a:lnTo>
                  <a:lnTo>
                    <a:pt x="12841622" y="392546"/>
                  </a:lnTo>
                  <a:lnTo>
                    <a:pt x="12804648" y="418259"/>
                  </a:lnTo>
                  <a:lnTo>
                    <a:pt x="12769098" y="445044"/>
                  </a:lnTo>
                  <a:lnTo>
                    <a:pt x="12720936" y="432408"/>
                  </a:lnTo>
                  <a:lnTo>
                    <a:pt x="12671058" y="423541"/>
                  </a:lnTo>
                  <a:lnTo>
                    <a:pt x="12620076" y="418436"/>
                  </a:lnTo>
                  <a:lnTo>
                    <a:pt x="12568602" y="417089"/>
                  </a:lnTo>
                  <a:lnTo>
                    <a:pt x="12517249" y="419495"/>
                  </a:lnTo>
                  <a:lnTo>
                    <a:pt x="12466628" y="425648"/>
                  </a:lnTo>
                  <a:lnTo>
                    <a:pt x="12417351" y="435545"/>
                  </a:lnTo>
                  <a:lnTo>
                    <a:pt x="12370031" y="449180"/>
                  </a:lnTo>
                  <a:lnTo>
                    <a:pt x="12354147" y="447860"/>
                  </a:lnTo>
                  <a:lnTo>
                    <a:pt x="12383366" y="409659"/>
                  </a:lnTo>
                  <a:lnTo>
                    <a:pt x="12388723" y="368593"/>
                  </a:lnTo>
                  <a:lnTo>
                    <a:pt x="12370357" y="328693"/>
                  </a:lnTo>
                  <a:lnTo>
                    <a:pt x="12328409" y="293991"/>
                  </a:lnTo>
                  <a:lnTo>
                    <a:pt x="12288052" y="276114"/>
                  </a:lnTo>
                  <a:lnTo>
                    <a:pt x="12243064" y="265228"/>
                  </a:lnTo>
                  <a:lnTo>
                    <a:pt x="12195708" y="261294"/>
                  </a:lnTo>
                  <a:lnTo>
                    <a:pt x="12148247" y="264274"/>
                  </a:lnTo>
                  <a:lnTo>
                    <a:pt x="12145631" y="257419"/>
                  </a:lnTo>
                  <a:lnTo>
                    <a:pt x="12142511" y="250633"/>
                  </a:lnTo>
                  <a:lnTo>
                    <a:pt x="12138890" y="243922"/>
                  </a:lnTo>
                  <a:lnTo>
                    <a:pt x="12134771" y="237291"/>
                  </a:lnTo>
                  <a:lnTo>
                    <a:pt x="12145651" y="218727"/>
                  </a:lnTo>
                  <a:lnTo>
                    <a:pt x="12153721" y="198797"/>
                  </a:lnTo>
                  <a:lnTo>
                    <a:pt x="12158740" y="177709"/>
                  </a:lnTo>
                  <a:lnTo>
                    <a:pt x="12160467" y="155670"/>
                  </a:lnTo>
                  <a:lnTo>
                    <a:pt x="12154281" y="114290"/>
                  </a:lnTo>
                  <a:lnTo>
                    <a:pt x="12136824" y="77104"/>
                  </a:lnTo>
                  <a:lnTo>
                    <a:pt x="12109747" y="45598"/>
                  </a:lnTo>
                  <a:lnTo>
                    <a:pt x="12074703" y="21255"/>
                  </a:lnTo>
                  <a:lnTo>
                    <a:pt x="12033344" y="5561"/>
                  </a:lnTo>
                  <a:lnTo>
                    <a:pt x="11987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/>
          <p:nvPr/>
        </p:nvSpPr>
        <p:spPr>
          <a:xfrm>
            <a:off x="16957169" y="8785145"/>
            <a:ext cx="1236345" cy="19050"/>
          </a:xfrm>
          <a:custGeom>
            <a:avLst/>
            <a:gdLst/>
            <a:ahLst/>
            <a:cxnLst/>
            <a:rect l="l" t="t" r="r" b="b"/>
            <a:pathLst>
              <a:path w="1236344" h="19050">
                <a:moveTo>
                  <a:pt x="1236307" y="0"/>
                </a:moveTo>
                <a:lnTo>
                  <a:pt x="0" y="0"/>
                </a:lnTo>
                <a:lnTo>
                  <a:pt x="0" y="18847"/>
                </a:lnTo>
                <a:lnTo>
                  <a:pt x="1236307" y="18847"/>
                </a:lnTo>
                <a:lnTo>
                  <a:pt x="1236307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3439140" y="8989778"/>
            <a:ext cx="324485" cy="19050"/>
          </a:xfrm>
          <a:custGeom>
            <a:avLst/>
            <a:gdLst/>
            <a:ahLst/>
            <a:cxnLst/>
            <a:rect l="l" t="t" r="r" b="b"/>
            <a:pathLst>
              <a:path w="324484" h="19050">
                <a:moveTo>
                  <a:pt x="324482" y="0"/>
                </a:moveTo>
                <a:lnTo>
                  <a:pt x="0" y="0"/>
                </a:lnTo>
                <a:lnTo>
                  <a:pt x="0" y="18847"/>
                </a:lnTo>
                <a:lnTo>
                  <a:pt x="324482" y="18847"/>
                </a:lnTo>
                <a:lnTo>
                  <a:pt x="324482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6203432" y="8084915"/>
            <a:ext cx="716915" cy="19050"/>
          </a:xfrm>
          <a:custGeom>
            <a:avLst/>
            <a:gdLst/>
            <a:ahLst/>
            <a:cxnLst/>
            <a:rect l="l" t="t" r="r" b="b"/>
            <a:pathLst>
              <a:path w="716915" h="19050">
                <a:moveTo>
                  <a:pt x="716365" y="0"/>
                </a:moveTo>
                <a:lnTo>
                  <a:pt x="0" y="0"/>
                </a:lnTo>
                <a:lnTo>
                  <a:pt x="0" y="18847"/>
                </a:lnTo>
                <a:lnTo>
                  <a:pt x="716365" y="18847"/>
                </a:lnTo>
                <a:lnTo>
                  <a:pt x="716365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3358672" y="8211614"/>
            <a:ext cx="1612265" cy="19050"/>
          </a:xfrm>
          <a:custGeom>
            <a:avLst/>
            <a:gdLst/>
            <a:ahLst/>
            <a:cxnLst/>
            <a:rect l="l" t="t" r="r" b="b"/>
            <a:pathLst>
              <a:path w="1612264" h="19050">
                <a:moveTo>
                  <a:pt x="1612223" y="0"/>
                </a:moveTo>
                <a:lnTo>
                  <a:pt x="0" y="0"/>
                </a:lnTo>
                <a:lnTo>
                  <a:pt x="0" y="18847"/>
                </a:lnTo>
                <a:lnTo>
                  <a:pt x="1612223" y="18847"/>
                </a:lnTo>
                <a:lnTo>
                  <a:pt x="1612223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5303210" y="8211614"/>
            <a:ext cx="236854" cy="19050"/>
          </a:xfrm>
          <a:custGeom>
            <a:avLst/>
            <a:gdLst/>
            <a:ahLst/>
            <a:cxnLst/>
            <a:rect l="l" t="t" r="r" b="b"/>
            <a:pathLst>
              <a:path w="236854" h="19050">
                <a:moveTo>
                  <a:pt x="236380" y="0"/>
                </a:moveTo>
                <a:lnTo>
                  <a:pt x="0" y="0"/>
                </a:lnTo>
                <a:lnTo>
                  <a:pt x="0" y="18847"/>
                </a:lnTo>
                <a:lnTo>
                  <a:pt x="236380" y="18847"/>
                </a:lnTo>
                <a:lnTo>
                  <a:pt x="236380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6307860" y="8529991"/>
            <a:ext cx="3496945" cy="19050"/>
          </a:xfrm>
          <a:custGeom>
            <a:avLst/>
            <a:gdLst/>
            <a:ahLst/>
            <a:cxnLst/>
            <a:rect l="l" t="t" r="r" b="b"/>
            <a:pathLst>
              <a:path w="3496945" h="19050">
                <a:moveTo>
                  <a:pt x="3496511" y="0"/>
                </a:moveTo>
                <a:lnTo>
                  <a:pt x="0" y="0"/>
                </a:lnTo>
                <a:lnTo>
                  <a:pt x="0" y="18847"/>
                </a:lnTo>
                <a:lnTo>
                  <a:pt x="3496511" y="18847"/>
                </a:lnTo>
                <a:lnTo>
                  <a:pt x="3496511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400596" y="7948438"/>
            <a:ext cx="16835120" cy="19050"/>
          </a:xfrm>
          <a:custGeom>
            <a:avLst/>
            <a:gdLst/>
            <a:ahLst/>
            <a:cxnLst/>
            <a:rect l="l" t="t" r="r" b="b"/>
            <a:pathLst>
              <a:path w="16835120" h="19050">
                <a:moveTo>
                  <a:pt x="16834534" y="0"/>
                </a:moveTo>
                <a:lnTo>
                  <a:pt x="0" y="0"/>
                </a:lnTo>
                <a:lnTo>
                  <a:pt x="0" y="18847"/>
                </a:lnTo>
                <a:lnTo>
                  <a:pt x="16834534" y="18847"/>
                </a:lnTo>
                <a:lnTo>
                  <a:pt x="16834534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" name="object 12" descr=""/>
          <p:cNvGrpSpPr/>
          <p:nvPr/>
        </p:nvGrpSpPr>
        <p:grpSpPr>
          <a:xfrm>
            <a:off x="1389873" y="7534492"/>
            <a:ext cx="16904970" cy="214629"/>
            <a:chOff x="1389873" y="7534492"/>
            <a:chExt cx="16904970" cy="214629"/>
          </a:xfrm>
        </p:grpSpPr>
        <p:sp>
          <p:nvSpPr>
            <p:cNvPr id="13" name="object 13" descr=""/>
            <p:cNvSpPr/>
            <p:nvPr/>
          </p:nvSpPr>
          <p:spPr>
            <a:xfrm>
              <a:off x="1389862" y="7534497"/>
              <a:ext cx="16904970" cy="214629"/>
            </a:xfrm>
            <a:custGeom>
              <a:avLst/>
              <a:gdLst/>
              <a:ahLst/>
              <a:cxnLst/>
              <a:rect l="l" t="t" r="r" b="b"/>
              <a:pathLst>
                <a:path w="16904970" h="214629">
                  <a:moveTo>
                    <a:pt x="871588" y="0"/>
                  </a:moveTo>
                  <a:lnTo>
                    <a:pt x="0" y="0"/>
                  </a:lnTo>
                  <a:lnTo>
                    <a:pt x="0" y="214045"/>
                  </a:lnTo>
                  <a:lnTo>
                    <a:pt x="871588" y="214045"/>
                  </a:lnTo>
                  <a:lnTo>
                    <a:pt x="871588" y="0"/>
                  </a:lnTo>
                  <a:close/>
                </a:path>
                <a:path w="16904970" h="214629">
                  <a:moveTo>
                    <a:pt x="4652696" y="0"/>
                  </a:moveTo>
                  <a:lnTo>
                    <a:pt x="911821" y="0"/>
                  </a:lnTo>
                  <a:lnTo>
                    <a:pt x="911821" y="214045"/>
                  </a:lnTo>
                  <a:lnTo>
                    <a:pt x="4652696" y="214045"/>
                  </a:lnTo>
                  <a:lnTo>
                    <a:pt x="4652696" y="0"/>
                  </a:lnTo>
                  <a:close/>
                </a:path>
                <a:path w="16904970" h="214629">
                  <a:moveTo>
                    <a:pt x="8433791" y="11874"/>
                  </a:moveTo>
                  <a:lnTo>
                    <a:pt x="6917068" y="11874"/>
                  </a:lnTo>
                  <a:lnTo>
                    <a:pt x="6917068" y="0"/>
                  </a:lnTo>
                  <a:lnTo>
                    <a:pt x="4692916" y="0"/>
                  </a:lnTo>
                  <a:lnTo>
                    <a:pt x="4692916" y="11874"/>
                  </a:lnTo>
                  <a:lnTo>
                    <a:pt x="4692916" y="214045"/>
                  </a:lnTo>
                  <a:lnTo>
                    <a:pt x="8433791" y="214045"/>
                  </a:lnTo>
                  <a:lnTo>
                    <a:pt x="8433791" y="11874"/>
                  </a:lnTo>
                  <a:close/>
                </a:path>
                <a:path w="16904970" h="214629">
                  <a:moveTo>
                    <a:pt x="12214911" y="0"/>
                  </a:moveTo>
                  <a:lnTo>
                    <a:pt x="8474024" y="0"/>
                  </a:lnTo>
                  <a:lnTo>
                    <a:pt x="8474024" y="11874"/>
                  </a:lnTo>
                  <a:lnTo>
                    <a:pt x="8474024" y="214045"/>
                  </a:lnTo>
                  <a:lnTo>
                    <a:pt x="12214911" y="214045"/>
                  </a:lnTo>
                  <a:lnTo>
                    <a:pt x="12214911" y="11874"/>
                  </a:lnTo>
                  <a:lnTo>
                    <a:pt x="12214911" y="0"/>
                  </a:lnTo>
                  <a:close/>
                </a:path>
                <a:path w="16904970" h="214629">
                  <a:moveTo>
                    <a:pt x="15996006" y="0"/>
                  </a:moveTo>
                  <a:lnTo>
                    <a:pt x="12255144" y="0"/>
                  </a:lnTo>
                  <a:lnTo>
                    <a:pt x="12255144" y="214045"/>
                  </a:lnTo>
                  <a:lnTo>
                    <a:pt x="15996006" y="214045"/>
                  </a:lnTo>
                  <a:lnTo>
                    <a:pt x="15996006" y="0"/>
                  </a:lnTo>
                  <a:close/>
                </a:path>
                <a:path w="16904970" h="214629">
                  <a:moveTo>
                    <a:pt x="16904386" y="0"/>
                  </a:moveTo>
                  <a:lnTo>
                    <a:pt x="16036239" y="0"/>
                  </a:lnTo>
                  <a:lnTo>
                    <a:pt x="16036239" y="214045"/>
                  </a:lnTo>
                  <a:lnTo>
                    <a:pt x="16904386" y="214045"/>
                  </a:lnTo>
                  <a:lnTo>
                    <a:pt x="16904386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389862" y="7534497"/>
              <a:ext cx="16904970" cy="214629"/>
            </a:xfrm>
            <a:custGeom>
              <a:avLst/>
              <a:gdLst/>
              <a:ahLst/>
              <a:cxnLst/>
              <a:rect l="l" t="t" r="r" b="b"/>
              <a:pathLst>
                <a:path w="16904970" h="214629">
                  <a:moveTo>
                    <a:pt x="871588" y="0"/>
                  </a:moveTo>
                  <a:lnTo>
                    <a:pt x="0" y="0"/>
                  </a:lnTo>
                  <a:lnTo>
                    <a:pt x="0" y="214045"/>
                  </a:lnTo>
                  <a:lnTo>
                    <a:pt x="871588" y="214045"/>
                  </a:lnTo>
                  <a:lnTo>
                    <a:pt x="871588" y="0"/>
                  </a:lnTo>
                  <a:close/>
                </a:path>
                <a:path w="16904970" h="214629">
                  <a:moveTo>
                    <a:pt x="4652696" y="0"/>
                  </a:moveTo>
                  <a:lnTo>
                    <a:pt x="911821" y="0"/>
                  </a:lnTo>
                  <a:lnTo>
                    <a:pt x="911821" y="214045"/>
                  </a:lnTo>
                  <a:lnTo>
                    <a:pt x="4652696" y="214045"/>
                  </a:lnTo>
                  <a:lnTo>
                    <a:pt x="4652696" y="0"/>
                  </a:lnTo>
                  <a:close/>
                </a:path>
                <a:path w="16904970" h="214629">
                  <a:moveTo>
                    <a:pt x="8433791" y="11874"/>
                  </a:moveTo>
                  <a:lnTo>
                    <a:pt x="6917068" y="11874"/>
                  </a:lnTo>
                  <a:lnTo>
                    <a:pt x="6917068" y="0"/>
                  </a:lnTo>
                  <a:lnTo>
                    <a:pt x="4692916" y="0"/>
                  </a:lnTo>
                  <a:lnTo>
                    <a:pt x="4692916" y="11874"/>
                  </a:lnTo>
                  <a:lnTo>
                    <a:pt x="4692916" y="214045"/>
                  </a:lnTo>
                  <a:lnTo>
                    <a:pt x="8433791" y="214045"/>
                  </a:lnTo>
                  <a:lnTo>
                    <a:pt x="8433791" y="11874"/>
                  </a:lnTo>
                  <a:close/>
                </a:path>
                <a:path w="16904970" h="214629">
                  <a:moveTo>
                    <a:pt x="12214911" y="0"/>
                  </a:moveTo>
                  <a:lnTo>
                    <a:pt x="8474024" y="0"/>
                  </a:lnTo>
                  <a:lnTo>
                    <a:pt x="8474024" y="11874"/>
                  </a:lnTo>
                  <a:lnTo>
                    <a:pt x="8474024" y="214045"/>
                  </a:lnTo>
                  <a:lnTo>
                    <a:pt x="12214911" y="214045"/>
                  </a:lnTo>
                  <a:lnTo>
                    <a:pt x="12214911" y="11874"/>
                  </a:lnTo>
                  <a:lnTo>
                    <a:pt x="12214911" y="0"/>
                  </a:lnTo>
                  <a:close/>
                </a:path>
                <a:path w="16904970" h="214629">
                  <a:moveTo>
                    <a:pt x="15996006" y="0"/>
                  </a:moveTo>
                  <a:lnTo>
                    <a:pt x="12255144" y="0"/>
                  </a:lnTo>
                  <a:lnTo>
                    <a:pt x="12255144" y="214045"/>
                  </a:lnTo>
                  <a:lnTo>
                    <a:pt x="15996006" y="214045"/>
                  </a:lnTo>
                  <a:lnTo>
                    <a:pt x="15996006" y="0"/>
                  </a:lnTo>
                  <a:close/>
                </a:path>
                <a:path w="16904970" h="214629">
                  <a:moveTo>
                    <a:pt x="16904386" y="0"/>
                  </a:moveTo>
                  <a:lnTo>
                    <a:pt x="16036239" y="0"/>
                  </a:lnTo>
                  <a:lnTo>
                    <a:pt x="16036239" y="214045"/>
                  </a:lnTo>
                  <a:lnTo>
                    <a:pt x="16904386" y="214045"/>
                  </a:lnTo>
                  <a:lnTo>
                    <a:pt x="16904386" y="0"/>
                  </a:lnTo>
                  <a:close/>
                </a:path>
              </a:pathLst>
            </a:custGeom>
            <a:solidFill>
              <a:srgbClr val="FFFFFF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/>
          <p:nvPr/>
        </p:nvSpPr>
        <p:spPr>
          <a:xfrm>
            <a:off x="11898773" y="2612884"/>
            <a:ext cx="4512945" cy="2075180"/>
          </a:xfrm>
          <a:custGeom>
            <a:avLst/>
            <a:gdLst/>
            <a:ahLst/>
            <a:cxnLst/>
            <a:rect l="l" t="t" r="r" b="b"/>
            <a:pathLst>
              <a:path w="4512944" h="2075179">
                <a:moveTo>
                  <a:pt x="2804836" y="0"/>
                </a:moveTo>
                <a:lnTo>
                  <a:pt x="2754193" y="1682"/>
                </a:lnTo>
                <a:lnTo>
                  <a:pt x="2704454" y="6660"/>
                </a:lnTo>
                <a:lnTo>
                  <a:pt x="2655723" y="14824"/>
                </a:lnTo>
                <a:lnTo>
                  <a:pt x="2608109" y="26069"/>
                </a:lnTo>
                <a:lnTo>
                  <a:pt x="2561718" y="40287"/>
                </a:lnTo>
                <a:lnTo>
                  <a:pt x="2516658" y="57370"/>
                </a:lnTo>
                <a:lnTo>
                  <a:pt x="2473035" y="77212"/>
                </a:lnTo>
                <a:lnTo>
                  <a:pt x="2430956" y="99706"/>
                </a:lnTo>
                <a:lnTo>
                  <a:pt x="2390529" y="124744"/>
                </a:lnTo>
                <a:lnTo>
                  <a:pt x="2351860" y="152219"/>
                </a:lnTo>
                <a:lnTo>
                  <a:pt x="2315057" y="182025"/>
                </a:lnTo>
                <a:lnTo>
                  <a:pt x="2280227" y="214053"/>
                </a:lnTo>
                <a:lnTo>
                  <a:pt x="2247476" y="248197"/>
                </a:lnTo>
                <a:lnTo>
                  <a:pt x="2216912" y="284350"/>
                </a:lnTo>
                <a:lnTo>
                  <a:pt x="2188642" y="322404"/>
                </a:lnTo>
                <a:lnTo>
                  <a:pt x="2162773" y="362253"/>
                </a:lnTo>
                <a:lnTo>
                  <a:pt x="2139411" y="403789"/>
                </a:lnTo>
                <a:lnTo>
                  <a:pt x="2118664" y="446905"/>
                </a:lnTo>
                <a:lnTo>
                  <a:pt x="2100639" y="491494"/>
                </a:lnTo>
                <a:lnTo>
                  <a:pt x="2085443" y="537449"/>
                </a:lnTo>
                <a:lnTo>
                  <a:pt x="2073182" y="584662"/>
                </a:lnTo>
                <a:lnTo>
                  <a:pt x="2024637" y="569357"/>
                </a:lnTo>
                <a:lnTo>
                  <a:pt x="1974762" y="557237"/>
                </a:lnTo>
                <a:lnTo>
                  <a:pt x="1923676" y="548427"/>
                </a:lnTo>
                <a:lnTo>
                  <a:pt x="1871496" y="543049"/>
                </a:lnTo>
                <a:lnTo>
                  <a:pt x="1818342" y="541229"/>
                </a:lnTo>
                <a:lnTo>
                  <a:pt x="1767460" y="542891"/>
                </a:lnTo>
                <a:lnTo>
                  <a:pt x="1717467" y="547806"/>
                </a:lnTo>
                <a:lnTo>
                  <a:pt x="1668468" y="555872"/>
                </a:lnTo>
                <a:lnTo>
                  <a:pt x="1620565" y="566983"/>
                </a:lnTo>
                <a:lnTo>
                  <a:pt x="1573864" y="581036"/>
                </a:lnTo>
                <a:lnTo>
                  <a:pt x="1528466" y="597928"/>
                </a:lnTo>
                <a:lnTo>
                  <a:pt x="1484477" y="617554"/>
                </a:lnTo>
                <a:lnTo>
                  <a:pt x="1442000" y="639809"/>
                </a:lnTo>
                <a:lnTo>
                  <a:pt x="1401139" y="664591"/>
                </a:lnTo>
                <a:lnTo>
                  <a:pt x="1361997" y="691795"/>
                </a:lnTo>
                <a:lnTo>
                  <a:pt x="1324679" y="721318"/>
                </a:lnTo>
                <a:lnTo>
                  <a:pt x="1289288" y="753054"/>
                </a:lnTo>
                <a:lnTo>
                  <a:pt x="1255928" y="786901"/>
                </a:lnTo>
                <a:lnTo>
                  <a:pt x="1224702" y="822755"/>
                </a:lnTo>
                <a:lnTo>
                  <a:pt x="1195715" y="860510"/>
                </a:lnTo>
                <a:lnTo>
                  <a:pt x="1169070" y="900064"/>
                </a:lnTo>
                <a:lnTo>
                  <a:pt x="1144871" y="941313"/>
                </a:lnTo>
                <a:lnTo>
                  <a:pt x="1123221" y="984152"/>
                </a:lnTo>
                <a:lnTo>
                  <a:pt x="1104226" y="1028478"/>
                </a:lnTo>
                <a:lnTo>
                  <a:pt x="1087987" y="1074187"/>
                </a:lnTo>
                <a:lnTo>
                  <a:pt x="1063886" y="1035737"/>
                </a:lnTo>
                <a:lnTo>
                  <a:pt x="1035572" y="1000494"/>
                </a:lnTo>
                <a:lnTo>
                  <a:pt x="1003395" y="968809"/>
                </a:lnTo>
                <a:lnTo>
                  <a:pt x="967706" y="941034"/>
                </a:lnTo>
                <a:lnTo>
                  <a:pt x="928856" y="917520"/>
                </a:lnTo>
                <a:lnTo>
                  <a:pt x="887196" y="898620"/>
                </a:lnTo>
                <a:lnTo>
                  <a:pt x="843077" y="884685"/>
                </a:lnTo>
                <a:lnTo>
                  <a:pt x="796851" y="876065"/>
                </a:lnTo>
                <a:lnTo>
                  <a:pt x="748867" y="873114"/>
                </a:lnTo>
                <a:lnTo>
                  <a:pt x="699985" y="876178"/>
                </a:lnTo>
                <a:lnTo>
                  <a:pt x="652938" y="885122"/>
                </a:lnTo>
                <a:lnTo>
                  <a:pt x="608096" y="899573"/>
                </a:lnTo>
                <a:lnTo>
                  <a:pt x="565831" y="919160"/>
                </a:lnTo>
                <a:lnTo>
                  <a:pt x="526513" y="943510"/>
                </a:lnTo>
                <a:lnTo>
                  <a:pt x="490514" y="972251"/>
                </a:lnTo>
                <a:lnTo>
                  <a:pt x="458205" y="1005012"/>
                </a:lnTo>
                <a:lnTo>
                  <a:pt x="429956" y="1041419"/>
                </a:lnTo>
                <a:lnTo>
                  <a:pt x="406140" y="1081101"/>
                </a:lnTo>
                <a:lnTo>
                  <a:pt x="387126" y="1123686"/>
                </a:lnTo>
                <a:lnTo>
                  <a:pt x="373287" y="1168802"/>
                </a:lnTo>
                <a:lnTo>
                  <a:pt x="340756" y="1138350"/>
                </a:lnTo>
                <a:lnTo>
                  <a:pt x="302392" y="1115205"/>
                </a:lnTo>
                <a:lnTo>
                  <a:pt x="259298" y="1100492"/>
                </a:lnTo>
                <a:lnTo>
                  <a:pt x="212579" y="1095338"/>
                </a:lnTo>
                <a:lnTo>
                  <a:pt x="163838" y="1100951"/>
                </a:lnTo>
                <a:lnTo>
                  <a:pt x="119094" y="1116942"/>
                </a:lnTo>
                <a:lnTo>
                  <a:pt x="79624" y="1142034"/>
                </a:lnTo>
                <a:lnTo>
                  <a:pt x="46703" y="1174953"/>
                </a:lnTo>
                <a:lnTo>
                  <a:pt x="21607" y="1214424"/>
                </a:lnTo>
                <a:lnTo>
                  <a:pt x="5614" y="1259170"/>
                </a:lnTo>
                <a:lnTo>
                  <a:pt x="0" y="1307918"/>
                </a:lnTo>
                <a:lnTo>
                  <a:pt x="5614" y="1356663"/>
                </a:lnTo>
                <a:lnTo>
                  <a:pt x="21607" y="1401409"/>
                </a:lnTo>
                <a:lnTo>
                  <a:pt x="46703" y="1440882"/>
                </a:lnTo>
                <a:lnTo>
                  <a:pt x="79624" y="1473804"/>
                </a:lnTo>
                <a:lnTo>
                  <a:pt x="119094" y="1498900"/>
                </a:lnTo>
                <a:lnTo>
                  <a:pt x="163838" y="1514893"/>
                </a:lnTo>
                <a:lnTo>
                  <a:pt x="212579" y="1520508"/>
                </a:lnTo>
                <a:lnTo>
                  <a:pt x="257977" y="1515648"/>
                </a:lnTo>
                <a:lnTo>
                  <a:pt x="299995" y="1501750"/>
                </a:lnTo>
                <a:lnTo>
                  <a:pt x="337617" y="1479838"/>
                </a:lnTo>
                <a:lnTo>
                  <a:pt x="369824" y="1450937"/>
                </a:lnTo>
                <a:lnTo>
                  <a:pt x="395600" y="1416072"/>
                </a:lnTo>
                <a:lnTo>
                  <a:pt x="418345" y="1459615"/>
                </a:lnTo>
                <a:lnTo>
                  <a:pt x="446241" y="1499686"/>
                </a:lnTo>
                <a:lnTo>
                  <a:pt x="478848" y="1535844"/>
                </a:lnTo>
                <a:lnTo>
                  <a:pt x="515728" y="1567648"/>
                </a:lnTo>
                <a:lnTo>
                  <a:pt x="556443" y="1594658"/>
                </a:lnTo>
                <a:lnTo>
                  <a:pt x="600552" y="1616432"/>
                </a:lnTo>
                <a:lnTo>
                  <a:pt x="647619" y="1632531"/>
                </a:lnTo>
                <a:lnTo>
                  <a:pt x="697203" y="1642514"/>
                </a:lnTo>
                <a:lnTo>
                  <a:pt x="748867" y="1645939"/>
                </a:lnTo>
                <a:lnTo>
                  <a:pt x="798227" y="1642815"/>
                </a:lnTo>
                <a:lnTo>
                  <a:pt x="845712" y="1633699"/>
                </a:lnTo>
                <a:lnTo>
                  <a:pt x="890941" y="1618973"/>
                </a:lnTo>
                <a:lnTo>
                  <a:pt x="933533" y="1599023"/>
                </a:lnTo>
                <a:lnTo>
                  <a:pt x="973105" y="1574230"/>
                </a:lnTo>
                <a:lnTo>
                  <a:pt x="1009277" y="1544979"/>
                </a:lnTo>
                <a:lnTo>
                  <a:pt x="1041667" y="1511653"/>
                </a:lnTo>
                <a:lnTo>
                  <a:pt x="1069894" y="1474635"/>
                </a:lnTo>
                <a:lnTo>
                  <a:pt x="1081681" y="1520891"/>
                </a:lnTo>
                <a:lnTo>
                  <a:pt x="1096225" y="1565977"/>
                </a:lnTo>
                <a:lnTo>
                  <a:pt x="1113430" y="1609799"/>
                </a:lnTo>
                <a:lnTo>
                  <a:pt x="1133199" y="1652261"/>
                </a:lnTo>
                <a:lnTo>
                  <a:pt x="1155437" y="1693266"/>
                </a:lnTo>
                <a:lnTo>
                  <a:pt x="1180048" y="1732718"/>
                </a:lnTo>
                <a:lnTo>
                  <a:pt x="1206936" y="1770523"/>
                </a:lnTo>
                <a:lnTo>
                  <a:pt x="1236006" y="1806584"/>
                </a:lnTo>
                <a:lnTo>
                  <a:pt x="1267161" y="1840804"/>
                </a:lnTo>
                <a:lnTo>
                  <a:pt x="1300305" y="1873089"/>
                </a:lnTo>
                <a:lnTo>
                  <a:pt x="1335344" y="1903342"/>
                </a:lnTo>
                <a:lnTo>
                  <a:pt x="1372180" y="1931467"/>
                </a:lnTo>
                <a:lnTo>
                  <a:pt x="1410718" y="1957369"/>
                </a:lnTo>
                <a:lnTo>
                  <a:pt x="1450863" y="1980952"/>
                </a:lnTo>
                <a:lnTo>
                  <a:pt x="1492518" y="2002119"/>
                </a:lnTo>
                <a:lnTo>
                  <a:pt x="1535587" y="2020775"/>
                </a:lnTo>
                <a:lnTo>
                  <a:pt x="1579975" y="2036824"/>
                </a:lnTo>
                <a:lnTo>
                  <a:pt x="1625586" y="2050170"/>
                </a:lnTo>
                <a:lnTo>
                  <a:pt x="1672324" y="2060717"/>
                </a:lnTo>
                <a:lnTo>
                  <a:pt x="1720093" y="2068370"/>
                </a:lnTo>
                <a:lnTo>
                  <a:pt x="1768798" y="2073031"/>
                </a:lnTo>
                <a:lnTo>
                  <a:pt x="1818342" y="2074606"/>
                </a:lnTo>
                <a:lnTo>
                  <a:pt x="1868474" y="2072993"/>
                </a:lnTo>
                <a:lnTo>
                  <a:pt x="1917746" y="2068220"/>
                </a:lnTo>
                <a:lnTo>
                  <a:pt x="1966058" y="2060387"/>
                </a:lnTo>
                <a:lnTo>
                  <a:pt x="2013311" y="2049592"/>
                </a:lnTo>
                <a:lnTo>
                  <a:pt x="2059406" y="2035936"/>
                </a:lnTo>
                <a:lnTo>
                  <a:pt x="2104244" y="2019517"/>
                </a:lnTo>
                <a:lnTo>
                  <a:pt x="2147724" y="2000436"/>
                </a:lnTo>
                <a:lnTo>
                  <a:pt x="2189748" y="1978790"/>
                </a:lnTo>
                <a:lnTo>
                  <a:pt x="2230217" y="1954681"/>
                </a:lnTo>
                <a:lnTo>
                  <a:pt x="2269029" y="1928206"/>
                </a:lnTo>
                <a:lnTo>
                  <a:pt x="2306088" y="1899467"/>
                </a:lnTo>
                <a:lnTo>
                  <a:pt x="2341292" y="1868561"/>
                </a:lnTo>
                <a:lnTo>
                  <a:pt x="2374543" y="1835588"/>
                </a:lnTo>
                <a:lnTo>
                  <a:pt x="2405740" y="1800648"/>
                </a:lnTo>
                <a:lnTo>
                  <a:pt x="2434786" y="1763840"/>
                </a:lnTo>
                <a:lnTo>
                  <a:pt x="2461580" y="1725263"/>
                </a:lnTo>
                <a:lnTo>
                  <a:pt x="2486023" y="1685017"/>
                </a:lnTo>
                <a:lnTo>
                  <a:pt x="2508015" y="1643201"/>
                </a:lnTo>
                <a:lnTo>
                  <a:pt x="2527458" y="1599915"/>
                </a:lnTo>
                <a:lnTo>
                  <a:pt x="2544251" y="1555258"/>
                </a:lnTo>
                <a:lnTo>
                  <a:pt x="2558295" y="1509329"/>
                </a:lnTo>
                <a:lnTo>
                  <a:pt x="2569492" y="1462227"/>
                </a:lnTo>
                <a:lnTo>
                  <a:pt x="2614498" y="1475543"/>
                </a:lnTo>
                <a:lnTo>
                  <a:pt x="2660630" y="1486074"/>
                </a:lnTo>
                <a:lnTo>
                  <a:pt x="2707794" y="1493719"/>
                </a:lnTo>
                <a:lnTo>
                  <a:pt x="2755894" y="1498378"/>
                </a:lnTo>
                <a:lnTo>
                  <a:pt x="2804836" y="1499954"/>
                </a:lnTo>
                <a:lnTo>
                  <a:pt x="2858410" y="1498069"/>
                </a:lnTo>
                <a:lnTo>
                  <a:pt x="2910967" y="1492498"/>
                </a:lnTo>
                <a:lnTo>
                  <a:pt x="2962379" y="1483370"/>
                </a:lnTo>
                <a:lnTo>
                  <a:pt x="3012519" y="1470812"/>
                </a:lnTo>
                <a:lnTo>
                  <a:pt x="3061261" y="1454950"/>
                </a:lnTo>
                <a:lnTo>
                  <a:pt x="3108478" y="1435913"/>
                </a:lnTo>
                <a:lnTo>
                  <a:pt x="3154042" y="1413828"/>
                </a:lnTo>
                <a:lnTo>
                  <a:pt x="3197827" y="1388821"/>
                </a:lnTo>
                <a:lnTo>
                  <a:pt x="3239706" y="1361022"/>
                </a:lnTo>
                <a:lnTo>
                  <a:pt x="3279552" y="1330556"/>
                </a:lnTo>
                <a:lnTo>
                  <a:pt x="3317239" y="1297552"/>
                </a:lnTo>
                <a:lnTo>
                  <a:pt x="3350651" y="1330450"/>
                </a:lnTo>
                <a:lnTo>
                  <a:pt x="3387243" y="1359855"/>
                </a:lnTo>
                <a:lnTo>
                  <a:pt x="3426741" y="1385491"/>
                </a:lnTo>
                <a:lnTo>
                  <a:pt x="3468873" y="1407082"/>
                </a:lnTo>
                <a:lnTo>
                  <a:pt x="3513365" y="1424355"/>
                </a:lnTo>
                <a:lnTo>
                  <a:pt x="3559943" y="1437033"/>
                </a:lnTo>
                <a:lnTo>
                  <a:pt x="3608334" y="1444841"/>
                </a:lnTo>
                <a:lnTo>
                  <a:pt x="3658265" y="1447505"/>
                </a:lnTo>
                <a:lnTo>
                  <a:pt x="3708110" y="1444852"/>
                </a:lnTo>
                <a:lnTo>
                  <a:pt x="3756416" y="1437073"/>
                </a:lnTo>
                <a:lnTo>
                  <a:pt x="3802914" y="1424444"/>
                </a:lnTo>
                <a:lnTo>
                  <a:pt x="3847333" y="1407235"/>
                </a:lnTo>
                <a:lnTo>
                  <a:pt x="3889401" y="1385722"/>
                </a:lnTo>
                <a:lnTo>
                  <a:pt x="3928849" y="1360177"/>
                </a:lnTo>
                <a:lnTo>
                  <a:pt x="3965405" y="1330874"/>
                </a:lnTo>
                <a:lnTo>
                  <a:pt x="3998799" y="1298086"/>
                </a:lnTo>
                <a:lnTo>
                  <a:pt x="4024717" y="1340426"/>
                </a:lnTo>
                <a:lnTo>
                  <a:pt x="4057720" y="1377169"/>
                </a:lnTo>
                <a:lnTo>
                  <a:pt x="4096873" y="1407378"/>
                </a:lnTo>
                <a:lnTo>
                  <a:pt x="4141240" y="1430117"/>
                </a:lnTo>
                <a:lnTo>
                  <a:pt x="4189885" y="1444447"/>
                </a:lnTo>
                <a:lnTo>
                  <a:pt x="4241870" y="1449432"/>
                </a:lnTo>
                <a:lnTo>
                  <a:pt x="4290555" y="1445068"/>
                </a:lnTo>
                <a:lnTo>
                  <a:pt x="4336376" y="1432488"/>
                </a:lnTo>
                <a:lnTo>
                  <a:pt x="4378569" y="1412456"/>
                </a:lnTo>
                <a:lnTo>
                  <a:pt x="4416367" y="1385738"/>
                </a:lnTo>
                <a:lnTo>
                  <a:pt x="4449008" y="1353097"/>
                </a:lnTo>
                <a:lnTo>
                  <a:pt x="4475726" y="1315299"/>
                </a:lnTo>
                <a:lnTo>
                  <a:pt x="4495757" y="1273109"/>
                </a:lnTo>
                <a:lnTo>
                  <a:pt x="4508337" y="1227292"/>
                </a:lnTo>
                <a:lnTo>
                  <a:pt x="4512700" y="1178613"/>
                </a:lnTo>
                <a:lnTo>
                  <a:pt x="4508337" y="1129927"/>
                </a:lnTo>
                <a:lnTo>
                  <a:pt x="4495757" y="1084104"/>
                </a:lnTo>
                <a:lnTo>
                  <a:pt x="4475726" y="1041909"/>
                </a:lnTo>
                <a:lnTo>
                  <a:pt x="4449008" y="1004107"/>
                </a:lnTo>
                <a:lnTo>
                  <a:pt x="4416367" y="971463"/>
                </a:lnTo>
                <a:lnTo>
                  <a:pt x="4378569" y="944741"/>
                </a:lnTo>
                <a:lnTo>
                  <a:pt x="4336376" y="924707"/>
                </a:lnTo>
                <a:lnTo>
                  <a:pt x="4290555" y="912126"/>
                </a:lnTo>
                <a:lnTo>
                  <a:pt x="4241870" y="907762"/>
                </a:lnTo>
                <a:lnTo>
                  <a:pt x="4209122" y="909736"/>
                </a:lnTo>
                <a:lnTo>
                  <a:pt x="4177539" y="915495"/>
                </a:lnTo>
                <a:lnTo>
                  <a:pt x="4147339" y="924796"/>
                </a:lnTo>
                <a:lnTo>
                  <a:pt x="4118743" y="937395"/>
                </a:lnTo>
                <a:lnTo>
                  <a:pt x="4111735" y="891428"/>
                </a:lnTo>
                <a:lnTo>
                  <a:pt x="4100333" y="847062"/>
                </a:lnTo>
                <a:lnTo>
                  <a:pt x="4084773" y="804528"/>
                </a:lnTo>
                <a:lnTo>
                  <a:pt x="4065285" y="764061"/>
                </a:lnTo>
                <a:lnTo>
                  <a:pt x="4042102" y="725892"/>
                </a:lnTo>
                <a:lnTo>
                  <a:pt x="4015458" y="690254"/>
                </a:lnTo>
                <a:lnTo>
                  <a:pt x="3985584" y="657380"/>
                </a:lnTo>
                <a:lnTo>
                  <a:pt x="3952715" y="627502"/>
                </a:lnTo>
                <a:lnTo>
                  <a:pt x="3917081" y="600853"/>
                </a:lnTo>
                <a:lnTo>
                  <a:pt x="3878916" y="577666"/>
                </a:lnTo>
                <a:lnTo>
                  <a:pt x="3838452" y="558173"/>
                </a:lnTo>
                <a:lnTo>
                  <a:pt x="3795923" y="542606"/>
                </a:lnTo>
                <a:lnTo>
                  <a:pt x="3751560" y="531200"/>
                </a:lnTo>
                <a:lnTo>
                  <a:pt x="3705596" y="524185"/>
                </a:lnTo>
                <a:lnTo>
                  <a:pt x="3658265" y="521795"/>
                </a:lnTo>
                <a:lnTo>
                  <a:pt x="3623925" y="523062"/>
                </a:lnTo>
                <a:lnTo>
                  <a:pt x="3590271" y="526795"/>
                </a:lnTo>
                <a:lnTo>
                  <a:pt x="3557385" y="532892"/>
                </a:lnTo>
                <a:lnTo>
                  <a:pt x="3525348" y="541250"/>
                </a:lnTo>
                <a:lnTo>
                  <a:pt x="3510320" y="495002"/>
                </a:lnTo>
                <a:lnTo>
                  <a:pt x="3492433" y="450124"/>
                </a:lnTo>
                <a:lnTo>
                  <a:pt x="3471793" y="406722"/>
                </a:lnTo>
                <a:lnTo>
                  <a:pt x="3448510" y="364906"/>
                </a:lnTo>
                <a:lnTo>
                  <a:pt x="3422691" y="324785"/>
                </a:lnTo>
                <a:lnTo>
                  <a:pt x="3394445" y="286466"/>
                </a:lnTo>
                <a:lnTo>
                  <a:pt x="3363880" y="250058"/>
                </a:lnTo>
                <a:lnTo>
                  <a:pt x="3331105" y="215669"/>
                </a:lnTo>
                <a:lnTo>
                  <a:pt x="3296228" y="183409"/>
                </a:lnTo>
                <a:lnTo>
                  <a:pt x="3259357" y="153385"/>
                </a:lnTo>
                <a:lnTo>
                  <a:pt x="3220601" y="125706"/>
                </a:lnTo>
                <a:lnTo>
                  <a:pt x="3180068" y="100479"/>
                </a:lnTo>
                <a:lnTo>
                  <a:pt x="3137866" y="77815"/>
                </a:lnTo>
                <a:lnTo>
                  <a:pt x="3094105" y="57821"/>
                </a:lnTo>
                <a:lnTo>
                  <a:pt x="3048891" y="40605"/>
                </a:lnTo>
                <a:lnTo>
                  <a:pt x="3002333" y="26276"/>
                </a:lnTo>
                <a:lnTo>
                  <a:pt x="2954541" y="14943"/>
                </a:lnTo>
                <a:lnTo>
                  <a:pt x="2905622" y="6713"/>
                </a:lnTo>
                <a:lnTo>
                  <a:pt x="2855684" y="1696"/>
                </a:lnTo>
                <a:lnTo>
                  <a:pt x="28048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7331354" y="2128741"/>
            <a:ext cx="5402580" cy="1999614"/>
          </a:xfrm>
          <a:custGeom>
            <a:avLst/>
            <a:gdLst/>
            <a:ahLst/>
            <a:cxnLst/>
            <a:rect l="l" t="t" r="r" b="b"/>
            <a:pathLst>
              <a:path w="5402580" h="1999614">
                <a:moveTo>
                  <a:pt x="2743454" y="1680083"/>
                </a:moveTo>
                <a:lnTo>
                  <a:pt x="2738729" y="1633131"/>
                </a:lnTo>
                <a:lnTo>
                  <a:pt x="2725153" y="1589392"/>
                </a:lnTo>
                <a:lnTo>
                  <a:pt x="2703665" y="1549819"/>
                </a:lnTo>
                <a:lnTo>
                  <a:pt x="2675217" y="1515338"/>
                </a:lnTo>
                <a:lnTo>
                  <a:pt x="2640736" y="1486890"/>
                </a:lnTo>
                <a:lnTo>
                  <a:pt x="2601163" y="1465414"/>
                </a:lnTo>
                <a:lnTo>
                  <a:pt x="2557437" y="1451838"/>
                </a:lnTo>
                <a:lnTo>
                  <a:pt x="2510485" y="1447101"/>
                </a:lnTo>
                <a:lnTo>
                  <a:pt x="2487409" y="1448244"/>
                </a:lnTo>
                <a:lnTo>
                  <a:pt x="2464968" y="1451571"/>
                </a:lnTo>
                <a:lnTo>
                  <a:pt x="2443289" y="1456994"/>
                </a:lnTo>
                <a:lnTo>
                  <a:pt x="2422474" y="1464373"/>
                </a:lnTo>
                <a:lnTo>
                  <a:pt x="2386317" y="1432699"/>
                </a:lnTo>
                <a:lnTo>
                  <a:pt x="2345512" y="1406918"/>
                </a:lnTo>
                <a:lnTo>
                  <a:pt x="2300732" y="1387665"/>
                </a:lnTo>
                <a:lnTo>
                  <a:pt x="2252637" y="1375625"/>
                </a:lnTo>
                <a:lnTo>
                  <a:pt x="2201875" y="1371460"/>
                </a:lnTo>
                <a:lnTo>
                  <a:pt x="2192502" y="1371612"/>
                </a:lnTo>
                <a:lnTo>
                  <a:pt x="2183219" y="1372069"/>
                </a:lnTo>
                <a:lnTo>
                  <a:pt x="2173998" y="1372793"/>
                </a:lnTo>
                <a:lnTo>
                  <a:pt x="2164854" y="1373759"/>
                </a:lnTo>
                <a:lnTo>
                  <a:pt x="2159190" y="1326946"/>
                </a:lnTo>
                <a:lnTo>
                  <a:pt x="2148598" y="1281836"/>
                </a:lnTo>
                <a:lnTo>
                  <a:pt x="2133371" y="1238719"/>
                </a:lnTo>
                <a:lnTo>
                  <a:pt x="2113775" y="1197864"/>
                </a:lnTo>
                <a:lnTo>
                  <a:pt x="2090102" y="1159548"/>
                </a:lnTo>
                <a:lnTo>
                  <a:pt x="2062645" y="1124077"/>
                </a:lnTo>
                <a:lnTo>
                  <a:pt x="2031669" y="1091717"/>
                </a:lnTo>
                <a:lnTo>
                  <a:pt x="1997456" y="1062761"/>
                </a:lnTo>
                <a:lnTo>
                  <a:pt x="1960295" y="1037475"/>
                </a:lnTo>
                <a:lnTo>
                  <a:pt x="1920468" y="1016165"/>
                </a:lnTo>
                <a:lnTo>
                  <a:pt x="1878266" y="999096"/>
                </a:lnTo>
                <a:lnTo>
                  <a:pt x="1833943" y="986548"/>
                </a:lnTo>
                <a:lnTo>
                  <a:pt x="1787804" y="978814"/>
                </a:lnTo>
                <a:lnTo>
                  <a:pt x="1740128" y="976172"/>
                </a:lnTo>
                <a:lnTo>
                  <a:pt x="1689862" y="979106"/>
                </a:lnTo>
                <a:lnTo>
                  <a:pt x="1641335" y="987704"/>
                </a:lnTo>
                <a:lnTo>
                  <a:pt x="1594866" y="1001610"/>
                </a:lnTo>
                <a:lnTo>
                  <a:pt x="1550797" y="1020508"/>
                </a:lnTo>
                <a:lnTo>
                  <a:pt x="1509458" y="1044067"/>
                </a:lnTo>
                <a:lnTo>
                  <a:pt x="1471168" y="1071943"/>
                </a:lnTo>
                <a:lnTo>
                  <a:pt x="1436268" y="1103820"/>
                </a:lnTo>
                <a:lnTo>
                  <a:pt x="1405089" y="1139355"/>
                </a:lnTo>
                <a:lnTo>
                  <a:pt x="1377950" y="1178217"/>
                </a:lnTo>
                <a:lnTo>
                  <a:pt x="1355191" y="1220076"/>
                </a:lnTo>
                <a:lnTo>
                  <a:pt x="1337144" y="1264602"/>
                </a:lnTo>
                <a:lnTo>
                  <a:pt x="1307503" y="1229321"/>
                </a:lnTo>
                <a:lnTo>
                  <a:pt x="1274508" y="1197190"/>
                </a:lnTo>
                <a:lnTo>
                  <a:pt x="1238440" y="1168488"/>
                </a:lnTo>
                <a:lnTo>
                  <a:pt x="1199540" y="1143469"/>
                </a:lnTo>
                <a:lnTo>
                  <a:pt x="1158087" y="1122400"/>
                </a:lnTo>
                <a:lnTo>
                  <a:pt x="1114336" y="1105547"/>
                </a:lnTo>
                <a:lnTo>
                  <a:pt x="1068565" y="1093190"/>
                </a:lnTo>
                <a:lnTo>
                  <a:pt x="1021016" y="1085570"/>
                </a:lnTo>
                <a:lnTo>
                  <a:pt x="971969" y="1082979"/>
                </a:lnTo>
                <a:lnTo>
                  <a:pt x="922248" y="1085646"/>
                </a:lnTo>
                <a:lnTo>
                  <a:pt x="874077" y="1093470"/>
                </a:lnTo>
                <a:lnTo>
                  <a:pt x="827735" y="1106170"/>
                </a:lnTo>
                <a:lnTo>
                  <a:pt x="783488" y="1123467"/>
                </a:lnTo>
                <a:lnTo>
                  <a:pt x="741603" y="1145095"/>
                </a:lnTo>
                <a:lnTo>
                  <a:pt x="702386" y="1170762"/>
                </a:lnTo>
                <a:lnTo>
                  <a:pt x="666089" y="1200200"/>
                </a:lnTo>
                <a:lnTo>
                  <a:pt x="632993" y="1233131"/>
                </a:lnTo>
                <a:lnTo>
                  <a:pt x="603364" y="1269288"/>
                </a:lnTo>
                <a:lnTo>
                  <a:pt x="577494" y="1308366"/>
                </a:lnTo>
                <a:lnTo>
                  <a:pt x="555650" y="1350124"/>
                </a:lnTo>
                <a:lnTo>
                  <a:pt x="529564" y="1336675"/>
                </a:lnTo>
                <a:lnTo>
                  <a:pt x="501637" y="1326667"/>
                </a:lnTo>
                <a:lnTo>
                  <a:pt x="472147" y="1320431"/>
                </a:lnTo>
                <a:lnTo>
                  <a:pt x="441350" y="1318272"/>
                </a:lnTo>
                <a:lnTo>
                  <a:pt x="389724" y="1324305"/>
                </a:lnTo>
                <a:lnTo>
                  <a:pt x="342442" y="1341462"/>
                </a:lnTo>
                <a:lnTo>
                  <a:pt x="300863" y="1368361"/>
                </a:lnTo>
                <a:lnTo>
                  <a:pt x="266344" y="1403591"/>
                </a:lnTo>
                <a:lnTo>
                  <a:pt x="240245" y="1445768"/>
                </a:lnTo>
                <a:lnTo>
                  <a:pt x="219341" y="1427556"/>
                </a:lnTo>
                <a:lnTo>
                  <a:pt x="195110" y="1413751"/>
                </a:lnTo>
                <a:lnTo>
                  <a:pt x="168148" y="1405001"/>
                </a:lnTo>
                <a:lnTo>
                  <a:pt x="139065" y="1401940"/>
                </a:lnTo>
                <a:lnTo>
                  <a:pt x="95110" y="1409026"/>
                </a:lnTo>
                <a:lnTo>
                  <a:pt x="56934" y="1428775"/>
                </a:lnTo>
                <a:lnTo>
                  <a:pt x="26835" y="1458874"/>
                </a:lnTo>
                <a:lnTo>
                  <a:pt x="7086" y="1497050"/>
                </a:lnTo>
                <a:lnTo>
                  <a:pt x="0" y="1541005"/>
                </a:lnTo>
                <a:lnTo>
                  <a:pt x="7086" y="1584960"/>
                </a:lnTo>
                <a:lnTo>
                  <a:pt x="26835" y="1623148"/>
                </a:lnTo>
                <a:lnTo>
                  <a:pt x="56934" y="1653247"/>
                </a:lnTo>
                <a:lnTo>
                  <a:pt x="95110" y="1672983"/>
                </a:lnTo>
                <a:lnTo>
                  <a:pt x="139065" y="1680083"/>
                </a:lnTo>
                <a:lnTo>
                  <a:pt x="168148" y="1677022"/>
                </a:lnTo>
                <a:lnTo>
                  <a:pt x="195110" y="1668259"/>
                </a:lnTo>
                <a:lnTo>
                  <a:pt x="219341" y="1654454"/>
                </a:lnTo>
                <a:lnTo>
                  <a:pt x="240245" y="1636242"/>
                </a:lnTo>
                <a:lnTo>
                  <a:pt x="266344" y="1678419"/>
                </a:lnTo>
                <a:lnTo>
                  <a:pt x="300863" y="1713649"/>
                </a:lnTo>
                <a:lnTo>
                  <a:pt x="342442" y="1740547"/>
                </a:lnTo>
                <a:lnTo>
                  <a:pt x="389724" y="1757705"/>
                </a:lnTo>
                <a:lnTo>
                  <a:pt x="441350" y="1763737"/>
                </a:lnTo>
                <a:lnTo>
                  <a:pt x="472147" y="1761591"/>
                </a:lnTo>
                <a:lnTo>
                  <a:pt x="501637" y="1755355"/>
                </a:lnTo>
                <a:lnTo>
                  <a:pt x="529564" y="1745348"/>
                </a:lnTo>
                <a:lnTo>
                  <a:pt x="555650" y="1731899"/>
                </a:lnTo>
                <a:lnTo>
                  <a:pt x="577494" y="1773643"/>
                </a:lnTo>
                <a:lnTo>
                  <a:pt x="603364" y="1812734"/>
                </a:lnTo>
                <a:lnTo>
                  <a:pt x="632993" y="1848878"/>
                </a:lnTo>
                <a:lnTo>
                  <a:pt x="666089" y="1881809"/>
                </a:lnTo>
                <a:lnTo>
                  <a:pt x="702386" y="1911248"/>
                </a:lnTo>
                <a:lnTo>
                  <a:pt x="741603" y="1936915"/>
                </a:lnTo>
                <a:lnTo>
                  <a:pt x="783488" y="1958543"/>
                </a:lnTo>
                <a:lnTo>
                  <a:pt x="827735" y="1975840"/>
                </a:lnTo>
                <a:lnTo>
                  <a:pt x="874077" y="1988540"/>
                </a:lnTo>
                <a:lnTo>
                  <a:pt x="922248" y="1996363"/>
                </a:lnTo>
                <a:lnTo>
                  <a:pt x="971969" y="1999030"/>
                </a:lnTo>
                <a:lnTo>
                  <a:pt x="1023112" y="1996211"/>
                </a:lnTo>
                <a:lnTo>
                  <a:pt x="1072616" y="1987931"/>
                </a:lnTo>
                <a:lnTo>
                  <a:pt x="1120165" y="1974519"/>
                </a:lnTo>
                <a:lnTo>
                  <a:pt x="1165466" y="1956257"/>
                </a:lnTo>
                <a:lnTo>
                  <a:pt x="1208214" y="1933448"/>
                </a:lnTo>
                <a:lnTo>
                  <a:pt x="1248117" y="1906397"/>
                </a:lnTo>
                <a:lnTo>
                  <a:pt x="1284871" y="1875409"/>
                </a:lnTo>
                <a:lnTo>
                  <a:pt x="1318183" y="1840776"/>
                </a:lnTo>
                <a:lnTo>
                  <a:pt x="1347736" y="1802815"/>
                </a:lnTo>
                <a:lnTo>
                  <a:pt x="1373238" y="1761807"/>
                </a:lnTo>
                <a:lnTo>
                  <a:pt x="1394396" y="1718068"/>
                </a:lnTo>
                <a:lnTo>
                  <a:pt x="1410906" y="1671891"/>
                </a:lnTo>
                <a:lnTo>
                  <a:pt x="1442021" y="1705889"/>
                </a:lnTo>
                <a:lnTo>
                  <a:pt x="1476629" y="1736356"/>
                </a:lnTo>
                <a:lnTo>
                  <a:pt x="1514398" y="1762988"/>
                </a:lnTo>
                <a:lnTo>
                  <a:pt x="1555051" y="1785454"/>
                </a:lnTo>
                <a:lnTo>
                  <a:pt x="1598244" y="1803476"/>
                </a:lnTo>
                <a:lnTo>
                  <a:pt x="1643697" y="1816722"/>
                </a:lnTo>
                <a:lnTo>
                  <a:pt x="1691093" y="1824888"/>
                </a:lnTo>
                <a:lnTo>
                  <a:pt x="1740128" y="1827682"/>
                </a:lnTo>
                <a:lnTo>
                  <a:pt x="1785899" y="1825244"/>
                </a:lnTo>
                <a:lnTo>
                  <a:pt x="1830247" y="1818068"/>
                </a:lnTo>
                <a:lnTo>
                  <a:pt x="1872945" y="1806460"/>
                </a:lnTo>
                <a:lnTo>
                  <a:pt x="1913750" y="1790674"/>
                </a:lnTo>
                <a:lnTo>
                  <a:pt x="1933498" y="1832419"/>
                </a:lnTo>
                <a:lnTo>
                  <a:pt x="1959038" y="1870456"/>
                </a:lnTo>
                <a:lnTo>
                  <a:pt x="1989797" y="1904212"/>
                </a:lnTo>
                <a:lnTo>
                  <a:pt x="2025192" y="1933105"/>
                </a:lnTo>
                <a:lnTo>
                  <a:pt x="2064664" y="1956574"/>
                </a:lnTo>
                <a:lnTo>
                  <a:pt x="2107654" y="1974037"/>
                </a:lnTo>
                <a:lnTo>
                  <a:pt x="2153577" y="1984933"/>
                </a:lnTo>
                <a:lnTo>
                  <a:pt x="2201875" y="1988693"/>
                </a:lnTo>
                <a:lnTo>
                  <a:pt x="2252637" y="1984540"/>
                </a:lnTo>
                <a:lnTo>
                  <a:pt x="2300732" y="1972500"/>
                </a:lnTo>
                <a:lnTo>
                  <a:pt x="2345512" y="1953260"/>
                </a:lnTo>
                <a:lnTo>
                  <a:pt x="2386317" y="1927479"/>
                </a:lnTo>
                <a:lnTo>
                  <a:pt x="2422474" y="1895817"/>
                </a:lnTo>
                <a:lnTo>
                  <a:pt x="2443289" y="1903196"/>
                </a:lnTo>
                <a:lnTo>
                  <a:pt x="2464968" y="1908606"/>
                </a:lnTo>
                <a:lnTo>
                  <a:pt x="2487409" y="1911946"/>
                </a:lnTo>
                <a:lnTo>
                  <a:pt x="2510485" y="1913077"/>
                </a:lnTo>
                <a:lnTo>
                  <a:pt x="2557437" y="1908340"/>
                </a:lnTo>
                <a:lnTo>
                  <a:pt x="2601163" y="1894763"/>
                </a:lnTo>
                <a:lnTo>
                  <a:pt x="2640736" y="1873288"/>
                </a:lnTo>
                <a:lnTo>
                  <a:pt x="2675217" y="1844840"/>
                </a:lnTo>
                <a:lnTo>
                  <a:pt x="2703665" y="1810346"/>
                </a:lnTo>
                <a:lnTo>
                  <a:pt x="2725153" y="1770773"/>
                </a:lnTo>
                <a:lnTo>
                  <a:pt x="2738729" y="1727034"/>
                </a:lnTo>
                <a:lnTo>
                  <a:pt x="2743454" y="1680083"/>
                </a:lnTo>
                <a:close/>
              </a:path>
              <a:path w="5402580" h="1999614">
                <a:moveTo>
                  <a:pt x="5402135" y="547979"/>
                </a:moveTo>
                <a:lnTo>
                  <a:pt x="5396179" y="503745"/>
                </a:lnTo>
                <a:lnTo>
                  <a:pt x="5379415" y="464007"/>
                </a:lnTo>
                <a:lnTo>
                  <a:pt x="5353393" y="430326"/>
                </a:lnTo>
                <a:lnTo>
                  <a:pt x="5319712" y="404304"/>
                </a:lnTo>
                <a:lnTo>
                  <a:pt x="5279974" y="387540"/>
                </a:lnTo>
                <a:lnTo>
                  <a:pt x="5235753" y="381596"/>
                </a:lnTo>
                <a:lnTo>
                  <a:pt x="5200955" y="385254"/>
                </a:lnTo>
                <a:lnTo>
                  <a:pt x="5168684" y="395732"/>
                </a:lnTo>
                <a:lnTo>
                  <a:pt x="5139690" y="412254"/>
                </a:lnTo>
                <a:lnTo>
                  <a:pt x="5114671" y="434047"/>
                </a:lnTo>
                <a:lnTo>
                  <a:pt x="5089410" y="391464"/>
                </a:lnTo>
                <a:lnTo>
                  <a:pt x="5056949" y="354457"/>
                </a:lnTo>
                <a:lnTo>
                  <a:pt x="5018240" y="323989"/>
                </a:lnTo>
                <a:lnTo>
                  <a:pt x="4974234" y="301040"/>
                </a:lnTo>
                <a:lnTo>
                  <a:pt x="4925873" y="286550"/>
                </a:lnTo>
                <a:lnTo>
                  <a:pt x="4874095" y="281508"/>
                </a:lnTo>
                <a:lnTo>
                  <a:pt x="4837227" y="284086"/>
                </a:lnTo>
                <a:lnTo>
                  <a:pt x="4801946" y="291541"/>
                </a:lnTo>
                <a:lnTo>
                  <a:pt x="4768545" y="303504"/>
                </a:lnTo>
                <a:lnTo>
                  <a:pt x="4737328" y="319595"/>
                </a:lnTo>
                <a:lnTo>
                  <a:pt x="4715522" y="277139"/>
                </a:lnTo>
                <a:lnTo>
                  <a:pt x="4690249" y="236918"/>
                </a:lnTo>
                <a:lnTo>
                  <a:pt x="4661674" y="199148"/>
                </a:lnTo>
                <a:lnTo>
                  <a:pt x="4630026" y="164020"/>
                </a:lnTo>
                <a:lnTo>
                  <a:pt x="4595495" y="131737"/>
                </a:lnTo>
                <a:lnTo>
                  <a:pt x="4558271" y="102501"/>
                </a:lnTo>
                <a:lnTo>
                  <a:pt x="4518558" y="76504"/>
                </a:lnTo>
                <a:lnTo>
                  <a:pt x="4476559" y="53962"/>
                </a:lnTo>
                <a:lnTo>
                  <a:pt x="4432478" y="35077"/>
                </a:lnTo>
                <a:lnTo>
                  <a:pt x="4386491" y="20027"/>
                </a:lnTo>
                <a:lnTo>
                  <a:pt x="4338828" y="9042"/>
                </a:lnTo>
                <a:lnTo>
                  <a:pt x="4289666" y="2298"/>
                </a:lnTo>
                <a:lnTo>
                  <a:pt x="4239222" y="0"/>
                </a:lnTo>
                <a:lnTo>
                  <a:pt x="4190123" y="2171"/>
                </a:lnTo>
                <a:lnTo>
                  <a:pt x="4142244" y="8559"/>
                </a:lnTo>
                <a:lnTo>
                  <a:pt x="4095762" y="18973"/>
                </a:lnTo>
                <a:lnTo>
                  <a:pt x="4050855" y="33248"/>
                </a:lnTo>
                <a:lnTo>
                  <a:pt x="4007726" y="51181"/>
                </a:lnTo>
                <a:lnTo>
                  <a:pt x="3966540" y="72593"/>
                </a:lnTo>
                <a:lnTo>
                  <a:pt x="3927500" y="97294"/>
                </a:lnTo>
                <a:lnTo>
                  <a:pt x="3890772" y="125107"/>
                </a:lnTo>
                <a:lnTo>
                  <a:pt x="3856545" y="155841"/>
                </a:lnTo>
                <a:lnTo>
                  <a:pt x="3825011" y="189331"/>
                </a:lnTo>
                <a:lnTo>
                  <a:pt x="3796334" y="225361"/>
                </a:lnTo>
                <a:lnTo>
                  <a:pt x="3770731" y="263779"/>
                </a:lnTo>
                <a:lnTo>
                  <a:pt x="3748354" y="304368"/>
                </a:lnTo>
                <a:lnTo>
                  <a:pt x="3729405" y="346964"/>
                </a:lnTo>
                <a:lnTo>
                  <a:pt x="3714051" y="391388"/>
                </a:lnTo>
                <a:lnTo>
                  <a:pt x="3681171" y="355028"/>
                </a:lnTo>
                <a:lnTo>
                  <a:pt x="3644963" y="321970"/>
                </a:lnTo>
                <a:lnTo>
                  <a:pt x="3605695" y="292481"/>
                </a:lnTo>
                <a:lnTo>
                  <a:pt x="3563620" y="266827"/>
                </a:lnTo>
                <a:lnTo>
                  <a:pt x="3518992" y="245262"/>
                </a:lnTo>
                <a:lnTo>
                  <a:pt x="3472078" y="228028"/>
                </a:lnTo>
                <a:lnTo>
                  <a:pt x="3423145" y="215404"/>
                </a:lnTo>
                <a:lnTo>
                  <a:pt x="3372421" y="207632"/>
                </a:lnTo>
                <a:lnTo>
                  <a:pt x="3320199" y="204990"/>
                </a:lnTo>
                <a:lnTo>
                  <a:pt x="3265424" y="207924"/>
                </a:lnTo>
                <a:lnTo>
                  <a:pt x="3212363" y="216496"/>
                </a:lnTo>
                <a:lnTo>
                  <a:pt x="3161284" y="230390"/>
                </a:lnTo>
                <a:lnTo>
                  <a:pt x="3112465" y="249301"/>
                </a:lnTo>
                <a:lnTo>
                  <a:pt x="3091789" y="204685"/>
                </a:lnTo>
                <a:lnTo>
                  <a:pt x="3065602" y="163525"/>
                </a:lnTo>
                <a:lnTo>
                  <a:pt x="3034373" y="126288"/>
                </a:lnTo>
                <a:lnTo>
                  <a:pt x="2998571" y="93472"/>
                </a:lnTo>
                <a:lnTo>
                  <a:pt x="2958681" y="65544"/>
                </a:lnTo>
                <a:lnTo>
                  <a:pt x="2915170" y="43002"/>
                </a:lnTo>
                <a:lnTo>
                  <a:pt x="2868536" y="26289"/>
                </a:lnTo>
                <a:lnTo>
                  <a:pt x="2819235" y="15925"/>
                </a:lnTo>
                <a:lnTo>
                  <a:pt x="2767749" y="12357"/>
                </a:lnTo>
                <a:lnTo>
                  <a:pt x="2716936" y="15824"/>
                </a:lnTo>
                <a:lnTo>
                  <a:pt x="2668244" y="25933"/>
                </a:lnTo>
                <a:lnTo>
                  <a:pt x="2622118" y="42214"/>
                </a:lnTo>
                <a:lnTo>
                  <a:pt x="2579039" y="64211"/>
                </a:lnTo>
                <a:lnTo>
                  <a:pt x="2539454" y="91452"/>
                </a:lnTo>
                <a:lnTo>
                  <a:pt x="2503805" y="123494"/>
                </a:lnTo>
                <a:lnTo>
                  <a:pt x="2478875" y="114668"/>
                </a:lnTo>
                <a:lnTo>
                  <a:pt x="2452941" y="108178"/>
                </a:lnTo>
                <a:lnTo>
                  <a:pt x="2426106" y="104190"/>
                </a:lnTo>
                <a:lnTo>
                  <a:pt x="2398496" y="102831"/>
                </a:lnTo>
                <a:lnTo>
                  <a:pt x="2353272" y="106489"/>
                </a:lnTo>
                <a:lnTo>
                  <a:pt x="2310384" y="117055"/>
                </a:lnTo>
                <a:lnTo>
                  <a:pt x="2270391" y="133959"/>
                </a:lnTo>
                <a:lnTo>
                  <a:pt x="2233853" y="156629"/>
                </a:lnTo>
                <a:lnTo>
                  <a:pt x="2201380" y="184492"/>
                </a:lnTo>
                <a:lnTo>
                  <a:pt x="2173516" y="216966"/>
                </a:lnTo>
                <a:lnTo>
                  <a:pt x="2150846" y="253492"/>
                </a:lnTo>
                <a:lnTo>
                  <a:pt x="2133943" y="293497"/>
                </a:lnTo>
                <a:lnTo>
                  <a:pt x="2123376" y="336384"/>
                </a:lnTo>
                <a:lnTo>
                  <a:pt x="2119731" y="381596"/>
                </a:lnTo>
                <a:lnTo>
                  <a:pt x="2123376" y="426808"/>
                </a:lnTo>
                <a:lnTo>
                  <a:pt x="2133943" y="469696"/>
                </a:lnTo>
                <a:lnTo>
                  <a:pt x="2150846" y="509689"/>
                </a:lnTo>
                <a:lnTo>
                  <a:pt x="2173516" y="546214"/>
                </a:lnTo>
                <a:lnTo>
                  <a:pt x="2201380" y="578700"/>
                </a:lnTo>
                <a:lnTo>
                  <a:pt x="2233853" y="606564"/>
                </a:lnTo>
                <a:lnTo>
                  <a:pt x="2270391" y="629234"/>
                </a:lnTo>
                <a:lnTo>
                  <a:pt x="2310384" y="646137"/>
                </a:lnTo>
                <a:lnTo>
                  <a:pt x="2353272" y="656704"/>
                </a:lnTo>
                <a:lnTo>
                  <a:pt x="2398496" y="660349"/>
                </a:lnTo>
                <a:lnTo>
                  <a:pt x="2426106" y="658990"/>
                </a:lnTo>
                <a:lnTo>
                  <a:pt x="2452941" y="655002"/>
                </a:lnTo>
                <a:lnTo>
                  <a:pt x="2478875" y="648525"/>
                </a:lnTo>
                <a:lnTo>
                  <a:pt x="2503805" y="639686"/>
                </a:lnTo>
                <a:lnTo>
                  <a:pt x="2539454" y="671728"/>
                </a:lnTo>
                <a:lnTo>
                  <a:pt x="2579039" y="698969"/>
                </a:lnTo>
                <a:lnTo>
                  <a:pt x="2622118" y="720966"/>
                </a:lnTo>
                <a:lnTo>
                  <a:pt x="2668244" y="737247"/>
                </a:lnTo>
                <a:lnTo>
                  <a:pt x="2716936" y="747356"/>
                </a:lnTo>
                <a:lnTo>
                  <a:pt x="2767749" y="750824"/>
                </a:lnTo>
                <a:lnTo>
                  <a:pt x="2778937" y="750646"/>
                </a:lnTo>
                <a:lnTo>
                  <a:pt x="2790050" y="750112"/>
                </a:lnTo>
                <a:lnTo>
                  <a:pt x="2801086" y="749249"/>
                </a:lnTo>
                <a:lnTo>
                  <a:pt x="2812008" y="748080"/>
                </a:lnTo>
                <a:lnTo>
                  <a:pt x="2817152" y="794346"/>
                </a:lnTo>
                <a:lnTo>
                  <a:pt x="2826334" y="839266"/>
                </a:lnTo>
                <a:lnTo>
                  <a:pt x="2839364" y="882662"/>
                </a:lnTo>
                <a:lnTo>
                  <a:pt x="2856052" y="924331"/>
                </a:lnTo>
                <a:lnTo>
                  <a:pt x="2876219" y="964095"/>
                </a:lnTo>
                <a:lnTo>
                  <a:pt x="2899651" y="1001763"/>
                </a:lnTo>
                <a:lnTo>
                  <a:pt x="2926194" y="1037145"/>
                </a:lnTo>
                <a:lnTo>
                  <a:pt x="2955633" y="1070063"/>
                </a:lnTo>
                <a:lnTo>
                  <a:pt x="2987776" y="1100302"/>
                </a:lnTo>
                <a:lnTo>
                  <a:pt x="3022460" y="1127709"/>
                </a:lnTo>
                <a:lnTo>
                  <a:pt x="3059493" y="1152055"/>
                </a:lnTo>
                <a:lnTo>
                  <a:pt x="3098660" y="1173187"/>
                </a:lnTo>
                <a:lnTo>
                  <a:pt x="3139795" y="1190891"/>
                </a:lnTo>
                <a:lnTo>
                  <a:pt x="3182709" y="1205001"/>
                </a:lnTo>
                <a:lnTo>
                  <a:pt x="3227197" y="1215301"/>
                </a:lnTo>
                <a:lnTo>
                  <a:pt x="3273094" y="1221625"/>
                </a:lnTo>
                <a:lnTo>
                  <a:pt x="3320199" y="1223772"/>
                </a:lnTo>
                <a:lnTo>
                  <a:pt x="3371202" y="1221257"/>
                </a:lnTo>
                <a:lnTo>
                  <a:pt x="3420770" y="1213840"/>
                </a:lnTo>
                <a:lnTo>
                  <a:pt x="3468649" y="1201788"/>
                </a:lnTo>
                <a:lnTo>
                  <a:pt x="3514623" y="1185329"/>
                </a:lnTo>
                <a:lnTo>
                  <a:pt x="3558425" y="1164704"/>
                </a:lnTo>
                <a:lnTo>
                  <a:pt x="3599827" y="1140155"/>
                </a:lnTo>
                <a:lnTo>
                  <a:pt x="3638588" y="1111935"/>
                </a:lnTo>
                <a:lnTo>
                  <a:pt x="3674478" y="1080262"/>
                </a:lnTo>
                <a:lnTo>
                  <a:pt x="3707244" y="1045387"/>
                </a:lnTo>
                <a:lnTo>
                  <a:pt x="3736644" y="1007554"/>
                </a:lnTo>
                <a:lnTo>
                  <a:pt x="3762464" y="967003"/>
                </a:lnTo>
                <a:lnTo>
                  <a:pt x="3784435" y="923963"/>
                </a:lnTo>
                <a:lnTo>
                  <a:pt x="3802329" y="878700"/>
                </a:lnTo>
                <a:lnTo>
                  <a:pt x="3834053" y="916851"/>
                </a:lnTo>
                <a:lnTo>
                  <a:pt x="3869055" y="951979"/>
                </a:lnTo>
                <a:lnTo>
                  <a:pt x="3907104" y="983843"/>
                </a:lnTo>
                <a:lnTo>
                  <a:pt x="3947960" y="1012202"/>
                </a:lnTo>
                <a:lnTo>
                  <a:pt x="3991394" y="1036840"/>
                </a:lnTo>
                <a:lnTo>
                  <a:pt x="4037190" y="1057516"/>
                </a:lnTo>
                <a:lnTo>
                  <a:pt x="4085094" y="1074000"/>
                </a:lnTo>
                <a:lnTo>
                  <a:pt x="4134891" y="1086065"/>
                </a:lnTo>
                <a:lnTo>
                  <a:pt x="4186339" y="1093470"/>
                </a:lnTo>
                <a:lnTo>
                  <a:pt x="4239222" y="1095984"/>
                </a:lnTo>
                <a:lnTo>
                  <a:pt x="4289666" y="1093698"/>
                </a:lnTo>
                <a:lnTo>
                  <a:pt x="4338828" y="1086954"/>
                </a:lnTo>
                <a:lnTo>
                  <a:pt x="4386491" y="1075956"/>
                </a:lnTo>
                <a:lnTo>
                  <a:pt x="4432478" y="1060919"/>
                </a:lnTo>
                <a:lnTo>
                  <a:pt x="4476559" y="1042022"/>
                </a:lnTo>
                <a:lnTo>
                  <a:pt x="4518558" y="1019479"/>
                </a:lnTo>
                <a:lnTo>
                  <a:pt x="4558271" y="993495"/>
                </a:lnTo>
                <a:lnTo>
                  <a:pt x="4595495" y="964247"/>
                </a:lnTo>
                <a:lnTo>
                  <a:pt x="4630026" y="931964"/>
                </a:lnTo>
                <a:lnTo>
                  <a:pt x="4661674" y="896835"/>
                </a:lnTo>
                <a:lnTo>
                  <a:pt x="4690249" y="859053"/>
                </a:lnTo>
                <a:lnTo>
                  <a:pt x="4715522" y="818832"/>
                </a:lnTo>
                <a:lnTo>
                  <a:pt x="4737328" y="776363"/>
                </a:lnTo>
                <a:lnTo>
                  <a:pt x="4768545" y="792467"/>
                </a:lnTo>
                <a:lnTo>
                  <a:pt x="4801946" y="804430"/>
                </a:lnTo>
                <a:lnTo>
                  <a:pt x="4837227" y="811898"/>
                </a:lnTo>
                <a:lnTo>
                  <a:pt x="4874095" y="814463"/>
                </a:lnTo>
                <a:lnTo>
                  <a:pt x="4925873" y="809421"/>
                </a:lnTo>
                <a:lnTo>
                  <a:pt x="4974234" y="794943"/>
                </a:lnTo>
                <a:lnTo>
                  <a:pt x="5018240" y="771982"/>
                </a:lnTo>
                <a:lnTo>
                  <a:pt x="5056949" y="741514"/>
                </a:lnTo>
                <a:lnTo>
                  <a:pt x="5089410" y="704519"/>
                </a:lnTo>
                <a:lnTo>
                  <a:pt x="5114671" y="661936"/>
                </a:lnTo>
                <a:lnTo>
                  <a:pt x="5139690" y="683717"/>
                </a:lnTo>
                <a:lnTo>
                  <a:pt x="5168684" y="700227"/>
                </a:lnTo>
                <a:lnTo>
                  <a:pt x="5200955" y="710704"/>
                </a:lnTo>
                <a:lnTo>
                  <a:pt x="5235753" y="714362"/>
                </a:lnTo>
                <a:lnTo>
                  <a:pt x="5279974" y="708431"/>
                </a:lnTo>
                <a:lnTo>
                  <a:pt x="5319712" y="691654"/>
                </a:lnTo>
                <a:lnTo>
                  <a:pt x="5353393" y="665645"/>
                </a:lnTo>
                <a:lnTo>
                  <a:pt x="5379415" y="631964"/>
                </a:lnTo>
                <a:lnTo>
                  <a:pt x="5396179" y="592226"/>
                </a:lnTo>
                <a:lnTo>
                  <a:pt x="5402135" y="5479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3409421" y="1988413"/>
            <a:ext cx="3655060" cy="1877060"/>
          </a:xfrm>
          <a:custGeom>
            <a:avLst/>
            <a:gdLst/>
            <a:ahLst/>
            <a:cxnLst/>
            <a:rect l="l" t="t" r="r" b="b"/>
            <a:pathLst>
              <a:path w="3655059" h="1877060">
                <a:moveTo>
                  <a:pt x="1863053" y="0"/>
                </a:moveTo>
                <a:lnTo>
                  <a:pt x="1813053" y="1309"/>
                </a:lnTo>
                <a:lnTo>
                  <a:pt x="1763736" y="5193"/>
                </a:lnTo>
                <a:lnTo>
                  <a:pt x="1715167" y="11588"/>
                </a:lnTo>
                <a:lnTo>
                  <a:pt x="1667411" y="20426"/>
                </a:lnTo>
                <a:lnTo>
                  <a:pt x="1620535" y="31643"/>
                </a:lnTo>
                <a:lnTo>
                  <a:pt x="1574604" y="45173"/>
                </a:lnTo>
                <a:lnTo>
                  <a:pt x="1529682" y="60951"/>
                </a:lnTo>
                <a:lnTo>
                  <a:pt x="1485836" y="78910"/>
                </a:lnTo>
                <a:lnTo>
                  <a:pt x="1443131" y="98987"/>
                </a:lnTo>
                <a:lnTo>
                  <a:pt x="1401632" y="121114"/>
                </a:lnTo>
                <a:lnTo>
                  <a:pt x="1361405" y="145227"/>
                </a:lnTo>
                <a:lnTo>
                  <a:pt x="1322516" y="171260"/>
                </a:lnTo>
                <a:lnTo>
                  <a:pt x="1285030" y="199147"/>
                </a:lnTo>
                <a:lnTo>
                  <a:pt x="1249012" y="228823"/>
                </a:lnTo>
                <a:lnTo>
                  <a:pt x="1214527" y="260223"/>
                </a:lnTo>
                <a:lnTo>
                  <a:pt x="1181643" y="293281"/>
                </a:lnTo>
                <a:lnTo>
                  <a:pt x="1150422" y="327931"/>
                </a:lnTo>
                <a:lnTo>
                  <a:pt x="1120933" y="364108"/>
                </a:lnTo>
                <a:lnTo>
                  <a:pt x="1093239" y="401746"/>
                </a:lnTo>
                <a:lnTo>
                  <a:pt x="1067406" y="440781"/>
                </a:lnTo>
                <a:lnTo>
                  <a:pt x="1043500" y="481145"/>
                </a:lnTo>
                <a:lnTo>
                  <a:pt x="1021586" y="522775"/>
                </a:lnTo>
                <a:lnTo>
                  <a:pt x="1001729" y="565604"/>
                </a:lnTo>
                <a:lnTo>
                  <a:pt x="983996" y="609566"/>
                </a:lnTo>
                <a:lnTo>
                  <a:pt x="968452" y="654597"/>
                </a:lnTo>
                <a:lnTo>
                  <a:pt x="946702" y="653306"/>
                </a:lnTo>
                <a:lnTo>
                  <a:pt x="935758" y="652938"/>
                </a:lnTo>
                <a:lnTo>
                  <a:pt x="924757" y="652807"/>
                </a:lnTo>
                <a:lnTo>
                  <a:pt x="873820" y="654998"/>
                </a:lnTo>
                <a:lnTo>
                  <a:pt x="824104" y="661452"/>
                </a:lnTo>
                <a:lnTo>
                  <a:pt x="775791" y="671985"/>
                </a:lnTo>
                <a:lnTo>
                  <a:pt x="729061" y="686418"/>
                </a:lnTo>
                <a:lnTo>
                  <a:pt x="684093" y="704569"/>
                </a:lnTo>
                <a:lnTo>
                  <a:pt x="641069" y="726256"/>
                </a:lnTo>
                <a:lnTo>
                  <a:pt x="600170" y="751298"/>
                </a:lnTo>
                <a:lnTo>
                  <a:pt x="561576" y="779514"/>
                </a:lnTo>
                <a:lnTo>
                  <a:pt x="525467" y="810722"/>
                </a:lnTo>
                <a:lnTo>
                  <a:pt x="492024" y="844741"/>
                </a:lnTo>
                <a:lnTo>
                  <a:pt x="461427" y="881389"/>
                </a:lnTo>
                <a:lnTo>
                  <a:pt x="433858" y="920485"/>
                </a:lnTo>
                <a:lnTo>
                  <a:pt x="409497" y="961848"/>
                </a:lnTo>
                <a:lnTo>
                  <a:pt x="388523" y="1005296"/>
                </a:lnTo>
                <a:lnTo>
                  <a:pt x="371119" y="1050648"/>
                </a:lnTo>
                <a:lnTo>
                  <a:pt x="345480" y="1040442"/>
                </a:lnTo>
                <a:lnTo>
                  <a:pt x="318598" y="1032925"/>
                </a:lnTo>
                <a:lnTo>
                  <a:pt x="290635" y="1028280"/>
                </a:lnTo>
                <a:lnTo>
                  <a:pt x="261751" y="1026691"/>
                </a:lnTo>
                <a:lnTo>
                  <a:pt x="214703" y="1030908"/>
                </a:lnTo>
                <a:lnTo>
                  <a:pt x="170422" y="1043065"/>
                </a:lnTo>
                <a:lnTo>
                  <a:pt x="129645" y="1062425"/>
                </a:lnTo>
                <a:lnTo>
                  <a:pt x="93112" y="1088248"/>
                </a:lnTo>
                <a:lnTo>
                  <a:pt x="61564" y="1119795"/>
                </a:lnTo>
                <a:lnTo>
                  <a:pt x="35739" y="1156327"/>
                </a:lnTo>
                <a:lnTo>
                  <a:pt x="16377" y="1197104"/>
                </a:lnTo>
                <a:lnTo>
                  <a:pt x="4217" y="1241389"/>
                </a:lnTo>
                <a:lnTo>
                  <a:pt x="0" y="1288442"/>
                </a:lnTo>
                <a:lnTo>
                  <a:pt x="4217" y="1335492"/>
                </a:lnTo>
                <a:lnTo>
                  <a:pt x="16377" y="1379775"/>
                </a:lnTo>
                <a:lnTo>
                  <a:pt x="35739" y="1420553"/>
                </a:lnTo>
                <a:lnTo>
                  <a:pt x="61564" y="1457085"/>
                </a:lnTo>
                <a:lnTo>
                  <a:pt x="93112" y="1488632"/>
                </a:lnTo>
                <a:lnTo>
                  <a:pt x="129645" y="1514456"/>
                </a:lnTo>
                <a:lnTo>
                  <a:pt x="170422" y="1533817"/>
                </a:lnTo>
                <a:lnTo>
                  <a:pt x="214703" y="1545976"/>
                </a:lnTo>
                <a:lnTo>
                  <a:pt x="261751" y="1550193"/>
                </a:lnTo>
                <a:lnTo>
                  <a:pt x="301131" y="1547246"/>
                </a:lnTo>
                <a:lnTo>
                  <a:pt x="338669" y="1538692"/>
                </a:lnTo>
                <a:lnTo>
                  <a:pt x="373942" y="1524965"/>
                </a:lnTo>
                <a:lnTo>
                  <a:pt x="406532" y="1506498"/>
                </a:lnTo>
                <a:lnTo>
                  <a:pt x="430722" y="1548552"/>
                </a:lnTo>
                <a:lnTo>
                  <a:pt x="458206" y="1588317"/>
                </a:lnTo>
                <a:lnTo>
                  <a:pt x="488799" y="1625605"/>
                </a:lnTo>
                <a:lnTo>
                  <a:pt x="522313" y="1660230"/>
                </a:lnTo>
                <a:lnTo>
                  <a:pt x="558563" y="1692004"/>
                </a:lnTo>
                <a:lnTo>
                  <a:pt x="597363" y="1720740"/>
                </a:lnTo>
                <a:lnTo>
                  <a:pt x="638528" y="1746251"/>
                </a:lnTo>
                <a:lnTo>
                  <a:pt x="681871" y="1768351"/>
                </a:lnTo>
                <a:lnTo>
                  <a:pt x="727206" y="1786851"/>
                </a:lnTo>
                <a:lnTo>
                  <a:pt x="774348" y="1801567"/>
                </a:lnTo>
                <a:lnTo>
                  <a:pt x="823112" y="1812309"/>
                </a:lnTo>
                <a:lnTo>
                  <a:pt x="873310" y="1818892"/>
                </a:lnTo>
                <a:lnTo>
                  <a:pt x="924757" y="1821127"/>
                </a:lnTo>
                <a:lnTo>
                  <a:pt x="977278" y="1818797"/>
                </a:lnTo>
                <a:lnTo>
                  <a:pt x="1028496" y="1811940"/>
                </a:lnTo>
                <a:lnTo>
                  <a:pt x="1078213" y="1800754"/>
                </a:lnTo>
                <a:lnTo>
                  <a:pt x="1126230" y="1785439"/>
                </a:lnTo>
                <a:lnTo>
                  <a:pt x="1172349" y="1766193"/>
                </a:lnTo>
                <a:lnTo>
                  <a:pt x="1216373" y="1743218"/>
                </a:lnTo>
                <a:lnTo>
                  <a:pt x="1258103" y="1716710"/>
                </a:lnTo>
                <a:lnTo>
                  <a:pt x="1297342" y="1686870"/>
                </a:lnTo>
                <a:lnTo>
                  <a:pt x="1337458" y="1715612"/>
                </a:lnTo>
                <a:lnTo>
                  <a:pt x="1379107" y="1742260"/>
                </a:lnTo>
                <a:lnTo>
                  <a:pt x="1422213" y="1766738"/>
                </a:lnTo>
                <a:lnTo>
                  <a:pt x="1466699" y="1788967"/>
                </a:lnTo>
                <a:lnTo>
                  <a:pt x="1512489" y="1808870"/>
                </a:lnTo>
                <a:lnTo>
                  <a:pt x="1559504" y="1826371"/>
                </a:lnTo>
                <a:lnTo>
                  <a:pt x="1607670" y="1841391"/>
                </a:lnTo>
                <a:lnTo>
                  <a:pt x="1656908" y="1853853"/>
                </a:lnTo>
                <a:lnTo>
                  <a:pt x="1707142" y="1863681"/>
                </a:lnTo>
                <a:lnTo>
                  <a:pt x="1758295" y="1870796"/>
                </a:lnTo>
                <a:lnTo>
                  <a:pt x="1810291" y="1875122"/>
                </a:lnTo>
                <a:lnTo>
                  <a:pt x="1863053" y="1876581"/>
                </a:lnTo>
                <a:lnTo>
                  <a:pt x="1916371" y="1875091"/>
                </a:lnTo>
                <a:lnTo>
                  <a:pt x="1968907" y="1870674"/>
                </a:lnTo>
                <a:lnTo>
                  <a:pt x="2020579" y="1863409"/>
                </a:lnTo>
                <a:lnTo>
                  <a:pt x="2071309" y="1853376"/>
                </a:lnTo>
                <a:lnTo>
                  <a:pt x="2121019" y="1840656"/>
                </a:lnTo>
                <a:lnTo>
                  <a:pt x="2169628" y="1825327"/>
                </a:lnTo>
                <a:lnTo>
                  <a:pt x="2217059" y="1807470"/>
                </a:lnTo>
                <a:lnTo>
                  <a:pt x="2263231" y="1787164"/>
                </a:lnTo>
                <a:lnTo>
                  <a:pt x="2308066" y="1764489"/>
                </a:lnTo>
                <a:lnTo>
                  <a:pt x="2351485" y="1739525"/>
                </a:lnTo>
                <a:lnTo>
                  <a:pt x="2393409" y="1712351"/>
                </a:lnTo>
                <a:lnTo>
                  <a:pt x="2433758" y="1683048"/>
                </a:lnTo>
                <a:lnTo>
                  <a:pt x="2456045" y="1683743"/>
                </a:lnTo>
                <a:lnTo>
                  <a:pt x="2513909" y="1681949"/>
                </a:lnTo>
                <a:lnTo>
                  <a:pt x="2563282" y="1676480"/>
                </a:lnTo>
                <a:lnTo>
                  <a:pt x="2611516" y="1667525"/>
                </a:lnTo>
                <a:lnTo>
                  <a:pt x="2658484" y="1655217"/>
                </a:lnTo>
                <a:lnTo>
                  <a:pt x="2704057" y="1639686"/>
                </a:lnTo>
                <a:lnTo>
                  <a:pt x="2748107" y="1621066"/>
                </a:lnTo>
                <a:lnTo>
                  <a:pt x="2790506" y="1599488"/>
                </a:lnTo>
                <a:lnTo>
                  <a:pt x="2831124" y="1575083"/>
                </a:lnTo>
                <a:lnTo>
                  <a:pt x="2869834" y="1547983"/>
                </a:lnTo>
                <a:lnTo>
                  <a:pt x="2906508" y="1518320"/>
                </a:lnTo>
                <a:lnTo>
                  <a:pt x="2944781" y="1537905"/>
                </a:lnTo>
                <a:lnTo>
                  <a:pt x="2985757" y="1552408"/>
                </a:lnTo>
                <a:lnTo>
                  <a:pt x="3029026" y="1561413"/>
                </a:lnTo>
                <a:lnTo>
                  <a:pt x="3074178" y="1564507"/>
                </a:lnTo>
                <a:lnTo>
                  <a:pt x="3127708" y="1560151"/>
                </a:lnTo>
                <a:lnTo>
                  <a:pt x="3178452" y="1547544"/>
                </a:lnTo>
                <a:lnTo>
                  <a:pt x="3225724" y="1527378"/>
                </a:lnTo>
                <a:lnTo>
                  <a:pt x="3268836" y="1500346"/>
                </a:lnTo>
                <a:lnTo>
                  <a:pt x="3307102" y="1467140"/>
                </a:lnTo>
                <a:lnTo>
                  <a:pt x="3339835" y="1428451"/>
                </a:lnTo>
                <a:lnTo>
                  <a:pt x="3366347" y="1384973"/>
                </a:lnTo>
                <a:lnTo>
                  <a:pt x="3391311" y="1411258"/>
                </a:lnTo>
                <a:lnTo>
                  <a:pt x="3421618" y="1431372"/>
                </a:lnTo>
                <a:lnTo>
                  <a:pt x="3456236" y="1444234"/>
                </a:lnTo>
                <a:lnTo>
                  <a:pt x="3494134" y="1448762"/>
                </a:lnTo>
                <a:lnTo>
                  <a:pt x="3544797" y="1440588"/>
                </a:lnTo>
                <a:lnTo>
                  <a:pt x="3588800" y="1417829"/>
                </a:lnTo>
                <a:lnTo>
                  <a:pt x="3623502" y="1383125"/>
                </a:lnTo>
                <a:lnTo>
                  <a:pt x="3646260" y="1339115"/>
                </a:lnTo>
                <a:lnTo>
                  <a:pt x="3654433" y="1288442"/>
                </a:lnTo>
                <a:lnTo>
                  <a:pt x="3646260" y="1237778"/>
                </a:lnTo>
                <a:lnTo>
                  <a:pt x="3623502" y="1193772"/>
                </a:lnTo>
                <a:lnTo>
                  <a:pt x="3588800" y="1159068"/>
                </a:lnTo>
                <a:lnTo>
                  <a:pt x="3544797" y="1136307"/>
                </a:lnTo>
                <a:lnTo>
                  <a:pt x="3494134" y="1128133"/>
                </a:lnTo>
                <a:lnTo>
                  <a:pt x="3466156" y="1130572"/>
                </a:lnTo>
                <a:lnTo>
                  <a:pt x="3439772" y="1137610"/>
                </a:lnTo>
                <a:lnTo>
                  <a:pt x="3415386" y="1148828"/>
                </a:lnTo>
                <a:lnTo>
                  <a:pt x="3393404" y="1163807"/>
                </a:lnTo>
                <a:lnTo>
                  <a:pt x="3379207" y="1117708"/>
                </a:lnTo>
                <a:lnTo>
                  <a:pt x="3358682" y="1074787"/>
                </a:lnTo>
                <a:lnTo>
                  <a:pt x="3332381" y="1035595"/>
                </a:lnTo>
                <a:lnTo>
                  <a:pt x="3300854" y="1000685"/>
                </a:lnTo>
                <a:lnTo>
                  <a:pt x="3264654" y="970608"/>
                </a:lnTo>
                <a:lnTo>
                  <a:pt x="3224332" y="945916"/>
                </a:lnTo>
                <a:lnTo>
                  <a:pt x="3180439" y="927160"/>
                </a:lnTo>
                <a:lnTo>
                  <a:pt x="3133527" y="914893"/>
                </a:lnTo>
                <a:lnTo>
                  <a:pt x="3125281" y="867311"/>
                </a:lnTo>
                <a:lnTo>
                  <a:pt x="3113781" y="820929"/>
                </a:lnTo>
                <a:lnTo>
                  <a:pt x="3099153" y="775870"/>
                </a:lnTo>
                <a:lnTo>
                  <a:pt x="3081518" y="732258"/>
                </a:lnTo>
                <a:lnTo>
                  <a:pt x="3061000" y="690215"/>
                </a:lnTo>
                <a:lnTo>
                  <a:pt x="3037722" y="649865"/>
                </a:lnTo>
                <a:lnTo>
                  <a:pt x="3011806" y="611330"/>
                </a:lnTo>
                <a:lnTo>
                  <a:pt x="2983377" y="574735"/>
                </a:lnTo>
                <a:lnTo>
                  <a:pt x="2952558" y="540200"/>
                </a:lnTo>
                <a:lnTo>
                  <a:pt x="2919470" y="507851"/>
                </a:lnTo>
                <a:lnTo>
                  <a:pt x="2884238" y="477809"/>
                </a:lnTo>
                <a:lnTo>
                  <a:pt x="2846985" y="450198"/>
                </a:lnTo>
                <a:lnTo>
                  <a:pt x="2807833" y="425141"/>
                </a:lnTo>
                <a:lnTo>
                  <a:pt x="2766906" y="402761"/>
                </a:lnTo>
                <a:lnTo>
                  <a:pt x="2724328" y="383181"/>
                </a:lnTo>
                <a:lnTo>
                  <a:pt x="2680220" y="366524"/>
                </a:lnTo>
                <a:lnTo>
                  <a:pt x="2634706" y="352913"/>
                </a:lnTo>
                <a:lnTo>
                  <a:pt x="2587910" y="342471"/>
                </a:lnTo>
                <a:lnTo>
                  <a:pt x="2556631" y="306366"/>
                </a:lnTo>
                <a:lnTo>
                  <a:pt x="2523580" y="271905"/>
                </a:lnTo>
                <a:lnTo>
                  <a:pt x="2488829" y="239157"/>
                </a:lnTo>
                <a:lnTo>
                  <a:pt x="2452447" y="208194"/>
                </a:lnTo>
                <a:lnTo>
                  <a:pt x="2414505" y="179084"/>
                </a:lnTo>
                <a:lnTo>
                  <a:pt x="2375072" y="151899"/>
                </a:lnTo>
                <a:lnTo>
                  <a:pt x="2334220" y="126709"/>
                </a:lnTo>
                <a:lnTo>
                  <a:pt x="2292018" y="103583"/>
                </a:lnTo>
                <a:lnTo>
                  <a:pt x="2248537" y="82594"/>
                </a:lnTo>
                <a:lnTo>
                  <a:pt x="2203846" y="63810"/>
                </a:lnTo>
                <a:lnTo>
                  <a:pt x="2158016" y="47303"/>
                </a:lnTo>
                <a:lnTo>
                  <a:pt x="2111118" y="33142"/>
                </a:lnTo>
                <a:lnTo>
                  <a:pt x="2063221" y="21398"/>
                </a:lnTo>
                <a:lnTo>
                  <a:pt x="2014396" y="12142"/>
                </a:lnTo>
                <a:lnTo>
                  <a:pt x="1964713" y="5443"/>
                </a:lnTo>
                <a:lnTo>
                  <a:pt x="1914241" y="1372"/>
                </a:lnTo>
                <a:lnTo>
                  <a:pt x="186305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" name="object 18" descr=""/>
          <p:cNvGrpSpPr/>
          <p:nvPr/>
        </p:nvGrpSpPr>
        <p:grpSpPr>
          <a:xfrm>
            <a:off x="4857883" y="4226970"/>
            <a:ext cx="3195320" cy="3293745"/>
            <a:chOff x="4857883" y="4226970"/>
            <a:chExt cx="3195320" cy="3293745"/>
          </a:xfrm>
        </p:grpSpPr>
        <p:sp>
          <p:nvSpPr>
            <p:cNvPr id="19" name="object 19" descr=""/>
            <p:cNvSpPr/>
            <p:nvPr/>
          </p:nvSpPr>
          <p:spPr>
            <a:xfrm>
              <a:off x="6724015" y="4751672"/>
              <a:ext cx="1302385" cy="2769235"/>
            </a:xfrm>
            <a:custGeom>
              <a:avLst/>
              <a:gdLst/>
              <a:ahLst/>
              <a:cxnLst/>
              <a:rect l="l" t="t" r="r" b="b"/>
              <a:pathLst>
                <a:path w="1302384" h="2769234">
                  <a:moveTo>
                    <a:pt x="1051928" y="0"/>
                  </a:moveTo>
                  <a:lnTo>
                    <a:pt x="250024" y="0"/>
                  </a:lnTo>
                  <a:lnTo>
                    <a:pt x="250024" y="314604"/>
                  </a:lnTo>
                  <a:lnTo>
                    <a:pt x="1051928" y="314604"/>
                  </a:lnTo>
                  <a:lnTo>
                    <a:pt x="1051928" y="0"/>
                  </a:lnTo>
                  <a:close/>
                </a:path>
                <a:path w="1302384" h="2769234">
                  <a:moveTo>
                    <a:pt x="1301965" y="314617"/>
                  </a:moveTo>
                  <a:lnTo>
                    <a:pt x="0" y="314617"/>
                  </a:lnTo>
                  <a:lnTo>
                    <a:pt x="0" y="1168400"/>
                  </a:lnTo>
                  <a:lnTo>
                    <a:pt x="0" y="2768650"/>
                  </a:lnTo>
                  <a:lnTo>
                    <a:pt x="1301965" y="2768650"/>
                  </a:lnTo>
                  <a:lnTo>
                    <a:pt x="1301965" y="1168400"/>
                  </a:lnTo>
                  <a:lnTo>
                    <a:pt x="1301965" y="314617"/>
                  </a:lnTo>
                  <a:close/>
                </a:path>
              </a:pathLst>
            </a:custGeom>
            <a:solidFill>
              <a:srgbClr val="EEF0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807352" y="4887854"/>
              <a:ext cx="1135380" cy="2245995"/>
            </a:xfrm>
            <a:custGeom>
              <a:avLst/>
              <a:gdLst/>
              <a:ahLst/>
              <a:cxnLst/>
              <a:rect l="l" t="t" r="r" b="b"/>
              <a:pathLst>
                <a:path w="1135379" h="2245995">
                  <a:moveTo>
                    <a:pt x="166687" y="867511"/>
                  </a:moveTo>
                  <a:lnTo>
                    <a:pt x="0" y="867511"/>
                  </a:lnTo>
                  <a:lnTo>
                    <a:pt x="0" y="1032217"/>
                  </a:lnTo>
                  <a:lnTo>
                    <a:pt x="166687" y="1032217"/>
                  </a:lnTo>
                  <a:lnTo>
                    <a:pt x="166687" y="867511"/>
                  </a:lnTo>
                  <a:close/>
                </a:path>
                <a:path w="1135379" h="2245995">
                  <a:moveTo>
                    <a:pt x="166687" y="564654"/>
                  </a:moveTo>
                  <a:lnTo>
                    <a:pt x="0" y="564654"/>
                  </a:lnTo>
                  <a:lnTo>
                    <a:pt x="0" y="731342"/>
                  </a:lnTo>
                  <a:lnTo>
                    <a:pt x="166687" y="731342"/>
                  </a:lnTo>
                  <a:lnTo>
                    <a:pt x="166687" y="564654"/>
                  </a:lnTo>
                  <a:close/>
                </a:path>
                <a:path w="1135379" h="2245995">
                  <a:moveTo>
                    <a:pt x="166687" y="261785"/>
                  </a:moveTo>
                  <a:lnTo>
                    <a:pt x="0" y="261785"/>
                  </a:lnTo>
                  <a:lnTo>
                    <a:pt x="0" y="428472"/>
                  </a:lnTo>
                  <a:lnTo>
                    <a:pt x="166687" y="428472"/>
                  </a:lnTo>
                  <a:lnTo>
                    <a:pt x="166687" y="261785"/>
                  </a:lnTo>
                  <a:close/>
                </a:path>
                <a:path w="1135379" h="2245995">
                  <a:moveTo>
                    <a:pt x="489559" y="867511"/>
                  </a:moveTo>
                  <a:lnTo>
                    <a:pt x="322872" y="867511"/>
                  </a:lnTo>
                  <a:lnTo>
                    <a:pt x="322872" y="1032217"/>
                  </a:lnTo>
                  <a:lnTo>
                    <a:pt x="489559" y="1032217"/>
                  </a:lnTo>
                  <a:lnTo>
                    <a:pt x="489559" y="867511"/>
                  </a:lnTo>
                  <a:close/>
                </a:path>
                <a:path w="1135379" h="2245995">
                  <a:moveTo>
                    <a:pt x="489559" y="564654"/>
                  </a:moveTo>
                  <a:lnTo>
                    <a:pt x="322872" y="564654"/>
                  </a:lnTo>
                  <a:lnTo>
                    <a:pt x="322872" y="731342"/>
                  </a:lnTo>
                  <a:lnTo>
                    <a:pt x="489559" y="731342"/>
                  </a:lnTo>
                  <a:lnTo>
                    <a:pt x="489559" y="564654"/>
                  </a:lnTo>
                  <a:close/>
                </a:path>
                <a:path w="1135379" h="2245995">
                  <a:moveTo>
                    <a:pt x="489559" y="261785"/>
                  </a:moveTo>
                  <a:lnTo>
                    <a:pt x="322872" y="261785"/>
                  </a:lnTo>
                  <a:lnTo>
                    <a:pt x="322872" y="428472"/>
                  </a:lnTo>
                  <a:lnTo>
                    <a:pt x="489559" y="428472"/>
                  </a:lnTo>
                  <a:lnTo>
                    <a:pt x="489559" y="261785"/>
                  </a:lnTo>
                  <a:close/>
                </a:path>
                <a:path w="1135379" h="2245995">
                  <a:moveTo>
                    <a:pt x="489559" y="0"/>
                  </a:moveTo>
                  <a:lnTo>
                    <a:pt x="322872" y="0"/>
                  </a:lnTo>
                  <a:lnTo>
                    <a:pt x="322872" y="166687"/>
                  </a:lnTo>
                  <a:lnTo>
                    <a:pt x="489559" y="166687"/>
                  </a:lnTo>
                  <a:lnTo>
                    <a:pt x="489559" y="0"/>
                  </a:lnTo>
                  <a:close/>
                </a:path>
                <a:path w="1135379" h="2245995">
                  <a:moveTo>
                    <a:pt x="812419" y="867511"/>
                  </a:moveTo>
                  <a:lnTo>
                    <a:pt x="645731" y="867511"/>
                  </a:lnTo>
                  <a:lnTo>
                    <a:pt x="645731" y="1032217"/>
                  </a:lnTo>
                  <a:lnTo>
                    <a:pt x="812419" y="1032217"/>
                  </a:lnTo>
                  <a:lnTo>
                    <a:pt x="812419" y="867511"/>
                  </a:lnTo>
                  <a:close/>
                </a:path>
                <a:path w="1135379" h="2245995">
                  <a:moveTo>
                    <a:pt x="812419" y="564654"/>
                  </a:moveTo>
                  <a:lnTo>
                    <a:pt x="645731" y="564654"/>
                  </a:lnTo>
                  <a:lnTo>
                    <a:pt x="645731" y="731342"/>
                  </a:lnTo>
                  <a:lnTo>
                    <a:pt x="812419" y="731342"/>
                  </a:lnTo>
                  <a:lnTo>
                    <a:pt x="812419" y="564654"/>
                  </a:lnTo>
                  <a:close/>
                </a:path>
                <a:path w="1135379" h="2245995">
                  <a:moveTo>
                    <a:pt x="812419" y="261785"/>
                  </a:moveTo>
                  <a:lnTo>
                    <a:pt x="645731" y="261785"/>
                  </a:lnTo>
                  <a:lnTo>
                    <a:pt x="645731" y="428472"/>
                  </a:lnTo>
                  <a:lnTo>
                    <a:pt x="812419" y="428472"/>
                  </a:lnTo>
                  <a:lnTo>
                    <a:pt x="812419" y="261785"/>
                  </a:lnTo>
                  <a:close/>
                </a:path>
                <a:path w="1135379" h="2245995">
                  <a:moveTo>
                    <a:pt x="812419" y="0"/>
                  </a:moveTo>
                  <a:lnTo>
                    <a:pt x="645731" y="0"/>
                  </a:lnTo>
                  <a:lnTo>
                    <a:pt x="645731" y="166687"/>
                  </a:lnTo>
                  <a:lnTo>
                    <a:pt x="812419" y="166687"/>
                  </a:lnTo>
                  <a:lnTo>
                    <a:pt x="812419" y="0"/>
                  </a:lnTo>
                  <a:close/>
                </a:path>
                <a:path w="1135379" h="2245995">
                  <a:moveTo>
                    <a:pt x="1135291" y="2078977"/>
                  </a:moveTo>
                  <a:lnTo>
                    <a:pt x="1049591" y="2078977"/>
                  </a:lnTo>
                  <a:lnTo>
                    <a:pt x="1049591" y="2245664"/>
                  </a:lnTo>
                  <a:lnTo>
                    <a:pt x="1135291" y="2245664"/>
                  </a:lnTo>
                  <a:lnTo>
                    <a:pt x="1135291" y="2078977"/>
                  </a:lnTo>
                  <a:close/>
                </a:path>
                <a:path w="1135379" h="2245995">
                  <a:moveTo>
                    <a:pt x="1135291" y="1776107"/>
                  </a:moveTo>
                  <a:lnTo>
                    <a:pt x="1049591" y="1776107"/>
                  </a:lnTo>
                  <a:lnTo>
                    <a:pt x="1049591" y="1942795"/>
                  </a:lnTo>
                  <a:lnTo>
                    <a:pt x="1135291" y="1942795"/>
                  </a:lnTo>
                  <a:lnTo>
                    <a:pt x="1135291" y="1776107"/>
                  </a:lnTo>
                  <a:close/>
                </a:path>
                <a:path w="1135379" h="2245995">
                  <a:moveTo>
                    <a:pt x="1135291" y="1473250"/>
                  </a:moveTo>
                  <a:lnTo>
                    <a:pt x="1049591" y="1473250"/>
                  </a:lnTo>
                  <a:lnTo>
                    <a:pt x="1049591" y="1639925"/>
                  </a:lnTo>
                  <a:lnTo>
                    <a:pt x="1135291" y="1639925"/>
                  </a:lnTo>
                  <a:lnTo>
                    <a:pt x="1135291" y="1473250"/>
                  </a:lnTo>
                  <a:close/>
                </a:path>
                <a:path w="1135379" h="2245995">
                  <a:moveTo>
                    <a:pt x="1135291" y="1170381"/>
                  </a:moveTo>
                  <a:lnTo>
                    <a:pt x="1049591" y="1170381"/>
                  </a:lnTo>
                  <a:lnTo>
                    <a:pt x="1049591" y="1337056"/>
                  </a:lnTo>
                  <a:lnTo>
                    <a:pt x="1135291" y="1337056"/>
                  </a:lnTo>
                  <a:lnTo>
                    <a:pt x="1135291" y="1170381"/>
                  </a:lnTo>
                  <a:close/>
                </a:path>
                <a:path w="1135379" h="2245995">
                  <a:moveTo>
                    <a:pt x="1135291" y="867511"/>
                  </a:moveTo>
                  <a:lnTo>
                    <a:pt x="968603" y="867511"/>
                  </a:lnTo>
                  <a:lnTo>
                    <a:pt x="968603" y="1032217"/>
                  </a:lnTo>
                  <a:lnTo>
                    <a:pt x="968603" y="1034199"/>
                  </a:lnTo>
                  <a:lnTo>
                    <a:pt x="1135291" y="1034199"/>
                  </a:lnTo>
                  <a:lnTo>
                    <a:pt x="1135291" y="1032217"/>
                  </a:lnTo>
                  <a:lnTo>
                    <a:pt x="1135291" y="867511"/>
                  </a:lnTo>
                  <a:close/>
                </a:path>
                <a:path w="1135379" h="2245995">
                  <a:moveTo>
                    <a:pt x="1135291" y="564654"/>
                  </a:moveTo>
                  <a:lnTo>
                    <a:pt x="968603" y="564654"/>
                  </a:lnTo>
                  <a:lnTo>
                    <a:pt x="968603" y="731342"/>
                  </a:lnTo>
                  <a:lnTo>
                    <a:pt x="1135291" y="731342"/>
                  </a:lnTo>
                  <a:lnTo>
                    <a:pt x="1135291" y="564654"/>
                  </a:lnTo>
                  <a:close/>
                </a:path>
                <a:path w="1135379" h="2245995">
                  <a:moveTo>
                    <a:pt x="1135291" y="261785"/>
                  </a:moveTo>
                  <a:lnTo>
                    <a:pt x="968603" y="261785"/>
                  </a:lnTo>
                  <a:lnTo>
                    <a:pt x="968603" y="428472"/>
                  </a:lnTo>
                  <a:lnTo>
                    <a:pt x="1135291" y="428472"/>
                  </a:lnTo>
                  <a:lnTo>
                    <a:pt x="1135291" y="261785"/>
                  </a:lnTo>
                  <a:close/>
                </a:path>
              </a:pathLst>
            </a:custGeom>
            <a:solidFill>
              <a:srgbClr val="FA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760233" y="5034003"/>
              <a:ext cx="1292860" cy="34290"/>
            </a:xfrm>
            <a:custGeom>
              <a:avLst/>
              <a:gdLst/>
              <a:ahLst/>
              <a:cxnLst/>
              <a:rect l="l" t="t" r="r" b="b"/>
              <a:pathLst>
                <a:path w="1292859" h="34289">
                  <a:moveTo>
                    <a:pt x="0" y="33988"/>
                  </a:moveTo>
                  <a:lnTo>
                    <a:pt x="1292630" y="33988"/>
                  </a:lnTo>
                  <a:lnTo>
                    <a:pt x="1292630" y="0"/>
                  </a:lnTo>
                  <a:lnTo>
                    <a:pt x="0" y="0"/>
                  </a:lnTo>
                  <a:lnTo>
                    <a:pt x="0" y="33988"/>
                  </a:lnTo>
                  <a:close/>
                </a:path>
              </a:pathLst>
            </a:custGeom>
            <a:solidFill>
              <a:srgbClr val="F7F8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140297" y="4267370"/>
              <a:ext cx="620395" cy="3253104"/>
            </a:xfrm>
            <a:custGeom>
              <a:avLst/>
              <a:gdLst/>
              <a:ahLst/>
              <a:cxnLst/>
              <a:rect l="l" t="t" r="r" b="b"/>
              <a:pathLst>
                <a:path w="620395" h="3253104">
                  <a:moveTo>
                    <a:pt x="322694" y="0"/>
                  </a:moveTo>
                  <a:lnTo>
                    <a:pt x="0" y="0"/>
                  </a:lnTo>
                  <a:lnTo>
                    <a:pt x="0" y="373989"/>
                  </a:lnTo>
                  <a:lnTo>
                    <a:pt x="322694" y="373989"/>
                  </a:lnTo>
                  <a:lnTo>
                    <a:pt x="322694" y="0"/>
                  </a:lnTo>
                  <a:close/>
                </a:path>
                <a:path w="620395" h="3253104">
                  <a:moveTo>
                    <a:pt x="619925" y="374002"/>
                  </a:moveTo>
                  <a:lnTo>
                    <a:pt x="297230" y="374002"/>
                  </a:lnTo>
                  <a:lnTo>
                    <a:pt x="297230" y="3252952"/>
                  </a:lnTo>
                  <a:lnTo>
                    <a:pt x="619925" y="3252952"/>
                  </a:lnTo>
                  <a:lnTo>
                    <a:pt x="619925" y="374002"/>
                  </a:lnTo>
                  <a:close/>
                </a:path>
              </a:pathLst>
            </a:custGeom>
            <a:solidFill>
              <a:srgbClr val="EBED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180571" y="4226972"/>
              <a:ext cx="1611630" cy="416559"/>
            </a:xfrm>
            <a:custGeom>
              <a:avLst/>
              <a:gdLst/>
              <a:ahLst/>
              <a:cxnLst/>
              <a:rect l="l" t="t" r="r" b="b"/>
              <a:pathLst>
                <a:path w="1611629" h="416560">
                  <a:moveTo>
                    <a:pt x="1322920" y="0"/>
                  </a:moveTo>
                  <a:lnTo>
                    <a:pt x="288696" y="0"/>
                  </a:lnTo>
                  <a:lnTo>
                    <a:pt x="288696" y="40411"/>
                  </a:lnTo>
                  <a:lnTo>
                    <a:pt x="1322920" y="40411"/>
                  </a:lnTo>
                  <a:lnTo>
                    <a:pt x="1322920" y="0"/>
                  </a:lnTo>
                  <a:close/>
                </a:path>
                <a:path w="1611629" h="416560">
                  <a:moveTo>
                    <a:pt x="1611604" y="376021"/>
                  </a:moveTo>
                  <a:lnTo>
                    <a:pt x="0" y="376021"/>
                  </a:lnTo>
                  <a:lnTo>
                    <a:pt x="0" y="416433"/>
                  </a:lnTo>
                  <a:lnTo>
                    <a:pt x="1611604" y="416433"/>
                  </a:lnTo>
                  <a:lnTo>
                    <a:pt x="1611604" y="376021"/>
                  </a:lnTo>
                  <a:close/>
                </a:path>
              </a:pathLst>
            </a:custGeom>
            <a:solidFill>
              <a:srgbClr val="F7F8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889830" y="4267370"/>
              <a:ext cx="1548130" cy="3253104"/>
            </a:xfrm>
            <a:custGeom>
              <a:avLst/>
              <a:gdLst/>
              <a:ahLst/>
              <a:cxnLst/>
              <a:rect l="l" t="t" r="r" b="b"/>
              <a:pathLst>
                <a:path w="1548129" h="3253104">
                  <a:moveTo>
                    <a:pt x="1250467" y="0"/>
                  </a:moveTo>
                  <a:lnTo>
                    <a:pt x="297205" y="0"/>
                  </a:lnTo>
                  <a:lnTo>
                    <a:pt x="297205" y="373989"/>
                  </a:lnTo>
                  <a:lnTo>
                    <a:pt x="1250467" y="373989"/>
                  </a:lnTo>
                  <a:lnTo>
                    <a:pt x="1250467" y="0"/>
                  </a:lnTo>
                  <a:close/>
                </a:path>
                <a:path w="1548129" h="3253104">
                  <a:moveTo>
                    <a:pt x="1547698" y="374002"/>
                  </a:moveTo>
                  <a:lnTo>
                    <a:pt x="0" y="374002"/>
                  </a:lnTo>
                  <a:lnTo>
                    <a:pt x="0" y="3252952"/>
                  </a:lnTo>
                  <a:lnTo>
                    <a:pt x="1547698" y="3252952"/>
                  </a:lnTo>
                  <a:lnTo>
                    <a:pt x="1547698" y="374002"/>
                  </a:lnTo>
                  <a:close/>
                </a:path>
              </a:pathLst>
            </a:custGeom>
            <a:solidFill>
              <a:srgbClr val="F3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988902" y="4429257"/>
              <a:ext cx="1350010" cy="2669540"/>
            </a:xfrm>
            <a:custGeom>
              <a:avLst/>
              <a:gdLst/>
              <a:ahLst/>
              <a:cxnLst/>
              <a:rect l="l" t="t" r="r" b="b"/>
              <a:pathLst>
                <a:path w="1350010" h="2669540">
                  <a:moveTo>
                    <a:pt x="198145" y="2471369"/>
                  </a:moveTo>
                  <a:lnTo>
                    <a:pt x="0" y="2471369"/>
                  </a:lnTo>
                  <a:lnTo>
                    <a:pt x="0" y="2635872"/>
                  </a:lnTo>
                  <a:lnTo>
                    <a:pt x="0" y="2669514"/>
                  </a:lnTo>
                  <a:lnTo>
                    <a:pt x="198145" y="2669514"/>
                  </a:lnTo>
                  <a:lnTo>
                    <a:pt x="198145" y="2635872"/>
                  </a:lnTo>
                  <a:lnTo>
                    <a:pt x="198145" y="2471369"/>
                  </a:lnTo>
                  <a:close/>
                </a:path>
                <a:path w="1350010" h="2669540">
                  <a:moveTo>
                    <a:pt x="198145" y="2111337"/>
                  </a:moveTo>
                  <a:lnTo>
                    <a:pt x="0" y="2111337"/>
                  </a:lnTo>
                  <a:lnTo>
                    <a:pt x="0" y="2309482"/>
                  </a:lnTo>
                  <a:lnTo>
                    <a:pt x="198145" y="2309482"/>
                  </a:lnTo>
                  <a:lnTo>
                    <a:pt x="198145" y="2111337"/>
                  </a:lnTo>
                  <a:close/>
                </a:path>
                <a:path w="1350010" h="2669540">
                  <a:moveTo>
                    <a:pt x="198145" y="1751304"/>
                  </a:moveTo>
                  <a:lnTo>
                    <a:pt x="0" y="1751304"/>
                  </a:lnTo>
                  <a:lnTo>
                    <a:pt x="0" y="1949450"/>
                  </a:lnTo>
                  <a:lnTo>
                    <a:pt x="198145" y="1949450"/>
                  </a:lnTo>
                  <a:lnTo>
                    <a:pt x="198145" y="1751304"/>
                  </a:lnTo>
                  <a:close/>
                </a:path>
                <a:path w="1350010" h="2669540">
                  <a:moveTo>
                    <a:pt x="198145" y="1391272"/>
                  </a:moveTo>
                  <a:lnTo>
                    <a:pt x="0" y="1391272"/>
                  </a:lnTo>
                  <a:lnTo>
                    <a:pt x="0" y="1589417"/>
                  </a:lnTo>
                  <a:lnTo>
                    <a:pt x="198145" y="1589417"/>
                  </a:lnTo>
                  <a:lnTo>
                    <a:pt x="198145" y="1391272"/>
                  </a:lnTo>
                  <a:close/>
                </a:path>
                <a:path w="1350010" h="2669540">
                  <a:moveTo>
                    <a:pt x="198145" y="1031252"/>
                  </a:moveTo>
                  <a:lnTo>
                    <a:pt x="0" y="1031252"/>
                  </a:lnTo>
                  <a:lnTo>
                    <a:pt x="0" y="1229398"/>
                  </a:lnTo>
                  <a:lnTo>
                    <a:pt x="198145" y="1229398"/>
                  </a:lnTo>
                  <a:lnTo>
                    <a:pt x="198145" y="1031252"/>
                  </a:lnTo>
                  <a:close/>
                </a:path>
                <a:path w="1350010" h="2669540">
                  <a:moveTo>
                    <a:pt x="198145" y="671220"/>
                  </a:moveTo>
                  <a:lnTo>
                    <a:pt x="0" y="671220"/>
                  </a:lnTo>
                  <a:lnTo>
                    <a:pt x="0" y="869365"/>
                  </a:lnTo>
                  <a:lnTo>
                    <a:pt x="198145" y="869365"/>
                  </a:lnTo>
                  <a:lnTo>
                    <a:pt x="198145" y="671220"/>
                  </a:lnTo>
                  <a:close/>
                </a:path>
                <a:path w="1350010" h="2669540">
                  <a:moveTo>
                    <a:pt x="198145" y="311188"/>
                  </a:moveTo>
                  <a:lnTo>
                    <a:pt x="0" y="311188"/>
                  </a:lnTo>
                  <a:lnTo>
                    <a:pt x="0" y="509346"/>
                  </a:lnTo>
                  <a:lnTo>
                    <a:pt x="198145" y="509346"/>
                  </a:lnTo>
                  <a:lnTo>
                    <a:pt x="198145" y="311188"/>
                  </a:lnTo>
                  <a:close/>
                </a:path>
                <a:path w="1350010" h="2669540">
                  <a:moveTo>
                    <a:pt x="581952" y="2471369"/>
                  </a:moveTo>
                  <a:lnTo>
                    <a:pt x="383794" y="2471369"/>
                  </a:lnTo>
                  <a:lnTo>
                    <a:pt x="383794" y="2635872"/>
                  </a:lnTo>
                  <a:lnTo>
                    <a:pt x="581952" y="2635872"/>
                  </a:lnTo>
                  <a:lnTo>
                    <a:pt x="581952" y="2471369"/>
                  </a:lnTo>
                  <a:close/>
                </a:path>
                <a:path w="1350010" h="2669540">
                  <a:moveTo>
                    <a:pt x="581952" y="2111337"/>
                  </a:moveTo>
                  <a:lnTo>
                    <a:pt x="383794" y="2111337"/>
                  </a:lnTo>
                  <a:lnTo>
                    <a:pt x="383794" y="2309482"/>
                  </a:lnTo>
                  <a:lnTo>
                    <a:pt x="581952" y="2309482"/>
                  </a:lnTo>
                  <a:lnTo>
                    <a:pt x="581952" y="2111337"/>
                  </a:lnTo>
                  <a:close/>
                </a:path>
                <a:path w="1350010" h="2669540">
                  <a:moveTo>
                    <a:pt x="581952" y="1751304"/>
                  </a:moveTo>
                  <a:lnTo>
                    <a:pt x="383794" y="1751304"/>
                  </a:lnTo>
                  <a:lnTo>
                    <a:pt x="383794" y="1949450"/>
                  </a:lnTo>
                  <a:lnTo>
                    <a:pt x="581952" y="1949450"/>
                  </a:lnTo>
                  <a:lnTo>
                    <a:pt x="581952" y="1751304"/>
                  </a:lnTo>
                  <a:close/>
                </a:path>
                <a:path w="1350010" h="2669540">
                  <a:moveTo>
                    <a:pt x="581952" y="1391272"/>
                  </a:moveTo>
                  <a:lnTo>
                    <a:pt x="383794" y="1391272"/>
                  </a:lnTo>
                  <a:lnTo>
                    <a:pt x="383794" y="1589417"/>
                  </a:lnTo>
                  <a:lnTo>
                    <a:pt x="581952" y="1589417"/>
                  </a:lnTo>
                  <a:lnTo>
                    <a:pt x="581952" y="1391272"/>
                  </a:lnTo>
                  <a:close/>
                </a:path>
                <a:path w="1350010" h="2669540">
                  <a:moveTo>
                    <a:pt x="581952" y="1031252"/>
                  </a:moveTo>
                  <a:lnTo>
                    <a:pt x="383794" y="1031252"/>
                  </a:lnTo>
                  <a:lnTo>
                    <a:pt x="383794" y="1229398"/>
                  </a:lnTo>
                  <a:lnTo>
                    <a:pt x="581952" y="1229398"/>
                  </a:lnTo>
                  <a:lnTo>
                    <a:pt x="581952" y="1031252"/>
                  </a:lnTo>
                  <a:close/>
                </a:path>
                <a:path w="1350010" h="2669540">
                  <a:moveTo>
                    <a:pt x="581952" y="671220"/>
                  </a:moveTo>
                  <a:lnTo>
                    <a:pt x="383794" y="671220"/>
                  </a:lnTo>
                  <a:lnTo>
                    <a:pt x="383794" y="869365"/>
                  </a:lnTo>
                  <a:lnTo>
                    <a:pt x="581952" y="869365"/>
                  </a:lnTo>
                  <a:lnTo>
                    <a:pt x="581952" y="671220"/>
                  </a:lnTo>
                  <a:close/>
                </a:path>
                <a:path w="1350010" h="2669540">
                  <a:moveTo>
                    <a:pt x="581952" y="311188"/>
                  </a:moveTo>
                  <a:lnTo>
                    <a:pt x="383794" y="311188"/>
                  </a:lnTo>
                  <a:lnTo>
                    <a:pt x="383794" y="509346"/>
                  </a:lnTo>
                  <a:lnTo>
                    <a:pt x="581952" y="509346"/>
                  </a:lnTo>
                  <a:lnTo>
                    <a:pt x="581952" y="311188"/>
                  </a:lnTo>
                  <a:close/>
                </a:path>
                <a:path w="1350010" h="2669540">
                  <a:moveTo>
                    <a:pt x="581952" y="0"/>
                  </a:moveTo>
                  <a:lnTo>
                    <a:pt x="383794" y="0"/>
                  </a:lnTo>
                  <a:lnTo>
                    <a:pt x="383794" y="198145"/>
                  </a:lnTo>
                  <a:lnTo>
                    <a:pt x="581952" y="198145"/>
                  </a:lnTo>
                  <a:lnTo>
                    <a:pt x="581952" y="0"/>
                  </a:lnTo>
                  <a:close/>
                </a:path>
                <a:path w="1350010" h="2669540">
                  <a:moveTo>
                    <a:pt x="965746" y="2471369"/>
                  </a:moveTo>
                  <a:lnTo>
                    <a:pt x="767600" y="2471369"/>
                  </a:lnTo>
                  <a:lnTo>
                    <a:pt x="767600" y="2635872"/>
                  </a:lnTo>
                  <a:lnTo>
                    <a:pt x="767600" y="2669514"/>
                  </a:lnTo>
                  <a:lnTo>
                    <a:pt x="965746" y="2669514"/>
                  </a:lnTo>
                  <a:lnTo>
                    <a:pt x="965746" y="2635872"/>
                  </a:lnTo>
                  <a:lnTo>
                    <a:pt x="965746" y="2471369"/>
                  </a:lnTo>
                  <a:close/>
                </a:path>
                <a:path w="1350010" h="2669540">
                  <a:moveTo>
                    <a:pt x="965746" y="2111337"/>
                  </a:moveTo>
                  <a:lnTo>
                    <a:pt x="767600" y="2111337"/>
                  </a:lnTo>
                  <a:lnTo>
                    <a:pt x="767600" y="2309482"/>
                  </a:lnTo>
                  <a:lnTo>
                    <a:pt x="965746" y="2309482"/>
                  </a:lnTo>
                  <a:lnTo>
                    <a:pt x="965746" y="2111337"/>
                  </a:lnTo>
                  <a:close/>
                </a:path>
                <a:path w="1350010" h="2669540">
                  <a:moveTo>
                    <a:pt x="965746" y="1751304"/>
                  </a:moveTo>
                  <a:lnTo>
                    <a:pt x="767600" y="1751304"/>
                  </a:lnTo>
                  <a:lnTo>
                    <a:pt x="767600" y="1949450"/>
                  </a:lnTo>
                  <a:lnTo>
                    <a:pt x="965746" y="1949450"/>
                  </a:lnTo>
                  <a:lnTo>
                    <a:pt x="965746" y="1751304"/>
                  </a:lnTo>
                  <a:close/>
                </a:path>
                <a:path w="1350010" h="2669540">
                  <a:moveTo>
                    <a:pt x="965746" y="1391272"/>
                  </a:moveTo>
                  <a:lnTo>
                    <a:pt x="767600" y="1391272"/>
                  </a:lnTo>
                  <a:lnTo>
                    <a:pt x="767600" y="1589417"/>
                  </a:lnTo>
                  <a:lnTo>
                    <a:pt x="965746" y="1589417"/>
                  </a:lnTo>
                  <a:lnTo>
                    <a:pt x="965746" y="1391272"/>
                  </a:lnTo>
                  <a:close/>
                </a:path>
                <a:path w="1350010" h="2669540">
                  <a:moveTo>
                    <a:pt x="965746" y="1031252"/>
                  </a:moveTo>
                  <a:lnTo>
                    <a:pt x="767600" y="1031252"/>
                  </a:lnTo>
                  <a:lnTo>
                    <a:pt x="767600" y="1229398"/>
                  </a:lnTo>
                  <a:lnTo>
                    <a:pt x="965746" y="1229398"/>
                  </a:lnTo>
                  <a:lnTo>
                    <a:pt x="965746" y="1031252"/>
                  </a:lnTo>
                  <a:close/>
                </a:path>
                <a:path w="1350010" h="2669540">
                  <a:moveTo>
                    <a:pt x="965746" y="671220"/>
                  </a:moveTo>
                  <a:lnTo>
                    <a:pt x="767600" y="671220"/>
                  </a:lnTo>
                  <a:lnTo>
                    <a:pt x="767600" y="869365"/>
                  </a:lnTo>
                  <a:lnTo>
                    <a:pt x="965746" y="869365"/>
                  </a:lnTo>
                  <a:lnTo>
                    <a:pt x="965746" y="671220"/>
                  </a:lnTo>
                  <a:close/>
                </a:path>
                <a:path w="1350010" h="2669540">
                  <a:moveTo>
                    <a:pt x="965746" y="311188"/>
                  </a:moveTo>
                  <a:lnTo>
                    <a:pt x="767600" y="311188"/>
                  </a:lnTo>
                  <a:lnTo>
                    <a:pt x="767600" y="509346"/>
                  </a:lnTo>
                  <a:lnTo>
                    <a:pt x="965746" y="509346"/>
                  </a:lnTo>
                  <a:lnTo>
                    <a:pt x="965746" y="311188"/>
                  </a:lnTo>
                  <a:close/>
                </a:path>
                <a:path w="1350010" h="2669540">
                  <a:moveTo>
                    <a:pt x="965746" y="0"/>
                  </a:moveTo>
                  <a:lnTo>
                    <a:pt x="767600" y="0"/>
                  </a:lnTo>
                  <a:lnTo>
                    <a:pt x="767600" y="198145"/>
                  </a:lnTo>
                  <a:lnTo>
                    <a:pt x="965746" y="198145"/>
                  </a:lnTo>
                  <a:lnTo>
                    <a:pt x="965746" y="0"/>
                  </a:lnTo>
                  <a:close/>
                </a:path>
                <a:path w="1350010" h="2669540">
                  <a:moveTo>
                    <a:pt x="1349552" y="2471369"/>
                  </a:moveTo>
                  <a:lnTo>
                    <a:pt x="1151394" y="2471369"/>
                  </a:lnTo>
                  <a:lnTo>
                    <a:pt x="1151394" y="2669514"/>
                  </a:lnTo>
                  <a:lnTo>
                    <a:pt x="1349552" y="2669514"/>
                  </a:lnTo>
                  <a:lnTo>
                    <a:pt x="1349552" y="2471369"/>
                  </a:lnTo>
                  <a:close/>
                </a:path>
                <a:path w="1350010" h="2669540">
                  <a:moveTo>
                    <a:pt x="1349552" y="2111337"/>
                  </a:moveTo>
                  <a:lnTo>
                    <a:pt x="1151394" y="2111337"/>
                  </a:lnTo>
                  <a:lnTo>
                    <a:pt x="1151394" y="2309482"/>
                  </a:lnTo>
                  <a:lnTo>
                    <a:pt x="1349552" y="2309482"/>
                  </a:lnTo>
                  <a:lnTo>
                    <a:pt x="1349552" y="2111337"/>
                  </a:lnTo>
                  <a:close/>
                </a:path>
                <a:path w="1350010" h="2669540">
                  <a:moveTo>
                    <a:pt x="1349552" y="1751304"/>
                  </a:moveTo>
                  <a:lnTo>
                    <a:pt x="1151394" y="1751304"/>
                  </a:lnTo>
                  <a:lnTo>
                    <a:pt x="1151394" y="1949450"/>
                  </a:lnTo>
                  <a:lnTo>
                    <a:pt x="1349552" y="1949450"/>
                  </a:lnTo>
                  <a:lnTo>
                    <a:pt x="1349552" y="1751304"/>
                  </a:lnTo>
                  <a:close/>
                </a:path>
                <a:path w="1350010" h="2669540">
                  <a:moveTo>
                    <a:pt x="1349552" y="1391272"/>
                  </a:moveTo>
                  <a:lnTo>
                    <a:pt x="1151394" y="1391272"/>
                  </a:lnTo>
                  <a:lnTo>
                    <a:pt x="1151394" y="1589417"/>
                  </a:lnTo>
                  <a:lnTo>
                    <a:pt x="1349552" y="1589417"/>
                  </a:lnTo>
                  <a:lnTo>
                    <a:pt x="1349552" y="1391272"/>
                  </a:lnTo>
                  <a:close/>
                </a:path>
                <a:path w="1350010" h="2669540">
                  <a:moveTo>
                    <a:pt x="1349552" y="1031252"/>
                  </a:moveTo>
                  <a:lnTo>
                    <a:pt x="1151394" y="1031252"/>
                  </a:lnTo>
                  <a:lnTo>
                    <a:pt x="1151394" y="1229398"/>
                  </a:lnTo>
                  <a:lnTo>
                    <a:pt x="1349552" y="1229398"/>
                  </a:lnTo>
                  <a:lnTo>
                    <a:pt x="1349552" y="1031252"/>
                  </a:lnTo>
                  <a:close/>
                </a:path>
                <a:path w="1350010" h="2669540">
                  <a:moveTo>
                    <a:pt x="1349552" y="671220"/>
                  </a:moveTo>
                  <a:lnTo>
                    <a:pt x="1151394" y="671220"/>
                  </a:lnTo>
                  <a:lnTo>
                    <a:pt x="1151394" y="869365"/>
                  </a:lnTo>
                  <a:lnTo>
                    <a:pt x="1349552" y="869365"/>
                  </a:lnTo>
                  <a:lnTo>
                    <a:pt x="1349552" y="671220"/>
                  </a:lnTo>
                  <a:close/>
                </a:path>
                <a:path w="1350010" h="2669540">
                  <a:moveTo>
                    <a:pt x="1349552" y="311188"/>
                  </a:moveTo>
                  <a:lnTo>
                    <a:pt x="1151394" y="311188"/>
                  </a:lnTo>
                  <a:lnTo>
                    <a:pt x="1151394" y="509346"/>
                  </a:lnTo>
                  <a:lnTo>
                    <a:pt x="1349552" y="509346"/>
                  </a:lnTo>
                  <a:lnTo>
                    <a:pt x="1349552" y="3111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4857877" y="4226972"/>
              <a:ext cx="1611630" cy="416559"/>
            </a:xfrm>
            <a:custGeom>
              <a:avLst/>
              <a:gdLst/>
              <a:ahLst/>
              <a:cxnLst/>
              <a:rect l="l" t="t" r="r" b="b"/>
              <a:pathLst>
                <a:path w="1611629" h="416560">
                  <a:moveTo>
                    <a:pt x="1322908" y="0"/>
                  </a:moveTo>
                  <a:lnTo>
                    <a:pt x="288683" y="0"/>
                  </a:lnTo>
                  <a:lnTo>
                    <a:pt x="288683" y="40411"/>
                  </a:lnTo>
                  <a:lnTo>
                    <a:pt x="1322908" y="40411"/>
                  </a:lnTo>
                  <a:lnTo>
                    <a:pt x="1322908" y="0"/>
                  </a:lnTo>
                  <a:close/>
                </a:path>
                <a:path w="1611629" h="416560">
                  <a:moveTo>
                    <a:pt x="1611604" y="376021"/>
                  </a:moveTo>
                  <a:lnTo>
                    <a:pt x="0" y="376021"/>
                  </a:lnTo>
                  <a:lnTo>
                    <a:pt x="0" y="416433"/>
                  </a:lnTo>
                  <a:lnTo>
                    <a:pt x="1611604" y="416433"/>
                  </a:lnTo>
                  <a:lnTo>
                    <a:pt x="1611604" y="376021"/>
                  </a:lnTo>
                  <a:close/>
                </a:path>
              </a:pathLst>
            </a:custGeom>
            <a:solidFill>
              <a:srgbClr val="F7F8F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" name="object 27" descr=""/>
          <p:cNvGrpSpPr/>
          <p:nvPr/>
        </p:nvGrpSpPr>
        <p:grpSpPr>
          <a:xfrm>
            <a:off x="3244536" y="5341963"/>
            <a:ext cx="1640839" cy="2167255"/>
            <a:chOff x="3244536" y="5341963"/>
            <a:chExt cx="1640839" cy="2167255"/>
          </a:xfrm>
        </p:grpSpPr>
        <p:sp>
          <p:nvSpPr>
            <p:cNvPr id="28" name="object 28" descr=""/>
            <p:cNvSpPr/>
            <p:nvPr/>
          </p:nvSpPr>
          <p:spPr>
            <a:xfrm>
              <a:off x="3244536" y="5341968"/>
              <a:ext cx="1383030" cy="2167255"/>
            </a:xfrm>
            <a:custGeom>
              <a:avLst/>
              <a:gdLst/>
              <a:ahLst/>
              <a:cxnLst/>
              <a:rect l="l" t="t" r="r" b="b"/>
              <a:pathLst>
                <a:path w="1383029" h="2167254">
                  <a:moveTo>
                    <a:pt x="1382617" y="0"/>
                  </a:moveTo>
                  <a:lnTo>
                    <a:pt x="866371" y="603395"/>
                  </a:lnTo>
                  <a:lnTo>
                    <a:pt x="0" y="603395"/>
                  </a:lnTo>
                  <a:lnTo>
                    <a:pt x="0" y="2166865"/>
                  </a:lnTo>
                  <a:lnTo>
                    <a:pt x="1382617" y="2166865"/>
                  </a:lnTo>
                  <a:lnTo>
                    <a:pt x="1382617" y="0"/>
                  </a:lnTo>
                  <a:close/>
                </a:path>
              </a:pathLst>
            </a:custGeom>
            <a:solidFill>
              <a:srgbClr val="F7F8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4627147" y="5341963"/>
              <a:ext cx="258445" cy="2167255"/>
            </a:xfrm>
            <a:custGeom>
              <a:avLst/>
              <a:gdLst/>
              <a:ahLst/>
              <a:cxnLst/>
              <a:rect l="l" t="t" r="r" b="b"/>
              <a:pathLst>
                <a:path w="258445" h="2167254">
                  <a:moveTo>
                    <a:pt x="258034" y="0"/>
                  </a:moveTo>
                  <a:lnTo>
                    <a:pt x="0" y="0"/>
                  </a:lnTo>
                  <a:lnTo>
                    <a:pt x="0" y="2166865"/>
                  </a:lnTo>
                  <a:lnTo>
                    <a:pt x="258034" y="2166865"/>
                  </a:lnTo>
                  <a:lnTo>
                    <a:pt x="258034" y="0"/>
                  </a:lnTo>
                  <a:close/>
                </a:path>
              </a:pathLst>
            </a:custGeom>
            <a:solidFill>
              <a:srgbClr val="EBED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3309040" y="6221182"/>
              <a:ext cx="206375" cy="206375"/>
            </a:xfrm>
            <a:custGeom>
              <a:avLst/>
              <a:gdLst/>
              <a:ahLst/>
              <a:cxnLst/>
              <a:rect l="l" t="t" r="r" b="b"/>
              <a:pathLst>
                <a:path w="206375" h="206375">
                  <a:moveTo>
                    <a:pt x="205773" y="0"/>
                  </a:moveTo>
                  <a:lnTo>
                    <a:pt x="0" y="0"/>
                  </a:lnTo>
                  <a:lnTo>
                    <a:pt x="0" y="205773"/>
                  </a:lnTo>
                  <a:lnTo>
                    <a:pt x="205773" y="205773"/>
                  </a:lnTo>
                  <a:lnTo>
                    <a:pt x="205773" y="0"/>
                  </a:lnTo>
                  <a:close/>
                </a:path>
              </a:pathLst>
            </a:custGeom>
            <a:solidFill>
              <a:srgbClr val="E6E9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3331940" y="6221182"/>
              <a:ext cx="182880" cy="206375"/>
            </a:xfrm>
            <a:custGeom>
              <a:avLst/>
              <a:gdLst/>
              <a:ahLst/>
              <a:cxnLst/>
              <a:rect l="l" t="t" r="r" b="b"/>
              <a:pathLst>
                <a:path w="182879" h="206375">
                  <a:moveTo>
                    <a:pt x="182874" y="0"/>
                  </a:moveTo>
                  <a:lnTo>
                    <a:pt x="0" y="0"/>
                  </a:lnTo>
                  <a:lnTo>
                    <a:pt x="0" y="205773"/>
                  </a:lnTo>
                  <a:lnTo>
                    <a:pt x="182874" y="205773"/>
                  </a:lnTo>
                  <a:lnTo>
                    <a:pt x="182874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3309040" y="6567360"/>
              <a:ext cx="206375" cy="206375"/>
            </a:xfrm>
            <a:custGeom>
              <a:avLst/>
              <a:gdLst/>
              <a:ahLst/>
              <a:cxnLst/>
              <a:rect l="l" t="t" r="r" b="b"/>
              <a:pathLst>
                <a:path w="206375" h="206375">
                  <a:moveTo>
                    <a:pt x="205773" y="0"/>
                  </a:moveTo>
                  <a:lnTo>
                    <a:pt x="0" y="0"/>
                  </a:lnTo>
                  <a:lnTo>
                    <a:pt x="0" y="205784"/>
                  </a:lnTo>
                  <a:lnTo>
                    <a:pt x="205773" y="205784"/>
                  </a:lnTo>
                  <a:lnTo>
                    <a:pt x="205773" y="0"/>
                  </a:lnTo>
                  <a:close/>
                </a:path>
              </a:pathLst>
            </a:custGeom>
            <a:solidFill>
              <a:srgbClr val="E6E9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3331940" y="6567360"/>
              <a:ext cx="182880" cy="206375"/>
            </a:xfrm>
            <a:custGeom>
              <a:avLst/>
              <a:gdLst/>
              <a:ahLst/>
              <a:cxnLst/>
              <a:rect l="l" t="t" r="r" b="b"/>
              <a:pathLst>
                <a:path w="182879" h="206375">
                  <a:moveTo>
                    <a:pt x="182874" y="0"/>
                  </a:moveTo>
                  <a:lnTo>
                    <a:pt x="0" y="0"/>
                  </a:lnTo>
                  <a:lnTo>
                    <a:pt x="0" y="205784"/>
                  </a:lnTo>
                  <a:lnTo>
                    <a:pt x="182874" y="205784"/>
                  </a:lnTo>
                  <a:lnTo>
                    <a:pt x="182874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3309040" y="6913559"/>
              <a:ext cx="206375" cy="206375"/>
            </a:xfrm>
            <a:custGeom>
              <a:avLst/>
              <a:gdLst/>
              <a:ahLst/>
              <a:cxnLst/>
              <a:rect l="l" t="t" r="r" b="b"/>
              <a:pathLst>
                <a:path w="206375" h="206375">
                  <a:moveTo>
                    <a:pt x="205773" y="0"/>
                  </a:moveTo>
                  <a:lnTo>
                    <a:pt x="0" y="0"/>
                  </a:lnTo>
                  <a:lnTo>
                    <a:pt x="0" y="205773"/>
                  </a:lnTo>
                  <a:lnTo>
                    <a:pt x="205773" y="205773"/>
                  </a:lnTo>
                  <a:lnTo>
                    <a:pt x="205773" y="0"/>
                  </a:lnTo>
                  <a:close/>
                </a:path>
              </a:pathLst>
            </a:custGeom>
            <a:solidFill>
              <a:srgbClr val="E6E9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3331940" y="6913559"/>
              <a:ext cx="182880" cy="206375"/>
            </a:xfrm>
            <a:custGeom>
              <a:avLst/>
              <a:gdLst/>
              <a:ahLst/>
              <a:cxnLst/>
              <a:rect l="l" t="t" r="r" b="b"/>
              <a:pathLst>
                <a:path w="182879" h="206375">
                  <a:moveTo>
                    <a:pt x="182874" y="0"/>
                  </a:moveTo>
                  <a:lnTo>
                    <a:pt x="0" y="0"/>
                  </a:lnTo>
                  <a:lnTo>
                    <a:pt x="0" y="205773"/>
                  </a:lnTo>
                  <a:lnTo>
                    <a:pt x="182874" y="205773"/>
                  </a:lnTo>
                  <a:lnTo>
                    <a:pt x="182874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3331950" y="6913538"/>
              <a:ext cx="205740" cy="205740"/>
            </a:xfrm>
            <a:custGeom>
              <a:avLst/>
              <a:gdLst/>
              <a:ahLst/>
              <a:cxnLst/>
              <a:rect l="l" t="t" r="r" b="b"/>
              <a:pathLst>
                <a:path w="205739" h="205740">
                  <a:moveTo>
                    <a:pt x="205700" y="0"/>
                  </a:moveTo>
                  <a:lnTo>
                    <a:pt x="0" y="0"/>
                  </a:lnTo>
                  <a:lnTo>
                    <a:pt x="0" y="205700"/>
                  </a:lnTo>
                  <a:lnTo>
                    <a:pt x="205700" y="205700"/>
                  </a:lnTo>
                  <a:lnTo>
                    <a:pt x="205700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3655899" y="6221182"/>
              <a:ext cx="206375" cy="206375"/>
            </a:xfrm>
            <a:custGeom>
              <a:avLst/>
              <a:gdLst/>
              <a:ahLst/>
              <a:cxnLst/>
              <a:rect l="l" t="t" r="r" b="b"/>
              <a:pathLst>
                <a:path w="206375" h="206375">
                  <a:moveTo>
                    <a:pt x="205773" y="0"/>
                  </a:moveTo>
                  <a:lnTo>
                    <a:pt x="0" y="0"/>
                  </a:lnTo>
                  <a:lnTo>
                    <a:pt x="0" y="205773"/>
                  </a:lnTo>
                  <a:lnTo>
                    <a:pt x="205773" y="205773"/>
                  </a:lnTo>
                  <a:lnTo>
                    <a:pt x="205773" y="0"/>
                  </a:lnTo>
                  <a:close/>
                </a:path>
              </a:pathLst>
            </a:custGeom>
            <a:solidFill>
              <a:srgbClr val="E6E9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3678798" y="6221182"/>
              <a:ext cx="182880" cy="206375"/>
            </a:xfrm>
            <a:custGeom>
              <a:avLst/>
              <a:gdLst/>
              <a:ahLst/>
              <a:cxnLst/>
              <a:rect l="l" t="t" r="r" b="b"/>
              <a:pathLst>
                <a:path w="182879" h="206375">
                  <a:moveTo>
                    <a:pt x="182874" y="0"/>
                  </a:moveTo>
                  <a:lnTo>
                    <a:pt x="0" y="0"/>
                  </a:lnTo>
                  <a:lnTo>
                    <a:pt x="0" y="205773"/>
                  </a:lnTo>
                  <a:lnTo>
                    <a:pt x="182874" y="205773"/>
                  </a:lnTo>
                  <a:lnTo>
                    <a:pt x="182874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3655899" y="6567360"/>
              <a:ext cx="206375" cy="206375"/>
            </a:xfrm>
            <a:custGeom>
              <a:avLst/>
              <a:gdLst/>
              <a:ahLst/>
              <a:cxnLst/>
              <a:rect l="l" t="t" r="r" b="b"/>
              <a:pathLst>
                <a:path w="206375" h="206375">
                  <a:moveTo>
                    <a:pt x="205773" y="0"/>
                  </a:moveTo>
                  <a:lnTo>
                    <a:pt x="0" y="0"/>
                  </a:lnTo>
                  <a:lnTo>
                    <a:pt x="0" y="205784"/>
                  </a:lnTo>
                  <a:lnTo>
                    <a:pt x="205773" y="205784"/>
                  </a:lnTo>
                  <a:lnTo>
                    <a:pt x="205773" y="0"/>
                  </a:lnTo>
                  <a:close/>
                </a:path>
              </a:pathLst>
            </a:custGeom>
            <a:solidFill>
              <a:srgbClr val="E6E9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3678798" y="6567360"/>
              <a:ext cx="182880" cy="206375"/>
            </a:xfrm>
            <a:custGeom>
              <a:avLst/>
              <a:gdLst/>
              <a:ahLst/>
              <a:cxnLst/>
              <a:rect l="l" t="t" r="r" b="b"/>
              <a:pathLst>
                <a:path w="182879" h="206375">
                  <a:moveTo>
                    <a:pt x="182874" y="0"/>
                  </a:moveTo>
                  <a:lnTo>
                    <a:pt x="0" y="0"/>
                  </a:lnTo>
                  <a:lnTo>
                    <a:pt x="0" y="205784"/>
                  </a:lnTo>
                  <a:lnTo>
                    <a:pt x="182874" y="205784"/>
                  </a:lnTo>
                  <a:lnTo>
                    <a:pt x="182874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3655899" y="6913559"/>
              <a:ext cx="206375" cy="206375"/>
            </a:xfrm>
            <a:custGeom>
              <a:avLst/>
              <a:gdLst/>
              <a:ahLst/>
              <a:cxnLst/>
              <a:rect l="l" t="t" r="r" b="b"/>
              <a:pathLst>
                <a:path w="206375" h="206375">
                  <a:moveTo>
                    <a:pt x="205773" y="0"/>
                  </a:moveTo>
                  <a:lnTo>
                    <a:pt x="0" y="0"/>
                  </a:lnTo>
                  <a:lnTo>
                    <a:pt x="0" y="205773"/>
                  </a:lnTo>
                  <a:lnTo>
                    <a:pt x="205773" y="205773"/>
                  </a:lnTo>
                  <a:lnTo>
                    <a:pt x="205773" y="0"/>
                  </a:lnTo>
                  <a:close/>
                </a:path>
              </a:pathLst>
            </a:custGeom>
            <a:solidFill>
              <a:srgbClr val="E6E9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3678798" y="6913559"/>
              <a:ext cx="182880" cy="206375"/>
            </a:xfrm>
            <a:custGeom>
              <a:avLst/>
              <a:gdLst/>
              <a:ahLst/>
              <a:cxnLst/>
              <a:rect l="l" t="t" r="r" b="b"/>
              <a:pathLst>
                <a:path w="182879" h="206375">
                  <a:moveTo>
                    <a:pt x="182874" y="0"/>
                  </a:moveTo>
                  <a:lnTo>
                    <a:pt x="0" y="0"/>
                  </a:lnTo>
                  <a:lnTo>
                    <a:pt x="0" y="205773"/>
                  </a:lnTo>
                  <a:lnTo>
                    <a:pt x="182874" y="205773"/>
                  </a:lnTo>
                  <a:lnTo>
                    <a:pt x="182874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3678809" y="6913538"/>
              <a:ext cx="205740" cy="205740"/>
            </a:xfrm>
            <a:custGeom>
              <a:avLst/>
              <a:gdLst/>
              <a:ahLst/>
              <a:cxnLst/>
              <a:rect l="l" t="t" r="r" b="b"/>
              <a:pathLst>
                <a:path w="205739" h="205740">
                  <a:moveTo>
                    <a:pt x="205700" y="0"/>
                  </a:moveTo>
                  <a:lnTo>
                    <a:pt x="0" y="0"/>
                  </a:lnTo>
                  <a:lnTo>
                    <a:pt x="0" y="205700"/>
                  </a:lnTo>
                  <a:lnTo>
                    <a:pt x="205700" y="205700"/>
                  </a:lnTo>
                  <a:lnTo>
                    <a:pt x="205700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4002757" y="6221182"/>
              <a:ext cx="206375" cy="206375"/>
            </a:xfrm>
            <a:custGeom>
              <a:avLst/>
              <a:gdLst/>
              <a:ahLst/>
              <a:cxnLst/>
              <a:rect l="l" t="t" r="r" b="b"/>
              <a:pathLst>
                <a:path w="206375" h="206375">
                  <a:moveTo>
                    <a:pt x="205773" y="0"/>
                  </a:moveTo>
                  <a:lnTo>
                    <a:pt x="0" y="0"/>
                  </a:lnTo>
                  <a:lnTo>
                    <a:pt x="0" y="205773"/>
                  </a:lnTo>
                  <a:lnTo>
                    <a:pt x="205773" y="205773"/>
                  </a:lnTo>
                  <a:lnTo>
                    <a:pt x="205773" y="0"/>
                  </a:lnTo>
                  <a:close/>
                </a:path>
              </a:pathLst>
            </a:custGeom>
            <a:solidFill>
              <a:srgbClr val="E6E9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4025657" y="6221182"/>
              <a:ext cx="182880" cy="206375"/>
            </a:xfrm>
            <a:custGeom>
              <a:avLst/>
              <a:gdLst/>
              <a:ahLst/>
              <a:cxnLst/>
              <a:rect l="l" t="t" r="r" b="b"/>
              <a:pathLst>
                <a:path w="182879" h="206375">
                  <a:moveTo>
                    <a:pt x="182874" y="0"/>
                  </a:moveTo>
                  <a:lnTo>
                    <a:pt x="0" y="0"/>
                  </a:lnTo>
                  <a:lnTo>
                    <a:pt x="0" y="205773"/>
                  </a:lnTo>
                  <a:lnTo>
                    <a:pt x="182874" y="205773"/>
                  </a:lnTo>
                  <a:lnTo>
                    <a:pt x="182874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4002757" y="6567360"/>
              <a:ext cx="206375" cy="206375"/>
            </a:xfrm>
            <a:custGeom>
              <a:avLst/>
              <a:gdLst/>
              <a:ahLst/>
              <a:cxnLst/>
              <a:rect l="l" t="t" r="r" b="b"/>
              <a:pathLst>
                <a:path w="206375" h="206375">
                  <a:moveTo>
                    <a:pt x="205773" y="0"/>
                  </a:moveTo>
                  <a:lnTo>
                    <a:pt x="0" y="0"/>
                  </a:lnTo>
                  <a:lnTo>
                    <a:pt x="0" y="205784"/>
                  </a:lnTo>
                  <a:lnTo>
                    <a:pt x="205773" y="205784"/>
                  </a:lnTo>
                  <a:lnTo>
                    <a:pt x="205773" y="0"/>
                  </a:lnTo>
                  <a:close/>
                </a:path>
              </a:pathLst>
            </a:custGeom>
            <a:solidFill>
              <a:srgbClr val="E6E9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4025657" y="6567360"/>
              <a:ext cx="182880" cy="206375"/>
            </a:xfrm>
            <a:custGeom>
              <a:avLst/>
              <a:gdLst/>
              <a:ahLst/>
              <a:cxnLst/>
              <a:rect l="l" t="t" r="r" b="b"/>
              <a:pathLst>
                <a:path w="182879" h="206375">
                  <a:moveTo>
                    <a:pt x="182874" y="0"/>
                  </a:moveTo>
                  <a:lnTo>
                    <a:pt x="0" y="0"/>
                  </a:lnTo>
                  <a:lnTo>
                    <a:pt x="0" y="205784"/>
                  </a:lnTo>
                  <a:lnTo>
                    <a:pt x="182874" y="205784"/>
                  </a:lnTo>
                  <a:lnTo>
                    <a:pt x="182874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4002757" y="6913559"/>
              <a:ext cx="206375" cy="206375"/>
            </a:xfrm>
            <a:custGeom>
              <a:avLst/>
              <a:gdLst/>
              <a:ahLst/>
              <a:cxnLst/>
              <a:rect l="l" t="t" r="r" b="b"/>
              <a:pathLst>
                <a:path w="206375" h="206375">
                  <a:moveTo>
                    <a:pt x="205773" y="0"/>
                  </a:moveTo>
                  <a:lnTo>
                    <a:pt x="0" y="0"/>
                  </a:lnTo>
                  <a:lnTo>
                    <a:pt x="0" y="205773"/>
                  </a:lnTo>
                  <a:lnTo>
                    <a:pt x="205773" y="205773"/>
                  </a:lnTo>
                  <a:lnTo>
                    <a:pt x="205773" y="0"/>
                  </a:lnTo>
                  <a:close/>
                </a:path>
              </a:pathLst>
            </a:custGeom>
            <a:solidFill>
              <a:srgbClr val="E6E9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4025657" y="6913559"/>
              <a:ext cx="182880" cy="206375"/>
            </a:xfrm>
            <a:custGeom>
              <a:avLst/>
              <a:gdLst/>
              <a:ahLst/>
              <a:cxnLst/>
              <a:rect l="l" t="t" r="r" b="b"/>
              <a:pathLst>
                <a:path w="182879" h="206375">
                  <a:moveTo>
                    <a:pt x="182874" y="0"/>
                  </a:moveTo>
                  <a:lnTo>
                    <a:pt x="0" y="0"/>
                  </a:lnTo>
                  <a:lnTo>
                    <a:pt x="0" y="205773"/>
                  </a:lnTo>
                  <a:lnTo>
                    <a:pt x="182874" y="205773"/>
                  </a:lnTo>
                  <a:lnTo>
                    <a:pt x="182874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4025667" y="6913538"/>
              <a:ext cx="205740" cy="205740"/>
            </a:xfrm>
            <a:custGeom>
              <a:avLst/>
              <a:gdLst/>
              <a:ahLst/>
              <a:cxnLst/>
              <a:rect l="l" t="t" r="r" b="b"/>
              <a:pathLst>
                <a:path w="205739" h="205740">
                  <a:moveTo>
                    <a:pt x="205700" y="0"/>
                  </a:moveTo>
                  <a:lnTo>
                    <a:pt x="0" y="0"/>
                  </a:lnTo>
                  <a:lnTo>
                    <a:pt x="0" y="205700"/>
                  </a:lnTo>
                  <a:lnTo>
                    <a:pt x="205700" y="205700"/>
                  </a:lnTo>
                  <a:lnTo>
                    <a:pt x="205700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4349626" y="6221182"/>
              <a:ext cx="206375" cy="206375"/>
            </a:xfrm>
            <a:custGeom>
              <a:avLst/>
              <a:gdLst/>
              <a:ahLst/>
              <a:cxnLst/>
              <a:rect l="l" t="t" r="r" b="b"/>
              <a:pathLst>
                <a:path w="206375" h="206375">
                  <a:moveTo>
                    <a:pt x="205773" y="0"/>
                  </a:moveTo>
                  <a:lnTo>
                    <a:pt x="0" y="0"/>
                  </a:lnTo>
                  <a:lnTo>
                    <a:pt x="0" y="205773"/>
                  </a:lnTo>
                  <a:lnTo>
                    <a:pt x="205773" y="205773"/>
                  </a:lnTo>
                  <a:lnTo>
                    <a:pt x="205773" y="0"/>
                  </a:lnTo>
                  <a:close/>
                </a:path>
              </a:pathLst>
            </a:custGeom>
            <a:solidFill>
              <a:srgbClr val="E6E9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4372526" y="6221182"/>
              <a:ext cx="182880" cy="206375"/>
            </a:xfrm>
            <a:custGeom>
              <a:avLst/>
              <a:gdLst/>
              <a:ahLst/>
              <a:cxnLst/>
              <a:rect l="l" t="t" r="r" b="b"/>
              <a:pathLst>
                <a:path w="182879" h="206375">
                  <a:moveTo>
                    <a:pt x="182874" y="0"/>
                  </a:moveTo>
                  <a:lnTo>
                    <a:pt x="0" y="0"/>
                  </a:lnTo>
                  <a:lnTo>
                    <a:pt x="0" y="205773"/>
                  </a:lnTo>
                  <a:lnTo>
                    <a:pt x="182874" y="205773"/>
                  </a:lnTo>
                  <a:lnTo>
                    <a:pt x="182874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4349626" y="6567360"/>
              <a:ext cx="206375" cy="206375"/>
            </a:xfrm>
            <a:custGeom>
              <a:avLst/>
              <a:gdLst/>
              <a:ahLst/>
              <a:cxnLst/>
              <a:rect l="l" t="t" r="r" b="b"/>
              <a:pathLst>
                <a:path w="206375" h="206375">
                  <a:moveTo>
                    <a:pt x="205773" y="0"/>
                  </a:moveTo>
                  <a:lnTo>
                    <a:pt x="0" y="0"/>
                  </a:lnTo>
                  <a:lnTo>
                    <a:pt x="0" y="205784"/>
                  </a:lnTo>
                  <a:lnTo>
                    <a:pt x="205773" y="205784"/>
                  </a:lnTo>
                  <a:lnTo>
                    <a:pt x="205773" y="0"/>
                  </a:lnTo>
                  <a:close/>
                </a:path>
              </a:pathLst>
            </a:custGeom>
            <a:solidFill>
              <a:srgbClr val="E6E9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4372526" y="6567360"/>
              <a:ext cx="182880" cy="206375"/>
            </a:xfrm>
            <a:custGeom>
              <a:avLst/>
              <a:gdLst/>
              <a:ahLst/>
              <a:cxnLst/>
              <a:rect l="l" t="t" r="r" b="b"/>
              <a:pathLst>
                <a:path w="182879" h="206375">
                  <a:moveTo>
                    <a:pt x="182874" y="0"/>
                  </a:moveTo>
                  <a:lnTo>
                    <a:pt x="0" y="0"/>
                  </a:lnTo>
                  <a:lnTo>
                    <a:pt x="0" y="205784"/>
                  </a:lnTo>
                  <a:lnTo>
                    <a:pt x="182874" y="205784"/>
                  </a:lnTo>
                  <a:lnTo>
                    <a:pt x="182874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4349626" y="6913559"/>
              <a:ext cx="206375" cy="206375"/>
            </a:xfrm>
            <a:custGeom>
              <a:avLst/>
              <a:gdLst/>
              <a:ahLst/>
              <a:cxnLst/>
              <a:rect l="l" t="t" r="r" b="b"/>
              <a:pathLst>
                <a:path w="206375" h="206375">
                  <a:moveTo>
                    <a:pt x="205773" y="0"/>
                  </a:moveTo>
                  <a:lnTo>
                    <a:pt x="0" y="0"/>
                  </a:lnTo>
                  <a:lnTo>
                    <a:pt x="0" y="205773"/>
                  </a:lnTo>
                  <a:lnTo>
                    <a:pt x="205773" y="205773"/>
                  </a:lnTo>
                  <a:lnTo>
                    <a:pt x="205773" y="0"/>
                  </a:lnTo>
                  <a:close/>
                </a:path>
              </a:pathLst>
            </a:custGeom>
            <a:solidFill>
              <a:srgbClr val="E6E9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4372526" y="6913559"/>
              <a:ext cx="182880" cy="206375"/>
            </a:xfrm>
            <a:custGeom>
              <a:avLst/>
              <a:gdLst/>
              <a:ahLst/>
              <a:cxnLst/>
              <a:rect l="l" t="t" r="r" b="b"/>
              <a:pathLst>
                <a:path w="182879" h="206375">
                  <a:moveTo>
                    <a:pt x="182874" y="0"/>
                  </a:moveTo>
                  <a:lnTo>
                    <a:pt x="0" y="0"/>
                  </a:lnTo>
                  <a:lnTo>
                    <a:pt x="0" y="205773"/>
                  </a:lnTo>
                  <a:lnTo>
                    <a:pt x="182874" y="205773"/>
                  </a:lnTo>
                  <a:lnTo>
                    <a:pt x="182874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4372537" y="6913538"/>
              <a:ext cx="205740" cy="205740"/>
            </a:xfrm>
            <a:custGeom>
              <a:avLst/>
              <a:gdLst/>
              <a:ahLst/>
              <a:cxnLst/>
              <a:rect l="l" t="t" r="r" b="b"/>
              <a:pathLst>
                <a:path w="205739" h="205740">
                  <a:moveTo>
                    <a:pt x="205700" y="0"/>
                  </a:moveTo>
                  <a:lnTo>
                    <a:pt x="0" y="0"/>
                  </a:lnTo>
                  <a:lnTo>
                    <a:pt x="0" y="205700"/>
                  </a:lnTo>
                  <a:lnTo>
                    <a:pt x="205700" y="205700"/>
                  </a:lnTo>
                  <a:lnTo>
                    <a:pt x="205700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8" name="object 58" descr=""/>
          <p:cNvGrpSpPr/>
          <p:nvPr/>
        </p:nvGrpSpPr>
        <p:grpSpPr>
          <a:xfrm>
            <a:off x="15444682" y="5388331"/>
            <a:ext cx="1243965" cy="2132330"/>
            <a:chOff x="15444682" y="5388331"/>
            <a:chExt cx="1243965" cy="2132330"/>
          </a:xfrm>
        </p:grpSpPr>
        <p:sp>
          <p:nvSpPr>
            <p:cNvPr id="59" name="object 59" descr=""/>
            <p:cNvSpPr/>
            <p:nvPr/>
          </p:nvSpPr>
          <p:spPr>
            <a:xfrm>
              <a:off x="15665298" y="5388336"/>
              <a:ext cx="1002665" cy="2132330"/>
            </a:xfrm>
            <a:custGeom>
              <a:avLst/>
              <a:gdLst/>
              <a:ahLst/>
              <a:cxnLst/>
              <a:rect l="l" t="t" r="r" b="b"/>
              <a:pathLst>
                <a:path w="1002665" h="2132329">
                  <a:moveTo>
                    <a:pt x="810031" y="0"/>
                  </a:moveTo>
                  <a:lnTo>
                    <a:pt x="252653" y="0"/>
                  </a:lnTo>
                  <a:lnTo>
                    <a:pt x="252653" y="242265"/>
                  </a:lnTo>
                  <a:lnTo>
                    <a:pt x="810031" y="242265"/>
                  </a:lnTo>
                  <a:lnTo>
                    <a:pt x="810031" y="0"/>
                  </a:lnTo>
                  <a:close/>
                </a:path>
                <a:path w="1002665" h="2132329">
                  <a:moveTo>
                    <a:pt x="1002563" y="242277"/>
                  </a:moveTo>
                  <a:lnTo>
                    <a:pt x="0" y="242277"/>
                  </a:lnTo>
                  <a:lnTo>
                    <a:pt x="0" y="2112073"/>
                  </a:lnTo>
                  <a:lnTo>
                    <a:pt x="0" y="2131987"/>
                  </a:lnTo>
                  <a:lnTo>
                    <a:pt x="1002563" y="2131987"/>
                  </a:lnTo>
                  <a:lnTo>
                    <a:pt x="1002563" y="2112073"/>
                  </a:lnTo>
                  <a:lnTo>
                    <a:pt x="1002563" y="242277"/>
                  </a:lnTo>
                  <a:close/>
                </a:path>
              </a:pathLst>
            </a:custGeom>
            <a:solidFill>
              <a:srgbClr val="EEF0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15978099" y="5493213"/>
              <a:ext cx="626110" cy="1729739"/>
            </a:xfrm>
            <a:custGeom>
              <a:avLst/>
              <a:gdLst/>
              <a:ahLst/>
              <a:cxnLst/>
              <a:rect l="l" t="t" r="r" b="b"/>
              <a:pathLst>
                <a:path w="626109" h="1729740">
                  <a:moveTo>
                    <a:pt x="128346" y="1600885"/>
                  </a:moveTo>
                  <a:lnTo>
                    <a:pt x="0" y="1600885"/>
                  </a:lnTo>
                  <a:lnTo>
                    <a:pt x="0" y="1729257"/>
                  </a:lnTo>
                  <a:lnTo>
                    <a:pt x="128346" y="1729257"/>
                  </a:lnTo>
                  <a:lnTo>
                    <a:pt x="128346" y="1600885"/>
                  </a:lnTo>
                  <a:close/>
                </a:path>
                <a:path w="626109" h="1729740">
                  <a:moveTo>
                    <a:pt x="128346" y="1367675"/>
                  </a:moveTo>
                  <a:lnTo>
                    <a:pt x="0" y="1367675"/>
                  </a:lnTo>
                  <a:lnTo>
                    <a:pt x="0" y="1496021"/>
                  </a:lnTo>
                  <a:lnTo>
                    <a:pt x="128346" y="1496021"/>
                  </a:lnTo>
                  <a:lnTo>
                    <a:pt x="128346" y="1367675"/>
                  </a:lnTo>
                  <a:close/>
                </a:path>
                <a:path w="626109" h="1729740">
                  <a:moveTo>
                    <a:pt x="128346" y="1134452"/>
                  </a:moveTo>
                  <a:lnTo>
                    <a:pt x="0" y="1134452"/>
                  </a:lnTo>
                  <a:lnTo>
                    <a:pt x="0" y="1262811"/>
                  </a:lnTo>
                  <a:lnTo>
                    <a:pt x="128346" y="1262811"/>
                  </a:lnTo>
                  <a:lnTo>
                    <a:pt x="128346" y="1134452"/>
                  </a:lnTo>
                  <a:close/>
                </a:path>
                <a:path w="626109" h="1729740">
                  <a:moveTo>
                    <a:pt x="128346" y="901230"/>
                  </a:moveTo>
                  <a:lnTo>
                    <a:pt x="0" y="901230"/>
                  </a:lnTo>
                  <a:lnTo>
                    <a:pt x="0" y="1029589"/>
                  </a:lnTo>
                  <a:lnTo>
                    <a:pt x="128346" y="1029589"/>
                  </a:lnTo>
                  <a:lnTo>
                    <a:pt x="128346" y="901230"/>
                  </a:lnTo>
                  <a:close/>
                </a:path>
                <a:path w="626109" h="1729740">
                  <a:moveTo>
                    <a:pt x="128346" y="668007"/>
                  </a:moveTo>
                  <a:lnTo>
                    <a:pt x="0" y="668007"/>
                  </a:lnTo>
                  <a:lnTo>
                    <a:pt x="0" y="796366"/>
                  </a:lnTo>
                  <a:lnTo>
                    <a:pt x="128346" y="796366"/>
                  </a:lnTo>
                  <a:lnTo>
                    <a:pt x="128346" y="668007"/>
                  </a:lnTo>
                  <a:close/>
                </a:path>
                <a:path w="626109" h="1729740">
                  <a:moveTo>
                    <a:pt x="128346" y="434784"/>
                  </a:moveTo>
                  <a:lnTo>
                    <a:pt x="0" y="434784"/>
                  </a:lnTo>
                  <a:lnTo>
                    <a:pt x="0" y="563156"/>
                  </a:lnTo>
                  <a:lnTo>
                    <a:pt x="128346" y="563156"/>
                  </a:lnTo>
                  <a:lnTo>
                    <a:pt x="128346" y="434784"/>
                  </a:lnTo>
                  <a:close/>
                </a:path>
                <a:path w="626109" h="1729740">
                  <a:moveTo>
                    <a:pt x="128346" y="201574"/>
                  </a:moveTo>
                  <a:lnTo>
                    <a:pt x="0" y="201574"/>
                  </a:lnTo>
                  <a:lnTo>
                    <a:pt x="0" y="329933"/>
                  </a:lnTo>
                  <a:lnTo>
                    <a:pt x="128346" y="329933"/>
                  </a:lnTo>
                  <a:lnTo>
                    <a:pt x="128346" y="201574"/>
                  </a:lnTo>
                  <a:close/>
                </a:path>
                <a:path w="626109" h="1729740">
                  <a:moveTo>
                    <a:pt x="128346" y="0"/>
                  </a:moveTo>
                  <a:lnTo>
                    <a:pt x="0" y="0"/>
                  </a:lnTo>
                  <a:lnTo>
                    <a:pt x="0" y="128346"/>
                  </a:lnTo>
                  <a:lnTo>
                    <a:pt x="128346" y="128346"/>
                  </a:lnTo>
                  <a:lnTo>
                    <a:pt x="128346" y="0"/>
                  </a:lnTo>
                  <a:close/>
                </a:path>
                <a:path w="626109" h="1729740">
                  <a:moveTo>
                    <a:pt x="376974" y="1600885"/>
                  </a:moveTo>
                  <a:lnTo>
                    <a:pt x="248615" y="1600885"/>
                  </a:lnTo>
                  <a:lnTo>
                    <a:pt x="248615" y="1729257"/>
                  </a:lnTo>
                  <a:lnTo>
                    <a:pt x="376974" y="1729257"/>
                  </a:lnTo>
                  <a:lnTo>
                    <a:pt x="376974" y="1600885"/>
                  </a:lnTo>
                  <a:close/>
                </a:path>
                <a:path w="626109" h="1729740">
                  <a:moveTo>
                    <a:pt x="376974" y="1367675"/>
                  </a:moveTo>
                  <a:lnTo>
                    <a:pt x="248615" y="1367675"/>
                  </a:lnTo>
                  <a:lnTo>
                    <a:pt x="248615" y="1496021"/>
                  </a:lnTo>
                  <a:lnTo>
                    <a:pt x="376974" y="1496021"/>
                  </a:lnTo>
                  <a:lnTo>
                    <a:pt x="376974" y="1367675"/>
                  </a:lnTo>
                  <a:close/>
                </a:path>
                <a:path w="626109" h="1729740">
                  <a:moveTo>
                    <a:pt x="376974" y="1134452"/>
                  </a:moveTo>
                  <a:lnTo>
                    <a:pt x="248615" y="1134452"/>
                  </a:lnTo>
                  <a:lnTo>
                    <a:pt x="248615" y="1262811"/>
                  </a:lnTo>
                  <a:lnTo>
                    <a:pt x="376974" y="1262811"/>
                  </a:lnTo>
                  <a:lnTo>
                    <a:pt x="376974" y="1134452"/>
                  </a:lnTo>
                  <a:close/>
                </a:path>
                <a:path w="626109" h="1729740">
                  <a:moveTo>
                    <a:pt x="376974" y="901230"/>
                  </a:moveTo>
                  <a:lnTo>
                    <a:pt x="248615" y="901230"/>
                  </a:lnTo>
                  <a:lnTo>
                    <a:pt x="248615" y="1029589"/>
                  </a:lnTo>
                  <a:lnTo>
                    <a:pt x="376974" y="1029589"/>
                  </a:lnTo>
                  <a:lnTo>
                    <a:pt x="376974" y="901230"/>
                  </a:lnTo>
                  <a:close/>
                </a:path>
                <a:path w="626109" h="1729740">
                  <a:moveTo>
                    <a:pt x="376974" y="668007"/>
                  </a:moveTo>
                  <a:lnTo>
                    <a:pt x="248615" y="668007"/>
                  </a:lnTo>
                  <a:lnTo>
                    <a:pt x="248615" y="796366"/>
                  </a:lnTo>
                  <a:lnTo>
                    <a:pt x="376974" y="796366"/>
                  </a:lnTo>
                  <a:lnTo>
                    <a:pt x="376974" y="668007"/>
                  </a:lnTo>
                  <a:close/>
                </a:path>
                <a:path w="626109" h="1729740">
                  <a:moveTo>
                    <a:pt x="376974" y="434784"/>
                  </a:moveTo>
                  <a:lnTo>
                    <a:pt x="248615" y="434784"/>
                  </a:lnTo>
                  <a:lnTo>
                    <a:pt x="248615" y="563156"/>
                  </a:lnTo>
                  <a:lnTo>
                    <a:pt x="376974" y="563156"/>
                  </a:lnTo>
                  <a:lnTo>
                    <a:pt x="376974" y="434784"/>
                  </a:lnTo>
                  <a:close/>
                </a:path>
                <a:path w="626109" h="1729740">
                  <a:moveTo>
                    <a:pt x="376974" y="201574"/>
                  </a:moveTo>
                  <a:lnTo>
                    <a:pt x="248615" y="201574"/>
                  </a:lnTo>
                  <a:lnTo>
                    <a:pt x="248615" y="329933"/>
                  </a:lnTo>
                  <a:lnTo>
                    <a:pt x="376974" y="329933"/>
                  </a:lnTo>
                  <a:lnTo>
                    <a:pt x="376974" y="201574"/>
                  </a:lnTo>
                  <a:close/>
                </a:path>
                <a:path w="626109" h="1729740">
                  <a:moveTo>
                    <a:pt x="376974" y="0"/>
                  </a:moveTo>
                  <a:lnTo>
                    <a:pt x="248615" y="0"/>
                  </a:lnTo>
                  <a:lnTo>
                    <a:pt x="248615" y="128346"/>
                  </a:lnTo>
                  <a:lnTo>
                    <a:pt x="376974" y="128346"/>
                  </a:lnTo>
                  <a:lnTo>
                    <a:pt x="376974" y="0"/>
                  </a:lnTo>
                  <a:close/>
                </a:path>
                <a:path w="626109" h="1729740">
                  <a:moveTo>
                    <a:pt x="625589" y="1600885"/>
                  </a:moveTo>
                  <a:lnTo>
                    <a:pt x="497243" y="1600885"/>
                  </a:lnTo>
                  <a:lnTo>
                    <a:pt x="497243" y="1729257"/>
                  </a:lnTo>
                  <a:lnTo>
                    <a:pt x="625589" y="1729257"/>
                  </a:lnTo>
                  <a:lnTo>
                    <a:pt x="625589" y="1600885"/>
                  </a:lnTo>
                  <a:close/>
                </a:path>
                <a:path w="626109" h="1729740">
                  <a:moveTo>
                    <a:pt x="625589" y="1367675"/>
                  </a:moveTo>
                  <a:lnTo>
                    <a:pt x="497243" y="1367675"/>
                  </a:lnTo>
                  <a:lnTo>
                    <a:pt x="497243" y="1496021"/>
                  </a:lnTo>
                  <a:lnTo>
                    <a:pt x="625589" y="1496021"/>
                  </a:lnTo>
                  <a:lnTo>
                    <a:pt x="625589" y="1367675"/>
                  </a:lnTo>
                  <a:close/>
                </a:path>
                <a:path w="626109" h="1729740">
                  <a:moveTo>
                    <a:pt x="625589" y="1134452"/>
                  </a:moveTo>
                  <a:lnTo>
                    <a:pt x="497243" y="1134452"/>
                  </a:lnTo>
                  <a:lnTo>
                    <a:pt x="497243" y="1262811"/>
                  </a:lnTo>
                  <a:lnTo>
                    <a:pt x="625589" y="1262811"/>
                  </a:lnTo>
                  <a:lnTo>
                    <a:pt x="625589" y="1134452"/>
                  </a:lnTo>
                  <a:close/>
                </a:path>
                <a:path w="626109" h="1729740">
                  <a:moveTo>
                    <a:pt x="625589" y="901230"/>
                  </a:moveTo>
                  <a:lnTo>
                    <a:pt x="497243" y="901230"/>
                  </a:lnTo>
                  <a:lnTo>
                    <a:pt x="497243" y="1029589"/>
                  </a:lnTo>
                  <a:lnTo>
                    <a:pt x="625589" y="1029589"/>
                  </a:lnTo>
                  <a:lnTo>
                    <a:pt x="625589" y="901230"/>
                  </a:lnTo>
                  <a:close/>
                </a:path>
                <a:path w="626109" h="1729740">
                  <a:moveTo>
                    <a:pt x="625589" y="668007"/>
                  </a:moveTo>
                  <a:lnTo>
                    <a:pt x="497243" y="668007"/>
                  </a:lnTo>
                  <a:lnTo>
                    <a:pt x="497243" y="796366"/>
                  </a:lnTo>
                  <a:lnTo>
                    <a:pt x="625589" y="796366"/>
                  </a:lnTo>
                  <a:lnTo>
                    <a:pt x="625589" y="668007"/>
                  </a:lnTo>
                  <a:close/>
                </a:path>
                <a:path w="626109" h="1729740">
                  <a:moveTo>
                    <a:pt x="625589" y="434784"/>
                  </a:moveTo>
                  <a:lnTo>
                    <a:pt x="497243" y="434784"/>
                  </a:lnTo>
                  <a:lnTo>
                    <a:pt x="497243" y="563156"/>
                  </a:lnTo>
                  <a:lnTo>
                    <a:pt x="625589" y="563156"/>
                  </a:lnTo>
                  <a:lnTo>
                    <a:pt x="625589" y="434784"/>
                  </a:lnTo>
                  <a:close/>
                </a:path>
                <a:path w="626109" h="1729740">
                  <a:moveTo>
                    <a:pt x="625589" y="201574"/>
                  </a:moveTo>
                  <a:lnTo>
                    <a:pt x="497243" y="201574"/>
                  </a:lnTo>
                  <a:lnTo>
                    <a:pt x="497243" y="329933"/>
                  </a:lnTo>
                  <a:lnTo>
                    <a:pt x="625589" y="329933"/>
                  </a:lnTo>
                  <a:lnTo>
                    <a:pt x="625589" y="201574"/>
                  </a:lnTo>
                  <a:close/>
                </a:path>
              </a:pathLst>
            </a:custGeom>
            <a:solidFill>
              <a:srgbClr val="FA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15917955" y="5605745"/>
              <a:ext cx="770890" cy="26670"/>
            </a:xfrm>
            <a:custGeom>
              <a:avLst/>
              <a:gdLst/>
              <a:ahLst/>
              <a:cxnLst/>
              <a:rect l="l" t="t" r="r" b="b"/>
              <a:pathLst>
                <a:path w="770890" h="26670">
                  <a:moveTo>
                    <a:pt x="0" y="26177"/>
                  </a:moveTo>
                  <a:lnTo>
                    <a:pt x="770615" y="26177"/>
                  </a:lnTo>
                  <a:lnTo>
                    <a:pt x="770615" y="0"/>
                  </a:lnTo>
                  <a:lnTo>
                    <a:pt x="0" y="0"/>
                  </a:lnTo>
                  <a:lnTo>
                    <a:pt x="0" y="26177"/>
                  </a:lnTo>
                  <a:close/>
                </a:path>
              </a:pathLst>
            </a:custGeom>
            <a:solidFill>
              <a:srgbClr val="F7F8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15444682" y="7500410"/>
              <a:ext cx="248920" cy="20320"/>
            </a:xfrm>
            <a:custGeom>
              <a:avLst/>
              <a:gdLst/>
              <a:ahLst/>
              <a:cxnLst/>
              <a:rect l="l" t="t" r="r" b="b"/>
              <a:pathLst>
                <a:path w="248919" h="20320">
                  <a:moveTo>
                    <a:pt x="0" y="19905"/>
                  </a:moveTo>
                  <a:lnTo>
                    <a:pt x="248495" y="19905"/>
                  </a:lnTo>
                  <a:lnTo>
                    <a:pt x="248495" y="0"/>
                  </a:lnTo>
                  <a:lnTo>
                    <a:pt x="0" y="0"/>
                  </a:lnTo>
                  <a:lnTo>
                    <a:pt x="0" y="19905"/>
                  </a:lnTo>
                  <a:close/>
                </a:path>
              </a:pathLst>
            </a:custGeom>
            <a:solidFill>
              <a:srgbClr val="EBEDF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 descr=""/>
          <p:cNvSpPr/>
          <p:nvPr/>
        </p:nvSpPr>
        <p:spPr>
          <a:xfrm>
            <a:off x="14252880" y="5303399"/>
            <a:ext cx="1191895" cy="2217420"/>
          </a:xfrm>
          <a:custGeom>
            <a:avLst/>
            <a:gdLst/>
            <a:ahLst/>
            <a:cxnLst/>
            <a:rect l="l" t="t" r="r" b="b"/>
            <a:pathLst>
              <a:path w="1191894" h="2217420">
                <a:moveTo>
                  <a:pt x="1191793" y="2197011"/>
                </a:moveTo>
                <a:lnTo>
                  <a:pt x="70586" y="2197011"/>
                </a:lnTo>
                <a:lnTo>
                  <a:pt x="70586" y="0"/>
                </a:lnTo>
                <a:lnTo>
                  <a:pt x="0" y="0"/>
                </a:lnTo>
                <a:lnTo>
                  <a:pt x="0" y="2197011"/>
                </a:lnTo>
                <a:lnTo>
                  <a:pt x="0" y="2216924"/>
                </a:lnTo>
                <a:lnTo>
                  <a:pt x="1191793" y="2216924"/>
                </a:lnTo>
                <a:lnTo>
                  <a:pt x="1191793" y="2197011"/>
                </a:lnTo>
                <a:close/>
              </a:path>
            </a:pathLst>
          </a:custGeom>
          <a:solidFill>
            <a:srgbClr val="F3F4F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4" name="object 64" descr=""/>
          <p:cNvGrpSpPr/>
          <p:nvPr/>
        </p:nvGrpSpPr>
        <p:grpSpPr>
          <a:xfrm>
            <a:off x="6734290" y="5849627"/>
            <a:ext cx="1304290" cy="1697355"/>
            <a:chOff x="6734290" y="5849627"/>
            <a:chExt cx="1304290" cy="1697355"/>
          </a:xfrm>
        </p:grpSpPr>
        <p:sp>
          <p:nvSpPr>
            <p:cNvPr id="65" name="object 65" descr=""/>
            <p:cNvSpPr/>
            <p:nvPr/>
          </p:nvSpPr>
          <p:spPr>
            <a:xfrm>
              <a:off x="6798578" y="5920060"/>
              <a:ext cx="1058545" cy="1626870"/>
            </a:xfrm>
            <a:custGeom>
              <a:avLst/>
              <a:gdLst/>
              <a:ahLst/>
              <a:cxnLst/>
              <a:rect l="l" t="t" r="r" b="b"/>
              <a:pathLst>
                <a:path w="1058545" h="1626870">
                  <a:moveTo>
                    <a:pt x="1058365" y="0"/>
                  </a:moveTo>
                  <a:lnTo>
                    <a:pt x="0" y="0"/>
                  </a:lnTo>
                  <a:lnTo>
                    <a:pt x="0" y="1626306"/>
                  </a:lnTo>
                  <a:lnTo>
                    <a:pt x="1058365" y="1626306"/>
                  </a:lnTo>
                  <a:lnTo>
                    <a:pt x="1058365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6798578" y="5919903"/>
              <a:ext cx="880110" cy="1626870"/>
            </a:xfrm>
            <a:custGeom>
              <a:avLst/>
              <a:gdLst/>
              <a:ahLst/>
              <a:cxnLst/>
              <a:rect l="l" t="t" r="r" b="b"/>
              <a:pathLst>
                <a:path w="880109" h="1626870">
                  <a:moveTo>
                    <a:pt x="879627" y="0"/>
                  </a:moveTo>
                  <a:lnTo>
                    <a:pt x="0" y="0"/>
                  </a:lnTo>
                  <a:lnTo>
                    <a:pt x="0" y="1626463"/>
                  </a:lnTo>
                  <a:lnTo>
                    <a:pt x="879627" y="1626463"/>
                  </a:lnTo>
                  <a:lnTo>
                    <a:pt x="879627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7678206" y="5919903"/>
              <a:ext cx="179070" cy="1626870"/>
            </a:xfrm>
            <a:custGeom>
              <a:avLst/>
              <a:gdLst/>
              <a:ahLst/>
              <a:cxnLst/>
              <a:rect l="l" t="t" r="r" b="b"/>
              <a:pathLst>
                <a:path w="179070" h="1626870">
                  <a:moveTo>
                    <a:pt x="178727" y="0"/>
                  </a:moveTo>
                  <a:lnTo>
                    <a:pt x="0" y="0"/>
                  </a:lnTo>
                  <a:lnTo>
                    <a:pt x="0" y="1626463"/>
                  </a:lnTo>
                  <a:lnTo>
                    <a:pt x="178727" y="1626463"/>
                  </a:lnTo>
                  <a:lnTo>
                    <a:pt x="178727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6874104" y="6002661"/>
              <a:ext cx="728980" cy="1544320"/>
            </a:xfrm>
            <a:custGeom>
              <a:avLst/>
              <a:gdLst/>
              <a:ahLst/>
              <a:cxnLst/>
              <a:rect l="l" t="t" r="r" b="b"/>
              <a:pathLst>
                <a:path w="728979" h="1544320">
                  <a:moveTo>
                    <a:pt x="191973" y="1316850"/>
                  </a:moveTo>
                  <a:lnTo>
                    <a:pt x="0" y="1316850"/>
                  </a:lnTo>
                  <a:lnTo>
                    <a:pt x="0" y="1543710"/>
                  </a:lnTo>
                  <a:lnTo>
                    <a:pt x="191973" y="1543710"/>
                  </a:lnTo>
                  <a:lnTo>
                    <a:pt x="191973" y="1316850"/>
                  </a:lnTo>
                  <a:close/>
                </a:path>
                <a:path w="728979" h="1544320">
                  <a:moveTo>
                    <a:pt x="191973" y="1000302"/>
                  </a:moveTo>
                  <a:lnTo>
                    <a:pt x="0" y="1000302"/>
                  </a:lnTo>
                  <a:lnTo>
                    <a:pt x="0" y="1192276"/>
                  </a:lnTo>
                  <a:lnTo>
                    <a:pt x="191973" y="1192276"/>
                  </a:lnTo>
                  <a:lnTo>
                    <a:pt x="191973" y="1000302"/>
                  </a:lnTo>
                  <a:close/>
                </a:path>
                <a:path w="728979" h="1544320">
                  <a:moveTo>
                    <a:pt x="191973" y="750227"/>
                  </a:moveTo>
                  <a:lnTo>
                    <a:pt x="0" y="750227"/>
                  </a:lnTo>
                  <a:lnTo>
                    <a:pt x="0" y="942200"/>
                  </a:lnTo>
                  <a:lnTo>
                    <a:pt x="191973" y="942200"/>
                  </a:lnTo>
                  <a:lnTo>
                    <a:pt x="191973" y="750227"/>
                  </a:lnTo>
                  <a:close/>
                </a:path>
                <a:path w="728979" h="1544320">
                  <a:moveTo>
                    <a:pt x="191973" y="500151"/>
                  </a:moveTo>
                  <a:lnTo>
                    <a:pt x="0" y="500151"/>
                  </a:lnTo>
                  <a:lnTo>
                    <a:pt x="0" y="692124"/>
                  </a:lnTo>
                  <a:lnTo>
                    <a:pt x="191973" y="692124"/>
                  </a:lnTo>
                  <a:lnTo>
                    <a:pt x="191973" y="500151"/>
                  </a:lnTo>
                  <a:close/>
                </a:path>
                <a:path w="728979" h="1544320">
                  <a:moveTo>
                    <a:pt x="191973" y="250075"/>
                  </a:moveTo>
                  <a:lnTo>
                    <a:pt x="0" y="250075"/>
                  </a:lnTo>
                  <a:lnTo>
                    <a:pt x="0" y="442048"/>
                  </a:lnTo>
                  <a:lnTo>
                    <a:pt x="191973" y="442048"/>
                  </a:lnTo>
                  <a:lnTo>
                    <a:pt x="191973" y="250075"/>
                  </a:lnTo>
                  <a:close/>
                </a:path>
                <a:path w="728979" h="1544320">
                  <a:moveTo>
                    <a:pt x="191973" y="0"/>
                  </a:moveTo>
                  <a:lnTo>
                    <a:pt x="0" y="0"/>
                  </a:lnTo>
                  <a:lnTo>
                    <a:pt x="0" y="191973"/>
                  </a:lnTo>
                  <a:lnTo>
                    <a:pt x="191973" y="191973"/>
                  </a:lnTo>
                  <a:lnTo>
                    <a:pt x="191973" y="0"/>
                  </a:lnTo>
                  <a:close/>
                </a:path>
                <a:path w="728979" h="1544320">
                  <a:moveTo>
                    <a:pt x="460260" y="1250378"/>
                  </a:moveTo>
                  <a:lnTo>
                    <a:pt x="268287" y="1250378"/>
                  </a:lnTo>
                  <a:lnTo>
                    <a:pt x="268287" y="1543710"/>
                  </a:lnTo>
                  <a:lnTo>
                    <a:pt x="460260" y="1543710"/>
                  </a:lnTo>
                  <a:lnTo>
                    <a:pt x="460260" y="1250378"/>
                  </a:lnTo>
                  <a:close/>
                </a:path>
                <a:path w="728979" h="1544320">
                  <a:moveTo>
                    <a:pt x="460260" y="1000302"/>
                  </a:moveTo>
                  <a:lnTo>
                    <a:pt x="268287" y="1000302"/>
                  </a:lnTo>
                  <a:lnTo>
                    <a:pt x="268287" y="1192276"/>
                  </a:lnTo>
                  <a:lnTo>
                    <a:pt x="460260" y="1192276"/>
                  </a:lnTo>
                  <a:lnTo>
                    <a:pt x="460260" y="1000302"/>
                  </a:lnTo>
                  <a:close/>
                </a:path>
                <a:path w="728979" h="1544320">
                  <a:moveTo>
                    <a:pt x="460260" y="750227"/>
                  </a:moveTo>
                  <a:lnTo>
                    <a:pt x="268287" y="750227"/>
                  </a:lnTo>
                  <a:lnTo>
                    <a:pt x="268287" y="942200"/>
                  </a:lnTo>
                  <a:lnTo>
                    <a:pt x="460260" y="942200"/>
                  </a:lnTo>
                  <a:lnTo>
                    <a:pt x="460260" y="750227"/>
                  </a:lnTo>
                  <a:close/>
                </a:path>
                <a:path w="728979" h="1544320">
                  <a:moveTo>
                    <a:pt x="460260" y="500151"/>
                  </a:moveTo>
                  <a:lnTo>
                    <a:pt x="268287" y="500151"/>
                  </a:lnTo>
                  <a:lnTo>
                    <a:pt x="268287" y="692124"/>
                  </a:lnTo>
                  <a:lnTo>
                    <a:pt x="460260" y="692124"/>
                  </a:lnTo>
                  <a:lnTo>
                    <a:pt x="460260" y="500151"/>
                  </a:lnTo>
                  <a:close/>
                </a:path>
                <a:path w="728979" h="1544320">
                  <a:moveTo>
                    <a:pt x="460260" y="250075"/>
                  </a:moveTo>
                  <a:lnTo>
                    <a:pt x="268287" y="250075"/>
                  </a:lnTo>
                  <a:lnTo>
                    <a:pt x="268287" y="442048"/>
                  </a:lnTo>
                  <a:lnTo>
                    <a:pt x="460260" y="442048"/>
                  </a:lnTo>
                  <a:lnTo>
                    <a:pt x="460260" y="250075"/>
                  </a:lnTo>
                  <a:close/>
                </a:path>
                <a:path w="728979" h="1544320">
                  <a:moveTo>
                    <a:pt x="460260" y="0"/>
                  </a:moveTo>
                  <a:lnTo>
                    <a:pt x="268287" y="0"/>
                  </a:lnTo>
                  <a:lnTo>
                    <a:pt x="268287" y="191973"/>
                  </a:lnTo>
                  <a:lnTo>
                    <a:pt x="460260" y="191973"/>
                  </a:lnTo>
                  <a:lnTo>
                    <a:pt x="460260" y="0"/>
                  </a:lnTo>
                  <a:close/>
                </a:path>
                <a:path w="728979" h="1544320">
                  <a:moveTo>
                    <a:pt x="728560" y="1316850"/>
                  </a:moveTo>
                  <a:lnTo>
                    <a:pt x="536587" y="1316850"/>
                  </a:lnTo>
                  <a:lnTo>
                    <a:pt x="536587" y="1543710"/>
                  </a:lnTo>
                  <a:lnTo>
                    <a:pt x="728560" y="1543710"/>
                  </a:lnTo>
                  <a:lnTo>
                    <a:pt x="728560" y="1316850"/>
                  </a:lnTo>
                  <a:close/>
                </a:path>
                <a:path w="728979" h="1544320">
                  <a:moveTo>
                    <a:pt x="728560" y="1000302"/>
                  </a:moveTo>
                  <a:lnTo>
                    <a:pt x="536587" y="1000302"/>
                  </a:lnTo>
                  <a:lnTo>
                    <a:pt x="536587" y="1192276"/>
                  </a:lnTo>
                  <a:lnTo>
                    <a:pt x="728560" y="1192276"/>
                  </a:lnTo>
                  <a:lnTo>
                    <a:pt x="728560" y="1000302"/>
                  </a:lnTo>
                  <a:close/>
                </a:path>
                <a:path w="728979" h="1544320">
                  <a:moveTo>
                    <a:pt x="728560" y="750227"/>
                  </a:moveTo>
                  <a:lnTo>
                    <a:pt x="536587" y="750227"/>
                  </a:lnTo>
                  <a:lnTo>
                    <a:pt x="536587" y="942200"/>
                  </a:lnTo>
                  <a:lnTo>
                    <a:pt x="728560" y="942200"/>
                  </a:lnTo>
                  <a:lnTo>
                    <a:pt x="728560" y="750227"/>
                  </a:lnTo>
                  <a:close/>
                </a:path>
                <a:path w="728979" h="1544320">
                  <a:moveTo>
                    <a:pt x="728560" y="500151"/>
                  </a:moveTo>
                  <a:lnTo>
                    <a:pt x="536587" y="500151"/>
                  </a:lnTo>
                  <a:lnTo>
                    <a:pt x="536587" y="692124"/>
                  </a:lnTo>
                  <a:lnTo>
                    <a:pt x="728560" y="692124"/>
                  </a:lnTo>
                  <a:lnTo>
                    <a:pt x="728560" y="500151"/>
                  </a:lnTo>
                  <a:close/>
                </a:path>
                <a:path w="728979" h="1544320">
                  <a:moveTo>
                    <a:pt x="728560" y="250075"/>
                  </a:moveTo>
                  <a:lnTo>
                    <a:pt x="536587" y="250075"/>
                  </a:lnTo>
                  <a:lnTo>
                    <a:pt x="536587" y="442048"/>
                  </a:lnTo>
                  <a:lnTo>
                    <a:pt x="728560" y="442048"/>
                  </a:lnTo>
                  <a:lnTo>
                    <a:pt x="728560" y="250075"/>
                  </a:lnTo>
                  <a:close/>
                </a:path>
                <a:path w="728979" h="1544320">
                  <a:moveTo>
                    <a:pt x="728560" y="0"/>
                  </a:moveTo>
                  <a:lnTo>
                    <a:pt x="536587" y="0"/>
                  </a:lnTo>
                  <a:lnTo>
                    <a:pt x="536587" y="191973"/>
                  </a:lnTo>
                  <a:lnTo>
                    <a:pt x="728560" y="191973"/>
                  </a:lnTo>
                  <a:lnTo>
                    <a:pt x="728560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6890004" y="6002661"/>
              <a:ext cx="713105" cy="1544320"/>
            </a:xfrm>
            <a:custGeom>
              <a:avLst/>
              <a:gdLst/>
              <a:ahLst/>
              <a:cxnLst/>
              <a:rect l="l" t="t" r="r" b="b"/>
              <a:pathLst>
                <a:path w="713104" h="1544320">
                  <a:moveTo>
                    <a:pt x="176072" y="1316850"/>
                  </a:moveTo>
                  <a:lnTo>
                    <a:pt x="0" y="1316850"/>
                  </a:lnTo>
                  <a:lnTo>
                    <a:pt x="0" y="1543710"/>
                  </a:lnTo>
                  <a:lnTo>
                    <a:pt x="176072" y="1543710"/>
                  </a:lnTo>
                  <a:lnTo>
                    <a:pt x="176072" y="1316850"/>
                  </a:lnTo>
                  <a:close/>
                </a:path>
                <a:path w="713104" h="1544320">
                  <a:moveTo>
                    <a:pt x="176072" y="1000302"/>
                  </a:moveTo>
                  <a:lnTo>
                    <a:pt x="0" y="1000302"/>
                  </a:lnTo>
                  <a:lnTo>
                    <a:pt x="0" y="1192276"/>
                  </a:lnTo>
                  <a:lnTo>
                    <a:pt x="176072" y="1192276"/>
                  </a:lnTo>
                  <a:lnTo>
                    <a:pt x="176072" y="1000302"/>
                  </a:lnTo>
                  <a:close/>
                </a:path>
                <a:path w="713104" h="1544320">
                  <a:moveTo>
                    <a:pt x="176072" y="750227"/>
                  </a:moveTo>
                  <a:lnTo>
                    <a:pt x="0" y="750227"/>
                  </a:lnTo>
                  <a:lnTo>
                    <a:pt x="0" y="942200"/>
                  </a:lnTo>
                  <a:lnTo>
                    <a:pt x="176072" y="942200"/>
                  </a:lnTo>
                  <a:lnTo>
                    <a:pt x="176072" y="750227"/>
                  </a:lnTo>
                  <a:close/>
                </a:path>
                <a:path w="713104" h="1544320">
                  <a:moveTo>
                    <a:pt x="176072" y="500151"/>
                  </a:moveTo>
                  <a:lnTo>
                    <a:pt x="0" y="500151"/>
                  </a:lnTo>
                  <a:lnTo>
                    <a:pt x="0" y="692124"/>
                  </a:lnTo>
                  <a:lnTo>
                    <a:pt x="176072" y="692124"/>
                  </a:lnTo>
                  <a:lnTo>
                    <a:pt x="176072" y="500151"/>
                  </a:lnTo>
                  <a:close/>
                </a:path>
                <a:path w="713104" h="1544320">
                  <a:moveTo>
                    <a:pt x="176072" y="250075"/>
                  </a:moveTo>
                  <a:lnTo>
                    <a:pt x="0" y="250075"/>
                  </a:lnTo>
                  <a:lnTo>
                    <a:pt x="0" y="442048"/>
                  </a:lnTo>
                  <a:lnTo>
                    <a:pt x="176072" y="442048"/>
                  </a:lnTo>
                  <a:lnTo>
                    <a:pt x="176072" y="250075"/>
                  </a:lnTo>
                  <a:close/>
                </a:path>
                <a:path w="713104" h="1544320">
                  <a:moveTo>
                    <a:pt x="176072" y="0"/>
                  </a:moveTo>
                  <a:lnTo>
                    <a:pt x="0" y="0"/>
                  </a:lnTo>
                  <a:lnTo>
                    <a:pt x="0" y="191973"/>
                  </a:lnTo>
                  <a:lnTo>
                    <a:pt x="176072" y="191973"/>
                  </a:lnTo>
                  <a:lnTo>
                    <a:pt x="176072" y="0"/>
                  </a:lnTo>
                  <a:close/>
                </a:path>
                <a:path w="713104" h="1544320">
                  <a:moveTo>
                    <a:pt x="444360" y="1250378"/>
                  </a:moveTo>
                  <a:lnTo>
                    <a:pt x="268287" y="1250378"/>
                  </a:lnTo>
                  <a:lnTo>
                    <a:pt x="268287" y="1543710"/>
                  </a:lnTo>
                  <a:lnTo>
                    <a:pt x="444360" y="1543710"/>
                  </a:lnTo>
                  <a:lnTo>
                    <a:pt x="444360" y="1250378"/>
                  </a:lnTo>
                  <a:close/>
                </a:path>
                <a:path w="713104" h="1544320">
                  <a:moveTo>
                    <a:pt x="444360" y="1000302"/>
                  </a:moveTo>
                  <a:lnTo>
                    <a:pt x="268287" y="1000302"/>
                  </a:lnTo>
                  <a:lnTo>
                    <a:pt x="268287" y="1192276"/>
                  </a:lnTo>
                  <a:lnTo>
                    <a:pt x="444360" y="1192276"/>
                  </a:lnTo>
                  <a:lnTo>
                    <a:pt x="444360" y="1000302"/>
                  </a:lnTo>
                  <a:close/>
                </a:path>
                <a:path w="713104" h="1544320">
                  <a:moveTo>
                    <a:pt x="444360" y="750227"/>
                  </a:moveTo>
                  <a:lnTo>
                    <a:pt x="268287" y="750227"/>
                  </a:lnTo>
                  <a:lnTo>
                    <a:pt x="268287" y="942200"/>
                  </a:lnTo>
                  <a:lnTo>
                    <a:pt x="444360" y="942200"/>
                  </a:lnTo>
                  <a:lnTo>
                    <a:pt x="444360" y="750227"/>
                  </a:lnTo>
                  <a:close/>
                </a:path>
                <a:path w="713104" h="1544320">
                  <a:moveTo>
                    <a:pt x="444360" y="500151"/>
                  </a:moveTo>
                  <a:lnTo>
                    <a:pt x="268287" y="500151"/>
                  </a:lnTo>
                  <a:lnTo>
                    <a:pt x="268287" y="692124"/>
                  </a:lnTo>
                  <a:lnTo>
                    <a:pt x="444360" y="692124"/>
                  </a:lnTo>
                  <a:lnTo>
                    <a:pt x="444360" y="500151"/>
                  </a:lnTo>
                  <a:close/>
                </a:path>
                <a:path w="713104" h="1544320">
                  <a:moveTo>
                    <a:pt x="444360" y="250075"/>
                  </a:moveTo>
                  <a:lnTo>
                    <a:pt x="268287" y="250075"/>
                  </a:lnTo>
                  <a:lnTo>
                    <a:pt x="268287" y="442048"/>
                  </a:lnTo>
                  <a:lnTo>
                    <a:pt x="444360" y="442048"/>
                  </a:lnTo>
                  <a:lnTo>
                    <a:pt x="444360" y="250075"/>
                  </a:lnTo>
                  <a:close/>
                </a:path>
                <a:path w="713104" h="1544320">
                  <a:moveTo>
                    <a:pt x="444360" y="0"/>
                  </a:moveTo>
                  <a:lnTo>
                    <a:pt x="268287" y="0"/>
                  </a:lnTo>
                  <a:lnTo>
                    <a:pt x="268287" y="191973"/>
                  </a:lnTo>
                  <a:lnTo>
                    <a:pt x="444360" y="191973"/>
                  </a:lnTo>
                  <a:lnTo>
                    <a:pt x="444360" y="0"/>
                  </a:lnTo>
                  <a:close/>
                </a:path>
                <a:path w="713104" h="1544320">
                  <a:moveTo>
                    <a:pt x="712647" y="1316850"/>
                  </a:moveTo>
                  <a:lnTo>
                    <a:pt x="536575" y="1316850"/>
                  </a:lnTo>
                  <a:lnTo>
                    <a:pt x="536575" y="1543710"/>
                  </a:lnTo>
                  <a:lnTo>
                    <a:pt x="712647" y="1543710"/>
                  </a:lnTo>
                  <a:lnTo>
                    <a:pt x="712647" y="1316850"/>
                  </a:lnTo>
                  <a:close/>
                </a:path>
                <a:path w="713104" h="1544320">
                  <a:moveTo>
                    <a:pt x="712647" y="1000302"/>
                  </a:moveTo>
                  <a:lnTo>
                    <a:pt x="536575" y="1000302"/>
                  </a:lnTo>
                  <a:lnTo>
                    <a:pt x="536575" y="1192276"/>
                  </a:lnTo>
                  <a:lnTo>
                    <a:pt x="712647" y="1192276"/>
                  </a:lnTo>
                  <a:lnTo>
                    <a:pt x="712647" y="1000302"/>
                  </a:lnTo>
                  <a:close/>
                </a:path>
                <a:path w="713104" h="1544320">
                  <a:moveTo>
                    <a:pt x="712647" y="750227"/>
                  </a:moveTo>
                  <a:lnTo>
                    <a:pt x="536575" y="750227"/>
                  </a:lnTo>
                  <a:lnTo>
                    <a:pt x="536575" y="942200"/>
                  </a:lnTo>
                  <a:lnTo>
                    <a:pt x="712647" y="942200"/>
                  </a:lnTo>
                  <a:lnTo>
                    <a:pt x="712647" y="750227"/>
                  </a:lnTo>
                  <a:close/>
                </a:path>
                <a:path w="713104" h="1544320">
                  <a:moveTo>
                    <a:pt x="712647" y="500151"/>
                  </a:moveTo>
                  <a:lnTo>
                    <a:pt x="536575" y="500151"/>
                  </a:lnTo>
                  <a:lnTo>
                    <a:pt x="536575" y="692124"/>
                  </a:lnTo>
                  <a:lnTo>
                    <a:pt x="712647" y="692124"/>
                  </a:lnTo>
                  <a:lnTo>
                    <a:pt x="712647" y="500151"/>
                  </a:lnTo>
                  <a:close/>
                </a:path>
                <a:path w="713104" h="1544320">
                  <a:moveTo>
                    <a:pt x="712647" y="250075"/>
                  </a:moveTo>
                  <a:lnTo>
                    <a:pt x="536575" y="250075"/>
                  </a:lnTo>
                  <a:lnTo>
                    <a:pt x="536575" y="442048"/>
                  </a:lnTo>
                  <a:lnTo>
                    <a:pt x="712647" y="442048"/>
                  </a:lnTo>
                  <a:lnTo>
                    <a:pt x="712647" y="250075"/>
                  </a:lnTo>
                  <a:close/>
                </a:path>
                <a:path w="713104" h="1544320">
                  <a:moveTo>
                    <a:pt x="712647" y="0"/>
                  </a:moveTo>
                  <a:lnTo>
                    <a:pt x="536575" y="0"/>
                  </a:lnTo>
                  <a:lnTo>
                    <a:pt x="536575" y="191973"/>
                  </a:lnTo>
                  <a:lnTo>
                    <a:pt x="712647" y="191973"/>
                  </a:lnTo>
                  <a:lnTo>
                    <a:pt x="712647" y="0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6734290" y="5849627"/>
              <a:ext cx="1304290" cy="82550"/>
            </a:xfrm>
            <a:custGeom>
              <a:avLst/>
              <a:gdLst/>
              <a:ahLst/>
              <a:cxnLst/>
              <a:rect l="l" t="t" r="r" b="b"/>
              <a:pathLst>
                <a:path w="1304290" h="82550">
                  <a:moveTo>
                    <a:pt x="1304096" y="0"/>
                  </a:moveTo>
                  <a:lnTo>
                    <a:pt x="0" y="0"/>
                  </a:lnTo>
                  <a:lnTo>
                    <a:pt x="38857" y="82489"/>
                  </a:lnTo>
                  <a:lnTo>
                    <a:pt x="1265238" y="82489"/>
                  </a:lnTo>
                  <a:lnTo>
                    <a:pt x="1304096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7678898" y="5849627"/>
              <a:ext cx="360045" cy="82550"/>
            </a:xfrm>
            <a:custGeom>
              <a:avLst/>
              <a:gdLst/>
              <a:ahLst/>
              <a:cxnLst/>
              <a:rect l="l" t="t" r="r" b="b"/>
              <a:pathLst>
                <a:path w="360045" h="82550">
                  <a:moveTo>
                    <a:pt x="359486" y="0"/>
                  </a:moveTo>
                  <a:lnTo>
                    <a:pt x="18543" y="0"/>
                  </a:lnTo>
                  <a:lnTo>
                    <a:pt x="0" y="82489"/>
                  </a:lnTo>
                  <a:lnTo>
                    <a:pt x="320628" y="82489"/>
                  </a:lnTo>
                  <a:lnTo>
                    <a:pt x="359486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2" name="object 72" descr=""/>
          <p:cNvGrpSpPr/>
          <p:nvPr/>
        </p:nvGrpSpPr>
        <p:grpSpPr>
          <a:xfrm>
            <a:off x="9505417" y="4870207"/>
            <a:ext cx="1169035" cy="2676525"/>
            <a:chOff x="9505417" y="4870207"/>
            <a:chExt cx="1169035" cy="2676525"/>
          </a:xfrm>
        </p:grpSpPr>
        <p:sp>
          <p:nvSpPr>
            <p:cNvPr id="73" name="object 73" descr=""/>
            <p:cNvSpPr/>
            <p:nvPr/>
          </p:nvSpPr>
          <p:spPr>
            <a:xfrm>
              <a:off x="9555635" y="4947095"/>
              <a:ext cx="1068705" cy="2599690"/>
            </a:xfrm>
            <a:custGeom>
              <a:avLst/>
              <a:gdLst/>
              <a:ahLst/>
              <a:cxnLst/>
              <a:rect l="l" t="t" r="r" b="b"/>
              <a:pathLst>
                <a:path w="1068704" h="2599690">
                  <a:moveTo>
                    <a:pt x="1068187" y="0"/>
                  </a:moveTo>
                  <a:lnTo>
                    <a:pt x="0" y="0"/>
                  </a:lnTo>
                  <a:lnTo>
                    <a:pt x="0" y="2599271"/>
                  </a:lnTo>
                  <a:lnTo>
                    <a:pt x="1068187" y="2599271"/>
                  </a:lnTo>
                  <a:lnTo>
                    <a:pt x="1068187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9555635" y="4947095"/>
              <a:ext cx="812800" cy="2599690"/>
            </a:xfrm>
            <a:custGeom>
              <a:avLst/>
              <a:gdLst/>
              <a:ahLst/>
              <a:cxnLst/>
              <a:rect l="l" t="t" r="r" b="b"/>
              <a:pathLst>
                <a:path w="812800" h="2599690">
                  <a:moveTo>
                    <a:pt x="812561" y="0"/>
                  </a:moveTo>
                  <a:lnTo>
                    <a:pt x="0" y="0"/>
                  </a:lnTo>
                  <a:lnTo>
                    <a:pt x="0" y="2599271"/>
                  </a:lnTo>
                  <a:lnTo>
                    <a:pt x="812561" y="2599271"/>
                  </a:lnTo>
                  <a:lnTo>
                    <a:pt x="812561" y="0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9505417" y="4870207"/>
              <a:ext cx="1169035" cy="83185"/>
            </a:xfrm>
            <a:custGeom>
              <a:avLst/>
              <a:gdLst/>
              <a:ahLst/>
              <a:cxnLst/>
              <a:rect l="l" t="t" r="r" b="b"/>
              <a:pathLst>
                <a:path w="1169034" h="83185">
                  <a:moveTo>
                    <a:pt x="1168414" y="0"/>
                  </a:moveTo>
                  <a:lnTo>
                    <a:pt x="0" y="0"/>
                  </a:lnTo>
                  <a:lnTo>
                    <a:pt x="0" y="82971"/>
                  </a:lnTo>
                  <a:lnTo>
                    <a:pt x="1168414" y="82971"/>
                  </a:lnTo>
                  <a:lnTo>
                    <a:pt x="1168414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10368354" y="4870207"/>
              <a:ext cx="306070" cy="83185"/>
            </a:xfrm>
            <a:custGeom>
              <a:avLst/>
              <a:gdLst/>
              <a:ahLst/>
              <a:cxnLst/>
              <a:rect l="l" t="t" r="r" b="b"/>
              <a:pathLst>
                <a:path w="306070" h="83185">
                  <a:moveTo>
                    <a:pt x="305477" y="0"/>
                  </a:moveTo>
                  <a:lnTo>
                    <a:pt x="0" y="0"/>
                  </a:lnTo>
                  <a:lnTo>
                    <a:pt x="0" y="82971"/>
                  </a:lnTo>
                  <a:lnTo>
                    <a:pt x="305477" y="82971"/>
                  </a:lnTo>
                  <a:lnTo>
                    <a:pt x="305477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10368354" y="4953179"/>
              <a:ext cx="255904" cy="2593340"/>
            </a:xfrm>
            <a:custGeom>
              <a:avLst/>
              <a:gdLst/>
              <a:ahLst/>
              <a:cxnLst/>
              <a:rect l="l" t="t" r="r" b="b"/>
              <a:pathLst>
                <a:path w="255904" h="2593340">
                  <a:moveTo>
                    <a:pt x="255625" y="0"/>
                  </a:moveTo>
                  <a:lnTo>
                    <a:pt x="0" y="0"/>
                  </a:lnTo>
                  <a:lnTo>
                    <a:pt x="0" y="2593188"/>
                  </a:lnTo>
                  <a:lnTo>
                    <a:pt x="255625" y="2593188"/>
                  </a:lnTo>
                  <a:lnTo>
                    <a:pt x="255625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9664658" y="5050809"/>
              <a:ext cx="138430" cy="209550"/>
            </a:xfrm>
            <a:custGeom>
              <a:avLst/>
              <a:gdLst/>
              <a:ahLst/>
              <a:cxnLst/>
              <a:rect l="l" t="t" r="r" b="b"/>
              <a:pathLst>
                <a:path w="138429" h="209550">
                  <a:moveTo>
                    <a:pt x="138027" y="0"/>
                  </a:moveTo>
                  <a:lnTo>
                    <a:pt x="0" y="0"/>
                  </a:lnTo>
                  <a:lnTo>
                    <a:pt x="0" y="209145"/>
                  </a:lnTo>
                  <a:lnTo>
                    <a:pt x="138027" y="209145"/>
                  </a:lnTo>
                  <a:lnTo>
                    <a:pt x="138027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9664658" y="5064693"/>
              <a:ext cx="138430" cy="195580"/>
            </a:xfrm>
            <a:custGeom>
              <a:avLst/>
              <a:gdLst/>
              <a:ahLst/>
              <a:cxnLst/>
              <a:rect l="l" t="t" r="r" b="b"/>
              <a:pathLst>
                <a:path w="138429" h="195579">
                  <a:moveTo>
                    <a:pt x="138027" y="0"/>
                  </a:moveTo>
                  <a:lnTo>
                    <a:pt x="0" y="0"/>
                  </a:lnTo>
                  <a:lnTo>
                    <a:pt x="0" y="195261"/>
                  </a:lnTo>
                  <a:lnTo>
                    <a:pt x="138027" y="195261"/>
                  </a:lnTo>
                  <a:lnTo>
                    <a:pt x="13802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9664649" y="5050821"/>
              <a:ext cx="355600" cy="209550"/>
            </a:xfrm>
            <a:custGeom>
              <a:avLst/>
              <a:gdLst/>
              <a:ahLst/>
              <a:cxnLst/>
              <a:rect l="l" t="t" r="r" b="b"/>
              <a:pathLst>
                <a:path w="355600" h="209550">
                  <a:moveTo>
                    <a:pt x="19786" y="0"/>
                  </a:moveTo>
                  <a:lnTo>
                    <a:pt x="0" y="0"/>
                  </a:lnTo>
                  <a:lnTo>
                    <a:pt x="0" y="209143"/>
                  </a:lnTo>
                  <a:lnTo>
                    <a:pt x="19786" y="209143"/>
                  </a:lnTo>
                  <a:lnTo>
                    <a:pt x="19786" y="0"/>
                  </a:lnTo>
                  <a:close/>
                </a:path>
                <a:path w="355600" h="209550">
                  <a:moveTo>
                    <a:pt x="355536" y="0"/>
                  </a:moveTo>
                  <a:lnTo>
                    <a:pt x="217512" y="0"/>
                  </a:lnTo>
                  <a:lnTo>
                    <a:pt x="217512" y="209143"/>
                  </a:lnTo>
                  <a:lnTo>
                    <a:pt x="355536" y="209143"/>
                  </a:lnTo>
                  <a:lnTo>
                    <a:pt x="355536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9882170" y="5064693"/>
              <a:ext cx="138430" cy="195580"/>
            </a:xfrm>
            <a:custGeom>
              <a:avLst/>
              <a:gdLst/>
              <a:ahLst/>
              <a:cxnLst/>
              <a:rect l="l" t="t" r="r" b="b"/>
              <a:pathLst>
                <a:path w="138429" h="195579">
                  <a:moveTo>
                    <a:pt x="138027" y="0"/>
                  </a:moveTo>
                  <a:lnTo>
                    <a:pt x="0" y="0"/>
                  </a:lnTo>
                  <a:lnTo>
                    <a:pt x="0" y="195261"/>
                  </a:lnTo>
                  <a:lnTo>
                    <a:pt x="138027" y="195261"/>
                  </a:lnTo>
                  <a:lnTo>
                    <a:pt x="13802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9882149" y="5050821"/>
              <a:ext cx="355600" cy="209550"/>
            </a:xfrm>
            <a:custGeom>
              <a:avLst/>
              <a:gdLst/>
              <a:ahLst/>
              <a:cxnLst/>
              <a:rect l="l" t="t" r="r" b="b"/>
              <a:pathLst>
                <a:path w="355600" h="209550">
                  <a:moveTo>
                    <a:pt x="19799" y="0"/>
                  </a:moveTo>
                  <a:lnTo>
                    <a:pt x="0" y="0"/>
                  </a:lnTo>
                  <a:lnTo>
                    <a:pt x="0" y="209143"/>
                  </a:lnTo>
                  <a:lnTo>
                    <a:pt x="19799" y="209143"/>
                  </a:lnTo>
                  <a:lnTo>
                    <a:pt x="19799" y="0"/>
                  </a:lnTo>
                  <a:close/>
                </a:path>
                <a:path w="355600" h="209550">
                  <a:moveTo>
                    <a:pt x="355549" y="0"/>
                  </a:moveTo>
                  <a:lnTo>
                    <a:pt x="217525" y="0"/>
                  </a:lnTo>
                  <a:lnTo>
                    <a:pt x="217525" y="209143"/>
                  </a:lnTo>
                  <a:lnTo>
                    <a:pt x="355549" y="209143"/>
                  </a:lnTo>
                  <a:lnTo>
                    <a:pt x="355549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10099682" y="5064693"/>
              <a:ext cx="138430" cy="195580"/>
            </a:xfrm>
            <a:custGeom>
              <a:avLst/>
              <a:gdLst/>
              <a:ahLst/>
              <a:cxnLst/>
              <a:rect l="l" t="t" r="r" b="b"/>
              <a:pathLst>
                <a:path w="138429" h="195579">
                  <a:moveTo>
                    <a:pt x="138027" y="0"/>
                  </a:moveTo>
                  <a:lnTo>
                    <a:pt x="0" y="0"/>
                  </a:lnTo>
                  <a:lnTo>
                    <a:pt x="0" y="195261"/>
                  </a:lnTo>
                  <a:lnTo>
                    <a:pt x="138027" y="195261"/>
                  </a:lnTo>
                  <a:lnTo>
                    <a:pt x="13802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9664649" y="5050821"/>
              <a:ext cx="455295" cy="524510"/>
            </a:xfrm>
            <a:custGeom>
              <a:avLst/>
              <a:gdLst/>
              <a:ahLst/>
              <a:cxnLst/>
              <a:rect l="l" t="t" r="r" b="b"/>
              <a:pathLst>
                <a:path w="455295" h="524510">
                  <a:moveTo>
                    <a:pt x="138036" y="314998"/>
                  </a:moveTo>
                  <a:lnTo>
                    <a:pt x="0" y="314998"/>
                  </a:lnTo>
                  <a:lnTo>
                    <a:pt x="0" y="524141"/>
                  </a:lnTo>
                  <a:lnTo>
                    <a:pt x="138036" y="524141"/>
                  </a:lnTo>
                  <a:lnTo>
                    <a:pt x="138036" y="314998"/>
                  </a:lnTo>
                  <a:close/>
                </a:path>
                <a:path w="455295" h="524510">
                  <a:moveTo>
                    <a:pt x="454812" y="0"/>
                  </a:moveTo>
                  <a:lnTo>
                    <a:pt x="435038" y="0"/>
                  </a:lnTo>
                  <a:lnTo>
                    <a:pt x="435038" y="209143"/>
                  </a:lnTo>
                  <a:lnTo>
                    <a:pt x="454812" y="209143"/>
                  </a:lnTo>
                  <a:lnTo>
                    <a:pt x="454812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9664658" y="5379700"/>
              <a:ext cx="138430" cy="195580"/>
            </a:xfrm>
            <a:custGeom>
              <a:avLst/>
              <a:gdLst/>
              <a:ahLst/>
              <a:cxnLst/>
              <a:rect l="l" t="t" r="r" b="b"/>
              <a:pathLst>
                <a:path w="138429" h="195579">
                  <a:moveTo>
                    <a:pt x="138027" y="0"/>
                  </a:moveTo>
                  <a:lnTo>
                    <a:pt x="0" y="0"/>
                  </a:lnTo>
                  <a:lnTo>
                    <a:pt x="0" y="195261"/>
                  </a:lnTo>
                  <a:lnTo>
                    <a:pt x="138027" y="195261"/>
                  </a:lnTo>
                  <a:lnTo>
                    <a:pt x="13802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9664649" y="5365819"/>
              <a:ext cx="355600" cy="209550"/>
            </a:xfrm>
            <a:custGeom>
              <a:avLst/>
              <a:gdLst/>
              <a:ahLst/>
              <a:cxnLst/>
              <a:rect l="l" t="t" r="r" b="b"/>
              <a:pathLst>
                <a:path w="355600" h="209550">
                  <a:moveTo>
                    <a:pt x="19786" y="0"/>
                  </a:moveTo>
                  <a:lnTo>
                    <a:pt x="0" y="0"/>
                  </a:lnTo>
                  <a:lnTo>
                    <a:pt x="0" y="209143"/>
                  </a:lnTo>
                  <a:lnTo>
                    <a:pt x="19786" y="209143"/>
                  </a:lnTo>
                  <a:lnTo>
                    <a:pt x="19786" y="0"/>
                  </a:lnTo>
                  <a:close/>
                </a:path>
                <a:path w="355600" h="209550">
                  <a:moveTo>
                    <a:pt x="355536" y="0"/>
                  </a:moveTo>
                  <a:lnTo>
                    <a:pt x="217512" y="0"/>
                  </a:lnTo>
                  <a:lnTo>
                    <a:pt x="217512" y="209143"/>
                  </a:lnTo>
                  <a:lnTo>
                    <a:pt x="355536" y="209143"/>
                  </a:lnTo>
                  <a:lnTo>
                    <a:pt x="355536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9882170" y="5379700"/>
              <a:ext cx="138430" cy="195580"/>
            </a:xfrm>
            <a:custGeom>
              <a:avLst/>
              <a:gdLst/>
              <a:ahLst/>
              <a:cxnLst/>
              <a:rect l="l" t="t" r="r" b="b"/>
              <a:pathLst>
                <a:path w="138429" h="195579">
                  <a:moveTo>
                    <a:pt x="138027" y="0"/>
                  </a:moveTo>
                  <a:lnTo>
                    <a:pt x="0" y="0"/>
                  </a:lnTo>
                  <a:lnTo>
                    <a:pt x="0" y="195261"/>
                  </a:lnTo>
                  <a:lnTo>
                    <a:pt x="138027" y="195261"/>
                  </a:lnTo>
                  <a:lnTo>
                    <a:pt x="13802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9882149" y="5365819"/>
              <a:ext cx="355600" cy="209550"/>
            </a:xfrm>
            <a:custGeom>
              <a:avLst/>
              <a:gdLst/>
              <a:ahLst/>
              <a:cxnLst/>
              <a:rect l="l" t="t" r="r" b="b"/>
              <a:pathLst>
                <a:path w="355600" h="209550">
                  <a:moveTo>
                    <a:pt x="19799" y="0"/>
                  </a:moveTo>
                  <a:lnTo>
                    <a:pt x="0" y="0"/>
                  </a:lnTo>
                  <a:lnTo>
                    <a:pt x="0" y="209143"/>
                  </a:lnTo>
                  <a:lnTo>
                    <a:pt x="19799" y="209143"/>
                  </a:lnTo>
                  <a:lnTo>
                    <a:pt x="19799" y="0"/>
                  </a:lnTo>
                  <a:close/>
                </a:path>
                <a:path w="355600" h="209550">
                  <a:moveTo>
                    <a:pt x="355549" y="0"/>
                  </a:moveTo>
                  <a:lnTo>
                    <a:pt x="217525" y="0"/>
                  </a:lnTo>
                  <a:lnTo>
                    <a:pt x="217525" y="209143"/>
                  </a:lnTo>
                  <a:lnTo>
                    <a:pt x="355549" y="209143"/>
                  </a:lnTo>
                  <a:lnTo>
                    <a:pt x="355549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10099682" y="5379700"/>
              <a:ext cx="138430" cy="195580"/>
            </a:xfrm>
            <a:custGeom>
              <a:avLst/>
              <a:gdLst/>
              <a:ahLst/>
              <a:cxnLst/>
              <a:rect l="l" t="t" r="r" b="b"/>
              <a:pathLst>
                <a:path w="138429" h="195579">
                  <a:moveTo>
                    <a:pt x="138027" y="0"/>
                  </a:moveTo>
                  <a:lnTo>
                    <a:pt x="0" y="0"/>
                  </a:lnTo>
                  <a:lnTo>
                    <a:pt x="0" y="195261"/>
                  </a:lnTo>
                  <a:lnTo>
                    <a:pt x="138027" y="195261"/>
                  </a:lnTo>
                  <a:lnTo>
                    <a:pt x="13802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9664649" y="5365819"/>
              <a:ext cx="455295" cy="524510"/>
            </a:xfrm>
            <a:custGeom>
              <a:avLst/>
              <a:gdLst/>
              <a:ahLst/>
              <a:cxnLst/>
              <a:rect l="l" t="t" r="r" b="b"/>
              <a:pathLst>
                <a:path w="455295" h="524510">
                  <a:moveTo>
                    <a:pt x="138036" y="315010"/>
                  </a:moveTo>
                  <a:lnTo>
                    <a:pt x="0" y="315010"/>
                  </a:lnTo>
                  <a:lnTo>
                    <a:pt x="0" y="524154"/>
                  </a:lnTo>
                  <a:lnTo>
                    <a:pt x="138036" y="524154"/>
                  </a:lnTo>
                  <a:lnTo>
                    <a:pt x="138036" y="315010"/>
                  </a:lnTo>
                  <a:close/>
                </a:path>
                <a:path w="455295" h="524510">
                  <a:moveTo>
                    <a:pt x="454812" y="0"/>
                  </a:moveTo>
                  <a:lnTo>
                    <a:pt x="435038" y="0"/>
                  </a:lnTo>
                  <a:lnTo>
                    <a:pt x="435038" y="209143"/>
                  </a:lnTo>
                  <a:lnTo>
                    <a:pt x="454812" y="209143"/>
                  </a:lnTo>
                  <a:lnTo>
                    <a:pt x="454812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9664658" y="5694706"/>
              <a:ext cx="138430" cy="195580"/>
            </a:xfrm>
            <a:custGeom>
              <a:avLst/>
              <a:gdLst/>
              <a:ahLst/>
              <a:cxnLst/>
              <a:rect l="l" t="t" r="r" b="b"/>
              <a:pathLst>
                <a:path w="138429" h="195579">
                  <a:moveTo>
                    <a:pt x="138027" y="0"/>
                  </a:moveTo>
                  <a:lnTo>
                    <a:pt x="0" y="0"/>
                  </a:lnTo>
                  <a:lnTo>
                    <a:pt x="0" y="195261"/>
                  </a:lnTo>
                  <a:lnTo>
                    <a:pt x="138027" y="195261"/>
                  </a:lnTo>
                  <a:lnTo>
                    <a:pt x="13802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9664649" y="5680830"/>
              <a:ext cx="355600" cy="209550"/>
            </a:xfrm>
            <a:custGeom>
              <a:avLst/>
              <a:gdLst/>
              <a:ahLst/>
              <a:cxnLst/>
              <a:rect l="l" t="t" r="r" b="b"/>
              <a:pathLst>
                <a:path w="355600" h="209550">
                  <a:moveTo>
                    <a:pt x="19786" y="0"/>
                  </a:moveTo>
                  <a:lnTo>
                    <a:pt x="0" y="0"/>
                  </a:lnTo>
                  <a:lnTo>
                    <a:pt x="0" y="209143"/>
                  </a:lnTo>
                  <a:lnTo>
                    <a:pt x="19786" y="209143"/>
                  </a:lnTo>
                  <a:lnTo>
                    <a:pt x="19786" y="0"/>
                  </a:lnTo>
                  <a:close/>
                </a:path>
                <a:path w="355600" h="209550">
                  <a:moveTo>
                    <a:pt x="355536" y="0"/>
                  </a:moveTo>
                  <a:lnTo>
                    <a:pt x="217512" y="0"/>
                  </a:lnTo>
                  <a:lnTo>
                    <a:pt x="217512" y="209143"/>
                  </a:lnTo>
                  <a:lnTo>
                    <a:pt x="355536" y="209143"/>
                  </a:lnTo>
                  <a:lnTo>
                    <a:pt x="355536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9882170" y="5694706"/>
              <a:ext cx="138430" cy="195580"/>
            </a:xfrm>
            <a:custGeom>
              <a:avLst/>
              <a:gdLst/>
              <a:ahLst/>
              <a:cxnLst/>
              <a:rect l="l" t="t" r="r" b="b"/>
              <a:pathLst>
                <a:path w="138429" h="195579">
                  <a:moveTo>
                    <a:pt x="138027" y="0"/>
                  </a:moveTo>
                  <a:lnTo>
                    <a:pt x="0" y="0"/>
                  </a:lnTo>
                  <a:lnTo>
                    <a:pt x="0" y="195261"/>
                  </a:lnTo>
                  <a:lnTo>
                    <a:pt x="138027" y="195261"/>
                  </a:lnTo>
                  <a:lnTo>
                    <a:pt x="13802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9882149" y="5680830"/>
              <a:ext cx="355600" cy="209550"/>
            </a:xfrm>
            <a:custGeom>
              <a:avLst/>
              <a:gdLst/>
              <a:ahLst/>
              <a:cxnLst/>
              <a:rect l="l" t="t" r="r" b="b"/>
              <a:pathLst>
                <a:path w="355600" h="209550">
                  <a:moveTo>
                    <a:pt x="19799" y="0"/>
                  </a:moveTo>
                  <a:lnTo>
                    <a:pt x="0" y="0"/>
                  </a:lnTo>
                  <a:lnTo>
                    <a:pt x="0" y="209143"/>
                  </a:lnTo>
                  <a:lnTo>
                    <a:pt x="19799" y="209143"/>
                  </a:lnTo>
                  <a:lnTo>
                    <a:pt x="19799" y="0"/>
                  </a:lnTo>
                  <a:close/>
                </a:path>
                <a:path w="355600" h="209550">
                  <a:moveTo>
                    <a:pt x="355549" y="0"/>
                  </a:moveTo>
                  <a:lnTo>
                    <a:pt x="217525" y="0"/>
                  </a:lnTo>
                  <a:lnTo>
                    <a:pt x="217525" y="209143"/>
                  </a:lnTo>
                  <a:lnTo>
                    <a:pt x="355549" y="209143"/>
                  </a:lnTo>
                  <a:lnTo>
                    <a:pt x="355549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10099682" y="5694706"/>
              <a:ext cx="138430" cy="195580"/>
            </a:xfrm>
            <a:custGeom>
              <a:avLst/>
              <a:gdLst/>
              <a:ahLst/>
              <a:cxnLst/>
              <a:rect l="l" t="t" r="r" b="b"/>
              <a:pathLst>
                <a:path w="138429" h="195579">
                  <a:moveTo>
                    <a:pt x="138027" y="0"/>
                  </a:moveTo>
                  <a:lnTo>
                    <a:pt x="0" y="0"/>
                  </a:lnTo>
                  <a:lnTo>
                    <a:pt x="0" y="195261"/>
                  </a:lnTo>
                  <a:lnTo>
                    <a:pt x="138027" y="195261"/>
                  </a:lnTo>
                  <a:lnTo>
                    <a:pt x="13802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9664649" y="5680830"/>
              <a:ext cx="455295" cy="524510"/>
            </a:xfrm>
            <a:custGeom>
              <a:avLst/>
              <a:gdLst/>
              <a:ahLst/>
              <a:cxnLst/>
              <a:rect l="l" t="t" r="r" b="b"/>
              <a:pathLst>
                <a:path w="455295" h="524510">
                  <a:moveTo>
                    <a:pt x="138036" y="314998"/>
                  </a:moveTo>
                  <a:lnTo>
                    <a:pt x="0" y="314998"/>
                  </a:lnTo>
                  <a:lnTo>
                    <a:pt x="0" y="524154"/>
                  </a:lnTo>
                  <a:lnTo>
                    <a:pt x="138036" y="524154"/>
                  </a:lnTo>
                  <a:lnTo>
                    <a:pt x="138036" y="314998"/>
                  </a:lnTo>
                  <a:close/>
                </a:path>
                <a:path w="455295" h="524510">
                  <a:moveTo>
                    <a:pt x="454812" y="0"/>
                  </a:moveTo>
                  <a:lnTo>
                    <a:pt x="435038" y="0"/>
                  </a:lnTo>
                  <a:lnTo>
                    <a:pt x="435038" y="209143"/>
                  </a:lnTo>
                  <a:lnTo>
                    <a:pt x="454812" y="209143"/>
                  </a:lnTo>
                  <a:lnTo>
                    <a:pt x="454812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9664658" y="6009712"/>
              <a:ext cx="138430" cy="195580"/>
            </a:xfrm>
            <a:custGeom>
              <a:avLst/>
              <a:gdLst/>
              <a:ahLst/>
              <a:cxnLst/>
              <a:rect l="l" t="t" r="r" b="b"/>
              <a:pathLst>
                <a:path w="138429" h="195579">
                  <a:moveTo>
                    <a:pt x="138027" y="0"/>
                  </a:moveTo>
                  <a:lnTo>
                    <a:pt x="0" y="0"/>
                  </a:lnTo>
                  <a:lnTo>
                    <a:pt x="0" y="195261"/>
                  </a:lnTo>
                  <a:lnTo>
                    <a:pt x="138027" y="195261"/>
                  </a:lnTo>
                  <a:lnTo>
                    <a:pt x="13802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9664649" y="5995828"/>
              <a:ext cx="355600" cy="209550"/>
            </a:xfrm>
            <a:custGeom>
              <a:avLst/>
              <a:gdLst/>
              <a:ahLst/>
              <a:cxnLst/>
              <a:rect l="l" t="t" r="r" b="b"/>
              <a:pathLst>
                <a:path w="355600" h="209550">
                  <a:moveTo>
                    <a:pt x="19786" y="0"/>
                  </a:moveTo>
                  <a:lnTo>
                    <a:pt x="0" y="0"/>
                  </a:lnTo>
                  <a:lnTo>
                    <a:pt x="0" y="209156"/>
                  </a:lnTo>
                  <a:lnTo>
                    <a:pt x="19786" y="209156"/>
                  </a:lnTo>
                  <a:lnTo>
                    <a:pt x="19786" y="0"/>
                  </a:lnTo>
                  <a:close/>
                </a:path>
                <a:path w="355600" h="209550">
                  <a:moveTo>
                    <a:pt x="355536" y="0"/>
                  </a:moveTo>
                  <a:lnTo>
                    <a:pt x="217512" y="0"/>
                  </a:lnTo>
                  <a:lnTo>
                    <a:pt x="217512" y="209156"/>
                  </a:lnTo>
                  <a:lnTo>
                    <a:pt x="355536" y="209156"/>
                  </a:lnTo>
                  <a:lnTo>
                    <a:pt x="355536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9882170" y="6009712"/>
              <a:ext cx="138430" cy="195580"/>
            </a:xfrm>
            <a:custGeom>
              <a:avLst/>
              <a:gdLst/>
              <a:ahLst/>
              <a:cxnLst/>
              <a:rect l="l" t="t" r="r" b="b"/>
              <a:pathLst>
                <a:path w="138429" h="195579">
                  <a:moveTo>
                    <a:pt x="138027" y="0"/>
                  </a:moveTo>
                  <a:lnTo>
                    <a:pt x="0" y="0"/>
                  </a:lnTo>
                  <a:lnTo>
                    <a:pt x="0" y="195261"/>
                  </a:lnTo>
                  <a:lnTo>
                    <a:pt x="138027" y="195261"/>
                  </a:lnTo>
                  <a:lnTo>
                    <a:pt x="13802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9882149" y="5995828"/>
              <a:ext cx="355600" cy="209550"/>
            </a:xfrm>
            <a:custGeom>
              <a:avLst/>
              <a:gdLst/>
              <a:ahLst/>
              <a:cxnLst/>
              <a:rect l="l" t="t" r="r" b="b"/>
              <a:pathLst>
                <a:path w="355600" h="209550">
                  <a:moveTo>
                    <a:pt x="19799" y="0"/>
                  </a:moveTo>
                  <a:lnTo>
                    <a:pt x="0" y="0"/>
                  </a:lnTo>
                  <a:lnTo>
                    <a:pt x="0" y="209156"/>
                  </a:lnTo>
                  <a:lnTo>
                    <a:pt x="19799" y="209156"/>
                  </a:lnTo>
                  <a:lnTo>
                    <a:pt x="19799" y="0"/>
                  </a:lnTo>
                  <a:close/>
                </a:path>
                <a:path w="355600" h="209550">
                  <a:moveTo>
                    <a:pt x="355549" y="0"/>
                  </a:moveTo>
                  <a:lnTo>
                    <a:pt x="217525" y="0"/>
                  </a:lnTo>
                  <a:lnTo>
                    <a:pt x="217525" y="209156"/>
                  </a:lnTo>
                  <a:lnTo>
                    <a:pt x="355549" y="209156"/>
                  </a:lnTo>
                  <a:lnTo>
                    <a:pt x="355549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10099682" y="6009712"/>
              <a:ext cx="138430" cy="195580"/>
            </a:xfrm>
            <a:custGeom>
              <a:avLst/>
              <a:gdLst/>
              <a:ahLst/>
              <a:cxnLst/>
              <a:rect l="l" t="t" r="r" b="b"/>
              <a:pathLst>
                <a:path w="138429" h="195579">
                  <a:moveTo>
                    <a:pt x="138027" y="0"/>
                  </a:moveTo>
                  <a:lnTo>
                    <a:pt x="0" y="0"/>
                  </a:lnTo>
                  <a:lnTo>
                    <a:pt x="0" y="195261"/>
                  </a:lnTo>
                  <a:lnTo>
                    <a:pt x="138027" y="195261"/>
                  </a:lnTo>
                  <a:lnTo>
                    <a:pt x="13802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9664649" y="5995828"/>
              <a:ext cx="455295" cy="524510"/>
            </a:xfrm>
            <a:custGeom>
              <a:avLst/>
              <a:gdLst/>
              <a:ahLst/>
              <a:cxnLst/>
              <a:rect l="l" t="t" r="r" b="b"/>
              <a:pathLst>
                <a:path w="455295" h="524509">
                  <a:moveTo>
                    <a:pt x="138036" y="315023"/>
                  </a:moveTo>
                  <a:lnTo>
                    <a:pt x="0" y="315023"/>
                  </a:lnTo>
                  <a:lnTo>
                    <a:pt x="0" y="524167"/>
                  </a:lnTo>
                  <a:lnTo>
                    <a:pt x="138036" y="524167"/>
                  </a:lnTo>
                  <a:lnTo>
                    <a:pt x="138036" y="315023"/>
                  </a:lnTo>
                  <a:close/>
                </a:path>
                <a:path w="455295" h="524509">
                  <a:moveTo>
                    <a:pt x="454812" y="0"/>
                  </a:moveTo>
                  <a:lnTo>
                    <a:pt x="435038" y="0"/>
                  </a:lnTo>
                  <a:lnTo>
                    <a:pt x="435038" y="209156"/>
                  </a:lnTo>
                  <a:lnTo>
                    <a:pt x="454812" y="209156"/>
                  </a:lnTo>
                  <a:lnTo>
                    <a:pt x="454812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9664658" y="6324728"/>
              <a:ext cx="138430" cy="195580"/>
            </a:xfrm>
            <a:custGeom>
              <a:avLst/>
              <a:gdLst/>
              <a:ahLst/>
              <a:cxnLst/>
              <a:rect l="l" t="t" r="r" b="b"/>
              <a:pathLst>
                <a:path w="138429" h="195579">
                  <a:moveTo>
                    <a:pt x="138027" y="0"/>
                  </a:moveTo>
                  <a:lnTo>
                    <a:pt x="0" y="0"/>
                  </a:lnTo>
                  <a:lnTo>
                    <a:pt x="0" y="195261"/>
                  </a:lnTo>
                  <a:lnTo>
                    <a:pt x="138027" y="195261"/>
                  </a:lnTo>
                  <a:lnTo>
                    <a:pt x="13802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9664649" y="6310852"/>
              <a:ext cx="355600" cy="209550"/>
            </a:xfrm>
            <a:custGeom>
              <a:avLst/>
              <a:gdLst/>
              <a:ahLst/>
              <a:cxnLst/>
              <a:rect l="l" t="t" r="r" b="b"/>
              <a:pathLst>
                <a:path w="355600" h="209550">
                  <a:moveTo>
                    <a:pt x="19786" y="0"/>
                  </a:moveTo>
                  <a:lnTo>
                    <a:pt x="0" y="0"/>
                  </a:lnTo>
                  <a:lnTo>
                    <a:pt x="0" y="209143"/>
                  </a:lnTo>
                  <a:lnTo>
                    <a:pt x="19786" y="209143"/>
                  </a:lnTo>
                  <a:lnTo>
                    <a:pt x="19786" y="0"/>
                  </a:lnTo>
                  <a:close/>
                </a:path>
                <a:path w="355600" h="209550">
                  <a:moveTo>
                    <a:pt x="355536" y="0"/>
                  </a:moveTo>
                  <a:lnTo>
                    <a:pt x="217512" y="0"/>
                  </a:lnTo>
                  <a:lnTo>
                    <a:pt x="217512" y="209143"/>
                  </a:lnTo>
                  <a:lnTo>
                    <a:pt x="355536" y="209143"/>
                  </a:lnTo>
                  <a:lnTo>
                    <a:pt x="355536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9882170" y="6324728"/>
              <a:ext cx="138430" cy="195580"/>
            </a:xfrm>
            <a:custGeom>
              <a:avLst/>
              <a:gdLst/>
              <a:ahLst/>
              <a:cxnLst/>
              <a:rect l="l" t="t" r="r" b="b"/>
              <a:pathLst>
                <a:path w="138429" h="195579">
                  <a:moveTo>
                    <a:pt x="138027" y="0"/>
                  </a:moveTo>
                  <a:lnTo>
                    <a:pt x="0" y="0"/>
                  </a:lnTo>
                  <a:lnTo>
                    <a:pt x="0" y="195261"/>
                  </a:lnTo>
                  <a:lnTo>
                    <a:pt x="138027" y="195261"/>
                  </a:lnTo>
                  <a:lnTo>
                    <a:pt x="13802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9882149" y="6310852"/>
              <a:ext cx="355600" cy="209550"/>
            </a:xfrm>
            <a:custGeom>
              <a:avLst/>
              <a:gdLst/>
              <a:ahLst/>
              <a:cxnLst/>
              <a:rect l="l" t="t" r="r" b="b"/>
              <a:pathLst>
                <a:path w="355600" h="209550">
                  <a:moveTo>
                    <a:pt x="19799" y="0"/>
                  </a:moveTo>
                  <a:lnTo>
                    <a:pt x="0" y="0"/>
                  </a:lnTo>
                  <a:lnTo>
                    <a:pt x="0" y="209143"/>
                  </a:lnTo>
                  <a:lnTo>
                    <a:pt x="19799" y="209143"/>
                  </a:lnTo>
                  <a:lnTo>
                    <a:pt x="19799" y="0"/>
                  </a:lnTo>
                  <a:close/>
                </a:path>
                <a:path w="355600" h="209550">
                  <a:moveTo>
                    <a:pt x="355549" y="0"/>
                  </a:moveTo>
                  <a:lnTo>
                    <a:pt x="217525" y="0"/>
                  </a:lnTo>
                  <a:lnTo>
                    <a:pt x="217525" y="209143"/>
                  </a:lnTo>
                  <a:lnTo>
                    <a:pt x="355549" y="209143"/>
                  </a:lnTo>
                  <a:lnTo>
                    <a:pt x="355549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10099682" y="6324728"/>
              <a:ext cx="138430" cy="195580"/>
            </a:xfrm>
            <a:custGeom>
              <a:avLst/>
              <a:gdLst/>
              <a:ahLst/>
              <a:cxnLst/>
              <a:rect l="l" t="t" r="r" b="b"/>
              <a:pathLst>
                <a:path w="138429" h="195579">
                  <a:moveTo>
                    <a:pt x="138027" y="0"/>
                  </a:moveTo>
                  <a:lnTo>
                    <a:pt x="0" y="0"/>
                  </a:lnTo>
                  <a:lnTo>
                    <a:pt x="0" y="195261"/>
                  </a:lnTo>
                  <a:lnTo>
                    <a:pt x="138027" y="195261"/>
                  </a:lnTo>
                  <a:lnTo>
                    <a:pt x="13802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9664649" y="6310852"/>
              <a:ext cx="455295" cy="524510"/>
            </a:xfrm>
            <a:custGeom>
              <a:avLst/>
              <a:gdLst/>
              <a:ahLst/>
              <a:cxnLst/>
              <a:rect l="l" t="t" r="r" b="b"/>
              <a:pathLst>
                <a:path w="455295" h="524509">
                  <a:moveTo>
                    <a:pt x="138036" y="315010"/>
                  </a:moveTo>
                  <a:lnTo>
                    <a:pt x="0" y="315010"/>
                  </a:lnTo>
                  <a:lnTo>
                    <a:pt x="0" y="524154"/>
                  </a:lnTo>
                  <a:lnTo>
                    <a:pt x="138036" y="524154"/>
                  </a:lnTo>
                  <a:lnTo>
                    <a:pt x="138036" y="315010"/>
                  </a:lnTo>
                  <a:close/>
                </a:path>
                <a:path w="455295" h="524509">
                  <a:moveTo>
                    <a:pt x="454812" y="0"/>
                  </a:moveTo>
                  <a:lnTo>
                    <a:pt x="435038" y="0"/>
                  </a:lnTo>
                  <a:lnTo>
                    <a:pt x="435038" y="209143"/>
                  </a:lnTo>
                  <a:lnTo>
                    <a:pt x="454812" y="209143"/>
                  </a:lnTo>
                  <a:lnTo>
                    <a:pt x="454812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9664658" y="6639735"/>
              <a:ext cx="138430" cy="195580"/>
            </a:xfrm>
            <a:custGeom>
              <a:avLst/>
              <a:gdLst/>
              <a:ahLst/>
              <a:cxnLst/>
              <a:rect l="l" t="t" r="r" b="b"/>
              <a:pathLst>
                <a:path w="138429" h="195579">
                  <a:moveTo>
                    <a:pt x="138027" y="0"/>
                  </a:moveTo>
                  <a:lnTo>
                    <a:pt x="0" y="0"/>
                  </a:lnTo>
                  <a:lnTo>
                    <a:pt x="0" y="195261"/>
                  </a:lnTo>
                  <a:lnTo>
                    <a:pt x="138027" y="195261"/>
                  </a:lnTo>
                  <a:lnTo>
                    <a:pt x="13802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9664649" y="6625862"/>
              <a:ext cx="355600" cy="209550"/>
            </a:xfrm>
            <a:custGeom>
              <a:avLst/>
              <a:gdLst/>
              <a:ahLst/>
              <a:cxnLst/>
              <a:rect l="l" t="t" r="r" b="b"/>
              <a:pathLst>
                <a:path w="355600" h="209550">
                  <a:moveTo>
                    <a:pt x="19786" y="0"/>
                  </a:moveTo>
                  <a:lnTo>
                    <a:pt x="0" y="0"/>
                  </a:lnTo>
                  <a:lnTo>
                    <a:pt x="0" y="209143"/>
                  </a:lnTo>
                  <a:lnTo>
                    <a:pt x="19786" y="209143"/>
                  </a:lnTo>
                  <a:lnTo>
                    <a:pt x="19786" y="0"/>
                  </a:lnTo>
                  <a:close/>
                </a:path>
                <a:path w="355600" h="209550">
                  <a:moveTo>
                    <a:pt x="355536" y="0"/>
                  </a:moveTo>
                  <a:lnTo>
                    <a:pt x="217512" y="0"/>
                  </a:lnTo>
                  <a:lnTo>
                    <a:pt x="217512" y="209143"/>
                  </a:lnTo>
                  <a:lnTo>
                    <a:pt x="355536" y="209143"/>
                  </a:lnTo>
                  <a:lnTo>
                    <a:pt x="355536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9882170" y="6639735"/>
              <a:ext cx="138430" cy="195580"/>
            </a:xfrm>
            <a:custGeom>
              <a:avLst/>
              <a:gdLst/>
              <a:ahLst/>
              <a:cxnLst/>
              <a:rect l="l" t="t" r="r" b="b"/>
              <a:pathLst>
                <a:path w="138429" h="195579">
                  <a:moveTo>
                    <a:pt x="138027" y="0"/>
                  </a:moveTo>
                  <a:lnTo>
                    <a:pt x="0" y="0"/>
                  </a:lnTo>
                  <a:lnTo>
                    <a:pt x="0" y="195261"/>
                  </a:lnTo>
                  <a:lnTo>
                    <a:pt x="138027" y="195261"/>
                  </a:lnTo>
                  <a:lnTo>
                    <a:pt x="13802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9882149" y="6625862"/>
              <a:ext cx="355600" cy="209550"/>
            </a:xfrm>
            <a:custGeom>
              <a:avLst/>
              <a:gdLst/>
              <a:ahLst/>
              <a:cxnLst/>
              <a:rect l="l" t="t" r="r" b="b"/>
              <a:pathLst>
                <a:path w="355600" h="209550">
                  <a:moveTo>
                    <a:pt x="19799" y="0"/>
                  </a:moveTo>
                  <a:lnTo>
                    <a:pt x="0" y="0"/>
                  </a:lnTo>
                  <a:lnTo>
                    <a:pt x="0" y="209143"/>
                  </a:lnTo>
                  <a:lnTo>
                    <a:pt x="19799" y="209143"/>
                  </a:lnTo>
                  <a:lnTo>
                    <a:pt x="19799" y="0"/>
                  </a:lnTo>
                  <a:close/>
                </a:path>
                <a:path w="355600" h="209550">
                  <a:moveTo>
                    <a:pt x="355549" y="0"/>
                  </a:moveTo>
                  <a:lnTo>
                    <a:pt x="217525" y="0"/>
                  </a:lnTo>
                  <a:lnTo>
                    <a:pt x="217525" y="209143"/>
                  </a:lnTo>
                  <a:lnTo>
                    <a:pt x="355549" y="209143"/>
                  </a:lnTo>
                  <a:lnTo>
                    <a:pt x="355549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10099682" y="6639735"/>
              <a:ext cx="138430" cy="195580"/>
            </a:xfrm>
            <a:custGeom>
              <a:avLst/>
              <a:gdLst/>
              <a:ahLst/>
              <a:cxnLst/>
              <a:rect l="l" t="t" r="r" b="b"/>
              <a:pathLst>
                <a:path w="138429" h="195579">
                  <a:moveTo>
                    <a:pt x="138027" y="0"/>
                  </a:moveTo>
                  <a:lnTo>
                    <a:pt x="0" y="0"/>
                  </a:lnTo>
                  <a:lnTo>
                    <a:pt x="0" y="195261"/>
                  </a:lnTo>
                  <a:lnTo>
                    <a:pt x="138027" y="195261"/>
                  </a:lnTo>
                  <a:lnTo>
                    <a:pt x="13802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9664649" y="6625862"/>
              <a:ext cx="455295" cy="524510"/>
            </a:xfrm>
            <a:custGeom>
              <a:avLst/>
              <a:gdLst/>
              <a:ahLst/>
              <a:cxnLst/>
              <a:rect l="l" t="t" r="r" b="b"/>
              <a:pathLst>
                <a:path w="455295" h="524509">
                  <a:moveTo>
                    <a:pt x="138036" y="314998"/>
                  </a:moveTo>
                  <a:lnTo>
                    <a:pt x="0" y="314998"/>
                  </a:lnTo>
                  <a:lnTo>
                    <a:pt x="0" y="524141"/>
                  </a:lnTo>
                  <a:lnTo>
                    <a:pt x="138036" y="524141"/>
                  </a:lnTo>
                  <a:lnTo>
                    <a:pt x="138036" y="314998"/>
                  </a:lnTo>
                  <a:close/>
                </a:path>
                <a:path w="455295" h="524509">
                  <a:moveTo>
                    <a:pt x="454812" y="0"/>
                  </a:moveTo>
                  <a:lnTo>
                    <a:pt x="435038" y="0"/>
                  </a:lnTo>
                  <a:lnTo>
                    <a:pt x="435038" y="209143"/>
                  </a:lnTo>
                  <a:lnTo>
                    <a:pt x="454812" y="209143"/>
                  </a:lnTo>
                  <a:lnTo>
                    <a:pt x="454812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9664658" y="6954741"/>
              <a:ext cx="138430" cy="195580"/>
            </a:xfrm>
            <a:custGeom>
              <a:avLst/>
              <a:gdLst/>
              <a:ahLst/>
              <a:cxnLst/>
              <a:rect l="l" t="t" r="r" b="b"/>
              <a:pathLst>
                <a:path w="138429" h="195579">
                  <a:moveTo>
                    <a:pt x="138027" y="0"/>
                  </a:moveTo>
                  <a:lnTo>
                    <a:pt x="0" y="0"/>
                  </a:lnTo>
                  <a:lnTo>
                    <a:pt x="0" y="195261"/>
                  </a:lnTo>
                  <a:lnTo>
                    <a:pt x="138027" y="195261"/>
                  </a:lnTo>
                  <a:lnTo>
                    <a:pt x="13802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9664649" y="6940860"/>
              <a:ext cx="355600" cy="209550"/>
            </a:xfrm>
            <a:custGeom>
              <a:avLst/>
              <a:gdLst/>
              <a:ahLst/>
              <a:cxnLst/>
              <a:rect l="l" t="t" r="r" b="b"/>
              <a:pathLst>
                <a:path w="355600" h="209550">
                  <a:moveTo>
                    <a:pt x="19786" y="0"/>
                  </a:moveTo>
                  <a:lnTo>
                    <a:pt x="0" y="0"/>
                  </a:lnTo>
                  <a:lnTo>
                    <a:pt x="0" y="209143"/>
                  </a:lnTo>
                  <a:lnTo>
                    <a:pt x="19786" y="209143"/>
                  </a:lnTo>
                  <a:lnTo>
                    <a:pt x="19786" y="0"/>
                  </a:lnTo>
                  <a:close/>
                </a:path>
                <a:path w="355600" h="209550">
                  <a:moveTo>
                    <a:pt x="355536" y="0"/>
                  </a:moveTo>
                  <a:lnTo>
                    <a:pt x="217512" y="0"/>
                  </a:lnTo>
                  <a:lnTo>
                    <a:pt x="217512" y="209143"/>
                  </a:lnTo>
                  <a:lnTo>
                    <a:pt x="355536" y="209143"/>
                  </a:lnTo>
                  <a:lnTo>
                    <a:pt x="355536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9882170" y="6954741"/>
              <a:ext cx="138430" cy="195580"/>
            </a:xfrm>
            <a:custGeom>
              <a:avLst/>
              <a:gdLst/>
              <a:ahLst/>
              <a:cxnLst/>
              <a:rect l="l" t="t" r="r" b="b"/>
              <a:pathLst>
                <a:path w="138429" h="195579">
                  <a:moveTo>
                    <a:pt x="138027" y="0"/>
                  </a:moveTo>
                  <a:lnTo>
                    <a:pt x="0" y="0"/>
                  </a:lnTo>
                  <a:lnTo>
                    <a:pt x="0" y="195261"/>
                  </a:lnTo>
                  <a:lnTo>
                    <a:pt x="138027" y="195261"/>
                  </a:lnTo>
                  <a:lnTo>
                    <a:pt x="13802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9882149" y="6940860"/>
              <a:ext cx="355600" cy="209550"/>
            </a:xfrm>
            <a:custGeom>
              <a:avLst/>
              <a:gdLst/>
              <a:ahLst/>
              <a:cxnLst/>
              <a:rect l="l" t="t" r="r" b="b"/>
              <a:pathLst>
                <a:path w="355600" h="209550">
                  <a:moveTo>
                    <a:pt x="19799" y="0"/>
                  </a:moveTo>
                  <a:lnTo>
                    <a:pt x="0" y="0"/>
                  </a:lnTo>
                  <a:lnTo>
                    <a:pt x="0" y="209143"/>
                  </a:lnTo>
                  <a:lnTo>
                    <a:pt x="19799" y="209143"/>
                  </a:lnTo>
                  <a:lnTo>
                    <a:pt x="19799" y="0"/>
                  </a:lnTo>
                  <a:close/>
                </a:path>
                <a:path w="355600" h="209550">
                  <a:moveTo>
                    <a:pt x="355549" y="0"/>
                  </a:moveTo>
                  <a:lnTo>
                    <a:pt x="217525" y="0"/>
                  </a:lnTo>
                  <a:lnTo>
                    <a:pt x="217525" y="209143"/>
                  </a:lnTo>
                  <a:lnTo>
                    <a:pt x="355549" y="209143"/>
                  </a:lnTo>
                  <a:lnTo>
                    <a:pt x="355549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10099682" y="6954741"/>
              <a:ext cx="138430" cy="195580"/>
            </a:xfrm>
            <a:custGeom>
              <a:avLst/>
              <a:gdLst/>
              <a:ahLst/>
              <a:cxnLst/>
              <a:rect l="l" t="t" r="r" b="b"/>
              <a:pathLst>
                <a:path w="138429" h="195579">
                  <a:moveTo>
                    <a:pt x="138027" y="0"/>
                  </a:moveTo>
                  <a:lnTo>
                    <a:pt x="0" y="0"/>
                  </a:lnTo>
                  <a:lnTo>
                    <a:pt x="0" y="195261"/>
                  </a:lnTo>
                  <a:lnTo>
                    <a:pt x="138027" y="195261"/>
                  </a:lnTo>
                  <a:lnTo>
                    <a:pt x="13802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9664649" y="6940860"/>
              <a:ext cx="455295" cy="524510"/>
            </a:xfrm>
            <a:custGeom>
              <a:avLst/>
              <a:gdLst/>
              <a:ahLst/>
              <a:cxnLst/>
              <a:rect l="l" t="t" r="r" b="b"/>
              <a:pathLst>
                <a:path w="455295" h="524509">
                  <a:moveTo>
                    <a:pt x="138036" y="315010"/>
                  </a:moveTo>
                  <a:lnTo>
                    <a:pt x="0" y="315010"/>
                  </a:lnTo>
                  <a:lnTo>
                    <a:pt x="0" y="524154"/>
                  </a:lnTo>
                  <a:lnTo>
                    <a:pt x="138036" y="524154"/>
                  </a:lnTo>
                  <a:lnTo>
                    <a:pt x="138036" y="315010"/>
                  </a:lnTo>
                  <a:close/>
                </a:path>
                <a:path w="455295" h="524509">
                  <a:moveTo>
                    <a:pt x="454812" y="0"/>
                  </a:moveTo>
                  <a:lnTo>
                    <a:pt x="435038" y="0"/>
                  </a:lnTo>
                  <a:lnTo>
                    <a:pt x="435038" y="209143"/>
                  </a:lnTo>
                  <a:lnTo>
                    <a:pt x="454812" y="209143"/>
                  </a:lnTo>
                  <a:lnTo>
                    <a:pt x="454812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9664658" y="7269747"/>
              <a:ext cx="138430" cy="195580"/>
            </a:xfrm>
            <a:custGeom>
              <a:avLst/>
              <a:gdLst/>
              <a:ahLst/>
              <a:cxnLst/>
              <a:rect l="l" t="t" r="r" b="b"/>
              <a:pathLst>
                <a:path w="138429" h="195579">
                  <a:moveTo>
                    <a:pt x="138027" y="0"/>
                  </a:moveTo>
                  <a:lnTo>
                    <a:pt x="0" y="0"/>
                  </a:lnTo>
                  <a:lnTo>
                    <a:pt x="0" y="195261"/>
                  </a:lnTo>
                  <a:lnTo>
                    <a:pt x="138027" y="195261"/>
                  </a:lnTo>
                  <a:lnTo>
                    <a:pt x="13802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9664649" y="7255871"/>
              <a:ext cx="355600" cy="209550"/>
            </a:xfrm>
            <a:custGeom>
              <a:avLst/>
              <a:gdLst/>
              <a:ahLst/>
              <a:cxnLst/>
              <a:rect l="l" t="t" r="r" b="b"/>
              <a:pathLst>
                <a:path w="355600" h="209550">
                  <a:moveTo>
                    <a:pt x="19786" y="0"/>
                  </a:moveTo>
                  <a:lnTo>
                    <a:pt x="0" y="0"/>
                  </a:lnTo>
                  <a:lnTo>
                    <a:pt x="0" y="209143"/>
                  </a:lnTo>
                  <a:lnTo>
                    <a:pt x="19786" y="209143"/>
                  </a:lnTo>
                  <a:lnTo>
                    <a:pt x="19786" y="0"/>
                  </a:lnTo>
                  <a:close/>
                </a:path>
                <a:path w="355600" h="209550">
                  <a:moveTo>
                    <a:pt x="355536" y="0"/>
                  </a:moveTo>
                  <a:lnTo>
                    <a:pt x="217512" y="0"/>
                  </a:lnTo>
                  <a:lnTo>
                    <a:pt x="217512" y="209143"/>
                  </a:lnTo>
                  <a:lnTo>
                    <a:pt x="355536" y="209143"/>
                  </a:lnTo>
                  <a:lnTo>
                    <a:pt x="355536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9882170" y="7269747"/>
              <a:ext cx="138430" cy="195580"/>
            </a:xfrm>
            <a:custGeom>
              <a:avLst/>
              <a:gdLst/>
              <a:ahLst/>
              <a:cxnLst/>
              <a:rect l="l" t="t" r="r" b="b"/>
              <a:pathLst>
                <a:path w="138429" h="195579">
                  <a:moveTo>
                    <a:pt x="138027" y="0"/>
                  </a:moveTo>
                  <a:lnTo>
                    <a:pt x="0" y="0"/>
                  </a:lnTo>
                  <a:lnTo>
                    <a:pt x="0" y="195261"/>
                  </a:lnTo>
                  <a:lnTo>
                    <a:pt x="138027" y="195261"/>
                  </a:lnTo>
                  <a:lnTo>
                    <a:pt x="13802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9882149" y="7255871"/>
              <a:ext cx="355600" cy="209550"/>
            </a:xfrm>
            <a:custGeom>
              <a:avLst/>
              <a:gdLst/>
              <a:ahLst/>
              <a:cxnLst/>
              <a:rect l="l" t="t" r="r" b="b"/>
              <a:pathLst>
                <a:path w="355600" h="209550">
                  <a:moveTo>
                    <a:pt x="19799" y="0"/>
                  </a:moveTo>
                  <a:lnTo>
                    <a:pt x="0" y="0"/>
                  </a:lnTo>
                  <a:lnTo>
                    <a:pt x="0" y="209143"/>
                  </a:lnTo>
                  <a:lnTo>
                    <a:pt x="19799" y="209143"/>
                  </a:lnTo>
                  <a:lnTo>
                    <a:pt x="19799" y="0"/>
                  </a:lnTo>
                  <a:close/>
                </a:path>
                <a:path w="355600" h="209550">
                  <a:moveTo>
                    <a:pt x="355549" y="0"/>
                  </a:moveTo>
                  <a:lnTo>
                    <a:pt x="217525" y="0"/>
                  </a:lnTo>
                  <a:lnTo>
                    <a:pt x="217525" y="209143"/>
                  </a:lnTo>
                  <a:lnTo>
                    <a:pt x="355549" y="209143"/>
                  </a:lnTo>
                  <a:lnTo>
                    <a:pt x="355549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10099682" y="7269747"/>
              <a:ext cx="138430" cy="195580"/>
            </a:xfrm>
            <a:custGeom>
              <a:avLst/>
              <a:gdLst/>
              <a:ahLst/>
              <a:cxnLst/>
              <a:rect l="l" t="t" r="r" b="b"/>
              <a:pathLst>
                <a:path w="138429" h="195579">
                  <a:moveTo>
                    <a:pt x="138027" y="0"/>
                  </a:moveTo>
                  <a:lnTo>
                    <a:pt x="0" y="0"/>
                  </a:lnTo>
                  <a:lnTo>
                    <a:pt x="0" y="195261"/>
                  </a:lnTo>
                  <a:lnTo>
                    <a:pt x="138027" y="195261"/>
                  </a:lnTo>
                  <a:lnTo>
                    <a:pt x="13802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10099692" y="7255862"/>
              <a:ext cx="20320" cy="209550"/>
            </a:xfrm>
            <a:custGeom>
              <a:avLst/>
              <a:gdLst/>
              <a:ahLst/>
              <a:cxnLst/>
              <a:rect l="l" t="t" r="r" b="b"/>
              <a:pathLst>
                <a:path w="20320" h="209550">
                  <a:moveTo>
                    <a:pt x="19779" y="0"/>
                  </a:moveTo>
                  <a:lnTo>
                    <a:pt x="0" y="0"/>
                  </a:lnTo>
                  <a:lnTo>
                    <a:pt x="0" y="209145"/>
                  </a:lnTo>
                  <a:lnTo>
                    <a:pt x="19779" y="209145"/>
                  </a:lnTo>
                  <a:lnTo>
                    <a:pt x="19779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7" name="object 127" descr=""/>
          <p:cNvSpPr/>
          <p:nvPr/>
        </p:nvSpPr>
        <p:spPr>
          <a:xfrm>
            <a:off x="8348457" y="3473171"/>
            <a:ext cx="24130" cy="233679"/>
          </a:xfrm>
          <a:custGeom>
            <a:avLst/>
            <a:gdLst/>
            <a:ahLst/>
            <a:cxnLst/>
            <a:rect l="l" t="t" r="r" b="b"/>
            <a:pathLst>
              <a:path w="24129" h="233679">
                <a:moveTo>
                  <a:pt x="0" y="233134"/>
                </a:moveTo>
                <a:lnTo>
                  <a:pt x="23695" y="233134"/>
                </a:lnTo>
                <a:lnTo>
                  <a:pt x="23695" y="0"/>
                </a:lnTo>
                <a:lnTo>
                  <a:pt x="0" y="0"/>
                </a:lnTo>
                <a:lnTo>
                  <a:pt x="0" y="233134"/>
                </a:lnTo>
                <a:close/>
              </a:path>
            </a:pathLst>
          </a:custGeom>
          <a:solidFill>
            <a:srgbClr val="D7DDE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8" name="object 128" descr=""/>
          <p:cNvGrpSpPr/>
          <p:nvPr/>
        </p:nvGrpSpPr>
        <p:grpSpPr>
          <a:xfrm>
            <a:off x="8068445" y="3473171"/>
            <a:ext cx="1267460" cy="551180"/>
            <a:chOff x="8068445" y="3473171"/>
            <a:chExt cx="1267460" cy="551180"/>
          </a:xfrm>
        </p:grpSpPr>
        <p:sp>
          <p:nvSpPr>
            <p:cNvPr id="129" name="object 129" descr=""/>
            <p:cNvSpPr/>
            <p:nvPr/>
          </p:nvSpPr>
          <p:spPr>
            <a:xfrm>
              <a:off x="8864892" y="3473171"/>
              <a:ext cx="24130" cy="233679"/>
            </a:xfrm>
            <a:custGeom>
              <a:avLst/>
              <a:gdLst/>
              <a:ahLst/>
              <a:cxnLst/>
              <a:rect l="l" t="t" r="r" b="b"/>
              <a:pathLst>
                <a:path w="24129" h="233679">
                  <a:moveTo>
                    <a:pt x="0" y="233134"/>
                  </a:moveTo>
                  <a:lnTo>
                    <a:pt x="23695" y="233134"/>
                  </a:lnTo>
                  <a:lnTo>
                    <a:pt x="23695" y="0"/>
                  </a:lnTo>
                  <a:lnTo>
                    <a:pt x="0" y="0"/>
                  </a:lnTo>
                  <a:lnTo>
                    <a:pt x="0" y="233134"/>
                  </a:lnTo>
                  <a:close/>
                </a:path>
              </a:pathLst>
            </a:custGeom>
            <a:solidFill>
              <a:srgbClr val="D7DD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8532745" y="3706305"/>
              <a:ext cx="803275" cy="318135"/>
            </a:xfrm>
            <a:custGeom>
              <a:avLst/>
              <a:gdLst/>
              <a:ahLst/>
              <a:cxnLst/>
              <a:rect l="l" t="t" r="r" b="b"/>
              <a:pathLst>
                <a:path w="803275" h="318135">
                  <a:moveTo>
                    <a:pt x="0" y="317979"/>
                  </a:moveTo>
                  <a:lnTo>
                    <a:pt x="802802" y="317979"/>
                  </a:lnTo>
                  <a:lnTo>
                    <a:pt x="802802" y="0"/>
                  </a:lnTo>
                  <a:lnTo>
                    <a:pt x="0" y="0"/>
                  </a:lnTo>
                  <a:lnTo>
                    <a:pt x="0" y="317979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8871248" y="3706305"/>
              <a:ext cx="464820" cy="254635"/>
            </a:xfrm>
            <a:custGeom>
              <a:avLst/>
              <a:gdLst/>
              <a:ahLst/>
              <a:cxnLst/>
              <a:rect l="l" t="t" r="r" b="b"/>
              <a:pathLst>
                <a:path w="464820" h="254635">
                  <a:moveTo>
                    <a:pt x="0" y="254034"/>
                  </a:moveTo>
                  <a:lnTo>
                    <a:pt x="464299" y="254034"/>
                  </a:lnTo>
                  <a:lnTo>
                    <a:pt x="464299" y="0"/>
                  </a:lnTo>
                  <a:lnTo>
                    <a:pt x="0" y="0"/>
                  </a:lnTo>
                  <a:lnTo>
                    <a:pt x="0" y="254034"/>
                  </a:lnTo>
                  <a:close/>
                </a:path>
              </a:pathLst>
            </a:custGeom>
            <a:solidFill>
              <a:srgbClr val="FFFFFF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8068445" y="3706305"/>
              <a:ext cx="803275" cy="318135"/>
            </a:xfrm>
            <a:custGeom>
              <a:avLst/>
              <a:gdLst/>
              <a:ahLst/>
              <a:cxnLst/>
              <a:rect l="l" t="t" r="r" b="b"/>
              <a:pathLst>
                <a:path w="803275" h="318135">
                  <a:moveTo>
                    <a:pt x="0" y="317979"/>
                  </a:moveTo>
                  <a:lnTo>
                    <a:pt x="802802" y="317979"/>
                  </a:lnTo>
                  <a:lnTo>
                    <a:pt x="802802" y="0"/>
                  </a:lnTo>
                  <a:lnTo>
                    <a:pt x="0" y="0"/>
                  </a:lnTo>
                  <a:lnTo>
                    <a:pt x="0" y="317979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8068445" y="3706305"/>
              <a:ext cx="803275" cy="254635"/>
            </a:xfrm>
            <a:custGeom>
              <a:avLst/>
              <a:gdLst/>
              <a:ahLst/>
              <a:cxnLst/>
              <a:rect l="l" t="t" r="r" b="b"/>
              <a:pathLst>
                <a:path w="803275" h="254635">
                  <a:moveTo>
                    <a:pt x="0" y="254034"/>
                  </a:moveTo>
                  <a:lnTo>
                    <a:pt x="802802" y="254034"/>
                  </a:lnTo>
                  <a:lnTo>
                    <a:pt x="802802" y="0"/>
                  </a:lnTo>
                  <a:lnTo>
                    <a:pt x="0" y="0"/>
                  </a:lnTo>
                  <a:lnTo>
                    <a:pt x="0" y="254034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4" name="object 134" descr=""/>
          <p:cNvGrpSpPr/>
          <p:nvPr/>
        </p:nvGrpSpPr>
        <p:grpSpPr>
          <a:xfrm>
            <a:off x="7807081" y="3960340"/>
            <a:ext cx="1786889" cy="3586479"/>
            <a:chOff x="7807081" y="3960340"/>
            <a:chExt cx="1786889" cy="3586479"/>
          </a:xfrm>
        </p:grpSpPr>
        <p:sp>
          <p:nvSpPr>
            <p:cNvPr id="135" name="object 135" descr=""/>
            <p:cNvSpPr/>
            <p:nvPr/>
          </p:nvSpPr>
          <p:spPr>
            <a:xfrm>
              <a:off x="7842491" y="4136738"/>
              <a:ext cx="1718945" cy="3409950"/>
            </a:xfrm>
            <a:custGeom>
              <a:avLst/>
              <a:gdLst/>
              <a:ahLst/>
              <a:cxnLst/>
              <a:rect l="l" t="t" r="r" b="b"/>
              <a:pathLst>
                <a:path w="1718945" h="3409950">
                  <a:moveTo>
                    <a:pt x="1718843" y="0"/>
                  </a:moveTo>
                  <a:lnTo>
                    <a:pt x="1254404" y="0"/>
                  </a:lnTo>
                  <a:lnTo>
                    <a:pt x="464439" y="0"/>
                  </a:lnTo>
                  <a:lnTo>
                    <a:pt x="0" y="0"/>
                  </a:lnTo>
                  <a:lnTo>
                    <a:pt x="0" y="3409632"/>
                  </a:lnTo>
                  <a:lnTo>
                    <a:pt x="464439" y="3409632"/>
                  </a:lnTo>
                  <a:lnTo>
                    <a:pt x="1254404" y="3409632"/>
                  </a:lnTo>
                  <a:lnTo>
                    <a:pt x="1718843" y="3409632"/>
                  </a:lnTo>
                  <a:lnTo>
                    <a:pt x="1718843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9097052" y="4183526"/>
              <a:ext cx="464820" cy="3362960"/>
            </a:xfrm>
            <a:custGeom>
              <a:avLst/>
              <a:gdLst/>
              <a:ahLst/>
              <a:cxnLst/>
              <a:rect l="l" t="t" r="r" b="b"/>
              <a:pathLst>
                <a:path w="464820" h="3362959">
                  <a:moveTo>
                    <a:pt x="464299" y="0"/>
                  </a:moveTo>
                  <a:lnTo>
                    <a:pt x="0" y="0"/>
                  </a:lnTo>
                  <a:lnTo>
                    <a:pt x="0" y="3362850"/>
                  </a:lnTo>
                  <a:lnTo>
                    <a:pt x="464299" y="3362850"/>
                  </a:lnTo>
                  <a:lnTo>
                    <a:pt x="464299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7842494" y="4183516"/>
              <a:ext cx="1254760" cy="3362960"/>
            </a:xfrm>
            <a:custGeom>
              <a:avLst/>
              <a:gdLst/>
              <a:ahLst/>
              <a:cxnLst/>
              <a:rect l="l" t="t" r="r" b="b"/>
              <a:pathLst>
                <a:path w="1254759" h="3362959">
                  <a:moveTo>
                    <a:pt x="0" y="3362850"/>
                  </a:moveTo>
                  <a:lnTo>
                    <a:pt x="1254401" y="3362850"/>
                  </a:lnTo>
                  <a:lnTo>
                    <a:pt x="1254401" y="0"/>
                  </a:lnTo>
                  <a:lnTo>
                    <a:pt x="0" y="0"/>
                  </a:lnTo>
                  <a:lnTo>
                    <a:pt x="0" y="336285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7934592" y="4285836"/>
              <a:ext cx="1043940" cy="3179445"/>
            </a:xfrm>
            <a:custGeom>
              <a:avLst/>
              <a:gdLst/>
              <a:ahLst/>
              <a:cxnLst/>
              <a:rect l="l" t="t" r="r" b="b"/>
              <a:pathLst>
                <a:path w="1043940" h="3179445">
                  <a:moveTo>
                    <a:pt x="153860" y="0"/>
                  </a:moveTo>
                  <a:lnTo>
                    <a:pt x="0" y="0"/>
                  </a:lnTo>
                  <a:lnTo>
                    <a:pt x="0" y="3179165"/>
                  </a:lnTo>
                  <a:lnTo>
                    <a:pt x="153860" y="3179165"/>
                  </a:lnTo>
                  <a:lnTo>
                    <a:pt x="153860" y="0"/>
                  </a:lnTo>
                  <a:close/>
                </a:path>
                <a:path w="1043940" h="3179445">
                  <a:moveTo>
                    <a:pt x="450443" y="0"/>
                  </a:moveTo>
                  <a:lnTo>
                    <a:pt x="296595" y="0"/>
                  </a:lnTo>
                  <a:lnTo>
                    <a:pt x="296595" y="3179165"/>
                  </a:lnTo>
                  <a:lnTo>
                    <a:pt x="450443" y="3179165"/>
                  </a:lnTo>
                  <a:lnTo>
                    <a:pt x="450443" y="0"/>
                  </a:lnTo>
                  <a:close/>
                </a:path>
                <a:path w="1043940" h="3179445">
                  <a:moveTo>
                    <a:pt x="746887" y="0"/>
                  </a:moveTo>
                  <a:lnTo>
                    <a:pt x="593026" y="0"/>
                  </a:lnTo>
                  <a:lnTo>
                    <a:pt x="593026" y="3179165"/>
                  </a:lnTo>
                  <a:lnTo>
                    <a:pt x="746887" y="3179165"/>
                  </a:lnTo>
                  <a:lnTo>
                    <a:pt x="746887" y="0"/>
                  </a:lnTo>
                  <a:close/>
                </a:path>
                <a:path w="1043940" h="3179445">
                  <a:moveTo>
                    <a:pt x="1043470" y="0"/>
                  </a:moveTo>
                  <a:lnTo>
                    <a:pt x="889609" y="0"/>
                  </a:lnTo>
                  <a:lnTo>
                    <a:pt x="889609" y="3179165"/>
                  </a:lnTo>
                  <a:lnTo>
                    <a:pt x="1043470" y="3179165"/>
                  </a:lnTo>
                  <a:lnTo>
                    <a:pt x="1043470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7934592" y="4326070"/>
              <a:ext cx="1043940" cy="3139440"/>
            </a:xfrm>
            <a:custGeom>
              <a:avLst/>
              <a:gdLst/>
              <a:ahLst/>
              <a:cxnLst/>
              <a:rect l="l" t="t" r="r" b="b"/>
              <a:pathLst>
                <a:path w="1043940" h="3139440">
                  <a:moveTo>
                    <a:pt x="153860" y="0"/>
                  </a:moveTo>
                  <a:lnTo>
                    <a:pt x="0" y="0"/>
                  </a:lnTo>
                  <a:lnTo>
                    <a:pt x="0" y="3138932"/>
                  </a:lnTo>
                  <a:lnTo>
                    <a:pt x="153860" y="3138932"/>
                  </a:lnTo>
                  <a:lnTo>
                    <a:pt x="153860" y="0"/>
                  </a:lnTo>
                  <a:close/>
                </a:path>
                <a:path w="1043940" h="3139440">
                  <a:moveTo>
                    <a:pt x="450443" y="0"/>
                  </a:moveTo>
                  <a:lnTo>
                    <a:pt x="296595" y="0"/>
                  </a:lnTo>
                  <a:lnTo>
                    <a:pt x="296595" y="3138932"/>
                  </a:lnTo>
                  <a:lnTo>
                    <a:pt x="450443" y="3138932"/>
                  </a:lnTo>
                  <a:lnTo>
                    <a:pt x="450443" y="0"/>
                  </a:lnTo>
                  <a:close/>
                </a:path>
                <a:path w="1043940" h="3139440">
                  <a:moveTo>
                    <a:pt x="746887" y="0"/>
                  </a:moveTo>
                  <a:lnTo>
                    <a:pt x="593026" y="0"/>
                  </a:lnTo>
                  <a:lnTo>
                    <a:pt x="593026" y="3138932"/>
                  </a:lnTo>
                  <a:lnTo>
                    <a:pt x="746887" y="3138932"/>
                  </a:lnTo>
                  <a:lnTo>
                    <a:pt x="746887" y="0"/>
                  </a:lnTo>
                  <a:close/>
                </a:path>
                <a:path w="1043940" h="3139440">
                  <a:moveTo>
                    <a:pt x="1043470" y="0"/>
                  </a:moveTo>
                  <a:lnTo>
                    <a:pt x="889609" y="0"/>
                  </a:lnTo>
                  <a:lnTo>
                    <a:pt x="889609" y="3138932"/>
                  </a:lnTo>
                  <a:lnTo>
                    <a:pt x="1043470" y="3138932"/>
                  </a:lnTo>
                  <a:lnTo>
                    <a:pt x="1043470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9194546" y="4285849"/>
              <a:ext cx="313690" cy="3179445"/>
            </a:xfrm>
            <a:custGeom>
              <a:avLst/>
              <a:gdLst/>
              <a:ahLst/>
              <a:cxnLst/>
              <a:rect l="l" t="t" r="r" b="b"/>
              <a:pathLst>
                <a:path w="313690" h="3179445">
                  <a:moveTo>
                    <a:pt x="64541" y="0"/>
                  </a:moveTo>
                  <a:lnTo>
                    <a:pt x="0" y="0"/>
                  </a:lnTo>
                  <a:lnTo>
                    <a:pt x="0" y="3179165"/>
                  </a:lnTo>
                  <a:lnTo>
                    <a:pt x="64541" y="3179165"/>
                  </a:lnTo>
                  <a:lnTo>
                    <a:pt x="64541" y="0"/>
                  </a:lnTo>
                  <a:close/>
                </a:path>
                <a:path w="313690" h="3179445">
                  <a:moveTo>
                    <a:pt x="188950" y="0"/>
                  </a:moveTo>
                  <a:lnTo>
                    <a:pt x="124409" y="0"/>
                  </a:lnTo>
                  <a:lnTo>
                    <a:pt x="124409" y="3179165"/>
                  </a:lnTo>
                  <a:lnTo>
                    <a:pt x="188950" y="3179165"/>
                  </a:lnTo>
                  <a:lnTo>
                    <a:pt x="188950" y="0"/>
                  </a:lnTo>
                  <a:close/>
                </a:path>
                <a:path w="313690" h="3179445">
                  <a:moveTo>
                    <a:pt x="313309" y="0"/>
                  </a:moveTo>
                  <a:lnTo>
                    <a:pt x="248767" y="0"/>
                  </a:lnTo>
                  <a:lnTo>
                    <a:pt x="248767" y="3179165"/>
                  </a:lnTo>
                  <a:lnTo>
                    <a:pt x="313309" y="3179165"/>
                  </a:lnTo>
                  <a:lnTo>
                    <a:pt x="313309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9194546" y="4326083"/>
              <a:ext cx="313690" cy="3139440"/>
            </a:xfrm>
            <a:custGeom>
              <a:avLst/>
              <a:gdLst/>
              <a:ahLst/>
              <a:cxnLst/>
              <a:rect l="l" t="t" r="r" b="b"/>
              <a:pathLst>
                <a:path w="313690" h="3139440">
                  <a:moveTo>
                    <a:pt x="64541" y="0"/>
                  </a:moveTo>
                  <a:lnTo>
                    <a:pt x="0" y="0"/>
                  </a:lnTo>
                  <a:lnTo>
                    <a:pt x="0" y="3138932"/>
                  </a:lnTo>
                  <a:lnTo>
                    <a:pt x="64541" y="3138932"/>
                  </a:lnTo>
                  <a:lnTo>
                    <a:pt x="64541" y="0"/>
                  </a:lnTo>
                  <a:close/>
                </a:path>
                <a:path w="313690" h="3139440">
                  <a:moveTo>
                    <a:pt x="188950" y="0"/>
                  </a:moveTo>
                  <a:lnTo>
                    <a:pt x="124409" y="0"/>
                  </a:lnTo>
                  <a:lnTo>
                    <a:pt x="124409" y="3138932"/>
                  </a:lnTo>
                  <a:lnTo>
                    <a:pt x="188950" y="3138932"/>
                  </a:lnTo>
                  <a:lnTo>
                    <a:pt x="188950" y="0"/>
                  </a:lnTo>
                  <a:close/>
                </a:path>
                <a:path w="313690" h="3139440">
                  <a:moveTo>
                    <a:pt x="313309" y="0"/>
                  </a:moveTo>
                  <a:lnTo>
                    <a:pt x="248767" y="0"/>
                  </a:lnTo>
                  <a:lnTo>
                    <a:pt x="248767" y="3138932"/>
                  </a:lnTo>
                  <a:lnTo>
                    <a:pt x="313309" y="3138932"/>
                  </a:lnTo>
                  <a:lnTo>
                    <a:pt x="313309" y="0"/>
                  </a:lnTo>
                  <a:close/>
                </a:path>
              </a:pathLst>
            </a:custGeom>
            <a:solidFill>
              <a:srgbClr val="FFFFFF">
                <a:alpha val="1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7842494" y="4039876"/>
              <a:ext cx="1692275" cy="64135"/>
            </a:xfrm>
            <a:custGeom>
              <a:avLst/>
              <a:gdLst/>
              <a:ahLst/>
              <a:cxnLst/>
              <a:rect l="l" t="t" r="r" b="b"/>
              <a:pathLst>
                <a:path w="1692275" h="64135">
                  <a:moveTo>
                    <a:pt x="0" y="63945"/>
                  </a:moveTo>
                  <a:lnTo>
                    <a:pt x="1692042" y="63945"/>
                  </a:lnTo>
                  <a:lnTo>
                    <a:pt x="1692042" y="0"/>
                  </a:lnTo>
                  <a:lnTo>
                    <a:pt x="0" y="0"/>
                  </a:lnTo>
                  <a:lnTo>
                    <a:pt x="0" y="63945"/>
                  </a:lnTo>
                  <a:close/>
                </a:path>
              </a:pathLst>
            </a:custGeom>
            <a:solidFill>
              <a:srgbClr val="F1F3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7807071" y="3960348"/>
              <a:ext cx="1786889" cy="223520"/>
            </a:xfrm>
            <a:custGeom>
              <a:avLst/>
              <a:gdLst/>
              <a:ahLst/>
              <a:cxnLst/>
              <a:rect l="l" t="t" r="r" b="b"/>
              <a:pathLst>
                <a:path w="1786890" h="223520">
                  <a:moveTo>
                    <a:pt x="1786877" y="143637"/>
                  </a:moveTo>
                  <a:lnTo>
                    <a:pt x="0" y="143637"/>
                  </a:lnTo>
                  <a:lnTo>
                    <a:pt x="0" y="223177"/>
                  </a:lnTo>
                  <a:lnTo>
                    <a:pt x="1786877" y="223177"/>
                  </a:lnTo>
                  <a:lnTo>
                    <a:pt x="1786877" y="143637"/>
                  </a:lnTo>
                  <a:close/>
                </a:path>
                <a:path w="1786890" h="223520">
                  <a:moveTo>
                    <a:pt x="1786877" y="0"/>
                  </a:moveTo>
                  <a:lnTo>
                    <a:pt x="0" y="0"/>
                  </a:lnTo>
                  <a:lnTo>
                    <a:pt x="0" y="79540"/>
                  </a:lnTo>
                  <a:lnTo>
                    <a:pt x="1786877" y="79540"/>
                  </a:lnTo>
                  <a:lnTo>
                    <a:pt x="1786877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7807071" y="3960348"/>
              <a:ext cx="1786889" cy="223520"/>
            </a:xfrm>
            <a:custGeom>
              <a:avLst/>
              <a:gdLst/>
              <a:ahLst/>
              <a:cxnLst/>
              <a:rect l="l" t="t" r="r" b="b"/>
              <a:pathLst>
                <a:path w="1786890" h="223520">
                  <a:moveTo>
                    <a:pt x="1786877" y="143637"/>
                  </a:moveTo>
                  <a:lnTo>
                    <a:pt x="0" y="143637"/>
                  </a:lnTo>
                  <a:lnTo>
                    <a:pt x="0" y="223177"/>
                  </a:lnTo>
                  <a:lnTo>
                    <a:pt x="1786877" y="223177"/>
                  </a:lnTo>
                  <a:lnTo>
                    <a:pt x="1786877" y="143637"/>
                  </a:lnTo>
                  <a:close/>
                </a:path>
                <a:path w="1786890" h="223520">
                  <a:moveTo>
                    <a:pt x="1786877" y="0"/>
                  </a:moveTo>
                  <a:lnTo>
                    <a:pt x="0" y="0"/>
                  </a:lnTo>
                  <a:lnTo>
                    <a:pt x="0" y="79540"/>
                  </a:lnTo>
                  <a:lnTo>
                    <a:pt x="1786877" y="79540"/>
                  </a:lnTo>
                  <a:lnTo>
                    <a:pt x="1786877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9097048" y="3960348"/>
              <a:ext cx="497205" cy="223520"/>
            </a:xfrm>
            <a:custGeom>
              <a:avLst/>
              <a:gdLst/>
              <a:ahLst/>
              <a:cxnLst/>
              <a:rect l="l" t="t" r="r" b="b"/>
              <a:pathLst>
                <a:path w="497204" h="223520">
                  <a:moveTo>
                    <a:pt x="496900" y="143637"/>
                  </a:moveTo>
                  <a:lnTo>
                    <a:pt x="0" y="143637"/>
                  </a:lnTo>
                  <a:lnTo>
                    <a:pt x="0" y="223177"/>
                  </a:lnTo>
                  <a:lnTo>
                    <a:pt x="496900" y="223177"/>
                  </a:lnTo>
                  <a:lnTo>
                    <a:pt x="496900" y="143637"/>
                  </a:lnTo>
                  <a:close/>
                </a:path>
                <a:path w="497204" h="223520">
                  <a:moveTo>
                    <a:pt x="496900" y="0"/>
                  </a:moveTo>
                  <a:lnTo>
                    <a:pt x="0" y="0"/>
                  </a:lnTo>
                  <a:lnTo>
                    <a:pt x="0" y="79540"/>
                  </a:lnTo>
                  <a:lnTo>
                    <a:pt x="496900" y="79540"/>
                  </a:lnTo>
                  <a:lnTo>
                    <a:pt x="496900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6" name="object 146" descr=""/>
          <p:cNvSpPr/>
          <p:nvPr/>
        </p:nvSpPr>
        <p:spPr>
          <a:xfrm>
            <a:off x="8374289" y="3706305"/>
            <a:ext cx="192405" cy="192405"/>
          </a:xfrm>
          <a:custGeom>
            <a:avLst/>
            <a:gdLst/>
            <a:ahLst/>
            <a:cxnLst/>
            <a:rect l="l" t="t" r="r" b="b"/>
            <a:pathLst>
              <a:path w="192404" h="192404">
                <a:moveTo>
                  <a:pt x="191837" y="0"/>
                </a:moveTo>
                <a:lnTo>
                  <a:pt x="0" y="0"/>
                </a:lnTo>
                <a:lnTo>
                  <a:pt x="0" y="191837"/>
                </a:lnTo>
                <a:lnTo>
                  <a:pt x="191837" y="191837"/>
                </a:lnTo>
                <a:lnTo>
                  <a:pt x="191837" y="0"/>
                </a:lnTo>
                <a:close/>
              </a:path>
            </a:pathLst>
          </a:custGeom>
          <a:solidFill>
            <a:srgbClr val="FFFFFF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47" name="object 147" descr=""/>
          <p:cNvGrpSpPr/>
          <p:nvPr/>
        </p:nvGrpSpPr>
        <p:grpSpPr>
          <a:xfrm>
            <a:off x="5213642" y="7051795"/>
            <a:ext cx="29209" cy="295910"/>
            <a:chOff x="5213642" y="7051795"/>
            <a:chExt cx="29209" cy="295910"/>
          </a:xfrm>
        </p:grpSpPr>
        <p:sp>
          <p:nvSpPr>
            <p:cNvPr id="148" name="object 148" descr=""/>
            <p:cNvSpPr/>
            <p:nvPr/>
          </p:nvSpPr>
          <p:spPr>
            <a:xfrm>
              <a:off x="5213642" y="7051795"/>
              <a:ext cx="29209" cy="295910"/>
            </a:xfrm>
            <a:custGeom>
              <a:avLst/>
              <a:gdLst/>
              <a:ahLst/>
              <a:cxnLst/>
              <a:rect l="l" t="t" r="r" b="b"/>
              <a:pathLst>
                <a:path w="29210" h="295909">
                  <a:moveTo>
                    <a:pt x="28931" y="0"/>
                  </a:moveTo>
                  <a:lnTo>
                    <a:pt x="0" y="0"/>
                  </a:lnTo>
                  <a:lnTo>
                    <a:pt x="0" y="295509"/>
                  </a:lnTo>
                  <a:lnTo>
                    <a:pt x="28931" y="295509"/>
                  </a:lnTo>
                  <a:lnTo>
                    <a:pt x="28931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5213642" y="7051808"/>
              <a:ext cx="29209" cy="295910"/>
            </a:xfrm>
            <a:custGeom>
              <a:avLst/>
              <a:gdLst/>
              <a:ahLst/>
              <a:cxnLst/>
              <a:rect l="l" t="t" r="r" b="b"/>
              <a:pathLst>
                <a:path w="29210" h="295909">
                  <a:moveTo>
                    <a:pt x="28930" y="187261"/>
                  </a:moveTo>
                  <a:lnTo>
                    <a:pt x="0" y="187261"/>
                  </a:lnTo>
                  <a:lnTo>
                    <a:pt x="0" y="295503"/>
                  </a:lnTo>
                  <a:lnTo>
                    <a:pt x="28930" y="295503"/>
                  </a:lnTo>
                  <a:lnTo>
                    <a:pt x="28930" y="187261"/>
                  </a:lnTo>
                  <a:close/>
                </a:path>
                <a:path w="29210" h="295909">
                  <a:moveTo>
                    <a:pt x="28930" y="0"/>
                  </a:moveTo>
                  <a:lnTo>
                    <a:pt x="0" y="0"/>
                  </a:lnTo>
                  <a:lnTo>
                    <a:pt x="0" y="13322"/>
                  </a:lnTo>
                  <a:lnTo>
                    <a:pt x="28930" y="13322"/>
                  </a:lnTo>
                  <a:lnTo>
                    <a:pt x="28930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0" name="object 150" descr=""/>
          <p:cNvGrpSpPr/>
          <p:nvPr/>
        </p:nvGrpSpPr>
        <p:grpSpPr>
          <a:xfrm>
            <a:off x="5143864" y="7051795"/>
            <a:ext cx="767715" cy="502284"/>
            <a:chOff x="5143864" y="7051795"/>
            <a:chExt cx="767715" cy="502284"/>
          </a:xfrm>
        </p:grpSpPr>
        <p:sp>
          <p:nvSpPr>
            <p:cNvPr id="151" name="object 151" descr=""/>
            <p:cNvSpPr/>
            <p:nvPr/>
          </p:nvSpPr>
          <p:spPr>
            <a:xfrm>
              <a:off x="5811875" y="7051795"/>
              <a:ext cx="29209" cy="295910"/>
            </a:xfrm>
            <a:custGeom>
              <a:avLst/>
              <a:gdLst/>
              <a:ahLst/>
              <a:cxnLst/>
              <a:rect l="l" t="t" r="r" b="b"/>
              <a:pathLst>
                <a:path w="29210" h="295909">
                  <a:moveTo>
                    <a:pt x="28931" y="0"/>
                  </a:moveTo>
                  <a:lnTo>
                    <a:pt x="0" y="0"/>
                  </a:lnTo>
                  <a:lnTo>
                    <a:pt x="0" y="295509"/>
                  </a:lnTo>
                  <a:lnTo>
                    <a:pt x="28931" y="295509"/>
                  </a:lnTo>
                  <a:lnTo>
                    <a:pt x="28931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5811863" y="7051808"/>
              <a:ext cx="29209" cy="295910"/>
            </a:xfrm>
            <a:custGeom>
              <a:avLst/>
              <a:gdLst/>
              <a:ahLst/>
              <a:cxnLst/>
              <a:rect l="l" t="t" r="r" b="b"/>
              <a:pathLst>
                <a:path w="29210" h="295909">
                  <a:moveTo>
                    <a:pt x="28943" y="187261"/>
                  </a:moveTo>
                  <a:lnTo>
                    <a:pt x="0" y="187261"/>
                  </a:lnTo>
                  <a:lnTo>
                    <a:pt x="0" y="295503"/>
                  </a:lnTo>
                  <a:lnTo>
                    <a:pt x="28943" y="295503"/>
                  </a:lnTo>
                  <a:lnTo>
                    <a:pt x="28943" y="187261"/>
                  </a:lnTo>
                  <a:close/>
                </a:path>
                <a:path w="29210" h="295909">
                  <a:moveTo>
                    <a:pt x="28943" y="0"/>
                  </a:moveTo>
                  <a:lnTo>
                    <a:pt x="0" y="0"/>
                  </a:lnTo>
                  <a:lnTo>
                    <a:pt x="0" y="13322"/>
                  </a:lnTo>
                  <a:lnTo>
                    <a:pt x="28943" y="13322"/>
                  </a:lnTo>
                  <a:lnTo>
                    <a:pt x="28943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5182083" y="7318499"/>
              <a:ext cx="692150" cy="36195"/>
            </a:xfrm>
            <a:custGeom>
              <a:avLst/>
              <a:gdLst/>
              <a:ahLst/>
              <a:cxnLst/>
              <a:rect l="l" t="t" r="r" b="b"/>
              <a:pathLst>
                <a:path w="692150" h="36195">
                  <a:moveTo>
                    <a:pt x="691633" y="0"/>
                  </a:moveTo>
                  <a:lnTo>
                    <a:pt x="0" y="0"/>
                  </a:lnTo>
                  <a:lnTo>
                    <a:pt x="0" y="35904"/>
                  </a:lnTo>
                  <a:lnTo>
                    <a:pt x="691633" y="35904"/>
                  </a:lnTo>
                  <a:lnTo>
                    <a:pt x="691633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5182083" y="7318499"/>
              <a:ext cx="692150" cy="29209"/>
            </a:xfrm>
            <a:custGeom>
              <a:avLst/>
              <a:gdLst/>
              <a:ahLst/>
              <a:cxnLst/>
              <a:rect l="l" t="t" r="r" b="b"/>
              <a:pathLst>
                <a:path w="692150" h="29209">
                  <a:moveTo>
                    <a:pt x="0" y="28805"/>
                  </a:moveTo>
                  <a:lnTo>
                    <a:pt x="691633" y="28805"/>
                  </a:lnTo>
                  <a:lnTo>
                    <a:pt x="691633" y="0"/>
                  </a:lnTo>
                  <a:lnTo>
                    <a:pt x="0" y="0"/>
                  </a:lnTo>
                  <a:lnTo>
                    <a:pt x="0" y="28805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5199182" y="7353420"/>
              <a:ext cx="29209" cy="200660"/>
            </a:xfrm>
            <a:custGeom>
              <a:avLst/>
              <a:gdLst/>
              <a:ahLst/>
              <a:cxnLst/>
              <a:rect l="l" t="t" r="r" b="b"/>
              <a:pathLst>
                <a:path w="29210" h="200659">
                  <a:moveTo>
                    <a:pt x="28931" y="0"/>
                  </a:moveTo>
                  <a:lnTo>
                    <a:pt x="0" y="0"/>
                  </a:lnTo>
                  <a:lnTo>
                    <a:pt x="0" y="200035"/>
                  </a:lnTo>
                  <a:lnTo>
                    <a:pt x="28931" y="200035"/>
                  </a:lnTo>
                  <a:lnTo>
                    <a:pt x="28931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5199182" y="7403293"/>
              <a:ext cx="29209" cy="150495"/>
            </a:xfrm>
            <a:custGeom>
              <a:avLst/>
              <a:gdLst/>
              <a:ahLst/>
              <a:cxnLst/>
              <a:rect l="l" t="t" r="r" b="b"/>
              <a:pathLst>
                <a:path w="29210" h="150495">
                  <a:moveTo>
                    <a:pt x="0" y="150162"/>
                  </a:moveTo>
                  <a:lnTo>
                    <a:pt x="28931" y="150162"/>
                  </a:lnTo>
                  <a:lnTo>
                    <a:pt x="28931" y="0"/>
                  </a:lnTo>
                  <a:lnTo>
                    <a:pt x="0" y="0"/>
                  </a:lnTo>
                  <a:lnTo>
                    <a:pt x="0" y="150162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5830325" y="7353420"/>
              <a:ext cx="29209" cy="200660"/>
            </a:xfrm>
            <a:custGeom>
              <a:avLst/>
              <a:gdLst/>
              <a:ahLst/>
              <a:cxnLst/>
              <a:rect l="l" t="t" r="r" b="b"/>
              <a:pathLst>
                <a:path w="29210" h="200659">
                  <a:moveTo>
                    <a:pt x="28931" y="0"/>
                  </a:moveTo>
                  <a:lnTo>
                    <a:pt x="0" y="0"/>
                  </a:lnTo>
                  <a:lnTo>
                    <a:pt x="0" y="200035"/>
                  </a:lnTo>
                  <a:lnTo>
                    <a:pt x="28931" y="200035"/>
                  </a:lnTo>
                  <a:lnTo>
                    <a:pt x="28931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5830325" y="7403293"/>
              <a:ext cx="29209" cy="150495"/>
            </a:xfrm>
            <a:custGeom>
              <a:avLst/>
              <a:gdLst/>
              <a:ahLst/>
              <a:cxnLst/>
              <a:rect l="l" t="t" r="r" b="b"/>
              <a:pathLst>
                <a:path w="29210" h="150495">
                  <a:moveTo>
                    <a:pt x="0" y="150162"/>
                  </a:moveTo>
                  <a:lnTo>
                    <a:pt x="28931" y="150162"/>
                  </a:lnTo>
                  <a:lnTo>
                    <a:pt x="28931" y="0"/>
                  </a:lnTo>
                  <a:lnTo>
                    <a:pt x="0" y="0"/>
                  </a:lnTo>
                  <a:lnTo>
                    <a:pt x="0" y="150162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5182083" y="7065125"/>
              <a:ext cx="692150" cy="173990"/>
            </a:xfrm>
            <a:custGeom>
              <a:avLst/>
              <a:gdLst/>
              <a:ahLst/>
              <a:cxnLst/>
              <a:rect l="l" t="t" r="r" b="b"/>
              <a:pathLst>
                <a:path w="692150" h="173990">
                  <a:moveTo>
                    <a:pt x="691633" y="0"/>
                  </a:moveTo>
                  <a:lnTo>
                    <a:pt x="0" y="0"/>
                  </a:lnTo>
                  <a:lnTo>
                    <a:pt x="0" y="173942"/>
                  </a:lnTo>
                  <a:lnTo>
                    <a:pt x="691633" y="173942"/>
                  </a:lnTo>
                  <a:lnTo>
                    <a:pt x="691633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5182083" y="7065125"/>
              <a:ext cx="692150" cy="173990"/>
            </a:xfrm>
            <a:custGeom>
              <a:avLst/>
              <a:gdLst/>
              <a:ahLst/>
              <a:cxnLst/>
              <a:rect l="l" t="t" r="r" b="b"/>
              <a:pathLst>
                <a:path w="692150" h="173990">
                  <a:moveTo>
                    <a:pt x="691633" y="0"/>
                  </a:moveTo>
                  <a:lnTo>
                    <a:pt x="0" y="0"/>
                  </a:lnTo>
                  <a:lnTo>
                    <a:pt x="0" y="173942"/>
                  </a:lnTo>
                  <a:lnTo>
                    <a:pt x="691633" y="173942"/>
                  </a:lnTo>
                  <a:lnTo>
                    <a:pt x="691633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5183014" y="7347305"/>
              <a:ext cx="689610" cy="56515"/>
            </a:xfrm>
            <a:custGeom>
              <a:avLst/>
              <a:gdLst/>
              <a:ahLst/>
              <a:cxnLst/>
              <a:rect l="l" t="t" r="r" b="b"/>
              <a:pathLst>
                <a:path w="689610" h="56515">
                  <a:moveTo>
                    <a:pt x="689225" y="0"/>
                  </a:moveTo>
                  <a:lnTo>
                    <a:pt x="0" y="0"/>
                  </a:lnTo>
                  <a:lnTo>
                    <a:pt x="0" y="55987"/>
                  </a:lnTo>
                  <a:lnTo>
                    <a:pt x="689225" y="55987"/>
                  </a:lnTo>
                  <a:lnTo>
                    <a:pt x="689225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5183014" y="7347305"/>
              <a:ext cx="689610" cy="56515"/>
            </a:xfrm>
            <a:custGeom>
              <a:avLst/>
              <a:gdLst/>
              <a:ahLst/>
              <a:cxnLst/>
              <a:rect l="l" t="t" r="r" b="b"/>
              <a:pathLst>
                <a:path w="689610" h="56515">
                  <a:moveTo>
                    <a:pt x="689225" y="0"/>
                  </a:moveTo>
                  <a:lnTo>
                    <a:pt x="0" y="0"/>
                  </a:lnTo>
                  <a:lnTo>
                    <a:pt x="0" y="55987"/>
                  </a:lnTo>
                  <a:lnTo>
                    <a:pt x="689225" y="55987"/>
                  </a:lnTo>
                  <a:lnTo>
                    <a:pt x="689225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5143855" y="7239069"/>
              <a:ext cx="50165" cy="314325"/>
            </a:xfrm>
            <a:custGeom>
              <a:avLst/>
              <a:gdLst/>
              <a:ahLst/>
              <a:cxnLst/>
              <a:rect l="l" t="t" r="r" b="b"/>
              <a:pathLst>
                <a:path w="50164" h="314325">
                  <a:moveTo>
                    <a:pt x="50165" y="0"/>
                  </a:moveTo>
                  <a:lnTo>
                    <a:pt x="0" y="0"/>
                  </a:lnTo>
                  <a:lnTo>
                    <a:pt x="0" y="39966"/>
                  </a:lnTo>
                  <a:lnTo>
                    <a:pt x="10210" y="39966"/>
                  </a:lnTo>
                  <a:lnTo>
                    <a:pt x="10210" y="314020"/>
                  </a:lnTo>
                  <a:lnTo>
                    <a:pt x="39141" y="314020"/>
                  </a:lnTo>
                  <a:lnTo>
                    <a:pt x="39141" y="39966"/>
                  </a:lnTo>
                  <a:lnTo>
                    <a:pt x="50165" y="39966"/>
                  </a:lnTo>
                  <a:lnTo>
                    <a:pt x="50165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5143864" y="7239067"/>
              <a:ext cx="50165" cy="40005"/>
            </a:xfrm>
            <a:custGeom>
              <a:avLst/>
              <a:gdLst/>
              <a:ahLst/>
              <a:cxnLst/>
              <a:rect l="l" t="t" r="r" b="b"/>
              <a:pathLst>
                <a:path w="50164" h="40004">
                  <a:moveTo>
                    <a:pt x="50166" y="0"/>
                  </a:moveTo>
                  <a:lnTo>
                    <a:pt x="0" y="0"/>
                  </a:lnTo>
                  <a:lnTo>
                    <a:pt x="0" y="39956"/>
                  </a:lnTo>
                  <a:lnTo>
                    <a:pt x="50166" y="39956"/>
                  </a:lnTo>
                  <a:lnTo>
                    <a:pt x="50166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5194020" y="7239069"/>
              <a:ext cx="717550" cy="314325"/>
            </a:xfrm>
            <a:custGeom>
              <a:avLst/>
              <a:gdLst/>
              <a:ahLst/>
              <a:cxnLst/>
              <a:rect l="l" t="t" r="r" b="b"/>
              <a:pathLst>
                <a:path w="717550" h="314325">
                  <a:moveTo>
                    <a:pt x="39344" y="0"/>
                  </a:moveTo>
                  <a:lnTo>
                    <a:pt x="0" y="0"/>
                  </a:lnTo>
                  <a:lnTo>
                    <a:pt x="0" y="39966"/>
                  </a:lnTo>
                  <a:lnTo>
                    <a:pt x="39344" y="39966"/>
                  </a:lnTo>
                  <a:lnTo>
                    <a:pt x="39344" y="0"/>
                  </a:lnTo>
                  <a:close/>
                </a:path>
                <a:path w="717550" h="314325">
                  <a:moveTo>
                    <a:pt x="717359" y="0"/>
                  </a:moveTo>
                  <a:lnTo>
                    <a:pt x="667194" y="0"/>
                  </a:lnTo>
                  <a:lnTo>
                    <a:pt x="667194" y="39966"/>
                  </a:lnTo>
                  <a:lnTo>
                    <a:pt x="678218" y="39966"/>
                  </a:lnTo>
                  <a:lnTo>
                    <a:pt x="678218" y="314020"/>
                  </a:lnTo>
                  <a:lnTo>
                    <a:pt x="707148" y="314020"/>
                  </a:lnTo>
                  <a:lnTo>
                    <a:pt x="707148" y="39966"/>
                  </a:lnTo>
                  <a:lnTo>
                    <a:pt x="717359" y="39966"/>
                  </a:lnTo>
                  <a:lnTo>
                    <a:pt x="717359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5861224" y="7239067"/>
              <a:ext cx="50165" cy="40005"/>
            </a:xfrm>
            <a:custGeom>
              <a:avLst/>
              <a:gdLst/>
              <a:ahLst/>
              <a:cxnLst/>
              <a:rect l="l" t="t" r="r" b="b"/>
              <a:pathLst>
                <a:path w="50164" h="40004">
                  <a:moveTo>
                    <a:pt x="50166" y="0"/>
                  </a:moveTo>
                  <a:lnTo>
                    <a:pt x="0" y="0"/>
                  </a:lnTo>
                  <a:lnTo>
                    <a:pt x="0" y="39956"/>
                  </a:lnTo>
                  <a:lnTo>
                    <a:pt x="50166" y="39956"/>
                  </a:lnTo>
                  <a:lnTo>
                    <a:pt x="50166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 descr=""/>
            <p:cNvSpPr/>
            <p:nvPr/>
          </p:nvSpPr>
          <p:spPr>
            <a:xfrm>
              <a:off x="5821875" y="7239067"/>
              <a:ext cx="39370" cy="40005"/>
            </a:xfrm>
            <a:custGeom>
              <a:avLst/>
              <a:gdLst/>
              <a:ahLst/>
              <a:cxnLst/>
              <a:rect l="l" t="t" r="r" b="b"/>
              <a:pathLst>
                <a:path w="39370" h="40004">
                  <a:moveTo>
                    <a:pt x="39349" y="0"/>
                  </a:moveTo>
                  <a:lnTo>
                    <a:pt x="0" y="0"/>
                  </a:lnTo>
                  <a:lnTo>
                    <a:pt x="0" y="39956"/>
                  </a:lnTo>
                  <a:lnTo>
                    <a:pt x="39349" y="39956"/>
                  </a:lnTo>
                  <a:lnTo>
                    <a:pt x="39349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5194020" y="7239069"/>
              <a:ext cx="667385" cy="40005"/>
            </a:xfrm>
            <a:custGeom>
              <a:avLst/>
              <a:gdLst/>
              <a:ahLst/>
              <a:cxnLst/>
              <a:rect l="l" t="t" r="r" b="b"/>
              <a:pathLst>
                <a:path w="667385" h="40004">
                  <a:moveTo>
                    <a:pt x="39344" y="0"/>
                  </a:moveTo>
                  <a:lnTo>
                    <a:pt x="0" y="0"/>
                  </a:lnTo>
                  <a:lnTo>
                    <a:pt x="0" y="39966"/>
                  </a:lnTo>
                  <a:lnTo>
                    <a:pt x="39344" y="39966"/>
                  </a:lnTo>
                  <a:lnTo>
                    <a:pt x="39344" y="0"/>
                  </a:lnTo>
                  <a:close/>
                </a:path>
                <a:path w="667385" h="40004">
                  <a:moveTo>
                    <a:pt x="667194" y="0"/>
                  </a:moveTo>
                  <a:lnTo>
                    <a:pt x="627849" y="0"/>
                  </a:lnTo>
                  <a:lnTo>
                    <a:pt x="627849" y="39966"/>
                  </a:lnTo>
                  <a:lnTo>
                    <a:pt x="667194" y="39966"/>
                  </a:lnTo>
                  <a:lnTo>
                    <a:pt x="667194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9" name="object 169" descr=""/>
          <p:cNvGrpSpPr/>
          <p:nvPr/>
        </p:nvGrpSpPr>
        <p:grpSpPr>
          <a:xfrm>
            <a:off x="4728458" y="5257311"/>
            <a:ext cx="636270" cy="2298065"/>
            <a:chOff x="4728458" y="5257311"/>
            <a:chExt cx="636270" cy="2298065"/>
          </a:xfrm>
        </p:grpSpPr>
        <p:sp>
          <p:nvSpPr>
            <p:cNvPr id="170" name="object 170" descr=""/>
            <p:cNvSpPr/>
            <p:nvPr/>
          </p:nvSpPr>
          <p:spPr>
            <a:xfrm>
              <a:off x="5026862" y="5299336"/>
              <a:ext cx="18415" cy="80010"/>
            </a:xfrm>
            <a:custGeom>
              <a:avLst/>
              <a:gdLst/>
              <a:ahLst/>
              <a:cxnLst/>
              <a:rect l="l" t="t" r="r" b="b"/>
              <a:pathLst>
                <a:path w="18414" h="80010">
                  <a:moveTo>
                    <a:pt x="18208" y="0"/>
                  </a:moveTo>
                  <a:lnTo>
                    <a:pt x="0" y="0"/>
                  </a:lnTo>
                  <a:lnTo>
                    <a:pt x="0" y="79683"/>
                  </a:lnTo>
                  <a:lnTo>
                    <a:pt x="18208" y="79683"/>
                  </a:lnTo>
                  <a:lnTo>
                    <a:pt x="18208" y="0"/>
                  </a:lnTo>
                  <a:close/>
                </a:path>
              </a:pathLst>
            </a:custGeom>
            <a:solidFill>
              <a:srgbClr val="D7DD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4750676" y="5257323"/>
              <a:ext cx="614045" cy="158115"/>
            </a:xfrm>
            <a:custGeom>
              <a:avLst/>
              <a:gdLst/>
              <a:ahLst/>
              <a:cxnLst/>
              <a:rect l="l" t="t" r="r" b="b"/>
              <a:pathLst>
                <a:path w="614045" h="158114">
                  <a:moveTo>
                    <a:pt x="613791" y="48552"/>
                  </a:moveTo>
                  <a:lnTo>
                    <a:pt x="609333" y="29159"/>
                  </a:lnTo>
                  <a:lnTo>
                    <a:pt x="598119" y="13525"/>
                  </a:lnTo>
                  <a:lnTo>
                    <a:pt x="581825" y="3276"/>
                  </a:lnTo>
                  <a:lnTo>
                    <a:pt x="562114" y="0"/>
                  </a:lnTo>
                  <a:lnTo>
                    <a:pt x="546989" y="520"/>
                  </a:lnTo>
                  <a:lnTo>
                    <a:pt x="484898" y="3517"/>
                  </a:lnTo>
                  <a:lnTo>
                    <a:pt x="451243" y="5969"/>
                  </a:lnTo>
                  <a:lnTo>
                    <a:pt x="417677" y="9131"/>
                  </a:lnTo>
                  <a:lnTo>
                    <a:pt x="417677" y="8890"/>
                  </a:lnTo>
                  <a:lnTo>
                    <a:pt x="413004" y="9575"/>
                  </a:lnTo>
                  <a:lnTo>
                    <a:pt x="412610" y="9601"/>
                  </a:lnTo>
                  <a:lnTo>
                    <a:pt x="335076" y="22072"/>
                  </a:lnTo>
                  <a:lnTo>
                    <a:pt x="289217" y="31432"/>
                  </a:lnTo>
                  <a:lnTo>
                    <a:pt x="241363" y="42722"/>
                  </a:lnTo>
                  <a:lnTo>
                    <a:pt x="192316" y="56045"/>
                  </a:lnTo>
                  <a:lnTo>
                    <a:pt x="142875" y="71475"/>
                  </a:lnTo>
                  <a:lnTo>
                    <a:pt x="93802" y="89090"/>
                  </a:lnTo>
                  <a:lnTo>
                    <a:pt x="45923" y="108991"/>
                  </a:lnTo>
                  <a:lnTo>
                    <a:pt x="0" y="131241"/>
                  </a:lnTo>
                  <a:lnTo>
                    <a:pt x="0" y="157937"/>
                  </a:lnTo>
                  <a:lnTo>
                    <a:pt x="110705" y="95415"/>
                  </a:lnTo>
                  <a:lnTo>
                    <a:pt x="191198" y="61353"/>
                  </a:lnTo>
                  <a:lnTo>
                    <a:pt x="280733" y="43840"/>
                  </a:lnTo>
                  <a:lnTo>
                    <a:pt x="413575" y="31470"/>
                  </a:lnTo>
                  <a:lnTo>
                    <a:pt x="413600" y="31762"/>
                  </a:lnTo>
                  <a:lnTo>
                    <a:pt x="413600" y="48844"/>
                  </a:lnTo>
                  <a:lnTo>
                    <a:pt x="455371" y="42557"/>
                  </a:lnTo>
                  <a:lnTo>
                    <a:pt x="509612" y="35572"/>
                  </a:lnTo>
                  <a:lnTo>
                    <a:pt x="559981" y="31330"/>
                  </a:lnTo>
                  <a:lnTo>
                    <a:pt x="590080" y="33312"/>
                  </a:lnTo>
                  <a:lnTo>
                    <a:pt x="596595" y="36512"/>
                  </a:lnTo>
                  <a:lnTo>
                    <a:pt x="602780" y="40246"/>
                  </a:lnTo>
                  <a:lnTo>
                    <a:pt x="608533" y="44335"/>
                  </a:lnTo>
                  <a:lnTo>
                    <a:pt x="613791" y="48552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4728451" y="5357640"/>
              <a:ext cx="361315" cy="2197735"/>
            </a:xfrm>
            <a:custGeom>
              <a:avLst/>
              <a:gdLst/>
              <a:ahLst/>
              <a:cxnLst/>
              <a:rect l="l" t="t" r="r" b="b"/>
              <a:pathLst>
                <a:path w="361314" h="2197734">
                  <a:moveTo>
                    <a:pt x="361226" y="20853"/>
                  </a:moveTo>
                  <a:lnTo>
                    <a:pt x="359156" y="5397"/>
                  </a:lnTo>
                  <a:lnTo>
                    <a:pt x="352056" y="0"/>
                  </a:lnTo>
                  <a:lnTo>
                    <a:pt x="344335" y="990"/>
                  </a:lnTo>
                  <a:lnTo>
                    <a:pt x="290753" y="11874"/>
                  </a:lnTo>
                  <a:lnTo>
                    <a:pt x="238518" y="27355"/>
                  </a:lnTo>
                  <a:lnTo>
                    <a:pt x="178295" y="51765"/>
                  </a:lnTo>
                  <a:lnTo>
                    <a:pt x="116789" y="86779"/>
                  </a:lnTo>
                  <a:lnTo>
                    <a:pt x="83235" y="113855"/>
                  </a:lnTo>
                  <a:lnTo>
                    <a:pt x="39801" y="155575"/>
                  </a:lnTo>
                  <a:lnTo>
                    <a:pt x="35344" y="160794"/>
                  </a:lnTo>
                  <a:lnTo>
                    <a:pt x="35344" y="27978"/>
                  </a:lnTo>
                  <a:lnTo>
                    <a:pt x="34734" y="27978"/>
                  </a:lnTo>
                  <a:lnTo>
                    <a:pt x="34734" y="26708"/>
                  </a:lnTo>
                  <a:lnTo>
                    <a:pt x="609" y="26708"/>
                  </a:lnTo>
                  <a:lnTo>
                    <a:pt x="609" y="27978"/>
                  </a:lnTo>
                  <a:lnTo>
                    <a:pt x="0" y="27978"/>
                  </a:lnTo>
                  <a:lnTo>
                    <a:pt x="0" y="2197138"/>
                  </a:lnTo>
                  <a:lnTo>
                    <a:pt x="35344" y="2197138"/>
                  </a:lnTo>
                  <a:lnTo>
                    <a:pt x="35344" y="213791"/>
                  </a:lnTo>
                  <a:lnTo>
                    <a:pt x="36220" y="212991"/>
                  </a:lnTo>
                  <a:lnTo>
                    <a:pt x="36220" y="205193"/>
                  </a:lnTo>
                  <a:lnTo>
                    <a:pt x="40284" y="198145"/>
                  </a:lnTo>
                  <a:lnTo>
                    <a:pt x="71475" y="163677"/>
                  </a:lnTo>
                  <a:lnTo>
                    <a:pt x="102184" y="134797"/>
                  </a:lnTo>
                  <a:lnTo>
                    <a:pt x="132715" y="110109"/>
                  </a:lnTo>
                  <a:lnTo>
                    <a:pt x="191147" y="77012"/>
                  </a:lnTo>
                  <a:lnTo>
                    <a:pt x="248843" y="53848"/>
                  </a:lnTo>
                  <a:lnTo>
                    <a:pt x="298856" y="39103"/>
                  </a:lnTo>
                  <a:lnTo>
                    <a:pt x="348081" y="28981"/>
                  </a:lnTo>
                  <a:lnTo>
                    <a:pt x="355803" y="27952"/>
                  </a:lnTo>
                  <a:lnTo>
                    <a:pt x="361226" y="20853"/>
                  </a:lnTo>
                  <a:close/>
                </a:path>
              </a:pathLst>
            </a:custGeom>
            <a:solidFill>
              <a:srgbClr val="D7DD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5164285" y="5288649"/>
              <a:ext cx="200660" cy="35560"/>
            </a:xfrm>
            <a:custGeom>
              <a:avLst/>
              <a:gdLst/>
              <a:ahLst/>
              <a:cxnLst/>
              <a:rect l="l" t="t" r="r" b="b"/>
              <a:pathLst>
                <a:path w="200660" h="35560">
                  <a:moveTo>
                    <a:pt x="146372" y="0"/>
                  </a:moveTo>
                  <a:lnTo>
                    <a:pt x="96015" y="4238"/>
                  </a:lnTo>
                  <a:lnTo>
                    <a:pt x="41767" y="11232"/>
                  </a:lnTo>
                  <a:lnTo>
                    <a:pt x="0" y="17512"/>
                  </a:lnTo>
                  <a:lnTo>
                    <a:pt x="0" y="19909"/>
                  </a:lnTo>
                  <a:lnTo>
                    <a:pt x="36417" y="35302"/>
                  </a:lnTo>
                  <a:lnTo>
                    <a:pt x="200328" y="19909"/>
                  </a:lnTo>
                  <a:lnTo>
                    <a:pt x="200328" y="18779"/>
                  </a:lnTo>
                  <a:lnTo>
                    <a:pt x="200192" y="17229"/>
                  </a:lnTo>
                  <a:lnTo>
                    <a:pt x="146372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5164285" y="5288649"/>
              <a:ext cx="200660" cy="35560"/>
            </a:xfrm>
            <a:custGeom>
              <a:avLst/>
              <a:gdLst/>
              <a:ahLst/>
              <a:cxnLst/>
              <a:rect l="l" t="t" r="r" b="b"/>
              <a:pathLst>
                <a:path w="200660" h="35560">
                  <a:moveTo>
                    <a:pt x="146372" y="0"/>
                  </a:moveTo>
                  <a:lnTo>
                    <a:pt x="96015" y="4238"/>
                  </a:lnTo>
                  <a:lnTo>
                    <a:pt x="41767" y="11232"/>
                  </a:lnTo>
                  <a:lnTo>
                    <a:pt x="0" y="17512"/>
                  </a:lnTo>
                  <a:lnTo>
                    <a:pt x="0" y="19909"/>
                  </a:lnTo>
                  <a:lnTo>
                    <a:pt x="36417" y="35302"/>
                  </a:lnTo>
                  <a:lnTo>
                    <a:pt x="200328" y="19909"/>
                  </a:lnTo>
                  <a:lnTo>
                    <a:pt x="200328" y="18779"/>
                  </a:lnTo>
                  <a:lnTo>
                    <a:pt x="200192" y="17229"/>
                  </a:lnTo>
                  <a:lnTo>
                    <a:pt x="146372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5" name="object 175" descr=""/>
          <p:cNvGrpSpPr/>
          <p:nvPr/>
        </p:nvGrpSpPr>
        <p:grpSpPr>
          <a:xfrm>
            <a:off x="10572889" y="2779517"/>
            <a:ext cx="5440680" cy="4742180"/>
            <a:chOff x="10572889" y="2779517"/>
            <a:chExt cx="5440680" cy="4742180"/>
          </a:xfrm>
        </p:grpSpPr>
        <p:sp>
          <p:nvSpPr>
            <p:cNvPr id="176" name="object 176" descr=""/>
            <p:cNvSpPr/>
            <p:nvPr/>
          </p:nvSpPr>
          <p:spPr>
            <a:xfrm>
              <a:off x="11632410" y="2920979"/>
              <a:ext cx="2691130" cy="4579620"/>
            </a:xfrm>
            <a:custGeom>
              <a:avLst/>
              <a:gdLst/>
              <a:ahLst/>
              <a:cxnLst/>
              <a:rect l="l" t="t" r="r" b="b"/>
              <a:pathLst>
                <a:path w="2691130" h="4579620">
                  <a:moveTo>
                    <a:pt x="2691059" y="0"/>
                  </a:moveTo>
                  <a:lnTo>
                    <a:pt x="0" y="0"/>
                  </a:lnTo>
                  <a:lnTo>
                    <a:pt x="0" y="4579431"/>
                  </a:lnTo>
                  <a:lnTo>
                    <a:pt x="2691059" y="4579431"/>
                  </a:lnTo>
                  <a:lnTo>
                    <a:pt x="2691059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14323469" y="4733908"/>
              <a:ext cx="1594485" cy="2766695"/>
            </a:xfrm>
            <a:custGeom>
              <a:avLst/>
              <a:gdLst/>
              <a:ahLst/>
              <a:cxnLst/>
              <a:rect l="l" t="t" r="r" b="b"/>
              <a:pathLst>
                <a:path w="1594484" h="2766695">
                  <a:moveTo>
                    <a:pt x="1594485" y="0"/>
                  </a:moveTo>
                  <a:lnTo>
                    <a:pt x="0" y="0"/>
                  </a:lnTo>
                  <a:lnTo>
                    <a:pt x="0" y="2766502"/>
                  </a:lnTo>
                  <a:lnTo>
                    <a:pt x="1594485" y="2766502"/>
                  </a:lnTo>
                  <a:lnTo>
                    <a:pt x="159448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11102614" y="4215191"/>
              <a:ext cx="530225" cy="3285490"/>
            </a:xfrm>
            <a:custGeom>
              <a:avLst/>
              <a:gdLst/>
              <a:ahLst/>
              <a:cxnLst/>
              <a:rect l="l" t="t" r="r" b="b"/>
              <a:pathLst>
                <a:path w="530225" h="3285490">
                  <a:moveTo>
                    <a:pt x="529784" y="0"/>
                  </a:moveTo>
                  <a:lnTo>
                    <a:pt x="0" y="0"/>
                  </a:lnTo>
                  <a:lnTo>
                    <a:pt x="0" y="3285219"/>
                  </a:lnTo>
                  <a:lnTo>
                    <a:pt x="529784" y="3285219"/>
                  </a:lnTo>
                  <a:lnTo>
                    <a:pt x="5297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11849618" y="2779517"/>
              <a:ext cx="2256790" cy="141605"/>
            </a:xfrm>
            <a:custGeom>
              <a:avLst/>
              <a:gdLst/>
              <a:ahLst/>
              <a:cxnLst/>
              <a:rect l="l" t="t" r="r" b="b"/>
              <a:pathLst>
                <a:path w="2256790" h="141605">
                  <a:moveTo>
                    <a:pt x="2256632" y="0"/>
                  </a:moveTo>
                  <a:lnTo>
                    <a:pt x="0" y="0"/>
                  </a:lnTo>
                  <a:lnTo>
                    <a:pt x="0" y="141461"/>
                  </a:lnTo>
                  <a:lnTo>
                    <a:pt x="2256632" y="141461"/>
                  </a:lnTo>
                  <a:lnTo>
                    <a:pt x="2256632" y="0"/>
                  </a:lnTo>
                  <a:close/>
                </a:path>
              </a:pathLst>
            </a:custGeom>
            <a:solidFill>
              <a:srgbClr val="EBE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11288027" y="4406423"/>
              <a:ext cx="159385" cy="2819400"/>
            </a:xfrm>
            <a:custGeom>
              <a:avLst/>
              <a:gdLst/>
              <a:ahLst/>
              <a:cxnLst/>
              <a:rect l="l" t="t" r="r" b="b"/>
              <a:pathLst>
                <a:path w="159384" h="2819400">
                  <a:moveTo>
                    <a:pt x="158927" y="2410231"/>
                  </a:moveTo>
                  <a:lnTo>
                    <a:pt x="0" y="2410231"/>
                  </a:lnTo>
                  <a:lnTo>
                    <a:pt x="0" y="2818904"/>
                  </a:lnTo>
                  <a:lnTo>
                    <a:pt x="158927" y="2818904"/>
                  </a:lnTo>
                  <a:lnTo>
                    <a:pt x="158927" y="2410231"/>
                  </a:lnTo>
                  <a:close/>
                </a:path>
                <a:path w="159384" h="2819400">
                  <a:moveTo>
                    <a:pt x="158927" y="1807667"/>
                  </a:moveTo>
                  <a:lnTo>
                    <a:pt x="0" y="1807667"/>
                  </a:lnTo>
                  <a:lnTo>
                    <a:pt x="0" y="2216327"/>
                  </a:lnTo>
                  <a:lnTo>
                    <a:pt x="158927" y="2216327"/>
                  </a:lnTo>
                  <a:lnTo>
                    <a:pt x="158927" y="1807667"/>
                  </a:lnTo>
                  <a:close/>
                </a:path>
                <a:path w="159384" h="2819400">
                  <a:moveTo>
                    <a:pt x="158927" y="1205103"/>
                  </a:moveTo>
                  <a:lnTo>
                    <a:pt x="0" y="1205103"/>
                  </a:lnTo>
                  <a:lnTo>
                    <a:pt x="0" y="1613789"/>
                  </a:lnTo>
                  <a:lnTo>
                    <a:pt x="158927" y="1613789"/>
                  </a:lnTo>
                  <a:lnTo>
                    <a:pt x="158927" y="1205103"/>
                  </a:lnTo>
                  <a:close/>
                </a:path>
                <a:path w="159384" h="2819400">
                  <a:moveTo>
                    <a:pt x="158927" y="602564"/>
                  </a:moveTo>
                  <a:lnTo>
                    <a:pt x="0" y="602564"/>
                  </a:lnTo>
                  <a:lnTo>
                    <a:pt x="0" y="1011250"/>
                  </a:lnTo>
                  <a:lnTo>
                    <a:pt x="158927" y="1011250"/>
                  </a:lnTo>
                  <a:lnTo>
                    <a:pt x="158927" y="602564"/>
                  </a:lnTo>
                  <a:close/>
                </a:path>
                <a:path w="159384" h="2819400">
                  <a:moveTo>
                    <a:pt x="158927" y="0"/>
                  </a:moveTo>
                  <a:lnTo>
                    <a:pt x="0" y="0"/>
                  </a:lnTo>
                  <a:lnTo>
                    <a:pt x="0" y="408686"/>
                  </a:lnTo>
                  <a:lnTo>
                    <a:pt x="158927" y="408686"/>
                  </a:lnTo>
                  <a:lnTo>
                    <a:pt x="158927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10572889" y="5815854"/>
              <a:ext cx="530225" cy="1705610"/>
            </a:xfrm>
            <a:custGeom>
              <a:avLst/>
              <a:gdLst/>
              <a:ahLst/>
              <a:cxnLst/>
              <a:rect l="l" t="t" r="r" b="b"/>
              <a:pathLst>
                <a:path w="530225" h="1705609">
                  <a:moveTo>
                    <a:pt x="529732" y="0"/>
                  </a:moveTo>
                  <a:lnTo>
                    <a:pt x="0" y="547543"/>
                  </a:lnTo>
                  <a:lnTo>
                    <a:pt x="0" y="1684556"/>
                  </a:lnTo>
                  <a:lnTo>
                    <a:pt x="529732" y="1705529"/>
                  </a:lnTo>
                  <a:lnTo>
                    <a:pt x="529732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11751602" y="3151523"/>
              <a:ext cx="2453005" cy="3413760"/>
            </a:xfrm>
            <a:custGeom>
              <a:avLst/>
              <a:gdLst/>
              <a:ahLst/>
              <a:cxnLst/>
              <a:rect l="l" t="t" r="r" b="b"/>
              <a:pathLst>
                <a:path w="2453005" h="3413759">
                  <a:moveTo>
                    <a:pt x="413207" y="3099219"/>
                  </a:moveTo>
                  <a:lnTo>
                    <a:pt x="0" y="3099219"/>
                  </a:lnTo>
                  <a:lnTo>
                    <a:pt x="0" y="3413582"/>
                  </a:lnTo>
                  <a:lnTo>
                    <a:pt x="413207" y="3413582"/>
                  </a:lnTo>
                  <a:lnTo>
                    <a:pt x="413207" y="3099219"/>
                  </a:lnTo>
                  <a:close/>
                </a:path>
                <a:path w="2453005" h="3413759">
                  <a:moveTo>
                    <a:pt x="413207" y="2582710"/>
                  </a:moveTo>
                  <a:lnTo>
                    <a:pt x="0" y="2582710"/>
                  </a:lnTo>
                  <a:lnTo>
                    <a:pt x="0" y="2897060"/>
                  </a:lnTo>
                  <a:lnTo>
                    <a:pt x="413207" y="2897060"/>
                  </a:lnTo>
                  <a:lnTo>
                    <a:pt x="413207" y="2582710"/>
                  </a:lnTo>
                  <a:close/>
                </a:path>
                <a:path w="2453005" h="3413759">
                  <a:moveTo>
                    <a:pt x="413207" y="2066163"/>
                  </a:moveTo>
                  <a:lnTo>
                    <a:pt x="0" y="2066163"/>
                  </a:lnTo>
                  <a:lnTo>
                    <a:pt x="0" y="2380538"/>
                  </a:lnTo>
                  <a:lnTo>
                    <a:pt x="413207" y="2380538"/>
                  </a:lnTo>
                  <a:lnTo>
                    <a:pt x="413207" y="2066163"/>
                  </a:lnTo>
                  <a:close/>
                </a:path>
                <a:path w="2453005" h="3413759">
                  <a:moveTo>
                    <a:pt x="413207" y="1549603"/>
                  </a:moveTo>
                  <a:lnTo>
                    <a:pt x="0" y="1549603"/>
                  </a:lnTo>
                  <a:lnTo>
                    <a:pt x="0" y="1863966"/>
                  </a:lnTo>
                  <a:lnTo>
                    <a:pt x="413207" y="1863966"/>
                  </a:lnTo>
                  <a:lnTo>
                    <a:pt x="413207" y="1549603"/>
                  </a:lnTo>
                  <a:close/>
                </a:path>
                <a:path w="2453005" h="3413759">
                  <a:moveTo>
                    <a:pt x="413207" y="1033094"/>
                  </a:moveTo>
                  <a:lnTo>
                    <a:pt x="0" y="1033094"/>
                  </a:lnTo>
                  <a:lnTo>
                    <a:pt x="0" y="1347470"/>
                  </a:lnTo>
                  <a:lnTo>
                    <a:pt x="413207" y="1347470"/>
                  </a:lnTo>
                  <a:lnTo>
                    <a:pt x="413207" y="1033094"/>
                  </a:lnTo>
                  <a:close/>
                </a:path>
                <a:path w="2453005" h="3413759">
                  <a:moveTo>
                    <a:pt x="413207" y="516534"/>
                  </a:moveTo>
                  <a:lnTo>
                    <a:pt x="0" y="516534"/>
                  </a:lnTo>
                  <a:lnTo>
                    <a:pt x="0" y="830961"/>
                  </a:lnTo>
                  <a:lnTo>
                    <a:pt x="413207" y="830961"/>
                  </a:lnTo>
                  <a:lnTo>
                    <a:pt x="413207" y="516534"/>
                  </a:lnTo>
                  <a:close/>
                </a:path>
                <a:path w="2453005" h="3413759">
                  <a:moveTo>
                    <a:pt x="413207" y="0"/>
                  </a:moveTo>
                  <a:lnTo>
                    <a:pt x="0" y="0"/>
                  </a:lnTo>
                  <a:lnTo>
                    <a:pt x="0" y="314388"/>
                  </a:lnTo>
                  <a:lnTo>
                    <a:pt x="413207" y="314388"/>
                  </a:lnTo>
                  <a:lnTo>
                    <a:pt x="413207" y="0"/>
                  </a:lnTo>
                  <a:close/>
                </a:path>
                <a:path w="2453005" h="3413759">
                  <a:moveTo>
                    <a:pt x="1092923" y="1549590"/>
                  </a:moveTo>
                  <a:lnTo>
                    <a:pt x="679767" y="1549590"/>
                  </a:lnTo>
                  <a:lnTo>
                    <a:pt x="679767" y="1863928"/>
                  </a:lnTo>
                  <a:lnTo>
                    <a:pt x="1092923" y="1863928"/>
                  </a:lnTo>
                  <a:lnTo>
                    <a:pt x="1092923" y="1549590"/>
                  </a:lnTo>
                  <a:close/>
                </a:path>
                <a:path w="2453005" h="3413759">
                  <a:moveTo>
                    <a:pt x="1093025" y="3099219"/>
                  </a:moveTo>
                  <a:lnTo>
                    <a:pt x="679831" y="3099219"/>
                  </a:lnTo>
                  <a:lnTo>
                    <a:pt x="679831" y="3413556"/>
                  </a:lnTo>
                  <a:lnTo>
                    <a:pt x="1093025" y="3413556"/>
                  </a:lnTo>
                  <a:lnTo>
                    <a:pt x="1093025" y="3099219"/>
                  </a:lnTo>
                  <a:close/>
                </a:path>
                <a:path w="2453005" h="3413759">
                  <a:moveTo>
                    <a:pt x="1093025" y="2582697"/>
                  </a:moveTo>
                  <a:lnTo>
                    <a:pt x="679831" y="2582697"/>
                  </a:lnTo>
                  <a:lnTo>
                    <a:pt x="679831" y="2897009"/>
                  </a:lnTo>
                  <a:lnTo>
                    <a:pt x="1093025" y="2897009"/>
                  </a:lnTo>
                  <a:lnTo>
                    <a:pt x="1093025" y="2582697"/>
                  </a:lnTo>
                  <a:close/>
                </a:path>
                <a:path w="2453005" h="3413759">
                  <a:moveTo>
                    <a:pt x="1093025" y="2066163"/>
                  </a:moveTo>
                  <a:lnTo>
                    <a:pt x="679831" y="2066163"/>
                  </a:lnTo>
                  <a:lnTo>
                    <a:pt x="679831" y="2380475"/>
                  </a:lnTo>
                  <a:lnTo>
                    <a:pt x="1093025" y="2380475"/>
                  </a:lnTo>
                  <a:lnTo>
                    <a:pt x="1093025" y="2066163"/>
                  </a:lnTo>
                  <a:close/>
                </a:path>
                <a:path w="2453005" h="3413759">
                  <a:moveTo>
                    <a:pt x="1093025" y="1033081"/>
                  </a:moveTo>
                  <a:lnTo>
                    <a:pt x="679831" y="1033081"/>
                  </a:lnTo>
                  <a:lnTo>
                    <a:pt x="679831" y="1347431"/>
                  </a:lnTo>
                  <a:lnTo>
                    <a:pt x="1093025" y="1347431"/>
                  </a:lnTo>
                  <a:lnTo>
                    <a:pt x="1093025" y="1033081"/>
                  </a:lnTo>
                  <a:close/>
                </a:path>
                <a:path w="2453005" h="3413759">
                  <a:moveTo>
                    <a:pt x="1093025" y="516534"/>
                  </a:moveTo>
                  <a:lnTo>
                    <a:pt x="679831" y="516534"/>
                  </a:lnTo>
                  <a:lnTo>
                    <a:pt x="679831" y="830884"/>
                  </a:lnTo>
                  <a:lnTo>
                    <a:pt x="1093025" y="830884"/>
                  </a:lnTo>
                  <a:lnTo>
                    <a:pt x="1093025" y="516534"/>
                  </a:lnTo>
                  <a:close/>
                </a:path>
                <a:path w="2453005" h="3413759">
                  <a:moveTo>
                    <a:pt x="1093025" y="0"/>
                  </a:moveTo>
                  <a:lnTo>
                    <a:pt x="679831" y="0"/>
                  </a:lnTo>
                  <a:lnTo>
                    <a:pt x="679831" y="314363"/>
                  </a:lnTo>
                  <a:lnTo>
                    <a:pt x="1093025" y="314363"/>
                  </a:lnTo>
                  <a:lnTo>
                    <a:pt x="1093025" y="0"/>
                  </a:lnTo>
                  <a:close/>
                </a:path>
                <a:path w="2453005" h="3413759">
                  <a:moveTo>
                    <a:pt x="1772843" y="3099219"/>
                  </a:moveTo>
                  <a:lnTo>
                    <a:pt x="1359636" y="3099219"/>
                  </a:lnTo>
                  <a:lnTo>
                    <a:pt x="1359636" y="3413582"/>
                  </a:lnTo>
                  <a:lnTo>
                    <a:pt x="1772843" y="3413582"/>
                  </a:lnTo>
                  <a:lnTo>
                    <a:pt x="1772843" y="3099219"/>
                  </a:lnTo>
                  <a:close/>
                </a:path>
                <a:path w="2453005" h="3413759">
                  <a:moveTo>
                    <a:pt x="1772843" y="2582710"/>
                  </a:moveTo>
                  <a:lnTo>
                    <a:pt x="1359636" y="2582710"/>
                  </a:lnTo>
                  <a:lnTo>
                    <a:pt x="1359636" y="2897060"/>
                  </a:lnTo>
                  <a:lnTo>
                    <a:pt x="1772843" y="2897060"/>
                  </a:lnTo>
                  <a:lnTo>
                    <a:pt x="1772843" y="2582710"/>
                  </a:lnTo>
                  <a:close/>
                </a:path>
                <a:path w="2453005" h="3413759">
                  <a:moveTo>
                    <a:pt x="1772843" y="2066163"/>
                  </a:moveTo>
                  <a:lnTo>
                    <a:pt x="1359636" y="2066163"/>
                  </a:lnTo>
                  <a:lnTo>
                    <a:pt x="1359636" y="2380538"/>
                  </a:lnTo>
                  <a:lnTo>
                    <a:pt x="1772843" y="2380538"/>
                  </a:lnTo>
                  <a:lnTo>
                    <a:pt x="1772843" y="2066163"/>
                  </a:lnTo>
                  <a:close/>
                </a:path>
                <a:path w="2453005" h="3413759">
                  <a:moveTo>
                    <a:pt x="1772843" y="1549603"/>
                  </a:moveTo>
                  <a:lnTo>
                    <a:pt x="1359636" y="1549603"/>
                  </a:lnTo>
                  <a:lnTo>
                    <a:pt x="1359636" y="1863966"/>
                  </a:lnTo>
                  <a:lnTo>
                    <a:pt x="1772843" y="1863966"/>
                  </a:lnTo>
                  <a:lnTo>
                    <a:pt x="1772843" y="1549603"/>
                  </a:lnTo>
                  <a:close/>
                </a:path>
                <a:path w="2453005" h="3413759">
                  <a:moveTo>
                    <a:pt x="1772843" y="1033094"/>
                  </a:moveTo>
                  <a:lnTo>
                    <a:pt x="1359636" y="1033094"/>
                  </a:lnTo>
                  <a:lnTo>
                    <a:pt x="1359636" y="1347470"/>
                  </a:lnTo>
                  <a:lnTo>
                    <a:pt x="1772843" y="1347470"/>
                  </a:lnTo>
                  <a:lnTo>
                    <a:pt x="1772843" y="1033094"/>
                  </a:lnTo>
                  <a:close/>
                </a:path>
                <a:path w="2453005" h="3413759">
                  <a:moveTo>
                    <a:pt x="1772843" y="516534"/>
                  </a:moveTo>
                  <a:lnTo>
                    <a:pt x="1359636" y="516534"/>
                  </a:lnTo>
                  <a:lnTo>
                    <a:pt x="1359636" y="830961"/>
                  </a:lnTo>
                  <a:lnTo>
                    <a:pt x="1772843" y="830961"/>
                  </a:lnTo>
                  <a:lnTo>
                    <a:pt x="1772843" y="516534"/>
                  </a:lnTo>
                  <a:close/>
                </a:path>
                <a:path w="2453005" h="3413759">
                  <a:moveTo>
                    <a:pt x="1772843" y="0"/>
                  </a:moveTo>
                  <a:lnTo>
                    <a:pt x="1359636" y="0"/>
                  </a:lnTo>
                  <a:lnTo>
                    <a:pt x="1359636" y="314388"/>
                  </a:lnTo>
                  <a:lnTo>
                    <a:pt x="1772843" y="314388"/>
                  </a:lnTo>
                  <a:lnTo>
                    <a:pt x="1772843" y="0"/>
                  </a:lnTo>
                  <a:close/>
                </a:path>
                <a:path w="2453005" h="3413759">
                  <a:moveTo>
                    <a:pt x="2452611" y="1549603"/>
                  </a:moveTo>
                  <a:lnTo>
                    <a:pt x="2039404" y="1549603"/>
                  </a:lnTo>
                  <a:lnTo>
                    <a:pt x="2039404" y="1863966"/>
                  </a:lnTo>
                  <a:lnTo>
                    <a:pt x="2452611" y="1863966"/>
                  </a:lnTo>
                  <a:lnTo>
                    <a:pt x="2452611" y="1549603"/>
                  </a:lnTo>
                  <a:close/>
                </a:path>
                <a:path w="2453005" h="3413759">
                  <a:moveTo>
                    <a:pt x="2452662" y="3099219"/>
                  </a:moveTo>
                  <a:lnTo>
                    <a:pt x="2039454" y="3099219"/>
                  </a:lnTo>
                  <a:lnTo>
                    <a:pt x="2039454" y="3413582"/>
                  </a:lnTo>
                  <a:lnTo>
                    <a:pt x="2452662" y="3413582"/>
                  </a:lnTo>
                  <a:lnTo>
                    <a:pt x="2452662" y="3099219"/>
                  </a:lnTo>
                  <a:close/>
                </a:path>
                <a:path w="2453005" h="3413759">
                  <a:moveTo>
                    <a:pt x="2452662" y="2582710"/>
                  </a:moveTo>
                  <a:lnTo>
                    <a:pt x="2039454" y="2582710"/>
                  </a:lnTo>
                  <a:lnTo>
                    <a:pt x="2039454" y="2897060"/>
                  </a:lnTo>
                  <a:lnTo>
                    <a:pt x="2452662" y="2897060"/>
                  </a:lnTo>
                  <a:lnTo>
                    <a:pt x="2452662" y="2582710"/>
                  </a:lnTo>
                  <a:close/>
                </a:path>
                <a:path w="2453005" h="3413759">
                  <a:moveTo>
                    <a:pt x="2452662" y="2066163"/>
                  </a:moveTo>
                  <a:lnTo>
                    <a:pt x="2039454" y="2066163"/>
                  </a:lnTo>
                  <a:lnTo>
                    <a:pt x="2039454" y="2380538"/>
                  </a:lnTo>
                  <a:lnTo>
                    <a:pt x="2452662" y="2380538"/>
                  </a:lnTo>
                  <a:lnTo>
                    <a:pt x="2452662" y="2066163"/>
                  </a:lnTo>
                  <a:close/>
                </a:path>
                <a:path w="2453005" h="3413759">
                  <a:moveTo>
                    <a:pt x="2452662" y="1033094"/>
                  </a:moveTo>
                  <a:lnTo>
                    <a:pt x="2039454" y="1033094"/>
                  </a:lnTo>
                  <a:lnTo>
                    <a:pt x="2039454" y="1347470"/>
                  </a:lnTo>
                  <a:lnTo>
                    <a:pt x="2452662" y="1347470"/>
                  </a:lnTo>
                  <a:lnTo>
                    <a:pt x="2452662" y="1033094"/>
                  </a:lnTo>
                  <a:close/>
                </a:path>
                <a:path w="2453005" h="3413759">
                  <a:moveTo>
                    <a:pt x="2452662" y="516534"/>
                  </a:moveTo>
                  <a:lnTo>
                    <a:pt x="2039454" y="516534"/>
                  </a:lnTo>
                  <a:lnTo>
                    <a:pt x="2039454" y="830961"/>
                  </a:lnTo>
                  <a:lnTo>
                    <a:pt x="2452662" y="830961"/>
                  </a:lnTo>
                  <a:lnTo>
                    <a:pt x="2452662" y="516534"/>
                  </a:lnTo>
                  <a:close/>
                </a:path>
                <a:path w="2453005" h="3413759">
                  <a:moveTo>
                    <a:pt x="2452662" y="0"/>
                  </a:moveTo>
                  <a:lnTo>
                    <a:pt x="2039454" y="0"/>
                  </a:lnTo>
                  <a:lnTo>
                    <a:pt x="2039454" y="314388"/>
                  </a:lnTo>
                  <a:lnTo>
                    <a:pt x="2452662" y="314388"/>
                  </a:lnTo>
                  <a:lnTo>
                    <a:pt x="24526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 descr=""/>
            <p:cNvSpPr/>
            <p:nvPr/>
          </p:nvSpPr>
          <p:spPr>
            <a:xfrm>
              <a:off x="11751589" y="6764242"/>
              <a:ext cx="2453005" cy="736600"/>
            </a:xfrm>
            <a:custGeom>
              <a:avLst/>
              <a:gdLst/>
              <a:ahLst/>
              <a:cxnLst/>
              <a:rect l="l" t="t" r="r" b="b"/>
              <a:pathLst>
                <a:path w="2453005" h="736600">
                  <a:moveTo>
                    <a:pt x="317817" y="0"/>
                  </a:moveTo>
                  <a:lnTo>
                    <a:pt x="0" y="0"/>
                  </a:lnTo>
                  <a:lnTo>
                    <a:pt x="0" y="565861"/>
                  </a:lnTo>
                  <a:lnTo>
                    <a:pt x="317817" y="565861"/>
                  </a:lnTo>
                  <a:lnTo>
                    <a:pt x="317817" y="0"/>
                  </a:lnTo>
                  <a:close/>
                </a:path>
                <a:path w="2453005" h="736600">
                  <a:moveTo>
                    <a:pt x="731024" y="0"/>
                  </a:moveTo>
                  <a:lnTo>
                    <a:pt x="413219" y="0"/>
                  </a:lnTo>
                  <a:lnTo>
                    <a:pt x="413219" y="130987"/>
                  </a:lnTo>
                  <a:lnTo>
                    <a:pt x="413219" y="565861"/>
                  </a:lnTo>
                  <a:lnTo>
                    <a:pt x="731024" y="565861"/>
                  </a:lnTo>
                  <a:lnTo>
                    <a:pt x="731024" y="130987"/>
                  </a:lnTo>
                  <a:lnTo>
                    <a:pt x="731024" y="0"/>
                  </a:lnTo>
                  <a:close/>
                </a:path>
                <a:path w="2453005" h="736600">
                  <a:moveTo>
                    <a:pt x="1501825" y="130987"/>
                  </a:moveTo>
                  <a:lnTo>
                    <a:pt x="950861" y="130987"/>
                  </a:lnTo>
                  <a:lnTo>
                    <a:pt x="950861" y="736168"/>
                  </a:lnTo>
                  <a:lnTo>
                    <a:pt x="1501825" y="736168"/>
                  </a:lnTo>
                  <a:lnTo>
                    <a:pt x="1501825" y="130987"/>
                  </a:lnTo>
                  <a:close/>
                </a:path>
                <a:path w="2453005" h="736600">
                  <a:moveTo>
                    <a:pt x="2039467" y="0"/>
                  </a:moveTo>
                  <a:lnTo>
                    <a:pt x="1721662" y="0"/>
                  </a:lnTo>
                  <a:lnTo>
                    <a:pt x="1721662" y="130987"/>
                  </a:lnTo>
                  <a:lnTo>
                    <a:pt x="1721662" y="565861"/>
                  </a:lnTo>
                  <a:lnTo>
                    <a:pt x="2039467" y="565861"/>
                  </a:lnTo>
                  <a:lnTo>
                    <a:pt x="2039467" y="130987"/>
                  </a:lnTo>
                  <a:lnTo>
                    <a:pt x="2039467" y="0"/>
                  </a:lnTo>
                  <a:close/>
                </a:path>
                <a:path w="2453005" h="736600">
                  <a:moveTo>
                    <a:pt x="2452674" y="0"/>
                  </a:moveTo>
                  <a:lnTo>
                    <a:pt x="2134819" y="0"/>
                  </a:lnTo>
                  <a:lnTo>
                    <a:pt x="2134819" y="565861"/>
                  </a:lnTo>
                  <a:lnTo>
                    <a:pt x="2452674" y="565861"/>
                  </a:lnTo>
                  <a:lnTo>
                    <a:pt x="2452674" y="0"/>
                  </a:lnTo>
                  <a:close/>
                </a:path>
              </a:pathLst>
            </a:custGeom>
            <a:solidFill>
              <a:srgbClr val="EBE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12464070" y="6638509"/>
              <a:ext cx="1028065" cy="257175"/>
            </a:xfrm>
            <a:custGeom>
              <a:avLst/>
              <a:gdLst/>
              <a:ahLst/>
              <a:cxnLst/>
              <a:rect l="l" t="t" r="r" b="b"/>
              <a:pathLst>
                <a:path w="1028065" h="257175">
                  <a:moveTo>
                    <a:pt x="1027644" y="0"/>
                  </a:moveTo>
                  <a:lnTo>
                    <a:pt x="0" y="0"/>
                  </a:lnTo>
                  <a:lnTo>
                    <a:pt x="0" y="256714"/>
                  </a:lnTo>
                  <a:lnTo>
                    <a:pt x="1027644" y="256714"/>
                  </a:lnTo>
                  <a:lnTo>
                    <a:pt x="10276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10674883" y="4610995"/>
              <a:ext cx="5339080" cy="2719705"/>
            </a:xfrm>
            <a:custGeom>
              <a:avLst/>
              <a:gdLst/>
              <a:ahLst/>
              <a:cxnLst/>
              <a:rect l="l" t="t" r="r" b="b"/>
              <a:pathLst>
                <a:path w="5339080" h="2719704">
                  <a:moveTo>
                    <a:pt x="336308" y="2425712"/>
                  </a:moveTo>
                  <a:lnTo>
                    <a:pt x="0" y="2425712"/>
                  </a:lnTo>
                  <a:lnTo>
                    <a:pt x="0" y="2614333"/>
                  </a:lnTo>
                  <a:lnTo>
                    <a:pt x="336308" y="2614333"/>
                  </a:lnTo>
                  <a:lnTo>
                    <a:pt x="336308" y="2425712"/>
                  </a:lnTo>
                  <a:close/>
                </a:path>
                <a:path w="5339080" h="2719704">
                  <a:moveTo>
                    <a:pt x="336308" y="2158479"/>
                  </a:moveTo>
                  <a:lnTo>
                    <a:pt x="0" y="2158479"/>
                  </a:lnTo>
                  <a:lnTo>
                    <a:pt x="0" y="2347125"/>
                  </a:lnTo>
                  <a:lnTo>
                    <a:pt x="336308" y="2347125"/>
                  </a:lnTo>
                  <a:lnTo>
                    <a:pt x="336308" y="2158479"/>
                  </a:lnTo>
                  <a:close/>
                </a:path>
                <a:path w="5339080" h="2719704">
                  <a:moveTo>
                    <a:pt x="336308" y="1891258"/>
                  </a:moveTo>
                  <a:lnTo>
                    <a:pt x="0" y="1891258"/>
                  </a:lnTo>
                  <a:lnTo>
                    <a:pt x="0" y="2079866"/>
                  </a:lnTo>
                  <a:lnTo>
                    <a:pt x="336308" y="2079866"/>
                  </a:lnTo>
                  <a:lnTo>
                    <a:pt x="336308" y="1891258"/>
                  </a:lnTo>
                  <a:close/>
                </a:path>
                <a:path w="5339080" h="2719704">
                  <a:moveTo>
                    <a:pt x="4068445" y="2153247"/>
                  </a:moveTo>
                  <a:lnTo>
                    <a:pt x="3750589" y="2153247"/>
                  </a:lnTo>
                  <a:lnTo>
                    <a:pt x="3750589" y="2719108"/>
                  </a:lnTo>
                  <a:lnTo>
                    <a:pt x="4068445" y="2719108"/>
                  </a:lnTo>
                  <a:lnTo>
                    <a:pt x="4068445" y="2153247"/>
                  </a:lnTo>
                  <a:close/>
                </a:path>
                <a:path w="5339080" h="2719704">
                  <a:moveTo>
                    <a:pt x="4406112" y="1859788"/>
                  </a:moveTo>
                  <a:lnTo>
                    <a:pt x="3750589" y="1859788"/>
                  </a:lnTo>
                  <a:lnTo>
                    <a:pt x="3750589" y="2048395"/>
                  </a:lnTo>
                  <a:lnTo>
                    <a:pt x="4406112" y="2048395"/>
                  </a:lnTo>
                  <a:lnTo>
                    <a:pt x="4406112" y="1859788"/>
                  </a:lnTo>
                  <a:close/>
                </a:path>
                <a:path w="5339080" h="2719704">
                  <a:moveTo>
                    <a:pt x="4406112" y="1547698"/>
                  </a:moveTo>
                  <a:lnTo>
                    <a:pt x="3750589" y="1547698"/>
                  </a:lnTo>
                  <a:lnTo>
                    <a:pt x="3750589" y="1736293"/>
                  </a:lnTo>
                  <a:lnTo>
                    <a:pt x="4406112" y="1736293"/>
                  </a:lnTo>
                  <a:lnTo>
                    <a:pt x="4406112" y="1547698"/>
                  </a:lnTo>
                  <a:close/>
                </a:path>
                <a:path w="5339080" h="2719704">
                  <a:moveTo>
                    <a:pt x="4406112" y="1235621"/>
                  </a:moveTo>
                  <a:lnTo>
                    <a:pt x="3750589" y="1235621"/>
                  </a:lnTo>
                  <a:lnTo>
                    <a:pt x="3750589" y="1424228"/>
                  </a:lnTo>
                  <a:lnTo>
                    <a:pt x="4406112" y="1424228"/>
                  </a:lnTo>
                  <a:lnTo>
                    <a:pt x="4406112" y="1235621"/>
                  </a:lnTo>
                  <a:close/>
                </a:path>
                <a:path w="5339080" h="2719704">
                  <a:moveTo>
                    <a:pt x="4406112" y="923544"/>
                  </a:moveTo>
                  <a:lnTo>
                    <a:pt x="3750589" y="923544"/>
                  </a:lnTo>
                  <a:lnTo>
                    <a:pt x="3750589" y="1112151"/>
                  </a:lnTo>
                  <a:lnTo>
                    <a:pt x="4406112" y="1112151"/>
                  </a:lnTo>
                  <a:lnTo>
                    <a:pt x="4406112" y="923544"/>
                  </a:lnTo>
                  <a:close/>
                </a:path>
                <a:path w="5339080" h="2719704">
                  <a:moveTo>
                    <a:pt x="4406112" y="611454"/>
                  </a:moveTo>
                  <a:lnTo>
                    <a:pt x="3750589" y="611454"/>
                  </a:lnTo>
                  <a:lnTo>
                    <a:pt x="3750589" y="800036"/>
                  </a:lnTo>
                  <a:lnTo>
                    <a:pt x="4406112" y="800036"/>
                  </a:lnTo>
                  <a:lnTo>
                    <a:pt x="4406112" y="611454"/>
                  </a:lnTo>
                  <a:close/>
                </a:path>
                <a:path w="5339080" h="2719704">
                  <a:moveTo>
                    <a:pt x="4406112" y="299377"/>
                  </a:moveTo>
                  <a:lnTo>
                    <a:pt x="3750589" y="299377"/>
                  </a:lnTo>
                  <a:lnTo>
                    <a:pt x="3750589" y="488022"/>
                  </a:lnTo>
                  <a:lnTo>
                    <a:pt x="4406112" y="488022"/>
                  </a:lnTo>
                  <a:lnTo>
                    <a:pt x="4406112" y="299377"/>
                  </a:lnTo>
                  <a:close/>
                </a:path>
                <a:path w="5339080" h="2719704">
                  <a:moveTo>
                    <a:pt x="4599825" y="2153247"/>
                  </a:moveTo>
                  <a:lnTo>
                    <a:pt x="4281970" y="2153247"/>
                  </a:lnTo>
                  <a:lnTo>
                    <a:pt x="4281970" y="2719108"/>
                  </a:lnTo>
                  <a:lnTo>
                    <a:pt x="4599825" y="2719108"/>
                  </a:lnTo>
                  <a:lnTo>
                    <a:pt x="4599825" y="2153247"/>
                  </a:lnTo>
                  <a:close/>
                </a:path>
                <a:path w="5339080" h="2719704">
                  <a:moveTo>
                    <a:pt x="5131206" y="2153247"/>
                  </a:moveTo>
                  <a:lnTo>
                    <a:pt x="4813389" y="2153247"/>
                  </a:lnTo>
                  <a:lnTo>
                    <a:pt x="4813389" y="2719108"/>
                  </a:lnTo>
                  <a:lnTo>
                    <a:pt x="5131206" y="2719108"/>
                  </a:lnTo>
                  <a:lnTo>
                    <a:pt x="5131206" y="2153247"/>
                  </a:lnTo>
                  <a:close/>
                </a:path>
                <a:path w="5339080" h="2719704">
                  <a:moveTo>
                    <a:pt x="5141163" y="1859788"/>
                  </a:moveTo>
                  <a:lnTo>
                    <a:pt x="4485576" y="1859788"/>
                  </a:lnTo>
                  <a:lnTo>
                    <a:pt x="4485576" y="2048395"/>
                  </a:lnTo>
                  <a:lnTo>
                    <a:pt x="5141163" y="2048395"/>
                  </a:lnTo>
                  <a:lnTo>
                    <a:pt x="5141163" y="1859788"/>
                  </a:lnTo>
                  <a:close/>
                </a:path>
                <a:path w="5339080" h="2719704">
                  <a:moveTo>
                    <a:pt x="5141163" y="1547698"/>
                  </a:moveTo>
                  <a:lnTo>
                    <a:pt x="4485576" y="1547698"/>
                  </a:lnTo>
                  <a:lnTo>
                    <a:pt x="4485576" y="1736293"/>
                  </a:lnTo>
                  <a:lnTo>
                    <a:pt x="5141163" y="1736293"/>
                  </a:lnTo>
                  <a:lnTo>
                    <a:pt x="5141163" y="1547698"/>
                  </a:lnTo>
                  <a:close/>
                </a:path>
                <a:path w="5339080" h="2719704">
                  <a:moveTo>
                    <a:pt x="5141163" y="1235621"/>
                  </a:moveTo>
                  <a:lnTo>
                    <a:pt x="4485576" y="1235621"/>
                  </a:lnTo>
                  <a:lnTo>
                    <a:pt x="4485576" y="1424228"/>
                  </a:lnTo>
                  <a:lnTo>
                    <a:pt x="5141163" y="1424228"/>
                  </a:lnTo>
                  <a:lnTo>
                    <a:pt x="5141163" y="1235621"/>
                  </a:lnTo>
                  <a:close/>
                </a:path>
                <a:path w="5339080" h="2719704">
                  <a:moveTo>
                    <a:pt x="5141163" y="923544"/>
                  </a:moveTo>
                  <a:lnTo>
                    <a:pt x="4485576" y="923544"/>
                  </a:lnTo>
                  <a:lnTo>
                    <a:pt x="4485576" y="1112151"/>
                  </a:lnTo>
                  <a:lnTo>
                    <a:pt x="5141163" y="1112151"/>
                  </a:lnTo>
                  <a:lnTo>
                    <a:pt x="5141163" y="923544"/>
                  </a:lnTo>
                  <a:close/>
                </a:path>
                <a:path w="5339080" h="2719704">
                  <a:moveTo>
                    <a:pt x="5141163" y="611454"/>
                  </a:moveTo>
                  <a:lnTo>
                    <a:pt x="4485576" y="611454"/>
                  </a:lnTo>
                  <a:lnTo>
                    <a:pt x="4485576" y="800036"/>
                  </a:lnTo>
                  <a:lnTo>
                    <a:pt x="5141163" y="800036"/>
                  </a:lnTo>
                  <a:lnTo>
                    <a:pt x="5141163" y="611454"/>
                  </a:lnTo>
                  <a:close/>
                </a:path>
                <a:path w="5339080" h="2719704">
                  <a:moveTo>
                    <a:pt x="5141163" y="299377"/>
                  </a:moveTo>
                  <a:lnTo>
                    <a:pt x="4485576" y="299377"/>
                  </a:lnTo>
                  <a:lnTo>
                    <a:pt x="4485576" y="488022"/>
                  </a:lnTo>
                  <a:lnTo>
                    <a:pt x="5141163" y="488022"/>
                  </a:lnTo>
                  <a:lnTo>
                    <a:pt x="5141163" y="299377"/>
                  </a:lnTo>
                  <a:close/>
                </a:path>
                <a:path w="5339080" h="2719704">
                  <a:moveTo>
                    <a:pt x="5338470" y="0"/>
                  </a:moveTo>
                  <a:lnTo>
                    <a:pt x="3648583" y="0"/>
                  </a:lnTo>
                  <a:lnTo>
                    <a:pt x="3648583" y="120065"/>
                  </a:lnTo>
                  <a:lnTo>
                    <a:pt x="5338470" y="120065"/>
                  </a:lnTo>
                  <a:lnTo>
                    <a:pt x="5338470" y="0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6" name="object 186" descr=""/>
          <p:cNvGrpSpPr/>
          <p:nvPr/>
        </p:nvGrpSpPr>
        <p:grpSpPr>
          <a:xfrm>
            <a:off x="3098931" y="4165122"/>
            <a:ext cx="1765935" cy="2634615"/>
            <a:chOff x="3098931" y="4165122"/>
            <a:chExt cx="1765935" cy="2634615"/>
          </a:xfrm>
        </p:grpSpPr>
        <p:sp>
          <p:nvSpPr>
            <p:cNvPr id="187" name="object 187" descr=""/>
            <p:cNvSpPr/>
            <p:nvPr/>
          </p:nvSpPr>
          <p:spPr>
            <a:xfrm>
              <a:off x="3098931" y="4165122"/>
              <a:ext cx="1457960" cy="1479550"/>
            </a:xfrm>
            <a:custGeom>
              <a:avLst/>
              <a:gdLst/>
              <a:ahLst/>
              <a:cxnLst/>
              <a:rect l="l" t="t" r="r" b="b"/>
              <a:pathLst>
                <a:path w="1457960" h="1479550">
                  <a:moveTo>
                    <a:pt x="755074" y="0"/>
                  </a:moveTo>
                  <a:lnTo>
                    <a:pt x="708698" y="13661"/>
                  </a:lnTo>
                  <a:lnTo>
                    <a:pt x="692649" y="37392"/>
                  </a:lnTo>
                  <a:lnTo>
                    <a:pt x="681546" y="22020"/>
                  </a:lnTo>
                  <a:lnTo>
                    <a:pt x="666638" y="11026"/>
                  </a:lnTo>
                  <a:lnTo>
                    <a:pt x="649018" y="5357"/>
                  </a:lnTo>
                  <a:lnTo>
                    <a:pt x="629782" y="5958"/>
                  </a:lnTo>
                  <a:lnTo>
                    <a:pt x="613286" y="12071"/>
                  </a:lnTo>
                  <a:lnTo>
                    <a:pt x="599760" y="22459"/>
                  </a:lnTo>
                  <a:lnTo>
                    <a:pt x="589805" y="36175"/>
                  </a:lnTo>
                  <a:lnTo>
                    <a:pt x="584024" y="52271"/>
                  </a:lnTo>
                  <a:lnTo>
                    <a:pt x="572557" y="40132"/>
                  </a:lnTo>
                  <a:lnTo>
                    <a:pt x="558333" y="31714"/>
                  </a:lnTo>
                  <a:lnTo>
                    <a:pt x="542194" y="27643"/>
                  </a:lnTo>
                  <a:lnTo>
                    <a:pt x="524978" y="28544"/>
                  </a:lnTo>
                  <a:lnTo>
                    <a:pt x="506879" y="35694"/>
                  </a:lnTo>
                  <a:lnTo>
                    <a:pt x="492758" y="48067"/>
                  </a:lnTo>
                  <a:lnTo>
                    <a:pt x="483277" y="64319"/>
                  </a:lnTo>
                  <a:lnTo>
                    <a:pt x="479095" y="83108"/>
                  </a:lnTo>
                  <a:lnTo>
                    <a:pt x="468100" y="74362"/>
                  </a:lnTo>
                  <a:lnTo>
                    <a:pt x="455529" y="68352"/>
                  </a:lnTo>
                  <a:lnTo>
                    <a:pt x="441778" y="65588"/>
                  </a:lnTo>
                  <a:lnTo>
                    <a:pt x="427243" y="66585"/>
                  </a:lnTo>
                  <a:lnTo>
                    <a:pt x="408004" y="74451"/>
                  </a:lnTo>
                  <a:lnTo>
                    <a:pt x="393391" y="88193"/>
                  </a:lnTo>
                  <a:lnTo>
                    <a:pt x="384235" y="106169"/>
                  </a:lnTo>
                  <a:lnTo>
                    <a:pt x="381370" y="126740"/>
                  </a:lnTo>
                  <a:lnTo>
                    <a:pt x="371611" y="121629"/>
                  </a:lnTo>
                  <a:lnTo>
                    <a:pt x="361028" y="118404"/>
                  </a:lnTo>
                  <a:lnTo>
                    <a:pt x="349859" y="117274"/>
                  </a:lnTo>
                  <a:lnTo>
                    <a:pt x="338345" y="118447"/>
                  </a:lnTo>
                  <a:lnTo>
                    <a:pt x="317334" y="127385"/>
                  </a:lnTo>
                  <a:lnTo>
                    <a:pt x="301807" y="143168"/>
                  </a:lnTo>
                  <a:lnTo>
                    <a:pt x="293082" y="163668"/>
                  </a:lnTo>
                  <a:lnTo>
                    <a:pt x="292472" y="186759"/>
                  </a:lnTo>
                  <a:lnTo>
                    <a:pt x="284584" y="183978"/>
                  </a:lnTo>
                  <a:lnTo>
                    <a:pt x="276406" y="182183"/>
                  </a:lnTo>
                  <a:lnTo>
                    <a:pt x="267963" y="181638"/>
                  </a:lnTo>
                  <a:lnTo>
                    <a:pt x="259280" y="182602"/>
                  </a:lnTo>
                  <a:lnTo>
                    <a:pt x="237806" y="191810"/>
                  </a:lnTo>
                  <a:lnTo>
                    <a:pt x="222020" y="208109"/>
                  </a:lnTo>
                  <a:lnTo>
                    <a:pt x="213399" y="229238"/>
                  </a:lnTo>
                  <a:lnTo>
                    <a:pt x="213417" y="252935"/>
                  </a:lnTo>
                  <a:lnTo>
                    <a:pt x="213784" y="254809"/>
                  </a:lnTo>
                  <a:lnTo>
                    <a:pt x="214977" y="256213"/>
                  </a:lnTo>
                  <a:lnTo>
                    <a:pt x="215522" y="258014"/>
                  </a:lnTo>
                  <a:lnTo>
                    <a:pt x="207679" y="256202"/>
                  </a:lnTo>
                  <a:lnTo>
                    <a:pt x="199428" y="255804"/>
                  </a:lnTo>
                  <a:lnTo>
                    <a:pt x="191041" y="257532"/>
                  </a:lnTo>
                  <a:lnTo>
                    <a:pt x="169565" y="266740"/>
                  </a:lnTo>
                  <a:lnTo>
                    <a:pt x="153776" y="283039"/>
                  </a:lnTo>
                  <a:lnTo>
                    <a:pt x="145151" y="304168"/>
                  </a:lnTo>
                  <a:lnTo>
                    <a:pt x="145168" y="327865"/>
                  </a:lnTo>
                  <a:lnTo>
                    <a:pt x="146194" y="332975"/>
                  </a:lnTo>
                  <a:lnTo>
                    <a:pt x="148749" y="337215"/>
                  </a:lnTo>
                  <a:lnTo>
                    <a:pt x="150906" y="341697"/>
                  </a:lnTo>
                  <a:lnTo>
                    <a:pt x="145534" y="341247"/>
                  </a:lnTo>
                  <a:lnTo>
                    <a:pt x="140173" y="340566"/>
                  </a:lnTo>
                  <a:lnTo>
                    <a:pt x="134613" y="341707"/>
                  </a:lnTo>
                  <a:lnTo>
                    <a:pt x="113139" y="350915"/>
                  </a:lnTo>
                  <a:lnTo>
                    <a:pt x="97354" y="367214"/>
                  </a:lnTo>
                  <a:lnTo>
                    <a:pt x="88733" y="388343"/>
                  </a:lnTo>
                  <a:lnTo>
                    <a:pt x="88751" y="412040"/>
                  </a:lnTo>
                  <a:lnTo>
                    <a:pt x="90332" y="420009"/>
                  </a:lnTo>
                  <a:lnTo>
                    <a:pt x="93473" y="427265"/>
                  </a:lnTo>
                  <a:lnTo>
                    <a:pt x="97693" y="433600"/>
                  </a:lnTo>
                  <a:lnTo>
                    <a:pt x="95431" y="433799"/>
                  </a:lnTo>
                  <a:lnTo>
                    <a:pt x="93285" y="433139"/>
                  </a:lnTo>
                  <a:lnTo>
                    <a:pt x="91002" y="433610"/>
                  </a:lnTo>
                  <a:lnTo>
                    <a:pt x="69527" y="442818"/>
                  </a:lnTo>
                  <a:lnTo>
                    <a:pt x="53738" y="459117"/>
                  </a:lnTo>
                  <a:lnTo>
                    <a:pt x="45113" y="480246"/>
                  </a:lnTo>
                  <a:lnTo>
                    <a:pt x="45129" y="503943"/>
                  </a:lnTo>
                  <a:lnTo>
                    <a:pt x="47459" y="511973"/>
                  </a:lnTo>
                  <a:lnTo>
                    <a:pt x="50939" y="519278"/>
                  </a:lnTo>
                  <a:lnTo>
                    <a:pt x="55344" y="525939"/>
                  </a:lnTo>
                  <a:lnTo>
                    <a:pt x="60448" y="532037"/>
                  </a:lnTo>
                  <a:lnTo>
                    <a:pt x="39292" y="541390"/>
                  </a:lnTo>
                  <a:lnTo>
                    <a:pt x="23752" y="557629"/>
                  </a:lnTo>
                  <a:lnTo>
                    <a:pt x="15277" y="578574"/>
                  </a:lnTo>
                  <a:lnTo>
                    <a:pt x="15319" y="602045"/>
                  </a:lnTo>
                  <a:lnTo>
                    <a:pt x="18597" y="612824"/>
                  </a:lnTo>
                  <a:lnTo>
                    <a:pt x="23718" y="622441"/>
                  </a:lnTo>
                  <a:lnTo>
                    <a:pt x="30395" y="630816"/>
                  </a:lnTo>
                  <a:lnTo>
                    <a:pt x="38344" y="637866"/>
                  </a:lnTo>
                  <a:lnTo>
                    <a:pt x="20230" y="648377"/>
                  </a:lnTo>
                  <a:lnTo>
                    <a:pt x="7045" y="664056"/>
                  </a:lnTo>
                  <a:lnTo>
                    <a:pt x="0" y="683383"/>
                  </a:lnTo>
                  <a:lnTo>
                    <a:pt x="303" y="704838"/>
                  </a:lnTo>
                  <a:lnTo>
                    <a:pt x="4831" y="718371"/>
                  </a:lnTo>
                  <a:lnTo>
                    <a:pt x="12262" y="729866"/>
                  </a:lnTo>
                  <a:lnTo>
                    <a:pt x="22035" y="739182"/>
                  </a:lnTo>
                  <a:lnTo>
                    <a:pt x="33590" y="746177"/>
                  </a:lnTo>
                  <a:lnTo>
                    <a:pt x="17807" y="757326"/>
                  </a:lnTo>
                  <a:lnTo>
                    <a:pt x="6462" y="772597"/>
                  </a:lnTo>
                  <a:lnTo>
                    <a:pt x="552" y="790810"/>
                  </a:lnTo>
                  <a:lnTo>
                    <a:pt x="1078" y="810782"/>
                  </a:lnTo>
                  <a:lnTo>
                    <a:pt x="6845" y="826989"/>
                  </a:lnTo>
                  <a:lnTo>
                    <a:pt x="16596" y="840323"/>
                  </a:lnTo>
                  <a:lnTo>
                    <a:pt x="29464" y="850300"/>
                  </a:lnTo>
                  <a:lnTo>
                    <a:pt x="44585" y="856435"/>
                  </a:lnTo>
                  <a:lnTo>
                    <a:pt x="31495" y="868048"/>
                  </a:lnTo>
                  <a:lnTo>
                    <a:pt x="22334" y="882870"/>
                  </a:lnTo>
                  <a:lnTo>
                    <a:pt x="17806" y="899924"/>
                  </a:lnTo>
                  <a:lnTo>
                    <a:pt x="18617" y="918234"/>
                  </a:lnTo>
                  <a:lnTo>
                    <a:pt x="25513" y="936413"/>
                  </a:lnTo>
                  <a:lnTo>
                    <a:pt x="37424" y="950684"/>
                  </a:lnTo>
                  <a:lnTo>
                    <a:pt x="53083" y="960391"/>
                  </a:lnTo>
                  <a:lnTo>
                    <a:pt x="71223" y="964882"/>
                  </a:lnTo>
                  <a:lnTo>
                    <a:pt x="61317" y="976316"/>
                  </a:lnTo>
                  <a:lnTo>
                    <a:pt x="54454" y="989762"/>
                  </a:lnTo>
                  <a:lnTo>
                    <a:pt x="51203" y="1004678"/>
                  </a:lnTo>
                  <a:lnTo>
                    <a:pt x="52134" y="1020524"/>
                  </a:lnTo>
                  <a:lnTo>
                    <a:pt x="59756" y="1039887"/>
                  </a:lnTo>
                  <a:lnTo>
                    <a:pt x="73050" y="1054654"/>
                  </a:lnTo>
                  <a:lnTo>
                    <a:pt x="90451" y="1064018"/>
                  </a:lnTo>
                  <a:lnTo>
                    <a:pt x="110394" y="1067172"/>
                  </a:lnTo>
                  <a:lnTo>
                    <a:pt x="104283" y="1077597"/>
                  </a:lnTo>
                  <a:lnTo>
                    <a:pt x="100295" y="1089067"/>
                  </a:lnTo>
                  <a:lnTo>
                    <a:pt x="98718" y="1101298"/>
                  </a:lnTo>
                  <a:lnTo>
                    <a:pt x="99840" y="1114008"/>
                  </a:lnTo>
                  <a:lnTo>
                    <a:pt x="108434" y="1135043"/>
                  </a:lnTo>
                  <a:lnTo>
                    <a:pt x="123597" y="1150647"/>
                  </a:lnTo>
                  <a:lnTo>
                    <a:pt x="143320" y="1159595"/>
                  </a:lnTo>
                  <a:lnTo>
                    <a:pt x="165597" y="1160656"/>
                  </a:lnTo>
                  <a:lnTo>
                    <a:pt x="162155" y="1169336"/>
                  </a:lnTo>
                  <a:lnTo>
                    <a:pt x="159924" y="1178445"/>
                  </a:lnTo>
                  <a:lnTo>
                    <a:pt x="159174" y="1187913"/>
                  </a:lnTo>
                  <a:lnTo>
                    <a:pt x="160173" y="1197671"/>
                  </a:lnTo>
                  <a:lnTo>
                    <a:pt x="169232" y="1219500"/>
                  </a:lnTo>
                  <a:lnTo>
                    <a:pt x="185265" y="1235548"/>
                  </a:lnTo>
                  <a:lnTo>
                    <a:pt x="206048" y="1244314"/>
                  </a:lnTo>
                  <a:lnTo>
                    <a:pt x="229354" y="1244298"/>
                  </a:lnTo>
                  <a:lnTo>
                    <a:pt x="230820" y="1244004"/>
                  </a:lnTo>
                  <a:lnTo>
                    <a:pt x="231909" y="1243010"/>
                  </a:lnTo>
                  <a:lnTo>
                    <a:pt x="233322" y="1242601"/>
                  </a:lnTo>
                  <a:lnTo>
                    <a:pt x="231743" y="1249342"/>
                  </a:lnTo>
                  <a:lnTo>
                    <a:pt x="230832" y="1256238"/>
                  </a:lnTo>
                  <a:lnTo>
                    <a:pt x="230747" y="1263282"/>
                  </a:lnTo>
                  <a:lnTo>
                    <a:pt x="231647" y="1270464"/>
                  </a:lnTo>
                  <a:lnTo>
                    <a:pt x="240700" y="1292299"/>
                  </a:lnTo>
                  <a:lnTo>
                    <a:pt x="256730" y="1308351"/>
                  </a:lnTo>
                  <a:lnTo>
                    <a:pt x="277512" y="1317118"/>
                  </a:lnTo>
                  <a:lnTo>
                    <a:pt x="300818" y="1317102"/>
                  </a:lnTo>
                  <a:lnTo>
                    <a:pt x="305205" y="1316201"/>
                  </a:lnTo>
                  <a:lnTo>
                    <a:pt x="308776" y="1313803"/>
                  </a:lnTo>
                  <a:lnTo>
                    <a:pt x="312692" y="1312013"/>
                  </a:lnTo>
                  <a:lnTo>
                    <a:pt x="311885" y="1318337"/>
                  </a:lnTo>
                  <a:lnTo>
                    <a:pt x="311393" y="1324777"/>
                  </a:lnTo>
                  <a:lnTo>
                    <a:pt x="312713" y="1331374"/>
                  </a:lnTo>
                  <a:lnTo>
                    <a:pt x="321764" y="1353209"/>
                  </a:lnTo>
                  <a:lnTo>
                    <a:pt x="337792" y="1369260"/>
                  </a:lnTo>
                  <a:lnTo>
                    <a:pt x="358573" y="1378027"/>
                  </a:lnTo>
                  <a:lnTo>
                    <a:pt x="381883" y="1378011"/>
                  </a:lnTo>
                  <a:lnTo>
                    <a:pt x="389265" y="1376482"/>
                  </a:lnTo>
                  <a:lnTo>
                    <a:pt x="395862" y="1373362"/>
                  </a:lnTo>
                  <a:lnTo>
                    <a:pt x="401830" y="1369456"/>
                  </a:lnTo>
                  <a:lnTo>
                    <a:pt x="401946" y="1372786"/>
                  </a:lnTo>
                  <a:lnTo>
                    <a:pt x="401171" y="1375990"/>
                  </a:lnTo>
                  <a:lnTo>
                    <a:pt x="401841" y="1379372"/>
                  </a:lnTo>
                  <a:lnTo>
                    <a:pt x="410900" y="1401201"/>
                  </a:lnTo>
                  <a:lnTo>
                    <a:pt x="426933" y="1417249"/>
                  </a:lnTo>
                  <a:lnTo>
                    <a:pt x="447716" y="1426015"/>
                  </a:lnTo>
                  <a:lnTo>
                    <a:pt x="471022" y="1425999"/>
                  </a:lnTo>
                  <a:lnTo>
                    <a:pt x="478532" y="1423783"/>
                  </a:lnTo>
                  <a:lnTo>
                    <a:pt x="485405" y="1420508"/>
                  </a:lnTo>
                  <a:lnTo>
                    <a:pt x="491715" y="1416379"/>
                  </a:lnTo>
                  <a:lnTo>
                    <a:pt x="497534" y="1411601"/>
                  </a:lnTo>
                  <a:lnTo>
                    <a:pt x="497628" y="1412219"/>
                  </a:lnTo>
                  <a:lnTo>
                    <a:pt x="497409" y="1412795"/>
                  </a:lnTo>
                  <a:lnTo>
                    <a:pt x="497534" y="1413413"/>
                  </a:lnTo>
                  <a:lnTo>
                    <a:pt x="506587" y="1435248"/>
                  </a:lnTo>
                  <a:lnTo>
                    <a:pt x="522617" y="1451299"/>
                  </a:lnTo>
                  <a:lnTo>
                    <a:pt x="543399" y="1460067"/>
                  </a:lnTo>
                  <a:lnTo>
                    <a:pt x="566705" y="1460050"/>
                  </a:lnTo>
                  <a:lnTo>
                    <a:pt x="576808" y="1456893"/>
                  </a:lnTo>
                  <a:lnTo>
                    <a:pt x="585834" y="1451982"/>
                  </a:lnTo>
                  <a:lnTo>
                    <a:pt x="593759" y="1445611"/>
                  </a:lnTo>
                  <a:lnTo>
                    <a:pt x="600557" y="1438072"/>
                  </a:lnTo>
                  <a:lnTo>
                    <a:pt x="610564" y="1457502"/>
                  </a:lnTo>
                  <a:lnTo>
                    <a:pt x="626161" y="1471704"/>
                  </a:lnTo>
                  <a:lnTo>
                    <a:pt x="645674" y="1479357"/>
                  </a:lnTo>
                  <a:lnTo>
                    <a:pt x="667424" y="1479139"/>
                  </a:lnTo>
                  <a:lnTo>
                    <a:pt x="688899" y="1469929"/>
                  </a:lnTo>
                  <a:lnTo>
                    <a:pt x="704685" y="1453628"/>
                  </a:lnTo>
                  <a:lnTo>
                    <a:pt x="713309" y="1432498"/>
                  </a:lnTo>
                  <a:lnTo>
                    <a:pt x="713297" y="1408806"/>
                  </a:lnTo>
                  <a:lnTo>
                    <a:pt x="712742" y="1406020"/>
                  </a:lnTo>
                  <a:lnTo>
                    <a:pt x="711077" y="1403895"/>
                  </a:lnTo>
                  <a:lnTo>
                    <a:pt x="710177" y="1401298"/>
                  </a:lnTo>
                  <a:lnTo>
                    <a:pt x="783129" y="1399272"/>
                  </a:lnTo>
                  <a:lnTo>
                    <a:pt x="856874" y="1388702"/>
                  </a:lnTo>
                  <a:lnTo>
                    <a:pt x="900461" y="1377869"/>
                  </a:lnTo>
                  <a:lnTo>
                    <a:pt x="914705" y="1373665"/>
                  </a:lnTo>
                  <a:lnTo>
                    <a:pt x="914338" y="1378932"/>
                  </a:lnTo>
                  <a:lnTo>
                    <a:pt x="939809" y="1427495"/>
                  </a:lnTo>
                  <a:lnTo>
                    <a:pt x="960590" y="1436262"/>
                  </a:lnTo>
                  <a:lnTo>
                    <a:pt x="983896" y="1436250"/>
                  </a:lnTo>
                  <a:lnTo>
                    <a:pt x="1002714" y="1428642"/>
                  </a:lnTo>
                  <a:lnTo>
                    <a:pt x="1017138" y="1415397"/>
                  </a:lnTo>
                  <a:lnTo>
                    <a:pt x="1026411" y="1398045"/>
                  </a:lnTo>
                  <a:lnTo>
                    <a:pt x="1029780" y="1378116"/>
                  </a:lnTo>
                  <a:lnTo>
                    <a:pt x="1040265" y="1385005"/>
                  </a:lnTo>
                  <a:lnTo>
                    <a:pt x="1051894" y="1389598"/>
                  </a:lnTo>
                  <a:lnTo>
                    <a:pt x="1064380" y="1391531"/>
                  </a:lnTo>
                  <a:lnTo>
                    <a:pt x="1077433" y="1390440"/>
                  </a:lnTo>
                  <a:lnTo>
                    <a:pt x="1097751" y="1381918"/>
                  </a:lnTo>
                  <a:lnTo>
                    <a:pt x="1112899" y="1366922"/>
                  </a:lnTo>
                  <a:lnTo>
                    <a:pt x="1121782" y="1347388"/>
                  </a:lnTo>
                  <a:lnTo>
                    <a:pt x="1123306" y="1325248"/>
                  </a:lnTo>
                  <a:lnTo>
                    <a:pt x="1132200" y="1329169"/>
                  </a:lnTo>
                  <a:lnTo>
                    <a:pt x="1141602" y="1331702"/>
                  </a:lnTo>
                  <a:lnTo>
                    <a:pt x="1151411" y="1332577"/>
                  </a:lnTo>
                  <a:lnTo>
                    <a:pt x="1161525" y="1331520"/>
                  </a:lnTo>
                  <a:lnTo>
                    <a:pt x="1182994" y="1322317"/>
                  </a:lnTo>
                  <a:lnTo>
                    <a:pt x="1198781" y="1306018"/>
                  </a:lnTo>
                  <a:lnTo>
                    <a:pt x="1207408" y="1284890"/>
                  </a:lnTo>
                  <a:lnTo>
                    <a:pt x="1207397" y="1261198"/>
                  </a:lnTo>
                  <a:lnTo>
                    <a:pt x="1207209" y="1260287"/>
                  </a:lnTo>
                  <a:lnTo>
                    <a:pt x="1206591" y="1259627"/>
                  </a:lnTo>
                  <a:lnTo>
                    <a:pt x="1206371" y="1258737"/>
                  </a:lnTo>
                  <a:lnTo>
                    <a:pt x="1213309" y="1260611"/>
                  </a:lnTo>
                  <a:lnTo>
                    <a:pt x="1220421" y="1261750"/>
                  </a:lnTo>
                  <a:lnTo>
                    <a:pt x="1227701" y="1261959"/>
                  </a:lnTo>
                  <a:lnTo>
                    <a:pt x="1235145" y="1261041"/>
                  </a:lnTo>
                  <a:lnTo>
                    <a:pt x="1256625" y="1251833"/>
                  </a:lnTo>
                  <a:lnTo>
                    <a:pt x="1272414" y="1235534"/>
                  </a:lnTo>
                  <a:lnTo>
                    <a:pt x="1281036" y="1214405"/>
                  </a:lnTo>
                  <a:lnTo>
                    <a:pt x="1281018" y="1190708"/>
                  </a:lnTo>
                  <a:lnTo>
                    <a:pt x="1280275" y="1186938"/>
                  </a:lnTo>
                  <a:lnTo>
                    <a:pt x="1278181" y="1183964"/>
                  </a:lnTo>
                  <a:lnTo>
                    <a:pt x="1276809" y="1180530"/>
                  </a:lnTo>
                  <a:lnTo>
                    <a:pt x="1283468" y="1181577"/>
                  </a:lnTo>
                  <a:lnTo>
                    <a:pt x="1290327" y="1181964"/>
                  </a:lnTo>
                  <a:lnTo>
                    <a:pt x="1297321" y="1180520"/>
                  </a:lnTo>
                  <a:lnTo>
                    <a:pt x="1318796" y="1171312"/>
                  </a:lnTo>
                  <a:lnTo>
                    <a:pt x="1334582" y="1155012"/>
                  </a:lnTo>
                  <a:lnTo>
                    <a:pt x="1343206" y="1133883"/>
                  </a:lnTo>
                  <a:lnTo>
                    <a:pt x="1343194" y="1110187"/>
                  </a:lnTo>
                  <a:lnTo>
                    <a:pt x="1341812" y="1103286"/>
                  </a:lnTo>
                  <a:lnTo>
                    <a:pt x="1338838" y="1097234"/>
                  </a:lnTo>
                  <a:lnTo>
                    <a:pt x="1335456" y="1091527"/>
                  </a:lnTo>
                  <a:lnTo>
                    <a:pt x="1339320" y="1091527"/>
                  </a:lnTo>
                  <a:lnTo>
                    <a:pt x="1384286" y="1066011"/>
                  </a:lnTo>
                  <a:lnTo>
                    <a:pt x="1392907" y="1044885"/>
                  </a:lnTo>
                  <a:lnTo>
                    <a:pt x="1392889" y="1021195"/>
                  </a:lnTo>
                  <a:lnTo>
                    <a:pt x="1390889" y="1014012"/>
                  </a:lnTo>
                  <a:lnTo>
                    <a:pt x="1387972" y="1007390"/>
                  </a:lnTo>
                  <a:lnTo>
                    <a:pt x="1384306" y="1001265"/>
                  </a:lnTo>
                  <a:lnTo>
                    <a:pt x="1380062" y="995572"/>
                  </a:lnTo>
                  <a:lnTo>
                    <a:pt x="1381141" y="995415"/>
                  </a:lnTo>
                  <a:lnTo>
                    <a:pt x="1382167" y="995803"/>
                  </a:lnTo>
                  <a:lnTo>
                    <a:pt x="1383246" y="995572"/>
                  </a:lnTo>
                  <a:lnTo>
                    <a:pt x="1404721" y="986365"/>
                  </a:lnTo>
                  <a:lnTo>
                    <a:pt x="1420510" y="970066"/>
                  </a:lnTo>
                  <a:lnTo>
                    <a:pt x="1429135" y="948941"/>
                  </a:lnTo>
                  <a:lnTo>
                    <a:pt x="1429118" y="925250"/>
                  </a:lnTo>
                  <a:lnTo>
                    <a:pt x="1426203" y="915567"/>
                  </a:lnTo>
                  <a:lnTo>
                    <a:pt x="1421710" y="906890"/>
                  </a:lnTo>
                  <a:lnTo>
                    <a:pt x="1415922" y="899197"/>
                  </a:lnTo>
                  <a:lnTo>
                    <a:pt x="1409119" y="892465"/>
                  </a:lnTo>
                  <a:lnTo>
                    <a:pt x="1428815" y="882506"/>
                  </a:lnTo>
                  <a:lnTo>
                    <a:pt x="1443233" y="866540"/>
                  </a:lnTo>
                  <a:lnTo>
                    <a:pt x="1451031" y="846395"/>
                  </a:lnTo>
                  <a:lnTo>
                    <a:pt x="1450866" y="823902"/>
                  </a:lnTo>
                  <a:lnTo>
                    <a:pt x="1446877" y="811455"/>
                  </a:lnTo>
                  <a:lnTo>
                    <a:pt x="1440461" y="800637"/>
                  </a:lnTo>
                  <a:lnTo>
                    <a:pt x="1432031" y="791580"/>
                  </a:lnTo>
                  <a:lnTo>
                    <a:pt x="1421998" y="784416"/>
                  </a:lnTo>
                  <a:lnTo>
                    <a:pt x="1438880" y="773546"/>
                  </a:lnTo>
                  <a:lnTo>
                    <a:pt x="1451096" y="758089"/>
                  </a:lnTo>
                  <a:lnTo>
                    <a:pt x="1457545" y="739366"/>
                  </a:lnTo>
                  <a:lnTo>
                    <a:pt x="1457128" y="718701"/>
                  </a:lnTo>
                  <a:lnTo>
                    <a:pt x="1451797" y="703465"/>
                  </a:lnTo>
                  <a:lnTo>
                    <a:pt x="1442861" y="690821"/>
                  </a:lnTo>
                  <a:lnTo>
                    <a:pt x="1431083" y="681081"/>
                  </a:lnTo>
                  <a:lnTo>
                    <a:pt x="1417224" y="674556"/>
                  </a:lnTo>
                  <a:lnTo>
                    <a:pt x="1431826" y="663174"/>
                  </a:lnTo>
                  <a:lnTo>
                    <a:pt x="1442223" y="648104"/>
                  </a:lnTo>
                  <a:lnTo>
                    <a:pt x="1447539" y="630414"/>
                  </a:lnTo>
                  <a:lnTo>
                    <a:pt x="1446898" y="611176"/>
                  </a:lnTo>
                  <a:lnTo>
                    <a:pt x="1440497" y="593786"/>
                  </a:lnTo>
                  <a:lnTo>
                    <a:pt x="1429546" y="579802"/>
                  </a:lnTo>
                  <a:lnTo>
                    <a:pt x="1415115" y="569843"/>
                  </a:lnTo>
                  <a:lnTo>
                    <a:pt x="1398271" y="564528"/>
                  </a:lnTo>
                  <a:lnTo>
                    <a:pt x="1409481" y="552922"/>
                  </a:lnTo>
                  <a:lnTo>
                    <a:pt x="1417260" y="538820"/>
                  </a:lnTo>
                  <a:lnTo>
                    <a:pt x="1421003" y="522950"/>
                  </a:lnTo>
                  <a:lnTo>
                    <a:pt x="1420103" y="506037"/>
                  </a:lnTo>
                  <a:lnTo>
                    <a:pt x="1412861" y="487300"/>
                  </a:lnTo>
                  <a:lnTo>
                    <a:pt x="1400289" y="472808"/>
                  </a:lnTo>
                  <a:lnTo>
                    <a:pt x="1383795" y="463271"/>
                  </a:lnTo>
                  <a:lnTo>
                    <a:pt x="1364785" y="459400"/>
                  </a:lnTo>
                  <a:lnTo>
                    <a:pt x="1372322" y="448503"/>
                  </a:lnTo>
                  <a:lnTo>
                    <a:pt x="1377432" y="436276"/>
                  </a:lnTo>
                  <a:lnTo>
                    <a:pt x="1379687" y="423046"/>
                  </a:lnTo>
                  <a:lnTo>
                    <a:pt x="1378659" y="409140"/>
                  </a:lnTo>
                  <a:lnTo>
                    <a:pt x="1370596" y="389042"/>
                  </a:lnTo>
                  <a:lnTo>
                    <a:pt x="1356462" y="373924"/>
                  </a:lnTo>
                  <a:lnTo>
                    <a:pt x="1338012" y="364754"/>
                  </a:lnTo>
                  <a:lnTo>
                    <a:pt x="1316996" y="362503"/>
                  </a:lnTo>
                  <a:lnTo>
                    <a:pt x="1321351" y="353067"/>
                  </a:lnTo>
                  <a:lnTo>
                    <a:pt x="1324139" y="342989"/>
                  </a:lnTo>
                  <a:lnTo>
                    <a:pt x="1325114" y="332421"/>
                  </a:lnTo>
                  <a:lnTo>
                    <a:pt x="1324033" y="321519"/>
                  </a:lnTo>
                  <a:lnTo>
                    <a:pt x="1314985" y="299699"/>
                  </a:lnTo>
                  <a:lnTo>
                    <a:pt x="1298967" y="283657"/>
                  </a:lnTo>
                  <a:lnTo>
                    <a:pt x="1278199" y="274886"/>
                  </a:lnTo>
                  <a:lnTo>
                    <a:pt x="1254904" y="274882"/>
                  </a:lnTo>
                  <a:lnTo>
                    <a:pt x="1257025" y="267511"/>
                  </a:lnTo>
                  <a:lnTo>
                    <a:pt x="1258354" y="259932"/>
                  </a:lnTo>
                  <a:lnTo>
                    <a:pt x="1258670" y="252153"/>
                  </a:lnTo>
                  <a:lnTo>
                    <a:pt x="1257752" y="244182"/>
                  </a:lnTo>
                  <a:lnTo>
                    <a:pt x="1248695" y="222346"/>
                  </a:lnTo>
                  <a:lnTo>
                    <a:pt x="1232665" y="206295"/>
                  </a:lnTo>
                  <a:lnTo>
                    <a:pt x="1211886" y="197528"/>
                  </a:lnTo>
                  <a:lnTo>
                    <a:pt x="1188581" y="197544"/>
                  </a:lnTo>
                  <a:lnTo>
                    <a:pt x="1185890" y="198089"/>
                  </a:lnTo>
                  <a:lnTo>
                    <a:pt x="1183838" y="199764"/>
                  </a:lnTo>
                  <a:lnTo>
                    <a:pt x="1181314" y="200654"/>
                  </a:lnTo>
                  <a:lnTo>
                    <a:pt x="1182623" y="193387"/>
                  </a:lnTo>
                  <a:lnTo>
                    <a:pt x="1182833" y="185806"/>
                  </a:lnTo>
                  <a:lnTo>
                    <a:pt x="1181304" y="178131"/>
                  </a:lnTo>
                  <a:lnTo>
                    <a:pt x="1172245" y="156296"/>
                  </a:lnTo>
                  <a:lnTo>
                    <a:pt x="1156212" y="140245"/>
                  </a:lnTo>
                  <a:lnTo>
                    <a:pt x="1135429" y="131477"/>
                  </a:lnTo>
                  <a:lnTo>
                    <a:pt x="1112123" y="131494"/>
                  </a:lnTo>
                  <a:lnTo>
                    <a:pt x="1106228" y="132698"/>
                  </a:lnTo>
                  <a:lnTo>
                    <a:pt x="1096186" y="138321"/>
                  </a:lnTo>
                  <a:lnTo>
                    <a:pt x="1096354" y="133682"/>
                  </a:lnTo>
                  <a:lnTo>
                    <a:pt x="1071094" y="86494"/>
                  </a:lnTo>
                  <a:lnTo>
                    <a:pt x="1050311" y="77729"/>
                  </a:lnTo>
                  <a:lnTo>
                    <a:pt x="1027005" y="77747"/>
                  </a:lnTo>
                  <a:lnTo>
                    <a:pt x="1020642" y="79492"/>
                  </a:lnTo>
                  <a:lnTo>
                    <a:pt x="1014685" y="81959"/>
                  </a:lnTo>
                  <a:lnTo>
                    <a:pt x="1009110" y="85041"/>
                  </a:lnTo>
                  <a:lnTo>
                    <a:pt x="1003896" y="88637"/>
                  </a:lnTo>
                  <a:lnTo>
                    <a:pt x="1003707" y="87045"/>
                  </a:lnTo>
                  <a:lnTo>
                    <a:pt x="1004210" y="85548"/>
                  </a:lnTo>
                  <a:lnTo>
                    <a:pt x="1003896" y="83946"/>
                  </a:lnTo>
                  <a:lnTo>
                    <a:pt x="994837" y="62109"/>
                  </a:lnTo>
                  <a:lnTo>
                    <a:pt x="978802" y="46054"/>
                  </a:lnTo>
                  <a:lnTo>
                    <a:pt x="958017" y="37283"/>
                  </a:lnTo>
                  <a:lnTo>
                    <a:pt x="934704" y="37298"/>
                  </a:lnTo>
                  <a:lnTo>
                    <a:pt x="926027" y="39963"/>
                  </a:lnTo>
                  <a:lnTo>
                    <a:pt x="918201" y="44010"/>
                  </a:lnTo>
                  <a:lnTo>
                    <a:pt x="911158" y="49172"/>
                  </a:lnTo>
                  <a:lnTo>
                    <a:pt x="904831" y="55182"/>
                  </a:lnTo>
                  <a:lnTo>
                    <a:pt x="895291" y="34491"/>
                  </a:lnTo>
                  <a:lnTo>
                    <a:pt x="879468" y="19319"/>
                  </a:lnTo>
                  <a:lnTo>
                    <a:pt x="859305" y="11082"/>
                  </a:lnTo>
                  <a:lnTo>
                    <a:pt x="836749" y="11194"/>
                  </a:lnTo>
                  <a:lnTo>
                    <a:pt x="825388" y="14767"/>
                  </a:lnTo>
                  <a:lnTo>
                    <a:pt x="815269" y="20396"/>
                  </a:lnTo>
                  <a:lnTo>
                    <a:pt x="806574" y="27799"/>
                  </a:lnTo>
                  <a:lnTo>
                    <a:pt x="799483" y="36690"/>
                  </a:lnTo>
                  <a:lnTo>
                    <a:pt x="788853" y="19290"/>
                  </a:lnTo>
                  <a:lnTo>
                    <a:pt x="773604" y="6678"/>
                  </a:lnTo>
                  <a:lnTo>
                    <a:pt x="755074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 descr=""/>
            <p:cNvSpPr/>
            <p:nvPr/>
          </p:nvSpPr>
          <p:spPr>
            <a:xfrm>
              <a:off x="4153281" y="5593048"/>
              <a:ext cx="711200" cy="1207135"/>
            </a:xfrm>
            <a:custGeom>
              <a:avLst/>
              <a:gdLst/>
              <a:ahLst/>
              <a:cxnLst/>
              <a:rect l="l" t="t" r="r" b="b"/>
              <a:pathLst>
                <a:path w="711200" h="1207134">
                  <a:moveTo>
                    <a:pt x="711149" y="661022"/>
                  </a:moveTo>
                  <a:lnTo>
                    <a:pt x="697128" y="605675"/>
                  </a:lnTo>
                  <a:lnTo>
                    <a:pt x="678802" y="550837"/>
                  </a:lnTo>
                  <a:lnTo>
                    <a:pt x="648741" y="483565"/>
                  </a:lnTo>
                  <a:lnTo>
                    <a:pt x="628091" y="445770"/>
                  </a:lnTo>
                  <a:lnTo>
                    <a:pt x="603034" y="405498"/>
                  </a:lnTo>
                  <a:lnTo>
                    <a:pt x="573100" y="362940"/>
                  </a:lnTo>
                  <a:lnTo>
                    <a:pt x="537794" y="318312"/>
                  </a:lnTo>
                  <a:lnTo>
                    <a:pt x="496620" y="271805"/>
                  </a:lnTo>
                  <a:lnTo>
                    <a:pt x="449097" y="223634"/>
                  </a:lnTo>
                  <a:lnTo>
                    <a:pt x="394741" y="174002"/>
                  </a:lnTo>
                  <a:lnTo>
                    <a:pt x="333057" y="123113"/>
                  </a:lnTo>
                  <a:lnTo>
                    <a:pt x="285699" y="87731"/>
                  </a:lnTo>
                  <a:lnTo>
                    <a:pt x="273151" y="77812"/>
                  </a:lnTo>
                  <a:lnTo>
                    <a:pt x="267944" y="74472"/>
                  </a:lnTo>
                  <a:lnTo>
                    <a:pt x="263563" y="71183"/>
                  </a:lnTo>
                  <a:lnTo>
                    <a:pt x="263245" y="71437"/>
                  </a:lnTo>
                  <a:lnTo>
                    <a:pt x="188087" y="29400"/>
                  </a:lnTo>
                  <a:lnTo>
                    <a:pt x="141693" y="13042"/>
                  </a:lnTo>
                  <a:lnTo>
                    <a:pt x="92773" y="2971"/>
                  </a:lnTo>
                  <a:lnTo>
                    <a:pt x="41402" y="0"/>
                  </a:lnTo>
                  <a:lnTo>
                    <a:pt x="0" y="58699"/>
                  </a:lnTo>
                  <a:lnTo>
                    <a:pt x="206781" y="830148"/>
                  </a:lnTo>
                  <a:lnTo>
                    <a:pt x="264693" y="783221"/>
                  </a:lnTo>
                  <a:lnTo>
                    <a:pt x="355180" y="698792"/>
                  </a:lnTo>
                  <a:lnTo>
                    <a:pt x="433895" y="798258"/>
                  </a:lnTo>
                  <a:lnTo>
                    <a:pt x="397243" y="862418"/>
                  </a:lnTo>
                  <a:lnTo>
                    <a:pt x="380390" y="918997"/>
                  </a:lnTo>
                  <a:lnTo>
                    <a:pt x="379196" y="999655"/>
                  </a:lnTo>
                  <a:lnTo>
                    <a:pt x="389470" y="1136053"/>
                  </a:lnTo>
                  <a:lnTo>
                    <a:pt x="441363" y="1206601"/>
                  </a:lnTo>
                  <a:lnTo>
                    <a:pt x="492696" y="1157414"/>
                  </a:lnTo>
                  <a:lnTo>
                    <a:pt x="600748" y="1029944"/>
                  </a:lnTo>
                  <a:lnTo>
                    <a:pt x="696544" y="854417"/>
                  </a:lnTo>
                  <a:lnTo>
                    <a:pt x="711149" y="661022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9" name="object 189" descr=""/>
          <p:cNvGrpSpPr/>
          <p:nvPr/>
        </p:nvGrpSpPr>
        <p:grpSpPr>
          <a:xfrm>
            <a:off x="2887463" y="4652536"/>
            <a:ext cx="2094230" cy="5935345"/>
            <a:chOff x="2887463" y="4652536"/>
            <a:chExt cx="2094230" cy="5935345"/>
          </a:xfrm>
        </p:grpSpPr>
        <p:sp>
          <p:nvSpPr>
            <p:cNvPr id="190" name="object 190" descr=""/>
            <p:cNvSpPr/>
            <p:nvPr/>
          </p:nvSpPr>
          <p:spPr>
            <a:xfrm>
              <a:off x="3556671" y="9994609"/>
              <a:ext cx="469265" cy="551815"/>
            </a:xfrm>
            <a:custGeom>
              <a:avLst/>
              <a:gdLst/>
              <a:ahLst/>
              <a:cxnLst/>
              <a:rect l="l" t="t" r="r" b="b"/>
              <a:pathLst>
                <a:path w="469264" h="551815">
                  <a:moveTo>
                    <a:pt x="166141" y="0"/>
                  </a:moveTo>
                  <a:lnTo>
                    <a:pt x="127561" y="12781"/>
                  </a:lnTo>
                  <a:lnTo>
                    <a:pt x="98732" y="38276"/>
                  </a:lnTo>
                  <a:lnTo>
                    <a:pt x="77713" y="75025"/>
                  </a:lnTo>
                  <a:lnTo>
                    <a:pt x="62563" y="121566"/>
                  </a:lnTo>
                  <a:lnTo>
                    <a:pt x="45547" y="175576"/>
                  </a:lnTo>
                  <a:lnTo>
                    <a:pt x="24846" y="228172"/>
                  </a:lnTo>
                  <a:lnTo>
                    <a:pt x="7362" y="268031"/>
                  </a:lnTo>
                  <a:lnTo>
                    <a:pt x="0" y="283834"/>
                  </a:lnTo>
                  <a:lnTo>
                    <a:pt x="41401" y="306001"/>
                  </a:lnTo>
                  <a:lnTo>
                    <a:pt x="72796" y="241630"/>
                  </a:lnTo>
                  <a:lnTo>
                    <a:pt x="90218" y="209018"/>
                  </a:lnTo>
                  <a:lnTo>
                    <a:pt x="99931" y="198126"/>
                  </a:lnTo>
                  <a:lnTo>
                    <a:pt x="108195" y="198915"/>
                  </a:lnTo>
                  <a:lnTo>
                    <a:pt x="142803" y="223217"/>
                  </a:lnTo>
                  <a:lnTo>
                    <a:pt x="163988" y="261999"/>
                  </a:lnTo>
                  <a:lnTo>
                    <a:pt x="176457" y="307893"/>
                  </a:lnTo>
                  <a:lnTo>
                    <a:pt x="184918" y="353535"/>
                  </a:lnTo>
                  <a:lnTo>
                    <a:pt x="194077" y="391557"/>
                  </a:lnTo>
                  <a:lnTo>
                    <a:pt x="238763" y="433296"/>
                  </a:lnTo>
                  <a:lnTo>
                    <a:pt x="285371" y="460037"/>
                  </a:lnTo>
                  <a:lnTo>
                    <a:pt x="339365" y="490021"/>
                  </a:lnTo>
                  <a:lnTo>
                    <a:pt x="391640" y="518452"/>
                  </a:lnTo>
                  <a:lnTo>
                    <a:pt x="433094" y="540534"/>
                  </a:lnTo>
                  <a:lnTo>
                    <a:pt x="454624" y="551470"/>
                  </a:lnTo>
                  <a:lnTo>
                    <a:pt x="465163" y="546033"/>
                  </a:lnTo>
                  <a:lnTo>
                    <a:pt x="469131" y="522406"/>
                  </a:lnTo>
                  <a:lnTo>
                    <a:pt x="463461" y="486574"/>
                  </a:lnTo>
                  <a:lnTo>
                    <a:pt x="445085" y="444520"/>
                  </a:lnTo>
                  <a:lnTo>
                    <a:pt x="417832" y="394833"/>
                  </a:lnTo>
                  <a:lnTo>
                    <a:pt x="390422" y="340078"/>
                  </a:lnTo>
                  <a:lnTo>
                    <a:pt x="369271" y="295815"/>
                  </a:lnTo>
                  <a:lnTo>
                    <a:pt x="360795" y="277604"/>
                  </a:lnTo>
                  <a:lnTo>
                    <a:pt x="166141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 descr=""/>
            <p:cNvSpPr/>
            <p:nvPr/>
          </p:nvSpPr>
          <p:spPr>
            <a:xfrm>
              <a:off x="3708728" y="9719687"/>
              <a:ext cx="311150" cy="620395"/>
            </a:xfrm>
            <a:custGeom>
              <a:avLst/>
              <a:gdLst/>
              <a:ahLst/>
              <a:cxnLst/>
              <a:rect l="l" t="t" r="r" b="b"/>
              <a:pathLst>
                <a:path w="311150" h="620395">
                  <a:moveTo>
                    <a:pt x="123385" y="0"/>
                  </a:moveTo>
                  <a:lnTo>
                    <a:pt x="73242" y="30767"/>
                  </a:lnTo>
                  <a:lnTo>
                    <a:pt x="58630" y="82694"/>
                  </a:lnTo>
                  <a:lnTo>
                    <a:pt x="51877" y="130688"/>
                  </a:lnTo>
                  <a:lnTo>
                    <a:pt x="48515" y="174330"/>
                  </a:lnTo>
                  <a:lnTo>
                    <a:pt x="44074" y="213197"/>
                  </a:lnTo>
                  <a:lnTo>
                    <a:pt x="34085" y="246870"/>
                  </a:lnTo>
                  <a:lnTo>
                    <a:pt x="14081" y="274927"/>
                  </a:lnTo>
                  <a:lnTo>
                    <a:pt x="0" y="305895"/>
                  </a:lnTo>
                  <a:lnTo>
                    <a:pt x="6214" y="345977"/>
                  </a:lnTo>
                  <a:lnTo>
                    <a:pt x="25908" y="391267"/>
                  </a:lnTo>
                  <a:lnTo>
                    <a:pt x="52265" y="437861"/>
                  </a:lnTo>
                  <a:lnTo>
                    <a:pt x="78468" y="481853"/>
                  </a:lnTo>
                  <a:lnTo>
                    <a:pt x="97702" y="519339"/>
                  </a:lnTo>
                  <a:lnTo>
                    <a:pt x="125627" y="566273"/>
                  </a:lnTo>
                  <a:lnTo>
                    <a:pt x="160185" y="598827"/>
                  </a:lnTo>
                  <a:lnTo>
                    <a:pt x="193916" y="616789"/>
                  </a:lnTo>
                  <a:lnTo>
                    <a:pt x="219358" y="619950"/>
                  </a:lnTo>
                  <a:lnTo>
                    <a:pt x="229048" y="608100"/>
                  </a:lnTo>
                  <a:lnTo>
                    <a:pt x="225759" y="521328"/>
                  </a:lnTo>
                  <a:lnTo>
                    <a:pt x="223711" y="454328"/>
                  </a:lnTo>
                  <a:lnTo>
                    <a:pt x="222474" y="386865"/>
                  </a:lnTo>
                  <a:lnTo>
                    <a:pt x="222859" y="330399"/>
                  </a:lnTo>
                  <a:lnTo>
                    <a:pt x="225677" y="296393"/>
                  </a:lnTo>
                  <a:lnTo>
                    <a:pt x="243046" y="233206"/>
                  </a:lnTo>
                  <a:lnTo>
                    <a:pt x="258825" y="186645"/>
                  </a:lnTo>
                  <a:lnTo>
                    <a:pt x="280954" y="128582"/>
                  </a:lnTo>
                  <a:lnTo>
                    <a:pt x="310648" y="57876"/>
                  </a:lnTo>
                  <a:lnTo>
                    <a:pt x="277903" y="41973"/>
                  </a:lnTo>
                  <a:lnTo>
                    <a:pt x="203544" y="13208"/>
                  </a:lnTo>
                  <a:lnTo>
                    <a:pt x="123385" y="0"/>
                  </a:lnTo>
                  <a:close/>
                </a:path>
              </a:pathLst>
            </a:custGeom>
            <a:solidFill>
              <a:srgbClr val="5746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 descr=""/>
            <p:cNvSpPr/>
            <p:nvPr/>
          </p:nvSpPr>
          <p:spPr>
            <a:xfrm>
              <a:off x="3678129" y="10211554"/>
              <a:ext cx="566420" cy="376555"/>
            </a:xfrm>
            <a:custGeom>
              <a:avLst/>
              <a:gdLst/>
              <a:ahLst/>
              <a:cxnLst/>
              <a:rect l="l" t="t" r="r" b="b"/>
              <a:pathLst>
                <a:path w="566420" h="376554">
                  <a:moveTo>
                    <a:pt x="48548" y="0"/>
                  </a:moveTo>
                  <a:lnTo>
                    <a:pt x="15249" y="31269"/>
                  </a:lnTo>
                  <a:lnTo>
                    <a:pt x="616" y="69025"/>
                  </a:lnTo>
                  <a:lnTo>
                    <a:pt x="0" y="113246"/>
                  </a:lnTo>
                  <a:lnTo>
                    <a:pt x="8748" y="163911"/>
                  </a:lnTo>
                  <a:lnTo>
                    <a:pt x="18186" y="222667"/>
                  </a:lnTo>
                  <a:lnTo>
                    <a:pt x="23512" y="281885"/>
                  </a:lnTo>
                  <a:lnTo>
                    <a:pt x="25870" y="327633"/>
                  </a:lnTo>
                  <a:lnTo>
                    <a:pt x="26402" y="345978"/>
                  </a:lnTo>
                  <a:lnTo>
                    <a:pt x="77113" y="347350"/>
                  </a:lnTo>
                  <a:lnTo>
                    <a:pt x="76620" y="273423"/>
                  </a:lnTo>
                  <a:lnTo>
                    <a:pt x="77725" y="234975"/>
                  </a:lnTo>
                  <a:lnTo>
                    <a:pt x="81571" y="219583"/>
                  </a:lnTo>
                  <a:lnTo>
                    <a:pt x="89301" y="214820"/>
                  </a:lnTo>
                  <a:lnTo>
                    <a:pt x="126339" y="216384"/>
                  </a:lnTo>
                  <a:lnTo>
                    <a:pt x="162206" y="241027"/>
                  </a:lnTo>
                  <a:lnTo>
                    <a:pt x="196347" y="278583"/>
                  </a:lnTo>
                  <a:lnTo>
                    <a:pt x="228208" y="318881"/>
                  </a:lnTo>
                  <a:lnTo>
                    <a:pt x="257232" y="351755"/>
                  </a:lnTo>
                  <a:lnTo>
                    <a:pt x="327927" y="370461"/>
                  </a:lnTo>
                  <a:lnTo>
                    <a:pt x="394872" y="373206"/>
                  </a:lnTo>
                  <a:lnTo>
                    <a:pt x="466869" y="375129"/>
                  </a:lnTo>
                  <a:lnTo>
                    <a:pt x="527088" y="376089"/>
                  </a:lnTo>
                  <a:lnTo>
                    <a:pt x="558700" y="375946"/>
                  </a:lnTo>
                  <a:lnTo>
                    <a:pt x="565915" y="363187"/>
                  </a:lnTo>
                  <a:lnTo>
                    <a:pt x="558344" y="333535"/>
                  </a:lnTo>
                  <a:lnTo>
                    <a:pt x="536033" y="297147"/>
                  </a:lnTo>
                  <a:lnTo>
                    <a:pt x="499027" y="264180"/>
                  </a:lnTo>
                  <a:lnTo>
                    <a:pt x="454636" y="237033"/>
                  </a:lnTo>
                  <a:lnTo>
                    <a:pt x="413015" y="212530"/>
                  </a:lnTo>
                  <a:lnTo>
                    <a:pt x="370109" y="187973"/>
                  </a:lnTo>
                  <a:lnTo>
                    <a:pt x="48548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 descr=""/>
            <p:cNvSpPr/>
            <p:nvPr/>
          </p:nvSpPr>
          <p:spPr>
            <a:xfrm>
              <a:off x="3714606" y="9890090"/>
              <a:ext cx="350520" cy="553720"/>
            </a:xfrm>
            <a:custGeom>
              <a:avLst/>
              <a:gdLst/>
              <a:ahLst/>
              <a:cxnLst/>
              <a:rect l="l" t="t" r="r" b="b"/>
              <a:pathLst>
                <a:path w="350520" h="553720">
                  <a:moveTo>
                    <a:pt x="177094" y="0"/>
                  </a:moveTo>
                  <a:lnTo>
                    <a:pt x="148078" y="5572"/>
                  </a:lnTo>
                  <a:lnTo>
                    <a:pt x="84962" y="24448"/>
                  </a:lnTo>
                  <a:lnTo>
                    <a:pt x="23637" y="59860"/>
                  </a:lnTo>
                  <a:lnTo>
                    <a:pt x="0" y="115043"/>
                  </a:lnTo>
                  <a:lnTo>
                    <a:pt x="10261" y="187162"/>
                  </a:lnTo>
                  <a:lnTo>
                    <a:pt x="18911" y="239602"/>
                  </a:lnTo>
                  <a:lnTo>
                    <a:pt x="20598" y="283597"/>
                  </a:lnTo>
                  <a:lnTo>
                    <a:pt x="9968" y="330377"/>
                  </a:lnTo>
                  <a:lnTo>
                    <a:pt x="11273" y="364468"/>
                  </a:lnTo>
                  <a:lnTo>
                    <a:pt x="34730" y="397298"/>
                  </a:lnTo>
                  <a:lnTo>
                    <a:pt x="72522" y="428539"/>
                  </a:lnTo>
                  <a:lnTo>
                    <a:pt x="116831" y="457862"/>
                  </a:lnTo>
                  <a:lnTo>
                    <a:pt x="159840" y="484938"/>
                  </a:lnTo>
                  <a:lnTo>
                    <a:pt x="193732" y="509439"/>
                  </a:lnTo>
                  <a:lnTo>
                    <a:pt x="250875" y="543140"/>
                  </a:lnTo>
                  <a:lnTo>
                    <a:pt x="304338" y="553428"/>
                  </a:lnTo>
                  <a:lnTo>
                    <a:pt x="341668" y="546313"/>
                  </a:lnTo>
                  <a:lnTo>
                    <a:pt x="350408" y="527805"/>
                  </a:lnTo>
                  <a:lnTo>
                    <a:pt x="324663" y="473739"/>
                  </a:lnTo>
                  <a:lnTo>
                    <a:pt x="295282" y="418232"/>
                  </a:lnTo>
                  <a:lnTo>
                    <a:pt x="238942" y="316879"/>
                  </a:lnTo>
                  <a:lnTo>
                    <a:pt x="218647" y="278024"/>
                  </a:lnTo>
                  <a:lnTo>
                    <a:pt x="201969" y="224573"/>
                  </a:lnTo>
                  <a:lnTo>
                    <a:pt x="188503" y="138647"/>
                  </a:lnTo>
                  <a:lnTo>
                    <a:pt x="182256" y="76702"/>
                  </a:lnTo>
                  <a:lnTo>
                    <a:pt x="177094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 descr=""/>
            <p:cNvSpPr/>
            <p:nvPr/>
          </p:nvSpPr>
          <p:spPr>
            <a:xfrm>
              <a:off x="3646734" y="7037782"/>
              <a:ext cx="1104900" cy="3010535"/>
            </a:xfrm>
            <a:custGeom>
              <a:avLst/>
              <a:gdLst/>
              <a:ahLst/>
              <a:cxnLst/>
              <a:rect l="l" t="t" r="r" b="b"/>
              <a:pathLst>
                <a:path w="1104900" h="3010534">
                  <a:moveTo>
                    <a:pt x="1017630" y="0"/>
                  </a:moveTo>
                  <a:lnTo>
                    <a:pt x="860164" y="9694"/>
                  </a:lnTo>
                  <a:lnTo>
                    <a:pt x="512924" y="37422"/>
                  </a:lnTo>
                  <a:lnTo>
                    <a:pt x="163644" y="81156"/>
                  </a:lnTo>
                  <a:lnTo>
                    <a:pt x="59" y="138864"/>
                  </a:lnTo>
                  <a:lnTo>
                    <a:pt x="0" y="150412"/>
                  </a:lnTo>
                  <a:lnTo>
                    <a:pt x="1842" y="168394"/>
                  </a:lnTo>
                  <a:lnTo>
                    <a:pt x="10834" y="221960"/>
                  </a:lnTo>
                  <a:lnTo>
                    <a:pt x="26232" y="296152"/>
                  </a:lnTo>
                  <a:lnTo>
                    <a:pt x="36083" y="339917"/>
                  </a:lnTo>
                  <a:lnTo>
                    <a:pt x="47236" y="387559"/>
                  </a:lnTo>
                  <a:lnTo>
                    <a:pt x="59591" y="438653"/>
                  </a:lnTo>
                  <a:lnTo>
                    <a:pt x="73047" y="492772"/>
                  </a:lnTo>
                  <a:lnTo>
                    <a:pt x="87504" y="549489"/>
                  </a:lnTo>
                  <a:lnTo>
                    <a:pt x="102863" y="608379"/>
                  </a:lnTo>
                  <a:lnTo>
                    <a:pt x="119022" y="669016"/>
                  </a:lnTo>
                  <a:lnTo>
                    <a:pt x="135883" y="730972"/>
                  </a:lnTo>
                  <a:lnTo>
                    <a:pt x="153345" y="793822"/>
                  </a:lnTo>
                  <a:lnTo>
                    <a:pt x="171308" y="857139"/>
                  </a:lnTo>
                  <a:lnTo>
                    <a:pt x="189671" y="920498"/>
                  </a:lnTo>
                  <a:lnTo>
                    <a:pt x="208336" y="983471"/>
                  </a:lnTo>
                  <a:lnTo>
                    <a:pt x="227201" y="1045633"/>
                  </a:lnTo>
                  <a:lnTo>
                    <a:pt x="246167" y="1106557"/>
                  </a:lnTo>
                  <a:lnTo>
                    <a:pt x="265134" y="1165817"/>
                  </a:lnTo>
                  <a:lnTo>
                    <a:pt x="284001" y="1222986"/>
                  </a:lnTo>
                  <a:lnTo>
                    <a:pt x="302669" y="1277640"/>
                  </a:lnTo>
                  <a:lnTo>
                    <a:pt x="321037" y="1329350"/>
                  </a:lnTo>
                  <a:lnTo>
                    <a:pt x="339005" y="1377691"/>
                  </a:lnTo>
                  <a:lnTo>
                    <a:pt x="356474" y="1422237"/>
                  </a:lnTo>
                  <a:lnTo>
                    <a:pt x="373343" y="1462561"/>
                  </a:lnTo>
                  <a:lnTo>
                    <a:pt x="389513" y="1498237"/>
                  </a:lnTo>
                  <a:lnTo>
                    <a:pt x="405863" y="1533309"/>
                  </a:lnTo>
                  <a:lnTo>
                    <a:pt x="449762" y="1630295"/>
                  </a:lnTo>
                  <a:lnTo>
                    <a:pt x="391697" y="1700179"/>
                  </a:lnTo>
                  <a:lnTo>
                    <a:pt x="344676" y="1780854"/>
                  </a:lnTo>
                  <a:lnTo>
                    <a:pt x="308384" y="1886078"/>
                  </a:lnTo>
                  <a:lnTo>
                    <a:pt x="299393" y="1927634"/>
                  </a:lnTo>
                  <a:lnTo>
                    <a:pt x="268788" y="2071557"/>
                  </a:lnTo>
                  <a:lnTo>
                    <a:pt x="120233" y="2784103"/>
                  </a:lnTo>
                  <a:lnTo>
                    <a:pt x="110413" y="2852182"/>
                  </a:lnTo>
                  <a:lnTo>
                    <a:pt x="111598" y="2906032"/>
                  </a:lnTo>
                  <a:lnTo>
                    <a:pt x="121790" y="2947034"/>
                  </a:lnTo>
                  <a:lnTo>
                    <a:pt x="161196" y="2996022"/>
                  </a:lnTo>
                  <a:lnTo>
                    <a:pt x="212640" y="3010195"/>
                  </a:lnTo>
                  <a:lnTo>
                    <a:pt x="237879" y="3007679"/>
                  </a:lnTo>
                  <a:lnTo>
                    <a:pt x="260130" y="3000603"/>
                  </a:lnTo>
                  <a:lnTo>
                    <a:pt x="277394" y="2990349"/>
                  </a:lnTo>
                  <a:lnTo>
                    <a:pt x="287673" y="2978296"/>
                  </a:lnTo>
                  <a:lnTo>
                    <a:pt x="306641" y="2940321"/>
                  </a:lnTo>
                  <a:lnTo>
                    <a:pt x="327844" y="2899189"/>
                  </a:lnTo>
                  <a:lnTo>
                    <a:pt x="351083" y="2855202"/>
                  </a:lnTo>
                  <a:lnTo>
                    <a:pt x="376161" y="2808659"/>
                  </a:lnTo>
                  <a:lnTo>
                    <a:pt x="402882" y="2759861"/>
                  </a:lnTo>
                  <a:lnTo>
                    <a:pt x="431047" y="2709107"/>
                  </a:lnTo>
                  <a:lnTo>
                    <a:pt x="460461" y="2656698"/>
                  </a:lnTo>
                  <a:lnTo>
                    <a:pt x="490926" y="2602933"/>
                  </a:lnTo>
                  <a:lnTo>
                    <a:pt x="522245" y="2548113"/>
                  </a:lnTo>
                  <a:lnTo>
                    <a:pt x="586654" y="2436507"/>
                  </a:lnTo>
                  <a:lnTo>
                    <a:pt x="652114" y="2324280"/>
                  </a:lnTo>
                  <a:lnTo>
                    <a:pt x="748821" y="2160026"/>
                  </a:lnTo>
                  <a:lnTo>
                    <a:pt x="939955" y="1837844"/>
                  </a:lnTo>
                  <a:lnTo>
                    <a:pt x="994264" y="1745446"/>
                  </a:lnTo>
                  <a:lnTo>
                    <a:pt x="1017325" y="1705075"/>
                  </a:lnTo>
                  <a:lnTo>
                    <a:pt x="1040758" y="1650128"/>
                  </a:lnTo>
                  <a:lnTo>
                    <a:pt x="1055498" y="1591569"/>
                  </a:lnTo>
                  <a:lnTo>
                    <a:pt x="1068459" y="1518348"/>
                  </a:lnTo>
                  <a:lnTo>
                    <a:pt x="1074248" y="1476824"/>
                  </a:lnTo>
                  <a:lnTo>
                    <a:pt x="1079561" y="1432335"/>
                  </a:lnTo>
                  <a:lnTo>
                    <a:pt x="1084390" y="1385115"/>
                  </a:lnTo>
                  <a:lnTo>
                    <a:pt x="1088722" y="1335396"/>
                  </a:lnTo>
                  <a:lnTo>
                    <a:pt x="1092550" y="1283414"/>
                  </a:lnTo>
                  <a:lnTo>
                    <a:pt x="1095861" y="1229401"/>
                  </a:lnTo>
                  <a:lnTo>
                    <a:pt x="1098646" y="1173591"/>
                  </a:lnTo>
                  <a:lnTo>
                    <a:pt x="1100895" y="1116217"/>
                  </a:lnTo>
                  <a:lnTo>
                    <a:pt x="1102598" y="1057514"/>
                  </a:lnTo>
                  <a:lnTo>
                    <a:pt x="1103745" y="997713"/>
                  </a:lnTo>
                  <a:lnTo>
                    <a:pt x="1104325" y="937050"/>
                  </a:lnTo>
                  <a:lnTo>
                    <a:pt x="1104328" y="875756"/>
                  </a:lnTo>
                  <a:lnTo>
                    <a:pt x="1103744" y="814067"/>
                  </a:lnTo>
                  <a:lnTo>
                    <a:pt x="1102563" y="752216"/>
                  </a:lnTo>
                  <a:lnTo>
                    <a:pt x="1100774" y="690435"/>
                  </a:lnTo>
                  <a:lnTo>
                    <a:pt x="1098368" y="628959"/>
                  </a:lnTo>
                  <a:lnTo>
                    <a:pt x="1095334" y="568021"/>
                  </a:lnTo>
                  <a:lnTo>
                    <a:pt x="1091663" y="507854"/>
                  </a:lnTo>
                  <a:lnTo>
                    <a:pt x="1087344" y="448693"/>
                  </a:lnTo>
                  <a:lnTo>
                    <a:pt x="1082366" y="390770"/>
                  </a:lnTo>
                  <a:lnTo>
                    <a:pt x="1076720" y="334319"/>
                  </a:lnTo>
                  <a:lnTo>
                    <a:pt x="1070395" y="279574"/>
                  </a:lnTo>
                  <a:lnTo>
                    <a:pt x="1063382" y="226768"/>
                  </a:lnTo>
                  <a:lnTo>
                    <a:pt x="1055670" y="176135"/>
                  </a:lnTo>
                  <a:lnTo>
                    <a:pt x="1047249" y="127908"/>
                  </a:lnTo>
                  <a:lnTo>
                    <a:pt x="1038109" y="82321"/>
                  </a:lnTo>
                  <a:lnTo>
                    <a:pt x="1028239" y="39607"/>
                  </a:lnTo>
                  <a:lnTo>
                    <a:pt x="1017630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 descr=""/>
            <p:cNvSpPr/>
            <p:nvPr/>
          </p:nvSpPr>
          <p:spPr>
            <a:xfrm>
              <a:off x="3111583" y="6779341"/>
              <a:ext cx="1035685" cy="3387725"/>
            </a:xfrm>
            <a:custGeom>
              <a:avLst/>
              <a:gdLst/>
              <a:ahLst/>
              <a:cxnLst/>
              <a:rect l="l" t="t" r="r" b="b"/>
              <a:pathLst>
                <a:path w="1035685" h="3387725">
                  <a:moveTo>
                    <a:pt x="712169" y="0"/>
                  </a:moveTo>
                  <a:lnTo>
                    <a:pt x="439144" y="12961"/>
                  </a:lnTo>
                  <a:lnTo>
                    <a:pt x="184759" y="196316"/>
                  </a:lnTo>
                  <a:lnTo>
                    <a:pt x="152748" y="241374"/>
                  </a:lnTo>
                  <a:lnTo>
                    <a:pt x="124055" y="284922"/>
                  </a:lnTo>
                  <a:lnTo>
                    <a:pt x="98592" y="327232"/>
                  </a:lnTo>
                  <a:lnTo>
                    <a:pt x="76269" y="368578"/>
                  </a:lnTo>
                  <a:lnTo>
                    <a:pt x="56996" y="409231"/>
                  </a:lnTo>
                  <a:lnTo>
                    <a:pt x="40686" y="449466"/>
                  </a:lnTo>
                  <a:lnTo>
                    <a:pt x="27246" y="489555"/>
                  </a:lnTo>
                  <a:lnTo>
                    <a:pt x="16590" y="529770"/>
                  </a:lnTo>
                  <a:lnTo>
                    <a:pt x="8626" y="570386"/>
                  </a:lnTo>
                  <a:lnTo>
                    <a:pt x="3266" y="611675"/>
                  </a:lnTo>
                  <a:lnTo>
                    <a:pt x="421" y="653909"/>
                  </a:lnTo>
                  <a:lnTo>
                    <a:pt x="0" y="697362"/>
                  </a:lnTo>
                  <a:lnTo>
                    <a:pt x="1914" y="742307"/>
                  </a:lnTo>
                  <a:lnTo>
                    <a:pt x="6074" y="789017"/>
                  </a:lnTo>
                  <a:lnTo>
                    <a:pt x="12391" y="837764"/>
                  </a:lnTo>
                  <a:lnTo>
                    <a:pt x="20775" y="888822"/>
                  </a:lnTo>
                  <a:lnTo>
                    <a:pt x="31136" y="942463"/>
                  </a:lnTo>
                  <a:lnTo>
                    <a:pt x="43386" y="998961"/>
                  </a:lnTo>
                  <a:lnTo>
                    <a:pt x="57434" y="1058588"/>
                  </a:lnTo>
                  <a:lnTo>
                    <a:pt x="73192" y="1121617"/>
                  </a:lnTo>
                  <a:lnTo>
                    <a:pt x="93391" y="1184321"/>
                  </a:lnTo>
                  <a:lnTo>
                    <a:pt x="107733" y="1222055"/>
                  </a:lnTo>
                  <a:lnTo>
                    <a:pt x="124288" y="1263394"/>
                  </a:lnTo>
                  <a:lnTo>
                    <a:pt x="182594" y="1404201"/>
                  </a:lnTo>
                  <a:lnTo>
                    <a:pt x="203367" y="1455114"/>
                  </a:lnTo>
                  <a:lnTo>
                    <a:pt x="224037" y="1507208"/>
                  </a:lnTo>
                  <a:lnTo>
                    <a:pt x="244141" y="1559995"/>
                  </a:lnTo>
                  <a:lnTo>
                    <a:pt x="263217" y="1612992"/>
                  </a:lnTo>
                  <a:lnTo>
                    <a:pt x="280801" y="1665713"/>
                  </a:lnTo>
                  <a:lnTo>
                    <a:pt x="296430" y="1717671"/>
                  </a:lnTo>
                  <a:lnTo>
                    <a:pt x="309642" y="1768383"/>
                  </a:lnTo>
                  <a:lnTo>
                    <a:pt x="319973" y="1817363"/>
                  </a:lnTo>
                  <a:lnTo>
                    <a:pt x="326962" y="1864125"/>
                  </a:lnTo>
                  <a:lnTo>
                    <a:pt x="330143" y="1908183"/>
                  </a:lnTo>
                  <a:lnTo>
                    <a:pt x="329056" y="1949053"/>
                  </a:lnTo>
                  <a:lnTo>
                    <a:pt x="323236" y="1986249"/>
                  </a:lnTo>
                  <a:lnTo>
                    <a:pt x="312222" y="2019286"/>
                  </a:lnTo>
                  <a:lnTo>
                    <a:pt x="299099" y="2053911"/>
                  </a:lnTo>
                  <a:lnTo>
                    <a:pt x="289614" y="2090529"/>
                  </a:lnTo>
                  <a:lnTo>
                    <a:pt x="283553" y="2129003"/>
                  </a:lnTo>
                  <a:lnTo>
                    <a:pt x="280702" y="2169194"/>
                  </a:lnTo>
                  <a:lnTo>
                    <a:pt x="280847" y="2210967"/>
                  </a:lnTo>
                  <a:lnTo>
                    <a:pt x="283777" y="2254182"/>
                  </a:lnTo>
                  <a:lnTo>
                    <a:pt x="289276" y="2298703"/>
                  </a:lnTo>
                  <a:lnTo>
                    <a:pt x="297132" y="2344393"/>
                  </a:lnTo>
                  <a:lnTo>
                    <a:pt x="307131" y="2391113"/>
                  </a:lnTo>
                  <a:lnTo>
                    <a:pt x="319060" y="2438726"/>
                  </a:lnTo>
                  <a:lnTo>
                    <a:pt x="332705" y="2487095"/>
                  </a:lnTo>
                  <a:lnTo>
                    <a:pt x="347854" y="2536081"/>
                  </a:lnTo>
                  <a:lnTo>
                    <a:pt x="364292" y="2585549"/>
                  </a:lnTo>
                  <a:lnTo>
                    <a:pt x="381806" y="2635360"/>
                  </a:lnTo>
                  <a:lnTo>
                    <a:pt x="400184" y="2685376"/>
                  </a:lnTo>
                  <a:lnTo>
                    <a:pt x="419210" y="2735460"/>
                  </a:lnTo>
                  <a:lnTo>
                    <a:pt x="438673" y="2785476"/>
                  </a:lnTo>
                  <a:lnTo>
                    <a:pt x="516617" y="2982093"/>
                  </a:lnTo>
                  <a:lnTo>
                    <a:pt x="535060" y="3029698"/>
                  </a:lnTo>
                  <a:lnTo>
                    <a:pt x="552657" y="3076410"/>
                  </a:lnTo>
                  <a:lnTo>
                    <a:pt x="569198" y="3122090"/>
                  </a:lnTo>
                  <a:lnTo>
                    <a:pt x="584467" y="3166600"/>
                  </a:lnTo>
                  <a:lnTo>
                    <a:pt x="598251" y="3209804"/>
                  </a:lnTo>
                  <a:lnTo>
                    <a:pt x="610338" y="3251563"/>
                  </a:lnTo>
                  <a:lnTo>
                    <a:pt x="629453" y="3290129"/>
                  </a:lnTo>
                  <a:lnTo>
                    <a:pt x="661599" y="3325865"/>
                  </a:lnTo>
                  <a:lnTo>
                    <a:pt x="700870" y="3355925"/>
                  </a:lnTo>
                  <a:lnTo>
                    <a:pt x="741358" y="3377461"/>
                  </a:lnTo>
                  <a:lnTo>
                    <a:pt x="777158" y="3387626"/>
                  </a:lnTo>
                  <a:lnTo>
                    <a:pt x="802362" y="3383575"/>
                  </a:lnTo>
                  <a:lnTo>
                    <a:pt x="811065" y="3362460"/>
                  </a:lnTo>
                  <a:lnTo>
                    <a:pt x="809670" y="3323028"/>
                  </a:lnTo>
                  <a:lnTo>
                    <a:pt x="809163" y="3279849"/>
                  </a:lnTo>
                  <a:lnTo>
                    <a:pt x="809498" y="3233301"/>
                  </a:lnTo>
                  <a:lnTo>
                    <a:pt x="810630" y="3183760"/>
                  </a:lnTo>
                  <a:lnTo>
                    <a:pt x="812516" y="3131602"/>
                  </a:lnTo>
                  <a:lnTo>
                    <a:pt x="815110" y="3077205"/>
                  </a:lnTo>
                  <a:lnTo>
                    <a:pt x="818366" y="3020945"/>
                  </a:lnTo>
                  <a:lnTo>
                    <a:pt x="822241" y="2963198"/>
                  </a:lnTo>
                  <a:lnTo>
                    <a:pt x="826690" y="2904341"/>
                  </a:lnTo>
                  <a:lnTo>
                    <a:pt x="831667" y="2844751"/>
                  </a:lnTo>
                  <a:lnTo>
                    <a:pt x="837128" y="2784804"/>
                  </a:lnTo>
                  <a:lnTo>
                    <a:pt x="843029" y="2724877"/>
                  </a:lnTo>
                  <a:lnTo>
                    <a:pt x="849323" y="2665347"/>
                  </a:lnTo>
                  <a:lnTo>
                    <a:pt x="855967" y="2606590"/>
                  </a:lnTo>
                  <a:lnTo>
                    <a:pt x="862915" y="2548982"/>
                  </a:lnTo>
                  <a:lnTo>
                    <a:pt x="870124" y="2492901"/>
                  </a:lnTo>
                  <a:lnTo>
                    <a:pt x="877547" y="2438722"/>
                  </a:lnTo>
                  <a:lnTo>
                    <a:pt x="885140" y="2386823"/>
                  </a:lnTo>
                  <a:lnTo>
                    <a:pt x="892859" y="2337580"/>
                  </a:lnTo>
                  <a:lnTo>
                    <a:pt x="900658" y="2291370"/>
                  </a:lnTo>
                  <a:lnTo>
                    <a:pt x="908493" y="2248569"/>
                  </a:lnTo>
                  <a:lnTo>
                    <a:pt x="916318" y="2209554"/>
                  </a:lnTo>
                  <a:lnTo>
                    <a:pt x="931762" y="2144388"/>
                  </a:lnTo>
                  <a:lnTo>
                    <a:pt x="939291" y="2118990"/>
                  </a:lnTo>
                  <a:lnTo>
                    <a:pt x="945179" y="2097532"/>
                  </a:lnTo>
                  <a:lnTo>
                    <a:pt x="956984" y="2035645"/>
                  </a:lnTo>
                  <a:lnTo>
                    <a:pt x="962868" y="1996392"/>
                  </a:lnTo>
                  <a:lnTo>
                    <a:pt x="968715" y="1952385"/>
                  </a:lnTo>
                  <a:lnTo>
                    <a:pt x="974511" y="1904212"/>
                  </a:lnTo>
                  <a:lnTo>
                    <a:pt x="980236" y="1852462"/>
                  </a:lnTo>
                  <a:lnTo>
                    <a:pt x="985875" y="1797723"/>
                  </a:lnTo>
                  <a:lnTo>
                    <a:pt x="991410" y="1740585"/>
                  </a:lnTo>
                  <a:lnTo>
                    <a:pt x="996825" y="1681634"/>
                  </a:lnTo>
                  <a:lnTo>
                    <a:pt x="1002101" y="1621461"/>
                  </a:lnTo>
                  <a:lnTo>
                    <a:pt x="1012173" y="1499800"/>
                  </a:lnTo>
                  <a:lnTo>
                    <a:pt x="1021488" y="1380311"/>
                  </a:lnTo>
                  <a:lnTo>
                    <a:pt x="1032211" y="1219000"/>
                  </a:lnTo>
                  <a:lnTo>
                    <a:pt x="1035537" y="1032281"/>
                  </a:lnTo>
                  <a:lnTo>
                    <a:pt x="1031242" y="700500"/>
                  </a:lnTo>
                  <a:lnTo>
                    <a:pt x="1019101" y="104004"/>
                  </a:lnTo>
                  <a:lnTo>
                    <a:pt x="930074" y="62118"/>
                  </a:lnTo>
                  <a:lnTo>
                    <a:pt x="712169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 descr=""/>
            <p:cNvSpPr/>
            <p:nvPr/>
          </p:nvSpPr>
          <p:spPr>
            <a:xfrm>
              <a:off x="4337690" y="6364686"/>
              <a:ext cx="607060" cy="2226945"/>
            </a:xfrm>
            <a:custGeom>
              <a:avLst/>
              <a:gdLst/>
              <a:ahLst/>
              <a:cxnLst/>
              <a:rect l="l" t="t" r="r" b="b"/>
              <a:pathLst>
                <a:path w="607060" h="2226945">
                  <a:moveTo>
                    <a:pt x="514916" y="0"/>
                  </a:moveTo>
                  <a:lnTo>
                    <a:pt x="249489" y="26616"/>
                  </a:lnTo>
                  <a:lnTo>
                    <a:pt x="0" y="315299"/>
                  </a:lnTo>
                  <a:lnTo>
                    <a:pt x="103127" y="2178195"/>
                  </a:lnTo>
                  <a:lnTo>
                    <a:pt x="606798" y="2226780"/>
                  </a:lnTo>
                  <a:lnTo>
                    <a:pt x="514916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 descr=""/>
            <p:cNvSpPr/>
            <p:nvPr/>
          </p:nvSpPr>
          <p:spPr>
            <a:xfrm>
              <a:off x="4079625" y="8591470"/>
              <a:ext cx="53975" cy="145415"/>
            </a:xfrm>
            <a:custGeom>
              <a:avLst/>
              <a:gdLst/>
              <a:ahLst/>
              <a:cxnLst/>
              <a:rect l="l" t="t" r="r" b="b"/>
              <a:pathLst>
                <a:path w="53975" h="145415">
                  <a:moveTo>
                    <a:pt x="16355" y="0"/>
                  </a:moveTo>
                  <a:lnTo>
                    <a:pt x="8252" y="76072"/>
                  </a:lnTo>
                  <a:lnTo>
                    <a:pt x="4141" y="111617"/>
                  </a:lnTo>
                  <a:lnTo>
                    <a:pt x="0" y="145241"/>
                  </a:lnTo>
                  <a:lnTo>
                    <a:pt x="20626" y="118238"/>
                  </a:lnTo>
                  <a:lnTo>
                    <a:pt x="37633" y="98309"/>
                  </a:lnTo>
                  <a:lnTo>
                    <a:pt x="49184" y="85973"/>
                  </a:lnTo>
                  <a:lnTo>
                    <a:pt x="53443" y="81746"/>
                  </a:lnTo>
                  <a:lnTo>
                    <a:pt x="16355" y="0"/>
                  </a:lnTo>
                  <a:close/>
                </a:path>
              </a:pathLst>
            </a:custGeom>
            <a:solidFill>
              <a:srgbClr val="A38693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8" name="object 19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8486" y="5555045"/>
              <a:ext cx="1828735" cy="3707023"/>
            </a:xfrm>
            <a:prstGeom prst="rect">
              <a:avLst/>
            </a:prstGeom>
          </p:spPr>
        </p:pic>
        <p:pic>
          <p:nvPicPr>
            <p:cNvPr id="199" name="object 19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13775" y="5555041"/>
              <a:ext cx="1413445" cy="1376227"/>
            </a:xfrm>
            <a:prstGeom prst="rect">
              <a:avLst/>
            </a:prstGeom>
          </p:spPr>
        </p:pic>
        <p:sp>
          <p:nvSpPr>
            <p:cNvPr id="200" name="object 200" descr=""/>
            <p:cNvSpPr/>
            <p:nvPr/>
          </p:nvSpPr>
          <p:spPr>
            <a:xfrm>
              <a:off x="3136302" y="5702563"/>
              <a:ext cx="1154430" cy="3079115"/>
            </a:xfrm>
            <a:custGeom>
              <a:avLst/>
              <a:gdLst/>
              <a:ahLst/>
              <a:cxnLst/>
              <a:rect l="l" t="t" r="r" b="b"/>
              <a:pathLst>
                <a:path w="1154429" h="3079115">
                  <a:moveTo>
                    <a:pt x="562274" y="0"/>
                  </a:moveTo>
                  <a:lnTo>
                    <a:pt x="491316" y="19732"/>
                  </a:lnTo>
                  <a:lnTo>
                    <a:pt x="421345" y="41709"/>
                  </a:lnTo>
                  <a:lnTo>
                    <a:pt x="345024" y="69369"/>
                  </a:lnTo>
                  <a:lnTo>
                    <a:pt x="321958" y="99825"/>
                  </a:lnTo>
                  <a:lnTo>
                    <a:pt x="308864" y="163724"/>
                  </a:lnTo>
                  <a:lnTo>
                    <a:pt x="305446" y="206014"/>
                  </a:lnTo>
                  <a:lnTo>
                    <a:pt x="303790" y="254027"/>
                  </a:lnTo>
                  <a:lnTo>
                    <a:pt x="303651" y="306881"/>
                  </a:lnTo>
                  <a:lnTo>
                    <a:pt x="304786" y="363697"/>
                  </a:lnTo>
                  <a:lnTo>
                    <a:pt x="306950" y="423596"/>
                  </a:lnTo>
                  <a:lnTo>
                    <a:pt x="309900" y="485698"/>
                  </a:lnTo>
                  <a:lnTo>
                    <a:pt x="313391" y="549123"/>
                  </a:lnTo>
                  <a:lnTo>
                    <a:pt x="317181" y="612992"/>
                  </a:lnTo>
                  <a:lnTo>
                    <a:pt x="321024" y="676425"/>
                  </a:lnTo>
                  <a:lnTo>
                    <a:pt x="324678" y="738542"/>
                  </a:lnTo>
                  <a:lnTo>
                    <a:pt x="327897" y="798463"/>
                  </a:lnTo>
                  <a:lnTo>
                    <a:pt x="330440" y="855309"/>
                  </a:lnTo>
                  <a:lnTo>
                    <a:pt x="332060" y="908201"/>
                  </a:lnTo>
                  <a:lnTo>
                    <a:pt x="332515" y="956258"/>
                  </a:lnTo>
                  <a:lnTo>
                    <a:pt x="331561" y="998601"/>
                  </a:lnTo>
                  <a:lnTo>
                    <a:pt x="324449" y="1062627"/>
                  </a:lnTo>
                  <a:lnTo>
                    <a:pt x="300831" y="1121823"/>
                  </a:lnTo>
                  <a:lnTo>
                    <a:pt x="262422" y="1175707"/>
                  </a:lnTo>
                  <a:lnTo>
                    <a:pt x="188216" y="1258318"/>
                  </a:lnTo>
                  <a:lnTo>
                    <a:pt x="161603" y="1289015"/>
                  </a:lnTo>
                  <a:lnTo>
                    <a:pt x="135111" y="1322411"/>
                  </a:lnTo>
                  <a:lnTo>
                    <a:pt x="109378" y="1359177"/>
                  </a:lnTo>
                  <a:lnTo>
                    <a:pt x="85041" y="1399985"/>
                  </a:lnTo>
                  <a:lnTo>
                    <a:pt x="62735" y="1445504"/>
                  </a:lnTo>
                  <a:lnTo>
                    <a:pt x="43098" y="1496407"/>
                  </a:lnTo>
                  <a:lnTo>
                    <a:pt x="26765" y="1553364"/>
                  </a:lnTo>
                  <a:lnTo>
                    <a:pt x="14375" y="1617047"/>
                  </a:lnTo>
                  <a:lnTo>
                    <a:pt x="6563" y="1688126"/>
                  </a:lnTo>
                  <a:lnTo>
                    <a:pt x="0" y="1792476"/>
                  </a:lnTo>
                  <a:lnTo>
                    <a:pt x="0" y="2251444"/>
                  </a:lnTo>
                  <a:lnTo>
                    <a:pt x="9260" y="2378374"/>
                  </a:lnTo>
                  <a:lnTo>
                    <a:pt x="50708" y="2790909"/>
                  </a:lnTo>
                  <a:lnTo>
                    <a:pt x="106698" y="2894029"/>
                  </a:lnTo>
                  <a:lnTo>
                    <a:pt x="208962" y="2958403"/>
                  </a:lnTo>
                  <a:lnTo>
                    <a:pt x="432743" y="3011030"/>
                  </a:lnTo>
                  <a:lnTo>
                    <a:pt x="853281" y="3078907"/>
                  </a:lnTo>
                  <a:lnTo>
                    <a:pt x="905710" y="2727759"/>
                  </a:lnTo>
                  <a:lnTo>
                    <a:pt x="1018168" y="1935677"/>
                  </a:lnTo>
                  <a:lnTo>
                    <a:pt x="1123414" y="1094732"/>
                  </a:lnTo>
                  <a:lnTo>
                    <a:pt x="1154203" y="596987"/>
                  </a:lnTo>
                  <a:lnTo>
                    <a:pt x="1144198" y="553961"/>
                  </a:lnTo>
                  <a:lnTo>
                    <a:pt x="1127504" y="511796"/>
                  </a:lnTo>
                  <a:lnTo>
                    <a:pt x="1104872" y="470548"/>
                  </a:lnTo>
                  <a:lnTo>
                    <a:pt x="1077050" y="430272"/>
                  </a:lnTo>
                  <a:lnTo>
                    <a:pt x="1044788" y="391025"/>
                  </a:lnTo>
                  <a:lnTo>
                    <a:pt x="1008835" y="352863"/>
                  </a:lnTo>
                  <a:lnTo>
                    <a:pt x="969941" y="315842"/>
                  </a:lnTo>
                  <a:lnTo>
                    <a:pt x="928855" y="280019"/>
                  </a:lnTo>
                  <a:lnTo>
                    <a:pt x="886325" y="245449"/>
                  </a:lnTo>
                  <a:lnTo>
                    <a:pt x="843103" y="212189"/>
                  </a:lnTo>
                  <a:lnTo>
                    <a:pt x="799936" y="180294"/>
                  </a:lnTo>
                  <a:lnTo>
                    <a:pt x="678263" y="93369"/>
                  </a:lnTo>
                  <a:lnTo>
                    <a:pt x="642813" y="67500"/>
                  </a:lnTo>
                  <a:lnTo>
                    <a:pt x="611165" y="43278"/>
                  </a:lnTo>
                  <a:lnTo>
                    <a:pt x="584069" y="20759"/>
                  </a:lnTo>
                  <a:lnTo>
                    <a:pt x="562274" y="0"/>
                  </a:lnTo>
                  <a:close/>
                </a:path>
              </a:pathLst>
            </a:custGeom>
            <a:solidFill>
              <a:srgbClr val="233A79">
                <a:alpha val="18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 descr=""/>
            <p:cNvSpPr/>
            <p:nvPr/>
          </p:nvSpPr>
          <p:spPr>
            <a:xfrm>
              <a:off x="3009128" y="5571973"/>
              <a:ext cx="1275080" cy="3092450"/>
            </a:xfrm>
            <a:custGeom>
              <a:avLst/>
              <a:gdLst/>
              <a:ahLst/>
              <a:cxnLst/>
              <a:rect l="l" t="t" r="r" b="b"/>
              <a:pathLst>
                <a:path w="1275079" h="3092450">
                  <a:moveTo>
                    <a:pt x="725784" y="0"/>
                  </a:moveTo>
                  <a:lnTo>
                    <a:pt x="653632" y="14585"/>
                  </a:lnTo>
                  <a:lnTo>
                    <a:pt x="582307" y="31478"/>
                  </a:lnTo>
                  <a:lnTo>
                    <a:pt x="504252" y="53579"/>
                  </a:lnTo>
                  <a:lnTo>
                    <a:pt x="479125" y="82304"/>
                  </a:lnTo>
                  <a:lnTo>
                    <a:pt x="461621" y="145104"/>
                  </a:lnTo>
                  <a:lnTo>
                    <a:pt x="455272" y="187044"/>
                  </a:lnTo>
                  <a:lnTo>
                    <a:pt x="450282" y="234818"/>
                  </a:lnTo>
                  <a:lnTo>
                    <a:pt x="446469" y="287531"/>
                  </a:lnTo>
                  <a:lnTo>
                    <a:pt x="443651" y="344287"/>
                  </a:lnTo>
                  <a:lnTo>
                    <a:pt x="441646" y="404192"/>
                  </a:lnTo>
                  <a:lnTo>
                    <a:pt x="440271" y="466351"/>
                  </a:lnTo>
                  <a:lnTo>
                    <a:pt x="439344" y="529869"/>
                  </a:lnTo>
                  <a:lnTo>
                    <a:pt x="437434" y="719624"/>
                  </a:lnTo>
                  <a:lnTo>
                    <a:pt x="436480" y="779627"/>
                  </a:lnTo>
                  <a:lnTo>
                    <a:pt x="435064" y="836514"/>
                  </a:lnTo>
                  <a:lnTo>
                    <a:pt x="433003" y="889389"/>
                  </a:lnTo>
                  <a:lnTo>
                    <a:pt x="430116" y="937358"/>
                  </a:lnTo>
                  <a:lnTo>
                    <a:pt x="426220" y="979526"/>
                  </a:lnTo>
                  <a:lnTo>
                    <a:pt x="414673" y="1042879"/>
                  </a:lnTo>
                  <a:lnTo>
                    <a:pt x="386998" y="1100231"/>
                  </a:lnTo>
                  <a:lnTo>
                    <a:pt x="344937" y="1151221"/>
                  </a:lnTo>
                  <a:lnTo>
                    <a:pt x="265172" y="1228292"/>
                  </a:lnTo>
                  <a:lnTo>
                    <a:pt x="236490" y="1257000"/>
                  </a:lnTo>
                  <a:lnTo>
                    <a:pt x="207743" y="1288409"/>
                  </a:lnTo>
                  <a:lnTo>
                    <a:pt x="179519" y="1323234"/>
                  </a:lnTo>
                  <a:lnTo>
                    <a:pt x="152405" y="1362190"/>
                  </a:lnTo>
                  <a:lnTo>
                    <a:pt x="126991" y="1405992"/>
                  </a:lnTo>
                  <a:lnTo>
                    <a:pt x="103865" y="1455356"/>
                  </a:lnTo>
                  <a:lnTo>
                    <a:pt x="83615" y="1510997"/>
                  </a:lnTo>
                  <a:lnTo>
                    <a:pt x="66830" y="1573630"/>
                  </a:lnTo>
                  <a:lnTo>
                    <a:pt x="54098" y="1643970"/>
                  </a:lnTo>
                  <a:lnTo>
                    <a:pt x="21728" y="1886615"/>
                  </a:lnTo>
                  <a:lnTo>
                    <a:pt x="5366" y="2096441"/>
                  </a:lnTo>
                  <a:lnTo>
                    <a:pt x="0" y="2389499"/>
                  </a:lnTo>
                  <a:lnTo>
                    <a:pt x="613" y="2881838"/>
                  </a:lnTo>
                  <a:lnTo>
                    <a:pt x="49622" y="2986618"/>
                  </a:lnTo>
                  <a:lnTo>
                    <a:pt x="149435" y="3043449"/>
                  </a:lnTo>
                  <a:lnTo>
                    <a:pt x="375182" y="3072043"/>
                  </a:lnTo>
                  <a:lnTo>
                    <a:pt x="801991" y="3092115"/>
                  </a:lnTo>
                  <a:lnTo>
                    <a:pt x="878705" y="2745608"/>
                  </a:lnTo>
                  <a:lnTo>
                    <a:pt x="1045954" y="1963590"/>
                  </a:lnTo>
                  <a:lnTo>
                    <a:pt x="1209404" y="1132311"/>
                  </a:lnTo>
                  <a:lnTo>
                    <a:pt x="1274721" y="638022"/>
                  </a:lnTo>
                  <a:lnTo>
                    <a:pt x="1267732" y="594387"/>
                  </a:lnTo>
                  <a:lnTo>
                    <a:pt x="1254012" y="551129"/>
                  </a:lnTo>
                  <a:lnTo>
                    <a:pt x="1234305" y="508358"/>
                  </a:lnTo>
                  <a:lnTo>
                    <a:pt x="1209354" y="466185"/>
                  </a:lnTo>
                  <a:lnTo>
                    <a:pt x="1179902" y="424718"/>
                  </a:lnTo>
                  <a:lnTo>
                    <a:pt x="1146693" y="384069"/>
                  </a:lnTo>
                  <a:lnTo>
                    <a:pt x="1110471" y="344347"/>
                  </a:lnTo>
                  <a:lnTo>
                    <a:pt x="1071978" y="305661"/>
                  </a:lnTo>
                  <a:lnTo>
                    <a:pt x="1031960" y="268122"/>
                  </a:lnTo>
                  <a:lnTo>
                    <a:pt x="991158" y="231840"/>
                  </a:lnTo>
                  <a:lnTo>
                    <a:pt x="950317" y="196924"/>
                  </a:lnTo>
                  <a:lnTo>
                    <a:pt x="910180" y="163484"/>
                  </a:lnTo>
                  <a:lnTo>
                    <a:pt x="834993" y="101472"/>
                  </a:lnTo>
                  <a:lnTo>
                    <a:pt x="801430" y="73121"/>
                  </a:lnTo>
                  <a:lnTo>
                    <a:pt x="771545" y="46685"/>
                  </a:lnTo>
                  <a:lnTo>
                    <a:pt x="746082" y="22274"/>
                  </a:lnTo>
                  <a:lnTo>
                    <a:pt x="725784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 descr=""/>
            <p:cNvSpPr/>
            <p:nvPr/>
          </p:nvSpPr>
          <p:spPr>
            <a:xfrm>
              <a:off x="3734913" y="5238062"/>
              <a:ext cx="571500" cy="574040"/>
            </a:xfrm>
            <a:custGeom>
              <a:avLst/>
              <a:gdLst/>
              <a:ahLst/>
              <a:cxnLst/>
              <a:rect l="l" t="t" r="r" b="b"/>
              <a:pathLst>
                <a:path w="571500" h="574039">
                  <a:moveTo>
                    <a:pt x="367193" y="0"/>
                  </a:moveTo>
                  <a:lnTo>
                    <a:pt x="104352" y="37559"/>
                  </a:lnTo>
                  <a:lnTo>
                    <a:pt x="105466" y="77515"/>
                  </a:lnTo>
                  <a:lnTo>
                    <a:pt x="105326" y="167277"/>
                  </a:lnTo>
                  <a:lnTo>
                    <a:pt x="98716" y="261680"/>
                  </a:lnTo>
                  <a:lnTo>
                    <a:pt x="80416" y="315561"/>
                  </a:lnTo>
                  <a:lnTo>
                    <a:pt x="44511" y="336404"/>
                  </a:lnTo>
                  <a:lnTo>
                    <a:pt x="27101" y="337216"/>
                  </a:lnTo>
                  <a:lnTo>
                    <a:pt x="0" y="333916"/>
                  </a:lnTo>
                  <a:lnTo>
                    <a:pt x="9269" y="347633"/>
                  </a:lnTo>
                  <a:lnTo>
                    <a:pt x="33451" y="381080"/>
                  </a:lnTo>
                  <a:lnTo>
                    <a:pt x="67109" y="422697"/>
                  </a:lnTo>
                  <a:lnTo>
                    <a:pt x="104803" y="460928"/>
                  </a:lnTo>
                  <a:lnTo>
                    <a:pt x="142015" y="489852"/>
                  </a:lnTo>
                  <a:lnTo>
                    <a:pt x="182415" y="515007"/>
                  </a:lnTo>
                  <a:lnTo>
                    <a:pt x="225826" y="536011"/>
                  </a:lnTo>
                  <a:lnTo>
                    <a:pt x="272073" y="552478"/>
                  </a:lnTo>
                  <a:lnTo>
                    <a:pt x="320978" y="564024"/>
                  </a:lnTo>
                  <a:lnTo>
                    <a:pt x="372365" y="570265"/>
                  </a:lnTo>
                  <a:lnTo>
                    <a:pt x="457649" y="573451"/>
                  </a:lnTo>
                  <a:lnTo>
                    <a:pt x="517553" y="570066"/>
                  </a:lnTo>
                  <a:lnTo>
                    <a:pt x="554565" y="560032"/>
                  </a:lnTo>
                  <a:lnTo>
                    <a:pt x="571174" y="543271"/>
                  </a:lnTo>
                  <a:lnTo>
                    <a:pt x="569868" y="519704"/>
                  </a:lnTo>
                  <a:lnTo>
                    <a:pt x="553134" y="489252"/>
                  </a:lnTo>
                  <a:lnTo>
                    <a:pt x="523966" y="450825"/>
                  </a:lnTo>
                  <a:lnTo>
                    <a:pt x="493894" y="415361"/>
                  </a:lnTo>
                  <a:lnTo>
                    <a:pt x="464412" y="380942"/>
                  </a:lnTo>
                  <a:lnTo>
                    <a:pt x="437012" y="345648"/>
                  </a:lnTo>
                  <a:lnTo>
                    <a:pt x="413186" y="307559"/>
                  </a:lnTo>
                  <a:lnTo>
                    <a:pt x="394427" y="264756"/>
                  </a:lnTo>
                  <a:lnTo>
                    <a:pt x="376350" y="209142"/>
                  </a:lnTo>
                  <a:lnTo>
                    <a:pt x="367487" y="163025"/>
                  </a:lnTo>
                  <a:lnTo>
                    <a:pt x="365286" y="101584"/>
                  </a:lnTo>
                  <a:lnTo>
                    <a:pt x="367193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 descr=""/>
            <p:cNvSpPr/>
            <p:nvPr/>
          </p:nvSpPr>
          <p:spPr>
            <a:xfrm>
              <a:off x="3437560" y="6130247"/>
              <a:ext cx="123189" cy="431800"/>
            </a:xfrm>
            <a:custGeom>
              <a:avLst/>
              <a:gdLst/>
              <a:ahLst/>
              <a:cxnLst/>
              <a:rect l="l" t="t" r="r" b="b"/>
              <a:pathLst>
                <a:path w="123189" h="431800">
                  <a:moveTo>
                    <a:pt x="123053" y="0"/>
                  </a:moveTo>
                  <a:lnTo>
                    <a:pt x="10041" y="108844"/>
                  </a:lnTo>
                  <a:lnTo>
                    <a:pt x="6324" y="288745"/>
                  </a:lnTo>
                  <a:lnTo>
                    <a:pt x="0" y="399851"/>
                  </a:lnTo>
                  <a:lnTo>
                    <a:pt x="22313" y="431222"/>
                  </a:lnTo>
                  <a:lnTo>
                    <a:pt x="123053" y="0"/>
                  </a:lnTo>
                  <a:close/>
                </a:path>
              </a:pathLst>
            </a:custGeom>
            <a:solidFill>
              <a:srgbClr val="233A79">
                <a:alpha val="18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 descr=""/>
            <p:cNvSpPr/>
            <p:nvPr/>
          </p:nvSpPr>
          <p:spPr>
            <a:xfrm>
              <a:off x="3630231" y="4652536"/>
              <a:ext cx="653415" cy="855344"/>
            </a:xfrm>
            <a:custGeom>
              <a:avLst/>
              <a:gdLst/>
              <a:ahLst/>
              <a:cxnLst/>
              <a:rect l="l" t="t" r="r" b="b"/>
              <a:pathLst>
                <a:path w="653414" h="855345">
                  <a:moveTo>
                    <a:pt x="308984" y="0"/>
                  </a:moveTo>
                  <a:lnTo>
                    <a:pt x="255463" y="6603"/>
                  </a:lnTo>
                  <a:lnTo>
                    <a:pt x="200325" y="20683"/>
                  </a:lnTo>
                  <a:lnTo>
                    <a:pt x="153164" y="40024"/>
                  </a:lnTo>
                  <a:lnTo>
                    <a:pt x="113455" y="64146"/>
                  </a:lnTo>
                  <a:lnTo>
                    <a:pt x="80672" y="92570"/>
                  </a:lnTo>
                  <a:lnTo>
                    <a:pt x="54291" y="124817"/>
                  </a:lnTo>
                  <a:lnTo>
                    <a:pt x="33784" y="160409"/>
                  </a:lnTo>
                  <a:lnTo>
                    <a:pt x="18627" y="198866"/>
                  </a:lnTo>
                  <a:lnTo>
                    <a:pt x="8295" y="239709"/>
                  </a:lnTo>
                  <a:lnTo>
                    <a:pt x="2261" y="282459"/>
                  </a:lnTo>
                  <a:lnTo>
                    <a:pt x="0" y="326637"/>
                  </a:lnTo>
                  <a:lnTo>
                    <a:pt x="986" y="371765"/>
                  </a:lnTo>
                  <a:lnTo>
                    <a:pt x="4693" y="417363"/>
                  </a:lnTo>
                  <a:lnTo>
                    <a:pt x="10597" y="462952"/>
                  </a:lnTo>
                  <a:lnTo>
                    <a:pt x="18172" y="508054"/>
                  </a:lnTo>
                  <a:lnTo>
                    <a:pt x="29437" y="555398"/>
                  </a:lnTo>
                  <a:lnTo>
                    <a:pt x="45243" y="600861"/>
                  </a:lnTo>
                  <a:lnTo>
                    <a:pt x="65214" y="644002"/>
                  </a:lnTo>
                  <a:lnTo>
                    <a:pt x="88972" y="684381"/>
                  </a:lnTo>
                  <a:lnTo>
                    <a:pt x="116140" y="721557"/>
                  </a:lnTo>
                  <a:lnTo>
                    <a:pt x="146341" y="755091"/>
                  </a:lnTo>
                  <a:lnTo>
                    <a:pt x="179197" y="784543"/>
                  </a:lnTo>
                  <a:lnTo>
                    <a:pt x="214332" y="809472"/>
                  </a:lnTo>
                  <a:lnTo>
                    <a:pt x="251368" y="829438"/>
                  </a:lnTo>
                  <a:lnTo>
                    <a:pt x="289927" y="844001"/>
                  </a:lnTo>
                  <a:lnTo>
                    <a:pt x="329634" y="852721"/>
                  </a:lnTo>
                  <a:lnTo>
                    <a:pt x="370109" y="855157"/>
                  </a:lnTo>
                  <a:lnTo>
                    <a:pt x="410977" y="850871"/>
                  </a:lnTo>
                  <a:lnTo>
                    <a:pt x="453572" y="838673"/>
                  </a:lnTo>
                  <a:lnTo>
                    <a:pt x="492541" y="819418"/>
                  </a:lnTo>
                  <a:lnTo>
                    <a:pt x="527711" y="793790"/>
                  </a:lnTo>
                  <a:lnTo>
                    <a:pt x="558908" y="762471"/>
                  </a:lnTo>
                  <a:lnTo>
                    <a:pt x="585956" y="726144"/>
                  </a:lnTo>
                  <a:lnTo>
                    <a:pt x="608683" y="685492"/>
                  </a:lnTo>
                  <a:lnTo>
                    <a:pt x="626913" y="641198"/>
                  </a:lnTo>
                  <a:lnTo>
                    <a:pt x="640472" y="593944"/>
                  </a:lnTo>
                  <a:lnTo>
                    <a:pt x="649187" y="544413"/>
                  </a:lnTo>
                  <a:lnTo>
                    <a:pt x="652882" y="493289"/>
                  </a:lnTo>
                  <a:lnTo>
                    <a:pt x="651385" y="441253"/>
                  </a:lnTo>
                  <a:lnTo>
                    <a:pt x="644519" y="388989"/>
                  </a:lnTo>
                  <a:lnTo>
                    <a:pt x="635472" y="344164"/>
                  </a:lnTo>
                  <a:lnTo>
                    <a:pt x="624617" y="299509"/>
                  </a:lnTo>
                  <a:lnTo>
                    <a:pt x="611685" y="255655"/>
                  </a:lnTo>
                  <a:lnTo>
                    <a:pt x="596406" y="213234"/>
                  </a:lnTo>
                  <a:lnTo>
                    <a:pt x="578513" y="172876"/>
                  </a:lnTo>
                  <a:lnTo>
                    <a:pt x="557737" y="135211"/>
                  </a:lnTo>
                  <a:lnTo>
                    <a:pt x="533808" y="100872"/>
                  </a:lnTo>
                  <a:lnTo>
                    <a:pt x="506458" y="70490"/>
                  </a:lnTo>
                  <a:lnTo>
                    <a:pt x="475418" y="44694"/>
                  </a:lnTo>
                  <a:lnTo>
                    <a:pt x="440420" y="24116"/>
                  </a:lnTo>
                  <a:lnTo>
                    <a:pt x="401194" y="9387"/>
                  </a:lnTo>
                  <a:lnTo>
                    <a:pt x="357472" y="1138"/>
                  </a:lnTo>
                  <a:lnTo>
                    <a:pt x="308984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 descr=""/>
            <p:cNvSpPr/>
            <p:nvPr/>
          </p:nvSpPr>
          <p:spPr>
            <a:xfrm>
              <a:off x="3091335" y="6726687"/>
              <a:ext cx="478155" cy="361315"/>
            </a:xfrm>
            <a:custGeom>
              <a:avLst/>
              <a:gdLst/>
              <a:ahLst/>
              <a:cxnLst/>
              <a:rect l="l" t="t" r="r" b="b"/>
              <a:pathLst>
                <a:path w="478154" h="361315">
                  <a:moveTo>
                    <a:pt x="323717" y="0"/>
                  </a:moveTo>
                  <a:lnTo>
                    <a:pt x="241542" y="14941"/>
                  </a:lnTo>
                  <a:lnTo>
                    <a:pt x="142523" y="86181"/>
                  </a:lnTo>
                  <a:lnTo>
                    <a:pt x="84356" y="145982"/>
                  </a:lnTo>
                  <a:lnTo>
                    <a:pt x="44396" y="226794"/>
                  </a:lnTo>
                  <a:lnTo>
                    <a:pt x="0" y="361067"/>
                  </a:lnTo>
                  <a:lnTo>
                    <a:pt x="103224" y="218583"/>
                  </a:lnTo>
                  <a:lnTo>
                    <a:pt x="162793" y="145668"/>
                  </a:lnTo>
                  <a:lnTo>
                    <a:pt x="201351" y="119444"/>
                  </a:lnTo>
                  <a:lnTo>
                    <a:pt x="241542" y="117033"/>
                  </a:lnTo>
                  <a:lnTo>
                    <a:pt x="284806" y="125867"/>
                  </a:lnTo>
                  <a:lnTo>
                    <a:pt x="316866" y="142872"/>
                  </a:lnTo>
                  <a:lnTo>
                    <a:pt x="336786" y="159410"/>
                  </a:lnTo>
                  <a:lnTo>
                    <a:pt x="343633" y="166843"/>
                  </a:lnTo>
                  <a:lnTo>
                    <a:pt x="408563" y="208517"/>
                  </a:lnTo>
                  <a:lnTo>
                    <a:pt x="478100" y="194224"/>
                  </a:lnTo>
                  <a:lnTo>
                    <a:pt x="415851" y="82175"/>
                  </a:lnTo>
                  <a:lnTo>
                    <a:pt x="323717" y="0"/>
                  </a:lnTo>
                  <a:close/>
                </a:path>
              </a:pathLst>
            </a:custGeom>
            <a:solidFill>
              <a:srgbClr val="233A79">
                <a:alpha val="18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 descr=""/>
            <p:cNvSpPr/>
            <p:nvPr/>
          </p:nvSpPr>
          <p:spPr>
            <a:xfrm>
              <a:off x="2922422" y="6000857"/>
              <a:ext cx="803910" cy="1033144"/>
            </a:xfrm>
            <a:custGeom>
              <a:avLst/>
              <a:gdLst/>
              <a:ahLst/>
              <a:cxnLst/>
              <a:rect l="l" t="t" r="r" b="b"/>
              <a:pathLst>
                <a:path w="803910" h="1033145">
                  <a:moveTo>
                    <a:pt x="803529" y="891959"/>
                  </a:moveTo>
                  <a:lnTo>
                    <a:pt x="794143" y="830491"/>
                  </a:lnTo>
                  <a:lnTo>
                    <a:pt x="768527" y="786688"/>
                  </a:lnTo>
                  <a:lnTo>
                    <a:pt x="716915" y="760234"/>
                  </a:lnTo>
                  <a:lnTo>
                    <a:pt x="661073" y="739051"/>
                  </a:lnTo>
                  <a:lnTo>
                    <a:pt x="661250" y="738873"/>
                  </a:lnTo>
                  <a:lnTo>
                    <a:pt x="641121" y="691464"/>
                  </a:lnTo>
                  <a:lnTo>
                    <a:pt x="615911" y="635508"/>
                  </a:lnTo>
                  <a:lnTo>
                    <a:pt x="593788" y="587654"/>
                  </a:lnTo>
                  <a:lnTo>
                    <a:pt x="570179" y="538886"/>
                  </a:lnTo>
                  <a:lnTo>
                    <a:pt x="546557" y="493204"/>
                  </a:lnTo>
                  <a:lnTo>
                    <a:pt x="524344" y="454571"/>
                  </a:lnTo>
                  <a:lnTo>
                    <a:pt x="476389" y="388239"/>
                  </a:lnTo>
                  <a:lnTo>
                    <a:pt x="417703" y="317512"/>
                  </a:lnTo>
                  <a:lnTo>
                    <a:pt x="368033" y="261251"/>
                  </a:lnTo>
                  <a:lnTo>
                    <a:pt x="347091" y="238315"/>
                  </a:lnTo>
                  <a:lnTo>
                    <a:pt x="282803" y="90258"/>
                  </a:lnTo>
                  <a:lnTo>
                    <a:pt x="244640" y="17754"/>
                  </a:lnTo>
                  <a:lnTo>
                    <a:pt x="217500" y="0"/>
                  </a:lnTo>
                  <a:lnTo>
                    <a:pt x="186334" y="16154"/>
                  </a:lnTo>
                  <a:lnTo>
                    <a:pt x="131699" y="60109"/>
                  </a:lnTo>
                  <a:lnTo>
                    <a:pt x="84924" y="109194"/>
                  </a:lnTo>
                  <a:lnTo>
                    <a:pt x="47193" y="158711"/>
                  </a:lnTo>
                  <a:lnTo>
                    <a:pt x="19672" y="203949"/>
                  </a:lnTo>
                  <a:lnTo>
                    <a:pt x="3543" y="240233"/>
                  </a:lnTo>
                  <a:lnTo>
                    <a:pt x="0" y="262864"/>
                  </a:lnTo>
                  <a:lnTo>
                    <a:pt x="7518" y="283997"/>
                  </a:lnTo>
                  <a:lnTo>
                    <a:pt x="44462" y="355600"/>
                  </a:lnTo>
                  <a:lnTo>
                    <a:pt x="71513" y="400659"/>
                  </a:lnTo>
                  <a:lnTo>
                    <a:pt x="102679" y="448284"/>
                  </a:lnTo>
                  <a:lnTo>
                    <a:pt x="136804" y="495757"/>
                  </a:lnTo>
                  <a:lnTo>
                    <a:pt x="172681" y="540385"/>
                  </a:lnTo>
                  <a:lnTo>
                    <a:pt x="209130" y="579450"/>
                  </a:lnTo>
                  <a:lnTo>
                    <a:pt x="305244" y="658317"/>
                  </a:lnTo>
                  <a:lnTo>
                    <a:pt x="423430" y="740981"/>
                  </a:lnTo>
                  <a:lnTo>
                    <a:pt x="523671" y="806170"/>
                  </a:lnTo>
                  <a:lnTo>
                    <a:pt x="558571" y="828001"/>
                  </a:lnTo>
                  <a:lnTo>
                    <a:pt x="557682" y="829500"/>
                  </a:lnTo>
                  <a:lnTo>
                    <a:pt x="575576" y="868197"/>
                  </a:lnTo>
                  <a:lnTo>
                    <a:pt x="605485" y="893152"/>
                  </a:lnTo>
                  <a:lnTo>
                    <a:pt x="635660" y="911783"/>
                  </a:lnTo>
                  <a:lnTo>
                    <a:pt x="654291" y="931519"/>
                  </a:lnTo>
                  <a:lnTo>
                    <a:pt x="674916" y="976668"/>
                  </a:lnTo>
                  <a:lnTo>
                    <a:pt x="701040" y="1012609"/>
                  </a:lnTo>
                  <a:lnTo>
                    <a:pt x="740308" y="1032713"/>
                  </a:lnTo>
                  <a:lnTo>
                    <a:pt x="760349" y="1032751"/>
                  </a:lnTo>
                  <a:lnTo>
                    <a:pt x="778598" y="1016635"/>
                  </a:lnTo>
                  <a:lnTo>
                    <a:pt x="793496" y="977303"/>
                  </a:lnTo>
                  <a:lnTo>
                    <a:pt x="803490" y="907643"/>
                  </a:lnTo>
                  <a:lnTo>
                    <a:pt x="803529" y="891959"/>
                  </a:lnTo>
                  <a:close/>
                </a:path>
              </a:pathLst>
            </a:custGeom>
            <a:solidFill>
              <a:srgbClr val="6B53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 descr=""/>
            <p:cNvSpPr/>
            <p:nvPr/>
          </p:nvSpPr>
          <p:spPr>
            <a:xfrm>
              <a:off x="2922422" y="6000857"/>
              <a:ext cx="803910" cy="1033144"/>
            </a:xfrm>
            <a:custGeom>
              <a:avLst/>
              <a:gdLst/>
              <a:ahLst/>
              <a:cxnLst/>
              <a:rect l="l" t="t" r="r" b="b"/>
              <a:pathLst>
                <a:path w="803910" h="1033145">
                  <a:moveTo>
                    <a:pt x="803529" y="891959"/>
                  </a:moveTo>
                  <a:lnTo>
                    <a:pt x="794143" y="830491"/>
                  </a:lnTo>
                  <a:lnTo>
                    <a:pt x="768527" y="786688"/>
                  </a:lnTo>
                  <a:lnTo>
                    <a:pt x="716915" y="760234"/>
                  </a:lnTo>
                  <a:lnTo>
                    <a:pt x="661073" y="739051"/>
                  </a:lnTo>
                  <a:lnTo>
                    <a:pt x="661250" y="738873"/>
                  </a:lnTo>
                  <a:lnTo>
                    <a:pt x="641121" y="691464"/>
                  </a:lnTo>
                  <a:lnTo>
                    <a:pt x="615911" y="635508"/>
                  </a:lnTo>
                  <a:lnTo>
                    <a:pt x="593788" y="587654"/>
                  </a:lnTo>
                  <a:lnTo>
                    <a:pt x="570179" y="538886"/>
                  </a:lnTo>
                  <a:lnTo>
                    <a:pt x="546557" y="493204"/>
                  </a:lnTo>
                  <a:lnTo>
                    <a:pt x="524344" y="454571"/>
                  </a:lnTo>
                  <a:lnTo>
                    <a:pt x="476389" y="388239"/>
                  </a:lnTo>
                  <a:lnTo>
                    <a:pt x="417703" y="317512"/>
                  </a:lnTo>
                  <a:lnTo>
                    <a:pt x="368033" y="261251"/>
                  </a:lnTo>
                  <a:lnTo>
                    <a:pt x="347091" y="238315"/>
                  </a:lnTo>
                  <a:lnTo>
                    <a:pt x="282803" y="90258"/>
                  </a:lnTo>
                  <a:lnTo>
                    <a:pt x="244640" y="17754"/>
                  </a:lnTo>
                  <a:lnTo>
                    <a:pt x="217500" y="0"/>
                  </a:lnTo>
                  <a:lnTo>
                    <a:pt x="186334" y="16154"/>
                  </a:lnTo>
                  <a:lnTo>
                    <a:pt x="131699" y="60109"/>
                  </a:lnTo>
                  <a:lnTo>
                    <a:pt x="84924" y="109194"/>
                  </a:lnTo>
                  <a:lnTo>
                    <a:pt x="47193" y="158711"/>
                  </a:lnTo>
                  <a:lnTo>
                    <a:pt x="19672" y="203949"/>
                  </a:lnTo>
                  <a:lnTo>
                    <a:pt x="3543" y="240233"/>
                  </a:lnTo>
                  <a:lnTo>
                    <a:pt x="0" y="262864"/>
                  </a:lnTo>
                  <a:lnTo>
                    <a:pt x="7518" y="283997"/>
                  </a:lnTo>
                  <a:lnTo>
                    <a:pt x="44462" y="355600"/>
                  </a:lnTo>
                  <a:lnTo>
                    <a:pt x="71513" y="400659"/>
                  </a:lnTo>
                  <a:lnTo>
                    <a:pt x="102679" y="448284"/>
                  </a:lnTo>
                  <a:lnTo>
                    <a:pt x="136804" y="495757"/>
                  </a:lnTo>
                  <a:lnTo>
                    <a:pt x="172681" y="540385"/>
                  </a:lnTo>
                  <a:lnTo>
                    <a:pt x="209130" y="579450"/>
                  </a:lnTo>
                  <a:lnTo>
                    <a:pt x="305244" y="658317"/>
                  </a:lnTo>
                  <a:lnTo>
                    <a:pt x="423430" y="740981"/>
                  </a:lnTo>
                  <a:lnTo>
                    <a:pt x="523671" y="806170"/>
                  </a:lnTo>
                  <a:lnTo>
                    <a:pt x="558571" y="828001"/>
                  </a:lnTo>
                  <a:lnTo>
                    <a:pt x="557682" y="829500"/>
                  </a:lnTo>
                  <a:lnTo>
                    <a:pt x="575576" y="868197"/>
                  </a:lnTo>
                  <a:lnTo>
                    <a:pt x="605485" y="893152"/>
                  </a:lnTo>
                  <a:lnTo>
                    <a:pt x="635660" y="911783"/>
                  </a:lnTo>
                  <a:lnTo>
                    <a:pt x="654291" y="931519"/>
                  </a:lnTo>
                  <a:lnTo>
                    <a:pt x="674916" y="976668"/>
                  </a:lnTo>
                  <a:lnTo>
                    <a:pt x="701040" y="1012609"/>
                  </a:lnTo>
                  <a:lnTo>
                    <a:pt x="740308" y="1032713"/>
                  </a:lnTo>
                  <a:lnTo>
                    <a:pt x="760349" y="1032751"/>
                  </a:lnTo>
                  <a:lnTo>
                    <a:pt x="778598" y="1016635"/>
                  </a:lnTo>
                  <a:lnTo>
                    <a:pt x="793496" y="977303"/>
                  </a:lnTo>
                  <a:lnTo>
                    <a:pt x="803490" y="907643"/>
                  </a:lnTo>
                  <a:lnTo>
                    <a:pt x="803529" y="891959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 descr=""/>
            <p:cNvSpPr/>
            <p:nvPr/>
          </p:nvSpPr>
          <p:spPr>
            <a:xfrm>
              <a:off x="4164082" y="5571973"/>
              <a:ext cx="817880" cy="3020060"/>
            </a:xfrm>
            <a:custGeom>
              <a:avLst/>
              <a:gdLst/>
              <a:ahLst/>
              <a:cxnLst/>
              <a:rect l="l" t="t" r="r" b="b"/>
              <a:pathLst>
                <a:path w="817879" h="3020059">
                  <a:moveTo>
                    <a:pt x="0" y="0"/>
                  </a:moveTo>
                  <a:lnTo>
                    <a:pt x="43163" y="39335"/>
                  </a:lnTo>
                  <a:lnTo>
                    <a:pt x="88058" y="77389"/>
                  </a:lnTo>
                  <a:lnTo>
                    <a:pt x="134167" y="114207"/>
                  </a:lnTo>
                  <a:lnTo>
                    <a:pt x="180972" y="149836"/>
                  </a:lnTo>
                  <a:lnTo>
                    <a:pt x="227956" y="184322"/>
                  </a:lnTo>
                  <a:lnTo>
                    <a:pt x="274602" y="217711"/>
                  </a:lnTo>
                  <a:lnTo>
                    <a:pt x="364811" y="281383"/>
                  </a:lnTo>
                  <a:lnTo>
                    <a:pt x="407339" y="311758"/>
                  </a:lnTo>
                  <a:lnTo>
                    <a:pt x="447461" y="341221"/>
                  </a:lnTo>
                  <a:lnTo>
                    <a:pt x="484658" y="369818"/>
                  </a:lnTo>
                  <a:lnTo>
                    <a:pt x="518413" y="397595"/>
                  </a:lnTo>
                  <a:lnTo>
                    <a:pt x="548210" y="424599"/>
                  </a:lnTo>
                  <a:lnTo>
                    <a:pt x="593858" y="476469"/>
                  </a:lnTo>
                  <a:lnTo>
                    <a:pt x="617464" y="525799"/>
                  </a:lnTo>
                  <a:lnTo>
                    <a:pt x="641782" y="995209"/>
                  </a:lnTo>
                  <a:lnTo>
                    <a:pt x="697359" y="1837594"/>
                  </a:lnTo>
                  <a:lnTo>
                    <a:pt x="754285" y="2653461"/>
                  </a:lnTo>
                  <a:lnTo>
                    <a:pt x="780405" y="3019489"/>
                  </a:lnTo>
                  <a:lnTo>
                    <a:pt x="807766" y="1692441"/>
                  </a:lnTo>
                  <a:lnTo>
                    <a:pt x="817532" y="992781"/>
                  </a:lnTo>
                  <a:lnTo>
                    <a:pt x="810284" y="688928"/>
                  </a:lnTo>
                  <a:lnTo>
                    <a:pt x="786604" y="549302"/>
                  </a:lnTo>
                  <a:lnTo>
                    <a:pt x="764989" y="496163"/>
                  </a:lnTo>
                  <a:lnTo>
                    <a:pt x="726514" y="444649"/>
                  </a:lnTo>
                  <a:lnTo>
                    <a:pt x="672368" y="393512"/>
                  </a:lnTo>
                  <a:lnTo>
                    <a:pt x="639790" y="367694"/>
                  </a:lnTo>
                  <a:lnTo>
                    <a:pt x="603740" y="341503"/>
                  </a:lnTo>
                  <a:lnTo>
                    <a:pt x="564366" y="314780"/>
                  </a:lnTo>
                  <a:lnTo>
                    <a:pt x="521817" y="287372"/>
                  </a:lnTo>
                  <a:lnTo>
                    <a:pt x="476242" y="259121"/>
                  </a:lnTo>
                  <a:lnTo>
                    <a:pt x="427789" y="229871"/>
                  </a:lnTo>
                  <a:lnTo>
                    <a:pt x="266650" y="134569"/>
                  </a:lnTo>
                  <a:lnTo>
                    <a:pt x="208172" y="99763"/>
                  </a:lnTo>
                  <a:lnTo>
                    <a:pt x="147559" y="63179"/>
                  </a:lnTo>
                  <a:lnTo>
                    <a:pt x="84960" y="24658"/>
                  </a:lnTo>
                  <a:lnTo>
                    <a:pt x="63738" y="15858"/>
                  </a:lnTo>
                  <a:lnTo>
                    <a:pt x="35416" y="7931"/>
                  </a:lnTo>
                  <a:lnTo>
                    <a:pt x="10626" y="22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 descr=""/>
            <p:cNvSpPr/>
            <p:nvPr/>
          </p:nvSpPr>
          <p:spPr>
            <a:xfrm>
              <a:off x="3643985" y="5571978"/>
              <a:ext cx="1324610" cy="3092450"/>
            </a:xfrm>
            <a:custGeom>
              <a:avLst/>
              <a:gdLst/>
              <a:ahLst/>
              <a:cxnLst/>
              <a:rect l="l" t="t" r="r" b="b"/>
              <a:pathLst>
                <a:path w="1324610" h="3092450">
                  <a:moveTo>
                    <a:pt x="639864" y="603008"/>
                  </a:moveTo>
                  <a:lnTo>
                    <a:pt x="630339" y="564832"/>
                  </a:lnTo>
                  <a:lnTo>
                    <a:pt x="616699" y="526973"/>
                  </a:lnTo>
                  <a:lnTo>
                    <a:pt x="599211" y="489432"/>
                  </a:lnTo>
                  <a:lnTo>
                    <a:pt x="578104" y="452234"/>
                  </a:lnTo>
                  <a:lnTo>
                    <a:pt x="553656" y="415366"/>
                  </a:lnTo>
                  <a:lnTo>
                    <a:pt x="526097" y="378828"/>
                  </a:lnTo>
                  <a:lnTo>
                    <a:pt x="495706" y="342633"/>
                  </a:lnTo>
                  <a:lnTo>
                    <a:pt x="462711" y="306781"/>
                  </a:lnTo>
                  <a:lnTo>
                    <a:pt x="427380" y="271272"/>
                  </a:lnTo>
                  <a:lnTo>
                    <a:pt x="389966" y="236105"/>
                  </a:lnTo>
                  <a:lnTo>
                    <a:pt x="350723" y="201295"/>
                  </a:lnTo>
                  <a:lnTo>
                    <a:pt x="309892" y="166839"/>
                  </a:lnTo>
                  <a:lnTo>
                    <a:pt x="267741" y="132740"/>
                  </a:lnTo>
                  <a:lnTo>
                    <a:pt x="224510" y="99009"/>
                  </a:lnTo>
                  <a:lnTo>
                    <a:pt x="180467" y="65633"/>
                  </a:lnTo>
                  <a:lnTo>
                    <a:pt x="135851" y="32639"/>
                  </a:lnTo>
                  <a:lnTo>
                    <a:pt x="90919" y="0"/>
                  </a:lnTo>
                  <a:lnTo>
                    <a:pt x="80048" y="1130"/>
                  </a:lnTo>
                  <a:lnTo>
                    <a:pt x="54356" y="4191"/>
                  </a:lnTo>
                  <a:lnTo>
                    <a:pt x="24218" y="8674"/>
                  </a:lnTo>
                  <a:lnTo>
                    <a:pt x="0" y="14046"/>
                  </a:lnTo>
                  <a:lnTo>
                    <a:pt x="254774" y="500583"/>
                  </a:lnTo>
                  <a:lnTo>
                    <a:pt x="295351" y="496277"/>
                  </a:lnTo>
                  <a:lnTo>
                    <a:pt x="385076" y="506209"/>
                  </a:lnTo>
                  <a:lnTo>
                    <a:pt x="475983" y="564591"/>
                  </a:lnTo>
                  <a:lnTo>
                    <a:pt x="520090" y="705688"/>
                  </a:lnTo>
                  <a:lnTo>
                    <a:pt x="516356" y="888250"/>
                  </a:lnTo>
                  <a:lnTo>
                    <a:pt x="466712" y="1196949"/>
                  </a:lnTo>
                  <a:lnTo>
                    <a:pt x="327571" y="1854835"/>
                  </a:lnTo>
                  <a:lnTo>
                    <a:pt x="55384" y="3084969"/>
                  </a:lnTo>
                  <a:lnTo>
                    <a:pt x="167132" y="3092119"/>
                  </a:lnTo>
                  <a:lnTo>
                    <a:pt x="246875" y="2733751"/>
                  </a:lnTo>
                  <a:lnTo>
                    <a:pt x="419188" y="1929041"/>
                  </a:lnTo>
                  <a:lnTo>
                    <a:pt x="583641" y="1083589"/>
                  </a:lnTo>
                  <a:lnTo>
                    <a:pt x="639864" y="603008"/>
                  </a:lnTo>
                  <a:close/>
                </a:path>
                <a:path w="1324610" h="3092450">
                  <a:moveTo>
                    <a:pt x="1323987" y="1732153"/>
                  </a:moveTo>
                  <a:lnTo>
                    <a:pt x="1306398" y="1559052"/>
                  </a:lnTo>
                  <a:lnTo>
                    <a:pt x="1269161" y="1167904"/>
                  </a:lnTo>
                  <a:lnTo>
                    <a:pt x="1235557" y="751001"/>
                  </a:lnTo>
                  <a:lnTo>
                    <a:pt x="1228890" y="500583"/>
                  </a:lnTo>
                  <a:lnTo>
                    <a:pt x="1235443" y="458673"/>
                  </a:lnTo>
                  <a:lnTo>
                    <a:pt x="1243291" y="434936"/>
                  </a:lnTo>
                  <a:lnTo>
                    <a:pt x="1257528" y="420598"/>
                  </a:lnTo>
                  <a:lnTo>
                    <a:pt x="1283233" y="406869"/>
                  </a:lnTo>
                  <a:lnTo>
                    <a:pt x="1268971" y="396748"/>
                  </a:lnTo>
                  <a:lnTo>
                    <a:pt x="1150327" y="317906"/>
                  </a:lnTo>
                  <a:lnTo>
                    <a:pt x="1035304" y="242658"/>
                  </a:lnTo>
                  <a:lnTo>
                    <a:pt x="863409" y="131127"/>
                  </a:lnTo>
                  <a:lnTo>
                    <a:pt x="781075" y="78308"/>
                  </a:lnTo>
                  <a:lnTo>
                    <a:pt x="718096" y="40551"/>
                  </a:lnTo>
                  <a:lnTo>
                    <a:pt x="680110" y="26212"/>
                  </a:lnTo>
                  <a:lnTo>
                    <a:pt x="621538" y="14693"/>
                  </a:lnTo>
                  <a:lnTo>
                    <a:pt x="520090" y="0"/>
                  </a:lnTo>
                  <a:lnTo>
                    <a:pt x="560247" y="41287"/>
                  </a:lnTo>
                  <a:lnTo>
                    <a:pt x="602754" y="80670"/>
                  </a:lnTo>
                  <a:lnTo>
                    <a:pt x="647026" y="118300"/>
                  </a:lnTo>
                  <a:lnTo>
                    <a:pt x="692467" y="154279"/>
                  </a:lnTo>
                  <a:lnTo>
                    <a:pt x="738492" y="188760"/>
                  </a:lnTo>
                  <a:lnTo>
                    <a:pt x="784504" y="221856"/>
                  </a:lnTo>
                  <a:lnTo>
                    <a:pt x="916546" y="314083"/>
                  </a:lnTo>
                  <a:lnTo>
                    <a:pt x="956589" y="342900"/>
                  </a:lnTo>
                  <a:lnTo>
                    <a:pt x="993673" y="370979"/>
                  </a:lnTo>
                  <a:lnTo>
                    <a:pt x="1027188" y="398424"/>
                  </a:lnTo>
                  <a:lnTo>
                    <a:pt x="1056551" y="425373"/>
                  </a:lnTo>
                  <a:lnTo>
                    <a:pt x="1100442" y="478282"/>
                  </a:lnTo>
                  <a:lnTo>
                    <a:pt x="1120622" y="530733"/>
                  </a:lnTo>
                  <a:lnTo>
                    <a:pt x="1141641" y="711568"/>
                  </a:lnTo>
                  <a:lnTo>
                    <a:pt x="1167384" y="1031100"/>
                  </a:lnTo>
                  <a:lnTo>
                    <a:pt x="1214716" y="1722628"/>
                  </a:lnTo>
                  <a:lnTo>
                    <a:pt x="1300492" y="3019488"/>
                  </a:lnTo>
                  <a:lnTo>
                    <a:pt x="1323987" y="1732153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 descr=""/>
            <p:cNvSpPr/>
            <p:nvPr/>
          </p:nvSpPr>
          <p:spPr>
            <a:xfrm>
              <a:off x="2887463" y="5597949"/>
              <a:ext cx="780415" cy="711835"/>
            </a:xfrm>
            <a:custGeom>
              <a:avLst/>
              <a:gdLst/>
              <a:ahLst/>
              <a:cxnLst/>
              <a:rect l="l" t="t" r="r" b="b"/>
              <a:pathLst>
                <a:path w="780414" h="711835">
                  <a:moveTo>
                    <a:pt x="730350" y="0"/>
                  </a:moveTo>
                  <a:lnTo>
                    <a:pt x="670722" y="13599"/>
                  </a:lnTo>
                  <a:lnTo>
                    <a:pt x="613621" y="31667"/>
                  </a:lnTo>
                  <a:lnTo>
                    <a:pt x="559046" y="53756"/>
                  </a:lnTo>
                  <a:lnTo>
                    <a:pt x="506995" y="79420"/>
                  </a:lnTo>
                  <a:lnTo>
                    <a:pt x="457466" y="108212"/>
                  </a:lnTo>
                  <a:lnTo>
                    <a:pt x="410456" y="139686"/>
                  </a:lnTo>
                  <a:lnTo>
                    <a:pt x="365964" y="173395"/>
                  </a:lnTo>
                  <a:lnTo>
                    <a:pt x="323988" y="208894"/>
                  </a:lnTo>
                  <a:lnTo>
                    <a:pt x="284526" y="245734"/>
                  </a:lnTo>
                  <a:lnTo>
                    <a:pt x="247576" y="283471"/>
                  </a:lnTo>
                  <a:lnTo>
                    <a:pt x="213136" y="321658"/>
                  </a:lnTo>
                  <a:lnTo>
                    <a:pt x="181204" y="359847"/>
                  </a:lnTo>
                  <a:lnTo>
                    <a:pt x="151778" y="397593"/>
                  </a:lnTo>
                  <a:lnTo>
                    <a:pt x="124857" y="434449"/>
                  </a:lnTo>
                  <a:lnTo>
                    <a:pt x="100438" y="469969"/>
                  </a:lnTo>
                  <a:lnTo>
                    <a:pt x="78519" y="503706"/>
                  </a:lnTo>
                  <a:lnTo>
                    <a:pt x="42175" y="564045"/>
                  </a:lnTo>
                  <a:lnTo>
                    <a:pt x="15808" y="611896"/>
                  </a:lnTo>
                  <a:lnTo>
                    <a:pt x="0" y="646691"/>
                  </a:lnTo>
                  <a:lnTo>
                    <a:pt x="1413" y="652414"/>
                  </a:lnTo>
                  <a:lnTo>
                    <a:pt x="8111" y="654870"/>
                  </a:lnTo>
                  <a:lnTo>
                    <a:pt x="49218" y="656995"/>
                  </a:lnTo>
                  <a:lnTo>
                    <a:pt x="102439" y="660564"/>
                  </a:lnTo>
                  <a:lnTo>
                    <a:pt x="162537" y="665849"/>
                  </a:lnTo>
                  <a:lnTo>
                    <a:pt x="224280" y="673121"/>
                  </a:lnTo>
                  <a:lnTo>
                    <a:pt x="282431" y="682653"/>
                  </a:lnTo>
                  <a:lnTo>
                    <a:pt x="331756" y="694715"/>
                  </a:lnTo>
                  <a:lnTo>
                    <a:pt x="367021" y="709580"/>
                  </a:lnTo>
                  <a:lnTo>
                    <a:pt x="385777" y="711280"/>
                  </a:lnTo>
                  <a:lnTo>
                    <a:pt x="461782" y="690001"/>
                  </a:lnTo>
                  <a:lnTo>
                    <a:pt x="511248" y="669419"/>
                  </a:lnTo>
                  <a:lnTo>
                    <a:pt x="563167" y="643807"/>
                  </a:lnTo>
                  <a:lnTo>
                    <a:pt x="613646" y="614364"/>
                  </a:lnTo>
                  <a:lnTo>
                    <a:pt x="658794" y="582289"/>
                  </a:lnTo>
                  <a:lnTo>
                    <a:pt x="694718" y="548779"/>
                  </a:lnTo>
                  <a:lnTo>
                    <a:pt x="726153" y="505096"/>
                  </a:lnTo>
                  <a:lnTo>
                    <a:pt x="749467" y="455808"/>
                  </a:lnTo>
                  <a:lnTo>
                    <a:pt x="765571" y="402510"/>
                  </a:lnTo>
                  <a:lnTo>
                    <a:pt x="775375" y="346798"/>
                  </a:lnTo>
                  <a:lnTo>
                    <a:pt x="779791" y="290267"/>
                  </a:lnTo>
                  <a:lnTo>
                    <a:pt x="779727" y="234512"/>
                  </a:lnTo>
                  <a:lnTo>
                    <a:pt x="776095" y="181130"/>
                  </a:lnTo>
                  <a:lnTo>
                    <a:pt x="769805" y="131716"/>
                  </a:lnTo>
                  <a:lnTo>
                    <a:pt x="761768" y="87864"/>
                  </a:lnTo>
                  <a:lnTo>
                    <a:pt x="744092" y="23233"/>
                  </a:lnTo>
                  <a:lnTo>
                    <a:pt x="736274" y="5644"/>
                  </a:lnTo>
                  <a:lnTo>
                    <a:pt x="730350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 descr=""/>
            <p:cNvSpPr/>
            <p:nvPr/>
          </p:nvSpPr>
          <p:spPr>
            <a:xfrm>
              <a:off x="4564184" y="6528863"/>
              <a:ext cx="216535" cy="2471420"/>
            </a:xfrm>
            <a:custGeom>
              <a:avLst/>
              <a:gdLst/>
              <a:ahLst/>
              <a:cxnLst/>
              <a:rect l="l" t="t" r="r" b="b"/>
              <a:pathLst>
                <a:path w="216535" h="2471420">
                  <a:moveTo>
                    <a:pt x="51474" y="0"/>
                  </a:moveTo>
                  <a:lnTo>
                    <a:pt x="23460" y="41111"/>
                  </a:lnTo>
                  <a:lnTo>
                    <a:pt x="6910" y="99581"/>
                  </a:lnTo>
                  <a:lnTo>
                    <a:pt x="187" y="173182"/>
                  </a:lnTo>
                  <a:lnTo>
                    <a:pt x="0" y="214960"/>
                  </a:lnTo>
                  <a:lnTo>
                    <a:pt x="1656" y="259687"/>
                  </a:lnTo>
                  <a:lnTo>
                    <a:pt x="4950" y="307082"/>
                  </a:lnTo>
                  <a:lnTo>
                    <a:pt x="9680" y="356868"/>
                  </a:lnTo>
                  <a:lnTo>
                    <a:pt x="15638" y="408766"/>
                  </a:lnTo>
                  <a:lnTo>
                    <a:pt x="22623" y="462498"/>
                  </a:lnTo>
                  <a:lnTo>
                    <a:pt x="30428" y="517785"/>
                  </a:lnTo>
                  <a:lnTo>
                    <a:pt x="38849" y="574349"/>
                  </a:lnTo>
                  <a:lnTo>
                    <a:pt x="65764" y="748920"/>
                  </a:lnTo>
                  <a:lnTo>
                    <a:pt x="74605" y="807808"/>
                  </a:lnTo>
                  <a:lnTo>
                    <a:pt x="83040" y="866580"/>
                  </a:lnTo>
                  <a:lnTo>
                    <a:pt x="90863" y="924960"/>
                  </a:lnTo>
                  <a:lnTo>
                    <a:pt x="97871" y="982667"/>
                  </a:lnTo>
                  <a:lnTo>
                    <a:pt x="103860" y="1039423"/>
                  </a:lnTo>
                  <a:lnTo>
                    <a:pt x="110456" y="1113745"/>
                  </a:lnTo>
                  <a:lnTo>
                    <a:pt x="115560" y="1183646"/>
                  </a:lnTo>
                  <a:lnTo>
                    <a:pt x="119277" y="1249399"/>
                  </a:lnTo>
                  <a:lnTo>
                    <a:pt x="121715" y="1311278"/>
                  </a:lnTo>
                  <a:lnTo>
                    <a:pt x="122978" y="1369556"/>
                  </a:lnTo>
                  <a:lnTo>
                    <a:pt x="123173" y="1424505"/>
                  </a:lnTo>
                  <a:lnTo>
                    <a:pt x="122406" y="1476398"/>
                  </a:lnTo>
                  <a:lnTo>
                    <a:pt x="120782" y="1525508"/>
                  </a:lnTo>
                  <a:lnTo>
                    <a:pt x="118408" y="1572109"/>
                  </a:lnTo>
                  <a:lnTo>
                    <a:pt x="115391" y="1616473"/>
                  </a:lnTo>
                  <a:lnTo>
                    <a:pt x="111835" y="1658873"/>
                  </a:lnTo>
                  <a:lnTo>
                    <a:pt x="107847" y="1699583"/>
                  </a:lnTo>
                  <a:lnTo>
                    <a:pt x="103533" y="1738875"/>
                  </a:lnTo>
                  <a:lnTo>
                    <a:pt x="98999" y="1777021"/>
                  </a:lnTo>
                  <a:lnTo>
                    <a:pt x="80783" y="1923620"/>
                  </a:lnTo>
                  <a:lnTo>
                    <a:pt x="76739" y="1960137"/>
                  </a:lnTo>
                  <a:lnTo>
                    <a:pt x="70005" y="2034923"/>
                  </a:lnTo>
                  <a:lnTo>
                    <a:pt x="67528" y="2073738"/>
                  </a:lnTo>
                  <a:lnTo>
                    <a:pt x="65784" y="2113865"/>
                  </a:lnTo>
                  <a:lnTo>
                    <a:pt x="64881" y="2155577"/>
                  </a:lnTo>
                  <a:lnTo>
                    <a:pt x="64924" y="2199147"/>
                  </a:lnTo>
                  <a:lnTo>
                    <a:pt x="66019" y="2244847"/>
                  </a:lnTo>
                  <a:lnTo>
                    <a:pt x="68273" y="2292952"/>
                  </a:lnTo>
                  <a:lnTo>
                    <a:pt x="71791" y="2343733"/>
                  </a:lnTo>
                  <a:lnTo>
                    <a:pt x="76679" y="2397463"/>
                  </a:lnTo>
                  <a:lnTo>
                    <a:pt x="83043" y="2454417"/>
                  </a:lnTo>
                  <a:lnTo>
                    <a:pt x="87935" y="2471161"/>
                  </a:lnTo>
                  <a:lnTo>
                    <a:pt x="94883" y="2462006"/>
                  </a:lnTo>
                  <a:lnTo>
                    <a:pt x="115346" y="2393874"/>
                  </a:lnTo>
                  <a:lnTo>
                    <a:pt x="131555" y="2296771"/>
                  </a:lnTo>
                  <a:lnTo>
                    <a:pt x="146151" y="2202729"/>
                  </a:lnTo>
                  <a:lnTo>
                    <a:pt x="159190" y="2111685"/>
                  </a:lnTo>
                  <a:lnTo>
                    <a:pt x="170727" y="2023577"/>
                  </a:lnTo>
                  <a:lnTo>
                    <a:pt x="180817" y="1938342"/>
                  </a:lnTo>
                  <a:lnTo>
                    <a:pt x="189517" y="1855918"/>
                  </a:lnTo>
                  <a:lnTo>
                    <a:pt x="196881" y="1776242"/>
                  </a:lnTo>
                  <a:lnTo>
                    <a:pt x="202965" y="1699251"/>
                  </a:lnTo>
                  <a:lnTo>
                    <a:pt x="207824" y="1624883"/>
                  </a:lnTo>
                  <a:lnTo>
                    <a:pt x="211514" y="1553075"/>
                  </a:lnTo>
                  <a:lnTo>
                    <a:pt x="214091" y="1483766"/>
                  </a:lnTo>
                  <a:lnTo>
                    <a:pt x="215610" y="1416892"/>
                  </a:lnTo>
                  <a:lnTo>
                    <a:pt x="216126" y="1352390"/>
                  </a:lnTo>
                  <a:lnTo>
                    <a:pt x="215695" y="1290199"/>
                  </a:lnTo>
                  <a:lnTo>
                    <a:pt x="214372" y="1230255"/>
                  </a:lnTo>
                  <a:lnTo>
                    <a:pt x="212213" y="1172497"/>
                  </a:lnTo>
                  <a:lnTo>
                    <a:pt x="209273" y="1116861"/>
                  </a:lnTo>
                  <a:lnTo>
                    <a:pt x="205608" y="1063286"/>
                  </a:lnTo>
                  <a:lnTo>
                    <a:pt x="201273" y="1011707"/>
                  </a:lnTo>
                  <a:lnTo>
                    <a:pt x="196324" y="962064"/>
                  </a:lnTo>
                  <a:lnTo>
                    <a:pt x="190816" y="914293"/>
                  </a:lnTo>
                  <a:lnTo>
                    <a:pt x="184805" y="868332"/>
                  </a:lnTo>
                  <a:lnTo>
                    <a:pt x="178346" y="824119"/>
                  </a:lnTo>
                  <a:lnTo>
                    <a:pt x="171494" y="781590"/>
                  </a:lnTo>
                  <a:lnTo>
                    <a:pt x="164306" y="740684"/>
                  </a:lnTo>
                  <a:lnTo>
                    <a:pt x="156836" y="701337"/>
                  </a:lnTo>
                  <a:lnTo>
                    <a:pt x="149140" y="663487"/>
                  </a:lnTo>
                  <a:lnTo>
                    <a:pt x="133292" y="592029"/>
                  </a:lnTo>
                  <a:lnTo>
                    <a:pt x="117206" y="525809"/>
                  </a:lnTo>
                  <a:lnTo>
                    <a:pt x="78862" y="379892"/>
                  </a:lnTo>
                  <a:lnTo>
                    <a:pt x="65438" y="328065"/>
                  </a:lnTo>
                  <a:lnTo>
                    <a:pt x="53772" y="279225"/>
                  </a:lnTo>
                  <a:lnTo>
                    <a:pt x="44310" y="232870"/>
                  </a:lnTo>
                  <a:lnTo>
                    <a:pt x="37494" y="188501"/>
                  </a:lnTo>
                  <a:lnTo>
                    <a:pt x="33768" y="145618"/>
                  </a:lnTo>
                  <a:lnTo>
                    <a:pt x="33203" y="124577"/>
                  </a:lnTo>
                  <a:lnTo>
                    <a:pt x="33577" y="103720"/>
                  </a:lnTo>
                  <a:lnTo>
                    <a:pt x="34945" y="82983"/>
                  </a:lnTo>
                  <a:lnTo>
                    <a:pt x="37364" y="62306"/>
                  </a:lnTo>
                  <a:lnTo>
                    <a:pt x="40888" y="41624"/>
                  </a:lnTo>
                  <a:lnTo>
                    <a:pt x="45573" y="20876"/>
                  </a:lnTo>
                  <a:lnTo>
                    <a:pt x="51474" y="0"/>
                  </a:lnTo>
                  <a:close/>
                </a:path>
              </a:pathLst>
            </a:custGeom>
            <a:solidFill>
              <a:srgbClr val="233A79">
                <a:alpha val="18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 descr=""/>
            <p:cNvSpPr/>
            <p:nvPr/>
          </p:nvSpPr>
          <p:spPr>
            <a:xfrm>
              <a:off x="3561966" y="6833759"/>
              <a:ext cx="326390" cy="342900"/>
            </a:xfrm>
            <a:custGeom>
              <a:avLst/>
              <a:gdLst/>
              <a:ahLst/>
              <a:cxnLst/>
              <a:rect l="l" t="t" r="r" b="b"/>
              <a:pathLst>
                <a:path w="326389" h="342900">
                  <a:moveTo>
                    <a:pt x="164351" y="0"/>
                  </a:moveTo>
                  <a:lnTo>
                    <a:pt x="9957" y="161858"/>
                  </a:lnTo>
                  <a:lnTo>
                    <a:pt x="0" y="231584"/>
                  </a:lnTo>
                  <a:lnTo>
                    <a:pt x="16403" y="248974"/>
                  </a:lnTo>
                  <a:lnTo>
                    <a:pt x="45211" y="287232"/>
                  </a:lnTo>
                  <a:lnTo>
                    <a:pt x="72620" y="325489"/>
                  </a:lnTo>
                  <a:lnTo>
                    <a:pt x="84824" y="342879"/>
                  </a:lnTo>
                  <a:lnTo>
                    <a:pt x="326209" y="84667"/>
                  </a:lnTo>
                  <a:lnTo>
                    <a:pt x="271426" y="2492"/>
                  </a:lnTo>
                  <a:lnTo>
                    <a:pt x="164351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 descr=""/>
            <p:cNvSpPr/>
            <p:nvPr/>
          </p:nvSpPr>
          <p:spPr>
            <a:xfrm>
              <a:off x="3499900" y="6733917"/>
              <a:ext cx="298450" cy="286385"/>
            </a:xfrm>
            <a:custGeom>
              <a:avLst/>
              <a:gdLst/>
              <a:ahLst/>
              <a:cxnLst/>
              <a:rect l="l" t="t" r="r" b="b"/>
              <a:pathLst>
                <a:path w="298450" h="286384">
                  <a:moveTo>
                    <a:pt x="221197" y="0"/>
                  </a:moveTo>
                  <a:lnTo>
                    <a:pt x="167812" y="131738"/>
                  </a:lnTo>
                  <a:lnTo>
                    <a:pt x="126976" y="196618"/>
                  </a:lnTo>
                  <a:lnTo>
                    <a:pt x="77951" y="213509"/>
                  </a:lnTo>
                  <a:lnTo>
                    <a:pt x="0" y="201281"/>
                  </a:lnTo>
                  <a:lnTo>
                    <a:pt x="57872" y="285980"/>
                  </a:lnTo>
                  <a:lnTo>
                    <a:pt x="148772" y="274816"/>
                  </a:lnTo>
                  <a:lnTo>
                    <a:pt x="204095" y="244411"/>
                  </a:lnTo>
                  <a:lnTo>
                    <a:pt x="246363" y="170751"/>
                  </a:lnTo>
                  <a:lnTo>
                    <a:pt x="298095" y="29821"/>
                  </a:lnTo>
                  <a:lnTo>
                    <a:pt x="221197" y="0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4" name="object 214" descr=""/>
          <p:cNvGrpSpPr/>
          <p:nvPr/>
        </p:nvGrpSpPr>
        <p:grpSpPr>
          <a:xfrm>
            <a:off x="14721298" y="9744754"/>
            <a:ext cx="612775" cy="442595"/>
            <a:chOff x="14721298" y="9744754"/>
            <a:chExt cx="612775" cy="442595"/>
          </a:xfrm>
        </p:grpSpPr>
        <p:sp>
          <p:nvSpPr>
            <p:cNvPr id="215" name="object 215" descr=""/>
            <p:cNvSpPr/>
            <p:nvPr/>
          </p:nvSpPr>
          <p:spPr>
            <a:xfrm>
              <a:off x="14737080" y="9744754"/>
              <a:ext cx="596900" cy="442595"/>
            </a:xfrm>
            <a:custGeom>
              <a:avLst/>
              <a:gdLst/>
              <a:ahLst/>
              <a:cxnLst/>
              <a:rect l="l" t="t" r="r" b="b"/>
              <a:pathLst>
                <a:path w="596900" h="442595">
                  <a:moveTo>
                    <a:pt x="399655" y="0"/>
                  </a:moveTo>
                  <a:lnTo>
                    <a:pt x="379216" y="5007"/>
                  </a:lnTo>
                  <a:lnTo>
                    <a:pt x="379726" y="53079"/>
                  </a:lnTo>
                  <a:lnTo>
                    <a:pt x="377306" y="107957"/>
                  </a:lnTo>
                  <a:lnTo>
                    <a:pt x="371842" y="162251"/>
                  </a:lnTo>
                  <a:lnTo>
                    <a:pt x="363216" y="208570"/>
                  </a:lnTo>
                  <a:lnTo>
                    <a:pt x="337068" y="256234"/>
                  </a:lnTo>
                  <a:lnTo>
                    <a:pt x="294218" y="278048"/>
                  </a:lnTo>
                  <a:lnTo>
                    <a:pt x="213031" y="291042"/>
                  </a:lnTo>
                  <a:lnTo>
                    <a:pt x="161108" y="305450"/>
                  </a:lnTo>
                  <a:lnTo>
                    <a:pt x="111754" y="324046"/>
                  </a:lnTo>
                  <a:lnTo>
                    <a:pt x="67982" y="344730"/>
                  </a:lnTo>
                  <a:lnTo>
                    <a:pt x="32805" y="365401"/>
                  </a:lnTo>
                  <a:lnTo>
                    <a:pt x="0" y="401097"/>
                  </a:lnTo>
                  <a:lnTo>
                    <a:pt x="1157" y="419390"/>
                  </a:lnTo>
                  <a:lnTo>
                    <a:pt x="11161" y="434129"/>
                  </a:lnTo>
                  <a:lnTo>
                    <a:pt x="28462" y="440606"/>
                  </a:lnTo>
                  <a:lnTo>
                    <a:pt x="70529" y="441637"/>
                  </a:lnTo>
                  <a:lnTo>
                    <a:pt x="122191" y="442008"/>
                  </a:lnTo>
                  <a:lnTo>
                    <a:pt x="180721" y="441785"/>
                  </a:lnTo>
                  <a:lnTo>
                    <a:pt x="243389" y="441031"/>
                  </a:lnTo>
                  <a:lnTo>
                    <a:pt x="307468" y="439812"/>
                  </a:lnTo>
                  <a:lnTo>
                    <a:pt x="370228" y="438193"/>
                  </a:lnTo>
                  <a:lnTo>
                    <a:pt x="428941" y="436238"/>
                  </a:lnTo>
                  <a:lnTo>
                    <a:pt x="480878" y="434012"/>
                  </a:lnTo>
                  <a:lnTo>
                    <a:pt x="523311" y="431580"/>
                  </a:lnTo>
                  <a:lnTo>
                    <a:pt x="568750" y="426355"/>
                  </a:lnTo>
                  <a:lnTo>
                    <a:pt x="596633" y="370561"/>
                  </a:lnTo>
                  <a:lnTo>
                    <a:pt x="595174" y="320576"/>
                  </a:lnTo>
                  <a:lnTo>
                    <a:pt x="582864" y="260957"/>
                  </a:lnTo>
                  <a:lnTo>
                    <a:pt x="580990" y="254256"/>
                  </a:lnTo>
                  <a:lnTo>
                    <a:pt x="579294" y="247188"/>
                  </a:lnTo>
                  <a:lnTo>
                    <a:pt x="577775" y="239837"/>
                  </a:lnTo>
                  <a:lnTo>
                    <a:pt x="573527" y="193506"/>
                  </a:lnTo>
                  <a:lnTo>
                    <a:pt x="574450" y="137343"/>
                  </a:lnTo>
                  <a:lnTo>
                    <a:pt x="577247" y="82531"/>
                  </a:lnTo>
                  <a:lnTo>
                    <a:pt x="578624" y="40252"/>
                  </a:lnTo>
                  <a:lnTo>
                    <a:pt x="557682" y="23668"/>
                  </a:lnTo>
                  <a:lnTo>
                    <a:pt x="508079" y="10590"/>
                  </a:lnTo>
                  <a:lnTo>
                    <a:pt x="449006" y="2281"/>
                  </a:lnTo>
                  <a:lnTo>
                    <a:pt x="399655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 descr=""/>
            <p:cNvSpPr/>
            <p:nvPr/>
          </p:nvSpPr>
          <p:spPr>
            <a:xfrm>
              <a:off x="14721298" y="9959702"/>
              <a:ext cx="612775" cy="226060"/>
            </a:xfrm>
            <a:custGeom>
              <a:avLst/>
              <a:gdLst/>
              <a:ahLst/>
              <a:cxnLst/>
              <a:rect l="l" t="t" r="r" b="b"/>
              <a:pathLst>
                <a:path w="612775" h="226059">
                  <a:moveTo>
                    <a:pt x="378653" y="0"/>
                  </a:moveTo>
                  <a:lnTo>
                    <a:pt x="362117" y="17165"/>
                  </a:lnTo>
                  <a:lnTo>
                    <a:pt x="338227" y="31044"/>
                  </a:lnTo>
                  <a:lnTo>
                    <a:pt x="309182" y="40980"/>
                  </a:lnTo>
                  <a:lnTo>
                    <a:pt x="222636" y="55609"/>
                  </a:lnTo>
                  <a:lnTo>
                    <a:pt x="170382" y="72630"/>
                  </a:lnTo>
                  <a:lnTo>
                    <a:pt x="122110" y="95140"/>
                  </a:lnTo>
                  <a:lnTo>
                    <a:pt x="79510" y="120904"/>
                  </a:lnTo>
                  <a:lnTo>
                    <a:pt x="44273" y="147687"/>
                  </a:lnTo>
                  <a:lnTo>
                    <a:pt x="2654" y="195365"/>
                  </a:lnTo>
                  <a:lnTo>
                    <a:pt x="0" y="205391"/>
                  </a:lnTo>
                  <a:lnTo>
                    <a:pt x="1391" y="214675"/>
                  </a:lnTo>
                  <a:lnTo>
                    <a:pt x="6557" y="221597"/>
                  </a:lnTo>
                  <a:lnTo>
                    <a:pt x="15229" y="224537"/>
                  </a:lnTo>
                  <a:lnTo>
                    <a:pt x="52055" y="225421"/>
                  </a:lnTo>
                  <a:lnTo>
                    <a:pt x="101809" y="225793"/>
                  </a:lnTo>
                  <a:lnTo>
                    <a:pt x="161177" y="225684"/>
                  </a:lnTo>
                  <a:lnTo>
                    <a:pt x="226846" y="225128"/>
                  </a:lnTo>
                  <a:lnTo>
                    <a:pt x="295500" y="224156"/>
                  </a:lnTo>
                  <a:lnTo>
                    <a:pt x="363825" y="222801"/>
                  </a:lnTo>
                  <a:lnTo>
                    <a:pt x="428509" y="221095"/>
                  </a:lnTo>
                  <a:lnTo>
                    <a:pt x="486235" y="219070"/>
                  </a:lnTo>
                  <a:lnTo>
                    <a:pt x="533690" y="216759"/>
                  </a:lnTo>
                  <a:lnTo>
                    <a:pt x="584531" y="211407"/>
                  </a:lnTo>
                  <a:lnTo>
                    <a:pt x="612415" y="155613"/>
                  </a:lnTo>
                  <a:lnTo>
                    <a:pt x="610956" y="105628"/>
                  </a:lnTo>
                  <a:lnTo>
                    <a:pt x="598646" y="46009"/>
                  </a:lnTo>
                  <a:lnTo>
                    <a:pt x="596772" y="39307"/>
                  </a:lnTo>
                  <a:lnTo>
                    <a:pt x="595075" y="32239"/>
                  </a:lnTo>
                  <a:lnTo>
                    <a:pt x="593557" y="24889"/>
                  </a:lnTo>
                  <a:lnTo>
                    <a:pt x="546506" y="68879"/>
                  </a:lnTo>
                  <a:lnTo>
                    <a:pt x="502349" y="86594"/>
                  </a:lnTo>
                  <a:lnTo>
                    <a:pt x="469774" y="84621"/>
                  </a:lnTo>
                  <a:lnTo>
                    <a:pt x="457467" y="69547"/>
                  </a:lnTo>
                  <a:lnTo>
                    <a:pt x="452154" y="40625"/>
                  </a:lnTo>
                  <a:lnTo>
                    <a:pt x="435514" y="19625"/>
                  </a:lnTo>
                  <a:lnTo>
                    <a:pt x="410146" y="6199"/>
                  </a:lnTo>
                  <a:lnTo>
                    <a:pt x="378653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7" name="object 217" descr=""/>
          <p:cNvGrpSpPr/>
          <p:nvPr/>
        </p:nvGrpSpPr>
        <p:grpSpPr>
          <a:xfrm>
            <a:off x="16391388" y="9924786"/>
            <a:ext cx="306705" cy="321310"/>
            <a:chOff x="16391388" y="9924786"/>
            <a:chExt cx="306705" cy="321310"/>
          </a:xfrm>
        </p:grpSpPr>
        <p:sp>
          <p:nvSpPr>
            <p:cNvPr id="218" name="object 218" descr=""/>
            <p:cNvSpPr/>
            <p:nvPr/>
          </p:nvSpPr>
          <p:spPr>
            <a:xfrm>
              <a:off x="16391388" y="9925710"/>
              <a:ext cx="306705" cy="320040"/>
            </a:xfrm>
            <a:custGeom>
              <a:avLst/>
              <a:gdLst/>
              <a:ahLst/>
              <a:cxnLst/>
              <a:rect l="l" t="t" r="r" b="b"/>
              <a:pathLst>
                <a:path w="306705" h="320040">
                  <a:moveTo>
                    <a:pt x="236107" y="0"/>
                  </a:moveTo>
                  <a:lnTo>
                    <a:pt x="43496" y="51160"/>
                  </a:lnTo>
                  <a:lnTo>
                    <a:pt x="43434" y="75144"/>
                  </a:lnTo>
                  <a:lnTo>
                    <a:pt x="41032" y="102886"/>
                  </a:lnTo>
                  <a:lnTo>
                    <a:pt x="35203" y="133542"/>
                  </a:lnTo>
                  <a:lnTo>
                    <a:pt x="24857" y="166267"/>
                  </a:lnTo>
                  <a:lnTo>
                    <a:pt x="14665" y="189150"/>
                  </a:lnTo>
                  <a:lnTo>
                    <a:pt x="6374" y="204826"/>
                  </a:lnTo>
                  <a:lnTo>
                    <a:pt x="1109" y="217211"/>
                  </a:lnTo>
                  <a:lnTo>
                    <a:pt x="17147" y="265690"/>
                  </a:lnTo>
                  <a:lnTo>
                    <a:pt x="56345" y="295700"/>
                  </a:lnTo>
                  <a:lnTo>
                    <a:pt x="109311" y="315355"/>
                  </a:lnTo>
                  <a:lnTo>
                    <a:pt x="167764" y="319759"/>
                  </a:lnTo>
                  <a:lnTo>
                    <a:pt x="209194" y="311605"/>
                  </a:lnTo>
                  <a:lnTo>
                    <a:pt x="250157" y="293835"/>
                  </a:lnTo>
                  <a:lnTo>
                    <a:pt x="284095" y="266643"/>
                  </a:lnTo>
                  <a:lnTo>
                    <a:pt x="304451" y="230223"/>
                  </a:lnTo>
                  <a:lnTo>
                    <a:pt x="306184" y="220125"/>
                  </a:lnTo>
                  <a:lnTo>
                    <a:pt x="305274" y="202873"/>
                  </a:lnTo>
                  <a:lnTo>
                    <a:pt x="285813" y="127901"/>
                  </a:lnTo>
                  <a:lnTo>
                    <a:pt x="272441" y="88901"/>
                  </a:lnTo>
                  <a:lnTo>
                    <a:pt x="247047" y="24664"/>
                  </a:lnTo>
                  <a:lnTo>
                    <a:pt x="236107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9" name="object 21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433501" y="9924786"/>
              <a:ext cx="201263" cy="108569"/>
            </a:xfrm>
            <a:prstGeom prst="rect">
              <a:avLst/>
            </a:prstGeom>
          </p:spPr>
        </p:pic>
      </p:grpSp>
      <p:sp>
        <p:nvSpPr>
          <p:cNvPr id="220" name="object 220" descr=""/>
          <p:cNvSpPr/>
          <p:nvPr/>
        </p:nvSpPr>
        <p:spPr>
          <a:xfrm>
            <a:off x="14915480" y="4735095"/>
            <a:ext cx="669290" cy="1206500"/>
          </a:xfrm>
          <a:custGeom>
            <a:avLst/>
            <a:gdLst/>
            <a:ahLst/>
            <a:cxnLst/>
            <a:rect l="l" t="t" r="r" b="b"/>
            <a:pathLst>
              <a:path w="669290" h="1206500">
                <a:moveTo>
                  <a:pt x="634326" y="0"/>
                </a:moveTo>
                <a:lnTo>
                  <a:pt x="544079" y="27541"/>
                </a:lnTo>
                <a:lnTo>
                  <a:pt x="495321" y="40767"/>
                </a:lnTo>
                <a:lnTo>
                  <a:pt x="449474" y="56681"/>
                </a:lnTo>
                <a:lnTo>
                  <a:pt x="409160" y="79786"/>
                </a:lnTo>
                <a:lnTo>
                  <a:pt x="377004" y="114582"/>
                </a:lnTo>
                <a:lnTo>
                  <a:pt x="351331" y="160086"/>
                </a:lnTo>
                <a:lnTo>
                  <a:pt x="329369" y="209014"/>
                </a:lnTo>
                <a:lnTo>
                  <a:pt x="310237" y="259304"/>
                </a:lnTo>
                <a:lnTo>
                  <a:pt x="276937" y="355713"/>
                </a:lnTo>
                <a:lnTo>
                  <a:pt x="261006" y="397705"/>
                </a:lnTo>
                <a:lnTo>
                  <a:pt x="244379" y="432803"/>
                </a:lnTo>
                <a:lnTo>
                  <a:pt x="180521" y="547473"/>
                </a:lnTo>
                <a:lnTo>
                  <a:pt x="153840" y="596484"/>
                </a:lnTo>
                <a:lnTo>
                  <a:pt x="130103" y="641820"/>
                </a:lnTo>
                <a:lnTo>
                  <a:pt x="108891" y="684888"/>
                </a:lnTo>
                <a:lnTo>
                  <a:pt x="89788" y="727094"/>
                </a:lnTo>
                <a:lnTo>
                  <a:pt x="72376" y="769842"/>
                </a:lnTo>
                <a:lnTo>
                  <a:pt x="56239" y="814540"/>
                </a:lnTo>
                <a:lnTo>
                  <a:pt x="40588" y="863682"/>
                </a:lnTo>
                <a:lnTo>
                  <a:pt x="27340" y="911178"/>
                </a:lnTo>
                <a:lnTo>
                  <a:pt x="16293" y="956856"/>
                </a:lnTo>
                <a:lnTo>
                  <a:pt x="7247" y="1000545"/>
                </a:lnTo>
                <a:lnTo>
                  <a:pt x="0" y="1042072"/>
                </a:lnTo>
                <a:lnTo>
                  <a:pt x="1090" y="1091586"/>
                </a:lnTo>
                <a:lnTo>
                  <a:pt x="18686" y="1136036"/>
                </a:lnTo>
                <a:lnTo>
                  <a:pt x="50013" y="1172142"/>
                </a:lnTo>
                <a:lnTo>
                  <a:pt x="92298" y="1196621"/>
                </a:lnTo>
                <a:lnTo>
                  <a:pt x="142770" y="1206193"/>
                </a:lnTo>
                <a:lnTo>
                  <a:pt x="189774" y="1206111"/>
                </a:lnTo>
                <a:lnTo>
                  <a:pt x="239598" y="1203872"/>
                </a:lnTo>
                <a:lnTo>
                  <a:pt x="291949" y="1199079"/>
                </a:lnTo>
                <a:lnTo>
                  <a:pt x="346533" y="1191335"/>
                </a:lnTo>
                <a:lnTo>
                  <a:pt x="403059" y="1180240"/>
                </a:lnTo>
                <a:lnTo>
                  <a:pt x="461232" y="1165399"/>
                </a:lnTo>
                <a:lnTo>
                  <a:pt x="521252" y="1146225"/>
                </a:lnTo>
                <a:lnTo>
                  <a:pt x="575894" y="1125134"/>
                </a:lnTo>
                <a:lnTo>
                  <a:pt x="625128" y="1102938"/>
                </a:lnTo>
                <a:lnTo>
                  <a:pt x="668922" y="1080448"/>
                </a:lnTo>
                <a:lnTo>
                  <a:pt x="657299" y="1041301"/>
                </a:lnTo>
                <a:lnTo>
                  <a:pt x="646064" y="1000730"/>
                </a:lnTo>
                <a:lnTo>
                  <a:pt x="635306" y="958768"/>
                </a:lnTo>
                <a:lnTo>
                  <a:pt x="625118" y="915445"/>
                </a:lnTo>
                <a:lnTo>
                  <a:pt x="615591" y="870794"/>
                </a:lnTo>
                <a:lnTo>
                  <a:pt x="606816" y="824847"/>
                </a:lnTo>
                <a:lnTo>
                  <a:pt x="598884" y="777636"/>
                </a:lnTo>
                <a:lnTo>
                  <a:pt x="591888" y="729191"/>
                </a:lnTo>
                <a:lnTo>
                  <a:pt x="585917" y="679545"/>
                </a:lnTo>
                <a:lnTo>
                  <a:pt x="581064" y="628730"/>
                </a:lnTo>
                <a:lnTo>
                  <a:pt x="577420" y="576776"/>
                </a:lnTo>
                <a:lnTo>
                  <a:pt x="575075" y="523718"/>
                </a:lnTo>
                <a:lnTo>
                  <a:pt x="574123" y="469584"/>
                </a:lnTo>
                <a:lnTo>
                  <a:pt x="574653" y="414409"/>
                </a:lnTo>
                <a:lnTo>
                  <a:pt x="576758" y="358223"/>
                </a:lnTo>
                <a:lnTo>
                  <a:pt x="580528" y="301057"/>
                </a:lnTo>
                <a:lnTo>
                  <a:pt x="586055" y="242945"/>
                </a:lnTo>
                <a:lnTo>
                  <a:pt x="592968" y="192571"/>
                </a:lnTo>
                <a:lnTo>
                  <a:pt x="602098" y="142432"/>
                </a:lnTo>
                <a:lnTo>
                  <a:pt x="612598" y="93185"/>
                </a:lnTo>
                <a:lnTo>
                  <a:pt x="634326" y="0"/>
                </a:lnTo>
                <a:close/>
              </a:path>
            </a:pathLst>
          </a:custGeom>
          <a:solidFill>
            <a:srgbClr val="212C6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21" name="object 221" descr=""/>
          <p:cNvGrpSpPr/>
          <p:nvPr/>
        </p:nvGrpSpPr>
        <p:grpSpPr>
          <a:xfrm>
            <a:off x="15021293" y="3482666"/>
            <a:ext cx="1828164" cy="6517005"/>
            <a:chOff x="15021293" y="3482666"/>
            <a:chExt cx="1828164" cy="6517005"/>
          </a:xfrm>
        </p:grpSpPr>
        <p:sp>
          <p:nvSpPr>
            <p:cNvPr id="222" name="object 222" descr=""/>
            <p:cNvSpPr/>
            <p:nvPr/>
          </p:nvSpPr>
          <p:spPr>
            <a:xfrm>
              <a:off x="15028025" y="6630066"/>
              <a:ext cx="1624330" cy="3369310"/>
            </a:xfrm>
            <a:custGeom>
              <a:avLst/>
              <a:gdLst/>
              <a:ahLst/>
              <a:cxnLst/>
              <a:rect l="l" t="t" r="r" b="b"/>
              <a:pathLst>
                <a:path w="1624330" h="3369309">
                  <a:moveTo>
                    <a:pt x="1624253" y="3324885"/>
                  </a:moveTo>
                  <a:lnTo>
                    <a:pt x="1622031" y="3274657"/>
                  </a:lnTo>
                  <a:lnTo>
                    <a:pt x="1612531" y="3073095"/>
                  </a:lnTo>
                  <a:lnTo>
                    <a:pt x="1601978" y="2870492"/>
                  </a:lnTo>
                  <a:lnTo>
                    <a:pt x="1590370" y="2666873"/>
                  </a:lnTo>
                  <a:lnTo>
                    <a:pt x="1577682" y="2462225"/>
                  </a:lnTo>
                  <a:lnTo>
                    <a:pt x="1563903" y="2256548"/>
                  </a:lnTo>
                  <a:lnTo>
                    <a:pt x="1549019" y="2049881"/>
                  </a:lnTo>
                  <a:lnTo>
                    <a:pt x="1533004" y="1842211"/>
                  </a:lnTo>
                  <a:lnTo>
                    <a:pt x="1515986" y="1635074"/>
                  </a:lnTo>
                  <a:lnTo>
                    <a:pt x="1498244" y="1431607"/>
                  </a:lnTo>
                  <a:lnTo>
                    <a:pt x="1479410" y="1227226"/>
                  </a:lnTo>
                  <a:lnTo>
                    <a:pt x="1459458" y="1021918"/>
                  </a:lnTo>
                  <a:lnTo>
                    <a:pt x="1438363" y="815695"/>
                  </a:lnTo>
                  <a:lnTo>
                    <a:pt x="1416278" y="609917"/>
                  </a:lnTo>
                  <a:lnTo>
                    <a:pt x="1393317" y="405472"/>
                  </a:lnTo>
                  <a:lnTo>
                    <a:pt x="1369441" y="202158"/>
                  </a:lnTo>
                  <a:lnTo>
                    <a:pt x="1344701" y="0"/>
                  </a:lnTo>
                  <a:lnTo>
                    <a:pt x="685507" y="33985"/>
                  </a:lnTo>
                  <a:lnTo>
                    <a:pt x="650608" y="32613"/>
                  </a:lnTo>
                  <a:lnTo>
                    <a:pt x="293408" y="16586"/>
                  </a:lnTo>
                  <a:lnTo>
                    <a:pt x="197256" y="12801"/>
                  </a:lnTo>
                  <a:lnTo>
                    <a:pt x="150558" y="520827"/>
                  </a:lnTo>
                  <a:lnTo>
                    <a:pt x="137172" y="673823"/>
                  </a:lnTo>
                  <a:lnTo>
                    <a:pt x="124472" y="828001"/>
                  </a:lnTo>
                  <a:lnTo>
                    <a:pt x="116509" y="931684"/>
                  </a:lnTo>
                  <a:lnTo>
                    <a:pt x="109004" y="1036281"/>
                  </a:lnTo>
                  <a:lnTo>
                    <a:pt x="102031" y="1141920"/>
                  </a:lnTo>
                  <a:lnTo>
                    <a:pt x="99745" y="1188808"/>
                  </a:lnTo>
                  <a:lnTo>
                    <a:pt x="98501" y="1236929"/>
                  </a:lnTo>
                  <a:lnTo>
                    <a:pt x="98005" y="1285913"/>
                  </a:lnTo>
                  <a:lnTo>
                    <a:pt x="98259" y="1434363"/>
                  </a:lnTo>
                  <a:lnTo>
                    <a:pt x="97993" y="1483106"/>
                  </a:lnTo>
                  <a:lnTo>
                    <a:pt x="97078" y="1530858"/>
                  </a:lnTo>
                  <a:lnTo>
                    <a:pt x="95224" y="1577251"/>
                  </a:lnTo>
                  <a:lnTo>
                    <a:pt x="89446" y="1681568"/>
                  </a:lnTo>
                  <a:lnTo>
                    <a:pt x="83197" y="1784946"/>
                  </a:lnTo>
                  <a:lnTo>
                    <a:pt x="73164" y="1938451"/>
                  </a:lnTo>
                  <a:lnTo>
                    <a:pt x="38036" y="2439657"/>
                  </a:lnTo>
                  <a:lnTo>
                    <a:pt x="28232" y="2587929"/>
                  </a:lnTo>
                  <a:lnTo>
                    <a:pt x="22199" y="2686481"/>
                  </a:lnTo>
                  <a:lnTo>
                    <a:pt x="16662" y="2784906"/>
                  </a:lnTo>
                  <a:lnTo>
                    <a:pt x="11734" y="2883268"/>
                  </a:lnTo>
                  <a:lnTo>
                    <a:pt x="7505" y="2981655"/>
                  </a:lnTo>
                  <a:lnTo>
                    <a:pt x="5689" y="3030880"/>
                  </a:lnTo>
                  <a:lnTo>
                    <a:pt x="4076" y="3080131"/>
                  </a:lnTo>
                  <a:lnTo>
                    <a:pt x="2692" y="3129445"/>
                  </a:lnTo>
                  <a:lnTo>
                    <a:pt x="1536" y="3178797"/>
                  </a:lnTo>
                  <a:lnTo>
                    <a:pt x="635" y="3228225"/>
                  </a:lnTo>
                  <a:lnTo>
                    <a:pt x="0" y="3277730"/>
                  </a:lnTo>
                  <a:lnTo>
                    <a:pt x="28257" y="3290112"/>
                  </a:lnTo>
                  <a:lnTo>
                    <a:pt x="74828" y="3308794"/>
                  </a:lnTo>
                  <a:lnTo>
                    <a:pt x="126136" y="3326282"/>
                  </a:lnTo>
                  <a:lnTo>
                    <a:pt x="168605" y="3335045"/>
                  </a:lnTo>
                  <a:lnTo>
                    <a:pt x="218935" y="3333826"/>
                  </a:lnTo>
                  <a:lnTo>
                    <a:pt x="274802" y="3326269"/>
                  </a:lnTo>
                  <a:lnTo>
                    <a:pt x="320433" y="3313887"/>
                  </a:lnTo>
                  <a:lnTo>
                    <a:pt x="340106" y="3298139"/>
                  </a:lnTo>
                  <a:lnTo>
                    <a:pt x="345719" y="3233623"/>
                  </a:lnTo>
                  <a:lnTo>
                    <a:pt x="351510" y="3170123"/>
                  </a:lnTo>
                  <a:lnTo>
                    <a:pt x="357454" y="3107588"/>
                  </a:lnTo>
                  <a:lnTo>
                    <a:pt x="363562" y="3046006"/>
                  </a:lnTo>
                  <a:lnTo>
                    <a:pt x="369836" y="2985338"/>
                  </a:lnTo>
                  <a:lnTo>
                    <a:pt x="376250" y="2925572"/>
                  </a:lnTo>
                  <a:lnTo>
                    <a:pt x="382828" y="2866682"/>
                  </a:lnTo>
                  <a:lnTo>
                    <a:pt x="389534" y="2808630"/>
                  </a:lnTo>
                  <a:lnTo>
                    <a:pt x="396392" y="2751404"/>
                  </a:lnTo>
                  <a:lnTo>
                    <a:pt x="403390" y="2694952"/>
                  </a:lnTo>
                  <a:lnTo>
                    <a:pt x="410527" y="2639276"/>
                  </a:lnTo>
                  <a:lnTo>
                    <a:pt x="417791" y="2584348"/>
                  </a:lnTo>
                  <a:lnTo>
                    <a:pt x="425170" y="2530119"/>
                  </a:lnTo>
                  <a:lnTo>
                    <a:pt x="432689" y="2476576"/>
                  </a:lnTo>
                  <a:lnTo>
                    <a:pt x="448081" y="2371445"/>
                  </a:lnTo>
                  <a:lnTo>
                    <a:pt x="463918" y="2268740"/>
                  </a:lnTo>
                  <a:lnTo>
                    <a:pt x="480187" y="2168245"/>
                  </a:lnTo>
                  <a:lnTo>
                    <a:pt x="496849" y="2069769"/>
                  </a:lnTo>
                  <a:lnTo>
                    <a:pt x="513867" y="1973072"/>
                  </a:lnTo>
                  <a:lnTo>
                    <a:pt x="531241" y="1877961"/>
                  </a:lnTo>
                  <a:lnTo>
                    <a:pt x="548919" y="1784210"/>
                  </a:lnTo>
                  <a:lnTo>
                    <a:pt x="566864" y="1691627"/>
                  </a:lnTo>
                  <a:lnTo>
                    <a:pt x="594258" y="1554454"/>
                  </a:lnTo>
                  <a:lnTo>
                    <a:pt x="631494" y="1373657"/>
                  </a:lnTo>
                  <a:lnTo>
                    <a:pt x="736295" y="875652"/>
                  </a:lnTo>
                  <a:lnTo>
                    <a:pt x="765035" y="736307"/>
                  </a:lnTo>
                  <a:lnTo>
                    <a:pt x="773391" y="694753"/>
                  </a:lnTo>
                  <a:lnTo>
                    <a:pt x="883716" y="1285786"/>
                  </a:lnTo>
                  <a:lnTo>
                    <a:pt x="912685" y="1435874"/>
                  </a:lnTo>
                  <a:lnTo>
                    <a:pt x="932522" y="1535722"/>
                  </a:lnTo>
                  <a:lnTo>
                    <a:pt x="952893" y="1635366"/>
                  </a:lnTo>
                  <a:lnTo>
                    <a:pt x="973874" y="1734769"/>
                  </a:lnTo>
                  <a:lnTo>
                    <a:pt x="995553" y="1833892"/>
                  </a:lnTo>
                  <a:lnTo>
                    <a:pt x="1006690" y="1883333"/>
                  </a:lnTo>
                  <a:lnTo>
                    <a:pt x="1030274" y="1985683"/>
                  </a:lnTo>
                  <a:lnTo>
                    <a:pt x="1054227" y="2087156"/>
                  </a:lnTo>
                  <a:lnTo>
                    <a:pt x="1078471" y="2187905"/>
                  </a:lnTo>
                  <a:lnTo>
                    <a:pt x="1115275" y="2337955"/>
                  </a:lnTo>
                  <a:lnTo>
                    <a:pt x="1214640" y="2735148"/>
                  </a:lnTo>
                  <a:lnTo>
                    <a:pt x="1276388" y="2984246"/>
                  </a:lnTo>
                  <a:lnTo>
                    <a:pt x="1312862" y="3135122"/>
                  </a:lnTo>
                  <a:lnTo>
                    <a:pt x="1336802" y="3236607"/>
                  </a:lnTo>
                  <a:lnTo>
                    <a:pt x="1360398" y="3338944"/>
                  </a:lnTo>
                  <a:lnTo>
                    <a:pt x="1384719" y="3347936"/>
                  </a:lnTo>
                  <a:lnTo>
                    <a:pt x="1424901" y="3360089"/>
                  </a:lnTo>
                  <a:lnTo>
                    <a:pt x="1473073" y="3369043"/>
                  </a:lnTo>
                  <a:lnTo>
                    <a:pt x="1521333" y="3368471"/>
                  </a:lnTo>
                  <a:lnTo>
                    <a:pt x="1557350" y="3359683"/>
                  </a:lnTo>
                  <a:lnTo>
                    <a:pt x="1586661" y="3347847"/>
                  </a:lnTo>
                  <a:lnTo>
                    <a:pt x="1609039" y="3335413"/>
                  </a:lnTo>
                  <a:lnTo>
                    <a:pt x="1624253" y="3324885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 descr=""/>
            <p:cNvSpPr/>
            <p:nvPr/>
          </p:nvSpPr>
          <p:spPr>
            <a:xfrm>
              <a:off x="15666959" y="6630064"/>
              <a:ext cx="985519" cy="3359150"/>
            </a:xfrm>
            <a:custGeom>
              <a:avLst/>
              <a:gdLst/>
              <a:ahLst/>
              <a:cxnLst/>
              <a:rect l="l" t="t" r="r" b="b"/>
              <a:pathLst>
                <a:path w="985519" h="3359150">
                  <a:moveTo>
                    <a:pt x="705769" y="0"/>
                  </a:moveTo>
                  <a:lnTo>
                    <a:pt x="0" y="36375"/>
                  </a:lnTo>
                  <a:lnTo>
                    <a:pt x="12509" y="86240"/>
                  </a:lnTo>
                  <a:lnTo>
                    <a:pt x="26227" y="131561"/>
                  </a:lnTo>
                  <a:lnTo>
                    <a:pt x="41080" y="172612"/>
                  </a:lnTo>
                  <a:lnTo>
                    <a:pt x="56996" y="209671"/>
                  </a:lnTo>
                  <a:lnTo>
                    <a:pt x="91721" y="272910"/>
                  </a:lnTo>
                  <a:lnTo>
                    <a:pt x="129817" y="323480"/>
                  </a:lnTo>
                  <a:lnTo>
                    <a:pt x="170697" y="363585"/>
                  </a:lnTo>
                  <a:lnTo>
                    <a:pt x="213774" y="395428"/>
                  </a:lnTo>
                  <a:lnTo>
                    <a:pt x="258463" y="421213"/>
                  </a:lnTo>
                  <a:lnTo>
                    <a:pt x="304178" y="443142"/>
                  </a:lnTo>
                  <a:lnTo>
                    <a:pt x="373392" y="473625"/>
                  </a:lnTo>
                  <a:lnTo>
                    <a:pt x="396341" y="484245"/>
                  </a:lnTo>
                  <a:lnTo>
                    <a:pt x="441616" y="507827"/>
                  </a:lnTo>
                  <a:lnTo>
                    <a:pt x="485573" y="536365"/>
                  </a:lnTo>
                  <a:lnTo>
                    <a:pt x="527625" y="572064"/>
                  </a:lnTo>
                  <a:lnTo>
                    <a:pt x="567185" y="617126"/>
                  </a:lnTo>
                  <a:lnTo>
                    <a:pt x="603669" y="673755"/>
                  </a:lnTo>
                  <a:lnTo>
                    <a:pt x="636490" y="744155"/>
                  </a:lnTo>
                  <a:lnTo>
                    <a:pt x="651343" y="785206"/>
                  </a:lnTo>
                  <a:lnTo>
                    <a:pt x="665061" y="830527"/>
                  </a:lnTo>
                  <a:lnTo>
                    <a:pt x="677570" y="880392"/>
                  </a:lnTo>
                  <a:lnTo>
                    <a:pt x="690987" y="946937"/>
                  </a:lnTo>
                  <a:lnTo>
                    <a:pt x="697582" y="985138"/>
                  </a:lnTo>
                  <a:lnTo>
                    <a:pt x="704102" y="1026404"/>
                  </a:lnTo>
                  <a:lnTo>
                    <a:pt x="710546" y="1070567"/>
                  </a:lnTo>
                  <a:lnTo>
                    <a:pt x="716915" y="1117462"/>
                  </a:lnTo>
                  <a:lnTo>
                    <a:pt x="723207" y="1166922"/>
                  </a:lnTo>
                  <a:lnTo>
                    <a:pt x="729423" y="1218781"/>
                  </a:lnTo>
                  <a:lnTo>
                    <a:pt x="735562" y="1272872"/>
                  </a:lnTo>
                  <a:lnTo>
                    <a:pt x="741625" y="1329029"/>
                  </a:lnTo>
                  <a:lnTo>
                    <a:pt x="747611" y="1387085"/>
                  </a:lnTo>
                  <a:lnTo>
                    <a:pt x="753520" y="1446874"/>
                  </a:lnTo>
                  <a:lnTo>
                    <a:pt x="765106" y="1570987"/>
                  </a:lnTo>
                  <a:lnTo>
                    <a:pt x="776381" y="1700035"/>
                  </a:lnTo>
                  <a:lnTo>
                    <a:pt x="787344" y="1832687"/>
                  </a:lnTo>
                  <a:lnTo>
                    <a:pt x="797994" y="1967613"/>
                  </a:lnTo>
                  <a:lnTo>
                    <a:pt x="813376" y="2171352"/>
                  </a:lnTo>
                  <a:lnTo>
                    <a:pt x="863627" y="2863932"/>
                  </a:lnTo>
                  <a:lnTo>
                    <a:pt x="875631" y="3018163"/>
                  </a:lnTo>
                  <a:lnTo>
                    <a:pt x="883223" y="3108295"/>
                  </a:lnTo>
                  <a:lnTo>
                    <a:pt x="890485" y="3186724"/>
                  </a:lnTo>
                  <a:lnTo>
                    <a:pt x="897416" y="3252118"/>
                  </a:lnTo>
                  <a:lnTo>
                    <a:pt x="904013" y="3303147"/>
                  </a:lnTo>
                  <a:lnTo>
                    <a:pt x="913282" y="3349842"/>
                  </a:lnTo>
                  <a:lnTo>
                    <a:pt x="919040" y="3359133"/>
                  </a:lnTo>
                  <a:lnTo>
                    <a:pt x="937269" y="3355422"/>
                  </a:lnTo>
                  <a:lnTo>
                    <a:pt x="955325" y="3346382"/>
                  </a:lnTo>
                  <a:lnTo>
                    <a:pt x="971808" y="3335155"/>
                  </a:lnTo>
                  <a:lnTo>
                    <a:pt x="985320" y="3324883"/>
                  </a:lnTo>
                  <a:lnTo>
                    <a:pt x="983105" y="3274654"/>
                  </a:lnTo>
                  <a:lnTo>
                    <a:pt x="973599" y="3073091"/>
                  </a:lnTo>
                  <a:lnTo>
                    <a:pt x="963048" y="2870493"/>
                  </a:lnTo>
                  <a:lnTo>
                    <a:pt x="951437" y="2666865"/>
                  </a:lnTo>
                  <a:lnTo>
                    <a:pt x="938750" y="2462215"/>
                  </a:lnTo>
                  <a:lnTo>
                    <a:pt x="924971" y="2256549"/>
                  </a:lnTo>
                  <a:lnTo>
                    <a:pt x="910085" y="2049876"/>
                  </a:lnTo>
                  <a:lnTo>
                    <a:pt x="894076" y="1842201"/>
                  </a:lnTo>
                  <a:lnTo>
                    <a:pt x="877059" y="1635071"/>
                  </a:lnTo>
                  <a:lnTo>
                    <a:pt x="859321" y="1431607"/>
                  </a:lnTo>
                  <a:lnTo>
                    <a:pt x="840482" y="1227219"/>
                  </a:lnTo>
                  <a:lnTo>
                    <a:pt x="820525" y="1021912"/>
                  </a:lnTo>
                  <a:lnTo>
                    <a:pt x="799437" y="815693"/>
                  </a:lnTo>
                  <a:lnTo>
                    <a:pt x="777355" y="609916"/>
                  </a:lnTo>
                  <a:lnTo>
                    <a:pt x="754383" y="405468"/>
                  </a:lnTo>
                  <a:lnTo>
                    <a:pt x="730515" y="202160"/>
                  </a:lnTo>
                  <a:lnTo>
                    <a:pt x="705769" y="0"/>
                  </a:lnTo>
                  <a:close/>
                </a:path>
              </a:pathLst>
            </a:custGeom>
            <a:solidFill>
              <a:srgbClr val="0A133B">
                <a:alpha val="4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 descr=""/>
            <p:cNvSpPr/>
            <p:nvPr/>
          </p:nvSpPr>
          <p:spPr>
            <a:xfrm>
              <a:off x="15254127" y="4630487"/>
              <a:ext cx="1384300" cy="2148205"/>
            </a:xfrm>
            <a:custGeom>
              <a:avLst/>
              <a:gdLst/>
              <a:ahLst/>
              <a:cxnLst/>
              <a:rect l="l" t="t" r="r" b="b"/>
              <a:pathLst>
                <a:path w="1384300" h="2148204">
                  <a:moveTo>
                    <a:pt x="1010811" y="0"/>
                  </a:moveTo>
                  <a:lnTo>
                    <a:pt x="969361" y="584"/>
                  </a:lnTo>
                  <a:lnTo>
                    <a:pt x="925803" y="1958"/>
                  </a:lnTo>
                  <a:lnTo>
                    <a:pt x="880226" y="4231"/>
                  </a:lnTo>
                  <a:lnTo>
                    <a:pt x="832721" y="7511"/>
                  </a:lnTo>
                  <a:lnTo>
                    <a:pt x="783378" y="11909"/>
                  </a:lnTo>
                  <a:lnTo>
                    <a:pt x="732287" y="17534"/>
                  </a:lnTo>
                  <a:lnTo>
                    <a:pt x="679539" y="24496"/>
                  </a:lnTo>
                  <a:lnTo>
                    <a:pt x="625224" y="32904"/>
                  </a:lnTo>
                  <a:lnTo>
                    <a:pt x="569431" y="42867"/>
                  </a:lnTo>
                  <a:lnTo>
                    <a:pt x="513531" y="53928"/>
                  </a:lnTo>
                  <a:lnTo>
                    <a:pt x="457365" y="65839"/>
                  </a:lnTo>
                  <a:lnTo>
                    <a:pt x="401613" y="78473"/>
                  </a:lnTo>
                  <a:lnTo>
                    <a:pt x="346952" y="91705"/>
                  </a:lnTo>
                  <a:lnTo>
                    <a:pt x="294063" y="105406"/>
                  </a:lnTo>
                  <a:lnTo>
                    <a:pt x="243625" y="119450"/>
                  </a:lnTo>
                  <a:lnTo>
                    <a:pt x="196316" y="133710"/>
                  </a:lnTo>
                  <a:lnTo>
                    <a:pt x="152815" y="148060"/>
                  </a:lnTo>
                  <a:lnTo>
                    <a:pt x="113801" y="162372"/>
                  </a:lnTo>
                  <a:lnTo>
                    <a:pt x="110929" y="235213"/>
                  </a:lnTo>
                  <a:lnTo>
                    <a:pt x="111270" y="276740"/>
                  </a:lnTo>
                  <a:lnTo>
                    <a:pt x="113129" y="369347"/>
                  </a:lnTo>
                  <a:lnTo>
                    <a:pt x="113693" y="420160"/>
                  </a:lnTo>
                  <a:lnTo>
                    <a:pt x="113381" y="473802"/>
                  </a:lnTo>
                  <a:lnTo>
                    <a:pt x="111715" y="530141"/>
                  </a:lnTo>
                  <a:lnTo>
                    <a:pt x="108220" y="589044"/>
                  </a:lnTo>
                  <a:lnTo>
                    <a:pt x="102419" y="650378"/>
                  </a:lnTo>
                  <a:lnTo>
                    <a:pt x="93236" y="729970"/>
                  </a:lnTo>
                  <a:lnTo>
                    <a:pt x="84676" y="802125"/>
                  </a:lnTo>
                  <a:lnTo>
                    <a:pt x="69285" y="927338"/>
                  </a:lnTo>
                  <a:lnTo>
                    <a:pt x="49986" y="1079494"/>
                  </a:lnTo>
                  <a:lnTo>
                    <a:pt x="39231" y="1166547"/>
                  </a:lnTo>
                  <a:lnTo>
                    <a:pt x="34380" y="1208172"/>
                  </a:lnTo>
                  <a:lnTo>
                    <a:pt x="29833" y="1249604"/>
                  </a:lnTo>
                  <a:lnTo>
                    <a:pt x="25554" y="1291646"/>
                  </a:lnTo>
                  <a:lnTo>
                    <a:pt x="21507" y="1335105"/>
                  </a:lnTo>
                  <a:lnTo>
                    <a:pt x="17658" y="1380785"/>
                  </a:lnTo>
                  <a:lnTo>
                    <a:pt x="14749" y="1418788"/>
                  </a:lnTo>
                  <a:lnTo>
                    <a:pt x="11937" y="1459364"/>
                  </a:lnTo>
                  <a:lnTo>
                    <a:pt x="9281" y="1502460"/>
                  </a:lnTo>
                  <a:lnTo>
                    <a:pt x="6841" y="1548024"/>
                  </a:lnTo>
                  <a:lnTo>
                    <a:pt x="4677" y="1596005"/>
                  </a:lnTo>
                  <a:lnTo>
                    <a:pt x="2851" y="1646350"/>
                  </a:lnTo>
                  <a:lnTo>
                    <a:pt x="1423" y="1699007"/>
                  </a:lnTo>
                  <a:lnTo>
                    <a:pt x="452" y="1753923"/>
                  </a:lnTo>
                  <a:lnTo>
                    <a:pt x="0" y="1811048"/>
                  </a:lnTo>
                  <a:lnTo>
                    <a:pt x="126" y="1870329"/>
                  </a:lnTo>
                  <a:lnTo>
                    <a:pt x="891" y="1931714"/>
                  </a:lnTo>
                  <a:lnTo>
                    <a:pt x="2355" y="1995150"/>
                  </a:lnTo>
                  <a:lnTo>
                    <a:pt x="4579" y="2060586"/>
                  </a:lnTo>
                  <a:lnTo>
                    <a:pt x="78968" y="2081056"/>
                  </a:lnTo>
                  <a:lnTo>
                    <a:pt x="120182" y="2091153"/>
                  </a:lnTo>
                  <a:lnTo>
                    <a:pt x="163983" y="2100934"/>
                  </a:lnTo>
                  <a:lnTo>
                    <a:pt x="210300" y="2110233"/>
                  </a:lnTo>
                  <a:lnTo>
                    <a:pt x="259063" y="2118881"/>
                  </a:lnTo>
                  <a:lnTo>
                    <a:pt x="310201" y="2126712"/>
                  </a:lnTo>
                  <a:lnTo>
                    <a:pt x="363646" y="2133557"/>
                  </a:lnTo>
                  <a:lnTo>
                    <a:pt x="419325" y="2139250"/>
                  </a:lnTo>
                  <a:lnTo>
                    <a:pt x="477170" y="2143622"/>
                  </a:lnTo>
                  <a:lnTo>
                    <a:pt x="537110" y="2146506"/>
                  </a:lnTo>
                  <a:lnTo>
                    <a:pt x="599074" y="2147735"/>
                  </a:lnTo>
                  <a:lnTo>
                    <a:pt x="661170" y="2147183"/>
                  </a:lnTo>
                  <a:lnTo>
                    <a:pt x="721185" y="2144952"/>
                  </a:lnTo>
                  <a:lnTo>
                    <a:pt x="779039" y="2141216"/>
                  </a:lnTo>
                  <a:lnTo>
                    <a:pt x="834655" y="2136148"/>
                  </a:lnTo>
                  <a:lnTo>
                    <a:pt x="887955" y="2129923"/>
                  </a:lnTo>
                  <a:lnTo>
                    <a:pt x="938860" y="2122715"/>
                  </a:lnTo>
                  <a:lnTo>
                    <a:pt x="987292" y="2114697"/>
                  </a:lnTo>
                  <a:lnTo>
                    <a:pt x="1033174" y="2106043"/>
                  </a:lnTo>
                  <a:lnTo>
                    <a:pt x="1076427" y="2096928"/>
                  </a:lnTo>
                  <a:lnTo>
                    <a:pt x="1116973" y="2087526"/>
                  </a:lnTo>
                  <a:lnTo>
                    <a:pt x="1154733" y="2078010"/>
                  </a:lnTo>
                  <a:lnTo>
                    <a:pt x="1179990" y="1879891"/>
                  </a:lnTo>
                  <a:lnTo>
                    <a:pt x="1216923" y="1580957"/>
                  </a:lnTo>
                  <a:lnTo>
                    <a:pt x="1252686" y="1279925"/>
                  </a:lnTo>
                  <a:lnTo>
                    <a:pt x="1287249" y="976805"/>
                  </a:lnTo>
                  <a:lnTo>
                    <a:pt x="1320997" y="667703"/>
                  </a:lnTo>
                  <a:lnTo>
                    <a:pt x="1353309" y="357924"/>
                  </a:lnTo>
                  <a:lnTo>
                    <a:pt x="1383920" y="50103"/>
                  </a:lnTo>
                  <a:lnTo>
                    <a:pt x="1010811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 descr=""/>
            <p:cNvSpPr/>
            <p:nvPr/>
          </p:nvSpPr>
          <p:spPr>
            <a:xfrm>
              <a:off x="15699997" y="4282078"/>
              <a:ext cx="509270" cy="535305"/>
            </a:xfrm>
            <a:custGeom>
              <a:avLst/>
              <a:gdLst/>
              <a:ahLst/>
              <a:cxnLst/>
              <a:rect l="l" t="t" r="r" b="b"/>
              <a:pathLst>
                <a:path w="509269" h="535304">
                  <a:moveTo>
                    <a:pt x="418395" y="0"/>
                  </a:moveTo>
                  <a:lnTo>
                    <a:pt x="0" y="107933"/>
                  </a:lnTo>
                  <a:lnTo>
                    <a:pt x="10838" y="151184"/>
                  </a:lnTo>
                  <a:lnTo>
                    <a:pt x="20108" y="199541"/>
                  </a:lnTo>
                  <a:lnTo>
                    <a:pt x="26909" y="252692"/>
                  </a:lnTo>
                  <a:lnTo>
                    <a:pt x="30344" y="310325"/>
                  </a:lnTo>
                  <a:lnTo>
                    <a:pt x="30272" y="352784"/>
                  </a:lnTo>
                  <a:lnTo>
                    <a:pt x="28188" y="392743"/>
                  </a:lnTo>
                  <a:lnTo>
                    <a:pt x="24473" y="430041"/>
                  </a:lnTo>
                  <a:lnTo>
                    <a:pt x="19507" y="464519"/>
                  </a:lnTo>
                  <a:lnTo>
                    <a:pt x="168099" y="535208"/>
                  </a:lnTo>
                  <a:lnTo>
                    <a:pt x="508727" y="369611"/>
                  </a:lnTo>
                  <a:lnTo>
                    <a:pt x="492577" y="329334"/>
                  </a:lnTo>
                  <a:lnTo>
                    <a:pt x="477221" y="286634"/>
                  </a:lnTo>
                  <a:lnTo>
                    <a:pt x="462933" y="241558"/>
                  </a:lnTo>
                  <a:lnTo>
                    <a:pt x="449989" y="194149"/>
                  </a:lnTo>
                  <a:lnTo>
                    <a:pt x="438664" y="144455"/>
                  </a:lnTo>
                  <a:lnTo>
                    <a:pt x="429233" y="92520"/>
                  </a:lnTo>
                  <a:lnTo>
                    <a:pt x="422769" y="45372"/>
                  </a:lnTo>
                  <a:lnTo>
                    <a:pt x="420336" y="22457"/>
                  </a:lnTo>
                  <a:lnTo>
                    <a:pt x="418395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 descr=""/>
            <p:cNvSpPr/>
            <p:nvPr/>
          </p:nvSpPr>
          <p:spPr>
            <a:xfrm>
              <a:off x="15533010" y="3635262"/>
              <a:ext cx="647700" cy="868680"/>
            </a:xfrm>
            <a:custGeom>
              <a:avLst/>
              <a:gdLst/>
              <a:ahLst/>
              <a:cxnLst/>
              <a:rect l="l" t="t" r="r" b="b"/>
              <a:pathLst>
                <a:path w="647700" h="868679">
                  <a:moveTo>
                    <a:pt x="300039" y="0"/>
                  </a:moveTo>
                  <a:lnTo>
                    <a:pt x="234410" y="6121"/>
                  </a:lnTo>
                  <a:lnTo>
                    <a:pt x="166748" y="21895"/>
                  </a:lnTo>
                  <a:lnTo>
                    <a:pt x="114403" y="41511"/>
                  </a:lnTo>
                  <a:lnTo>
                    <a:pt x="69266" y="64440"/>
                  </a:lnTo>
                  <a:lnTo>
                    <a:pt x="31183" y="88847"/>
                  </a:lnTo>
                  <a:lnTo>
                    <a:pt x="0" y="112898"/>
                  </a:lnTo>
                  <a:lnTo>
                    <a:pt x="35245" y="663855"/>
                  </a:lnTo>
                  <a:lnTo>
                    <a:pt x="52961" y="704733"/>
                  </a:lnTo>
                  <a:lnTo>
                    <a:pt x="95637" y="744991"/>
                  </a:lnTo>
                  <a:lnTo>
                    <a:pt x="152016" y="786741"/>
                  </a:lnTo>
                  <a:lnTo>
                    <a:pt x="208273" y="818750"/>
                  </a:lnTo>
                  <a:lnTo>
                    <a:pt x="261584" y="842056"/>
                  </a:lnTo>
                  <a:lnTo>
                    <a:pt x="309660" y="858117"/>
                  </a:lnTo>
                  <a:lnTo>
                    <a:pt x="350209" y="868393"/>
                  </a:lnTo>
                  <a:lnTo>
                    <a:pt x="383444" y="856176"/>
                  </a:lnTo>
                  <a:lnTo>
                    <a:pt x="420620" y="839992"/>
                  </a:lnTo>
                  <a:lnTo>
                    <a:pt x="460670" y="819255"/>
                  </a:lnTo>
                  <a:lnTo>
                    <a:pt x="502529" y="793379"/>
                  </a:lnTo>
                  <a:lnTo>
                    <a:pt x="543293" y="763265"/>
                  </a:lnTo>
                  <a:lnTo>
                    <a:pt x="577915" y="732995"/>
                  </a:lnTo>
                  <a:lnTo>
                    <a:pt x="606775" y="703622"/>
                  </a:lnTo>
                  <a:lnTo>
                    <a:pt x="637897" y="664735"/>
                  </a:lnTo>
                  <a:lnTo>
                    <a:pt x="647467" y="625510"/>
                  </a:lnTo>
                  <a:lnTo>
                    <a:pt x="636661" y="89464"/>
                  </a:lnTo>
                  <a:lnTo>
                    <a:pt x="597356" y="68417"/>
                  </a:lnTo>
                  <a:lnTo>
                    <a:pt x="523028" y="37199"/>
                  </a:lnTo>
                  <a:lnTo>
                    <a:pt x="475132" y="22131"/>
                  </a:lnTo>
                  <a:lnTo>
                    <a:pt x="421361" y="9747"/>
                  </a:lnTo>
                  <a:lnTo>
                    <a:pt x="362677" y="1789"/>
                  </a:lnTo>
                  <a:lnTo>
                    <a:pt x="300039" y="0"/>
                  </a:lnTo>
                  <a:close/>
                </a:path>
              </a:pathLst>
            </a:custGeom>
            <a:solidFill>
              <a:srgbClr val="7C48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7" name="object 22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118875" y="4041106"/>
              <a:ext cx="168255" cy="183261"/>
            </a:xfrm>
            <a:prstGeom prst="rect">
              <a:avLst/>
            </a:prstGeom>
          </p:spPr>
        </p:pic>
        <p:pic>
          <p:nvPicPr>
            <p:cNvPr id="228" name="object 22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495741" y="4060888"/>
              <a:ext cx="133599" cy="179315"/>
            </a:xfrm>
            <a:prstGeom prst="rect">
              <a:avLst/>
            </a:prstGeom>
          </p:spPr>
        </p:pic>
        <p:sp>
          <p:nvSpPr>
            <p:cNvPr id="229" name="object 229" descr=""/>
            <p:cNvSpPr/>
            <p:nvPr/>
          </p:nvSpPr>
          <p:spPr>
            <a:xfrm>
              <a:off x="15638821" y="4801022"/>
              <a:ext cx="335915" cy="1727835"/>
            </a:xfrm>
            <a:custGeom>
              <a:avLst/>
              <a:gdLst/>
              <a:ahLst/>
              <a:cxnLst/>
              <a:rect l="l" t="t" r="r" b="b"/>
              <a:pathLst>
                <a:path w="335915" h="1727834">
                  <a:moveTo>
                    <a:pt x="335853" y="0"/>
                  </a:moveTo>
                  <a:lnTo>
                    <a:pt x="300776" y="20397"/>
                  </a:lnTo>
                  <a:lnTo>
                    <a:pt x="0" y="1727696"/>
                  </a:lnTo>
                  <a:lnTo>
                    <a:pt x="253374" y="1508331"/>
                  </a:lnTo>
                  <a:lnTo>
                    <a:pt x="312042" y="28910"/>
                  </a:lnTo>
                  <a:lnTo>
                    <a:pt x="335853" y="0"/>
                  </a:lnTo>
                  <a:close/>
                </a:path>
              </a:pathLst>
            </a:custGeom>
            <a:solidFill>
              <a:srgbClr val="B39C9E">
                <a:alpha val="28997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0" name="object 23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527522" y="4706160"/>
              <a:ext cx="518905" cy="1811925"/>
            </a:xfrm>
            <a:prstGeom prst="rect">
              <a:avLst/>
            </a:prstGeom>
          </p:spPr>
        </p:pic>
        <p:sp>
          <p:nvSpPr>
            <p:cNvPr id="231" name="object 231" descr=""/>
            <p:cNvSpPr/>
            <p:nvPr/>
          </p:nvSpPr>
          <p:spPr>
            <a:xfrm>
              <a:off x="15328774" y="6583813"/>
              <a:ext cx="1102995" cy="470534"/>
            </a:xfrm>
            <a:custGeom>
              <a:avLst/>
              <a:gdLst/>
              <a:ahLst/>
              <a:cxnLst/>
              <a:rect l="l" t="t" r="r" b="b"/>
              <a:pathLst>
                <a:path w="1102994" h="470534">
                  <a:moveTo>
                    <a:pt x="1102766" y="463359"/>
                  </a:moveTo>
                  <a:lnTo>
                    <a:pt x="671690" y="200977"/>
                  </a:lnTo>
                  <a:lnTo>
                    <a:pt x="693470" y="198145"/>
                  </a:lnTo>
                  <a:lnTo>
                    <a:pt x="735164" y="191731"/>
                  </a:lnTo>
                  <a:lnTo>
                    <a:pt x="723734" y="10160"/>
                  </a:lnTo>
                  <a:lnTo>
                    <a:pt x="680720" y="14655"/>
                  </a:lnTo>
                  <a:lnTo>
                    <a:pt x="636092" y="18605"/>
                  </a:lnTo>
                  <a:lnTo>
                    <a:pt x="589927" y="21945"/>
                  </a:lnTo>
                  <a:lnTo>
                    <a:pt x="542251" y="24587"/>
                  </a:lnTo>
                  <a:lnTo>
                    <a:pt x="493102" y="26454"/>
                  </a:lnTo>
                  <a:lnTo>
                    <a:pt x="442518" y="27482"/>
                  </a:lnTo>
                  <a:lnTo>
                    <a:pt x="390563" y="27571"/>
                  </a:lnTo>
                  <a:lnTo>
                    <a:pt x="337248" y="26670"/>
                  </a:lnTo>
                  <a:lnTo>
                    <a:pt x="282625" y="24688"/>
                  </a:lnTo>
                  <a:lnTo>
                    <a:pt x="226529" y="21526"/>
                  </a:lnTo>
                  <a:lnTo>
                    <a:pt x="172135" y="17386"/>
                  </a:lnTo>
                  <a:lnTo>
                    <a:pt x="119494" y="12344"/>
                  </a:lnTo>
                  <a:lnTo>
                    <a:pt x="68630" y="6515"/>
                  </a:lnTo>
                  <a:lnTo>
                    <a:pt x="19596" y="0"/>
                  </a:lnTo>
                  <a:lnTo>
                    <a:pt x="0" y="165582"/>
                  </a:lnTo>
                  <a:lnTo>
                    <a:pt x="45821" y="175996"/>
                  </a:lnTo>
                  <a:lnTo>
                    <a:pt x="95034" y="185813"/>
                  </a:lnTo>
                  <a:lnTo>
                    <a:pt x="147510" y="194741"/>
                  </a:lnTo>
                  <a:lnTo>
                    <a:pt x="203161" y="202526"/>
                  </a:lnTo>
                  <a:lnTo>
                    <a:pt x="261848" y="208876"/>
                  </a:lnTo>
                  <a:lnTo>
                    <a:pt x="323481" y="213512"/>
                  </a:lnTo>
                  <a:lnTo>
                    <a:pt x="383844" y="216065"/>
                  </a:lnTo>
                  <a:lnTo>
                    <a:pt x="441909" y="216649"/>
                  </a:lnTo>
                  <a:lnTo>
                    <a:pt x="497547" y="215519"/>
                  </a:lnTo>
                  <a:lnTo>
                    <a:pt x="550646" y="212864"/>
                  </a:lnTo>
                  <a:lnTo>
                    <a:pt x="576389" y="210870"/>
                  </a:lnTo>
                  <a:lnTo>
                    <a:pt x="573443" y="297776"/>
                  </a:lnTo>
                  <a:lnTo>
                    <a:pt x="605917" y="333438"/>
                  </a:lnTo>
                  <a:lnTo>
                    <a:pt x="645325" y="367487"/>
                  </a:lnTo>
                  <a:lnTo>
                    <a:pt x="696760" y="401218"/>
                  </a:lnTo>
                  <a:lnTo>
                    <a:pt x="750366" y="426986"/>
                  </a:lnTo>
                  <a:lnTo>
                    <a:pt x="804849" y="445782"/>
                  </a:lnTo>
                  <a:lnTo>
                    <a:pt x="858926" y="458546"/>
                  </a:lnTo>
                  <a:lnTo>
                    <a:pt x="911313" y="466280"/>
                  </a:lnTo>
                  <a:lnTo>
                    <a:pt x="960716" y="469950"/>
                  </a:lnTo>
                  <a:lnTo>
                    <a:pt x="1005852" y="470522"/>
                  </a:lnTo>
                  <a:lnTo>
                    <a:pt x="1045425" y="468960"/>
                  </a:lnTo>
                  <a:lnTo>
                    <a:pt x="1078153" y="466255"/>
                  </a:lnTo>
                  <a:lnTo>
                    <a:pt x="1102766" y="463359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 descr=""/>
            <p:cNvSpPr/>
            <p:nvPr/>
          </p:nvSpPr>
          <p:spPr>
            <a:xfrm>
              <a:off x="15927631" y="4631357"/>
              <a:ext cx="732155" cy="2425065"/>
            </a:xfrm>
            <a:custGeom>
              <a:avLst/>
              <a:gdLst/>
              <a:ahLst/>
              <a:cxnLst/>
              <a:rect l="l" t="t" r="r" b="b"/>
              <a:pathLst>
                <a:path w="732155" h="2425065">
                  <a:moveTo>
                    <a:pt x="343991" y="0"/>
                  </a:moveTo>
                  <a:lnTo>
                    <a:pt x="329847" y="39752"/>
                  </a:lnTo>
                  <a:lnTo>
                    <a:pt x="315771" y="80228"/>
                  </a:lnTo>
                  <a:lnTo>
                    <a:pt x="301780" y="121423"/>
                  </a:lnTo>
                  <a:lnTo>
                    <a:pt x="287890" y="163333"/>
                  </a:lnTo>
                  <a:lnTo>
                    <a:pt x="274121" y="205952"/>
                  </a:lnTo>
                  <a:lnTo>
                    <a:pt x="260488" y="249277"/>
                  </a:lnTo>
                  <a:lnTo>
                    <a:pt x="247009" y="293302"/>
                  </a:lnTo>
                  <a:lnTo>
                    <a:pt x="233701" y="338022"/>
                  </a:lnTo>
                  <a:lnTo>
                    <a:pt x="220583" y="383434"/>
                  </a:lnTo>
                  <a:lnTo>
                    <a:pt x="207670" y="429532"/>
                  </a:lnTo>
                  <a:lnTo>
                    <a:pt x="194980" y="476312"/>
                  </a:lnTo>
                  <a:lnTo>
                    <a:pt x="182532" y="523770"/>
                  </a:lnTo>
                  <a:lnTo>
                    <a:pt x="170341" y="571900"/>
                  </a:lnTo>
                  <a:lnTo>
                    <a:pt x="158425" y="620697"/>
                  </a:lnTo>
                  <a:lnTo>
                    <a:pt x="146802" y="670158"/>
                  </a:lnTo>
                  <a:lnTo>
                    <a:pt x="135489" y="720278"/>
                  </a:lnTo>
                  <a:lnTo>
                    <a:pt x="124503" y="771052"/>
                  </a:lnTo>
                  <a:lnTo>
                    <a:pt x="113861" y="822474"/>
                  </a:lnTo>
                  <a:lnTo>
                    <a:pt x="103581" y="874542"/>
                  </a:lnTo>
                  <a:lnTo>
                    <a:pt x="93680" y="927249"/>
                  </a:lnTo>
                  <a:lnTo>
                    <a:pt x="84176" y="980592"/>
                  </a:lnTo>
                  <a:lnTo>
                    <a:pt x="75085" y="1034566"/>
                  </a:lnTo>
                  <a:lnTo>
                    <a:pt x="66425" y="1089165"/>
                  </a:lnTo>
                  <a:lnTo>
                    <a:pt x="58214" y="1144386"/>
                  </a:lnTo>
                  <a:lnTo>
                    <a:pt x="50468" y="1200224"/>
                  </a:lnTo>
                  <a:lnTo>
                    <a:pt x="43205" y="1256673"/>
                  </a:lnTo>
                  <a:lnTo>
                    <a:pt x="36454" y="1313612"/>
                  </a:lnTo>
                  <a:lnTo>
                    <a:pt x="30338" y="1369989"/>
                  </a:lnTo>
                  <a:lnTo>
                    <a:pt x="24841" y="1425794"/>
                  </a:lnTo>
                  <a:lnTo>
                    <a:pt x="19944" y="1481019"/>
                  </a:lnTo>
                  <a:lnTo>
                    <a:pt x="15630" y="1535653"/>
                  </a:lnTo>
                  <a:lnTo>
                    <a:pt x="11881" y="1589688"/>
                  </a:lnTo>
                  <a:lnTo>
                    <a:pt x="8680" y="1643114"/>
                  </a:lnTo>
                  <a:lnTo>
                    <a:pt x="6009" y="1695923"/>
                  </a:lnTo>
                  <a:lnTo>
                    <a:pt x="3852" y="1748105"/>
                  </a:lnTo>
                  <a:lnTo>
                    <a:pt x="2189" y="1799652"/>
                  </a:lnTo>
                  <a:lnTo>
                    <a:pt x="1005" y="1850552"/>
                  </a:lnTo>
                  <a:lnTo>
                    <a:pt x="281" y="1900799"/>
                  </a:lnTo>
                  <a:lnTo>
                    <a:pt x="0" y="1950382"/>
                  </a:lnTo>
                  <a:lnTo>
                    <a:pt x="143" y="1999292"/>
                  </a:lnTo>
                  <a:lnTo>
                    <a:pt x="695" y="2047520"/>
                  </a:lnTo>
                  <a:lnTo>
                    <a:pt x="1637" y="2095057"/>
                  </a:lnTo>
                  <a:lnTo>
                    <a:pt x="2952" y="2141894"/>
                  </a:lnTo>
                  <a:lnTo>
                    <a:pt x="4622" y="2188021"/>
                  </a:lnTo>
                  <a:lnTo>
                    <a:pt x="6630" y="2233429"/>
                  </a:lnTo>
                  <a:lnTo>
                    <a:pt x="64721" y="2282727"/>
                  </a:lnTo>
                  <a:lnTo>
                    <a:pt x="102575" y="2309275"/>
                  </a:lnTo>
                  <a:lnTo>
                    <a:pt x="146534" y="2335606"/>
                  </a:lnTo>
                  <a:lnTo>
                    <a:pt x="196771" y="2360608"/>
                  </a:lnTo>
                  <a:lnTo>
                    <a:pt x="255993" y="2384039"/>
                  </a:lnTo>
                  <a:lnTo>
                    <a:pt x="313078" y="2401148"/>
                  </a:lnTo>
                  <a:lnTo>
                    <a:pt x="367076" y="2412867"/>
                  </a:lnTo>
                  <a:lnTo>
                    <a:pt x="417040" y="2420128"/>
                  </a:lnTo>
                  <a:lnTo>
                    <a:pt x="462021" y="2423865"/>
                  </a:lnTo>
                  <a:lnTo>
                    <a:pt x="501071" y="2425008"/>
                  </a:lnTo>
                  <a:lnTo>
                    <a:pt x="533242" y="2424491"/>
                  </a:lnTo>
                  <a:lnTo>
                    <a:pt x="646914" y="706564"/>
                  </a:lnTo>
                  <a:lnTo>
                    <a:pt x="731770" y="59778"/>
                  </a:lnTo>
                  <a:lnTo>
                    <a:pt x="693115" y="48795"/>
                  </a:lnTo>
                  <a:lnTo>
                    <a:pt x="651600" y="38305"/>
                  </a:lnTo>
                  <a:lnTo>
                    <a:pt x="607296" y="28564"/>
                  </a:lnTo>
                  <a:lnTo>
                    <a:pt x="560278" y="19831"/>
                  </a:lnTo>
                  <a:lnTo>
                    <a:pt x="501152" y="11128"/>
                  </a:lnTo>
                  <a:lnTo>
                    <a:pt x="445188" y="5188"/>
                  </a:lnTo>
                  <a:lnTo>
                    <a:pt x="392698" y="1611"/>
                  </a:lnTo>
                  <a:lnTo>
                    <a:pt x="343991" y="0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 descr=""/>
            <p:cNvSpPr/>
            <p:nvPr/>
          </p:nvSpPr>
          <p:spPr>
            <a:xfrm>
              <a:off x="15248727" y="6724699"/>
              <a:ext cx="206375" cy="224154"/>
            </a:xfrm>
            <a:custGeom>
              <a:avLst/>
              <a:gdLst/>
              <a:ahLst/>
              <a:cxnLst/>
              <a:rect l="l" t="t" r="r" b="b"/>
              <a:pathLst>
                <a:path w="206375" h="224154">
                  <a:moveTo>
                    <a:pt x="205847" y="0"/>
                  </a:moveTo>
                  <a:lnTo>
                    <a:pt x="0" y="223689"/>
                  </a:lnTo>
                  <a:lnTo>
                    <a:pt x="196046" y="75526"/>
                  </a:lnTo>
                  <a:lnTo>
                    <a:pt x="205847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 descr=""/>
            <p:cNvSpPr/>
            <p:nvPr/>
          </p:nvSpPr>
          <p:spPr>
            <a:xfrm>
              <a:off x="15196133" y="4712391"/>
              <a:ext cx="454025" cy="2279650"/>
            </a:xfrm>
            <a:custGeom>
              <a:avLst/>
              <a:gdLst/>
              <a:ahLst/>
              <a:cxnLst/>
              <a:rect l="l" t="t" r="r" b="b"/>
              <a:pathLst>
                <a:path w="454025" h="2279650">
                  <a:moveTo>
                    <a:pt x="453431" y="0"/>
                  </a:moveTo>
                  <a:lnTo>
                    <a:pt x="429010" y="4528"/>
                  </a:lnTo>
                  <a:lnTo>
                    <a:pt x="403265" y="10104"/>
                  </a:lnTo>
                  <a:lnTo>
                    <a:pt x="376318" y="16842"/>
                  </a:lnTo>
                  <a:lnTo>
                    <a:pt x="302842" y="37911"/>
                  </a:lnTo>
                  <a:lnTo>
                    <a:pt x="253331" y="51815"/>
                  </a:lnTo>
                  <a:lnTo>
                    <a:pt x="207179" y="66142"/>
                  </a:lnTo>
                  <a:lnTo>
                    <a:pt x="171806" y="80468"/>
                  </a:lnTo>
                  <a:lnTo>
                    <a:pt x="164177" y="128845"/>
                  </a:lnTo>
                  <a:lnTo>
                    <a:pt x="157003" y="177466"/>
                  </a:lnTo>
                  <a:lnTo>
                    <a:pt x="150254" y="226331"/>
                  </a:lnTo>
                  <a:lnTo>
                    <a:pt x="143902" y="275440"/>
                  </a:lnTo>
                  <a:lnTo>
                    <a:pt x="137920" y="324791"/>
                  </a:lnTo>
                  <a:lnTo>
                    <a:pt x="132279" y="374384"/>
                  </a:lnTo>
                  <a:lnTo>
                    <a:pt x="126951" y="424218"/>
                  </a:lnTo>
                  <a:lnTo>
                    <a:pt x="121908" y="474293"/>
                  </a:lnTo>
                  <a:lnTo>
                    <a:pt x="117122" y="524607"/>
                  </a:lnTo>
                  <a:lnTo>
                    <a:pt x="112566" y="575159"/>
                  </a:lnTo>
                  <a:lnTo>
                    <a:pt x="104027" y="676978"/>
                  </a:lnTo>
                  <a:lnTo>
                    <a:pt x="96067" y="779742"/>
                  </a:lnTo>
                  <a:lnTo>
                    <a:pt x="73413" y="1093646"/>
                  </a:lnTo>
                  <a:lnTo>
                    <a:pt x="61387" y="1253716"/>
                  </a:lnTo>
                  <a:lnTo>
                    <a:pt x="43984" y="1466905"/>
                  </a:lnTo>
                  <a:lnTo>
                    <a:pt x="36101" y="1571425"/>
                  </a:lnTo>
                  <a:lnTo>
                    <a:pt x="28930" y="1675122"/>
                  </a:lnTo>
                  <a:lnTo>
                    <a:pt x="22457" y="1777989"/>
                  </a:lnTo>
                  <a:lnTo>
                    <a:pt x="16665" y="1880017"/>
                  </a:lnTo>
                  <a:lnTo>
                    <a:pt x="11539" y="1981198"/>
                  </a:lnTo>
                  <a:lnTo>
                    <a:pt x="7063" y="2081523"/>
                  </a:lnTo>
                  <a:lnTo>
                    <a:pt x="3222" y="2180985"/>
                  </a:lnTo>
                  <a:lnTo>
                    <a:pt x="0" y="2279574"/>
                  </a:lnTo>
                  <a:lnTo>
                    <a:pt x="222684" y="2082344"/>
                  </a:lnTo>
                  <a:lnTo>
                    <a:pt x="268991" y="1636611"/>
                  </a:lnTo>
                  <a:lnTo>
                    <a:pt x="328186" y="1088915"/>
                  </a:lnTo>
                  <a:lnTo>
                    <a:pt x="389753" y="542725"/>
                  </a:lnTo>
                  <a:lnTo>
                    <a:pt x="453431" y="0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15377745" y="4666443"/>
              <a:ext cx="979805" cy="1076960"/>
            </a:xfrm>
            <a:custGeom>
              <a:avLst/>
              <a:gdLst/>
              <a:ahLst/>
              <a:cxnLst/>
              <a:rect l="l" t="t" r="r" b="b"/>
              <a:pathLst>
                <a:path w="979805" h="1076960">
                  <a:moveTo>
                    <a:pt x="220586" y="74079"/>
                  </a:moveTo>
                  <a:lnTo>
                    <a:pt x="199859" y="118579"/>
                  </a:lnTo>
                  <a:lnTo>
                    <a:pt x="180365" y="163499"/>
                  </a:lnTo>
                  <a:lnTo>
                    <a:pt x="161772" y="208737"/>
                  </a:lnTo>
                  <a:lnTo>
                    <a:pt x="144526" y="254381"/>
                  </a:lnTo>
                  <a:lnTo>
                    <a:pt x="127685" y="300164"/>
                  </a:lnTo>
                  <a:lnTo>
                    <a:pt x="111785" y="346214"/>
                  </a:lnTo>
                  <a:lnTo>
                    <a:pt x="96799" y="392506"/>
                  </a:lnTo>
                  <a:lnTo>
                    <a:pt x="82715" y="439013"/>
                  </a:lnTo>
                  <a:lnTo>
                    <a:pt x="69646" y="485775"/>
                  </a:lnTo>
                  <a:lnTo>
                    <a:pt x="57238" y="532676"/>
                  </a:lnTo>
                  <a:lnTo>
                    <a:pt x="45605" y="579742"/>
                  </a:lnTo>
                  <a:lnTo>
                    <a:pt x="34899" y="626960"/>
                  </a:lnTo>
                  <a:lnTo>
                    <a:pt x="24904" y="674319"/>
                  </a:lnTo>
                  <a:lnTo>
                    <a:pt x="15722" y="721791"/>
                  </a:lnTo>
                  <a:lnTo>
                    <a:pt x="7531" y="769416"/>
                  </a:lnTo>
                  <a:lnTo>
                    <a:pt x="520" y="817181"/>
                  </a:lnTo>
                  <a:lnTo>
                    <a:pt x="0" y="821080"/>
                  </a:lnTo>
                  <a:lnTo>
                    <a:pt x="14084" y="851090"/>
                  </a:lnTo>
                  <a:lnTo>
                    <a:pt x="26873" y="878497"/>
                  </a:lnTo>
                  <a:lnTo>
                    <a:pt x="39738" y="905865"/>
                  </a:lnTo>
                  <a:lnTo>
                    <a:pt x="52819" y="933170"/>
                  </a:lnTo>
                  <a:lnTo>
                    <a:pt x="66421" y="960297"/>
                  </a:lnTo>
                  <a:lnTo>
                    <a:pt x="79933" y="987463"/>
                  </a:lnTo>
                  <a:lnTo>
                    <a:pt x="93649" y="1014552"/>
                  </a:lnTo>
                  <a:lnTo>
                    <a:pt x="107861" y="1041476"/>
                  </a:lnTo>
                  <a:lnTo>
                    <a:pt x="98793" y="1012837"/>
                  </a:lnTo>
                  <a:lnTo>
                    <a:pt x="89230" y="984377"/>
                  </a:lnTo>
                  <a:lnTo>
                    <a:pt x="79463" y="955979"/>
                  </a:lnTo>
                  <a:lnTo>
                    <a:pt x="69786" y="927544"/>
                  </a:lnTo>
                  <a:lnTo>
                    <a:pt x="59588" y="899287"/>
                  </a:lnTo>
                  <a:lnTo>
                    <a:pt x="49174" y="871105"/>
                  </a:lnTo>
                  <a:lnTo>
                    <a:pt x="38684" y="842949"/>
                  </a:lnTo>
                  <a:lnTo>
                    <a:pt x="30657" y="821283"/>
                  </a:lnTo>
                  <a:lnTo>
                    <a:pt x="29616" y="818476"/>
                  </a:lnTo>
                  <a:lnTo>
                    <a:pt x="30467" y="814768"/>
                  </a:lnTo>
                  <a:lnTo>
                    <a:pt x="72250" y="633730"/>
                  </a:lnTo>
                  <a:lnTo>
                    <a:pt x="83616" y="586968"/>
                  </a:lnTo>
                  <a:lnTo>
                    <a:pt x="95123" y="540232"/>
                  </a:lnTo>
                  <a:lnTo>
                    <a:pt x="106895" y="493560"/>
                  </a:lnTo>
                  <a:lnTo>
                    <a:pt x="119062" y="446976"/>
                  </a:lnTo>
                  <a:lnTo>
                    <a:pt x="168617" y="260553"/>
                  </a:lnTo>
                  <a:lnTo>
                    <a:pt x="194741" y="167474"/>
                  </a:lnTo>
                  <a:lnTo>
                    <a:pt x="220586" y="74079"/>
                  </a:lnTo>
                  <a:close/>
                </a:path>
                <a:path w="979805" h="1076960">
                  <a:moveTo>
                    <a:pt x="979309" y="470293"/>
                  </a:moveTo>
                  <a:lnTo>
                    <a:pt x="978027" y="420585"/>
                  </a:lnTo>
                  <a:lnTo>
                    <a:pt x="974051" y="345998"/>
                  </a:lnTo>
                  <a:lnTo>
                    <a:pt x="970191" y="296354"/>
                  </a:lnTo>
                  <a:lnTo>
                    <a:pt x="965581" y="246761"/>
                  </a:lnTo>
                  <a:lnTo>
                    <a:pt x="960564" y="197218"/>
                  </a:lnTo>
                  <a:lnTo>
                    <a:pt x="954811" y="147739"/>
                  </a:lnTo>
                  <a:lnTo>
                    <a:pt x="947928" y="98374"/>
                  </a:lnTo>
                  <a:lnTo>
                    <a:pt x="940041" y="49123"/>
                  </a:lnTo>
                  <a:lnTo>
                    <a:pt x="931265" y="0"/>
                  </a:lnTo>
                  <a:lnTo>
                    <a:pt x="937742" y="198488"/>
                  </a:lnTo>
                  <a:lnTo>
                    <a:pt x="939253" y="248018"/>
                  </a:lnTo>
                  <a:lnTo>
                    <a:pt x="940142" y="297561"/>
                  </a:lnTo>
                  <a:lnTo>
                    <a:pt x="940803" y="347065"/>
                  </a:lnTo>
                  <a:lnTo>
                    <a:pt x="941654" y="396557"/>
                  </a:lnTo>
                  <a:lnTo>
                    <a:pt x="941946" y="446062"/>
                  </a:lnTo>
                  <a:lnTo>
                    <a:pt x="941171" y="495541"/>
                  </a:lnTo>
                  <a:lnTo>
                    <a:pt x="939990" y="544995"/>
                  </a:lnTo>
                  <a:lnTo>
                    <a:pt x="939038" y="594741"/>
                  </a:lnTo>
                  <a:lnTo>
                    <a:pt x="938618" y="644512"/>
                  </a:lnTo>
                  <a:lnTo>
                    <a:pt x="938161" y="694270"/>
                  </a:lnTo>
                  <a:lnTo>
                    <a:pt x="937907" y="744029"/>
                  </a:lnTo>
                  <a:lnTo>
                    <a:pt x="938060" y="787920"/>
                  </a:lnTo>
                  <a:lnTo>
                    <a:pt x="907821" y="824458"/>
                  </a:lnTo>
                  <a:lnTo>
                    <a:pt x="891044" y="845007"/>
                  </a:lnTo>
                  <a:lnTo>
                    <a:pt x="866178" y="876046"/>
                  </a:lnTo>
                  <a:lnTo>
                    <a:pt x="839647" y="904430"/>
                  </a:lnTo>
                  <a:lnTo>
                    <a:pt x="811377" y="932497"/>
                  </a:lnTo>
                  <a:lnTo>
                    <a:pt x="781850" y="959586"/>
                  </a:lnTo>
                  <a:lnTo>
                    <a:pt x="741184" y="994702"/>
                  </a:lnTo>
                  <a:lnTo>
                    <a:pt x="698868" y="1028484"/>
                  </a:lnTo>
                  <a:lnTo>
                    <a:pt x="654786" y="1060627"/>
                  </a:lnTo>
                  <a:lnTo>
                    <a:pt x="632294" y="1076337"/>
                  </a:lnTo>
                  <a:lnTo>
                    <a:pt x="657085" y="1063574"/>
                  </a:lnTo>
                  <a:lnTo>
                    <a:pt x="705269" y="1035888"/>
                  </a:lnTo>
                  <a:lnTo>
                    <a:pt x="751878" y="1005916"/>
                  </a:lnTo>
                  <a:lnTo>
                    <a:pt x="796480" y="973493"/>
                  </a:lnTo>
                  <a:lnTo>
                    <a:pt x="828421" y="947521"/>
                  </a:lnTo>
                  <a:lnTo>
                    <a:pt x="859307" y="920521"/>
                  </a:lnTo>
                  <a:lnTo>
                    <a:pt x="889596" y="891908"/>
                  </a:lnTo>
                  <a:lnTo>
                    <a:pt x="916647" y="862355"/>
                  </a:lnTo>
                  <a:lnTo>
                    <a:pt x="973264" y="798779"/>
                  </a:lnTo>
                  <a:lnTo>
                    <a:pt x="975093" y="742899"/>
                  </a:lnTo>
                  <a:lnTo>
                    <a:pt x="976261" y="693420"/>
                  </a:lnTo>
                  <a:lnTo>
                    <a:pt x="977226" y="643940"/>
                  </a:lnTo>
                  <a:lnTo>
                    <a:pt x="978217" y="594461"/>
                  </a:lnTo>
                  <a:lnTo>
                    <a:pt x="979030" y="495198"/>
                  </a:lnTo>
                  <a:lnTo>
                    <a:pt x="979309" y="470293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15483408" y="3482666"/>
              <a:ext cx="751840" cy="581025"/>
            </a:xfrm>
            <a:custGeom>
              <a:avLst/>
              <a:gdLst/>
              <a:ahLst/>
              <a:cxnLst/>
              <a:rect l="l" t="t" r="r" b="b"/>
              <a:pathLst>
                <a:path w="751840" h="581025">
                  <a:moveTo>
                    <a:pt x="442418" y="0"/>
                  </a:moveTo>
                  <a:lnTo>
                    <a:pt x="378102" y="2464"/>
                  </a:lnTo>
                  <a:lnTo>
                    <a:pt x="322296" y="12342"/>
                  </a:lnTo>
                  <a:lnTo>
                    <a:pt x="276681" y="25920"/>
                  </a:lnTo>
                  <a:lnTo>
                    <a:pt x="222754" y="49329"/>
                  </a:lnTo>
                  <a:lnTo>
                    <a:pt x="196513" y="54359"/>
                  </a:lnTo>
                  <a:lnTo>
                    <a:pt x="125588" y="78962"/>
                  </a:lnTo>
                  <a:lnTo>
                    <a:pt x="85523" y="101620"/>
                  </a:lnTo>
                  <a:lnTo>
                    <a:pt x="36911" y="141651"/>
                  </a:lnTo>
                  <a:lnTo>
                    <a:pt x="7107" y="177157"/>
                  </a:lnTo>
                  <a:lnTo>
                    <a:pt x="2125" y="221826"/>
                  </a:lnTo>
                  <a:lnTo>
                    <a:pt x="0" y="273555"/>
                  </a:lnTo>
                  <a:lnTo>
                    <a:pt x="2245" y="331554"/>
                  </a:lnTo>
                  <a:lnTo>
                    <a:pt x="10374" y="395036"/>
                  </a:lnTo>
                  <a:lnTo>
                    <a:pt x="22033" y="448838"/>
                  </a:lnTo>
                  <a:lnTo>
                    <a:pt x="36479" y="497438"/>
                  </a:lnTo>
                  <a:lnTo>
                    <a:pt x="52576" y="540592"/>
                  </a:lnTo>
                  <a:lnTo>
                    <a:pt x="69188" y="578056"/>
                  </a:lnTo>
                  <a:lnTo>
                    <a:pt x="70967" y="540591"/>
                  </a:lnTo>
                  <a:lnTo>
                    <a:pt x="76300" y="499079"/>
                  </a:lnTo>
                  <a:lnTo>
                    <a:pt x="86244" y="454207"/>
                  </a:lnTo>
                  <a:lnTo>
                    <a:pt x="101858" y="406658"/>
                  </a:lnTo>
                  <a:lnTo>
                    <a:pt x="120536" y="364342"/>
                  </a:lnTo>
                  <a:lnTo>
                    <a:pt x="127187" y="351456"/>
                  </a:lnTo>
                  <a:lnTo>
                    <a:pt x="167656" y="353179"/>
                  </a:lnTo>
                  <a:lnTo>
                    <a:pt x="212726" y="353254"/>
                  </a:lnTo>
                  <a:lnTo>
                    <a:pt x="261905" y="351080"/>
                  </a:lnTo>
                  <a:lnTo>
                    <a:pt x="314702" y="346057"/>
                  </a:lnTo>
                  <a:lnTo>
                    <a:pt x="370624" y="337584"/>
                  </a:lnTo>
                  <a:lnTo>
                    <a:pt x="429180" y="325061"/>
                  </a:lnTo>
                  <a:lnTo>
                    <a:pt x="489877" y="307886"/>
                  </a:lnTo>
                  <a:lnTo>
                    <a:pt x="527222" y="295056"/>
                  </a:lnTo>
                  <a:lnTo>
                    <a:pt x="594617" y="267199"/>
                  </a:lnTo>
                  <a:lnTo>
                    <a:pt x="624658" y="252684"/>
                  </a:lnTo>
                  <a:lnTo>
                    <a:pt x="696541" y="580967"/>
                  </a:lnTo>
                  <a:lnTo>
                    <a:pt x="716018" y="532780"/>
                  </a:lnTo>
                  <a:lnTo>
                    <a:pt x="732488" y="479284"/>
                  </a:lnTo>
                  <a:lnTo>
                    <a:pt x="745179" y="417273"/>
                  </a:lnTo>
                  <a:lnTo>
                    <a:pt x="751230" y="358019"/>
                  </a:lnTo>
                  <a:lnTo>
                    <a:pt x="751731" y="302019"/>
                  </a:lnTo>
                  <a:lnTo>
                    <a:pt x="747770" y="249771"/>
                  </a:lnTo>
                  <a:lnTo>
                    <a:pt x="740437" y="201773"/>
                  </a:lnTo>
                  <a:lnTo>
                    <a:pt x="730823" y="158520"/>
                  </a:lnTo>
                  <a:lnTo>
                    <a:pt x="720017" y="120510"/>
                  </a:lnTo>
                  <a:lnTo>
                    <a:pt x="670199" y="77601"/>
                  </a:lnTo>
                  <a:lnTo>
                    <a:pt x="628970" y="51418"/>
                  </a:lnTo>
                  <a:lnTo>
                    <a:pt x="576779" y="27166"/>
                  </a:lnTo>
                  <a:lnTo>
                    <a:pt x="513562" y="8660"/>
                  </a:lnTo>
                  <a:lnTo>
                    <a:pt x="442418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 descr=""/>
            <p:cNvSpPr/>
            <p:nvPr/>
          </p:nvSpPr>
          <p:spPr>
            <a:xfrm>
              <a:off x="15648179" y="4559966"/>
              <a:ext cx="623570" cy="346075"/>
            </a:xfrm>
            <a:custGeom>
              <a:avLst/>
              <a:gdLst/>
              <a:ahLst/>
              <a:cxnLst/>
              <a:rect l="l" t="t" r="r" b="b"/>
              <a:pathLst>
                <a:path w="623569" h="346075">
                  <a:moveTo>
                    <a:pt x="184492" y="151790"/>
                  </a:moveTo>
                  <a:lnTo>
                    <a:pt x="157251" y="125641"/>
                  </a:lnTo>
                  <a:lnTo>
                    <a:pt x="105016" y="77724"/>
                  </a:lnTo>
                  <a:lnTo>
                    <a:pt x="77774" y="51574"/>
                  </a:lnTo>
                  <a:lnTo>
                    <a:pt x="57658" y="79756"/>
                  </a:lnTo>
                  <a:lnTo>
                    <a:pt x="20116" y="125310"/>
                  </a:lnTo>
                  <a:lnTo>
                    <a:pt x="0" y="153492"/>
                  </a:lnTo>
                  <a:lnTo>
                    <a:pt x="29095" y="197942"/>
                  </a:lnTo>
                  <a:lnTo>
                    <a:pt x="84620" y="297637"/>
                  </a:lnTo>
                  <a:lnTo>
                    <a:pt x="113715" y="342087"/>
                  </a:lnTo>
                  <a:lnTo>
                    <a:pt x="131978" y="295605"/>
                  </a:lnTo>
                  <a:lnTo>
                    <a:pt x="166243" y="198272"/>
                  </a:lnTo>
                  <a:lnTo>
                    <a:pt x="184492" y="151790"/>
                  </a:lnTo>
                  <a:close/>
                </a:path>
                <a:path w="623569" h="346075">
                  <a:moveTo>
                    <a:pt x="623227" y="72720"/>
                  </a:moveTo>
                  <a:lnTo>
                    <a:pt x="597509" y="51282"/>
                  </a:lnTo>
                  <a:lnTo>
                    <a:pt x="547141" y="21437"/>
                  </a:lnTo>
                  <a:lnTo>
                    <a:pt x="521423" y="0"/>
                  </a:lnTo>
                  <a:lnTo>
                    <a:pt x="475881" y="32219"/>
                  </a:lnTo>
                  <a:lnTo>
                    <a:pt x="431761" y="65214"/>
                  </a:lnTo>
                  <a:lnTo>
                    <a:pt x="388099" y="98475"/>
                  </a:lnTo>
                  <a:lnTo>
                    <a:pt x="343966" y="131470"/>
                  </a:lnTo>
                  <a:lnTo>
                    <a:pt x="298424" y="163690"/>
                  </a:lnTo>
                  <a:lnTo>
                    <a:pt x="312623" y="209702"/>
                  </a:lnTo>
                  <a:lnTo>
                    <a:pt x="337324" y="299694"/>
                  </a:lnTo>
                  <a:lnTo>
                    <a:pt x="351523" y="345706"/>
                  </a:lnTo>
                  <a:lnTo>
                    <a:pt x="385711" y="314439"/>
                  </a:lnTo>
                  <a:lnTo>
                    <a:pt x="419709" y="280720"/>
                  </a:lnTo>
                  <a:lnTo>
                    <a:pt x="453567" y="245376"/>
                  </a:lnTo>
                  <a:lnTo>
                    <a:pt x="521169" y="173050"/>
                  </a:lnTo>
                  <a:lnTo>
                    <a:pt x="555040" y="137706"/>
                  </a:lnTo>
                  <a:lnTo>
                    <a:pt x="589038" y="103987"/>
                  </a:lnTo>
                  <a:lnTo>
                    <a:pt x="623227" y="72720"/>
                  </a:lnTo>
                  <a:close/>
                </a:path>
              </a:pathLst>
            </a:custGeom>
            <a:solidFill>
              <a:srgbClr val="B39C9E">
                <a:alpha val="2899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 descr=""/>
            <p:cNvSpPr/>
            <p:nvPr/>
          </p:nvSpPr>
          <p:spPr>
            <a:xfrm>
              <a:off x="15878790" y="5829243"/>
              <a:ext cx="703580" cy="302895"/>
            </a:xfrm>
            <a:custGeom>
              <a:avLst/>
              <a:gdLst/>
              <a:ahLst/>
              <a:cxnLst/>
              <a:rect l="l" t="t" r="r" b="b"/>
              <a:pathLst>
                <a:path w="703580" h="302895">
                  <a:moveTo>
                    <a:pt x="0" y="0"/>
                  </a:moveTo>
                  <a:lnTo>
                    <a:pt x="46617" y="61436"/>
                  </a:lnTo>
                  <a:lnTo>
                    <a:pt x="78941" y="97031"/>
                  </a:lnTo>
                  <a:lnTo>
                    <a:pt x="117844" y="134267"/>
                  </a:lnTo>
                  <a:lnTo>
                    <a:pt x="163756" y="171940"/>
                  </a:lnTo>
                  <a:lnTo>
                    <a:pt x="217103" y="208841"/>
                  </a:lnTo>
                  <a:lnTo>
                    <a:pt x="263377" y="235894"/>
                  </a:lnTo>
                  <a:lnTo>
                    <a:pt x="309079" y="258715"/>
                  </a:lnTo>
                  <a:lnTo>
                    <a:pt x="353698" y="277675"/>
                  </a:lnTo>
                  <a:lnTo>
                    <a:pt x="396720" y="293142"/>
                  </a:lnTo>
                  <a:lnTo>
                    <a:pt x="446098" y="302699"/>
                  </a:lnTo>
                  <a:lnTo>
                    <a:pt x="494737" y="299754"/>
                  </a:lnTo>
                  <a:lnTo>
                    <a:pt x="540424" y="285323"/>
                  </a:lnTo>
                  <a:lnTo>
                    <a:pt x="580947" y="260424"/>
                  </a:lnTo>
                  <a:lnTo>
                    <a:pt x="614091" y="226071"/>
                  </a:lnTo>
                  <a:lnTo>
                    <a:pt x="637645" y="183282"/>
                  </a:lnTo>
                  <a:lnTo>
                    <a:pt x="703182" y="135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 descr=""/>
            <p:cNvSpPr/>
            <p:nvPr/>
          </p:nvSpPr>
          <p:spPr>
            <a:xfrm>
              <a:off x="15021293" y="5512707"/>
              <a:ext cx="675640" cy="429895"/>
            </a:xfrm>
            <a:custGeom>
              <a:avLst/>
              <a:gdLst/>
              <a:ahLst/>
              <a:cxnLst/>
              <a:rect l="l" t="t" r="r" b="b"/>
              <a:pathLst>
                <a:path w="675640" h="429895">
                  <a:moveTo>
                    <a:pt x="149806" y="0"/>
                  </a:moveTo>
                  <a:lnTo>
                    <a:pt x="105440" y="51019"/>
                  </a:lnTo>
                  <a:lnTo>
                    <a:pt x="62574" y="116331"/>
                  </a:lnTo>
                  <a:lnTo>
                    <a:pt x="33446" y="178655"/>
                  </a:lnTo>
                  <a:lnTo>
                    <a:pt x="14596" y="238499"/>
                  </a:lnTo>
                  <a:lnTo>
                    <a:pt x="4091" y="294415"/>
                  </a:lnTo>
                  <a:lnTo>
                    <a:pt x="0" y="344955"/>
                  </a:lnTo>
                  <a:lnTo>
                    <a:pt x="390" y="388674"/>
                  </a:lnTo>
                  <a:lnTo>
                    <a:pt x="3329" y="424123"/>
                  </a:lnTo>
                  <a:lnTo>
                    <a:pt x="35282" y="426825"/>
                  </a:lnTo>
                  <a:lnTo>
                    <a:pt x="71905" y="428743"/>
                  </a:lnTo>
                  <a:lnTo>
                    <a:pt x="112807" y="429405"/>
                  </a:lnTo>
                  <a:lnTo>
                    <a:pt x="157593" y="428334"/>
                  </a:lnTo>
                  <a:lnTo>
                    <a:pt x="205871" y="425057"/>
                  </a:lnTo>
                  <a:lnTo>
                    <a:pt x="257247" y="419099"/>
                  </a:lnTo>
                  <a:lnTo>
                    <a:pt x="311330" y="409986"/>
                  </a:lnTo>
                  <a:lnTo>
                    <a:pt x="367725" y="397243"/>
                  </a:lnTo>
                  <a:lnTo>
                    <a:pt x="426039" y="380396"/>
                  </a:lnTo>
                  <a:lnTo>
                    <a:pt x="478427" y="361873"/>
                  </a:lnTo>
                  <a:lnTo>
                    <a:pt x="526473" y="341854"/>
                  </a:lnTo>
                  <a:lnTo>
                    <a:pt x="570180" y="320924"/>
                  </a:lnTo>
                  <a:lnTo>
                    <a:pt x="609547" y="299668"/>
                  </a:lnTo>
                  <a:lnTo>
                    <a:pt x="644576" y="278670"/>
                  </a:lnTo>
                  <a:lnTo>
                    <a:pt x="675267" y="258515"/>
                  </a:lnTo>
                  <a:lnTo>
                    <a:pt x="636688" y="233231"/>
                  </a:lnTo>
                  <a:lnTo>
                    <a:pt x="597473" y="206665"/>
                  </a:lnTo>
                  <a:lnTo>
                    <a:pt x="557693" y="178788"/>
                  </a:lnTo>
                  <a:lnTo>
                    <a:pt x="517418" y="149576"/>
                  </a:lnTo>
                  <a:lnTo>
                    <a:pt x="483797" y="124398"/>
                  </a:lnTo>
                  <a:lnTo>
                    <a:pt x="451310" y="99356"/>
                  </a:lnTo>
                  <a:lnTo>
                    <a:pt x="419947" y="74493"/>
                  </a:lnTo>
                  <a:lnTo>
                    <a:pt x="389694" y="49851"/>
                  </a:lnTo>
                  <a:lnTo>
                    <a:pt x="367836" y="44107"/>
                  </a:lnTo>
                  <a:lnTo>
                    <a:pt x="322654" y="33015"/>
                  </a:lnTo>
                  <a:lnTo>
                    <a:pt x="260558" y="19458"/>
                  </a:lnTo>
                  <a:lnTo>
                    <a:pt x="222677" y="12131"/>
                  </a:lnTo>
                  <a:lnTo>
                    <a:pt x="185745" y="5662"/>
                  </a:lnTo>
                  <a:lnTo>
                    <a:pt x="149806" y="0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 descr=""/>
            <p:cNvSpPr/>
            <p:nvPr/>
          </p:nvSpPr>
          <p:spPr>
            <a:xfrm>
              <a:off x="15146177" y="5342123"/>
              <a:ext cx="448945" cy="243204"/>
            </a:xfrm>
            <a:custGeom>
              <a:avLst/>
              <a:gdLst/>
              <a:ahLst/>
              <a:cxnLst/>
              <a:rect l="l" t="t" r="r" b="b"/>
              <a:pathLst>
                <a:path w="448944" h="243204">
                  <a:moveTo>
                    <a:pt x="225629" y="0"/>
                  </a:moveTo>
                  <a:lnTo>
                    <a:pt x="180685" y="4387"/>
                  </a:lnTo>
                  <a:lnTo>
                    <a:pt x="131318" y="19230"/>
                  </a:lnTo>
                  <a:lnTo>
                    <a:pt x="87216" y="43388"/>
                  </a:lnTo>
                  <a:lnTo>
                    <a:pt x="49727" y="75637"/>
                  </a:lnTo>
                  <a:lnTo>
                    <a:pt x="20205" y="114751"/>
                  </a:lnTo>
                  <a:lnTo>
                    <a:pt x="0" y="159503"/>
                  </a:lnTo>
                  <a:lnTo>
                    <a:pt x="252348" y="242600"/>
                  </a:lnTo>
                  <a:lnTo>
                    <a:pt x="448614" y="123494"/>
                  </a:lnTo>
                  <a:lnTo>
                    <a:pt x="422795" y="87294"/>
                  </a:lnTo>
                  <a:lnTo>
                    <a:pt x="390894" y="56749"/>
                  </a:lnTo>
                  <a:lnTo>
                    <a:pt x="354070" y="32304"/>
                  </a:lnTo>
                  <a:lnTo>
                    <a:pt x="313479" y="14401"/>
                  </a:lnTo>
                  <a:lnTo>
                    <a:pt x="270279" y="3485"/>
                  </a:lnTo>
                  <a:lnTo>
                    <a:pt x="225629" y="0"/>
                  </a:lnTo>
                  <a:close/>
                </a:path>
              </a:pathLst>
            </a:custGeom>
            <a:solidFill>
              <a:srgbClr val="7C48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 descr=""/>
            <p:cNvSpPr/>
            <p:nvPr/>
          </p:nvSpPr>
          <p:spPr>
            <a:xfrm>
              <a:off x="15371675" y="4657192"/>
              <a:ext cx="1477645" cy="1372870"/>
            </a:xfrm>
            <a:custGeom>
              <a:avLst/>
              <a:gdLst/>
              <a:ahLst/>
              <a:cxnLst/>
              <a:rect l="l" t="t" r="r" b="b"/>
              <a:pathLst>
                <a:path w="1477644" h="1372870">
                  <a:moveTo>
                    <a:pt x="1129359" y="0"/>
                  </a:moveTo>
                  <a:lnTo>
                    <a:pt x="1087235" y="1249"/>
                  </a:lnTo>
                  <a:lnTo>
                    <a:pt x="1080674" y="47159"/>
                  </a:lnTo>
                  <a:lnTo>
                    <a:pt x="1073774" y="93498"/>
                  </a:lnTo>
                  <a:lnTo>
                    <a:pt x="1066524" y="140263"/>
                  </a:lnTo>
                  <a:lnTo>
                    <a:pt x="1058919" y="187447"/>
                  </a:lnTo>
                  <a:lnTo>
                    <a:pt x="1050949" y="235046"/>
                  </a:lnTo>
                  <a:lnTo>
                    <a:pt x="1042608" y="283053"/>
                  </a:lnTo>
                  <a:lnTo>
                    <a:pt x="1033888" y="331464"/>
                  </a:lnTo>
                  <a:lnTo>
                    <a:pt x="1024780" y="380274"/>
                  </a:lnTo>
                  <a:lnTo>
                    <a:pt x="1015278" y="429476"/>
                  </a:lnTo>
                  <a:lnTo>
                    <a:pt x="1005373" y="479067"/>
                  </a:lnTo>
                  <a:lnTo>
                    <a:pt x="994465" y="531884"/>
                  </a:lnTo>
                  <a:lnTo>
                    <a:pt x="983302" y="584142"/>
                  </a:lnTo>
                  <a:lnTo>
                    <a:pt x="971896" y="635840"/>
                  </a:lnTo>
                  <a:lnTo>
                    <a:pt x="960260" y="686974"/>
                  </a:lnTo>
                  <a:lnTo>
                    <a:pt x="948403" y="737540"/>
                  </a:lnTo>
                  <a:lnTo>
                    <a:pt x="936337" y="787536"/>
                  </a:lnTo>
                  <a:lnTo>
                    <a:pt x="924074" y="836958"/>
                  </a:lnTo>
                  <a:lnTo>
                    <a:pt x="911624" y="885804"/>
                  </a:lnTo>
                  <a:lnTo>
                    <a:pt x="899000" y="934069"/>
                  </a:lnTo>
                  <a:lnTo>
                    <a:pt x="855479" y="929060"/>
                  </a:lnTo>
                  <a:lnTo>
                    <a:pt x="809805" y="922914"/>
                  </a:lnTo>
                  <a:lnTo>
                    <a:pt x="762097" y="915513"/>
                  </a:lnTo>
                  <a:lnTo>
                    <a:pt x="712475" y="906737"/>
                  </a:lnTo>
                  <a:lnTo>
                    <a:pt x="661061" y="896469"/>
                  </a:lnTo>
                  <a:lnTo>
                    <a:pt x="607974" y="884588"/>
                  </a:lnTo>
                  <a:lnTo>
                    <a:pt x="553334" y="870977"/>
                  </a:lnTo>
                  <a:lnTo>
                    <a:pt x="497263" y="855516"/>
                  </a:lnTo>
                  <a:lnTo>
                    <a:pt x="440524" y="838289"/>
                  </a:lnTo>
                  <a:lnTo>
                    <a:pt x="386342" y="820311"/>
                  </a:lnTo>
                  <a:lnTo>
                    <a:pt x="334740" y="801757"/>
                  </a:lnTo>
                  <a:lnTo>
                    <a:pt x="285739" y="782806"/>
                  </a:lnTo>
                  <a:lnTo>
                    <a:pt x="239363" y="763634"/>
                  </a:lnTo>
                  <a:lnTo>
                    <a:pt x="195633" y="744417"/>
                  </a:lnTo>
                  <a:lnTo>
                    <a:pt x="154572" y="725332"/>
                  </a:lnTo>
                  <a:lnTo>
                    <a:pt x="135605" y="729621"/>
                  </a:lnTo>
                  <a:lnTo>
                    <a:pt x="71905" y="758920"/>
                  </a:lnTo>
                  <a:lnTo>
                    <a:pt x="38272" y="789037"/>
                  </a:lnTo>
                  <a:lnTo>
                    <a:pt x="9486" y="837707"/>
                  </a:lnTo>
                  <a:lnTo>
                    <a:pt x="0" y="883183"/>
                  </a:lnTo>
                  <a:lnTo>
                    <a:pt x="1341" y="918517"/>
                  </a:lnTo>
                  <a:lnTo>
                    <a:pt x="36030" y="962746"/>
                  </a:lnTo>
                  <a:lnTo>
                    <a:pt x="69358" y="989403"/>
                  </a:lnTo>
                  <a:lnTo>
                    <a:pt x="105051" y="1016562"/>
                  </a:lnTo>
                  <a:lnTo>
                    <a:pt x="143140" y="1044051"/>
                  </a:lnTo>
                  <a:lnTo>
                    <a:pt x="183655" y="1071701"/>
                  </a:lnTo>
                  <a:lnTo>
                    <a:pt x="226626" y="1099342"/>
                  </a:lnTo>
                  <a:lnTo>
                    <a:pt x="272083" y="1126804"/>
                  </a:lnTo>
                  <a:lnTo>
                    <a:pt x="320056" y="1153917"/>
                  </a:lnTo>
                  <a:lnTo>
                    <a:pt x="370576" y="1180512"/>
                  </a:lnTo>
                  <a:lnTo>
                    <a:pt x="424404" y="1206759"/>
                  </a:lnTo>
                  <a:lnTo>
                    <a:pt x="477755" y="1230760"/>
                  </a:lnTo>
                  <a:lnTo>
                    <a:pt x="530507" y="1252618"/>
                  </a:lnTo>
                  <a:lnTo>
                    <a:pt x="582535" y="1272434"/>
                  </a:lnTo>
                  <a:lnTo>
                    <a:pt x="633715" y="1290312"/>
                  </a:lnTo>
                  <a:lnTo>
                    <a:pt x="683925" y="1306355"/>
                  </a:lnTo>
                  <a:lnTo>
                    <a:pt x="733040" y="1320664"/>
                  </a:lnTo>
                  <a:lnTo>
                    <a:pt x="780937" y="1333342"/>
                  </a:lnTo>
                  <a:lnTo>
                    <a:pt x="827492" y="1344493"/>
                  </a:lnTo>
                  <a:lnTo>
                    <a:pt x="872581" y="1354218"/>
                  </a:lnTo>
                  <a:lnTo>
                    <a:pt x="916080" y="1362621"/>
                  </a:lnTo>
                  <a:lnTo>
                    <a:pt x="957867" y="1369804"/>
                  </a:lnTo>
                  <a:lnTo>
                    <a:pt x="1003490" y="1372790"/>
                  </a:lnTo>
                  <a:lnTo>
                    <a:pt x="1048045" y="1367297"/>
                  </a:lnTo>
                  <a:lnTo>
                    <a:pt x="1090383" y="1353847"/>
                  </a:lnTo>
                  <a:lnTo>
                    <a:pt x="1129353" y="1332958"/>
                  </a:lnTo>
                  <a:lnTo>
                    <a:pt x="1163806" y="1305152"/>
                  </a:lnTo>
                  <a:lnTo>
                    <a:pt x="1192593" y="1270949"/>
                  </a:lnTo>
                  <a:lnTo>
                    <a:pt x="1228565" y="1216377"/>
                  </a:lnTo>
                  <a:lnTo>
                    <a:pt x="1260688" y="1163402"/>
                  </a:lnTo>
                  <a:lnTo>
                    <a:pt x="1289197" y="1112253"/>
                  </a:lnTo>
                  <a:lnTo>
                    <a:pt x="1314326" y="1063157"/>
                  </a:lnTo>
                  <a:lnTo>
                    <a:pt x="1336309" y="1016346"/>
                  </a:lnTo>
                  <a:lnTo>
                    <a:pt x="1355380" y="972046"/>
                  </a:lnTo>
                  <a:lnTo>
                    <a:pt x="1371774" y="930488"/>
                  </a:lnTo>
                  <a:lnTo>
                    <a:pt x="1385725" y="891900"/>
                  </a:lnTo>
                  <a:lnTo>
                    <a:pt x="1405150" y="831840"/>
                  </a:lnTo>
                  <a:lnTo>
                    <a:pt x="1423670" y="767352"/>
                  </a:lnTo>
                  <a:lnTo>
                    <a:pt x="1433653" y="728706"/>
                  </a:lnTo>
                  <a:lnTo>
                    <a:pt x="1443551" y="686574"/>
                  </a:lnTo>
                  <a:lnTo>
                    <a:pt x="1452937" y="641542"/>
                  </a:lnTo>
                  <a:lnTo>
                    <a:pt x="1461385" y="594195"/>
                  </a:lnTo>
                  <a:lnTo>
                    <a:pt x="1468469" y="545119"/>
                  </a:lnTo>
                  <a:lnTo>
                    <a:pt x="1473763" y="494901"/>
                  </a:lnTo>
                  <a:lnTo>
                    <a:pt x="1476840" y="444126"/>
                  </a:lnTo>
                  <a:lnTo>
                    <a:pt x="1477275" y="393380"/>
                  </a:lnTo>
                  <a:lnTo>
                    <a:pt x="1474641" y="343250"/>
                  </a:lnTo>
                  <a:lnTo>
                    <a:pt x="1468512" y="294321"/>
                  </a:lnTo>
                  <a:lnTo>
                    <a:pt x="1458462" y="247179"/>
                  </a:lnTo>
                  <a:lnTo>
                    <a:pt x="1444065" y="202411"/>
                  </a:lnTo>
                  <a:lnTo>
                    <a:pt x="1424895" y="160601"/>
                  </a:lnTo>
                  <a:lnTo>
                    <a:pt x="1400525" y="122337"/>
                  </a:lnTo>
                  <a:lnTo>
                    <a:pt x="1370530" y="88203"/>
                  </a:lnTo>
                  <a:lnTo>
                    <a:pt x="1334484" y="58787"/>
                  </a:lnTo>
                  <a:lnTo>
                    <a:pt x="1281619" y="29583"/>
                  </a:lnTo>
                  <a:lnTo>
                    <a:pt x="1228506" y="11697"/>
                  </a:lnTo>
                  <a:lnTo>
                    <a:pt x="1177101" y="2659"/>
                  </a:lnTo>
                  <a:lnTo>
                    <a:pt x="1129359" y="0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 descr=""/>
            <p:cNvSpPr/>
            <p:nvPr/>
          </p:nvSpPr>
          <p:spPr>
            <a:xfrm>
              <a:off x="15962403" y="5393112"/>
              <a:ext cx="412750" cy="263525"/>
            </a:xfrm>
            <a:custGeom>
              <a:avLst/>
              <a:gdLst/>
              <a:ahLst/>
              <a:cxnLst/>
              <a:rect l="l" t="t" r="r" b="b"/>
              <a:pathLst>
                <a:path w="412750" h="263525">
                  <a:moveTo>
                    <a:pt x="342100" y="0"/>
                  </a:moveTo>
                  <a:lnTo>
                    <a:pt x="292157" y="301"/>
                  </a:lnTo>
                  <a:lnTo>
                    <a:pt x="233212" y="7621"/>
                  </a:lnTo>
                  <a:lnTo>
                    <a:pt x="168235" y="25422"/>
                  </a:lnTo>
                  <a:lnTo>
                    <a:pt x="130729" y="40532"/>
                  </a:lnTo>
                  <a:lnTo>
                    <a:pt x="85160" y="62791"/>
                  </a:lnTo>
                  <a:lnTo>
                    <a:pt x="41520" y="90236"/>
                  </a:lnTo>
                  <a:lnTo>
                    <a:pt x="9802" y="120904"/>
                  </a:lnTo>
                  <a:lnTo>
                    <a:pt x="0" y="152831"/>
                  </a:lnTo>
                  <a:lnTo>
                    <a:pt x="10605" y="175483"/>
                  </a:lnTo>
                  <a:lnTo>
                    <a:pt x="68662" y="218973"/>
                  </a:lnTo>
                  <a:lnTo>
                    <a:pt x="110804" y="237280"/>
                  </a:lnTo>
                  <a:lnTo>
                    <a:pt x="158152" y="251610"/>
                  </a:lnTo>
                  <a:lnTo>
                    <a:pt x="208050" y="260696"/>
                  </a:lnTo>
                  <a:lnTo>
                    <a:pt x="257845" y="263274"/>
                  </a:lnTo>
                  <a:lnTo>
                    <a:pt x="304883" y="258080"/>
                  </a:lnTo>
                  <a:lnTo>
                    <a:pt x="346509" y="243847"/>
                  </a:lnTo>
                  <a:lnTo>
                    <a:pt x="380072" y="219311"/>
                  </a:lnTo>
                  <a:lnTo>
                    <a:pt x="402084" y="185696"/>
                  </a:lnTo>
                  <a:lnTo>
                    <a:pt x="412461" y="145191"/>
                  </a:lnTo>
                  <a:lnTo>
                    <a:pt x="411832" y="99887"/>
                  </a:lnTo>
                  <a:lnTo>
                    <a:pt x="400826" y="51877"/>
                  </a:lnTo>
                  <a:lnTo>
                    <a:pt x="380072" y="3255"/>
                  </a:lnTo>
                  <a:lnTo>
                    <a:pt x="342100" y="0"/>
                  </a:lnTo>
                  <a:close/>
                </a:path>
              </a:pathLst>
            </a:custGeom>
            <a:solidFill>
              <a:srgbClr val="7C48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3" name="object 24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257150" y="5870380"/>
              <a:ext cx="251500" cy="137126"/>
            </a:xfrm>
            <a:prstGeom prst="rect">
              <a:avLst/>
            </a:prstGeom>
          </p:spPr>
        </p:pic>
        <p:sp>
          <p:nvSpPr>
            <p:cNvPr id="244" name="object 244" descr=""/>
            <p:cNvSpPr/>
            <p:nvPr/>
          </p:nvSpPr>
          <p:spPr>
            <a:xfrm>
              <a:off x="15375776" y="4899983"/>
              <a:ext cx="1132205" cy="977265"/>
            </a:xfrm>
            <a:custGeom>
              <a:avLst/>
              <a:gdLst/>
              <a:ahLst/>
              <a:cxnLst/>
              <a:rect l="l" t="t" r="r" b="b"/>
              <a:pathLst>
                <a:path w="1132205" h="977264">
                  <a:moveTo>
                    <a:pt x="287083" y="894461"/>
                  </a:moveTo>
                  <a:lnTo>
                    <a:pt x="243751" y="870356"/>
                  </a:lnTo>
                  <a:lnTo>
                    <a:pt x="198589" y="843102"/>
                  </a:lnTo>
                  <a:lnTo>
                    <a:pt x="151993" y="812520"/>
                  </a:lnTo>
                  <a:lnTo>
                    <a:pt x="104394" y="778433"/>
                  </a:lnTo>
                  <a:lnTo>
                    <a:pt x="48983" y="734720"/>
                  </a:lnTo>
                  <a:lnTo>
                    <a:pt x="0" y="691946"/>
                  </a:lnTo>
                  <a:lnTo>
                    <a:pt x="151853" y="900785"/>
                  </a:lnTo>
                  <a:lnTo>
                    <a:pt x="123380" y="976731"/>
                  </a:lnTo>
                  <a:lnTo>
                    <a:pt x="147967" y="968108"/>
                  </a:lnTo>
                  <a:lnTo>
                    <a:pt x="174155" y="957630"/>
                  </a:lnTo>
                  <a:lnTo>
                    <a:pt x="230149" y="930325"/>
                  </a:lnTo>
                  <a:lnTo>
                    <a:pt x="274231" y="903376"/>
                  </a:lnTo>
                  <a:lnTo>
                    <a:pt x="287083" y="894461"/>
                  </a:lnTo>
                  <a:close/>
                </a:path>
                <a:path w="1132205" h="977264">
                  <a:moveTo>
                    <a:pt x="1131760" y="0"/>
                  </a:moveTo>
                  <a:lnTo>
                    <a:pt x="1106157" y="30861"/>
                  </a:lnTo>
                  <a:lnTo>
                    <a:pt x="1079919" y="65049"/>
                  </a:lnTo>
                  <a:lnTo>
                    <a:pt x="1053515" y="102565"/>
                  </a:lnTo>
                  <a:lnTo>
                    <a:pt x="1027366" y="143459"/>
                  </a:lnTo>
                  <a:lnTo>
                    <a:pt x="1003935" y="184061"/>
                  </a:lnTo>
                  <a:lnTo>
                    <a:pt x="983640" y="223113"/>
                  </a:lnTo>
                  <a:lnTo>
                    <a:pt x="966216" y="260299"/>
                  </a:lnTo>
                  <a:lnTo>
                    <a:pt x="949071" y="457784"/>
                  </a:lnTo>
                  <a:lnTo>
                    <a:pt x="1131760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 descr=""/>
            <p:cNvSpPr/>
            <p:nvPr/>
          </p:nvSpPr>
          <p:spPr>
            <a:xfrm>
              <a:off x="15641003" y="4523872"/>
              <a:ext cx="631190" cy="346075"/>
            </a:xfrm>
            <a:custGeom>
              <a:avLst/>
              <a:gdLst/>
              <a:ahLst/>
              <a:cxnLst/>
              <a:rect l="l" t="t" r="r" b="b"/>
              <a:pathLst>
                <a:path w="631190" h="346075">
                  <a:moveTo>
                    <a:pt x="193954" y="188315"/>
                  </a:moveTo>
                  <a:lnTo>
                    <a:pt x="166357" y="155663"/>
                  </a:lnTo>
                  <a:lnTo>
                    <a:pt x="112547" y="79121"/>
                  </a:lnTo>
                  <a:lnTo>
                    <a:pt x="84950" y="46482"/>
                  </a:lnTo>
                  <a:lnTo>
                    <a:pt x="0" y="177215"/>
                  </a:lnTo>
                  <a:lnTo>
                    <a:pt x="120891" y="336994"/>
                  </a:lnTo>
                  <a:lnTo>
                    <a:pt x="139509" y="297014"/>
                  </a:lnTo>
                  <a:lnTo>
                    <a:pt x="175336" y="228295"/>
                  </a:lnTo>
                  <a:lnTo>
                    <a:pt x="193954" y="188315"/>
                  </a:lnTo>
                  <a:close/>
                </a:path>
                <a:path w="631190" h="346075">
                  <a:moveTo>
                    <a:pt x="630618" y="107480"/>
                  </a:moveTo>
                  <a:lnTo>
                    <a:pt x="526059" y="0"/>
                  </a:lnTo>
                  <a:lnTo>
                    <a:pt x="487768" y="28143"/>
                  </a:lnTo>
                  <a:lnTo>
                    <a:pt x="450253" y="58928"/>
                  </a:lnTo>
                  <a:lnTo>
                    <a:pt x="375996" y="123126"/>
                  </a:lnTo>
                  <a:lnTo>
                    <a:pt x="338493" y="153911"/>
                  </a:lnTo>
                  <a:lnTo>
                    <a:pt x="300202" y="182054"/>
                  </a:lnTo>
                  <a:lnTo>
                    <a:pt x="356146" y="345706"/>
                  </a:lnTo>
                  <a:lnTo>
                    <a:pt x="630618" y="10748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6" name="object 246" descr=""/>
          <p:cNvGrpSpPr/>
          <p:nvPr/>
        </p:nvGrpSpPr>
        <p:grpSpPr>
          <a:xfrm>
            <a:off x="7166710" y="9404811"/>
            <a:ext cx="989330" cy="684530"/>
            <a:chOff x="7166710" y="9404811"/>
            <a:chExt cx="989330" cy="684530"/>
          </a:xfrm>
        </p:grpSpPr>
        <p:sp>
          <p:nvSpPr>
            <p:cNvPr id="247" name="object 247" descr=""/>
            <p:cNvSpPr/>
            <p:nvPr/>
          </p:nvSpPr>
          <p:spPr>
            <a:xfrm>
              <a:off x="7609164" y="9404811"/>
              <a:ext cx="546735" cy="572770"/>
            </a:xfrm>
            <a:custGeom>
              <a:avLst/>
              <a:gdLst/>
              <a:ahLst/>
              <a:cxnLst/>
              <a:rect l="l" t="t" r="r" b="b"/>
              <a:pathLst>
                <a:path w="546734" h="572770">
                  <a:moveTo>
                    <a:pt x="546663" y="0"/>
                  </a:moveTo>
                  <a:lnTo>
                    <a:pt x="326293" y="0"/>
                  </a:lnTo>
                  <a:lnTo>
                    <a:pt x="292993" y="167578"/>
                  </a:lnTo>
                  <a:lnTo>
                    <a:pt x="258498" y="266982"/>
                  </a:lnTo>
                  <a:lnTo>
                    <a:pt x="201753" y="337402"/>
                  </a:lnTo>
                  <a:lnTo>
                    <a:pt x="101703" y="418029"/>
                  </a:lnTo>
                  <a:lnTo>
                    <a:pt x="0" y="509502"/>
                  </a:lnTo>
                  <a:lnTo>
                    <a:pt x="299624" y="572610"/>
                  </a:lnTo>
                  <a:lnTo>
                    <a:pt x="326102" y="554679"/>
                  </a:lnTo>
                  <a:lnTo>
                    <a:pt x="460289" y="465598"/>
                  </a:lnTo>
                  <a:lnTo>
                    <a:pt x="446394" y="415097"/>
                  </a:lnTo>
                  <a:lnTo>
                    <a:pt x="456222" y="328999"/>
                  </a:lnTo>
                  <a:lnTo>
                    <a:pt x="491338" y="188669"/>
                  </a:lnTo>
                  <a:lnTo>
                    <a:pt x="529050" y="57779"/>
                  </a:lnTo>
                  <a:lnTo>
                    <a:pt x="546663" y="0"/>
                  </a:lnTo>
                  <a:close/>
                </a:path>
              </a:pathLst>
            </a:custGeom>
            <a:solidFill>
              <a:srgbClr val="F4D4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 descr=""/>
            <p:cNvSpPr/>
            <p:nvPr/>
          </p:nvSpPr>
          <p:spPr>
            <a:xfrm>
              <a:off x="7178196" y="9794862"/>
              <a:ext cx="929640" cy="254635"/>
            </a:xfrm>
            <a:custGeom>
              <a:avLst/>
              <a:gdLst/>
              <a:ahLst/>
              <a:cxnLst/>
              <a:rect l="l" t="t" r="r" b="b"/>
              <a:pathLst>
                <a:path w="929640" h="254634">
                  <a:moveTo>
                    <a:pt x="492759" y="0"/>
                  </a:moveTo>
                  <a:lnTo>
                    <a:pt x="404729" y="52322"/>
                  </a:lnTo>
                  <a:lnTo>
                    <a:pt x="344366" y="82854"/>
                  </a:lnTo>
                  <a:lnTo>
                    <a:pt x="283751" y="103380"/>
                  </a:lnTo>
                  <a:lnTo>
                    <a:pt x="194967" y="125682"/>
                  </a:lnTo>
                  <a:lnTo>
                    <a:pt x="71167" y="153416"/>
                  </a:lnTo>
                  <a:lnTo>
                    <a:pt x="31741" y="165609"/>
                  </a:lnTo>
                  <a:lnTo>
                    <a:pt x="7875" y="181350"/>
                  </a:lnTo>
                  <a:lnTo>
                    <a:pt x="0" y="204140"/>
                  </a:lnTo>
                  <a:lnTo>
                    <a:pt x="87897" y="239041"/>
                  </a:lnTo>
                  <a:lnTo>
                    <a:pt x="280668" y="252610"/>
                  </a:lnTo>
                  <a:lnTo>
                    <a:pt x="473323" y="254021"/>
                  </a:lnTo>
                  <a:lnTo>
                    <a:pt x="560872" y="252453"/>
                  </a:lnTo>
                  <a:lnTo>
                    <a:pt x="929437" y="240505"/>
                  </a:lnTo>
                  <a:lnTo>
                    <a:pt x="903721" y="58972"/>
                  </a:lnTo>
                  <a:lnTo>
                    <a:pt x="836843" y="78894"/>
                  </a:lnTo>
                  <a:lnTo>
                    <a:pt x="793005" y="89124"/>
                  </a:lnTo>
                  <a:lnTo>
                    <a:pt x="752818" y="92893"/>
                  </a:lnTo>
                  <a:lnTo>
                    <a:pt x="696889" y="93431"/>
                  </a:lnTo>
                  <a:lnTo>
                    <a:pt x="629721" y="90706"/>
                  </a:lnTo>
                  <a:lnTo>
                    <a:pt x="575839" y="83632"/>
                  </a:lnTo>
                  <a:lnTo>
                    <a:pt x="533759" y="73858"/>
                  </a:lnTo>
                  <a:lnTo>
                    <a:pt x="501995" y="63034"/>
                  </a:lnTo>
                  <a:lnTo>
                    <a:pt x="516821" y="37450"/>
                  </a:lnTo>
                  <a:lnTo>
                    <a:pt x="511839" y="17530"/>
                  </a:lnTo>
                  <a:lnTo>
                    <a:pt x="499625" y="4604"/>
                  </a:lnTo>
                  <a:lnTo>
                    <a:pt x="492759" y="0"/>
                  </a:lnTo>
                  <a:close/>
                </a:path>
              </a:pathLst>
            </a:custGeom>
            <a:solidFill>
              <a:srgbClr val="EEB8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 descr=""/>
            <p:cNvSpPr/>
            <p:nvPr/>
          </p:nvSpPr>
          <p:spPr>
            <a:xfrm>
              <a:off x="7166710" y="10009398"/>
              <a:ext cx="942975" cy="80010"/>
            </a:xfrm>
            <a:custGeom>
              <a:avLst/>
              <a:gdLst/>
              <a:ahLst/>
              <a:cxnLst/>
              <a:rect l="l" t="t" r="r" b="b"/>
              <a:pathLst>
                <a:path w="942975" h="80009">
                  <a:moveTo>
                    <a:pt x="5465" y="0"/>
                  </a:moveTo>
                  <a:lnTo>
                    <a:pt x="0" y="57862"/>
                  </a:lnTo>
                  <a:lnTo>
                    <a:pt x="43840" y="63893"/>
                  </a:lnTo>
                  <a:lnTo>
                    <a:pt x="92094" y="69064"/>
                  </a:lnTo>
                  <a:lnTo>
                    <a:pt x="155643" y="74161"/>
                  </a:lnTo>
                  <a:lnTo>
                    <a:pt x="232795" y="78051"/>
                  </a:lnTo>
                  <a:lnTo>
                    <a:pt x="321854" y="79599"/>
                  </a:lnTo>
                  <a:lnTo>
                    <a:pt x="942452" y="79599"/>
                  </a:lnTo>
                  <a:lnTo>
                    <a:pt x="942452" y="21768"/>
                  </a:lnTo>
                  <a:lnTo>
                    <a:pt x="321854" y="21768"/>
                  </a:lnTo>
                  <a:lnTo>
                    <a:pt x="235083" y="20170"/>
                  </a:lnTo>
                  <a:lnTo>
                    <a:pt x="158927" y="16171"/>
                  </a:lnTo>
                  <a:lnTo>
                    <a:pt x="95635" y="10963"/>
                  </a:lnTo>
                  <a:lnTo>
                    <a:pt x="47461" y="5736"/>
                  </a:lnTo>
                  <a:lnTo>
                    <a:pt x="16653" y="1685"/>
                  </a:lnTo>
                  <a:lnTo>
                    <a:pt x="5465" y="0"/>
                  </a:lnTo>
                  <a:close/>
                </a:path>
              </a:pathLst>
            </a:custGeom>
            <a:solidFill>
              <a:srgbClr val="A0A0A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0" name="object 25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53162" y="9861593"/>
              <a:ext cx="219450" cy="95714"/>
            </a:xfrm>
            <a:prstGeom prst="rect">
              <a:avLst/>
            </a:prstGeom>
          </p:spPr>
        </p:pic>
      </p:grpSp>
      <p:grpSp>
        <p:nvGrpSpPr>
          <p:cNvPr id="251" name="object 251" descr=""/>
          <p:cNvGrpSpPr/>
          <p:nvPr/>
        </p:nvGrpSpPr>
        <p:grpSpPr>
          <a:xfrm>
            <a:off x="7187095" y="2895983"/>
            <a:ext cx="3050540" cy="7193280"/>
            <a:chOff x="7187095" y="2895983"/>
            <a:chExt cx="3050540" cy="7193280"/>
          </a:xfrm>
        </p:grpSpPr>
        <p:sp>
          <p:nvSpPr>
            <p:cNvPr id="252" name="object 252" descr=""/>
            <p:cNvSpPr/>
            <p:nvPr/>
          </p:nvSpPr>
          <p:spPr>
            <a:xfrm>
              <a:off x="9120683" y="9440144"/>
              <a:ext cx="309880" cy="466090"/>
            </a:xfrm>
            <a:custGeom>
              <a:avLst/>
              <a:gdLst/>
              <a:ahLst/>
              <a:cxnLst/>
              <a:rect l="l" t="t" r="r" b="b"/>
              <a:pathLst>
                <a:path w="309879" h="466090">
                  <a:moveTo>
                    <a:pt x="223616" y="0"/>
                  </a:moveTo>
                  <a:lnTo>
                    <a:pt x="50302" y="0"/>
                  </a:lnTo>
                  <a:lnTo>
                    <a:pt x="50302" y="85840"/>
                  </a:lnTo>
                  <a:lnTo>
                    <a:pt x="46967" y="114396"/>
                  </a:lnTo>
                  <a:lnTo>
                    <a:pt x="32296" y="180901"/>
                  </a:lnTo>
                  <a:lnTo>
                    <a:pt x="28962" y="207449"/>
                  </a:lnTo>
                  <a:lnTo>
                    <a:pt x="30436" y="226836"/>
                  </a:lnTo>
                  <a:lnTo>
                    <a:pt x="33679" y="245450"/>
                  </a:lnTo>
                  <a:lnTo>
                    <a:pt x="36922" y="268356"/>
                  </a:lnTo>
                  <a:lnTo>
                    <a:pt x="38396" y="300619"/>
                  </a:lnTo>
                  <a:lnTo>
                    <a:pt x="37534" y="335512"/>
                  </a:lnTo>
                  <a:lnTo>
                    <a:pt x="32898" y="364227"/>
                  </a:lnTo>
                  <a:lnTo>
                    <a:pt x="21411" y="402393"/>
                  </a:lnTo>
                  <a:lnTo>
                    <a:pt x="0" y="465640"/>
                  </a:lnTo>
                  <a:lnTo>
                    <a:pt x="309823" y="448708"/>
                  </a:lnTo>
                  <a:lnTo>
                    <a:pt x="297326" y="432273"/>
                  </a:lnTo>
                  <a:lnTo>
                    <a:pt x="269834" y="392002"/>
                  </a:lnTo>
                  <a:lnTo>
                    <a:pt x="242342" y="341449"/>
                  </a:lnTo>
                  <a:lnTo>
                    <a:pt x="229846" y="294169"/>
                  </a:lnTo>
                  <a:lnTo>
                    <a:pt x="231397" y="266275"/>
                  </a:lnTo>
                  <a:lnTo>
                    <a:pt x="234809" y="240703"/>
                  </a:lnTo>
                  <a:lnTo>
                    <a:pt x="238221" y="217681"/>
                  </a:lnTo>
                  <a:lnTo>
                    <a:pt x="239772" y="197439"/>
                  </a:lnTo>
                  <a:lnTo>
                    <a:pt x="237248" y="174167"/>
                  </a:lnTo>
                  <a:lnTo>
                    <a:pt x="231694" y="144859"/>
                  </a:lnTo>
                  <a:lnTo>
                    <a:pt x="226140" y="113941"/>
                  </a:lnTo>
                  <a:lnTo>
                    <a:pt x="223616" y="85840"/>
                  </a:lnTo>
                  <a:lnTo>
                    <a:pt x="223616" y="0"/>
                  </a:lnTo>
                  <a:close/>
                </a:path>
              </a:pathLst>
            </a:custGeom>
            <a:solidFill>
              <a:srgbClr val="F4D4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 descr=""/>
            <p:cNvSpPr/>
            <p:nvPr/>
          </p:nvSpPr>
          <p:spPr>
            <a:xfrm>
              <a:off x="9077982" y="9920321"/>
              <a:ext cx="458470" cy="168910"/>
            </a:xfrm>
            <a:custGeom>
              <a:avLst/>
              <a:gdLst/>
              <a:ahLst/>
              <a:cxnLst/>
              <a:rect l="l" t="t" r="r" b="b"/>
              <a:pathLst>
                <a:path w="458470" h="168909">
                  <a:moveTo>
                    <a:pt x="277876" y="0"/>
                  </a:moveTo>
                  <a:lnTo>
                    <a:pt x="0" y="168675"/>
                  </a:lnTo>
                  <a:lnTo>
                    <a:pt x="458300" y="168675"/>
                  </a:lnTo>
                  <a:lnTo>
                    <a:pt x="277876" y="0"/>
                  </a:lnTo>
                  <a:close/>
                </a:path>
              </a:pathLst>
            </a:custGeom>
            <a:solidFill>
              <a:srgbClr val="A0A0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 descr=""/>
            <p:cNvSpPr/>
            <p:nvPr/>
          </p:nvSpPr>
          <p:spPr>
            <a:xfrm>
              <a:off x="9078536" y="9806569"/>
              <a:ext cx="458470" cy="233679"/>
            </a:xfrm>
            <a:custGeom>
              <a:avLst/>
              <a:gdLst/>
              <a:ahLst/>
              <a:cxnLst/>
              <a:rect l="l" t="t" r="r" b="b"/>
              <a:pathLst>
                <a:path w="458470" h="233679">
                  <a:moveTo>
                    <a:pt x="192852" y="0"/>
                  </a:moveTo>
                  <a:lnTo>
                    <a:pt x="135724" y="740"/>
                  </a:lnTo>
                  <a:lnTo>
                    <a:pt x="104691" y="5926"/>
                  </a:lnTo>
                  <a:lnTo>
                    <a:pt x="88962" y="20002"/>
                  </a:lnTo>
                  <a:lnTo>
                    <a:pt x="77746" y="47412"/>
                  </a:lnTo>
                  <a:lnTo>
                    <a:pt x="47506" y="34124"/>
                  </a:lnTo>
                  <a:lnTo>
                    <a:pt x="32345" y="73919"/>
                  </a:lnTo>
                  <a:lnTo>
                    <a:pt x="22343" y="106165"/>
                  </a:lnTo>
                  <a:lnTo>
                    <a:pt x="13046" y="147947"/>
                  </a:lnTo>
                  <a:lnTo>
                    <a:pt x="0" y="216349"/>
                  </a:lnTo>
                  <a:lnTo>
                    <a:pt x="29038" y="222437"/>
                  </a:lnTo>
                  <a:lnTo>
                    <a:pt x="115607" y="232376"/>
                  </a:lnTo>
                  <a:lnTo>
                    <a:pt x="258890" y="233678"/>
                  </a:lnTo>
                  <a:lnTo>
                    <a:pt x="458069" y="213857"/>
                  </a:lnTo>
                  <a:lnTo>
                    <a:pt x="446481" y="194856"/>
                  </a:lnTo>
                  <a:lnTo>
                    <a:pt x="414535" y="148485"/>
                  </a:lnTo>
                  <a:lnTo>
                    <a:pt x="372002" y="89866"/>
                  </a:lnTo>
                  <a:lnTo>
                    <a:pt x="328649" y="34124"/>
                  </a:lnTo>
                  <a:lnTo>
                    <a:pt x="303770" y="47412"/>
                  </a:lnTo>
                  <a:lnTo>
                    <a:pt x="300272" y="40004"/>
                  </a:lnTo>
                  <a:lnTo>
                    <a:pt x="285198" y="23706"/>
                  </a:lnTo>
                  <a:lnTo>
                    <a:pt x="251680" y="7408"/>
                  </a:lnTo>
                  <a:lnTo>
                    <a:pt x="192852" y="0"/>
                  </a:lnTo>
                  <a:close/>
                </a:path>
              </a:pathLst>
            </a:custGeom>
            <a:solidFill>
              <a:srgbClr val="EEB8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 descr=""/>
            <p:cNvSpPr/>
            <p:nvPr/>
          </p:nvSpPr>
          <p:spPr>
            <a:xfrm>
              <a:off x="9077983" y="10018654"/>
              <a:ext cx="458470" cy="70485"/>
            </a:xfrm>
            <a:custGeom>
              <a:avLst/>
              <a:gdLst/>
              <a:ahLst/>
              <a:cxnLst/>
              <a:rect l="l" t="t" r="r" b="b"/>
              <a:pathLst>
                <a:path w="458470" h="70484">
                  <a:moveTo>
                    <a:pt x="458300" y="0"/>
                  </a:moveTo>
                  <a:lnTo>
                    <a:pt x="442686" y="2028"/>
                  </a:lnTo>
                  <a:lnTo>
                    <a:pt x="397294" y="6491"/>
                  </a:lnTo>
                  <a:lnTo>
                    <a:pt x="324293" y="10955"/>
                  </a:lnTo>
                  <a:lnTo>
                    <a:pt x="225856" y="12983"/>
                  </a:lnTo>
                  <a:lnTo>
                    <a:pt x="139498" y="12781"/>
                  </a:lnTo>
                  <a:lnTo>
                    <a:pt x="87185" y="11360"/>
                  </a:lnTo>
                  <a:lnTo>
                    <a:pt x="47744" y="7506"/>
                  </a:lnTo>
                  <a:lnTo>
                    <a:pt x="0" y="0"/>
                  </a:lnTo>
                  <a:lnTo>
                    <a:pt x="0" y="70343"/>
                  </a:lnTo>
                  <a:lnTo>
                    <a:pt x="15918" y="64847"/>
                  </a:lnTo>
                  <a:lnTo>
                    <a:pt x="61275" y="52757"/>
                  </a:lnTo>
                  <a:lnTo>
                    <a:pt x="132477" y="40667"/>
                  </a:lnTo>
                  <a:lnTo>
                    <a:pt x="225930" y="35171"/>
                  </a:lnTo>
                  <a:lnTo>
                    <a:pt x="307095" y="35721"/>
                  </a:lnTo>
                  <a:lnTo>
                    <a:pt x="358355" y="39568"/>
                  </a:lnTo>
                  <a:lnTo>
                    <a:pt x="401495" y="50009"/>
                  </a:lnTo>
                  <a:lnTo>
                    <a:pt x="458300" y="70343"/>
                  </a:lnTo>
                  <a:lnTo>
                    <a:pt x="458300" y="0"/>
                  </a:lnTo>
                  <a:close/>
                </a:path>
              </a:pathLst>
            </a:custGeom>
            <a:solidFill>
              <a:srgbClr val="A0A0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 descr=""/>
            <p:cNvSpPr/>
            <p:nvPr/>
          </p:nvSpPr>
          <p:spPr>
            <a:xfrm>
              <a:off x="7812710" y="5863709"/>
              <a:ext cx="2042160" cy="3883025"/>
            </a:xfrm>
            <a:custGeom>
              <a:avLst/>
              <a:gdLst/>
              <a:ahLst/>
              <a:cxnLst/>
              <a:rect l="l" t="t" r="r" b="b"/>
              <a:pathLst>
                <a:path w="2042159" h="3883025">
                  <a:moveTo>
                    <a:pt x="1836404" y="0"/>
                  </a:moveTo>
                  <a:lnTo>
                    <a:pt x="1358618" y="6607"/>
                  </a:lnTo>
                  <a:lnTo>
                    <a:pt x="1302777" y="6607"/>
                  </a:lnTo>
                  <a:lnTo>
                    <a:pt x="713402" y="1162"/>
                  </a:lnTo>
                  <a:lnTo>
                    <a:pt x="356816" y="1934810"/>
                  </a:lnTo>
                  <a:lnTo>
                    <a:pt x="0" y="3782712"/>
                  </a:lnTo>
                  <a:lnTo>
                    <a:pt x="398281" y="3882583"/>
                  </a:lnTo>
                  <a:lnTo>
                    <a:pt x="826226" y="2088878"/>
                  </a:lnTo>
                  <a:lnTo>
                    <a:pt x="1296766" y="803567"/>
                  </a:lnTo>
                  <a:lnTo>
                    <a:pt x="1304470" y="806132"/>
                  </a:lnTo>
                  <a:lnTo>
                    <a:pt x="1309906" y="807479"/>
                  </a:lnTo>
                  <a:lnTo>
                    <a:pt x="1315654" y="808050"/>
                  </a:lnTo>
                  <a:lnTo>
                    <a:pt x="1324294" y="808289"/>
                  </a:lnTo>
                  <a:lnTo>
                    <a:pt x="1337197" y="807862"/>
                  </a:lnTo>
                  <a:lnTo>
                    <a:pt x="1349678" y="806605"/>
                  </a:lnTo>
                  <a:lnTo>
                    <a:pt x="1362827" y="804677"/>
                  </a:lnTo>
                  <a:lnTo>
                    <a:pt x="1319886" y="3763958"/>
                  </a:lnTo>
                  <a:lnTo>
                    <a:pt x="1663530" y="3812093"/>
                  </a:lnTo>
                  <a:lnTo>
                    <a:pt x="1887514" y="2207542"/>
                  </a:lnTo>
                  <a:lnTo>
                    <a:pt x="2001586" y="1347241"/>
                  </a:lnTo>
                  <a:lnTo>
                    <a:pt x="2041217" y="938285"/>
                  </a:lnTo>
                  <a:lnTo>
                    <a:pt x="2041875" y="687769"/>
                  </a:lnTo>
                  <a:lnTo>
                    <a:pt x="2005829" y="429031"/>
                  </a:lnTo>
                  <a:lnTo>
                    <a:pt x="1935637" y="209419"/>
                  </a:lnTo>
                  <a:lnTo>
                    <a:pt x="1867196" y="57039"/>
                  </a:lnTo>
                  <a:lnTo>
                    <a:pt x="1836404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 descr=""/>
            <p:cNvSpPr/>
            <p:nvPr/>
          </p:nvSpPr>
          <p:spPr>
            <a:xfrm>
              <a:off x="9132583" y="6668395"/>
              <a:ext cx="140970" cy="2959735"/>
            </a:xfrm>
            <a:custGeom>
              <a:avLst/>
              <a:gdLst/>
              <a:ahLst/>
              <a:cxnLst/>
              <a:rect l="l" t="t" r="r" b="b"/>
              <a:pathLst>
                <a:path w="140970" h="2959734">
                  <a:moveTo>
                    <a:pt x="140550" y="1554746"/>
                  </a:moveTo>
                  <a:lnTo>
                    <a:pt x="121005" y="1134186"/>
                  </a:lnTo>
                  <a:lnTo>
                    <a:pt x="88036" y="627291"/>
                  </a:lnTo>
                  <a:lnTo>
                    <a:pt x="56819" y="187617"/>
                  </a:lnTo>
                  <a:lnTo>
                    <a:pt x="42951" y="0"/>
                  </a:lnTo>
                  <a:lnTo>
                    <a:pt x="0" y="2959277"/>
                  </a:lnTo>
                  <a:lnTo>
                    <a:pt x="86271" y="2330932"/>
                  </a:lnTo>
                  <a:lnTo>
                    <a:pt x="129616" y="1971916"/>
                  </a:lnTo>
                  <a:lnTo>
                    <a:pt x="140550" y="1791208"/>
                  </a:lnTo>
                  <a:lnTo>
                    <a:pt x="140550" y="1554746"/>
                  </a:lnTo>
                  <a:close/>
                </a:path>
              </a:pathLst>
            </a:custGeom>
            <a:solidFill>
              <a:srgbClr val="9DDCF8">
                <a:alpha val="30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 descr=""/>
            <p:cNvSpPr/>
            <p:nvPr/>
          </p:nvSpPr>
          <p:spPr>
            <a:xfrm>
              <a:off x="8133775" y="6657122"/>
              <a:ext cx="974725" cy="3089275"/>
            </a:xfrm>
            <a:custGeom>
              <a:avLst/>
              <a:gdLst/>
              <a:ahLst/>
              <a:cxnLst/>
              <a:rect l="l" t="t" r="r" b="b"/>
              <a:pathLst>
                <a:path w="974725" h="3089275">
                  <a:moveTo>
                    <a:pt x="974630" y="0"/>
                  </a:moveTo>
                  <a:lnTo>
                    <a:pt x="607782" y="879303"/>
                  </a:lnTo>
                  <a:lnTo>
                    <a:pt x="585822" y="923914"/>
                  </a:lnTo>
                  <a:lnTo>
                    <a:pt x="564419" y="968779"/>
                  </a:lnTo>
                  <a:lnTo>
                    <a:pt x="543576" y="1013894"/>
                  </a:lnTo>
                  <a:lnTo>
                    <a:pt x="523293" y="1059253"/>
                  </a:lnTo>
                  <a:lnTo>
                    <a:pt x="503575" y="1104850"/>
                  </a:lnTo>
                  <a:lnTo>
                    <a:pt x="484422" y="1150681"/>
                  </a:lnTo>
                  <a:lnTo>
                    <a:pt x="465836" y="1196739"/>
                  </a:lnTo>
                  <a:lnTo>
                    <a:pt x="447819" y="1243020"/>
                  </a:lnTo>
                  <a:lnTo>
                    <a:pt x="430374" y="1289518"/>
                  </a:lnTo>
                  <a:lnTo>
                    <a:pt x="413503" y="1336229"/>
                  </a:lnTo>
                  <a:lnTo>
                    <a:pt x="397207" y="1383146"/>
                  </a:lnTo>
                  <a:lnTo>
                    <a:pt x="381488" y="1430264"/>
                  </a:lnTo>
                  <a:lnTo>
                    <a:pt x="366348" y="1477579"/>
                  </a:lnTo>
                  <a:lnTo>
                    <a:pt x="351790" y="1525084"/>
                  </a:lnTo>
                  <a:lnTo>
                    <a:pt x="337815" y="1572775"/>
                  </a:lnTo>
                  <a:lnTo>
                    <a:pt x="324426" y="1620646"/>
                  </a:lnTo>
                  <a:lnTo>
                    <a:pt x="311624" y="1668692"/>
                  </a:lnTo>
                  <a:lnTo>
                    <a:pt x="0" y="3065812"/>
                  </a:lnTo>
                  <a:lnTo>
                    <a:pt x="77212" y="3089172"/>
                  </a:lnTo>
                  <a:lnTo>
                    <a:pt x="505167" y="1295468"/>
                  </a:lnTo>
                  <a:lnTo>
                    <a:pt x="974630" y="0"/>
                  </a:lnTo>
                  <a:close/>
                </a:path>
              </a:pathLst>
            </a:custGeom>
            <a:solidFill>
              <a:srgbClr val="9DDCF8">
                <a:alpha val="4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9" name="object 25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369484" y="3891260"/>
              <a:ext cx="1426857" cy="2342609"/>
            </a:xfrm>
            <a:prstGeom prst="rect">
              <a:avLst/>
            </a:prstGeom>
          </p:spPr>
        </p:pic>
        <p:pic>
          <p:nvPicPr>
            <p:cNvPr id="260" name="object 26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87095" y="3093380"/>
              <a:ext cx="3050092" cy="3370057"/>
            </a:xfrm>
            <a:prstGeom prst="rect">
              <a:avLst/>
            </a:prstGeom>
          </p:spPr>
        </p:pic>
        <p:pic>
          <p:nvPicPr>
            <p:cNvPr id="261" name="object 261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656762" y="2917775"/>
              <a:ext cx="711979" cy="973907"/>
            </a:xfrm>
            <a:prstGeom prst="rect">
              <a:avLst/>
            </a:prstGeom>
          </p:spPr>
        </p:pic>
        <p:sp>
          <p:nvSpPr>
            <p:cNvPr id="262" name="object 262" descr=""/>
            <p:cNvSpPr/>
            <p:nvPr/>
          </p:nvSpPr>
          <p:spPr>
            <a:xfrm>
              <a:off x="8656774" y="2918050"/>
              <a:ext cx="707390" cy="974090"/>
            </a:xfrm>
            <a:custGeom>
              <a:avLst/>
              <a:gdLst/>
              <a:ahLst/>
              <a:cxnLst/>
              <a:rect l="l" t="t" r="r" b="b"/>
              <a:pathLst>
                <a:path w="707390" h="974089">
                  <a:moveTo>
                    <a:pt x="372586" y="0"/>
                  </a:moveTo>
                  <a:lnTo>
                    <a:pt x="323109" y="5154"/>
                  </a:lnTo>
                  <a:lnTo>
                    <a:pt x="273269" y="16576"/>
                  </a:lnTo>
                  <a:lnTo>
                    <a:pt x="222990" y="34235"/>
                  </a:lnTo>
                  <a:lnTo>
                    <a:pt x="174281" y="58016"/>
                  </a:lnTo>
                  <a:lnTo>
                    <a:pt x="128656" y="88010"/>
                  </a:lnTo>
                  <a:lnTo>
                    <a:pt x="87630" y="124311"/>
                  </a:lnTo>
                  <a:lnTo>
                    <a:pt x="57699" y="160353"/>
                  </a:lnTo>
                  <a:lnTo>
                    <a:pt x="34648" y="198986"/>
                  </a:lnTo>
                  <a:lnTo>
                    <a:pt x="17915" y="239956"/>
                  </a:lnTo>
                  <a:lnTo>
                    <a:pt x="6938" y="283014"/>
                  </a:lnTo>
                  <a:lnTo>
                    <a:pt x="1153" y="327908"/>
                  </a:lnTo>
                  <a:lnTo>
                    <a:pt x="0" y="374387"/>
                  </a:lnTo>
                  <a:lnTo>
                    <a:pt x="2614" y="424231"/>
                  </a:lnTo>
                  <a:lnTo>
                    <a:pt x="8367" y="475394"/>
                  </a:lnTo>
                  <a:lnTo>
                    <a:pt x="17143" y="527369"/>
                  </a:lnTo>
                  <a:lnTo>
                    <a:pt x="28829" y="579649"/>
                  </a:lnTo>
                  <a:lnTo>
                    <a:pt x="43311" y="631727"/>
                  </a:lnTo>
                  <a:lnTo>
                    <a:pt x="60475" y="683098"/>
                  </a:lnTo>
                  <a:lnTo>
                    <a:pt x="80208" y="733253"/>
                  </a:lnTo>
                  <a:lnTo>
                    <a:pt x="102396" y="781688"/>
                  </a:lnTo>
                  <a:lnTo>
                    <a:pt x="126925" y="827894"/>
                  </a:lnTo>
                  <a:lnTo>
                    <a:pt x="153681" y="871366"/>
                  </a:lnTo>
                  <a:lnTo>
                    <a:pt x="208088" y="929088"/>
                  </a:lnTo>
                  <a:lnTo>
                    <a:pt x="244696" y="953923"/>
                  </a:lnTo>
                  <a:lnTo>
                    <a:pt x="287797" y="970231"/>
                  </a:lnTo>
                  <a:lnTo>
                    <a:pt x="337560" y="973625"/>
                  </a:lnTo>
                  <a:lnTo>
                    <a:pt x="370807" y="969239"/>
                  </a:lnTo>
                  <a:lnTo>
                    <a:pt x="442380" y="946983"/>
                  </a:lnTo>
                  <a:lnTo>
                    <a:pt x="479020" y="926790"/>
                  </a:lnTo>
                  <a:lnTo>
                    <a:pt x="515102" y="899005"/>
                  </a:lnTo>
                  <a:lnTo>
                    <a:pt x="549784" y="862467"/>
                  </a:lnTo>
                  <a:lnTo>
                    <a:pt x="582221" y="816015"/>
                  </a:lnTo>
                  <a:lnTo>
                    <a:pt x="611569" y="758487"/>
                  </a:lnTo>
                  <a:lnTo>
                    <a:pt x="636985" y="688723"/>
                  </a:lnTo>
                  <a:lnTo>
                    <a:pt x="662382" y="576371"/>
                  </a:lnTo>
                  <a:lnTo>
                    <a:pt x="671361" y="540256"/>
                  </a:lnTo>
                  <a:lnTo>
                    <a:pt x="678279" y="523558"/>
                  </a:lnTo>
                  <a:lnTo>
                    <a:pt x="692808" y="478001"/>
                  </a:lnTo>
                  <a:lnTo>
                    <a:pt x="705614" y="410393"/>
                  </a:lnTo>
                  <a:lnTo>
                    <a:pt x="707360" y="327540"/>
                  </a:lnTo>
                  <a:lnTo>
                    <a:pt x="702187" y="284690"/>
                  </a:lnTo>
                  <a:lnTo>
                    <a:pt x="692792" y="241370"/>
                  </a:lnTo>
                  <a:lnTo>
                    <a:pt x="678434" y="198471"/>
                  </a:lnTo>
                  <a:lnTo>
                    <a:pt x="658373" y="156884"/>
                  </a:lnTo>
                  <a:lnTo>
                    <a:pt x="631869" y="117501"/>
                  </a:lnTo>
                  <a:lnTo>
                    <a:pt x="598180" y="81213"/>
                  </a:lnTo>
                  <a:lnTo>
                    <a:pt x="557526" y="49469"/>
                  </a:lnTo>
                  <a:lnTo>
                    <a:pt x="514171" y="25847"/>
                  </a:lnTo>
                  <a:lnTo>
                    <a:pt x="468585" y="9975"/>
                  </a:lnTo>
                  <a:lnTo>
                    <a:pt x="421234" y="1483"/>
                  </a:lnTo>
                  <a:lnTo>
                    <a:pt x="372586" y="0"/>
                  </a:lnTo>
                  <a:close/>
                </a:path>
              </a:pathLst>
            </a:custGeom>
            <a:solidFill>
              <a:srgbClr val="F4D4A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3" name="object 263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263034" y="3352363"/>
              <a:ext cx="137715" cy="178173"/>
            </a:xfrm>
            <a:prstGeom prst="rect">
              <a:avLst/>
            </a:prstGeom>
          </p:spPr>
        </p:pic>
        <p:sp>
          <p:nvSpPr>
            <p:cNvPr id="264" name="object 264" descr=""/>
            <p:cNvSpPr/>
            <p:nvPr/>
          </p:nvSpPr>
          <p:spPr>
            <a:xfrm>
              <a:off x="8595523" y="2895983"/>
              <a:ext cx="792480" cy="542290"/>
            </a:xfrm>
            <a:custGeom>
              <a:avLst/>
              <a:gdLst/>
              <a:ahLst/>
              <a:cxnLst/>
              <a:rect l="l" t="t" r="r" b="b"/>
              <a:pathLst>
                <a:path w="792479" h="542289">
                  <a:moveTo>
                    <a:pt x="569902" y="0"/>
                  </a:moveTo>
                  <a:lnTo>
                    <a:pt x="523958" y="237"/>
                  </a:lnTo>
                  <a:lnTo>
                    <a:pt x="486135" y="7292"/>
                  </a:lnTo>
                  <a:lnTo>
                    <a:pt x="460477" y="15605"/>
                  </a:lnTo>
                  <a:lnTo>
                    <a:pt x="451026" y="19611"/>
                  </a:lnTo>
                  <a:lnTo>
                    <a:pt x="392603" y="10687"/>
                  </a:lnTo>
                  <a:lnTo>
                    <a:pt x="347637" y="8799"/>
                  </a:lnTo>
                  <a:lnTo>
                    <a:pt x="293183" y="14928"/>
                  </a:lnTo>
                  <a:lnTo>
                    <a:pt x="206301" y="30051"/>
                  </a:lnTo>
                  <a:lnTo>
                    <a:pt x="150760" y="47540"/>
                  </a:lnTo>
                  <a:lnTo>
                    <a:pt x="108832" y="75339"/>
                  </a:lnTo>
                  <a:lnTo>
                    <a:pt x="77711" y="110627"/>
                  </a:lnTo>
                  <a:lnTo>
                    <a:pt x="54593" y="150584"/>
                  </a:lnTo>
                  <a:lnTo>
                    <a:pt x="36669" y="192390"/>
                  </a:lnTo>
                  <a:lnTo>
                    <a:pt x="21136" y="233223"/>
                  </a:lnTo>
                  <a:lnTo>
                    <a:pt x="5186" y="270264"/>
                  </a:lnTo>
                  <a:lnTo>
                    <a:pt x="0" y="346400"/>
                  </a:lnTo>
                  <a:lnTo>
                    <a:pt x="27475" y="436077"/>
                  </a:lnTo>
                  <a:lnTo>
                    <a:pt x="62429" y="510787"/>
                  </a:lnTo>
                  <a:lnTo>
                    <a:pt x="79676" y="542025"/>
                  </a:lnTo>
                  <a:lnTo>
                    <a:pt x="103194" y="363821"/>
                  </a:lnTo>
                  <a:lnTo>
                    <a:pt x="245186" y="334202"/>
                  </a:lnTo>
                  <a:lnTo>
                    <a:pt x="362075" y="292879"/>
                  </a:lnTo>
                  <a:lnTo>
                    <a:pt x="441368" y="256141"/>
                  </a:lnTo>
                  <a:lnTo>
                    <a:pt x="470575" y="240275"/>
                  </a:lnTo>
                  <a:lnTo>
                    <a:pt x="581898" y="283085"/>
                  </a:lnTo>
                  <a:lnTo>
                    <a:pt x="663657" y="386537"/>
                  </a:lnTo>
                  <a:lnTo>
                    <a:pt x="714041" y="491772"/>
                  </a:lnTo>
                  <a:lnTo>
                    <a:pt x="731238" y="539931"/>
                  </a:lnTo>
                  <a:lnTo>
                    <a:pt x="755684" y="515908"/>
                  </a:lnTo>
                  <a:lnTo>
                    <a:pt x="770179" y="487375"/>
                  </a:lnTo>
                  <a:lnTo>
                    <a:pt x="780433" y="435860"/>
                  </a:lnTo>
                  <a:lnTo>
                    <a:pt x="792157" y="342890"/>
                  </a:lnTo>
                  <a:lnTo>
                    <a:pt x="791533" y="290798"/>
                  </a:lnTo>
                  <a:lnTo>
                    <a:pt x="779029" y="238292"/>
                  </a:lnTo>
                  <a:lnTo>
                    <a:pt x="757157" y="187048"/>
                  </a:lnTo>
                  <a:lnTo>
                    <a:pt x="728430" y="138743"/>
                  </a:lnTo>
                  <a:lnTo>
                    <a:pt x="695361" y="95055"/>
                  </a:lnTo>
                  <a:lnTo>
                    <a:pt x="660461" y="57659"/>
                  </a:lnTo>
                  <a:lnTo>
                    <a:pt x="626243" y="28233"/>
                  </a:lnTo>
                  <a:lnTo>
                    <a:pt x="595219" y="8454"/>
                  </a:lnTo>
                  <a:lnTo>
                    <a:pt x="569902" y="0"/>
                  </a:lnTo>
                  <a:close/>
                </a:path>
              </a:pathLst>
            </a:custGeom>
            <a:solidFill>
              <a:srgbClr val="EEB8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 descr=""/>
            <p:cNvSpPr/>
            <p:nvPr/>
          </p:nvSpPr>
          <p:spPr>
            <a:xfrm>
              <a:off x="8683737" y="5154103"/>
              <a:ext cx="1410335" cy="382905"/>
            </a:xfrm>
            <a:custGeom>
              <a:avLst/>
              <a:gdLst/>
              <a:ahLst/>
              <a:cxnLst/>
              <a:rect l="l" t="t" r="r" b="b"/>
              <a:pathLst>
                <a:path w="1410334" h="382904">
                  <a:moveTo>
                    <a:pt x="715307" y="0"/>
                  </a:moveTo>
                  <a:lnTo>
                    <a:pt x="650325" y="379"/>
                  </a:lnTo>
                  <a:lnTo>
                    <a:pt x="599767" y="1824"/>
                  </a:lnTo>
                  <a:lnTo>
                    <a:pt x="544446" y="3789"/>
                  </a:lnTo>
                  <a:lnTo>
                    <a:pt x="485711" y="6329"/>
                  </a:lnTo>
                  <a:lnTo>
                    <a:pt x="424910" y="9500"/>
                  </a:lnTo>
                  <a:lnTo>
                    <a:pt x="363392" y="13356"/>
                  </a:lnTo>
                  <a:lnTo>
                    <a:pt x="302505" y="17952"/>
                  </a:lnTo>
                  <a:lnTo>
                    <a:pt x="243599" y="23343"/>
                  </a:lnTo>
                  <a:lnTo>
                    <a:pt x="188023" y="29583"/>
                  </a:lnTo>
                  <a:lnTo>
                    <a:pt x="137124" y="36728"/>
                  </a:lnTo>
                  <a:lnTo>
                    <a:pt x="92251" y="44832"/>
                  </a:lnTo>
                  <a:lnTo>
                    <a:pt x="54754" y="53950"/>
                  </a:lnTo>
                  <a:lnTo>
                    <a:pt x="7279" y="75447"/>
                  </a:lnTo>
                  <a:lnTo>
                    <a:pt x="0" y="87936"/>
                  </a:lnTo>
                  <a:lnTo>
                    <a:pt x="4802" y="107234"/>
                  </a:lnTo>
                  <a:lnTo>
                    <a:pt x="48969" y="142561"/>
                  </a:lnTo>
                  <a:lnTo>
                    <a:pt x="85357" y="159023"/>
                  </a:lnTo>
                  <a:lnTo>
                    <a:pt x="129298" y="174970"/>
                  </a:lnTo>
                  <a:lnTo>
                    <a:pt x="179302" y="190620"/>
                  </a:lnTo>
                  <a:lnTo>
                    <a:pt x="233881" y="206188"/>
                  </a:lnTo>
                  <a:lnTo>
                    <a:pt x="350812" y="237942"/>
                  </a:lnTo>
                  <a:lnTo>
                    <a:pt x="469120" y="271075"/>
                  </a:lnTo>
                  <a:lnTo>
                    <a:pt x="528742" y="286865"/>
                  </a:lnTo>
                  <a:lnTo>
                    <a:pt x="588754" y="301825"/>
                  </a:lnTo>
                  <a:lnTo>
                    <a:pt x="648856" y="315851"/>
                  </a:lnTo>
                  <a:lnTo>
                    <a:pt x="708749" y="328837"/>
                  </a:lnTo>
                  <a:lnTo>
                    <a:pt x="768135" y="340680"/>
                  </a:lnTo>
                  <a:lnTo>
                    <a:pt x="826715" y="351274"/>
                  </a:lnTo>
                  <a:lnTo>
                    <a:pt x="884189" y="360515"/>
                  </a:lnTo>
                  <a:lnTo>
                    <a:pt x="940260" y="368298"/>
                  </a:lnTo>
                  <a:lnTo>
                    <a:pt x="994627" y="374519"/>
                  </a:lnTo>
                  <a:lnTo>
                    <a:pt x="1046992" y="379074"/>
                  </a:lnTo>
                  <a:lnTo>
                    <a:pt x="1097056" y="381856"/>
                  </a:lnTo>
                  <a:lnTo>
                    <a:pt x="1144521" y="382763"/>
                  </a:lnTo>
                  <a:lnTo>
                    <a:pt x="1189086" y="381689"/>
                  </a:lnTo>
                  <a:lnTo>
                    <a:pt x="1230455" y="378529"/>
                  </a:lnTo>
                  <a:lnTo>
                    <a:pt x="1268326" y="373179"/>
                  </a:lnTo>
                  <a:lnTo>
                    <a:pt x="1332384" y="355492"/>
                  </a:lnTo>
                  <a:lnTo>
                    <a:pt x="1378869" y="327788"/>
                  </a:lnTo>
                  <a:lnTo>
                    <a:pt x="1405545" y="289425"/>
                  </a:lnTo>
                  <a:lnTo>
                    <a:pt x="1410024" y="268570"/>
                  </a:lnTo>
                  <a:lnTo>
                    <a:pt x="1408477" y="247502"/>
                  </a:lnTo>
                  <a:lnTo>
                    <a:pt x="1388353" y="205316"/>
                  </a:lnTo>
                  <a:lnTo>
                    <a:pt x="1347281" y="164053"/>
                  </a:lnTo>
                  <a:lnTo>
                    <a:pt x="1287370" y="124894"/>
                  </a:lnTo>
                  <a:lnTo>
                    <a:pt x="1251009" y="106473"/>
                  </a:lnTo>
                  <a:lnTo>
                    <a:pt x="1210728" y="89022"/>
                  </a:lnTo>
                  <a:lnTo>
                    <a:pt x="1166791" y="72688"/>
                  </a:lnTo>
                  <a:lnTo>
                    <a:pt x="1119462" y="57620"/>
                  </a:lnTo>
                  <a:lnTo>
                    <a:pt x="1069004" y="43966"/>
                  </a:lnTo>
                  <a:lnTo>
                    <a:pt x="1015680" y="31872"/>
                  </a:lnTo>
                  <a:lnTo>
                    <a:pt x="959755" y="21488"/>
                  </a:lnTo>
                  <a:lnTo>
                    <a:pt x="901492" y="12961"/>
                  </a:lnTo>
                  <a:lnTo>
                    <a:pt x="841153" y="6438"/>
                  </a:lnTo>
                  <a:lnTo>
                    <a:pt x="779004" y="2069"/>
                  </a:lnTo>
                  <a:lnTo>
                    <a:pt x="715307" y="0"/>
                  </a:lnTo>
                  <a:close/>
                </a:path>
              </a:pathLst>
            </a:custGeom>
            <a:solidFill>
              <a:srgbClr val="F4D4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 descr=""/>
            <p:cNvSpPr/>
            <p:nvPr/>
          </p:nvSpPr>
          <p:spPr>
            <a:xfrm>
              <a:off x="8353603" y="4816265"/>
              <a:ext cx="802005" cy="540385"/>
            </a:xfrm>
            <a:custGeom>
              <a:avLst/>
              <a:gdLst/>
              <a:ahLst/>
              <a:cxnLst/>
              <a:rect l="l" t="t" r="r" b="b"/>
              <a:pathLst>
                <a:path w="802004" h="540385">
                  <a:moveTo>
                    <a:pt x="801674" y="468960"/>
                  </a:moveTo>
                  <a:lnTo>
                    <a:pt x="756526" y="357339"/>
                  </a:lnTo>
                  <a:lnTo>
                    <a:pt x="735736" y="356349"/>
                  </a:lnTo>
                  <a:lnTo>
                    <a:pt x="682523" y="353314"/>
                  </a:lnTo>
                  <a:lnTo>
                    <a:pt x="578967" y="346608"/>
                  </a:lnTo>
                  <a:lnTo>
                    <a:pt x="530326" y="343801"/>
                  </a:lnTo>
                  <a:lnTo>
                    <a:pt x="398995" y="114122"/>
                  </a:lnTo>
                  <a:lnTo>
                    <a:pt x="363931" y="49174"/>
                  </a:lnTo>
                  <a:lnTo>
                    <a:pt x="334530" y="31153"/>
                  </a:lnTo>
                  <a:lnTo>
                    <a:pt x="273583" y="21704"/>
                  </a:lnTo>
                  <a:lnTo>
                    <a:pt x="141376" y="0"/>
                  </a:lnTo>
                  <a:lnTo>
                    <a:pt x="128866" y="609"/>
                  </a:lnTo>
                  <a:lnTo>
                    <a:pt x="117805" y="5435"/>
                  </a:lnTo>
                  <a:lnTo>
                    <a:pt x="109397" y="13690"/>
                  </a:lnTo>
                  <a:lnTo>
                    <a:pt x="104813" y="24561"/>
                  </a:lnTo>
                  <a:lnTo>
                    <a:pt x="105156" y="36106"/>
                  </a:lnTo>
                  <a:lnTo>
                    <a:pt x="190233" y="71335"/>
                  </a:lnTo>
                  <a:lnTo>
                    <a:pt x="228396" y="79616"/>
                  </a:lnTo>
                  <a:lnTo>
                    <a:pt x="305549" y="93649"/>
                  </a:lnTo>
                  <a:lnTo>
                    <a:pt x="338048" y="153847"/>
                  </a:lnTo>
                  <a:lnTo>
                    <a:pt x="276961" y="110578"/>
                  </a:lnTo>
                  <a:lnTo>
                    <a:pt x="271792" y="108572"/>
                  </a:lnTo>
                  <a:lnTo>
                    <a:pt x="265404" y="107403"/>
                  </a:lnTo>
                  <a:lnTo>
                    <a:pt x="36563" y="79806"/>
                  </a:lnTo>
                  <a:lnTo>
                    <a:pt x="24053" y="80403"/>
                  </a:lnTo>
                  <a:lnTo>
                    <a:pt x="12992" y="85242"/>
                  </a:lnTo>
                  <a:lnTo>
                    <a:pt x="4584" y="93497"/>
                  </a:lnTo>
                  <a:lnTo>
                    <a:pt x="0" y="104355"/>
                  </a:lnTo>
                  <a:lnTo>
                    <a:pt x="342" y="115900"/>
                  </a:lnTo>
                  <a:lnTo>
                    <a:pt x="5295" y="126009"/>
                  </a:lnTo>
                  <a:lnTo>
                    <a:pt x="14008" y="133578"/>
                  </a:lnTo>
                  <a:lnTo>
                    <a:pt x="25654" y="137528"/>
                  </a:lnTo>
                  <a:lnTo>
                    <a:pt x="246214" y="173672"/>
                  </a:lnTo>
                  <a:lnTo>
                    <a:pt x="323735" y="228600"/>
                  </a:lnTo>
                  <a:lnTo>
                    <a:pt x="323443" y="229184"/>
                  </a:lnTo>
                  <a:lnTo>
                    <a:pt x="217741" y="189217"/>
                  </a:lnTo>
                  <a:lnTo>
                    <a:pt x="215176" y="188569"/>
                  </a:lnTo>
                  <a:lnTo>
                    <a:pt x="42887" y="153085"/>
                  </a:lnTo>
                  <a:lnTo>
                    <a:pt x="30416" y="152425"/>
                  </a:lnTo>
                  <a:lnTo>
                    <a:pt x="18872" y="156108"/>
                  </a:lnTo>
                  <a:lnTo>
                    <a:pt x="9550" y="163487"/>
                  </a:lnTo>
                  <a:lnTo>
                    <a:pt x="3733" y="173850"/>
                  </a:lnTo>
                  <a:lnTo>
                    <a:pt x="2705" y="185394"/>
                  </a:lnTo>
                  <a:lnTo>
                    <a:pt x="6426" y="195961"/>
                  </a:lnTo>
                  <a:lnTo>
                    <a:pt x="14173" y="204381"/>
                  </a:lnTo>
                  <a:lnTo>
                    <a:pt x="25247" y="209511"/>
                  </a:lnTo>
                  <a:lnTo>
                    <a:pt x="190677" y="253657"/>
                  </a:lnTo>
                  <a:lnTo>
                    <a:pt x="292963" y="292315"/>
                  </a:lnTo>
                  <a:lnTo>
                    <a:pt x="291617" y="295313"/>
                  </a:lnTo>
                  <a:lnTo>
                    <a:pt x="92227" y="248119"/>
                  </a:lnTo>
                  <a:lnTo>
                    <a:pt x="79756" y="247459"/>
                  </a:lnTo>
                  <a:lnTo>
                    <a:pt x="68211" y="251142"/>
                  </a:lnTo>
                  <a:lnTo>
                    <a:pt x="58889" y="258521"/>
                  </a:lnTo>
                  <a:lnTo>
                    <a:pt x="53073" y="268884"/>
                  </a:lnTo>
                  <a:lnTo>
                    <a:pt x="52044" y="280428"/>
                  </a:lnTo>
                  <a:lnTo>
                    <a:pt x="55753" y="290995"/>
                  </a:lnTo>
                  <a:lnTo>
                    <a:pt x="63500" y="299427"/>
                  </a:lnTo>
                  <a:lnTo>
                    <a:pt x="74574" y="304546"/>
                  </a:lnTo>
                  <a:lnTo>
                    <a:pt x="273367" y="351586"/>
                  </a:lnTo>
                  <a:lnTo>
                    <a:pt x="278892" y="370027"/>
                  </a:lnTo>
                  <a:lnTo>
                    <a:pt x="316001" y="422859"/>
                  </a:lnTo>
                  <a:lnTo>
                    <a:pt x="354228" y="457822"/>
                  </a:lnTo>
                  <a:lnTo>
                    <a:pt x="386943" y="482244"/>
                  </a:lnTo>
                  <a:lnTo>
                    <a:pt x="421868" y="500710"/>
                  </a:lnTo>
                  <a:lnTo>
                    <a:pt x="457085" y="506958"/>
                  </a:lnTo>
                  <a:lnTo>
                    <a:pt x="490689" y="494753"/>
                  </a:lnTo>
                  <a:lnTo>
                    <a:pt x="518261" y="505752"/>
                  </a:lnTo>
                  <a:lnTo>
                    <a:pt x="606564" y="539889"/>
                  </a:lnTo>
                  <a:lnTo>
                    <a:pt x="801674" y="468960"/>
                  </a:lnTo>
                  <a:close/>
                </a:path>
              </a:pathLst>
            </a:custGeom>
            <a:solidFill>
              <a:srgbClr val="EBC1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 descr=""/>
            <p:cNvSpPr/>
            <p:nvPr/>
          </p:nvSpPr>
          <p:spPr>
            <a:xfrm>
              <a:off x="8353603" y="4816265"/>
              <a:ext cx="802005" cy="540385"/>
            </a:xfrm>
            <a:custGeom>
              <a:avLst/>
              <a:gdLst/>
              <a:ahLst/>
              <a:cxnLst/>
              <a:rect l="l" t="t" r="r" b="b"/>
              <a:pathLst>
                <a:path w="802004" h="540385">
                  <a:moveTo>
                    <a:pt x="801674" y="468960"/>
                  </a:moveTo>
                  <a:lnTo>
                    <a:pt x="756526" y="357339"/>
                  </a:lnTo>
                  <a:lnTo>
                    <a:pt x="735736" y="356349"/>
                  </a:lnTo>
                  <a:lnTo>
                    <a:pt x="682523" y="353314"/>
                  </a:lnTo>
                  <a:lnTo>
                    <a:pt x="578967" y="346608"/>
                  </a:lnTo>
                  <a:lnTo>
                    <a:pt x="530326" y="343801"/>
                  </a:lnTo>
                  <a:lnTo>
                    <a:pt x="398995" y="114122"/>
                  </a:lnTo>
                  <a:lnTo>
                    <a:pt x="363931" y="49174"/>
                  </a:lnTo>
                  <a:lnTo>
                    <a:pt x="334530" y="31153"/>
                  </a:lnTo>
                  <a:lnTo>
                    <a:pt x="273583" y="21704"/>
                  </a:lnTo>
                  <a:lnTo>
                    <a:pt x="141376" y="0"/>
                  </a:lnTo>
                  <a:lnTo>
                    <a:pt x="128866" y="609"/>
                  </a:lnTo>
                  <a:lnTo>
                    <a:pt x="117805" y="5435"/>
                  </a:lnTo>
                  <a:lnTo>
                    <a:pt x="109397" y="13690"/>
                  </a:lnTo>
                  <a:lnTo>
                    <a:pt x="104813" y="24561"/>
                  </a:lnTo>
                  <a:lnTo>
                    <a:pt x="105156" y="36106"/>
                  </a:lnTo>
                  <a:lnTo>
                    <a:pt x="190233" y="71335"/>
                  </a:lnTo>
                  <a:lnTo>
                    <a:pt x="228396" y="79616"/>
                  </a:lnTo>
                  <a:lnTo>
                    <a:pt x="305549" y="93649"/>
                  </a:lnTo>
                  <a:lnTo>
                    <a:pt x="338048" y="153847"/>
                  </a:lnTo>
                  <a:lnTo>
                    <a:pt x="276961" y="110578"/>
                  </a:lnTo>
                  <a:lnTo>
                    <a:pt x="271792" y="108572"/>
                  </a:lnTo>
                  <a:lnTo>
                    <a:pt x="265404" y="107403"/>
                  </a:lnTo>
                  <a:lnTo>
                    <a:pt x="36563" y="79806"/>
                  </a:lnTo>
                  <a:lnTo>
                    <a:pt x="24053" y="80403"/>
                  </a:lnTo>
                  <a:lnTo>
                    <a:pt x="12992" y="85242"/>
                  </a:lnTo>
                  <a:lnTo>
                    <a:pt x="4584" y="93497"/>
                  </a:lnTo>
                  <a:lnTo>
                    <a:pt x="0" y="104355"/>
                  </a:lnTo>
                  <a:lnTo>
                    <a:pt x="342" y="115900"/>
                  </a:lnTo>
                  <a:lnTo>
                    <a:pt x="5295" y="126009"/>
                  </a:lnTo>
                  <a:lnTo>
                    <a:pt x="14008" y="133578"/>
                  </a:lnTo>
                  <a:lnTo>
                    <a:pt x="25654" y="137528"/>
                  </a:lnTo>
                  <a:lnTo>
                    <a:pt x="246214" y="173672"/>
                  </a:lnTo>
                  <a:lnTo>
                    <a:pt x="323735" y="228600"/>
                  </a:lnTo>
                  <a:lnTo>
                    <a:pt x="323443" y="229184"/>
                  </a:lnTo>
                  <a:lnTo>
                    <a:pt x="217741" y="189217"/>
                  </a:lnTo>
                  <a:lnTo>
                    <a:pt x="215176" y="188569"/>
                  </a:lnTo>
                  <a:lnTo>
                    <a:pt x="42887" y="153085"/>
                  </a:lnTo>
                  <a:lnTo>
                    <a:pt x="30416" y="152425"/>
                  </a:lnTo>
                  <a:lnTo>
                    <a:pt x="18872" y="156108"/>
                  </a:lnTo>
                  <a:lnTo>
                    <a:pt x="9550" y="163487"/>
                  </a:lnTo>
                  <a:lnTo>
                    <a:pt x="3733" y="173850"/>
                  </a:lnTo>
                  <a:lnTo>
                    <a:pt x="2705" y="185394"/>
                  </a:lnTo>
                  <a:lnTo>
                    <a:pt x="6426" y="195961"/>
                  </a:lnTo>
                  <a:lnTo>
                    <a:pt x="14173" y="204381"/>
                  </a:lnTo>
                  <a:lnTo>
                    <a:pt x="25247" y="209511"/>
                  </a:lnTo>
                  <a:lnTo>
                    <a:pt x="190677" y="253657"/>
                  </a:lnTo>
                  <a:lnTo>
                    <a:pt x="292963" y="292315"/>
                  </a:lnTo>
                  <a:lnTo>
                    <a:pt x="291617" y="295313"/>
                  </a:lnTo>
                  <a:lnTo>
                    <a:pt x="92227" y="248119"/>
                  </a:lnTo>
                  <a:lnTo>
                    <a:pt x="79756" y="247459"/>
                  </a:lnTo>
                  <a:lnTo>
                    <a:pt x="68211" y="251142"/>
                  </a:lnTo>
                  <a:lnTo>
                    <a:pt x="58889" y="258521"/>
                  </a:lnTo>
                  <a:lnTo>
                    <a:pt x="53073" y="268884"/>
                  </a:lnTo>
                  <a:lnTo>
                    <a:pt x="52044" y="280428"/>
                  </a:lnTo>
                  <a:lnTo>
                    <a:pt x="55753" y="290995"/>
                  </a:lnTo>
                  <a:lnTo>
                    <a:pt x="63500" y="299427"/>
                  </a:lnTo>
                  <a:lnTo>
                    <a:pt x="74574" y="304546"/>
                  </a:lnTo>
                  <a:lnTo>
                    <a:pt x="273367" y="351586"/>
                  </a:lnTo>
                  <a:lnTo>
                    <a:pt x="278892" y="370027"/>
                  </a:lnTo>
                  <a:lnTo>
                    <a:pt x="316001" y="422859"/>
                  </a:lnTo>
                  <a:lnTo>
                    <a:pt x="354228" y="457822"/>
                  </a:lnTo>
                  <a:lnTo>
                    <a:pt x="386943" y="482244"/>
                  </a:lnTo>
                  <a:lnTo>
                    <a:pt x="421868" y="500710"/>
                  </a:lnTo>
                  <a:lnTo>
                    <a:pt x="457085" y="506958"/>
                  </a:lnTo>
                  <a:lnTo>
                    <a:pt x="490689" y="494753"/>
                  </a:lnTo>
                  <a:lnTo>
                    <a:pt x="518261" y="505752"/>
                  </a:lnTo>
                  <a:lnTo>
                    <a:pt x="606564" y="539889"/>
                  </a:lnTo>
                  <a:lnTo>
                    <a:pt x="801674" y="468960"/>
                  </a:lnTo>
                  <a:close/>
                </a:path>
              </a:pathLst>
            </a:custGeom>
            <a:solidFill>
              <a:srgbClr val="F4D4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 descr=""/>
            <p:cNvSpPr/>
            <p:nvPr/>
          </p:nvSpPr>
          <p:spPr>
            <a:xfrm>
              <a:off x="8625283" y="3408344"/>
              <a:ext cx="579120" cy="234315"/>
            </a:xfrm>
            <a:custGeom>
              <a:avLst/>
              <a:gdLst/>
              <a:ahLst/>
              <a:cxnLst/>
              <a:rect l="l" t="t" r="r" b="b"/>
              <a:pathLst>
                <a:path w="579120" h="234314">
                  <a:moveTo>
                    <a:pt x="182008" y="39976"/>
                  </a:moveTo>
                  <a:lnTo>
                    <a:pt x="111494" y="44310"/>
                  </a:lnTo>
                  <a:lnTo>
                    <a:pt x="41360" y="55671"/>
                  </a:lnTo>
                  <a:lnTo>
                    <a:pt x="3597" y="66791"/>
                  </a:lnTo>
                  <a:lnTo>
                    <a:pt x="0" y="80832"/>
                  </a:lnTo>
                  <a:lnTo>
                    <a:pt x="26" y="83343"/>
                  </a:lnTo>
                  <a:lnTo>
                    <a:pt x="607" y="105585"/>
                  </a:lnTo>
                  <a:lnTo>
                    <a:pt x="12931" y="108046"/>
                  </a:lnTo>
                  <a:lnTo>
                    <a:pt x="20449" y="109345"/>
                  </a:lnTo>
                  <a:lnTo>
                    <a:pt x="21611" y="110098"/>
                  </a:lnTo>
                  <a:lnTo>
                    <a:pt x="22941" y="113774"/>
                  </a:lnTo>
                  <a:lnTo>
                    <a:pt x="25706" y="122643"/>
                  </a:lnTo>
                  <a:lnTo>
                    <a:pt x="32631" y="144240"/>
                  </a:lnTo>
                  <a:lnTo>
                    <a:pt x="39208" y="163183"/>
                  </a:lnTo>
                  <a:lnTo>
                    <a:pt x="45837" y="179400"/>
                  </a:lnTo>
                  <a:lnTo>
                    <a:pt x="52176" y="190672"/>
                  </a:lnTo>
                  <a:lnTo>
                    <a:pt x="54008" y="193133"/>
                  </a:lnTo>
                  <a:lnTo>
                    <a:pt x="57296" y="198179"/>
                  </a:lnTo>
                  <a:lnTo>
                    <a:pt x="94478" y="227844"/>
                  </a:lnTo>
                  <a:lnTo>
                    <a:pt x="143129" y="234280"/>
                  </a:lnTo>
                  <a:lnTo>
                    <a:pt x="161523" y="233226"/>
                  </a:lnTo>
                  <a:lnTo>
                    <a:pt x="213022" y="215783"/>
                  </a:lnTo>
                  <a:lnTo>
                    <a:pt x="215798" y="213540"/>
                  </a:lnTo>
                  <a:lnTo>
                    <a:pt x="140628" y="213540"/>
                  </a:lnTo>
                  <a:lnTo>
                    <a:pt x="119390" y="211966"/>
                  </a:lnTo>
                  <a:lnTo>
                    <a:pt x="80272" y="193937"/>
                  </a:lnTo>
                  <a:lnTo>
                    <a:pt x="73761" y="184243"/>
                  </a:lnTo>
                  <a:lnTo>
                    <a:pt x="71945" y="181499"/>
                  </a:lnTo>
                  <a:lnTo>
                    <a:pt x="51184" y="131650"/>
                  </a:lnTo>
                  <a:lnTo>
                    <a:pt x="43485" y="107313"/>
                  </a:lnTo>
                  <a:lnTo>
                    <a:pt x="42731" y="105167"/>
                  </a:lnTo>
                  <a:lnTo>
                    <a:pt x="38629" y="97868"/>
                  </a:lnTo>
                  <a:lnTo>
                    <a:pt x="33181" y="93036"/>
                  </a:lnTo>
                  <a:lnTo>
                    <a:pt x="27275" y="90112"/>
                  </a:lnTo>
                  <a:lnTo>
                    <a:pt x="21800" y="88539"/>
                  </a:lnTo>
                  <a:lnTo>
                    <a:pt x="21745" y="87713"/>
                  </a:lnTo>
                  <a:lnTo>
                    <a:pt x="60447" y="73435"/>
                  </a:lnTo>
                  <a:lnTo>
                    <a:pt x="112959" y="65063"/>
                  </a:lnTo>
                  <a:lnTo>
                    <a:pt x="180706" y="60651"/>
                  </a:lnTo>
                  <a:lnTo>
                    <a:pt x="262714" y="60651"/>
                  </a:lnTo>
                  <a:lnTo>
                    <a:pt x="253832" y="54820"/>
                  </a:lnTo>
                  <a:lnTo>
                    <a:pt x="240839" y="48698"/>
                  </a:lnTo>
                  <a:lnTo>
                    <a:pt x="227668" y="44634"/>
                  </a:lnTo>
                  <a:lnTo>
                    <a:pt x="208905" y="41796"/>
                  </a:lnTo>
                  <a:lnTo>
                    <a:pt x="182008" y="39976"/>
                  </a:lnTo>
                  <a:close/>
                </a:path>
                <a:path w="579120" h="234314">
                  <a:moveTo>
                    <a:pt x="262714" y="60651"/>
                  </a:moveTo>
                  <a:lnTo>
                    <a:pt x="180706" y="60651"/>
                  </a:lnTo>
                  <a:lnTo>
                    <a:pt x="205657" y="62301"/>
                  </a:lnTo>
                  <a:lnTo>
                    <a:pt x="222977" y="64906"/>
                  </a:lnTo>
                  <a:lnTo>
                    <a:pt x="230337" y="66989"/>
                  </a:lnTo>
                  <a:lnTo>
                    <a:pt x="237228" y="69816"/>
                  </a:lnTo>
                  <a:lnTo>
                    <a:pt x="243247" y="72915"/>
                  </a:lnTo>
                  <a:lnTo>
                    <a:pt x="247992" y="75817"/>
                  </a:lnTo>
                  <a:lnTo>
                    <a:pt x="246152" y="83471"/>
                  </a:lnTo>
                  <a:lnTo>
                    <a:pt x="243995" y="93845"/>
                  </a:lnTo>
                  <a:lnTo>
                    <a:pt x="240809" y="110521"/>
                  </a:lnTo>
                  <a:lnTo>
                    <a:pt x="234574" y="144240"/>
                  </a:lnTo>
                  <a:lnTo>
                    <a:pt x="233041" y="152229"/>
                  </a:lnTo>
                  <a:lnTo>
                    <a:pt x="215082" y="187338"/>
                  </a:lnTo>
                  <a:lnTo>
                    <a:pt x="162617" y="212178"/>
                  </a:lnTo>
                  <a:lnTo>
                    <a:pt x="140628" y="213540"/>
                  </a:lnTo>
                  <a:lnTo>
                    <a:pt x="215798" y="213540"/>
                  </a:lnTo>
                  <a:lnTo>
                    <a:pt x="245167" y="182885"/>
                  </a:lnTo>
                  <a:lnTo>
                    <a:pt x="263825" y="104867"/>
                  </a:lnTo>
                  <a:lnTo>
                    <a:pt x="264593" y="100846"/>
                  </a:lnTo>
                  <a:lnTo>
                    <a:pt x="266368" y="91942"/>
                  </a:lnTo>
                  <a:lnTo>
                    <a:pt x="296906" y="91942"/>
                  </a:lnTo>
                  <a:lnTo>
                    <a:pt x="299912" y="91484"/>
                  </a:lnTo>
                  <a:lnTo>
                    <a:pt x="306865" y="89849"/>
                  </a:lnTo>
                  <a:lnTo>
                    <a:pt x="313354" y="87713"/>
                  </a:lnTo>
                  <a:lnTo>
                    <a:pt x="319372" y="85083"/>
                  </a:lnTo>
                  <a:lnTo>
                    <a:pt x="343035" y="85083"/>
                  </a:lnTo>
                  <a:lnTo>
                    <a:pt x="342010" y="82806"/>
                  </a:lnTo>
                  <a:lnTo>
                    <a:pt x="337221" y="72602"/>
                  </a:lnTo>
                  <a:lnTo>
                    <a:pt x="274012" y="72602"/>
                  </a:lnTo>
                  <a:lnTo>
                    <a:pt x="271122" y="71628"/>
                  </a:lnTo>
                  <a:lnTo>
                    <a:pt x="271007" y="70456"/>
                  </a:lnTo>
                  <a:lnTo>
                    <a:pt x="270693" y="69293"/>
                  </a:lnTo>
                  <a:lnTo>
                    <a:pt x="270180" y="68194"/>
                  </a:lnTo>
                  <a:lnTo>
                    <a:pt x="264371" y="61739"/>
                  </a:lnTo>
                  <a:lnTo>
                    <a:pt x="262714" y="60651"/>
                  </a:lnTo>
                  <a:close/>
                </a:path>
                <a:path w="579120" h="234314">
                  <a:moveTo>
                    <a:pt x="343035" y="85083"/>
                  </a:moveTo>
                  <a:lnTo>
                    <a:pt x="319372" y="85083"/>
                  </a:lnTo>
                  <a:lnTo>
                    <a:pt x="323252" y="93471"/>
                  </a:lnTo>
                  <a:lnTo>
                    <a:pt x="327403" y="102698"/>
                  </a:lnTo>
                  <a:lnTo>
                    <a:pt x="343065" y="138173"/>
                  </a:lnTo>
                  <a:lnTo>
                    <a:pt x="378954" y="184243"/>
                  </a:lnTo>
                  <a:lnTo>
                    <a:pt x="424772" y="200389"/>
                  </a:lnTo>
                  <a:lnTo>
                    <a:pt x="439560" y="201164"/>
                  </a:lnTo>
                  <a:lnTo>
                    <a:pt x="447092" y="200898"/>
                  </a:lnTo>
                  <a:lnTo>
                    <a:pt x="490042" y="192483"/>
                  </a:lnTo>
                  <a:lnTo>
                    <a:pt x="518857" y="179983"/>
                  </a:lnTo>
                  <a:lnTo>
                    <a:pt x="448697" y="179983"/>
                  </a:lnTo>
                  <a:lnTo>
                    <a:pt x="427536" y="179793"/>
                  </a:lnTo>
                  <a:lnTo>
                    <a:pt x="378290" y="156560"/>
                  </a:lnTo>
                  <a:lnTo>
                    <a:pt x="347879" y="95849"/>
                  </a:lnTo>
                  <a:lnTo>
                    <a:pt x="343035" y="85083"/>
                  </a:lnTo>
                  <a:close/>
                </a:path>
                <a:path w="579120" h="234314">
                  <a:moveTo>
                    <a:pt x="577701" y="20824"/>
                  </a:moveTo>
                  <a:lnTo>
                    <a:pt x="555365" y="20824"/>
                  </a:lnTo>
                  <a:lnTo>
                    <a:pt x="556119" y="23337"/>
                  </a:lnTo>
                  <a:lnTo>
                    <a:pt x="556820" y="26132"/>
                  </a:lnTo>
                  <a:lnTo>
                    <a:pt x="557187" y="28321"/>
                  </a:lnTo>
                  <a:lnTo>
                    <a:pt x="552226" y="31064"/>
                  </a:lnTo>
                  <a:lnTo>
                    <a:pt x="547152" y="35221"/>
                  </a:lnTo>
                  <a:lnTo>
                    <a:pt x="542967" y="41137"/>
                  </a:lnTo>
                  <a:lnTo>
                    <a:pt x="540674" y="49158"/>
                  </a:lnTo>
                  <a:lnTo>
                    <a:pt x="540412" y="51409"/>
                  </a:lnTo>
                  <a:lnTo>
                    <a:pt x="538513" y="77473"/>
                  </a:lnTo>
                  <a:lnTo>
                    <a:pt x="536805" y="96143"/>
                  </a:lnTo>
                  <a:lnTo>
                    <a:pt x="534403" y="114313"/>
                  </a:lnTo>
                  <a:lnTo>
                    <a:pt x="531345" y="126621"/>
                  </a:lnTo>
                  <a:lnTo>
                    <a:pt x="529879" y="129993"/>
                  </a:lnTo>
                  <a:lnTo>
                    <a:pt x="527638" y="136244"/>
                  </a:lnTo>
                  <a:lnTo>
                    <a:pt x="490745" y="170191"/>
                  </a:lnTo>
                  <a:lnTo>
                    <a:pt x="448697" y="179983"/>
                  </a:lnTo>
                  <a:lnTo>
                    <a:pt x="518857" y="179983"/>
                  </a:lnTo>
                  <a:lnTo>
                    <a:pt x="548014" y="142977"/>
                  </a:lnTo>
                  <a:lnTo>
                    <a:pt x="550104" y="137236"/>
                  </a:lnTo>
                  <a:lnTo>
                    <a:pt x="551281" y="134506"/>
                  </a:lnTo>
                  <a:lnTo>
                    <a:pt x="554843" y="122125"/>
                  </a:lnTo>
                  <a:lnTo>
                    <a:pt x="557538" y="104867"/>
                  </a:lnTo>
                  <a:lnTo>
                    <a:pt x="559604" y="84402"/>
                  </a:lnTo>
                  <a:lnTo>
                    <a:pt x="561971" y="53045"/>
                  </a:lnTo>
                  <a:lnTo>
                    <a:pt x="562380" y="49273"/>
                  </a:lnTo>
                  <a:lnTo>
                    <a:pt x="563354" y="48278"/>
                  </a:lnTo>
                  <a:lnTo>
                    <a:pt x="569658" y="45640"/>
                  </a:lnTo>
                  <a:lnTo>
                    <a:pt x="570956" y="45064"/>
                  </a:lnTo>
                  <a:lnTo>
                    <a:pt x="576744" y="40073"/>
                  </a:lnTo>
                  <a:lnTo>
                    <a:pt x="578873" y="33488"/>
                  </a:lnTo>
                  <a:lnTo>
                    <a:pt x="578806" y="26982"/>
                  </a:lnTo>
                  <a:lnTo>
                    <a:pt x="577995" y="22191"/>
                  </a:lnTo>
                  <a:lnTo>
                    <a:pt x="577701" y="20824"/>
                  </a:lnTo>
                  <a:close/>
                </a:path>
                <a:path w="579120" h="234314">
                  <a:moveTo>
                    <a:pt x="296906" y="91942"/>
                  </a:moveTo>
                  <a:lnTo>
                    <a:pt x="266368" y="91942"/>
                  </a:lnTo>
                  <a:lnTo>
                    <a:pt x="271028" y="93115"/>
                  </a:lnTo>
                  <a:lnTo>
                    <a:pt x="275750" y="93345"/>
                  </a:lnTo>
                  <a:lnTo>
                    <a:pt x="284284" y="93303"/>
                  </a:lnTo>
                  <a:lnTo>
                    <a:pt x="288472" y="93062"/>
                  </a:lnTo>
                  <a:lnTo>
                    <a:pt x="292504" y="92612"/>
                  </a:lnTo>
                  <a:lnTo>
                    <a:pt x="296906" y="91942"/>
                  </a:lnTo>
                  <a:close/>
                </a:path>
                <a:path w="579120" h="234314">
                  <a:moveTo>
                    <a:pt x="550171" y="0"/>
                  </a:moveTo>
                  <a:lnTo>
                    <a:pt x="459577" y="5149"/>
                  </a:lnTo>
                  <a:lnTo>
                    <a:pt x="389893" y="16588"/>
                  </a:lnTo>
                  <a:lnTo>
                    <a:pt x="346502" y="31263"/>
                  </a:lnTo>
                  <a:lnTo>
                    <a:pt x="314731" y="56068"/>
                  </a:lnTo>
                  <a:lnTo>
                    <a:pt x="310367" y="66215"/>
                  </a:lnTo>
                  <a:lnTo>
                    <a:pt x="304064" y="68952"/>
                  </a:lnTo>
                  <a:lnTo>
                    <a:pt x="296865" y="70926"/>
                  </a:lnTo>
                  <a:lnTo>
                    <a:pt x="288787" y="72136"/>
                  </a:lnTo>
                  <a:lnTo>
                    <a:pt x="279844" y="72581"/>
                  </a:lnTo>
                  <a:lnTo>
                    <a:pt x="274012" y="72602"/>
                  </a:lnTo>
                  <a:lnTo>
                    <a:pt x="337221" y="72602"/>
                  </a:lnTo>
                  <a:lnTo>
                    <a:pt x="372050" y="43581"/>
                  </a:lnTo>
                  <a:lnTo>
                    <a:pt x="426109" y="30025"/>
                  </a:lnTo>
                  <a:lnTo>
                    <a:pt x="516045" y="22191"/>
                  </a:lnTo>
                  <a:lnTo>
                    <a:pt x="555365" y="20824"/>
                  </a:lnTo>
                  <a:lnTo>
                    <a:pt x="577701" y="20824"/>
                  </a:lnTo>
                  <a:lnTo>
                    <a:pt x="576715" y="16248"/>
                  </a:lnTo>
                  <a:lnTo>
                    <a:pt x="574631" y="10269"/>
                  </a:lnTo>
                  <a:lnTo>
                    <a:pt x="573626" y="7882"/>
                  </a:lnTo>
                  <a:lnTo>
                    <a:pt x="569865" y="3082"/>
                  </a:lnTo>
                  <a:lnTo>
                    <a:pt x="562662" y="634"/>
                  </a:lnTo>
                  <a:lnTo>
                    <a:pt x="5501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9" name="object 26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192980" y="3343797"/>
              <a:ext cx="164769" cy="109619"/>
            </a:xfrm>
            <a:prstGeom prst="rect">
              <a:avLst/>
            </a:prstGeom>
          </p:spPr>
        </p:pic>
        <p:sp>
          <p:nvSpPr>
            <p:cNvPr id="270" name="object 270" descr=""/>
            <p:cNvSpPr/>
            <p:nvPr/>
          </p:nvSpPr>
          <p:spPr>
            <a:xfrm>
              <a:off x="8627071" y="3436048"/>
              <a:ext cx="48895" cy="65405"/>
            </a:xfrm>
            <a:custGeom>
              <a:avLst/>
              <a:gdLst/>
              <a:ahLst/>
              <a:cxnLst/>
              <a:rect l="l" t="t" r="r" b="b"/>
              <a:pathLst>
                <a:path w="48895" h="65404">
                  <a:moveTo>
                    <a:pt x="46637" y="0"/>
                  </a:moveTo>
                  <a:lnTo>
                    <a:pt x="22541" y="15753"/>
                  </a:lnTo>
                  <a:lnTo>
                    <a:pt x="0" y="31224"/>
                  </a:lnTo>
                  <a:lnTo>
                    <a:pt x="2691" y="65118"/>
                  </a:lnTo>
                  <a:lnTo>
                    <a:pt x="48270" y="35716"/>
                  </a:lnTo>
                  <a:lnTo>
                    <a:pt x="48295" y="30243"/>
                  </a:lnTo>
                  <a:lnTo>
                    <a:pt x="47878" y="17948"/>
                  </a:lnTo>
                  <a:lnTo>
                    <a:pt x="47248" y="5608"/>
                  </a:lnTo>
                  <a:lnTo>
                    <a:pt x="466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1" name="object 271" descr=""/>
          <p:cNvGrpSpPr/>
          <p:nvPr/>
        </p:nvGrpSpPr>
        <p:grpSpPr>
          <a:xfrm>
            <a:off x="10393373" y="3390748"/>
            <a:ext cx="5053330" cy="7314565"/>
            <a:chOff x="10393373" y="3390748"/>
            <a:chExt cx="5053330" cy="7314565"/>
          </a:xfrm>
        </p:grpSpPr>
        <p:pic>
          <p:nvPicPr>
            <p:cNvPr id="272" name="object 272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387250" y="9406792"/>
              <a:ext cx="529413" cy="533303"/>
            </a:xfrm>
            <a:prstGeom prst="rect">
              <a:avLst/>
            </a:prstGeom>
          </p:spPr>
        </p:pic>
        <p:pic>
          <p:nvPicPr>
            <p:cNvPr id="273" name="object 273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393373" y="3390748"/>
              <a:ext cx="1676370" cy="6551406"/>
            </a:xfrm>
            <a:prstGeom prst="rect">
              <a:avLst/>
            </a:prstGeom>
          </p:spPr>
        </p:pic>
        <p:pic>
          <p:nvPicPr>
            <p:cNvPr id="274" name="object 274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925201" y="9726447"/>
              <a:ext cx="601626" cy="362534"/>
            </a:xfrm>
            <a:prstGeom prst="rect">
              <a:avLst/>
            </a:prstGeom>
          </p:spPr>
        </p:pic>
        <p:pic>
          <p:nvPicPr>
            <p:cNvPr id="275" name="object 275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924778" y="4954031"/>
              <a:ext cx="4521747" cy="5750837"/>
            </a:xfrm>
            <a:prstGeom prst="rect">
              <a:avLst/>
            </a:prstGeom>
          </p:spPr>
        </p:pic>
      </p:grpSp>
      <p:grpSp>
        <p:nvGrpSpPr>
          <p:cNvPr id="276" name="object 276" descr=""/>
          <p:cNvGrpSpPr/>
          <p:nvPr/>
        </p:nvGrpSpPr>
        <p:grpSpPr>
          <a:xfrm>
            <a:off x="5204021" y="4346331"/>
            <a:ext cx="2313940" cy="5908675"/>
            <a:chOff x="5204021" y="4346331"/>
            <a:chExt cx="2313940" cy="5908675"/>
          </a:xfrm>
        </p:grpSpPr>
        <p:pic>
          <p:nvPicPr>
            <p:cNvPr id="277" name="object 277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207185" y="4346331"/>
              <a:ext cx="2032110" cy="5908458"/>
            </a:xfrm>
            <a:prstGeom prst="rect">
              <a:avLst/>
            </a:prstGeom>
          </p:spPr>
        </p:pic>
        <p:pic>
          <p:nvPicPr>
            <p:cNvPr id="278" name="object 278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660810" y="6234857"/>
              <a:ext cx="857126" cy="3938965"/>
            </a:xfrm>
            <a:prstGeom prst="rect">
              <a:avLst/>
            </a:prstGeom>
          </p:spPr>
        </p:pic>
        <p:pic>
          <p:nvPicPr>
            <p:cNvPr id="279" name="object 279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500339" y="5368499"/>
              <a:ext cx="222083" cy="208493"/>
            </a:xfrm>
            <a:prstGeom prst="rect">
              <a:avLst/>
            </a:prstGeom>
          </p:spPr>
        </p:pic>
        <p:sp>
          <p:nvSpPr>
            <p:cNvPr id="280" name="object 280" descr=""/>
            <p:cNvSpPr/>
            <p:nvPr/>
          </p:nvSpPr>
          <p:spPr>
            <a:xfrm>
              <a:off x="5786251" y="4514640"/>
              <a:ext cx="444500" cy="553085"/>
            </a:xfrm>
            <a:custGeom>
              <a:avLst/>
              <a:gdLst/>
              <a:ahLst/>
              <a:cxnLst/>
              <a:rect l="l" t="t" r="r" b="b"/>
              <a:pathLst>
                <a:path w="444500" h="553085">
                  <a:moveTo>
                    <a:pt x="207401" y="0"/>
                  </a:moveTo>
                  <a:lnTo>
                    <a:pt x="19147" y="77279"/>
                  </a:lnTo>
                  <a:lnTo>
                    <a:pt x="0" y="105860"/>
                  </a:lnTo>
                  <a:lnTo>
                    <a:pt x="2918" y="117655"/>
                  </a:lnTo>
                  <a:lnTo>
                    <a:pt x="205864" y="535161"/>
                  </a:lnTo>
                  <a:lnTo>
                    <a:pt x="213467" y="544992"/>
                  </a:lnTo>
                  <a:lnTo>
                    <a:pt x="224149" y="551122"/>
                  </a:lnTo>
                  <a:lnTo>
                    <a:pt x="236515" y="553064"/>
                  </a:lnTo>
                  <a:lnTo>
                    <a:pt x="249172" y="550333"/>
                  </a:lnTo>
                  <a:lnTo>
                    <a:pt x="424769" y="475780"/>
                  </a:lnTo>
                  <a:lnTo>
                    <a:pt x="435280" y="468685"/>
                  </a:lnTo>
                  <a:lnTo>
                    <a:pt x="441837" y="458726"/>
                  </a:lnTo>
                  <a:lnTo>
                    <a:pt x="443921" y="447200"/>
                  </a:lnTo>
                  <a:lnTo>
                    <a:pt x="441009" y="435404"/>
                  </a:lnTo>
                  <a:lnTo>
                    <a:pt x="238052" y="17899"/>
                  </a:lnTo>
                  <a:lnTo>
                    <a:pt x="230449" y="8067"/>
                  </a:lnTo>
                  <a:lnTo>
                    <a:pt x="219767" y="1939"/>
                  </a:lnTo>
                  <a:lnTo>
                    <a:pt x="207401" y="0"/>
                  </a:lnTo>
                  <a:close/>
                </a:path>
              </a:pathLst>
            </a:custGeom>
            <a:solidFill>
              <a:srgbClr val="0676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 descr=""/>
            <p:cNvSpPr/>
            <p:nvPr/>
          </p:nvSpPr>
          <p:spPr>
            <a:xfrm>
              <a:off x="5768185" y="4514640"/>
              <a:ext cx="444500" cy="553085"/>
            </a:xfrm>
            <a:custGeom>
              <a:avLst/>
              <a:gdLst/>
              <a:ahLst/>
              <a:cxnLst/>
              <a:rect l="l" t="t" r="r" b="b"/>
              <a:pathLst>
                <a:path w="444500" h="553085">
                  <a:moveTo>
                    <a:pt x="207405" y="0"/>
                  </a:moveTo>
                  <a:lnTo>
                    <a:pt x="19152" y="77279"/>
                  </a:lnTo>
                  <a:lnTo>
                    <a:pt x="0" y="105860"/>
                  </a:lnTo>
                  <a:lnTo>
                    <a:pt x="2912" y="117655"/>
                  </a:lnTo>
                  <a:lnTo>
                    <a:pt x="205869" y="535161"/>
                  </a:lnTo>
                  <a:lnTo>
                    <a:pt x="213472" y="544992"/>
                  </a:lnTo>
                  <a:lnTo>
                    <a:pt x="224154" y="551122"/>
                  </a:lnTo>
                  <a:lnTo>
                    <a:pt x="236520" y="553064"/>
                  </a:lnTo>
                  <a:lnTo>
                    <a:pt x="249176" y="550333"/>
                  </a:lnTo>
                  <a:lnTo>
                    <a:pt x="424773" y="475780"/>
                  </a:lnTo>
                  <a:lnTo>
                    <a:pt x="435284" y="468685"/>
                  </a:lnTo>
                  <a:lnTo>
                    <a:pt x="441841" y="458726"/>
                  </a:lnTo>
                  <a:lnTo>
                    <a:pt x="443921" y="447200"/>
                  </a:lnTo>
                  <a:lnTo>
                    <a:pt x="441003" y="435404"/>
                  </a:lnTo>
                  <a:lnTo>
                    <a:pt x="238056" y="17899"/>
                  </a:lnTo>
                  <a:lnTo>
                    <a:pt x="230453" y="8067"/>
                  </a:lnTo>
                  <a:lnTo>
                    <a:pt x="219771" y="1939"/>
                  </a:lnTo>
                  <a:lnTo>
                    <a:pt x="207405" y="0"/>
                  </a:lnTo>
                  <a:close/>
                </a:path>
              </a:pathLst>
            </a:custGeom>
            <a:solidFill>
              <a:srgbClr val="64BD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 descr=""/>
            <p:cNvSpPr/>
            <p:nvPr/>
          </p:nvSpPr>
          <p:spPr>
            <a:xfrm>
              <a:off x="5223541" y="5014113"/>
              <a:ext cx="767715" cy="877569"/>
            </a:xfrm>
            <a:custGeom>
              <a:avLst/>
              <a:gdLst/>
              <a:ahLst/>
              <a:cxnLst/>
              <a:rect l="l" t="t" r="r" b="b"/>
              <a:pathLst>
                <a:path w="767714" h="877570">
                  <a:moveTo>
                    <a:pt x="737957" y="0"/>
                  </a:moveTo>
                  <a:lnTo>
                    <a:pt x="624546" y="86465"/>
                  </a:lnTo>
                  <a:lnTo>
                    <a:pt x="589868" y="118981"/>
                  </a:lnTo>
                  <a:lnTo>
                    <a:pt x="552477" y="153249"/>
                  </a:lnTo>
                  <a:lnTo>
                    <a:pt x="512887" y="189020"/>
                  </a:lnTo>
                  <a:lnTo>
                    <a:pt x="386068" y="302864"/>
                  </a:lnTo>
                  <a:lnTo>
                    <a:pt x="342825" y="342159"/>
                  </a:lnTo>
                  <a:lnTo>
                    <a:pt x="299954" y="381713"/>
                  </a:lnTo>
                  <a:lnTo>
                    <a:pt x="257970" y="421276"/>
                  </a:lnTo>
                  <a:lnTo>
                    <a:pt x="217387" y="460600"/>
                  </a:lnTo>
                  <a:lnTo>
                    <a:pt x="178718" y="499436"/>
                  </a:lnTo>
                  <a:lnTo>
                    <a:pt x="142478" y="537535"/>
                  </a:lnTo>
                  <a:lnTo>
                    <a:pt x="109181" y="574647"/>
                  </a:lnTo>
                  <a:lnTo>
                    <a:pt x="79342" y="610525"/>
                  </a:lnTo>
                  <a:lnTo>
                    <a:pt x="53474" y="644919"/>
                  </a:lnTo>
                  <a:lnTo>
                    <a:pt x="32091" y="677579"/>
                  </a:lnTo>
                  <a:lnTo>
                    <a:pt x="4840" y="736707"/>
                  </a:lnTo>
                  <a:lnTo>
                    <a:pt x="0" y="762675"/>
                  </a:lnTo>
                  <a:lnTo>
                    <a:pt x="2712" y="793945"/>
                  </a:lnTo>
                  <a:lnTo>
                    <a:pt x="14632" y="823381"/>
                  </a:lnTo>
                  <a:lnTo>
                    <a:pt x="35096" y="848651"/>
                  </a:lnTo>
                  <a:lnTo>
                    <a:pt x="63443" y="867425"/>
                  </a:lnTo>
                  <a:lnTo>
                    <a:pt x="99008" y="877369"/>
                  </a:lnTo>
                  <a:lnTo>
                    <a:pt x="141130" y="876151"/>
                  </a:lnTo>
                  <a:lnTo>
                    <a:pt x="189145" y="861440"/>
                  </a:lnTo>
                  <a:lnTo>
                    <a:pt x="242390" y="830904"/>
                  </a:lnTo>
                  <a:lnTo>
                    <a:pt x="292846" y="787260"/>
                  </a:lnTo>
                  <a:lnTo>
                    <a:pt x="345134" y="727955"/>
                  </a:lnTo>
                  <a:lnTo>
                    <a:pt x="371888" y="693317"/>
                  </a:lnTo>
                  <a:lnTo>
                    <a:pt x="399006" y="655827"/>
                  </a:lnTo>
                  <a:lnTo>
                    <a:pt x="426458" y="615840"/>
                  </a:lnTo>
                  <a:lnTo>
                    <a:pt x="454212" y="573711"/>
                  </a:lnTo>
                  <a:lnTo>
                    <a:pt x="482239" y="529794"/>
                  </a:lnTo>
                  <a:lnTo>
                    <a:pt x="510506" y="484443"/>
                  </a:lnTo>
                  <a:lnTo>
                    <a:pt x="538982" y="438014"/>
                  </a:lnTo>
                  <a:lnTo>
                    <a:pt x="625359" y="295801"/>
                  </a:lnTo>
                  <a:lnTo>
                    <a:pt x="654364" y="248602"/>
                  </a:lnTo>
                  <a:lnTo>
                    <a:pt x="683422" y="202098"/>
                  </a:lnTo>
                  <a:lnTo>
                    <a:pt x="712505" y="156643"/>
                  </a:lnTo>
                  <a:lnTo>
                    <a:pt x="741579" y="112590"/>
                  </a:lnTo>
                  <a:lnTo>
                    <a:pt x="755001" y="78326"/>
                  </a:lnTo>
                  <a:lnTo>
                    <a:pt x="767617" y="19041"/>
                  </a:lnTo>
                  <a:lnTo>
                    <a:pt x="737957" y="0"/>
                  </a:lnTo>
                  <a:close/>
                </a:path>
              </a:pathLst>
            </a:custGeom>
            <a:solidFill>
              <a:srgbClr val="A26C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 descr=""/>
            <p:cNvSpPr/>
            <p:nvPr/>
          </p:nvSpPr>
          <p:spPr>
            <a:xfrm>
              <a:off x="5204021" y="5455628"/>
              <a:ext cx="489584" cy="450215"/>
            </a:xfrm>
            <a:custGeom>
              <a:avLst/>
              <a:gdLst/>
              <a:ahLst/>
              <a:cxnLst/>
              <a:rect l="l" t="t" r="r" b="b"/>
              <a:pathLst>
                <a:path w="489585" h="450214">
                  <a:moveTo>
                    <a:pt x="233008" y="0"/>
                  </a:moveTo>
                  <a:lnTo>
                    <a:pt x="188336" y="44746"/>
                  </a:lnTo>
                  <a:lnTo>
                    <a:pt x="146076" y="89235"/>
                  </a:lnTo>
                  <a:lnTo>
                    <a:pt x="107243" y="132863"/>
                  </a:lnTo>
                  <a:lnTo>
                    <a:pt x="72852" y="175024"/>
                  </a:lnTo>
                  <a:lnTo>
                    <a:pt x="43918" y="215114"/>
                  </a:lnTo>
                  <a:lnTo>
                    <a:pt x="21454" y="252526"/>
                  </a:lnTo>
                  <a:lnTo>
                    <a:pt x="0" y="316901"/>
                  </a:lnTo>
                  <a:lnTo>
                    <a:pt x="3553" y="349153"/>
                  </a:lnTo>
                  <a:lnTo>
                    <a:pt x="41276" y="410097"/>
                  </a:lnTo>
                  <a:lnTo>
                    <a:pt x="73205" y="433057"/>
                  </a:lnTo>
                  <a:lnTo>
                    <a:pt x="112353" y="447187"/>
                  </a:lnTo>
                  <a:lnTo>
                    <a:pt x="157599" y="449620"/>
                  </a:lnTo>
                  <a:lnTo>
                    <a:pt x="207824" y="437492"/>
                  </a:lnTo>
                  <a:lnTo>
                    <a:pt x="261908" y="407935"/>
                  </a:lnTo>
                  <a:lnTo>
                    <a:pt x="296831" y="380823"/>
                  </a:lnTo>
                  <a:lnTo>
                    <a:pt x="327326" y="351662"/>
                  </a:lnTo>
                  <a:lnTo>
                    <a:pt x="355569" y="318628"/>
                  </a:lnTo>
                  <a:lnTo>
                    <a:pt x="383733" y="279896"/>
                  </a:lnTo>
                  <a:lnTo>
                    <a:pt x="413994" y="233639"/>
                  </a:lnTo>
                  <a:lnTo>
                    <a:pt x="448526" y="178033"/>
                  </a:lnTo>
                  <a:lnTo>
                    <a:pt x="489503" y="111253"/>
                  </a:lnTo>
                  <a:lnTo>
                    <a:pt x="233008" y="0"/>
                  </a:lnTo>
                  <a:close/>
                </a:path>
              </a:pathLst>
            </a:custGeom>
            <a:solidFill>
              <a:srgbClr val="034F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 descr=""/>
            <p:cNvSpPr/>
            <p:nvPr/>
          </p:nvSpPr>
          <p:spPr>
            <a:xfrm>
              <a:off x="5829004" y="4602043"/>
              <a:ext cx="222885" cy="513080"/>
            </a:xfrm>
            <a:custGeom>
              <a:avLst/>
              <a:gdLst/>
              <a:ahLst/>
              <a:cxnLst/>
              <a:rect l="l" t="t" r="r" b="b"/>
              <a:pathLst>
                <a:path w="222885" h="513079">
                  <a:moveTo>
                    <a:pt x="51376" y="0"/>
                  </a:moveTo>
                  <a:lnTo>
                    <a:pt x="35809" y="2877"/>
                  </a:lnTo>
                  <a:lnTo>
                    <a:pt x="28166" y="14137"/>
                  </a:lnTo>
                  <a:lnTo>
                    <a:pt x="0" y="269165"/>
                  </a:lnTo>
                  <a:lnTo>
                    <a:pt x="481" y="275919"/>
                  </a:lnTo>
                  <a:lnTo>
                    <a:pt x="49349" y="467201"/>
                  </a:lnTo>
                  <a:lnTo>
                    <a:pt x="88106" y="507574"/>
                  </a:lnTo>
                  <a:lnTo>
                    <a:pt x="113109" y="512748"/>
                  </a:lnTo>
                  <a:lnTo>
                    <a:pt x="142317" y="505552"/>
                  </a:lnTo>
                  <a:lnTo>
                    <a:pt x="174246" y="479578"/>
                  </a:lnTo>
                  <a:lnTo>
                    <a:pt x="212924" y="432435"/>
                  </a:lnTo>
                  <a:lnTo>
                    <a:pt x="222436" y="401249"/>
                  </a:lnTo>
                  <a:lnTo>
                    <a:pt x="199741" y="372095"/>
                  </a:lnTo>
                  <a:lnTo>
                    <a:pt x="141796" y="331048"/>
                  </a:lnTo>
                  <a:lnTo>
                    <a:pt x="96991" y="266076"/>
                  </a:lnTo>
                  <a:lnTo>
                    <a:pt x="89138" y="252701"/>
                  </a:lnTo>
                  <a:lnTo>
                    <a:pt x="83387" y="238505"/>
                  </a:lnTo>
                  <a:lnTo>
                    <a:pt x="79808" y="223703"/>
                  </a:lnTo>
                  <a:lnTo>
                    <a:pt x="78468" y="208508"/>
                  </a:lnTo>
                  <a:lnTo>
                    <a:pt x="57788" y="164142"/>
                  </a:lnTo>
                  <a:lnTo>
                    <a:pt x="68626" y="37717"/>
                  </a:lnTo>
                  <a:lnTo>
                    <a:pt x="65453" y="10086"/>
                  </a:lnTo>
                  <a:lnTo>
                    <a:pt x="51376" y="0"/>
                  </a:lnTo>
                  <a:close/>
                </a:path>
              </a:pathLst>
            </a:custGeom>
            <a:solidFill>
              <a:srgbClr val="A26C3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5" name="object 285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847727" y="4630317"/>
              <a:ext cx="166624" cy="195593"/>
            </a:xfrm>
            <a:prstGeom prst="rect">
              <a:avLst/>
            </a:prstGeom>
          </p:spPr>
        </p:pic>
        <p:sp>
          <p:nvSpPr>
            <p:cNvPr id="286" name="object 286" descr=""/>
            <p:cNvSpPr/>
            <p:nvPr/>
          </p:nvSpPr>
          <p:spPr>
            <a:xfrm>
              <a:off x="5432152" y="5369909"/>
              <a:ext cx="290830" cy="251460"/>
            </a:xfrm>
            <a:custGeom>
              <a:avLst/>
              <a:gdLst/>
              <a:ahLst/>
              <a:cxnLst/>
              <a:rect l="l" t="t" r="r" b="b"/>
              <a:pathLst>
                <a:path w="290829" h="251460">
                  <a:moveTo>
                    <a:pt x="72822" y="0"/>
                  </a:moveTo>
                  <a:lnTo>
                    <a:pt x="4310" y="71181"/>
                  </a:lnTo>
                  <a:lnTo>
                    <a:pt x="0" y="88276"/>
                  </a:lnTo>
                  <a:lnTo>
                    <a:pt x="6789" y="115576"/>
                  </a:lnTo>
                  <a:lnTo>
                    <a:pt x="50488" y="183211"/>
                  </a:lnTo>
                  <a:lnTo>
                    <a:pt x="85806" y="214755"/>
                  </a:lnTo>
                  <a:lnTo>
                    <a:pt x="129042" y="238921"/>
                  </a:lnTo>
                  <a:lnTo>
                    <a:pt x="179400" y="251315"/>
                  </a:lnTo>
                  <a:lnTo>
                    <a:pt x="236084" y="247542"/>
                  </a:lnTo>
                  <a:lnTo>
                    <a:pt x="290406" y="170738"/>
                  </a:lnTo>
                  <a:lnTo>
                    <a:pt x="274466" y="174429"/>
                  </a:lnTo>
                  <a:lnTo>
                    <a:pt x="234039" y="176304"/>
                  </a:lnTo>
                  <a:lnTo>
                    <a:pt x="180219" y="162570"/>
                  </a:lnTo>
                  <a:lnTo>
                    <a:pt x="124097" y="119430"/>
                  </a:lnTo>
                  <a:lnTo>
                    <a:pt x="94412" y="83898"/>
                  </a:lnTo>
                  <a:lnTo>
                    <a:pt x="73581" y="35379"/>
                  </a:lnTo>
                  <a:lnTo>
                    <a:pt x="72822" y="0"/>
                  </a:lnTo>
                  <a:close/>
                </a:path>
              </a:pathLst>
            </a:custGeom>
            <a:solidFill>
              <a:srgbClr val="034F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 descr=""/>
            <p:cNvSpPr/>
            <p:nvPr/>
          </p:nvSpPr>
          <p:spPr>
            <a:xfrm>
              <a:off x="5432152" y="5369909"/>
              <a:ext cx="290830" cy="251460"/>
            </a:xfrm>
            <a:custGeom>
              <a:avLst/>
              <a:gdLst/>
              <a:ahLst/>
              <a:cxnLst/>
              <a:rect l="l" t="t" r="r" b="b"/>
              <a:pathLst>
                <a:path w="290829" h="251460">
                  <a:moveTo>
                    <a:pt x="72822" y="0"/>
                  </a:moveTo>
                  <a:lnTo>
                    <a:pt x="4310" y="71181"/>
                  </a:lnTo>
                  <a:lnTo>
                    <a:pt x="0" y="88276"/>
                  </a:lnTo>
                  <a:lnTo>
                    <a:pt x="6789" y="115576"/>
                  </a:lnTo>
                  <a:lnTo>
                    <a:pt x="50488" y="183211"/>
                  </a:lnTo>
                  <a:lnTo>
                    <a:pt x="85806" y="214755"/>
                  </a:lnTo>
                  <a:lnTo>
                    <a:pt x="129042" y="238921"/>
                  </a:lnTo>
                  <a:lnTo>
                    <a:pt x="179400" y="251315"/>
                  </a:lnTo>
                  <a:lnTo>
                    <a:pt x="236084" y="247542"/>
                  </a:lnTo>
                  <a:lnTo>
                    <a:pt x="290406" y="170738"/>
                  </a:lnTo>
                  <a:lnTo>
                    <a:pt x="274466" y="174429"/>
                  </a:lnTo>
                  <a:lnTo>
                    <a:pt x="234039" y="176304"/>
                  </a:lnTo>
                  <a:lnTo>
                    <a:pt x="180219" y="162570"/>
                  </a:lnTo>
                  <a:lnTo>
                    <a:pt x="124097" y="119430"/>
                  </a:lnTo>
                  <a:lnTo>
                    <a:pt x="94412" y="83898"/>
                  </a:lnTo>
                  <a:lnTo>
                    <a:pt x="73581" y="35379"/>
                  </a:lnTo>
                  <a:lnTo>
                    <a:pt x="72822" y="0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8" name="object 288" descr=""/>
          <p:cNvSpPr txBox="1"/>
          <p:nvPr/>
        </p:nvSpPr>
        <p:spPr>
          <a:xfrm>
            <a:off x="624158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4243767" y="5028981"/>
            <a:ext cx="1506220" cy="3099435"/>
            <a:chOff x="14243767" y="5028981"/>
            <a:chExt cx="1506220" cy="3099435"/>
          </a:xfrm>
        </p:grpSpPr>
        <p:sp>
          <p:nvSpPr>
            <p:cNvPr id="3" name="object 3" descr=""/>
            <p:cNvSpPr/>
            <p:nvPr/>
          </p:nvSpPr>
          <p:spPr>
            <a:xfrm>
              <a:off x="14243767" y="5028981"/>
              <a:ext cx="1033144" cy="2199005"/>
            </a:xfrm>
            <a:custGeom>
              <a:avLst/>
              <a:gdLst/>
              <a:ahLst/>
              <a:cxnLst/>
              <a:rect l="l" t="t" r="r" b="b"/>
              <a:pathLst>
                <a:path w="1033144" h="2199004">
                  <a:moveTo>
                    <a:pt x="516361" y="0"/>
                  </a:moveTo>
                  <a:lnTo>
                    <a:pt x="460678" y="19523"/>
                  </a:lnTo>
                  <a:lnTo>
                    <a:pt x="419879" y="52828"/>
                  </a:lnTo>
                  <a:lnTo>
                    <a:pt x="377075" y="100792"/>
                  </a:lnTo>
                  <a:lnTo>
                    <a:pt x="333073" y="162066"/>
                  </a:lnTo>
                  <a:lnTo>
                    <a:pt x="310873" y="197273"/>
                  </a:lnTo>
                  <a:lnTo>
                    <a:pt x="288676" y="235302"/>
                  </a:lnTo>
                  <a:lnTo>
                    <a:pt x="266581" y="275985"/>
                  </a:lnTo>
                  <a:lnTo>
                    <a:pt x="244689" y="319153"/>
                  </a:lnTo>
                  <a:lnTo>
                    <a:pt x="223100" y="364638"/>
                  </a:lnTo>
                  <a:lnTo>
                    <a:pt x="201916" y="412270"/>
                  </a:lnTo>
                  <a:lnTo>
                    <a:pt x="181236" y="461883"/>
                  </a:lnTo>
                  <a:lnTo>
                    <a:pt x="161162" y="513306"/>
                  </a:lnTo>
                  <a:lnTo>
                    <a:pt x="141794" y="566372"/>
                  </a:lnTo>
                  <a:lnTo>
                    <a:pt x="123232" y="620912"/>
                  </a:lnTo>
                  <a:lnTo>
                    <a:pt x="105577" y="676758"/>
                  </a:lnTo>
                  <a:lnTo>
                    <a:pt x="88930" y="733741"/>
                  </a:lnTo>
                  <a:lnTo>
                    <a:pt x="73391" y="791692"/>
                  </a:lnTo>
                  <a:lnTo>
                    <a:pt x="59060" y="850443"/>
                  </a:lnTo>
                  <a:lnTo>
                    <a:pt x="46039" y="909826"/>
                  </a:lnTo>
                  <a:lnTo>
                    <a:pt x="34428" y="969673"/>
                  </a:lnTo>
                  <a:lnTo>
                    <a:pt x="24327" y="1029813"/>
                  </a:lnTo>
                  <a:lnTo>
                    <a:pt x="15837" y="1090080"/>
                  </a:lnTo>
                  <a:lnTo>
                    <a:pt x="9059" y="1150304"/>
                  </a:lnTo>
                  <a:lnTo>
                    <a:pt x="4093" y="1210318"/>
                  </a:lnTo>
                  <a:lnTo>
                    <a:pt x="1040" y="1269952"/>
                  </a:lnTo>
                  <a:lnTo>
                    <a:pt x="0" y="1329038"/>
                  </a:lnTo>
                  <a:lnTo>
                    <a:pt x="1191" y="1403141"/>
                  </a:lnTo>
                  <a:lnTo>
                    <a:pt x="4714" y="1473691"/>
                  </a:lnTo>
                  <a:lnTo>
                    <a:pt x="10492" y="1540721"/>
                  </a:lnTo>
                  <a:lnTo>
                    <a:pt x="18447" y="1604268"/>
                  </a:lnTo>
                  <a:lnTo>
                    <a:pt x="28503" y="1664368"/>
                  </a:lnTo>
                  <a:lnTo>
                    <a:pt x="40583" y="1721056"/>
                  </a:lnTo>
                  <a:lnTo>
                    <a:pt x="54609" y="1774367"/>
                  </a:lnTo>
                  <a:lnTo>
                    <a:pt x="70506" y="1824338"/>
                  </a:lnTo>
                  <a:lnTo>
                    <a:pt x="88195" y="1871005"/>
                  </a:lnTo>
                  <a:lnTo>
                    <a:pt x="107601" y="1914402"/>
                  </a:lnTo>
                  <a:lnTo>
                    <a:pt x="128645" y="1954565"/>
                  </a:lnTo>
                  <a:lnTo>
                    <a:pt x="151251" y="1991530"/>
                  </a:lnTo>
                  <a:lnTo>
                    <a:pt x="175343" y="2025334"/>
                  </a:lnTo>
                  <a:lnTo>
                    <a:pt x="200843" y="2056011"/>
                  </a:lnTo>
                  <a:lnTo>
                    <a:pt x="227674" y="2083597"/>
                  </a:lnTo>
                  <a:lnTo>
                    <a:pt x="285022" y="2129638"/>
                  </a:lnTo>
                  <a:lnTo>
                    <a:pt x="346771" y="2163745"/>
                  </a:lnTo>
                  <a:lnTo>
                    <a:pt x="412306" y="2186201"/>
                  </a:lnTo>
                  <a:lnTo>
                    <a:pt x="481012" y="2197292"/>
                  </a:lnTo>
                  <a:lnTo>
                    <a:pt x="516361" y="2198666"/>
                  </a:lnTo>
                  <a:lnTo>
                    <a:pt x="551711" y="2197292"/>
                  </a:lnTo>
                  <a:lnTo>
                    <a:pt x="620417" y="2186201"/>
                  </a:lnTo>
                  <a:lnTo>
                    <a:pt x="685951" y="2163745"/>
                  </a:lnTo>
                  <a:lnTo>
                    <a:pt x="747698" y="2129638"/>
                  </a:lnTo>
                  <a:lnTo>
                    <a:pt x="805042" y="2083597"/>
                  </a:lnTo>
                  <a:lnTo>
                    <a:pt x="831871" y="2056011"/>
                  </a:lnTo>
                  <a:lnTo>
                    <a:pt x="857369" y="2025334"/>
                  </a:lnTo>
                  <a:lnTo>
                    <a:pt x="881458" y="1991530"/>
                  </a:lnTo>
                  <a:lnTo>
                    <a:pt x="904062" y="1954565"/>
                  </a:lnTo>
                  <a:lnTo>
                    <a:pt x="925104" y="1914402"/>
                  </a:lnTo>
                  <a:lnTo>
                    <a:pt x="944508" y="1871005"/>
                  </a:lnTo>
                  <a:lnTo>
                    <a:pt x="962195" y="1824338"/>
                  </a:lnTo>
                  <a:lnTo>
                    <a:pt x="978089" y="1774367"/>
                  </a:lnTo>
                  <a:lnTo>
                    <a:pt x="992114" y="1721056"/>
                  </a:lnTo>
                  <a:lnTo>
                    <a:pt x="1004192" y="1664368"/>
                  </a:lnTo>
                  <a:lnTo>
                    <a:pt x="1014246" y="1604268"/>
                  </a:lnTo>
                  <a:lnTo>
                    <a:pt x="1022200" y="1540721"/>
                  </a:lnTo>
                  <a:lnTo>
                    <a:pt x="1027977" y="1473691"/>
                  </a:lnTo>
                  <a:lnTo>
                    <a:pt x="1031499" y="1403141"/>
                  </a:lnTo>
                  <a:lnTo>
                    <a:pt x="1032691" y="1329038"/>
                  </a:lnTo>
                  <a:lnTo>
                    <a:pt x="1031701" y="1269952"/>
                  </a:lnTo>
                  <a:lnTo>
                    <a:pt x="1028791" y="1210318"/>
                  </a:lnTo>
                  <a:lnTo>
                    <a:pt x="1024053" y="1150304"/>
                  </a:lnTo>
                  <a:lnTo>
                    <a:pt x="1017576" y="1090080"/>
                  </a:lnTo>
                  <a:lnTo>
                    <a:pt x="1009451" y="1029813"/>
                  </a:lnTo>
                  <a:lnTo>
                    <a:pt x="999768" y="969673"/>
                  </a:lnTo>
                  <a:lnTo>
                    <a:pt x="988619" y="909826"/>
                  </a:lnTo>
                  <a:lnTo>
                    <a:pt x="976093" y="850443"/>
                  </a:lnTo>
                  <a:lnTo>
                    <a:pt x="962282" y="791692"/>
                  </a:lnTo>
                  <a:lnTo>
                    <a:pt x="947275" y="733741"/>
                  </a:lnTo>
                  <a:lnTo>
                    <a:pt x="931164" y="676758"/>
                  </a:lnTo>
                  <a:lnTo>
                    <a:pt x="914038" y="620912"/>
                  </a:lnTo>
                  <a:lnTo>
                    <a:pt x="895989" y="566372"/>
                  </a:lnTo>
                  <a:lnTo>
                    <a:pt x="877107" y="513306"/>
                  </a:lnTo>
                  <a:lnTo>
                    <a:pt x="857481" y="461883"/>
                  </a:lnTo>
                  <a:lnTo>
                    <a:pt x="837204" y="412270"/>
                  </a:lnTo>
                  <a:lnTo>
                    <a:pt x="816366" y="364638"/>
                  </a:lnTo>
                  <a:lnTo>
                    <a:pt x="795056" y="319153"/>
                  </a:lnTo>
                  <a:lnTo>
                    <a:pt x="773366" y="275985"/>
                  </a:lnTo>
                  <a:lnTo>
                    <a:pt x="751386" y="235302"/>
                  </a:lnTo>
                  <a:lnTo>
                    <a:pt x="729206" y="197273"/>
                  </a:lnTo>
                  <a:lnTo>
                    <a:pt x="706918" y="162066"/>
                  </a:lnTo>
                  <a:lnTo>
                    <a:pt x="684611" y="129849"/>
                  </a:lnTo>
                  <a:lnTo>
                    <a:pt x="640305" y="75062"/>
                  </a:lnTo>
                  <a:lnTo>
                    <a:pt x="597011" y="34259"/>
                  </a:lnTo>
                  <a:lnTo>
                    <a:pt x="555455" y="8789"/>
                  </a:lnTo>
                  <a:lnTo>
                    <a:pt x="516361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4756186" y="5419417"/>
              <a:ext cx="0" cy="2230120"/>
            </a:xfrm>
            <a:custGeom>
              <a:avLst/>
              <a:gdLst/>
              <a:ahLst/>
              <a:cxnLst/>
              <a:rect l="l" t="t" r="r" b="b"/>
              <a:pathLst>
                <a:path w="0" h="2230120">
                  <a:moveTo>
                    <a:pt x="0" y="0"/>
                  </a:moveTo>
                  <a:lnTo>
                    <a:pt x="0" y="2229942"/>
                  </a:lnTo>
                </a:path>
              </a:pathLst>
            </a:custGeom>
            <a:ln w="10470">
              <a:solidFill>
                <a:srgbClr val="E4EB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4756189" y="5302739"/>
              <a:ext cx="161290" cy="715010"/>
            </a:xfrm>
            <a:custGeom>
              <a:avLst/>
              <a:gdLst/>
              <a:ahLst/>
              <a:cxnLst/>
              <a:rect l="l" t="t" r="r" b="b"/>
              <a:pathLst>
                <a:path w="161290" h="715010">
                  <a:moveTo>
                    <a:pt x="160916" y="0"/>
                  </a:moveTo>
                  <a:lnTo>
                    <a:pt x="160916" y="382846"/>
                  </a:lnTo>
                  <a:lnTo>
                    <a:pt x="156953" y="431233"/>
                  </a:lnTo>
                  <a:lnTo>
                    <a:pt x="145811" y="478205"/>
                  </a:lnTo>
                  <a:lnTo>
                    <a:pt x="127740" y="522970"/>
                  </a:lnTo>
                  <a:lnTo>
                    <a:pt x="102991" y="564736"/>
                  </a:lnTo>
                  <a:lnTo>
                    <a:pt x="0" y="714648"/>
                  </a:lnTo>
                </a:path>
              </a:pathLst>
            </a:custGeom>
            <a:ln w="10470">
              <a:solidFill>
                <a:srgbClr val="E4EB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4549376" y="7322937"/>
              <a:ext cx="1200785" cy="805815"/>
            </a:xfrm>
            <a:custGeom>
              <a:avLst/>
              <a:gdLst/>
              <a:ahLst/>
              <a:cxnLst/>
              <a:rect l="l" t="t" r="r" b="b"/>
              <a:pathLst>
                <a:path w="1200784" h="805815">
                  <a:moveTo>
                    <a:pt x="600180" y="0"/>
                  </a:moveTo>
                  <a:lnTo>
                    <a:pt x="550958" y="1896"/>
                  </a:lnTo>
                  <a:lnTo>
                    <a:pt x="502831" y="7489"/>
                  </a:lnTo>
                  <a:lnTo>
                    <a:pt x="455955" y="16630"/>
                  </a:lnTo>
                  <a:lnTo>
                    <a:pt x="410482" y="29173"/>
                  </a:lnTo>
                  <a:lnTo>
                    <a:pt x="366569" y="44969"/>
                  </a:lnTo>
                  <a:lnTo>
                    <a:pt x="324369" y="63872"/>
                  </a:lnTo>
                  <a:lnTo>
                    <a:pt x="284037" y="85735"/>
                  </a:lnTo>
                  <a:lnTo>
                    <a:pt x="245728" y="110410"/>
                  </a:lnTo>
                  <a:lnTo>
                    <a:pt x="209595" y="137750"/>
                  </a:lnTo>
                  <a:lnTo>
                    <a:pt x="175794" y="167607"/>
                  </a:lnTo>
                  <a:lnTo>
                    <a:pt x="144479" y="199835"/>
                  </a:lnTo>
                  <a:lnTo>
                    <a:pt x="115804" y="234286"/>
                  </a:lnTo>
                  <a:lnTo>
                    <a:pt x="89924" y="270812"/>
                  </a:lnTo>
                  <a:lnTo>
                    <a:pt x="66993" y="309268"/>
                  </a:lnTo>
                  <a:lnTo>
                    <a:pt x="47167" y="349505"/>
                  </a:lnTo>
                  <a:lnTo>
                    <a:pt x="30599" y="391375"/>
                  </a:lnTo>
                  <a:lnTo>
                    <a:pt x="17443" y="434733"/>
                  </a:lnTo>
                  <a:lnTo>
                    <a:pt x="7855" y="479430"/>
                  </a:lnTo>
                  <a:lnTo>
                    <a:pt x="1989" y="525320"/>
                  </a:lnTo>
                  <a:lnTo>
                    <a:pt x="0" y="572254"/>
                  </a:lnTo>
                  <a:lnTo>
                    <a:pt x="2100" y="620429"/>
                  </a:lnTo>
                  <a:lnTo>
                    <a:pt x="8410" y="668094"/>
                  </a:lnTo>
                  <a:lnTo>
                    <a:pt x="18868" y="714977"/>
                  </a:lnTo>
                  <a:lnTo>
                    <a:pt x="33411" y="760805"/>
                  </a:lnTo>
                  <a:lnTo>
                    <a:pt x="51977" y="805305"/>
                  </a:lnTo>
                  <a:lnTo>
                    <a:pt x="1148383" y="805305"/>
                  </a:lnTo>
                  <a:lnTo>
                    <a:pt x="1166937" y="760801"/>
                  </a:lnTo>
                  <a:lnTo>
                    <a:pt x="1181469" y="714972"/>
                  </a:lnTo>
                  <a:lnTo>
                    <a:pt x="1191919" y="668091"/>
                  </a:lnTo>
                  <a:lnTo>
                    <a:pt x="1198226" y="620428"/>
                  </a:lnTo>
                  <a:lnTo>
                    <a:pt x="1200329" y="572254"/>
                  </a:lnTo>
                  <a:lnTo>
                    <a:pt x="1198340" y="525330"/>
                  </a:lnTo>
                  <a:lnTo>
                    <a:pt x="1192475" y="479448"/>
                  </a:lnTo>
                  <a:lnTo>
                    <a:pt x="1182888" y="434757"/>
                  </a:lnTo>
                  <a:lnTo>
                    <a:pt x="1169735" y="391404"/>
                  </a:lnTo>
                  <a:lnTo>
                    <a:pt x="1153169" y="349535"/>
                  </a:lnTo>
                  <a:lnTo>
                    <a:pt x="1133344" y="309300"/>
                  </a:lnTo>
                  <a:lnTo>
                    <a:pt x="1110416" y="270845"/>
                  </a:lnTo>
                  <a:lnTo>
                    <a:pt x="1084539" y="234317"/>
                  </a:lnTo>
                  <a:lnTo>
                    <a:pt x="1055867" y="199865"/>
                  </a:lnTo>
                  <a:lnTo>
                    <a:pt x="1024555" y="167634"/>
                  </a:lnTo>
                  <a:lnTo>
                    <a:pt x="990756" y="137774"/>
                  </a:lnTo>
                  <a:lnTo>
                    <a:pt x="954626" y="110431"/>
                  </a:lnTo>
                  <a:lnTo>
                    <a:pt x="916319" y="85753"/>
                  </a:lnTo>
                  <a:lnTo>
                    <a:pt x="875989" y="63886"/>
                  </a:lnTo>
                  <a:lnTo>
                    <a:pt x="833791" y="44980"/>
                  </a:lnTo>
                  <a:lnTo>
                    <a:pt x="789879" y="29180"/>
                  </a:lnTo>
                  <a:lnTo>
                    <a:pt x="744407" y="16635"/>
                  </a:lnTo>
                  <a:lnTo>
                    <a:pt x="697531" y="7491"/>
                  </a:lnTo>
                  <a:lnTo>
                    <a:pt x="649404" y="1897"/>
                  </a:lnTo>
                  <a:lnTo>
                    <a:pt x="600180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10439400" y="7333947"/>
            <a:ext cx="796925" cy="798830"/>
          </a:xfrm>
          <a:custGeom>
            <a:avLst/>
            <a:gdLst/>
            <a:ahLst/>
            <a:cxnLst/>
            <a:rect l="l" t="t" r="r" b="b"/>
            <a:pathLst>
              <a:path w="796925" h="798829">
                <a:moveTo>
                  <a:pt x="398448" y="0"/>
                </a:moveTo>
                <a:lnTo>
                  <a:pt x="351981" y="2685"/>
                </a:lnTo>
                <a:lnTo>
                  <a:pt x="307088" y="10541"/>
                </a:lnTo>
                <a:lnTo>
                  <a:pt x="264068" y="23270"/>
                </a:lnTo>
                <a:lnTo>
                  <a:pt x="223221" y="40570"/>
                </a:lnTo>
                <a:lnTo>
                  <a:pt x="184845" y="62143"/>
                </a:lnTo>
                <a:lnTo>
                  <a:pt x="149239" y="87689"/>
                </a:lnTo>
                <a:lnTo>
                  <a:pt x="116703" y="116910"/>
                </a:lnTo>
                <a:lnTo>
                  <a:pt x="87534" y="149504"/>
                </a:lnTo>
                <a:lnTo>
                  <a:pt x="62033" y="185173"/>
                </a:lnTo>
                <a:lnTo>
                  <a:pt x="40498" y="223618"/>
                </a:lnTo>
                <a:lnTo>
                  <a:pt x="23229" y="264538"/>
                </a:lnTo>
                <a:lnTo>
                  <a:pt x="10523" y="307635"/>
                </a:lnTo>
                <a:lnTo>
                  <a:pt x="2680" y="352609"/>
                </a:lnTo>
                <a:lnTo>
                  <a:pt x="0" y="399160"/>
                </a:lnTo>
                <a:lnTo>
                  <a:pt x="2680" y="445711"/>
                </a:lnTo>
                <a:lnTo>
                  <a:pt x="10523" y="490685"/>
                </a:lnTo>
                <a:lnTo>
                  <a:pt x="23229" y="533782"/>
                </a:lnTo>
                <a:lnTo>
                  <a:pt x="40498" y="574702"/>
                </a:lnTo>
                <a:lnTo>
                  <a:pt x="62033" y="613147"/>
                </a:lnTo>
                <a:lnTo>
                  <a:pt x="87534" y="648816"/>
                </a:lnTo>
                <a:lnTo>
                  <a:pt x="116703" y="681411"/>
                </a:lnTo>
                <a:lnTo>
                  <a:pt x="149239" y="710631"/>
                </a:lnTo>
                <a:lnTo>
                  <a:pt x="184845" y="736177"/>
                </a:lnTo>
                <a:lnTo>
                  <a:pt x="223221" y="757750"/>
                </a:lnTo>
                <a:lnTo>
                  <a:pt x="264068" y="775051"/>
                </a:lnTo>
                <a:lnTo>
                  <a:pt x="307088" y="787779"/>
                </a:lnTo>
                <a:lnTo>
                  <a:pt x="351981" y="795635"/>
                </a:lnTo>
                <a:lnTo>
                  <a:pt x="398448" y="798321"/>
                </a:lnTo>
                <a:lnTo>
                  <a:pt x="444915" y="795635"/>
                </a:lnTo>
                <a:lnTo>
                  <a:pt x="489808" y="787779"/>
                </a:lnTo>
                <a:lnTo>
                  <a:pt x="532828" y="775051"/>
                </a:lnTo>
                <a:lnTo>
                  <a:pt x="573675" y="757750"/>
                </a:lnTo>
                <a:lnTo>
                  <a:pt x="612051" y="736177"/>
                </a:lnTo>
                <a:lnTo>
                  <a:pt x="647657" y="710631"/>
                </a:lnTo>
                <a:lnTo>
                  <a:pt x="680193" y="681411"/>
                </a:lnTo>
                <a:lnTo>
                  <a:pt x="709362" y="648816"/>
                </a:lnTo>
                <a:lnTo>
                  <a:pt x="734863" y="613147"/>
                </a:lnTo>
                <a:lnTo>
                  <a:pt x="756398" y="574702"/>
                </a:lnTo>
                <a:lnTo>
                  <a:pt x="773668" y="533782"/>
                </a:lnTo>
                <a:lnTo>
                  <a:pt x="786373" y="490685"/>
                </a:lnTo>
                <a:lnTo>
                  <a:pt x="794216" y="445711"/>
                </a:lnTo>
                <a:lnTo>
                  <a:pt x="796897" y="399160"/>
                </a:lnTo>
                <a:lnTo>
                  <a:pt x="794216" y="352609"/>
                </a:lnTo>
                <a:lnTo>
                  <a:pt x="786373" y="307635"/>
                </a:lnTo>
                <a:lnTo>
                  <a:pt x="773668" y="264538"/>
                </a:lnTo>
                <a:lnTo>
                  <a:pt x="756398" y="223618"/>
                </a:lnTo>
                <a:lnTo>
                  <a:pt x="734863" y="185173"/>
                </a:lnTo>
                <a:lnTo>
                  <a:pt x="709362" y="149504"/>
                </a:lnTo>
                <a:lnTo>
                  <a:pt x="680193" y="116910"/>
                </a:lnTo>
                <a:lnTo>
                  <a:pt x="647657" y="87689"/>
                </a:lnTo>
                <a:lnTo>
                  <a:pt x="612051" y="62143"/>
                </a:lnTo>
                <a:lnTo>
                  <a:pt x="573675" y="40570"/>
                </a:lnTo>
                <a:lnTo>
                  <a:pt x="532828" y="23270"/>
                </a:lnTo>
                <a:lnTo>
                  <a:pt x="489808" y="10541"/>
                </a:lnTo>
                <a:lnTo>
                  <a:pt x="444915" y="2685"/>
                </a:lnTo>
                <a:lnTo>
                  <a:pt x="398448" y="0"/>
                </a:lnTo>
                <a:close/>
              </a:path>
            </a:pathLst>
          </a:custGeom>
          <a:solidFill>
            <a:srgbClr val="259CA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10402042" y="4644247"/>
            <a:ext cx="4200525" cy="3477260"/>
            <a:chOff x="10402042" y="4644247"/>
            <a:chExt cx="4200525" cy="3477260"/>
          </a:xfrm>
        </p:grpSpPr>
        <p:sp>
          <p:nvSpPr>
            <p:cNvPr id="9" name="object 9" descr=""/>
            <p:cNvSpPr/>
            <p:nvPr/>
          </p:nvSpPr>
          <p:spPr>
            <a:xfrm>
              <a:off x="12890031" y="6039301"/>
              <a:ext cx="0" cy="2071370"/>
            </a:xfrm>
            <a:custGeom>
              <a:avLst/>
              <a:gdLst/>
              <a:ahLst/>
              <a:cxnLst/>
              <a:rect l="l" t="t" r="r" b="b"/>
              <a:pathLst>
                <a:path w="0" h="2071370">
                  <a:moveTo>
                    <a:pt x="0" y="0"/>
                  </a:moveTo>
                  <a:lnTo>
                    <a:pt x="0" y="2071203"/>
                  </a:lnTo>
                </a:path>
              </a:pathLst>
            </a:custGeom>
            <a:ln w="10470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2890035" y="6118237"/>
              <a:ext cx="262255" cy="733425"/>
            </a:xfrm>
            <a:custGeom>
              <a:avLst/>
              <a:gdLst/>
              <a:ahLst/>
              <a:cxnLst/>
              <a:rect l="l" t="t" r="r" b="b"/>
              <a:pathLst>
                <a:path w="262255" h="733425">
                  <a:moveTo>
                    <a:pt x="261918" y="0"/>
                  </a:moveTo>
                  <a:lnTo>
                    <a:pt x="261918" y="134310"/>
                  </a:lnTo>
                  <a:lnTo>
                    <a:pt x="257892" y="183213"/>
                  </a:lnTo>
                  <a:lnTo>
                    <a:pt x="246025" y="230494"/>
                  </a:lnTo>
                  <a:lnTo>
                    <a:pt x="226636" y="275220"/>
                  </a:lnTo>
                  <a:lnTo>
                    <a:pt x="200046" y="316461"/>
                  </a:lnTo>
                  <a:lnTo>
                    <a:pt x="95243" y="452991"/>
                  </a:lnTo>
                  <a:lnTo>
                    <a:pt x="66740" y="494640"/>
                  </a:lnTo>
                  <a:lnTo>
                    <a:pt x="43098" y="538886"/>
                  </a:lnTo>
                  <a:lnTo>
                    <a:pt x="24458" y="585306"/>
                  </a:lnTo>
                  <a:lnTo>
                    <a:pt x="10966" y="633475"/>
                  </a:lnTo>
                  <a:lnTo>
                    <a:pt x="2765" y="682967"/>
                  </a:lnTo>
                  <a:lnTo>
                    <a:pt x="0" y="733359"/>
                  </a:lnTo>
                </a:path>
              </a:pathLst>
            </a:custGeom>
            <a:ln w="10470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2534589" y="6338999"/>
              <a:ext cx="355600" cy="722630"/>
            </a:xfrm>
            <a:custGeom>
              <a:avLst/>
              <a:gdLst/>
              <a:ahLst/>
              <a:cxnLst/>
              <a:rect l="l" t="t" r="r" b="b"/>
              <a:pathLst>
                <a:path w="355600" h="722629">
                  <a:moveTo>
                    <a:pt x="0" y="0"/>
                  </a:moveTo>
                  <a:lnTo>
                    <a:pt x="0" y="140843"/>
                  </a:lnTo>
                  <a:lnTo>
                    <a:pt x="3282" y="190189"/>
                  </a:lnTo>
                  <a:lnTo>
                    <a:pt x="12959" y="238140"/>
                  </a:lnTo>
                  <a:lnTo>
                    <a:pt x="28744" y="284124"/>
                  </a:lnTo>
                  <a:lnTo>
                    <a:pt x="50353" y="327569"/>
                  </a:lnTo>
                  <a:lnTo>
                    <a:pt x="77501" y="367901"/>
                  </a:lnTo>
                  <a:lnTo>
                    <a:pt x="109902" y="404549"/>
                  </a:lnTo>
                  <a:lnTo>
                    <a:pt x="147273" y="436939"/>
                  </a:lnTo>
                  <a:lnTo>
                    <a:pt x="253542" y="517335"/>
                  </a:lnTo>
                  <a:lnTo>
                    <a:pt x="288787" y="549553"/>
                  </a:lnTo>
                  <a:lnTo>
                    <a:pt x="317140" y="587231"/>
                  </a:lnTo>
                  <a:lnTo>
                    <a:pt x="338060" y="629283"/>
                  </a:lnTo>
                  <a:lnTo>
                    <a:pt x="351008" y="674624"/>
                  </a:lnTo>
                  <a:lnTo>
                    <a:pt x="355444" y="722166"/>
                  </a:lnTo>
                </a:path>
              </a:pathLst>
            </a:custGeom>
            <a:ln w="10470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1901546" y="4917746"/>
              <a:ext cx="1976120" cy="1473835"/>
            </a:xfrm>
            <a:custGeom>
              <a:avLst/>
              <a:gdLst/>
              <a:ahLst/>
              <a:cxnLst/>
              <a:rect l="l" t="t" r="r" b="b"/>
              <a:pathLst>
                <a:path w="1976119" h="1473835">
                  <a:moveTo>
                    <a:pt x="987770" y="0"/>
                  </a:moveTo>
                  <a:lnTo>
                    <a:pt x="931718" y="1154"/>
                  </a:lnTo>
                  <a:lnTo>
                    <a:pt x="876487" y="4578"/>
                  </a:lnTo>
                  <a:lnTo>
                    <a:pt x="822159" y="10210"/>
                  </a:lnTo>
                  <a:lnTo>
                    <a:pt x="768818" y="17987"/>
                  </a:lnTo>
                  <a:lnTo>
                    <a:pt x="716547" y="27848"/>
                  </a:lnTo>
                  <a:lnTo>
                    <a:pt x="665431" y="39731"/>
                  </a:lnTo>
                  <a:lnTo>
                    <a:pt x="615551" y="53576"/>
                  </a:lnTo>
                  <a:lnTo>
                    <a:pt x="566993" y="69320"/>
                  </a:lnTo>
                  <a:lnTo>
                    <a:pt x="519838" y="86902"/>
                  </a:lnTo>
                  <a:lnTo>
                    <a:pt x="474171" y="106259"/>
                  </a:lnTo>
                  <a:lnTo>
                    <a:pt x="430074" y="127332"/>
                  </a:lnTo>
                  <a:lnTo>
                    <a:pt x="387632" y="150057"/>
                  </a:lnTo>
                  <a:lnTo>
                    <a:pt x="346927" y="174374"/>
                  </a:lnTo>
                  <a:lnTo>
                    <a:pt x="308043" y="200221"/>
                  </a:lnTo>
                  <a:lnTo>
                    <a:pt x="271064" y="227536"/>
                  </a:lnTo>
                  <a:lnTo>
                    <a:pt x="236072" y="256257"/>
                  </a:lnTo>
                  <a:lnTo>
                    <a:pt x="203151" y="286323"/>
                  </a:lnTo>
                  <a:lnTo>
                    <a:pt x="172385" y="317673"/>
                  </a:lnTo>
                  <a:lnTo>
                    <a:pt x="143856" y="350245"/>
                  </a:lnTo>
                  <a:lnTo>
                    <a:pt x="117649" y="383977"/>
                  </a:lnTo>
                  <a:lnTo>
                    <a:pt x="93847" y="418807"/>
                  </a:lnTo>
                  <a:lnTo>
                    <a:pt x="72532" y="454675"/>
                  </a:lnTo>
                  <a:lnTo>
                    <a:pt x="53789" y="491518"/>
                  </a:lnTo>
                  <a:lnTo>
                    <a:pt x="37701" y="529275"/>
                  </a:lnTo>
                  <a:lnTo>
                    <a:pt x="24351" y="567884"/>
                  </a:lnTo>
                  <a:lnTo>
                    <a:pt x="13822" y="607283"/>
                  </a:lnTo>
                  <a:lnTo>
                    <a:pt x="6198" y="647412"/>
                  </a:lnTo>
                  <a:lnTo>
                    <a:pt x="1563" y="688209"/>
                  </a:lnTo>
                  <a:lnTo>
                    <a:pt x="0" y="729611"/>
                  </a:lnTo>
                  <a:lnTo>
                    <a:pt x="2671" y="782299"/>
                  </a:lnTo>
                  <a:lnTo>
                    <a:pt x="10562" y="831415"/>
                  </a:lnTo>
                  <a:lnTo>
                    <a:pt x="23484" y="877071"/>
                  </a:lnTo>
                  <a:lnTo>
                    <a:pt x="41250" y="919377"/>
                  </a:lnTo>
                  <a:lnTo>
                    <a:pt x="63673" y="958443"/>
                  </a:lnTo>
                  <a:lnTo>
                    <a:pt x="90564" y="994381"/>
                  </a:lnTo>
                  <a:lnTo>
                    <a:pt x="121737" y="1027300"/>
                  </a:lnTo>
                  <a:lnTo>
                    <a:pt x="157004" y="1057313"/>
                  </a:lnTo>
                  <a:lnTo>
                    <a:pt x="196177" y="1084528"/>
                  </a:lnTo>
                  <a:lnTo>
                    <a:pt x="239070" y="1109058"/>
                  </a:lnTo>
                  <a:lnTo>
                    <a:pt x="285494" y="1131013"/>
                  </a:lnTo>
                  <a:lnTo>
                    <a:pt x="335262" y="1150503"/>
                  </a:lnTo>
                  <a:lnTo>
                    <a:pt x="388187" y="1167639"/>
                  </a:lnTo>
                  <a:lnTo>
                    <a:pt x="387621" y="1174445"/>
                  </a:lnTo>
                  <a:lnTo>
                    <a:pt x="387359" y="1181325"/>
                  </a:lnTo>
                  <a:lnTo>
                    <a:pt x="387359" y="1188236"/>
                  </a:lnTo>
                  <a:lnTo>
                    <a:pt x="391410" y="1234446"/>
                  </a:lnTo>
                  <a:lnTo>
                    <a:pt x="403136" y="1278296"/>
                  </a:lnTo>
                  <a:lnTo>
                    <a:pt x="421900" y="1319195"/>
                  </a:lnTo>
                  <a:lnTo>
                    <a:pt x="447066" y="1356555"/>
                  </a:lnTo>
                  <a:lnTo>
                    <a:pt x="477995" y="1389784"/>
                  </a:lnTo>
                  <a:lnTo>
                    <a:pt x="514051" y="1418295"/>
                  </a:lnTo>
                  <a:lnTo>
                    <a:pt x="554597" y="1441496"/>
                  </a:lnTo>
                  <a:lnTo>
                    <a:pt x="598994" y="1458798"/>
                  </a:lnTo>
                  <a:lnTo>
                    <a:pt x="646606" y="1469612"/>
                  </a:lnTo>
                  <a:lnTo>
                    <a:pt x="696795" y="1473347"/>
                  </a:lnTo>
                  <a:lnTo>
                    <a:pt x="747097" y="1469601"/>
                  </a:lnTo>
                  <a:lnTo>
                    <a:pt x="794805" y="1458754"/>
                  </a:lnTo>
                  <a:lnTo>
                    <a:pt x="839281" y="1441397"/>
                  </a:lnTo>
                  <a:lnTo>
                    <a:pt x="879881" y="1418121"/>
                  </a:lnTo>
                  <a:lnTo>
                    <a:pt x="915964" y="1389516"/>
                  </a:lnTo>
                  <a:lnTo>
                    <a:pt x="946891" y="1356171"/>
                  </a:lnTo>
                  <a:lnTo>
                    <a:pt x="972019" y="1318678"/>
                  </a:lnTo>
                  <a:lnTo>
                    <a:pt x="990707" y="1277626"/>
                  </a:lnTo>
                  <a:lnTo>
                    <a:pt x="1002315" y="1233606"/>
                  </a:lnTo>
                  <a:lnTo>
                    <a:pt x="1007278" y="1233606"/>
                  </a:lnTo>
                  <a:lnTo>
                    <a:pt x="1035754" y="1269395"/>
                  </a:lnTo>
                  <a:lnTo>
                    <a:pt x="1071393" y="1300390"/>
                  </a:lnTo>
                  <a:lnTo>
                    <a:pt x="1113261" y="1325827"/>
                  </a:lnTo>
                  <a:lnTo>
                    <a:pt x="1160430" y="1344942"/>
                  </a:lnTo>
                  <a:lnTo>
                    <a:pt x="1211969" y="1356972"/>
                  </a:lnTo>
                  <a:lnTo>
                    <a:pt x="1266945" y="1361152"/>
                  </a:lnTo>
                  <a:lnTo>
                    <a:pt x="1317823" y="1357567"/>
                  </a:lnTo>
                  <a:lnTo>
                    <a:pt x="1365846" y="1347220"/>
                  </a:lnTo>
                  <a:lnTo>
                    <a:pt x="1410274" y="1330720"/>
                  </a:lnTo>
                  <a:lnTo>
                    <a:pt x="1450369" y="1308677"/>
                  </a:lnTo>
                  <a:lnTo>
                    <a:pt x="1485391" y="1281700"/>
                  </a:lnTo>
                  <a:lnTo>
                    <a:pt x="1514600" y="1250399"/>
                  </a:lnTo>
                  <a:lnTo>
                    <a:pt x="1537257" y="1215383"/>
                  </a:lnTo>
                  <a:lnTo>
                    <a:pt x="1552622" y="1177262"/>
                  </a:lnTo>
                  <a:lnTo>
                    <a:pt x="1606037" y="1162036"/>
                  </a:lnTo>
                  <a:lnTo>
                    <a:pt x="1656572" y="1144640"/>
                  </a:lnTo>
                  <a:lnTo>
                    <a:pt x="1704054" y="1124974"/>
                  </a:lnTo>
                  <a:lnTo>
                    <a:pt x="1748312" y="1102935"/>
                  </a:lnTo>
                  <a:lnTo>
                    <a:pt x="1789173" y="1078422"/>
                  </a:lnTo>
                  <a:lnTo>
                    <a:pt x="1826464" y="1051332"/>
                  </a:lnTo>
                  <a:lnTo>
                    <a:pt x="1860014" y="1021563"/>
                  </a:lnTo>
                  <a:lnTo>
                    <a:pt x="1889649" y="989013"/>
                  </a:lnTo>
                  <a:lnTo>
                    <a:pt x="1915198" y="953581"/>
                  </a:lnTo>
                  <a:lnTo>
                    <a:pt x="1936489" y="915164"/>
                  </a:lnTo>
                  <a:lnTo>
                    <a:pt x="1953348" y="873660"/>
                  </a:lnTo>
                  <a:lnTo>
                    <a:pt x="1965603" y="828968"/>
                  </a:lnTo>
                  <a:lnTo>
                    <a:pt x="1973083" y="780986"/>
                  </a:lnTo>
                  <a:lnTo>
                    <a:pt x="1975615" y="729611"/>
                  </a:lnTo>
                  <a:lnTo>
                    <a:pt x="1974051" y="688190"/>
                  </a:lnTo>
                  <a:lnTo>
                    <a:pt x="1969415" y="647379"/>
                  </a:lnTo>
                  <a:lnTo>
                    <a:pt x="1961790" y="607236"/>
                  </a:lnTo>
                  <a:lnTo>
                    <a:pt x="1951260" y="567826"/>
                  </a:lnTo>
                  <a:lnTo>
                    <a:pt x="1937908" y="529208"/>
                  </a:lnTo>
                  <a:lnTo>
                    <a:pt x="1921817" y="491444"/>
                  </a:lnTo>
                  <a:lnTo>
                    <a:pt x="1903071" y="454596"/>
                  </a:lnTo>
                  <a:lnTo>
                    <a:pt x="1881754" y="418725"/>
                  </a:lnTo>
                  <a:lnTo>
                    <a:pt x="1857948" y="383893"/>
                  </a:lnTo>
                  <a:lnTo>
                    <a:pt x="1831738" y="350161"/>
                  </a:lnTo>
                  <a:lnTo>
                    <a:pt x="1803206" y="317591"/>
                  </a:lnTo>
                  <a:lnTo>
                    <a:pt x="1772436" y="286243"/>
                  </a:lnTo>
                  <a:lnTo>
                    <a:pt x="1739512" y="256180"/>
                  </a:lnTo>
                  <a:lnTo>
                    <a:pt x="1704516" y="227463"/>
                  </a:lnTo>
                  <a:lnTo>
                    <a:pt x="1667533" y="200153"/>
                  </a:lnTo>
                  <a:lnTo>
                    <a:pt x="1628645" y="174311"/>
                  </a:lnTo>
                  <a:lnTo>
                    <a:pt x="1587937" y="150001"/>
                  </a:lnTo>
                  <a:lnTo>
                    <a:pt x="1545491" y="127281"/>
                  </a:lnTo>
                  <a:lnTo>
                    <a:pt x="1501391" y="106215"/>
                  </a:lnTo>
                  <a:lnTo>
                    <a:pt x="1455720" y="86864"/>
                  </a:lnTo>
                  <a:lnTo>
                    <a:pt x="1408562" y="69289"/>
                  </a:lnTo>
                  <a:lnTo>
                    <a:pt x="1360000" y="53551"/>
                  </a:lnTo>
                  <a:lnTo>
                    <a:pt x="1310118" y="39712"/>
                  </a:lnTo>
                  <a:lnTo>
                    <a:pt x="1259000" y="27834"/>
                  </a:lnTo>
                  <a:lnTo>
                    <a:pt x="1206727" y="17977"/>
                  </a:lnTo>
                  <a:lnTo>
                    <a:pt x="1153385" y="10204"/>
                  </a:lnTo>
                  <a:lnTo>
                    <a:pt x="1099055" y="4576"/>
                  </a:lnTo>
                  <a:lnTo>
                    <a:pt x="1043823" y="1154"/>
                  </a:lnTo>
                  <a:lnTo>
                    <a:pt x="987770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1045187" y="5123177"/>
              <a:ext cx="1152525" cy="2042795"/>
            </a:xfrm>
            <a:custGeom>
              <a:avLst/>
              <a:gdLst/>
              <a:ahLst/>
              <a:cxnLst/>
              <a:rect l="l" t="t" r="r" b="b"/>
              <a:pathLst>
                <a:path w="1152525" h="2042795">
                  <a:moveTo>
                    <a:pt x="576212" y="0"/>
                  </a:moveTo>
                  <a:lnTo>
                    <a:pt x="534305" y="8680"/>
                  </a:lnTo>
                  <a:lnTo>
                    <a:pt x="488604" y="33806"/>
                  </a:lnTo>
                  <a:lnTo>
                    <a:pt x="440100" y="74008"/>
                  </a:lnTo>
                  <a:lnTo>
                    <a:pt x="389783" y="127914"/>
                  </a:lnTo>
                  <a:lnTo>
                    <a:pt x="364255" y="159578"/>
                  </a:lnTo>
                  <a:lnTo>
                    <a:pt x="338645" y="194155"/>
                  </a:lnTo>
                  <a:lnTo>
                    <a:pt x="313077" y="231471"/>
                  </a:lnTo>
                  <a:lnTo>
                    <a:pt x="287676" y="271357"/>
                  </a:lnTo>
                  <a:lnTo>
                    <a:pt x="262564" y="313641"/>
                  </a:lnTo>
                  <a:lnTo>
                    <a:pt x="237866" y="358152"/>
                  </a:lnTo>
                  <a:lnTo>
                    <a:pt x="213705" y="404718"/>
                  </a:lnTo>
                  <a:lnTo>
                    <a:pt x="190206" y="453167"/>
                  </a:lnTo>
                  <a:lnTo>
                    <a:pt x="167492" y="503329"/>
                  </a:lnTo>
                  <a:lnTo>
                    <a:pt x="145687" y="555032"/>
                  </a:lnTo>
                  <a:lnTo>
                    <a:pt x="124914" y="608105"/>
                  </a:lnTo>
                  <a:lnTo>
                    <a:pt x="105299" y="662377"/>
                  </a:lnTo>
                  <a:lnTo>
                    <a:pt x="86963" y="717675"/>
                  </a:lnTo>
                  <a:lnTo>
                    <a:pt x="70033" y="773829"/>
                  </a:lnTo>
                  <a:lnTo>
                    <a:pt x="54630" y="830668"/>
                  </a:lnTo>
                  <a:lnTo>
                    <a:pt x="40879" y="888019"/>
                  </a:lnTo>
                  <a:lnTo>
                    <a:pt x="28904" y="945712"/>
                  </a:lnTo>
                  <a:lnTo>
                    <a:pt x="18829" y="1003575"/>
                  </a:lnTo>
                  <a:lnTo>
                    <a:pt x="10777" y="1061437"/>
                  </a:lnTo>
                  <a:lnTo>
                    <a:pt x="4872" y="1119126"/>
                  </a:lnTo>
                  <a:lnTo>
                    <a:pt x="1238" y="1176472"/>
                  </a:lnTo>
                  <a:lnTo>
                    <a:pt x="0" y="1233302"/>
                  </a:lnTo>
                  <a:lnTo>
                    <a:pt x="1329" y="1302281"/>
                  </a:lnTo>
                  <a:lnTo>
                    <a:pt x="5260" y="1367952"/>
                  </a:lnTo>
                  <a:lnTo>
                    <a:pt x="11706" y="1430346"/>
                  </a:lnTo>
                  <a:lnTo>
                    <a:pt x="20583" y="1489499"/>
                  </a:lnTo>
                  <a:lnTo>
                    <a:pt x="31803" y="1545442"/>
                  </a:lnTo>
                  <a:lnTo>
                    <a:pt x="45281" y="1598209"/>
                  </a:lnTo>
                  <a:lnTo>
                    <a:pt x="60932" y="1647834"/>
                  </a:lnTo>
                  <a:lnTo>
                    <a:pt x="78670" y="1694349"/>
                  </a:lnTo>
                  <a:lnTo>
                    <a:pt x="98408" y="1737787"/>
                  </a:lnTo>
                  <a:lnTo>
                    <a:pt x="120061" y="1778183"/>
                  </a:lnTo>
                  <a:lnTo>
                    <a:pt x="143544" y="1815568"/>
                  </a:lnTo>
                  <a:lnTo>
                    <a:pt x="168769" y="1849977"/>
                  </a:lnTo>
                  <a:lnTo>
                    <a:pt x="195652" y="1881443"/>
                  </a:lnTo>
                  <a:lnTo>
                    <a:pt x="224107" y="1909998"/>
                  </a:lnTo>
                  <a:lnTo>
                    <a:pt x="254047" y="1935676"/>
                  </a:lnTo>
                  <a:lnTo>
                    <a:pt x="285388" y="1958510"/>
                  </a:lnTo>
                  <a:lnTo>
                    <a:pt x="318042" y="1978533"/>
                  </a:lnTo>
                  <a:lnTo>
                    <a:pt x="386951" y="2010280"/>
                  </a:lnTo>
                  <a:lnTo>
                    <a:pt x="460086" y="2031183"/>
                  </a:lnTo>
                  <a:lnTo>
                    <a:pt x="498024" y="2037651"/>
                  </a:lnTo>
                  <a:lnTo>
                    <a:pt x="536762" y="2041507"/>
                  </a:lnTo>
                  <a:lnTo>
                    <a:pt x="576212" y="2042785"/>
                  </a:lnTo>
                  <a:lnTo>
                    <a:pt x="615663" y="2041507"/>
                  </a:lnTo>
                  <a:lnTo>
                    <a:pt x="654400" y="2037651"/>
                  </a:lnTo>
                  <a:lnTo>
                    <a:pt x="692338" y="2031183"/>
                  </a:lnTo>
                  <a:lnTo>
                    <a:pt x="729391" y="2022071"/>
                  </a:lnTo>
                  <a:lnTo>
                    <a:pt x="800498" y="1995780"/>
                  </a:lnTo>
                  <a:lnTo>
                    <a:pt x="867034" y="1958512"/>
                  </a:lnTo>
                  <a:lnTo>
                    <a:pt x="898374" y="1935679"/>
                  </a:lnTo>
                  <a:lnTo>
                    <a:pt x="928314" y="1910003"/>
                  </a:lnTo>
                  <a:lnTo>
                    <a:pt x="956768" y="1881450"/>
                  </a:lnTo>
                  <a:lnTo>
                    <a:pt x="983650" y="1849986"/>
                  </a:lnTo>
                  <a:lnTo>
                    <a:pt x="1008875" y="1815580"/>
                  </a:lnTo>
                  <a:lnTo>
                    <a:pt x="1032357" y="1778197"/>
                  </a:lnTo>
                  <a:lnTo>
                    <a:pt x="1054009" y="1737805"/>
                  </a:lnTo>
                  <a:lnTo>
                    <a:pt x="1073747" y="1694370"/>
                  </a:lnTo>
                  <a:lnTo>
                    <a:pt x="1091484" y="1647860"/>
                  </a:lnTo>
                  <a:lnTo>
                    <a:pt x="1107134" y="1598240"/>
                  </a:lnTo>
                  <a:lnTo>
                    <a:pt x="1120612" y="1545478"/>
                  </a:lnTo>
                  <a:lnTo>
                    <a:pt x="1131832" y="1489541"/>
                  </a:lnTo>
                  <a:lnTo>
                    <a:pt x="1140708" y="1430395"/>
                  </a:lnTo>
                  <a:lnTo>
                    <a:pt x="1147155" y="1368008"/>
                  </a:lnTo>
                  <a:lnTo>
                    <a:pt x="1151085" y="1302346"/>
                  </a:lnTo>
                  <a:lnTo>
                    <a:pt x="1152415" y="1233376"/>
                  </a:lnTo>
                  <a:lnTo>
                    <a:pt x="1151236" y="1176542"/>
                  </a:lnTo>
                  <a:lnTo>
                    <a:pt x="1147772" y="1119193"/>
                  </a:lnTo>
                  <a:lnTo>
                    <a:pt x="1142137" y="1061501"/>
                  </a:lnTo>
                  <a:lnTo>
                    <a:pt x="1134440" y="1003635"/>
                  </a:lnTo>
                  <a:lnTo>
                    <a:pt x="1124794" y="945769"/>
                  </a:lnTo>
                  <a:lnTo>
                    <a:pt x="1113310" y="888073"/>
                  </a:lnTo>
                  <a:lnTo>
                    <a:pt x="1100100" y="830718"/>
                  </a:lnTo>
                  <a:lnTo>
                    <a:pt x="1085275" y="773876"/>
                  </a:lnTo>
                  <a:lnTo>
                    <a:pt x="1068946" y="717719"/>
                  </a:lnTo>
                  <a:lnTo>
                    <a:pt x="1051225" y="662417"/>
                  </a:lnTo>
                  <a:lnTo>
                    <a:pt x="1032224" y="608143"/>
                  </a:lnTo>
                  <a:lnTo>
                    <a:pt x="1012054" y="555066"/>
                  </a:lnTo>
                  <a:lnTo>
                    <a:pt x="990826" y="503360"/>
                  </a:lnTo>
                  <a:lnTo>
                    <a:pt x="968653" y="453195"/>
                  </a:lnTo>
                  <a:lnTo>
                    <a:pt x="945645" y="404742"/>
                  </a:lnTo>
                  <a:lnTo>
                    <a:pt x="921914" y="358174"/>
                  </a:lnTo>
                  <a:lnTo>
                    <a:pt x="897572" y="313661"/>
                  </a:lnTo>
                  <a:lnTo>
                    <a:pt x="872729" y="271374"/>
                  </a:lnTo>
                  <a:lnTo>
                    <a:pt x="847498" y="231486"/>
                  </a:lnTo>
                  <a:lnTo>
                    <a:pt x="821991" y="194167"/>
                  </a:lnTo>
                  <a:lnTo>
                    <a:pt x="796318" y="159588"/>
                  </a:lnTo>
                  <a:lnTo>
                    <a:pt x="770591" y="127922"/>
                  </a:lnTo>
                  <a:lnTo>
                    <a:pt x="744921" y="99340"/>
                  </a:lnTo>
                  <a:lnTo>
                    <a:pt x="694201" y="52112"/>
                  </a:lnTo>
                  <a:lnTo>
                    <a:pt x="645049" y="19274"/>
                  </a:lnTo>
                  <a:lnTo>
                    <a:pt x="598357" y="2198"/>
                  </a:lnTo>
                  <a:lnTo>
                    <a:pt x="576212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1617713" y="5723660"/>
              <a:ext cx="0" cy="2397760"/>
            </a:xfrm>
            <a:custGeom>
              <a:avLst/>
              <a:gdLst/>
              <a:ahLst/>
              <a:cxnLst/>
              <a:rect l="l" t="t" r="r" b="b"/>
              <a:pathLst>
                <a:path w="0" h="2397759">
                  <a:moveTo>
                    <a:pt x="0" y="239733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E4EB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1459838" y="5978932"/>
              <a:ext cx="161290" cy="842010"/>
            </a:xfrm>
            <a:custGeom>
              <a:avLst/>
              <a:gdLst/>
              <a:ahLst/>
              <a:cxnLst/>
              <a:rect l="l" t="t" r="r" b="b"/>
              <a:pathLst>
                <a:path w="161290" h="842009">
                  <a:moveTo>
                    <a:pt x="0" y="0"/>
                  </a:moveTo>
                  <a:lnTo>
                    <a:pt x="0" y="451075"/>
                  </a:lnTo>
                  <a:lnTo>
                    <a:pt x="3716" y="507168"/>
                  </a:lnTo>
                  <a:lnTo>
                    <a:pt x="14736" y="562047"/>
                  </a:lnTo>
                  <a:lnTo>
                    <a:pt x="32869" y="615003"/>
                  </a:lnTo>
                  <a:lnTo>
                    <a:pt x="57924" y="665330"/>
                  </a:lnTo>
                  <a:lnTo>
                    <a:pt x="160885" y="841995"/>
                  </a:lnTo>
                </a:path>
              </a:pathLst>
            </a:custGeom>
            <a:ln w="10470">
              <a:solidFill>
                <a:srgbClr val="E4EB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0813223" y="4644247"/>
              <a:ext cx="820419" cy="2159000"/>
            </a:xfrm>
            <a:custGeom>
              <a:avLst/>
              <a:gdLst/>
              <a:ahLst/>
              <a:cxnLst/>
              <a:rect l="l" t="t" r="r" b="b"/>
              <a:pathLst>
                <a:path w="820420" h="2159000">
                  <a:moveTo>
                    <a:pt x="243961" y="0"/>
                  </a:moveTo>
                  <a:lnTo>
                    <a:pt x="192212" y="4292"/>
                  </a:lnTo>
                  <a:lnTo>
                    <a:pt x="141749" y="16927"/>
                  </a:lnTo>
                  <a:lnTo>
                    <a:pt x="92765" y="37539"/>
                  </a:lnTo>
                  <a:lnTo>
                    <a:pt x="45450" y="65763"/>
                  </a:lnTo>
                  <a:lnTo>
                    <a:pt x="0" y="101232"/>
                  </a:lnTo>
                  <a:lnTo>
                    <a:pt x="39761" y="82375"/>
                  </a:lnTo>
                  <a:lnTo>
                    <a:pt x="80594" y="68669"/>
                  </a:lnTo>
                  <a:lnTo>
                    <a:pt x="122385" y="60305"/>
                  </a:lnTo>
                  <a:lnTo>
                    <a:pt x="165021" y="57474"/>
                  </a:lnTo>
                  <a:lnTo>
                    <a:pt x="198877" y="59258"/>
                  </a:lnTo>
                  <a:lnTo>
                    <a:pt x="264991" y="73232"/>
                  </a:lnTo>
                  <a:lnTo>
                    <a:pt x="328611" y="100424"/>
                  </a:lnTo>
                  <a:lnTo>
                    <a:pt x="389306" y="140046"/>
                  </a:lnTo>
                  <a:lnTo>
                    <a:pt x="446643" y="191310"/>
                  </a:lnTo>
                  <a:lnTo>
                    <a:pt x="473917" y="221061"/>
                  </a:lnTo>
                  <a:lnTo>
                    <a:pt x="500190" y="253426"/>
                  </a:lnTo>
                  <a:lnTo>
                    <a:pt x="525407" y="288308"/>
                  </a:lnTo>
                  <a:lnTo>
                    <a:pt x="549515" y="325607"/>
                  </a:lnTo>
                  <a:lnTo>
                    <a:pt x="572459" y="365225"/>
                  </a:lnTo>
                  <a:lnTo>
                    <a:pt x="594185" y="407064"/>
                  </a:lnTo>
                  <a:lnTo>
                    <a:pt x="614639" y="451024"/>
                  </a:lnTo>
                  <a:lnTo>
                    <a:pt x="633767" y="497008"/>
                  </a:lnTo>
                  <a:lnTo>
                    <a:pt x="651516" y="544916"/>
                  </a:lnTo>
                  <a:lnTo>
                    <a:pt x="667831" y="594651"/>
                  </a:lnTo>
                  <a:lnTo>
                    <a:pt x="682658" y="646113"/>
                  </a:lnTo>
                  <a:lnTo>
                    <a:pt x="695943" y="699204"/>
                  </a:lnTo>
                  <a:lnTo>
                    <a:pt x="707632" y="753825"/>
                  </a:lnTo>
                  <a:lnTo>
                    <a:pt x="717670" y="809879"/>
                  </a:lnTo>
                  <a:lnTo>
                    <a:pt x="726005" y="867266"/>
                  </a:lnTo>
                  <a:lnTo>
                    <a:pt x="732582" y="925887"/>
                  </a:lnTo>
                  <a:lnTo>
                    <a:pt x="737347" y="985645"/>
                  </a:lnTo>
                  <a:lnTo>
                    <a:pt x="740245" y="1046441"/>
                  </a:lnTo>
                  <a:lnTo>
                    <a:pt x="741223" y="1108175"/>
                  </a:lnTo>
                  <a:lnTo>
                    <a:pt x="740257" y="1169500"/>
                  </a:lnTo>
                  <a:lnTo>
                    <a:pt x="737396" y="1229901"/>
                  </a:lnTo>
                  <a:lnTo>
                    <a:pt x="732692" y="1289280"/>
                  </a:lnTo>
                  <a:lnTo>
                    <a:pt x="726199" y="1347542"/>
                  </a:lnTo>
                  <a:lnTo>
                    <a:pt x="717968" y="1404589"/>
                  </a:lnTo>
                  <a:lnTo>
                    <a:pt x="708054" y="1460324"/>
                  </a:lnTo>
                  <a:lnTo>
                    <a:pt x="696509" y="1514651"/>
                  </a:lnTo>
                  <a:lnTo>
                    <a:pt x="683386" y="1567473"/>
                  </a:lnTo>
                  <a:lnTo>
                    <a:pt x="668739" y="1618693"/>
                  </a:lnTo>
                  <a:lnTo>
                    <a:pt x="652620" y="1668214"/>
                  </a:lnTo>
                  <a:lnTo>
                    <a:pt x="635082" y="1715939"/>
                  </a:lnTo>
                  <a:lnTo>
                    <a:pt x="616178" y="1761773"/>
                  </a:lnTo>
                  <a:lnTo>
                    <a:pt x="595961" y="1805617"/>
                  </a:lnTo>
                  <a:lnTo>
                    <a:pt x="574485" y="1847376"/>
                  </a:lnTo>
                  <a:lnTo>
                    <a:pt x="551801" y="1886952"/>
                  </a:lnTo>
                  <a:lnTo>
                    <a:pt x="527964" y="1924248"/>
                  </a:lnTo>
                  <a:lnTo>
                    <a:pt x="503026" y="1959168"/>
                  </a:lnTo>
                  <a:lnTo>
                    <a:pt x="477040" y="1991615"/>
                  </a:lnTo>
                  <a:lnTo>
                    <a:pt x="450060" y="2021493"/>
                  </a:lnTo>
                  <a:lnTo>
                    <a:pt x="422137" y="2048704"/>
                  </a:lnTo>
                  <a:lnTo>
                    <a:pt x="363678" y="2094738"/>
                  </a:lnTo>
                  <a:lnTo>
                    <a:pt x="302088" y="2128945"/>
                  </a:lnTo>
                  <a:lnTo>
                    <a:pt x="237790" y="2150550"/>
                  </a:lnTo>
                  <a:lnTo>
                    <a:pt x="204758" y="2156384"/>
                  </a:lnTo>
                  <a:lnTo>
                    <a:pt x="214522" y="2157470"/>
                  </a:lnTo>
                  <a:lnTo>
                    <a:pt x="224316" y="2158245"/>
                  </a:lnTo>
                  <a:lnTo>
                    <a:pt x="234132" y="2158711"/>
                  </a:lnTo>
                  <a:lnTo>
                    <a:pt x="243961" y="2158866"/>
                  </a:lnTo>
                  <a:lnTo>
                    <a:pt x="276658" y="2157157"/>
                  </a:lnTo>
                  <a:lnTo>
                    <a:pt x="340569" y="2143760"/>
                  </a:lnTo>
                  <a:lnTo>
                    <a:pt x="402176" y="2117665"/>
                  </a:lnTo>
                  <a:lnTo>
                    <a:pt x="461090" y="2079601"/>
                  </a:lnTo>
                  <a:lnTo>
                    <a:pt x="516924" y="2030297"/>
                  </a:lnTo>
                  <a:lnTo>
                    <a:pt x="543563" y="2001658"/>
                  </a:lnTo>
                  <a:lnTo>
                    <a:pt x="569286" y="1970483"/>
                  </a:lnTo>
                  <a:lnTo>
                    <a:pt x="594044" y="1936862"/>
                  </a:lnTo>
                  <a:lnTo>
                    <a:pt x="617789" y="1900886"/>
                  </a:lnTo>
                  <a:lnTo>
                    <a:pt x="640471" y="1862647"/>
                  </a:lnTo>
                  <a:lnTo>
                    <a:pt x="662042" y="1822237"/>
                  </a:lnTo>
                  <a:lnTo>
                    <a:pt x="682454" y="1779745"/>
                  </a:lnTo>
                  <a:lnTo>
                    <a:pt x="701658" y="1735263"/>
                  </a:lnTo>
                  <a:lnTo>
                    <a:pt x="719605" y="1688883"/>
                  </a:lnTo>
                  <a:lnTo>
                    <a:pt x="736247" y="1640696"/>
                  </a:lnTo>
                  <a:lnTo>
                    <a:pt x="751534" y="1590792"/>
                  </a:lnTo>
                  <a:lnTo>
                    <a:pt x="765419" y="1539262"/>
                  </a:lnTo>
                  <a:lnTo>
                    <a:pt x="777852" y="1486199"/>
                  </a:lnTo>
                  <a:lnTo>
                    <a:pt x="788786" y="1431692"/>
                  </a:lnTo>
                  <a:lnTo>
                    <a:pt x="798171" y="1375834"/>
                  </a:lnTo>
                  <a:lnTo>
                    <a:pt x="805958" y="1318715"/>
                  </a:lnTo>
                  <a:lnTo>
                    <a:pt x="812100" y="1260426"/>
                  </a:lnTo>
                  <a:lnTo>
                    <a:pt x="816547" y="1201059"/>
                  </a:lnTo>
                  <a:lnTo>
                    <a:pt x="819251" y="1140704"/>
                  </a:lnTo>
                  <a:lnTo>
                    <a:pt x="820163" y="1079454"/>
                  </a:lnTo>
                  <a:lnTo>
                    <a:pt x="819250" y="1018200"/>
                  </a:lnTo>
                  <a:lnTo>
                    <a:pt x="816545" y="957842"/>
                  </a:lnTo>
                  <a:lnTo>
                    <a:pt x="812096" y="898472"/>
                  </a:lnTo>
                  <a:lnTo>
                    <a:pt x="805952" y="840181"/>
                  </a:lnTo>
                  <a:lnTo>
                    <a:pt x="798162" y="783059"/>
                  </a:lnTo>
                  <a:lnTo>
                    <a:pt x="788774" y="727198"/>
                  </a:lnTo>
                  <a:lnTo>
                    <a:pt x="777837" y="672689"/>
                  </a:lnTo>
                  <a:lnTo>
                    <a:pt x="765400" y="619623"/>
                  </a:lnTo>
                  <a:lnTo>
                    <a:pt x="751511" y="568092"/>
                  </a:lnTo>
                  <a:lnTo>
                    <a:pt x="736220" y="518186"/>
                  </a:lnTo>
                  <a:lnTo>
                    <a:pt x="719574" y="469997"/>
                  </a:lnTo>
                  <a:lnTo>
                    <a:pt x="701623" y="423615"/>
                  </a:lnTo>
                  <a:lnTo>
                    <a:pt x="682416" y="379132"/>
                  </a:lnTo>
                  <a:lnTo>
                    <a:pt x="662001" y="336638"/>
                  </a:lnTo>
                  <a:lnTo>
                    <a:pt x="640426" y="296226"/>
                  </a:lnTo>
                  <a:lnTo>
                    <a:pt x="617741" y="257986"/>
                  </a:lnTo>
                  <a:lnTo>
                    <a:pt x="593995" y="222010"/>
                  </a:lnTo>
                  <a:lnTo>
                    <a:pt x="569235" y="188388"/>
                  </a:lnTo>
                  <a:lnTo>
                    <a:pt x="543512" y="157211"/>
                  </a:lnTo>
                  <a:lnTo>
                    <a:pt x="516873" y="128571"/>
                  </a:lnTo>
                  <a:lnTo>
                    <a:pt x="461042" y="79266"/>
                  </a:lnTo>
                  <a:lnTo>
                    <a:pt x="402135" y="41201"/>
                  </a:lnTo>
                  <a:lnTo>
                    <a:pt x="340540" y="15105"/>
                  </a:lnTo>
                  <a:lnTo>
                    <a:pt x="276647" y="1708"/>
                  </a:lnTo>
                  <a:lnTo>
                    <a:pt x="243961" y="0"/>
                  </a:lnTo>
                  <a:close/>
                </a:path>
              </a:pathLst>
            </a:custGeom>
            <a:solidFill>
              <a:srgbClr val="E4EB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0402042" y="4701726"/>
              <a:ext cx="1152525" cy="2101850"/>
            </a:xfrm>
            <a:custGeom>
              <a:avLst/>
              <a:gdLst/>
              <a:ahLst/>
              <a:cxnLst/>
              <a:rect l="l" t="t" r="r" b="b"/>
              <a:pathLst>
                <a:path w="1152525" h="2101850">
                  <a:moveTo>
                    <a:pt x="576202" y="0"/>
                  </a:moveTo>
                  <a:lnTo>
                    <a:pt x="509004" y="7068"/>
                  </a:lnTo>
                  <a:lnTo>
                    <a:pt x="444083" y="27749"/>
                  </a:lnTo>
                  <a:lnTo>
                    <a:pt x="381871" y="61254"/>
                  </a:lnTo>
                  <a:lnTo>
                    <a:pt x="322801" y="106794"/>
                  </a:lnTo>
                  <a:lnTo>
                    <a:pt x="294579" y="133831"/>
                  </a:lnTo>
                  <a:lnTo>
                    <a:pt x="267305" y="163581"/>
                  </a:lnTo>
                  <a:lnTo>
                    <a:pt x="241032" y="195945"/>
                  </a:lnTo>
                  <a:lnTo>
                    <a:pt x="215815" y="230826"/>
                  </a:lnTo>
                  <a:lnTo>
                    <a:pt x="191708" y="268124"/>
                  </a:lnTo>
                  <a:lnTo>
                    <a:pt x="168764" y="307741"/>
                  </a:lnTo>
                  <a:lnTo>
                    <a:pt x="147038" y="349579"/>
                  </a:lnTo>
                  <a:lnTo>
                    <a:pt x="126584" y="393539"/>
                  </a:lnTo>
                  <a:lnTo>
                    <a:pt x="107455" y="439522"/>
                  </a:lnTo>
                  <a:lnTo>
                    <a:pt x="89706" y="487429"/>
                  </a:lnTo>
                  <a:lnTo>
                    <a:pt x="73392" y="537163"/>
                  </a:lnTo>
                  <a:lnTo>
                    <a:pt x="58565" y="588625"/>
                  </a:lnTo>
                  <a:lnTo>
                    <a:pt x="45280" y="641716"/>
                  </a:lnTo>
                  <a:lnTo>
                    <a:pt x="33591" y="696337"/>
                  </a:lnTo>
                  <a:lnTo>
                    <a:pt x="23552" y="752391"/>
                  </a:lnTo>
                  <a:lnTo>
                    <a:pt x="15217" y="809778"/>
                  </a:lnTo>
                  <a:lnTo>
                    <a:pt x="8641" y="868400"/>
                  </a:lnTo>
                  <a:lnTo>
                    <a:pt x="3876" y="928158"/>
                  </a:lnTo>
                  <a:lnTo>
                    <a:pt x="978" y="988954"/>
                  </a:lnTo>
                  <a:lnTo>
                    <a:pt x="0" y="1050690"/>
                  </a:lnTo>
                  <a:lnTo>
                    <a:pt x="978" y="1112427"/>
                  </a:lnTo>
                  <a:lnTo>
                    <a:pt x="3876" y="1173224"/>
                  </a:lnTo>
                  <a:lnTo>
                    <a:pt x="8641" y="1232983"/>
                  </a:lnTo>
                  <a:lnTo>
                    <a:pt x="15217" y="1291606"/>
                  </a:lnTo>
                  <a:lnTo>
                    <a:pt x="23552" y="1348994"/>
                  </a:lnTo>
                  <a:lnTo>
                    <a:pt x="33591" y="1405048"/>
                  </a:lnTo>
                  <a:lnTo>
                    <a:pt x="45280" y="1459670"/>
                  </a:lnTo>
                  <a:lnTo>
                    <a:pt x="58565" y="1512762"/>
                  </a:lnTo>
                  <a:lnTo>
                    <a:pt x="73392" y="1564224"/>
                  </a:lnTo>
                  <a:lnTo>
                    <a:pt x="89706" y="1613958"/>
                  </a:lnTo>
                  <a:lnTo>
                    <a:pt x="107455" y="1661867"/>
                  </a:lnTo>
                  <a:lnTo>
                    <a:pt x="126584" y="1707850"/>
                  </a:lnTo>
                  <a:lnTo>
                    <a:pt x="147038" y="1751810"/>
                  </a:lnTo>
                  <a:lnTo>
                    <a:pt x="168764" y="1793648"/>
                  </a:lnTo>
                  <a:lnTo>
                    <a:pt x="191708" y="1833265"/>
                  </a:lnTo>
                  <a:lnTo>
                    <a:pt x="215815" y="1870564"/>
                  </a:lnTo>
                  <a:lnTo>
                    <a:pt x="241032" y="1905445"/>
                  </a:lnTo>
                  <a:lnTo>
                    <a:pt x="267305" y="1937809"/>
                  </a:lnTo>
                  <a:lnTo>
                    <a:pt x="294579" y="1967560"/>
                  </a:lnTo>
                  <a:lnTo>
                    <a:pt x="322801" y="1994597"/>
                  </a:lnTo>
                  <a:lnTo>
                    <a:pt x="381871" y="2040137"/>
                  </a:lnTo>
                  <a:lnTo>
                    <a:pt x="444083" y="2073641"/>
                  </a:lnTo>
                  <a:lnTo>
                    <a:pt x="509004" y="2094322"/>
                  </a:lnTo>
                  <a:lnTo>
                    <a:pt x="576202" y="2101391"/>
                  </a:lnTo>
                  <a:lnTo>
                    <a:pt x="610058" y="2099607"/>
                  </a:lnTo>
                  <a:lnTo>
                    <a:pt x="676172" y="2085634"/>
                  </a:lnTo>
                  <a:lnTo>
                    <a:pt x="739792" y="2058443"/>
                  </a:lnTo>
                  <a:lnTo>
                    <a:pt x="800487" y="2018822"/>
                  </a:lnTo>
                  <a:lnTo>
                    <a:pt x="857824" y="1967560"/>
                  </a:lnTo>
                  <a:lnTo>
                    <a:pt x="885099" y="1937809"/>
                  </a:lnTo>
                  <a:lnTo>
                    <a:pt x="911371" y="1905445"/>
                  </a:lnTo>
                  <a:lnTo>
                    <a:pt x="936588" y="1870564"/>
                  </a:lnTo>
                  <a:lnTo>
                    <a:pt x="960696" y="1833265"/>
                  </a:lnTo>
                  <a:lnTo>
                    <a:pt x="983640" y="1793648"/>
                  </a:lnTo>
                  <a:lnTo>
                    <a:pt x="1005366" y="1751810"/>
                  </a:lnTo>
                  <a:lnTo>
                    <a:pt x="1025820" y="1707850"/>
                  </a:lnTo>
                  <a:lnTo>
                    <a:pt x="1044949" y="1661867"/>
                  </a:lnTo>
                  <a:lnTo>
                    <a:pt x="1062697" y="1613958"/>
                  </a:lnTo>
                  <a:lnTo>
                    <a:pt x="1079012" y="1564224"/>
                  </a:lnTo>
                  <a:lnTo>
                    <a:pt x="1093839" y="1512762"/>
                  </a:lnTo>
                  <a:lnTo>
                    <a:pt x="1107124" y="1459670"/>
                  </a:lnTo>
                  <a:lnTo>
                    <a:pt x="1118813" y="1405048"/>
                  </a:lnTo>
                  <a:lnTo>
                    <a:pt x="1128852" y="1348994"/>
                  </a:lnTo>
                  <a:lnTo>
                    <a:pt x="1137186" y="1291606"/>
                  </a:lnTo>
                  <a:lnTo>
                    <a:pt x="1143763" y="1232983"/>
                  </a:lnTo>
                  <a:lnTo>
                    <a:pt x="1148528" y="1173224"/>
                  </a:lnTo>
                  <a:lnTo>
                    <a:pt x="1151426" y="1112427"/>
                  </a:lnTo>
                  <a:lnTo>
                    <a:pt x="1152404" y="1050690"/>
                  </a:lnTo>
                  <a:lnTo>
                    <a:pt x="1151426" y="988954"/>
                  </a:lnTo>
                  <a:lnTo>
                    <a:pt x="1148528" y="928158"/>
                  </a:lnTo>
                  <a:lnTo>
                    <a:pt x="1143763" y="868400"/>
                  </a:lnTo>
                  <a:lnTo>
                    <a:pt x="1137186" y="809778"/>
                  </a:lnTo>
                  <a:lnTo>
                    <a:pt x="1128852" y="752391"/>
                  </a:lnTo>
                  <a:lnTo>
                    <a:pt x="1118813" y="696337"/>
                  </a:lnTo>
                  <a:lnTo>
                    <a:pt x="1107124" y="641716"/>
                  </a:lnTo>
                  <a:lnTo>
                    <a:pt x="1093839" y="588625"/>
                  </a:lnTo>
                  <a:lnTo>
                    <a:pt x="1079012" y="537163"/>
                  </a:lnTo>
                  <a:lnTo>
                    <a:pt x="1062697" y="487429"/>
                  </a:lnTo>
                  <a:lnTo>
                    <a:pt x="1044949" y="439522"/>
                  </a:lnTo>
                  <a:lnTo>
                    <a:pt x="1025820" y="393539"/>
                  </a:lnTo>
                  <a:lnTo>
                    <a:pt x="1005366" y="349579"/>
                  </a:lnTo>
                  <a:lnTo>
                    <a:pt x="983640" y="307741"/>
                  </a:lnTo>
                  <a:lnTo>
                    <a:pt x="960696" y="268124"/>
                  </a:lnTo>
                  <a:lnTo>
                    <a:pt x="936588" y="230826"/>
                  </a:lnTo>
                  <a:lnTo>
                    <a:pt x="911371" y="195945"/>
                  </a:lnTo>
                  <a:lnTo>
                    <a:pt x="885099" y="163581"/>
                  </a:lnTo>
                  <a:lnTo>
                    <a:pt x="857824" y="133831"/>
                  </a:lnTo>
                  <a:lnTo>
                    <a:pt x="829603" y="106794"/>
                  </a:lnTo>
                  <a:lnTo>
                    <a:pt x="770532" y="61254"/>
                  </a:lnTo>
                  <a:lnTo>
                    <a:pt x="708321" y="27749"/>
                  </a:lnTo>
                  <a:lnTo>
                    <a:pt x="643400" y="7068"/>
                  </a:lnTo>
                  <a:lnTo>
                    <a:pt x="576202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0981816" y="5260870"/>
              <a:ext cx="0" cy="750570"/>
            </a:xfrm>
            <a:custGeom>
              <a:avLst/>
              <a:gdLst/>
              <a:ahLst/>
              <a:cxnLst/>
              <a:rect l="l" t="t" r="r" b="b"/>
              <a:pathLst>
                <a:path w="0" h="750570">
                  <a:moveTo>
                    <a:pt x="0" y="0"/>
                  </a:moveTo>
                  <a:lnTo>
                    <a:pt x="0" y="750538"/>
                  </a:lnTo>
                </a:path>
              </a:pathLst>
            </a:custGeom>
            <a:ln w="10470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0877242" y="4983682"/>
              <a:ext cx="100965" cy="1017905"/>
            </a:xfrm>
            <a:custGeom>
              <a:avLst/>
              <a:gdLst/>
              <a:ahLst/>
              <a:cxnLst/>
              <a:rect l="l" t="t" r="r" b="b"/>
              <a:pathLst>
                <a:path w="100965" h="1017904">
                  <a:moveTo>
                    <a:pt x="0" y="0"/>
                  </a:moveTo>
                  <a:lnTo>
                    <a:pt x="0" y="744270"/>
                  </a:lnTo>
                  <a:lnTo>
                    <a:pt x="2946" y="793330"/>
                  </a:lnTo>
                  <a:lnTo>
                    <a:pt x="11719" y="841421"/>
                  </a:lnTo>
                  <a:lnTo>
                    <a:pt x="26161" y="888035"/>
                  </a:lnTo>
                  <a:lnTo>
                    <a:pt x="46114" y="932663"/>
                  </a:lnTo>
                  <a:lnTo>
                    <a:pt x="71421" y="974797"/>
                  </a:lnTo>
                  <a:lnTo>
                    <a:pt x="100928" y="1017801"/>
                  </a:lnTo>
                </a:path>
              </a:pathLst>
            </a:custGeom>
            <a:ln w="10470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0983023" y="5267931"/>
              <a:ext cx="224790" cy="426720"/>
            </a:xfrm>
            <a:custGeom>
              <a:avLst/>
              <a:gdLst/>
              <a:ahLst/>
              <a:cxnLst/>
              <a:rect l="l" t="t" r="r" b="b"/>
              <a:pathLst>
                <a:path w="224790" h="426720">
                  <a:moveTo>
                    <a:pt x="224516" y="0"/>
                  </a:moveTo>
                  <a:lnTo>
                    <a:pt x="222021" y="50737"/>
                  </a:lnTo>
                  <a:lnTo>
                    <a:pt x="214652" y="100505"/>
                  </a:lnTo>
                  <a:lnTo>
                    <a:pt x="202574" y="148991"/>
                  </a:lnTo>
                  <a:lnTo>
                    <a:pt x="185951" y="195883"/>
                  </a:lnTo>
                  <a:lnTo>
                    <a:pt x="164949" y="240867"/>
                  </a:lnTo>
                  <a:lnTo>
                    <a:pt x="139731" y="283630"/>
                  </a:lnTo>
                  <a:lnTo>
                    <a:pt x="110462" y="323861"/>
                  </a:lnTo>
                  <a:lnTo>
                    <a:pt x="77308" y="361246"/>
                  </a:lnTo>
                  <a:lnTo>
                    <a:pt x="40432" y="395472"/>
                  </a:lnTo>
                  <a:lnTo>
                    <a:pt x="0" y="426227"/>
                  </a:lnTo>
                </a:path>
              </a:pathLst>
            </a:custGeom>
            <a:ln w="10470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3365840" y="5600558"/>
              <a:ext cx="1236345" cy="1917700"/>
            </a:xfrm>
            <a:custGeom>
              <a:avLst/>
              <a:gdLst/>
              <a:ahLst/>
              <a:cxnLst/>
              <a:rect l="l" t="t" r="r" b="b"/>
              <a:pathLst>
                <a:path w="1236344" h="1917700">
                  <a:moveTo>
                    <a:pt x="618075" y="0"/>
                  </a:moveTo>
                  <a:lnTo>
                    <a:pt x="543369" y="6931"/>
                  </a:lnTo>
                  <a:lnTo>
                    <a:pt x="471308" y="27191"/>
                  </a:lnTo>
                  <a:lnTo>
                    <a:pt x="402409" y="59976"/>
                  </a:lnTo>
                  <a:lnTo>
                    <a:pt x="369308" y="80816"/>
                  </a:lnTo>
                  <a:lnTo>
                    <a:pt x="337190" y="104486"/>
                  </a:lnTo>
                  <a:lnTo>
                    <a:pt x="306122" y="130886"/>
                  </a:lnTo>
                  <a:lnTo>
                    <a:pt x="276167" y="159917"/>
                  </a:lnTo>
                  <a:lnTo>
                    <a:pt x="247391" y="191477"/>
                  </a:lnTo>
                  <a:lnTo>
                    <a:pt x="219858" y="225467"/>
                  </a:lnTo>
                  <a:lnTo>
                    <a:pt x="193633" y="261786"/>
                  </a:lnTo>
                  <a:lnTo>
                    <a:pt x="168780" y="300335"/>
                  </a:lnTo>
                  <a:lnTo>
                    <a:pt x="145364" y="341011"/>
                  </a:lnTo>
                  <a:lnTo>
                    <a:pt x="123450" y="383717"/>
                  </a:lnTo>
                  <a:lnTo>
                    <a:pt x="103102" y="428350"/>
                  </a:lnTo>
                  <a:lnTo>
                    <a:pt x="84386" y="474811"/>
                  </a:lnTo>
                  <a:lnTo>
                    <a:pt x="67365" y="523000"/>
                  </a:lnTo>
                  <a:lnTo>
                    <a:pt x="52104" y="572817"/>
                  </a:lnTo>
                  <a:lnTo>
                    <a:pt x="38668" y="624160"/>
                  </a:lnTo>
                  <a:lnTo>
                    <a:pt x="27122" y="676930"/>
                  </a:lnTo>
                  <a:lnTo>
                    <a:pt x="17530" y="731027"/>
                  </a:lnTo>
                  <a:lnTo>
                    <a:pt x="9958" y="786349"/>
                  </a:lnTo>
                  <a:lnTo>
                    <a:pt x="4468" y="842798"/>
                  </a:lnTo>
                  <a:lnTo>
                    <a:pt x="1128" y="900272"/>
                  </a:lnTo>
                  <a:lnTo>
                    <a:pt x="0" y="958672"/>
                  </a:lnTo>
                  <a:lnTo>
                    <a:pt x="1128" y="1017072"/>
                  </a:lnTo>
                  <a:lnTo>
                    <a:pt x="4468" y="1074546"/>
                  </a:lnTo>
                  <a:lnTo>
                    <a:pt x="9958" y="1130995"/>
                  </a:lnTo>
                  <a:lnTo>
                    <a:pt x="17530" y="1186318"/>
                  </a:lnTo>
                  <a:lnTo>
                    <a:pt x="27122" y="1240415"/>
                  </a:lnTo>
                  <a:lnTo>
                    <a:pt x="38668" y="1293185"/>
                  </a:lnTo>
                  <a:lnTo>
                    <a:pt x="52104" y="1344529"/>
                  </a:lnTo>
                  <a:lnTo>
                    <a:pt x="67365" y="1394346"/>
                  </a:lnTo>
                  <a:lnTo>
                    <a:pt x="84386" y="1442535"/>
                  </a:lnTo>
                  <a:lnTo>
                    <a:pt x="103102" y="1488997"/>
                  </a:lnTo>
                  <a:lnTo>
                    <a:pt x="123450" y="1533631"/>
                  </a:lnTo>
                  <a:lnTo>
                    <a:pt x="145364" y="1576337"/>
                  </a:lnTo>
                  <a:lnTo>
                    <a:pt x="168780" y="1617014"/>
                  </a:lnTo>
                  <a:lnTo>
                    <a:pt x="193633" y="1655563"/>
                  </a:lnTo>
                  <a:lnTo>
                    <a:pt x="219858" y="1691883"/>
                  </a:lnTo>
                  <a:lnTo>
                    <a:pt x="247391" y="1725873"/>
                  </a:lnTo>
                  <a:lnTo>
                    <a:pt x="276167" y="1757434"/>
                  </a:lnTo>
                  <a:lnTo>
                    <a:pt x="306122" y="1786465"/>
                  </a:lnTo>
                  <a:lnTo>
                    <a:pt x="337190" y="1812866"/>
                  </a:lnTo>
                  <a:lnTo>
                    <a:pt x="369308" y="1836537"/>
                  </a:lnTo>
                  <a:lnTo>
                    <a:pt x="402409" y="1857376"/>
                  </a:lnTo>
                  <a:lnTo>
                    <a:pt x="436431" y="1875285"/>
                  </a:lnTo>
                  <a:lnTo>
                    <a:pt x="506976" y="1901909"/>
                  </a:lnTo>
                  <a:lnTo>
                    <a:pt x="580424" y="1915605"/>
                  </a:lnTo>
                  <a:lnTo>
                    <a:pt x="618075" y="1917355"/>
                  </a:lnTo>
                  <a:lnTo>
                    <a:pt x="655726" y="1915605"/>
                  </a:lnTo>
                  <a:lnTo>
                    <a:pt x="729174" y="1901909"/>
                  </a:lnTo>
                  <a:lnTo>
                    <a:pt x="799719" y="1875285"/>
                  </a:lnTo>
                  <a:lnTo>
                    <a:pt x="833740" y="1857376"/>
                  </a:lnTo>
                  <a:lnTo>
                    <a:pt x="866842" y="1836537"/>
                  </a:lnTo>
                  <a:lnTo>
                    <a:pt x="898960" y="1812866"/>
                  </a:lnTo>
                  <a:lnTo>
                    <a:pt x="930028" y="1786465"/>
                  </a:lnTo>
                  <a:lnTo>
                    <a:pt x="959983" y="1757434"/>
                  </a:lnTo>
                  <a:lnTo>
                    <a:pt x="988759" y="1725873"/>
                  </a:lnTo>
                  <a:lnTo>
                    <a:pt x="1016292" y="1691883"/>
                  </a:lnTo>
                  <a:lnTo>
                    <a:pt x="1042517" y="1655563"/>
                  </a:lnTo>
                  <a:lnTo>
                    <a:pt x="1067370" y="1617014"/>
                  </a:lnTo>
                  <a:lnTo>
                    <a:pt x="1090786" y="1576337"/>
                  </a:lnTo>
                  <a:lnTo>
                    <a:pt x="1112700" y="1533631"/>
                  </a:lnTo>
                  <a:lnTo>
                    <a:pt x="1133048" y="1488997"/>
                  </a:lnTo>
                  <a:lnTo>
                    <a:pt x="1151764" y="1442535"/>
                  </a:lnTo>
                  <a:lnTo>
                    <a:pt x="1168785" y="1394346"/>
                  </a:lnTo>
                  <a:lnTo>
                    <a:pt x="1184046" y="1344529"/>
                  </a:lnTo>
                  <a:lnTo>
                    <a:pt x="1197482" y="1293185"/>
                  </a:lnTo>
                  <a:lnTo>
                    <a:pt x="1209028" y="1240415"/>
                  </a:lnTo>
                  <a:lnTo>
                    <a:pt x="1218619" y="1186318"/>
                  </a:lnTo>
                  <a:lnTo>
                    <a:pt x="1226192" y="1130995"/>
                  </a:lnTo>
                  <a:lnTo>
                    <a:pt x="1231681" y="1074546"/>
                  </a:lnTo>
                  <a:lnTo>
                    <a:pt x="1235022" y="1017072"/>
                  </a:lnTo>
                  <a:lnTo>
                    <a:pt x="1236150" y="958672"/>
                  </a:lnTo>
                  <a:lnTo>
                    <a:pt x="1235022" y="900272"/>
                  </a:lnTo>
                  <a:lnTo>
                    <a:pt x="1231681" y="842798"/>
                  </a:lnTo>
                  <a:lnTo>
                    <a:pt x="1226192" y="786349"/>
                  </a:lnTo>
                  <a:lnTo>
                    <a:pt x="1218619" y="731027"/>
                  </a:lnTo>
                  <a:lnTo>
                    <a:pt x="1209028" y="676930"/>
                  </a:lnTo>
                  <a:lnTo>
                    <a:pt x="1197482" y="624160"/>
                  </a:lnTo>
                  <a:lnTo>
                    <a:pt x="1184046" y="572817"/>
                  </a:lnTo>
                  <a:lnTo>
                    <a:pt x="1168785" y="523000"/>
                  </a:lnTo>
                  <a:lnTo>
                    <a:pt x="1151764" y="474811"/>
                  </a:lnTo>
                  <a:lnTo>
                    <a:pt x="1133048" y="428350"/>
                  </a:lnTo>
                  <a:lnTo>
                    <a:pt x="1112700" y="383717"/>
                  </a:lnTo>
                  <a:lnTo>
                    <a:pt x="1090786" y="341011"/>
                  </a:lnTo>
                  <a:lnTo>
                    <a:pt x="1067370" y="300335"/>
                  </a:lnTo>
                  <a:lnTo>
                    <a:pt x="1042517" y="261786"/>
                  </a:lnTo>
                  <a:lnTo>
                    <a:pt x="1016292" y="225467"/>
                  </a:lnTo>
                  <a:lnTo>
                    <a:pt x="988759" y="191477"/>
                  </a:lnTo>
                  <a:lnTo>
                    <a:pt x="959983" y="159917"/>
                  </a:lnTo>
                  <a:lnTo>
                    <a:pt x="930028" y="130886"/>
                  </a:lnTo>
                  <a:lnTo>
                    <a:pt x="898960" y="104486"/>
                  </a:lnTo>
                  <a:lnTo>
                    <a:pt x="866842" y="80816"/>
                  </a:lnTo>
                  <a:lnTo>
                    <a:pt x="833740" y="59976"/>
                  </a:lnTo>
                  <a:lnTo>
                    <a:pt x="799719" y="42068"/>
                  </a:lnTo>
                  <a:lnTo>
                    <a:pt x="729174" y="15445"/>
                  </a:lnTo>
                  <a:lnTo>
                    <a:pt x="655726" y="1749"/>
                  </a:lnTo>
                  <a:lnTo>
                    <a:pt x="618075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3941440" y="6264346"/>
              <a:ext cx="0" cy="1680210"/>
            </a:xfrm>
            <a:custGeom>
              <a:avLst/>
              <a:gdLst/>
              <a:ahLst/>
              <a:cxnLst/>
              <a:rect l="l" t="t" r="r" b="b"/>
              <a:pathLst>
                <a:path w="0" h="1680209">
                  <a:moveTo>
                    <a:pt x="0" y="0"/>
                  </a:moveTo>
                  <a:lnTo>
                    <a:pt x="0" y="1679781"/>
                  </a:lnTo>
                </a:path>
              </a:pathLst>
            </a:custGeom>
            <a:ln w="10470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3941441" y="6547920"/>
              <a:ext cx="123825" cy="520700"/>
            </a:xfrm>
            <a:custGeom>
              <a:avLst/>
              <a:gdLst/>
              <a:ahLst/>
              <a:cxnLst/>
              <a:rect l="l" t="t" r="r" b="b"/>
              <a:pathLst>
                <a:path w="123825" h="520700">
                  <a:moveTo>
                    <a:pt x="123441" y="0"/>
                  </a:moveTo>
                  <a:lnTo>
                    <a:pt x="123441" y="218694"/>
                  </a:lnTo>
                  <a:lnTo>
                    <a:pt x="120744" y="260201"/>
                  </a:lnTo>
                  <a:lnTo>
                    <a:pt x="112745" y="300841"/>
                  </a:lnTo>
                  <a:lnTo>
                    <a:pt x="99578" y="340111"/>
                  </a:lnTo>
                  <a:lnTo>
                    <a:pt x="81379" y="377506"/>
                  </a:lnTo>
                  <a:lnTo>
                    <a:pt x="0" y="520350"/>
                  </a:lnTo>
                </a:path>
              </a:pathLst>
            </a:custGeom>
            <a:ln w="10470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 descr=""/>
          <p:cNvGrpSpPr/>
          <p:nvPr/>
        </p:nvGrpSpPr>
        <p:grpSpPr>
          <a:xfrm>
            <a:off x="18290423" y="5445025"/>
            <a:ext cx="1256665" cy="2586355"/>
            <a:chOff x="18290423" y="5445025"/>
            <a:chExt cx="1256665" cy="2586355"/>
          </a:xfrm>
        </p:grpSpPr>
        <p:sp>
          <p:nvSpPr>
            <p:cNvPr id="25" name="object 25" descr=""/>
            <p:cNvSpPr/>
            <p:nvPr/>
          </p:nvSpPr>
          <p:spPr>
            <a:xfrm>
              <a:off x="18290423" y="5445025"/>
              <a:ext cx="862330" cy="1835150"/>
            </a:xfrm>
            <a:custGeom>
              <a:avLst/>
              <a:gdLst/>
              <a:ahLst/>
              <a:cxnLst/>
              <a:rect l="l" t="t" r="r" b="b"/>
              <a:pathLst>
                <a:path w="862330" h="1835150">
                  <a:moveTo>
                    <a:pt x="430887" y="0"/>
                  </a:moveTo>
                  <a:lnTo>
                    <a:pt x="374812" y="22988"/>
                  </a:lnTo>
                  <a:lnTo>
                    <a:pt x="333372" y="61870"/>
                  </a:lnTo>
                  <a:lnTo>
                    <a:pt x="290013" y="117372"/>
                  </a:lnTo>
                  <a:lnTo>
                    <a:pt x="267970" y="150760"/>
                  </a:lnTo>
                  <a:lnTo>
                    <a:pt x="245874" y="187588"/>
                  </a:lnTo>
                  <a:lnTo>
                    <a:pt x="223868" y="227618"/>
                  </a:lnTo>
                  <a:lnTo>
                    <a:pt x="202093" y="270612"/>
                  </a:lnTo>
                  <a:lnTo>
                    <a:pt x="180692" y="316330"/>
                  </a:lnTo>
                  <a:lnTo>
                    <a:pt x="159807" y="364536"/>
                  </a:lnTo>
                  <a:lnTo>
                    <a:pt x="139581" y="414989"/>
                  </a:lnTo>
                  <a:lnTo>
                    <a:pt x="120156" y="467453"/>
                  </a:lnTo>
                  <a:lnTo>
                    <a:pt x="101673" y="521689"/>
                  </a:lnTo>
                  <a:lnTo>
                    <a:pt x="84275" y="577457"/>
                  </a:lnTo>
                  <a:lnTo>
                    <a:pt x="68105" y="634521"/>
                  </a:lnTo>
                  <a:lnTo>
                    <a:pt x="53304" y="692642"/>
                  </a:lnTo>
                  <a:lnTo>
                    <a:pt x="40016" y="751581"/>
                  </a:lnTo>
                  <a:lnTo>
                    <a:pt x="28381" y="811100"/>
                  </a:lnTo>
                  <a:lnTo>
                    <a:pt x="18543" y="870961"/>
                  </a:lnTo>
                  <a:lnTo>
                    <a:pt x="10644" y="930925"/>
                  </a:lnTo>
                  <a:lnTo>
                    <a:pt x="4825" y="990755"/>
                  </a:lnTo>
                  <a:lnTo>
                    <a:pt x="1230" y="1050211"/>
                  </a:lnTo>
                  <a:lnTo>
                    <a:pt x="0" y="1109055"/>
                  </a:lnTo>
                  <a:lnTo>
                    <a:pt x="1428" y="1182903"/>
                  </a:lnTo>
                  <a:lnTo>
                    <a:pt x="5640" y="1252488"/>
                  </a:lnTo>
                  <a:lnTo>
                    <a:pt x="12523" y="1317863"/>
                  </a:lnTo>
                  <a:lnTo>
                    <a:pt x="21969" y="1379077"/>
                  </a:lnTo>
                  <a:lnTo>
                    <a:pt x="33864" y="1436184"/>
                  </a:lnTo>
                  <a:lnTo>
                    <a:pt x="48098" y="1489233"/>
                  </a:lnTo>
                  <a:lnTo>
                    <a:pt x="64562" y="1538276"/>
                  </a:lnTo>
                  <a:lnTo>
                    <a:pt x="83142" y="1583366"/>
                  </a:lnTo>
                  <a:lnTo>
                    <a:pt x="103729" y="1624553"/>
                  </a:lnTo>
                  <a:lnTo>
                    <a:pt x="126212" y="1661889"/>
                  </a:lnTo>
                  <a:lnTo>
                    <a:pt x="150479" y="1695425"/>
                  </a:lnTo>
                  <a:lnTo>
                    <a:pt x="176420" y="1725212"/>
                  </a:lnTo>
                  <a:lnTo>
                    <a:pt x="232879" y="1773747"/>
                  </a:lnTo>
                  <a:lnTo>
                    <a:pt x="294701" y="1807906"/>
                  </a:lnTo>
                  <a:lnTo>
                    <a:pt x="361000" y="1828100"/>
                  </a:lnTo>
                  <a:lnTo>
                    <a:pt x="430887" y="1834739"/>
                  </a:lnTo>
                  <a:lnTo>
                    <a:pt x="466225" y="1833088"/>
                  </a:lnTo>
                  <a:lnTo>
                    <a:pt x="534429" y="1819723"/>
                  </a:lnTo>
                  <a:lnTo>
                    <a:pt x="598600" y="1792598"/>
                  </a:lnTo>
                  <a:lnTo>
                    <a:pt x="657849" y="1751302"/>
                  </a:lnTo>
                  <a:lnTo>
                    <a:pt x="711290" y="1695425"/>
                  </a:lnTo>
                  <a:lnTo>
                    <a:pt x="735556" y="1661889"/>
                  </a:lnTo>
                  <a:lnTo>
                    <a:pt x="758036" y="1624553"/>
                  </a:lnTo>
                  <a:lnTo>
                    <a:pt x="778621" y="1583366"/>
                  </a:lnTo>
                  <a:lnTo>
                    <a:pt x="797200" y="1538276"/>
                  </a:lnTo>
                  <a:lnTo>
                    <a:pt x="813661" y="1489233"/>
                  </a:lnTo>
                  <a:lnTo>
                    <a:pt x="827894" y="1436184"/>
                  </a:lnTo>
                  <a:lnTo>
                    <a:pt x="839788" y="1379077"/>
                  </a:lnTo>
                  <a:lnTo>
                    <a:pt x="849231" y="1317863"/>
                  </a:lnTo>
                  <a:lnTo>
                    <a:pt x="856114" y="1252488"/>
                  </a:lnTo>
                  <a:lnTo>
                    <a:pt x="860325" y="1182903"/>
                  </a:lnTo>
                  <a:lnTo>
                    <a:pt x="861753" y="1109055"/>
                  </a:lnTo>
                  <a:lnTo>
                    <a:pt x="860582" y="1050211"/>
                  </a:lnTo>
                  <a:lnTo>
                    <a:pt x="857155" y="990755"/>
                  </a:lnTo>
                  <a:lnTo>
                    <a:pt x="851599" y="930925"/>
                  </a:lnTo>
                  <a:lnTo>
                    <a:pt x="844043" y="870961"/>
                  </a:lnTo>
                  <a:lnTo>
                    <a:pt x="834614" y="811100"/>
                  </a:lnTo>
                  <a:lnTo>
                    <a:pt x="823441" y="751581"/>
                  </a:lnTo>
                  <a:lnTo>
                    <a:pt x="810652" y="692642"/>
                  </a:lnTo>
                  <a:lnTo>
                    <a:pt x="796374" y="634521"/>
                  </a:lnTo>
                  <a:lnTo>
                    <a:pt x="780737" y="577457"/>
                  </a:lnTo>
                  <a:lnTo>
                    <a:pt x="763867" y="521689"/>
                  </a:lnTo>
                  <a:lnTo>
                    <a:pt x="745894" y="467453"/>
                  </a:lnTo>
                  <a:lnTo>
                    <a:pt x="726944" y="414989"/>
                  </a:lnTo>
                  <a:lnTo>
                    <a:pt x="707147" y="364536"/>
                  </a:lnTo>
                  <a:lnTo>
                    <a:pt x="686630" y="316330"/>
                  </a:lnTo>
                  <a:lnTo>
                    <a:pt x="665520" y="270612"/>
                  </a:lnTo>
                  <a:lnTo>
                    <a:pt x="643948" y="227618"/>
                  </a:lnTo>
                  <a:lnTo>
                    <a:pt x="622039" y="187588"/>
                  </a:lnTo>
                  <a:lnTo>
                    <a:pt x="599923" y="150760"/>
                  </a:lnTo>
                  <a:lnTo>
                    <a:pt x="577727" y="117372"/>
                  </a:lnTo>
                  <a:lnTo>
                    <a:pt x="533610" y="61870"/>
                  </a:lnTo>
                  <a:lnTo>
                    <a:pt x="490710" y="22988"/>
                  </a:lnTo>
                  <a:lnTo>
                    <a:pt x="450054" y="2633"/>
                  </a:lnTo>
                  <a:lnTo>
                    <a:pt x="430887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8718020" y="5770834"/>
              <a:ext cx="0" cy="1861185"/>
            </a:xfrm>
            <a:custGeom>
              <a:avLst/>
              <a:gdLst/>
              <a:ahLst/>
              <a:cxnLst/>
              <a:rect l="l" t="t" r="r" b="b"/>
              <a:pathLst>
                <a:path w="0" h="1861184">
                  <a:moveTo>
                    <a:pt x="0" y="0"/>
                  </a:moveTo>
                  <a:lnTo>
                    <a:pt x="0" y="1860843"/>
                  </a:lnTo>
                </a:path>
              </a:pathLst>
            </a:custGeom>
            <a:ln w="10470">
              <a:solidFill>
                <a:srgbClr val="E4EB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8718024" y="5673470"/>
              <a:ext cx="134620" cy="596900"/>
            </a:xfrm>
            <a:custGeom>
              <a:avLst/>
              <a:gdLst/>
              <a:ahLst/>
              <a:cxnLst/>
              <a:rect l="l" t="t" r="r" b="b"/>
              <a:pathLst>
                <a:path w="134619" h="596900">
                  <a:moveTo>
                    <a:pt x="134278" y="0"/>
                  </a:moveTo>
                  <a:lnTo>
                    <a:pt x="134278" y="319477"/>
                  </a:lnTo>
                  <a:lnTo>
                    <a:pt x="130970" y="359856"/>
                  </a:lnTo>
                  <a:lnTo>
                    <a:pt x="121671" y="399053"/>
                  </a:lnTo>
                  <a:lnTo>
                    <a:pt x="106593" y="436408"/>
                  </a:lnTo>
                  <a:lnTo>
                    <a:pt x="85945" y="471263"/>
                  </a:lnTo>
                  <a:lnTo>
                    <a:pt x="0" y="596358"/>
                  </a:lnTo>
                </a:path>
              </a:pathLst>
            </a:custGeom>
            <a:ln w="10470">
              <a:solidFill>
                <a:srgbClr val="E4EB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8545438" y="7359288"/>
              <a:ext cx="1002030" cy="672465"/>
            </a:xfrm>
            <a:custGeom>
              <a:avLst/>
              <a:gdLst/>
              <a:ahLst/>
              <a:cxnLst/>
              <a:rect l="l" t="t" r="r" b="b"/>
              <a:pathLst>
                <a:path w="1002030" h="672465">
                  <a:moveTo>
                    <a:pt x="500843" y="0"/>
                  </a:moveTo>
                  <a:lnTo>
                    <a:pt x="452610" y="2185"/>
                  </a:lnTo>
                  <a:lnTo>
                    <a:pt x="405674" y="8610"/>
                  </a:lnTo>
                  <a:lnTo>
                    <a:pt x="360244" y="19073"/>
                  </a:lnTo>
                  <a:lnTo>
                    <a:pt x="316531" y="33374"/>
                  </a:lnTo>
                  <a:lnTo>
                    <a:pt x="274745" y="51314"/>
                  </a:lnTo>
                  <a:lnTo>
                    <a:pt x="235096" y="72691"/>
                  </a:lnTo>
                  <a:lnTo>
                    <a:pt x="197792" y="97307"/>
                  </a:lnTo>
                  <a:lnTo>
                    <a:pt x="163046" y="124961"/>
                  </a:lnTo>
                  <a:lnTo>
                    <a:pt x="131065" y="155452"/>
                  </a:lnTo>
                  <a:lnTo>
                    <a:pt x="102061" y="188582"/>
                  </a:lnTo>
                  <a:lnTo>
                    <a:pt x="76243" y="224148"/>
                  </a:lnTo>
                  <a:lnTo>
                    <a:pt x="53821" y="261953"/>
                  </a:lnTo>
                  <a:lnTo>
                    <a:pt x="35005" y="301795"/>
                  </a:lnTo>
                  <a:lnTo>
                    <a:pt x="20005" y="343474"/>
                  </a:lnTo>
                  <a:lnTo>
                    <a:pt x="9031" y="386790"/>
                  </a:lnTo>
                  <a:lnTo>
                    <a:pt x="2292" y="431544"/>
                  </a:lnTo>
                  <a:lnTo>
                    <a:pt x="0" y="477535"/>
                  </a:lnTo>
                  <a:lnTo>
                    <a:pt x="2743" y="527729"/>
                  </a:lnTo>
                  <a:lnTo>
                    <a:pt x="10955" y="577168"/>
                  </a:lnTo>
                  <a:lnTo>
                    <a:pt x="24534" y="625409"/>
                  </a:lnTo>
                  <a:lnTo>
                    <a:pt x="43380" y="672010"/>
                  </a:lnTo>
                  <a:lnTo>
                    <a:pt x="958305" y="672010"/>
                  </a:lnTo>
                  <a:lnTo>
                    <a:pt x="977137" y="625407"/>
                  </a:lnTo>
                  <a:lnTo>
                    <a:pt x="990704" y="577164"/>
                  </a:lnTo>
                  <a:lnTo>
                    <a:pt x="998909" y="527725"/>
                  </a:lnTo>
                  <a:lnTo>
                    <a:pt x="1001655" y="477535"/>
                  </a:lnTo>
                  <a:lnTo>
                    <a:pt x="999362" y="431554"/>
                  </a:lnTo>
                  <a:lnTo>
                    <a:pt x="992625" y="386808"/>
                  </a:lnTo>
                  <a:lnTo>
                    <a:pt x="981652" y="343497"/>
                  </a:lnTo>
                  <a:lnTo>
                    <a:pt x="966654" y="301821"/>
                  </a:lnTo>
                  <a:lnTo>
                    <a:pt x="947840" y="261981"/>
                  </a:lnTo>
                  <a:lnTo>
                    <a:pt x="925420" y="224176"/>
                  </a:lnTo>
                  <a:lnTo>
                    <a:pt x="899605" y="188608"/>
                  </a:lnTo>
                  <a:lnTo>
                    <a:pt x="870603" y="155477"/>
                  </a:lnTo>
                  <a:lnTo>
                    <a:pt x="838626" y="124983"/>
                  </a:lnTo>
                  <a:lnTo>
                    <a:pt x="803882" y="97326"/>
                  </a:lnTo>
                  <a:lnTo>
                    <a:pt x="766581" y="72707"/>
                  </a:lnTo>
                  <a:lnTo>
                    <a:pt x="726934" y="51325"/>
                  </a:lnTo>
                  <a:lnTo>
                    <a:pt x="685150" y="33382"/>
                  </a:lnTo>
                  <a:lnTo>
                    <a:pt x="641439" y="19078"/>
                  </a:lnTo>
                  <a:lnTo>
                    <a:pt x="596011" y="8612"/>
                  </a:lnTo>
                  <a:lnTo>
                    <a:pt x="549076" y="2186"/>
                  </a:lnTo>
                  <a:lnTo>
                    <a:pt x="500843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/>
          <p:nvPr/>
        </p:nvSpPr>
        <p:spPr>
          <a:xfrm>
            <a:off x="15115751" y="7368475"/>
            <a:ext cx="665480" cy="666750"/>
          </a:xfrm>
          <a:custGeom>
            <a:avLst/>
            <a:gdLst/>
            <a:ahLst/>
            <a:cxnLst/>
            <a:rect l="l" t="t" r="r" b="b"/>
            <a:pathLst>
              <a:path w="665480" h="666750">
                <a:moveTo>
                  <a:pt x="332492" y="0"/>
                </a:moveTo>
                <a:lnTo>
                  <a:pt x="283359" y="3611"/>
                </a:lnTo>
                <a:lnTo>
                  <a:pt x="236465" y="14102"/>
                </a:lnTo>
                <a:lnTo>
                  <a:pt x="192323" y="30957"/>
                </a:lnTo>
                <a:lnTo>
                  <a:pt x="151448" y="53662"/>
                </a:lnTo>
                <a:lnTo>
                  <a:pt x="114354" y="81700"/>
                </a:lnTo>
                <a:lnTo>
                  <a:pt x="81555" y="114557"/>
                </a:lnTo>
                <a:lnTo>
                  <a:pt x="53567" y="151717"/>
                </a:lnTo>
                <a:lnTo>
                  <a:pt x="30903" y="192666"/>
                </a:lnTo>
                <a:lnTo>
                  <a:pt x="14077" y="236887"/>
                </a:lnTo>
                <a:lnTo>
                  <a:pt x="3605" y="283867"/>
                </a:lnTo>
                <a:lnTo>
                  <a:pt x="0" y="333089"/>
                </a:lnTo>
                <a:lnTo>
                  <a:pt x="3605" y="382311"/>
                </a:lnTo>
                <a:lnTo>
                  <a:pt x="14077" y="429290"/>
                </a:lnTo>
                <a:lnTo>
                  <a:pt x="30903" y="473512"/>
                </a:lnTo>
                <a:lnTo>
                  <a:pt x="53567" y="514461"/>
                </a:lnTo>
                <a:lnTo>
                  <a:pt x="81555" y="551621"/>
                </a:lnTo>
                <a:lnTo>
                  <a:pt x="114354" y="584478"/>
                </a:lnTo>
                <a:lnTo>
                  <a:pt x="151448" y="612516"/>
                </a:lnTo>
                <a:lnTo>
                  <a:pt x="192323" y="635220"/>
                </a:lnTo>
                <a:lnTo>
                  <a:pt x="236465" y="652076"/>
                </a:lnTo>
                <a:lnTo>
                  <a:pt x="283359" y="662567"/>
                </a:lnTo>
                <a:lnTo>
                  <a:pt x="332492" y="666178"/>
                </a:lnTo>
                <a:lnTo>
                  <a:pt x="381625" y="662567"/>
                </a:lnTo>
                <a:lnTo>
                  <a:pt x="428519" y="652076"/>
                </a:lnTo>
                <a:lnTo>
                  <a:pt x="472661" y="635220"/>
                </a:lnTo>
                <a:lnTo>
                  <a:pt x="513536" y="612516"/>
                </a:lnTo>
                <a:lnTo>
                  <a:pt x="550630" y="584478"/>
                </a:lnTo>
                <a:lnTo>
                  <a:pt x="583429" y="551621"/>
                </a:lnTo>
                <a:lnTo>
                  <a:pt x="611417" y="514461"/>
                </a:lnTo>
                <a:lnTo>
                  <a:pt x="634081" y="473512"/>
                </a:lnTo>
                <a:lnTo>
                  <a:pt x="650907" y="429290"/>
                </a:lnTo>
                <a:lnTo>
                  <a:pt x="661379" y="382311"/>
                </a:lnTo>
                <a:lnTo>
                  <a:pt x="664984" y="333089"/>
                </a:lnTo>
                <a:lnTo>
                  <a:pt x="661379" y="283867"/>
                </a:lnTo>
                <a:lnTo>
                  <a:pt x="650907" y="236887"/>
                </a:lnTo>
                <a:lnTo>
                  <a:pt x="634081" y="192666"/>
                </a:lnTo>
                <a:lnTo>
                  <a:pt x="611417" y="151717"/>
                </a:lnTo>
                <a:lnTo>
                  <a:pt x="583429" y="114557"/>
                </a:lnTo>
                <a:lnTo>
                  <a:pt x="550630" y="81700"/>
                </a:lnTo>
                <a:lnTo>
                  <a:pt x="513536" y="53662"/>
                </a:lnTo>
                <a:lnTo>
                  <a:pt x="472661" y="30957"/>
                </a:lnTo>
                <a:lnTo>
                  <a:pt x="428519" y="14102"/>
                </a:lnTo>
                <a:lnTo>
                  <a:pt x="381625" y="3611"/>
                </a:lnTo>
                <a:lnTo>
                  <a:pt x="332492" y="0"/>
                </a:lnTo>
                <a:close/>
              </a:path>
            </a:pathLst>
          </a:custGeom>
          <a:solidFill>
            <a:srgbClr val="259CA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0" name="object 30" descr=""/>
          <p:cNvGrpSpPr/>
          <p:nvPr/>
        </p:nvGrpSpPr>
        <p:grpSpPr>
          <a:xfrm>
            <a:off x="15084567" y="5123975"/>
            <a:ext cx="3505200" cy="2926080"/>
            <a:chOff x="15084567" y="5123975"/>
            <a:chExt cx="3505200" cy="2926080"/>
          </a:xfrm>
        </p:grpSpPr>
        <p:sp>
          <p:nvSpPr>
            <p:cNvPr id="31" name="object 31" descr=""/>
            <p:cNvSpPr/>
            <p:nvPr/>
          </p:nvSpPr>
          <p:spPr>
            <a:xfrm>
              <a:off x="17160750" y="6288116"/>
              <a:ext cx="0" cy="1728470"/>
            </a:xfrm>
            <a:custGeom>
              <a:avLst/>
              <a:gdLst/>
              <a:ahLst/>
              <a:cxnLst/>
              <a:rect l="l" t="t" r="r" b="b"/>
              <a:pathLst>
                <a:path w="0" h="1728470">
                  <a:moveTo>
                    <a:pt x="0" y="0"/>
                  </a:moveTo>
                  <a:lnTo>
                    <a:pt x="0" y="1728376"/>
                  </a:lnTo>
                </a:path>
              </a:pathLst>
            </a:custGeom>
            <a:ln w="10470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7160750" y="6353987"/>
              <a:ext cx="219075" cy="612140"/>
            </a:xfrm>
            <a:custGeom>
              <a:avLst/>
              <a:gdLst/>
              <a:ahLst/>
              <a:cxnLst/>
              <a:rect l="l" t="t" r="r" b="b"/>
              <a:pathLst>
                <a:path w="219075" h="612140">
                  <a:moveTo>
                    <a:pt x="218569" y="0"/>
                  </a:moveTo>
                  <a:lnTo>
                    <a:pt x="218569" y="112080"/>
                  </a:lnTo>
                  <a:lnTo>
                    <a:pt x="215209" y="152891"/>
                  </a:lnTo>
                  <a:lnTo>
                    <a:pt x="205306" y="192347"/>
                  </a:lnTo>
                  <a:lnTo>
                    <a:pt x="189127" y="229671"/>
                  </a:lnTo>
                  <a:lnTo>
                    <a:pt x="166937" y="264086"/>
                  </a:lnTo>
                  <a:lnTo>
                    <a:pt x="79484" y="378009"/>
                  </a:lnTo>
                  <a:lnTo>
                    <a:pt x="51427" y="419988"/>
                  </a:lnTo>
                  <a:lnTo>
                    <a:pt x="29241" y="464988"/>
                  </a:lnTo>
                  <a:lnTo>
                    <a:pt x="13135" y="512396"/>
                  </a:lnTo>
                  <a:lnTo>
                    <a:pt x="3318" y="561598"/>
                  </a:lnTo>
                  <a:lnTo>
                    <a:pt x="0" y="611981"/>
                  </a:lnTo>
                </a:path>
              </a:pathLst>
            </a:custGeom>
            <a:ln w="10470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6864139" y="6538209"/>
              <a:ext cx="297180" cy="603250"/>
            </a:xfrm>
            <a:custGeom>
              <a:avLst/>
              <a:gdLst/>
              <a:ahLst/>
              <a:cxnLst/>
              <a:rect l="l" t="t" r="r" b="b"/>
              <a:pathLst>
                <a:path w="297180" h="603250">
                  <a:moveTo>
                    <a:pt x="0" y="0"/>
                  </a:moveTo>
                  <a:lnTo>
                    <a:pt x="0" y="117535"/>
                  </a:lnTo>
                  <a:lnTo>
                    <a:pt x="3723" y="165474"/>
                  </a:lnTo>
                  <a:lnTo>
                    <a:pt x="14652" y="211722"/>
                  </a:lnTo>
                  <a:lnTo>
                    <a:pt x="32411" y="255518"/>
                  </a:lnTo>
                  <a:lnTo>
                    <a:pt x="56622" y="296105"/>
                  </a:lnTo>
                  <a:lnTo>
                    <a:pt x="86910" y="332724"/>
                  </a:lnTo>
                  <a:lnTo>
                    <a:pt x="122896" y="364617"/>
                  </a:lnTo>
                  <a:lnTo>
                    <a:pt x="211574" y="431714"/>
                  </a:lnTo>
                  <a:lnTo>
                    <a:pt x="247457" y="466063"/>
                  </a:lnTo>
                  <a:lnTo>
                    <a:pt x="274180" y="507179"/>
                  </a:lnTo>
                  <a:lnTo>
                    <a:pt x="290858" y="553291"/>
                  </a:lnTo>
                  <a:lnTo>
                    <a:pt x="296608" y="602630"/>
                  </a:lnTo>
                </a:path>
              </a:pathLst>
            </a:custGeom>
            <a:ln w="10470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6335882" y="5352207"/>
              <a:ext cx="1649095" cy="1229995"/>
            </a:xfrm>
            <a:custGeom>
              <a:avLst/>
              <a:gdLst/>
              <a:ahLst/>
              <a:cxnLst/>
              <a:rect l="l" t="t" r="r" b="b"/>
              <a:pathLst>
                <a:path w="1649094" h="1229995">
                  <a:moveTo>
                    <a:pt x="824268" y="0"/>
                  </a:moveTo>
                  <a:lnTo>
                    <a:pt x="770072" y="1295"/>
                  </a:lnTo>
                  <a:lnTo>
                    <a:pt x="716812" y="5126"/>
                  </a:lnTo>
                  <a:lnTo>
                    <a:pt x="664596" y="11414"/>
                  </a:lnTo>
                  <a:lnTo>
                    <a:pt x="613535" y="20078"/>
                  </a:lnTo>
                  <a:lnTo>
                    <a:pt x="563735" y="31038"/>
                  </a:lnTo>
                  <a:lnTo>
                    <a:pt x="515305" y="44213"/>
                  </a:lnTo>
                  <a:lnTo>
                    <a:pt x="468355" y="59524"/>
                  </a:lnTo>
                  <a:lnTo>
                    <a:pt x="422992" y="76890"/>
                  </a:lnTo>
                  <a:lnTo>
                    <a:pt x="379326" y="96232"/>
                  </a:lnTo>
                  <a:lnTo>
                    <a:pt x="337465" y="117468"/>
                  </a:lnTo>
                  <a:lnTo>
                    <a:pt x="297517" y="140518"/>
                  </a:lnTo>
                  <a:lnTo>
                    <a:pt x="259592" y="165303"/>
                  </a:lnTo>
                  <a:lnTo>
                    <a:pt x="223797" y="191743"/>
                  </a:lnTo>
                  <a:lnTo>
                    <a:pt x="190242" y="219756"/>
                  </a:lnTo>
                  <a:lnTo>
                    <a:pt x="159035" y="249263"/>
                  </a:lnTo>
                  <a:lnTo>
                    <a:pt x="130284" y="280183"/>
                  </a:lnTo>
                  <a:lnTo>
                    <a:pt x="104099" y="312437"/>
                  </a:lnTo>
                  <a:lnTo>
                    <a:pt x="80588" y="345944"/>
                  </a:lnTo>
                  <a:lnTo>
                    <a:pt x="59859" y="380623"/>
                  </a:lnTo>
                  <a:lnTo>
                    <a:pt x="42021" y="416396"/>
                  </a:lnTo>
                  <a:lnTo>
                    <a:pt x="27183" y="453180"/>
                  </a:lnTo>
                  <a:lnTo>
                    <a:pt x="15453" y="490897"/>
                  </a:lnTo>
                  <a:lnTo>
                    <a:pt x="6940" y="529466"/>
                  </a:lnTo>
                  <a:lnTo>
                    <a:pt x="1753" y="568807"/>
                  </a:lnTo>
                  <a:lnTo>
                    <a:pt x="0" y="608840"/>
                  </a:lnTo>
                  <a:lnTo>
                    <a:pt x="3107" y="660478"/>
                  </a:lnTo>
                  <a:lnTo>
                    <a:pt x="12257" y="707977"/>
                  </a:lnTo>
                  <a:lnTo>
                    <a:pt x="27191" y="751490"/>
                  </a:lnTo>
                  <a:lnTo>
                    <a:pt x="47652" y="791169"/>
                  </a:lnTo>
                  <a:lnTo>
                    <a:pt x="73380" y="827166"/>
                  </a:lnTo>
                  <a:lnTo>
                    <a:pt x="104119" y="859633"/>
                  </a:lnTo>
                  <a:lnTo>
                    <a:pt x="139609" y="888724"/>
                  </a:lnTo>
                  <a:lnTo>
                    <a:pt x="179594" y="914591"/>
                  </a:lnTo>
                  <a:lnTo>
                    <a:pt x="223813" y="937385"/>
                  </a:lnTo>
                  <a:lnTo>
                    <a:pt x="272010" y="957260"/>
                  </a:lnTo>
                  <a:lnTo>
                    <a:pt x="323927" y="974368"/>
                  </a:lnTo>
                  <a:lnTo>
                    <a:pt x="323456" y="980043"/>
                  </a:lnTo>
                  <a:lnTo>
                    <a:pt x="323236" y="985781"/>
                  </a:lnTo>
                  <a:lnTo>
                    <a:pt x="323236" y="991550"/>
                  </a:lnTo>
                  <a:lnTo>
                    <a:pt x="328482" y="1039464"/>
                  </a:lnTo>
                  <a:lnTo>
                    <a:pt x="343529" y="1084108"/>
                  </a:lnTo>
                  <a:lnTo>
                    <a:pt x="367339" y="1124522"/>
                  </a:lnTo>
                  <a:lnTo>
                    <a:pt x="398871" y="1159743"/>
                  </a:lnTo>
                  <a:lnTo>
                    <a:pt x="437088" y="1188811"/>
                  </a:lnTo>
                  <a:lnTo>
                    <a:pt x="480950" y="1210764"/>
                  </a:lnTo>
                  <a:lnTo>
                    <a:pt x="529420" y="1224641"/>
                  </a:lnTo>
                  <a:lnTo>
                    <a:pt x="581458" y="1229480"/>
                  </a:lnTo>
                  <a:lnTo>
                    <a:pt x="628539" y="1225536"/>
                  </a:lnTo>
                  <a:lnTo>
                    <a:pt x="672798" y="1214171"/>
                  </a:lnTo>
                  <a:lnTo>
                    <a:pt x="713472" y="1196086"/>
                  </a:lnTo>
                  <a:lnTo>
                    <a:pt x="749800" y="1171983"/>
                  </a:lnTo>
                  <a:lnTo>
                    <a:pt x="781020" y="1142563"/>
                  </a:lnTo>
                  <a:lnTo>
                    <a:pt x="806370" y="1108527"/>
                  </a:lnTo>
                  <a:lnTo>
                    <a:pt x="825089" y="1070577"/>
                  </a:lnTo>
                  <a:lnTo>
                    <a:pt x="836414" y="1029413"/>
                  </a:lnTo>
                  <a:lnTo>
                    <a:pt x="840550" y="1029413"/>
                  </a:lnTo>
                  <a:lnTo>
                    <a:pt x="869809" y="1064788"/>
                  </a:lnTo>
                  <a:lnTo>
                    <a:pt x="907449" y="1094223"/>
                  </a:lnTo>
                  <a:lnTo>
                    <a:pt x="952128" y="1116613"/>
                  </a:lnTo>
                  <a:lnTo>
                    <a:pt x="1002503" y="1130857"/>
                  </a:lnTo>
                  <a:lnTo>
                    <a:pt x="1057234" y="1135850"/>
                  </a:lnTo>
                  <a:lnTo>
                    <a:pt x="1113342" y="1130582"/>
                  </a:lnTo>
                  <a:lnTo>
                    <a:pt x="1164851" y="1115584"/>
                  </a:lnTo>
                  <a:lnTo>
                    <a:pt x="1210298" y="1092060"/>
                  </a:lnTo>
                  <a:lnTo>
                    <a:pt x="1248219" y="1061218"/>
                  </a:lnTo>
                  <a:lnTo>
                    <a:pt x="1277153" y="1024262"/>
                  </a:lnTo>
                  <a:lnTo>
                    <a:pt x="1295635" y="982399"/>
                  </a:lnTo>
                  <a:lnTo>
                    <a:pt x="1347406" y="967400"/>
                  </a:lnTo>
                  <a:lnTo>
                    <a:pt x="1395874" y="949919"/>
                  </a:lnTo>
                  <a:lnTo>
                    <a:pt x="1440810" y="929820"/>
                  </a:lnTo>
                  <a:lnTo>
                    <a:pt x="1481985" y="906969"/>
                  </a:lnTo>
                  <a:lnTo>
                    <a:pt x="1519172" y="881230"/>
                  </a:lnTo>
                  <a:lnTo>
                    <a:pt x="1552142" y="852468"/>
                  </a:lnTo>
                  <a:lnTo>
                    <a:pt x="1580666" y="820548"/>
                  </a:lnTo>
                  <a:lnTo>
                    <a:pt x="1604516" y="785335"/>
                  </a:lnTo>
                  <a:lnTo>
                    <a:pt x="1623464" y="746692"/>
                  </a:lnTo>
                  <a:lnTo>
                    <a:pt x="1637281" y="704486"/>
                  </a:lnTo>
                  <a:lnTo>
                    <a:pt x="1645739" y="658580"/>
                  </a:lnTo>
                  <a:lnTo>
                    <a:pt x="1648609" y="608840"/>
                  </a:lnTo>
                  <a:lnTo>
                    <a:pt x="1646855" y="568790"/>
                  </a:lnTo>
                  <a:lnTo>
                    <a:pt x="1641667" y="529434"/>
                  </a:lnTo>
                  <a:lnTo>
                    <a:pt x="1633153" y="490854"/>
                  </a:lnTo>
                  <a:lnTo>
                    <a:pt x="1621421" y="453127"/>
                  </a:lnTo>
                  <a:lnTo>
                    <a:pt x="1606581" y="416335"/>
                  </a:lnTo>
                  <a:lnTo>
                    <a:pt x="1588740" y="380558"/>
                  </a:lnTo>
                  <a:lnTo>
                    <a:pt x="1568008" y="345875"/>
                  </a:lnTo>
                  <a:lnTo>
                    <a:pt x="1544494" y="312367"/>
                  </a:lnTo>
                  <a:lnTo>
                    <a:pt x="1518305" y="280114"/>
                  </a:lnTo>
                  <a:lnTo>
                    <a:pt x="1489551" y="249195"/>
                  </a:lnTo>
                  <a:lnTo>
                    <a:pt x="1458340" y="219691"/>
                  </a:lnTo>
                  <a:lnTo>
                    <a:pt x="1424780" y="191681"/>
                  </a:lnTo>
                  <a:lnTo>
                    <a:pt x="1388982" y="165247"/>
                  </a:lnTo>
                  <a:lnTo>
                    <a:pt x="1351052" y="140467"/>
                  </a:lnTo>
                  <a:lnTo>
                    <a:pt x="1311101" y="117423"/>
                  </a:lnTo>
                  <a:lnTo>
                    <a:pt x="1269235" y="96193"/>
                  </a:lnTo>
                  <a:lnTo>
                    <a:pt x="1225565" y="76858"/>
                  </a:lnTo>
                  <a:lnTo>
                    <a:pt x="1180199" y="59498"/>
                  </a:lnTo>
                  <a:lnTo>
                    <a:pt x="1133245" y="44193"/>
                  </a:lnTo>
                  <a:lnTo>
                    <a:pt x="1084812" y="31023"/>
                  </a:lnTo>
                  <a:lnTo>
                    <a:pt x="1035009" y="20068"/>
                  </a:lnTo>
                  <a:lnTo>
                    <a:pt x="983945" y="11408"/>
                  </a:lnTo>
                  <a:lnTo>
                    <a:pt x="931727" y="5123"/>
                  </a:lnTo>
                  <a:lnTo>
                    <a:pt x="878465" y="1294"/>
                  </a:lnTo>
                  <a:lnTo>
                    <a:pt x="824268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5621263" y="5523632"/>
              <a:ext cx="962025" cy="1704975"/>
            </a:xfrm>
            <a:custGeom>
              <a:avLst/>
              <a:gdLst/>
              <a:ahLst/>
              <a:cxnLst/>
              <a:rect l="l" t="t" r="r" b="b"/>
              <a:pathLst>
                <a:path w="962025" h="1704975">
                  <a:moveTo>
                    <a:pt x="480833" y="0"/>
                  </a:moveTo>
                  <a:lnTo>
                    <a:pt x="438463" y="10375"/>
                  </a:lnTo>
                  <a:lnTo>
                    <a:pt x="391772" y="40184"/>
                  </a:lnTo>
                  <a:lnTo>
                    <a:pt x="342189" y="87449"/>
                  </a:lnTo>
                  <a:lnTo>
                    <a:pt x="316760" y="117010"/>
                  </a:lnTo>
                  <a:lnTo>
                    <a:pt x="291142" y="150194"/>
                  </a:lnTo>
                  <a:lnTo>
                    <a:pt x="265516" y="186753"/>
                  </a:lnTo>
                  <a:lnTo>
                    <a:pt x="240060" y="226441"/>
                  </a:lnTo>
                  <a:lnTo>
                    <a:pt x="214952" y="269011"/>
                  </a:lnTo>
                  <a:lnTo>
                    <a:pt x="190370" y="314215"/>
                  </a:lnTo>
                  <a:lnTo>
                    <a:pt x="166494" y="361806"/>
                  </a:lnTo>
                  <a:lnTo>
                    <a:pt x="143502" y="411537"/>
                  </a:lnTo>
                  <a:lnTo>
                    <a:pt x="121573" y="463162"/>
                  </a:lnTo>
                  <a:lnTo>
                    <a:pt x="100885" y="516432"/>
                  </a:lnTo>
                  <a:lnTo>
                    <a:pt x="81616" y="571101"/>
                  </a:lnTo>
                  <a:lnTo>
                    <a:pt x="63945" y="626922"/>
                  </a:lnTo>
                  <a:lnTo>
                    <a:pt x="48051" y="683648"/>
                  </a:lnTo>
                  <a:lnTo>
                    <a:pt x="34113" y="741031"/>
                  </a:lnTo>
                  <a:lnTo>
                    <a:pt x="22308" y="798825"/>
                  </a:lnTo>
                  <a:lnTo>
                    <a:pt x="12816" y="856782"/>
                  </a:lnTo>
                  <a:lnTo>
                    <a:pt x="5815" y="914655"/>
                  </a:lnTo>
                  <a:lnTo>
                    <a:pt x="1483" y="972197"/>
                  </a:lnTo>
                  <a:lnTo>
                    <a:pt x="0" y="1029162"/>
                  </a:lnTo>
                  <a:lnTo>
                    <a:pt x="1593" y="1097903"/>
                  </a:lnTo>
                  <a:lnTo>
                    <a:pt x="6293" y="1162677"/>
                  </a:lnTo>
                  <a:lnTo>
                    <a:pt x="13974" y="1223530"/>
                  </a:lnTo>
                  <a:lnTo>
                    <a:pt x="24513" y="1280511"/>
                  </a:lnTo>
                  <a:lnTo>
                    <a:pt x="37786" y="1333668"/>
                  </a:lnTo>
                  <a:lnTo>
                    <a:pt x="53670" y="1383049"/>
                  </a:lnTo>
                  <a:lnTo>
                    <a:pt x="72041" y="1428701"/>
                  </a:lnTo>
                  <a:lnTo>
                    <a:pt x="92774" y="1470672"/>
                  </a:lnTo>
                  <a:lnTo>
                    <a:pt x="115746" y="1509010"/>
                  </a:lnTo>
                  <a:lnTo>
                    <a:pt x="140834" y="1543764"/>
                  </a:lnTo>
                  <a:lnTo>
                    <a:pt x="167914" y="1574980"/>
                  </a:lnTo>
                  <a:lnTo>
                    <a:pt x="196861" y="1602708"/>
                  </a:lnTo>
                  <a:lnTo>
                    <a:pt x="227553" y="1626994"/>
                  </a:lnTo>
                  <a:lnTo>
                    <a:pt x="259864" y="1647886"/>
                  </a:lnTo>
                  <a:lnTo>
                    <a:pt x="328854" y="1679682"/>
                  </a:lnTo>
                  <a:lnTo>
                    <a:pt x="402841" y="1698479"/>
                  </a:lnTo>
                  <a:lnTo>
                    <a:pt x="441398" y="1703122"/>
                  </a:lnTo>
                  <a:lnTo>
                    <a:pt x="480833" y="1704660"/>
                  </a:lnTo>
                  <a:lnTo>
                    <a:pt x="520270" y="1703122"/>
                  </a:lnTo>
                  <a:lnTo>
                    <a:pt x="558828" y="1698479"/>
                  </a:lnTo>
                  <a:lnTo>
                    <a:pt x="596385" y="1690682"/>
                  </a:lnTo>
                  <a:lnTo>
                    <a:pt x="667997" y="1665434"/>
                  </a:lnTo>
                  <a:lnTo>
                    <a:pt x="734118" y="1626996"/>
                  </a:lnTo>
                  <a:lnTo>
                    <a:pt x="764809" y="1602712"/>
                  </a:lnTo>
                  <a:lnTo>
                    <a:pt x="793757" y="1574986"/>
                  </a:lnTo>
                  <a:lnTo>
                    <a:pt x="820836" y="1543772"/>
                  </a:lnTo>
                  <a:lnTo>
                    <a:pt x="845923" y="1509021"/>
                  </a:lnTo>
                  <a:lnTo>
                    <a:pt x="868895" y="1470686"/>
                  </a:lnTo>
                  <a:lnTo>
                    <a:pt x="889628" y="1428718"/>
                  </a:lnTo>
                  <a:lnTo>
                    <a:pt x="907998" y="1383070"/>
                  </a:lnTo>
                  <a:lnTo>
                    <a:pt x="923881" y="1333695"/>
                  </a:lnTo>
                  <a:lnTo>
                    <a:pt x="937154" y="1280544"/>
                  </a:lnTo>
                  <a:lnTo>
                    <a:pt x="947693" y="1223569"/>
                  </a:lnTo>
                  <a:lnTo>
                    <a:pt x="955373" y="1162723"/>
                  </a:lnTo>
                  <a:lnTo>
                    <a:pt x="960073" y="1097957"/>
                  </a:lnTo>
                  <a:lnTo>
                    <a:pt x="961667" y="1029225"/>
                  </a:lnTo>
                  <a:lnTo>
                    <a:pt x="960254" y="972257"/>
                  </a:lnTo>
                  <a:lnTo>
                    <a:pt x="956124" y="914710"/>
                  </a:lnTo>
                  <a:lnTo>
                    <a:pt x="949437" y="856833"/>
                  </a:lnTo>
                  <a:lnTo>
                    <a:pt x="940354" y="798873"/>
                  </a:lnTo>
                  <a:lnTo>
                    <a:pt x="929035" y="741075"/>
                  </a:lnTo>
                  <a:lnTo>
                    <a:pt x="915642" y="683689"/>
                  </a:lnTo>
                  <a:lnTo>
                    <a:pt x="900334" y="626960"/>
                  </a:lnTo>
                  <a:lnTo>
                    <a:pt x="883274" y="571135"/>
                  </a:lnTo>
                  <a:lnTo>
                    <a:pt x="864622" y="516463"/>
                  </a:lnTo>
                  <a:lnTo>
                    <a:pt x="844538" y="463189"/>
                  </a:lnTo>
                  <a:lnTo>
                    <a:pt x="823183" y="411561"/>
                  </a:lnTo>
                  <a:lnTo>
                    <a:pt x="800719" y="361827"/>
                  </a:lnTo>
                  <a:lnTo>
                    <a:pt x="777305" y="314233"/>
                  </a:lnTo>
                  <a:lnTo>
                    <a:pt x="753103" y="269026"/>
                  </a:lnTo>
                  <a:lnTo>
                    <a:pt x="728274" y="226454"/>
                  </a:lnTo>
                  <a:lnTo>
                    <a:pt x="702977" y="186764"/>
                  </a:lnTo>
                  <a:lnTo>
                    <a:pt x="677375" y="150202"/>
                  </a:lnTo>
                  <a:lnTo>
                    <a:pt x="651627" y="117017"/>
                  </a:lnTo>
                  <a:lnTo>
                    <a:pt x="625895" y="87454"/>
                  </a:lnTo>
                  <a:lnTo>
                    <a:pt x="575121" y="40186"/>
                  </a:lnTo>
                  <a:lnTo>
                    <a:pt x="526338" y="10376"/>
                  </a:lnTo>
                  <a:lnTo>
                    <a:pt x="480833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6099025" y="6024721"/>
              <a:ext cx="0" cy="2000885"/>
            </a:xfrm>
            <a:custGeom>
              <a:avLst/>
              <a:gdLst/>
              <a:ahLst/>
              <a:cxnLst/>
              <a:rect l="l" t="t" r="r" b="b"/>
              <a:pathLst>
                <a:path w="0" h="2000884">
                  <a:moveTo>
                    <a:pt x="0" y="2000525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E4EB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5967282" y="6237739"/>
              <a:ext cx="134620" cy="702945"/>
            </a:xfrm>
            <a:custGeom>
              <a:avLst/>
              <a:gdLst/>
              <a:ahLst/>
              <a:cxnLst/>
              <a:rect l="l" t="t" r="r" b="b"/>
              <a:pathLst>
                <a:path w="134619" h="702945">
                  <a:moveTo>
                    <a:pt x="0" y="0"/>
                  </a:moveTo>
                  <a:lnTo>
                    <a:pt x="0" y="376407"/>
                  </a:lnTo>
                  <a:lnTo>
                    <a:pt x="3100" y="423217"/>
                  </a:lnTo>
                  <a:lnTo>
                    <a:pt x="12296" y="469015"/>
                  </a:lnTo>
                  <a:lnTo>
                    <a:pt x="27427" y="513209"/>
                  </a:lnTo>
                  <a:lnTo>
                    <a:pt x="48333" y="555208"/>
                  </a:lnTo>
                  <a:lnTo>
                    <a:pt x="134257" y="702627"/>
                  </a:lnTo>
                </a:path>
              </a:pathLst>
            </a:custGeom>
            <a:ln w="10470">
              <a:solidFill>
                <a:srgbClr val="E4EB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5427696" y="5123975"/>
              <a:ext cx="684530" cy="1802130"/>
            </a:xfrm>
            <a:custGeom>
              <a:avLst/>
              <a:gdLst/>
              <a:ahLst/>
              <a:cxnLst/>
              <a:rect l="l" t="t" r="r" b="b"/>
              <a:pathLst>
                <a:path w="684530" h="1802129">
                  <a:moveTo>
                    <a:pt x="203574" y="0"/>
                  </a:moveTo>
                  <a:lnTo>
                    <a:pt x="160394" y="3581"/>
                  </a:lnTo>
                  <a:lnTo>
                    <a:pt x="118285" y="14124"/>
                  </a:lnTo>
                  <a:lnTo>
                    <a:pt x="77410" y="31322"/>
                  </a:lnTo>
                  <a:lnTo>
                    <a:pt x="37928" y="54872"/>
                  </a:lnTo>
                  <a:lnTo>
                    <a:pt x="0" y="84468"/>
                  </a:lnTo>
                  <a:lnTo>
                    <a:pt x="33179" y="68736"/>
                  </a:lnTo>
                  <a:lnTo>
                    <a:pt x="67253" y="57299"/>
                  </a:lnTo>
                  <a:lnTo>
                    <a:pt x="102125" y="50319"/>
                  </a:lnTo>
                  <a:lnTo>
                    <a:pt x="137702" y="47956"/>
                  </a:lnTo>
                  <a:lnTo>
                    <a:pt x="170624" y="49979"/>
                  </a:lnTo>
                  <a:lnTo>
                    <a:pt x="234608" y="65770"/>
                  </a:lnTo>
                  <a:lnTo>
                    <a:pt x="295639" y="96350"/>
                  </a:lnTo>
                  <a:lnTo>
                    <a:pt x="353141" y="140676"/>
                  </a:lnTo>
                  <a:lnTo>
                    <a:pt x="380390" y="167666"/>
                  </a:lnTo>
                  <a:lnTo>
                    <a:pt x="406543" y="197701"/>
                  </a:lnTo>
                  <a:lnTo>
                    <a:pt x="431528" y="230650"/>
                  </a:lnTo>
                  <a:lnTo>
                    <a:pt x="455272" y="266382"/>
                  </a:lnTo>
                  <a:lnTo>
                    <a:pt x="477705" y="304766"/>
                  </a:lnTo>
                  <a:lnTo>
                    <a:pt x="498755" y="345673"/>
                  </a:lnTo>
                  <a:lnTo>
                    <a:pt x="518350" y="388971"/>
                  </a:lnTo>
                  <a:lnTo>
                    <a:pt x="536418" y="434530"/>
                  </a:lnTo>
                  <a:lnTo>
                    <a:pt x="552889" y="482219"/>
                  </a:lnTo>
                  <a:lnTo>
                    <a:pt x="567690" y="531907"/>
                  </a:lnTo>
                  <a:lnTo>
                    <a:pt x="580750" y="583465"/>
                  </a:lnTo>
                  <a:lnTo>
                    <a:pt x="591997" y="636761"/>
                  </a:lnTo>
                  <a:lnTo>
                    <a:pt x="601360" y="691665"/>
                  </a:lnTo>
                  <a:lnTo>
                    <a:pt x="608767" y="748046"/>
                  </a:lnTo>
                  <a:lnTo>
                    <a:pt x="614146" y="805773"/>
                  </a:lnTo>
                  <a:lnTo>
                    <a:pt x="617426" y="864717"/>
                  </a:lnTo>
                  <a:lnTo>
                    <a:pt x="618536" y="924746"/>
                  </a:lnTo>
                  <a:lnTo>
                    <a:pt x="617427" y="984744"/>
                  </a:lnTo>
                  <a:lnTo>
                    <a:pt x="614149" y="1043659"/>
                  </a:lnTo>
                  <a:lnTo>
                    <a:pt x="608773" y="1101362"/>
                  </a:lnTo>
                  <a:lnTo>
                    <a:pt x="601370" y="1157721"/>
                  </a:lnTo>
                  <a:lnTo>
                    <a:pt x="592013" y="1212605"/>
                  </a:lnTo>
                  <a:lnTo>
                    <a:pt x="580772" y="1265884"/>
                  </a:lnTo>
                  <a:lnTo>
                    <a:pt x="567720" y="1317428"/>
                  </a:lnTo>
                  <a:lnTo>
                    <a:pt x="552927" y="1367106"/>
                  </a:lnTo>
                  <a:lnTo>
                    <a:pt x="536466" y="1414786"/>
                  </a:lnTo>
                  <a:lnTo>
                    <a:pt x="518408" y="1460339"/>
                  </a:lnTo>
                  <a:lnTo>
                    <a:pt x="498824" y="1503633"/>
                  </a:lnTo>
                  <a:lnTo>
                    <a:pt x="477786" y="1544539"/>
                  </a:lnTo>
                  <a:lnTo>
                    <a:pt x="455365" y="1582925"/>
                  </a:lnTo>
                  <a:lnTo>
                    <a:pt x="431634" y="1618660"/>
                  </a:lnTo>
                  <a:lnTo>
                    <a:pt x="406663" y="1651614"/>
                  </a:lnTo>
                  <a:lnTo>
                    <a:pt x="380524" y="1681657"/>
                  </a:lnTo>
                  <a:lnTo>
                    <a:pt x="353289" y="1708657"/>
                  </a:lnTo>
                  <a:lnTo>
                    <a:pt x="295816" y="1753008"/>
                  </a:lnTo>
                  <a:lnTo>
                    <a:pt x="234817" y="1783622"/>
                  </a:lnTo>
                  <a:lnTo>
                    <a:pt x="170863" y="1799453"/>
                  </a:lnTo>
                  <a:lnTo>
                    <a:pt x="179014" y="1800360"/>
                  </a:lnTo>
                  <a:lnTo>
                    <a:pt x="187188" y="1801007"/>
                  </a:lnTo>
                  <a:lnTo>
                    <a:pt x="195377" y="1801396"/>
                  </a:lnTo>
                  <a:lnTo>
                    <a:pt x="203574" y="1801526"/>
                  </a:lnTo>
                  <a:lnTo>
                    <a:pt x="236496" y="1799448"/>
                  </a:lnTo>
                  <a:lnTo>
                    <a:pt x="300481" y="1783225"/>
                  </a:lnTo>
                  <a:lnTo>
                    <a:pt x="361511" y="1751810"/>
                  </a:lnTo>
                  <a:lnTo>
                    <a:pt x="419013" y="1706273"/>
                  </a:lnTo>
                  <a:lnTo>
                    <a:pt x="446263" y="1678546"/>
                  </a:lnTo>
                  <a:lnTo>
                    <a:pt x="472415" y="1647690"/>
                  </a:lnTo>
                  <a:lnTo>
                    <a:pt x="497400" y="1613841"/>
                  </a:lnTo>
                  <a:lnTo>
                    <a:pt x="521144" y="1577133"/>
                  </a:lnTo>
                  <a:lnTo>
                    <a:pt x="543577" y="1537700"/>
                  </a:lnTo>
                  <a:lnTo>
                    <a:pt x="564627" y="1495676"/>
                  </a:lnTo>
                  <a:lnTo>
                    <a:pt x="584222" y="1451195"/>
                  </a:lnTo>
                  <a:lnTo>
                    <a:pt x="602291" y="1404391"/>
                  </a:lnTo>
                  <a:lnTo>
                    <a:pt x="618761" y="1355399"/>
                  </a:lnTo>
                  <a:lnTo>
                    <a:pt x="633562" y="1304353"/>
                  </a:lnTo>
                  <a:lnTo>
                    <a:pt x="646622" y="1251387"/>
                  </a:lnTo>
                  <a:lnTo>
                    <a:pt x="657870" y="1196634"/>
                  </a:lnTo>
                  <a:lnTo>
                    <a:pt x="667233" y="1140230"/>
                  </a:lnTo>
                  <a:lnTo>
                    <a:pt x="674639" y="1082308"/>
                  </a:lnTo>
                  <a:lnTo>
                    <a:pt x="680019" y="1023003"/>
                  </a:lnTo>
                  <a:lnTo>
                    <a:pt x="683299" y="962448"/>
                  </a:lnTo>
                  <a:lnTo>
                    <a:pt x="684408" y="900778"/>
                  </a:lnTo>
                  <a:lnTo>
                    <a:pt x="683298" y="839105"/>
                  </a:lnTo>
                  <a:lnTo>
                    <a:pt x="680017" y="778547"/>
                  </a:lnTo>
                  <a:lnTo>
                    <a:pt x="674636" y="719238"/>
                  </a:lnTo>
                  <a:lnTo>
                    <a:pt x="667226" y="661313"/>
                  </a:lnTo>
                  <a:lnTo>
                    <a:pt x="657860" y="604907"/>
                  </a:lnTo>
                  <a:lnTo>
                    <a:pt x="646609" y="550152"/>
                  </a:lnTo>
                  <a:lnTo>
                    <a:pt x="633545" y="497183"/>
                  </a:lnTo>
                  <a:lnTo>
                    <a:pt x="618740" y="446135"/>
                  </a:lnTo>
                  <a:lnTo>
                    <a:pt x="602266" y="397142"/>
                  </a:lnTo>
                  <a:lnTo>
                    <a:pt x="584193" y="350337"/>
                  </a:lnTo>
                  <a:lnTo>
                    <a:pt x="564595" y="305854"/>
                  </a:lnTo>
                  <a:lnTo>
                    <a:pt x="543542" y="263829"/>
                  </a:lnTo>
                  <a:lnTo>
                    <a:pt x="521106" y="224395"/>
                  </a:lnTo>
                  <a:lnTo>
                    <a:pt x="497360" y="187686"/>
                  </a:lnTo>
                  <a:lnTo>
                    <a:pt x="472374" y="153837"/>
                  </a:lnTo>
                  <a:lnTo>
                    <a:pt x="446221" y="122981"/>
                  </a:lnTo>
                  <a:lnTo>
                    <a:pt x="418972" y="95253"/>
                  </a:lnTo>
                  <a:lnTo>
                    <a:pt x="361474" y="49716"/>
                  </a:lnTo>
                  <a:lnTo>
                    <a:pt x="300454" y="18300"/>
                  </a:lnTo>
                  <a:lnTo>
                    <a:pt x="236485" y="2078"/>
                  </a:lnTo>
                  <a:lnTo>
                    <a:pt x="203574" y="0"/>
                  </a:lnTo>
                  <a:close/>
                </a:path>
              </a:pathLst>
            </a:custGeom>
            <a:solidFill>
              <a:srgbClr val="E4EB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5084567" y="5171935"/>
              <a:ext cx="962025" cy="1753870"/>
            </a:xfrm>
            <a:custGeom>
              <a:avLst/>
              <a:gdLst/>
              <a:ahLst/>
              <a:cxnLst/>
              <a:rect l="l" t="t" r="r" b="b"/>
              <a:pathLst>
                <a:path w="962025" h="1753870">
                  <a:moveTo>
                    <a:pt x="480833" y="0"/>
                  </a:moveTo>
                  <a:lnTo>
                    <a:pt x="415588" y="8004"/>
                  </a:lnTo>
                  <a:lnTo>
                    <a:pt x="353010" y="31319"/>
                  </a:lnTo>
                  <a:lnTo>
                    <a:pt x="293673" y="68902"/>
                  </a:lnTo>
                  <a:lnTo>
                    <a:pt x="238149" y="119707"/>
                  </a:lnTo>
                  <a:lnTo>
                    <a:pt x="211997" y="149741"/>
                  </a:lnTo>
                  <a:lnTo>
                    <a:pt x="187012" y="182689"/>
                  </a:lnTo>
                  <a:lnTo>
                    <a:pt x="163267" y="218421"/>
                  </a:lnTo>
                  <a:lnTo>
                    <a:pt x="140834" y="256805"/>
                  </a:lnTo>
                  <a:lnTo>
                    <a:pt x="119784" y="297710"/>
                  </a:lnTo>
                  <a:lnTo>
                    <a:pt x="100189" y="341008"/>
                  </a:lnTo>
                  <a:lnTo>
                    <a:pt x="82120" y="386566"/>
                  </a:lnTo>
                  <a:lnTo>
                    <a:pt x="65648" y="434254"/>
                  </a:lnTo>
                  <a:lnTo>
                    <a:pt x="50847" y="483942"/>
                  </a:lnTo>
                  <a:lnTo>
                    <a:pt x="37786" y="535499"/>
                  </a:lnTo>
                  <a:lnTo>
                    <a:pt x="26539" y="588795"/>
                  </a:lnTo>
                  <a:lnTo>
                    <a:pt x="17176" y="643698"/>
                  </a:lnTo>
                  <a:lnTo>
                    <a:pt x="9769" y="700079"/>
                  </a:lnTo>
                  <a:lnTo>
                    <a:pt x="4389" y="757807"/>
                  </a:lnTo>
                  <a:lnTo>
                    <a:pt x="1109" y="816750"/>
                  </a:lnTo>
                  <a:lnTo>
                    <a:pt x="0" y="876779"/>
                  </a:lnTo>
                  <a:lnTo>
                    <a:pt x="1109" y="936809"/>
                  </a:lnTo>
                  <a:lnTo>
                    <a:pt x="4389" y="995754"/>
                  </a:lnTo>
                  <a:lnTo>
                    <a:pt x="9769" y="1053483"/>
                  </a:lnTo>
                  <a:lnTo>
                    <a:pt x="17176" y="1109864"/>
                  </a:lnTo>
                  <a:lnTo>
                    <a:pt x="26539" y="1164768"/>
                  </a:lnTo>
                  <a:lnTo>
                    <a:pt x="37786" y="1218065"/>
                  </a:lnTo>
                  <a:lnTo>
                    <a:pt x="50847" y="1269623"/>
                  </a:lnTo>
                  <a:lnTo>
                    <a:pt x="65648" y="1319311"/>
                  </a:lnTo>
                  <a:lnTo>
                    <a:pt x="82120" y="1367000"/>
                  </a:lnTo>
                  <a:lnTo>
                    <a:pt x="100189" y="1412559"/>
                  </a:lnTo>
                  <a:lnTo>
                    <a:pt x="119784" y="1455857"/>
                  </a:lnTo>
                  <a:lnTo>
                    <a:pt x="140834" y="1496763"/>
                  </a:lnTo>
                  <a:lnTo>
                    <a:pt x="163267" y="1535147"/>
                  </a:lnTo>
                  <a:lnTo>
                    <a:pt x="187012" y="1570879"/>
                  </a:lnTo>
                  <a:lnTo>
                    <a:pt x="211997" y="1603827"/>
                  </a:lnTo>
                  <a:lnTo>
                    <a:pt x="238149" y="1633861"/>
                  </a:lnTo>
                  <a:lnTo>
                    <a:pt x="265399" y="1660851"/>
                  </a:lnTo>
                  <a:lnTo>
                    <a:pt x="322901" y="1705176"/>
                  </a:lnTo>
                  <a:lnTo>
                    <a:pt x="383930" y="1735756"/>
                  </a:lnTo>
                  <a:lnTo>
                    <a:pt x="447913" y="1751546"/>
                  </a:lnTo>
                  <a:lnTo>
                    <a:pt x="480833" y="1753569"/>
                  </a:lnTo>
                  <a:lnTo>
                    <a:pt x="513753" y="1751546"/>
                  </a:lnTo>
                  <a:lnTo>
                    <a:pt x="577736" y="1735756"/>
                  </a:lnTo>
                  <a:lnTo>
                    <a:pt x="638765" y="1705176"/>
                  </a:lnTo>
                  <a:lnTo>
                    <a:pt x="696267" y="1660851"/>
                  </a:lnTo>
                  <a:lnTo>
                    <a:pt x="723517" y="1633861"/>
                  </a:lnTo>
                  <a:lnTo>
                    <a:pt x="749669" y="1603827"/>
                  </a:lnTo>
                  <a:lnTo>
                    <a:pt x="774654" y="1570879"/>
                  </a:lnTo>
                  <a:lnTo>
                    <a:pt x="798399" y="1535147"/>
                  </a:lnTo>
                  <a:lnTo>
                    <a:pt x="820832" y="1496763"/>
                  </a:lnTo>
                  <a:lnTo>
                    <a:pt x="841882" y="1455857"/>
                  </a:lnTo>
                  <a:lnTo>
                    <a:pt x="861477" y="1412559"/>
                  </a:lnTo>
                  <a:lnTo>
                    <a:pt x="879546" y="1367000"/>
                  </a:lnTo>
                  <a:lnTo>
                    <a:pt x="896018" y="1319311"/>
                  </a:lnTo>
                  <a:lnTo>
                    <a:pt x="910819" y="1269623"/>
                  </a:lnTo>
                  <a:lnTo>
                    <a:pt x="923880" y="1218065"/>
                  </a:lnTo>
                  <a:lnTo>
                    <a:pt x="935127" y="1164768"/>
                  </a:lnTo>
                  <a:lnTo>
                    <a:pt x="944490" y="1109864"/>
                  </a:lnTo>
                  <a:lnTo>
                    <a:pt x="951898" y="1053483"/>
                  </a:lnTo>
                  <a:lnTo>
                    <a:pt x="957277" y="995754"/>
                  </a:lnTo>
                  <a:lnTo>
                    <a:pt x="960557" y="936809"/>
                  </a:lnTo>
                  <a:lnTo>
                    <a:pt x="961667" y="876779"/>
                  </a:lnTo>
                  <a:lnTo>
                    <a:pt x="960557" y="816750"/>
                  </a:lnTo>
                  <a:lnTo>
                    <a:pt x="957277" y="757807"/>
                  </a:lnTo>
                  <a:lnTo>
                    <a:pt x="951898" y="700079"/>
                  </a:lnTo>
                  <a:lnTo>
                    <a:pt x="944490" y="643698"/>
                  </a:lnTo>
                  <a:lnTo>
                    <a:pt x="935127" y="588795"/>
                  </a:lnTo>
                  <a:lnTo>
                    <a:pt x="923880" y="535499"/>
                  </a:lnTo>
                  <a:lnTo>
                    <a:pt x="910819" y="483942"/>
                  </a:lnTo>
                  <a:lnTo>
                    <a:pt x="896018" y="434254"/>
                  </a:lnTo>
                  <a:lnTo>
                    <a:pt x="879546" y="386566"/>
                  </a:lnTo>
                  <a:lnTo>
                    <a:pt x="861477" y="341008"/>
                  </a:lnTo>
                  <a:lnTo>
                    <a:pt x="841882" y="297710"/>
                  </a:lnTo>
                  <a:lnTo>
                    <a:pt x="820832" y="256805"/>
                  </a:lnTo>
                  <a:lnTo>
                    <a:pt x="798399" y="218421"/>
                  </a:lnTo>
                  <a:lnTo>
                    <a:pt x="774654" y="182689"/>
                  </a:lnTo>
                  <a:lnTo>
                    <a:pt x="749669" y="149741"/>
                  </a:lnTo>
                  <a:lnTo>
                    <a:pt x="723517" y="119707"/>
                  </a:lnTo>
                  <a:lnTo>
                    <a:pt x="696267" y="92717"/>
                  </a:lnTo>
                  <a:lnTo>
                    <a:pt x="638765" y="48393"/>
                  </a:lnTo>
                  <a:lnTo>
                    <a:pt x="577736" y="17813"/>
                  </a:lnTo>
                  <a:lnTo>
                    <a:pt x="513753" y="2022"/>
                  </a:lnTo>
                  <a:lnTo>
                    <a:pt x="480833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5568381" y="5638527"/>
              <a:ext cx="0" cy="2129790"/>
            </a:xfrm>
            <a:custGeom>
              <a:avLst/>
              <a:gdLst/>
              <a:ahLst/>
              <a:cxnLst/>
              <a:rect l="l" t="t" r="r" b="b"/>
              <a:pathLst>
                <a:path w="0" h="2129790">
                  <a:moveTo>
                    <a:pt x="0" y="2129568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5569383" y="6908094"/>
              <a:ext cx="212725" cy="386080"/>
            </a:xfrm>
            <a:custGeom>
              <a:avLst/>
              <a:gdLst/>
              <a:ahLst/>
              <a:cxnLst/>
              <a:rect l="l" t="t" r="r" b="b"/>
              <a:pathLst>
                <a:path w="212725" h="386079">
                  <a:moveTo>
                    <a:pt x="212297" y="0"/>
                  </a:moveTo>
                  <a:lnTo>
                    <a:pt x="212297" y="173837"/>
                  </a:lnTo>
                  <a:lnTo>
                    <a:pt x="204168" y="224167"/>
                  </a:lnTo>
                  <a:lnTo>
                    <a:pt x="181556" y="267875"/>
                  </a:lnTo>
                  <a:lnTo>
                    <a:pt x="147083" y="302340"/>
                  </a:lnTo>
                  <a:lnTo>
                    <a:pt x="103372" y="324941"/>
                  </a:lnTo>
                  <a:lnTo>
                    <a:pt x="53045" y="333057"/>
                  </a:lnTo>
                  <a:lnTo>
                    <a:pt x="32411" y="337233"/>
                  </a:lnTo>
                  <a:lnTo>
                    <a:pt x="15559" y="348594"/>
                  </a:lnTo>
                  <a:lnTo>
                    <a:pt x="4189" y="365440"/>
                  </a:lnTo>
                  <a:lnTo>
                    <a:pt x="0" y="386072"/>
                  </a:lnTo>
                </a:path>
              </a:pathLst>
            </a:custGeom>
            <a:ln w="10470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5481116" y="5407223"/>
              <a:ext cx="84455" cy="849630"/>
            </a:xfrm>
            <a:custGeom>
              <a:avLst/>
              <a:gdLst/>
              <a:ahLst/>
              <a:cxnLst/>
              <a:rect l="l" t="t" r="r" b="b"/>
              <a:pathLst>
                <a:path w="84455" h="849629">
                  <a:moveTo>
                    <a:pt x="0" y="0"/>
                  </a:moveTo>
                  <a:lnTo>
                    <a:pt x="0" y="621080"/>
                  </a:lnTo>
                  <a:lnTo>
                    <a:pt x="3840" y="672144"/>
                  </a:lnTo>
                  <a:lnTo>
                    <a:pt x="15224" y="721781"/>
                  </a:lnTo>
                  <a:lnTo>
                    <a:pt x="33896" y="769160"/>
                  </a:lnTo>
                  <a:lnTo>
                    <a:pt x="59600" y="813451"/>
                  </a:lnTo>
                  <a:lnTo>
                    <a:pt x="84217" y="849335"/>
                  </a:lnTo>
                </a:path>
              </a:pathLst>
            </a:custGeom>
            <a:ln w="10470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5569387" y="5644425"/>
              <a:ext cx="187960" cy="356235"/>
            </a:xfrm>
            <a:custGeom>
              <a:avLst/>
              <a:gdLst/>
              <a:ahLst/>
              <a:cxnLst/>
              <a:rect l="l" t="t" r="r" b="b"/>
              <a:pathLst>
                <a:path w="187959" h="356235">
                  <a:moveTo>
                    <a:pt x="187355" y="0"/>
                  </a:moveTo>
                  <a:lnTo>
                    <a:pt x="184788" y="46999"/>
                  </a:lnTo>
                  <a:lnTo>
                    <a:pt x="177218" y="92964"/>
                  </a:lnTo>
                  <a:lnTo>
                    <a:pt x="164835" y="137537"/>
                  </a:lnTo>
                  <a:lnTo>
                    <a:pt x="147827" y="180358"/>
                  </a:lnTo>
                  <a:lnTo>
                    <a:pt x="126382" y="221070"/>
                  </a:lnTo>
                  <a:lnTo>
                    <a:pt x="100688" y="259316"/>
                  </a:lnTo>
                  <a:lnTo>
                    <a:pt x="70934" y="294737"/>
                  </a:lnTo>
                  <a:lnTo>
                    <a:pt x="37308" y="326976"/>
                  </a:lnTo>
                  <a:lnTo>
                    <a:pt x="0" y="355675"/>
                  </a:lnTo>
                </a:path>
              </a:pathLst>
            </a:custGeom>
            <a:ln w="10470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7557801" y="6094000"/>
              <a:ext cx="1031875" cy="1600200"/>
            </a:xfrm>
            <a:custGeom>
              <a:avLst/>
              <a:gdLst/>
              <a:ahLst/>
              <a:cxnLst/>
              <a:rect l="l" t="t" r="r" b="b"/>
              <a:pathLst>
                <a:path w="1031875" h="1600200">
                  <a:moveTo>
                    <a:pt x="515774" y="0"/>
                  </a:moveTo>
                  <a:lnTo>
                    <a:pt x="442805" y="7944"/>
                  </a:lnTo>
                  <a:lnTo>
                    <a:pt x="372981" y="31055"/>
                  </a:lnTo>
                  <a:lnTo>
                    <a:pt x="307000" y="68249"/>
                  </a:lnTo>
                  <a:lnTo>
                    <a:pt x="275669" y="91789"/>
                  </a:lnTo>
                  <a:lnTo>
                    <a:pt x="245560" y="118444"/>
                  </a:lnTo>
                  <a:lnTo>
                    <a:pt x="216761" y="148079"/>
                  </a:lnTo>
                  <a:lnTo>
                    <a:pt x="189360" y="180557"/>
                  </a:lnTo>
                  <a:lnTo>
                    <a:pt x="163443" y="215745"/>
                  </a:lnTo>
                  <a:lnTo>
                    <a:pt x="139097" y="253505"/>
                  </a:lnTo>
                  <a:lnTo>
                    <a:pt x="116411" y="293704"/>
                  </a:lnTo>
                  <a:lnTo>
                    <a:pt x="95471" y="336205"/>
                  </a:lnTo>
                  <a:lnTo>
                    <a:pt x="76365" y="380873"/>
                  </a:lnTo>
                  <a:lnTo>
                    <a:pt x="59180" y="427573"/>
                  </a:lnTo>
                  <a:lnTo>
                    <a:pt x="44003" y="476170"/>
                  </a:lnTo>
                  <a:lnTo>
                    <a:pt x="30921" y="526528"/>
                  </a:lnTo>
                  <a:lnTo>
                    <a:pt x="20022" y="578512"/>
                  </a:lnTo>
                  <a:lnTo>
                    <a:pt x="11393" y="631986"/>
                  </a:lnTo>
                  <a:lnTo>
                    <a:pt x="5121" y="686815"/>
                  </a:lnTo>
                  <a:lnTo>
                    <a:pt x="1295" y="742863"/>
                  </a:lnTo>
                  <a:lnTo>
                    <a:pt x="0" y="799996"/>
                  </a:lnTo>
                  <a:lnTo>
                    <a:pt x="1295" y="857129"/>
                  </a:lnTo>
                  <a:lnTo>
                    <a:pt x="5121" y="913178"/>
                  </a:lnTo>
                  <a:lnTo>
                    <a:pt x="11393" y="968007"/>
                  </a:lnTo>
                  <a:lnTo>
                    <a:pt x="20022" y="1021481"/>
                  </a:lnTo>
                  <a:lnTo>
                    <a:pt x="30921" y="1073464"/>
                  </a:lnTo>
                  <a:lnTo>
                    <a:pt x="44003" y="1123822"/>
                  </a:lnTo>
                  <a:lnTo>
                    <a:pt x="59180" y="1172419"/>
                  </a:lnTo>
                  <a:lnTo>
                    <a:pt x="76365" y="1219119"/>
                  </a:lnTo>
                  <a:lnTo>
                    <a:pt x="95471" y="1263787"/>
                  </a:lnTo>
                  <a:lnTo>
                    <a:pt x="116411" y="1306288"/>
                  </a:lnTo>
                  <a:lnTo>
                    <a:pt x="139097" y="1346487"/>
                  </a:lnTo>
                  <a:lnTo>
                    <a:pt x="163443" y="1384248"/>
                  </a:lnTo>
                  <a:lnTo>
                    <a:pt x="189360" y="1419435"/>
                  </a:lnTo>
                  <a:lnTo>
                    <a:pt x="216761" y="1451913"/>
                  </a:lnTo>
                  <a:lnTo>
                    <a:pt x="245560" y="1481548"/>
                  </a:lnTo>
                  <a:lnTo>
                    <a:pt x="275669" y="1508203"/>
                  </a:lnTo>
                  <a:lnTo>
                    <a:pt x="307000" y="1531743"/>
                  </a:lnTo>
                  <a:lnTo>
                    <a:pt x="339466" y="1552033"/>
                  </a:lnTo>
                  <a:lnTo>
                    <a:pt x="407456" y="1582321"/>
                  </a:lnTo>
                  <a:lnTo>
                    <a:pt x="478940" y="1597984"/>
                  </a:lnTo>
                  <a:lnTo>
                    <a:pt x="515774" y="1599993"/>
                  </a:lnTo>
                  <a:lnTo>
                    <a:pt x="552608" y="1597984"/>
                  </a:lnTo>
                  <a:lnTo>
                    <a:pt x="624092" y="1582321"/>
                  </a:lnTo>
                  <a:lnTo>
                    <a:pt x="692082" y="1552033"/>
                  </a:lnTo>
                  <a:lnTo>
                    <a:pt x="724549" y="1531743"/>
                  </a:lnTo>
                  <a:lnTo>
                    <a:pt x="755880" y="1508203"/>
                  </a:lnTo>
                  <a:lnTo>
                    <a:pt x="785989" y="1481548"/>
                  </a:lnTo>
                  <a:lnTo>
                    <a:pt x="814787" y="1451913"/>
                  </a:lnTo>
                  <a:lnTo>
                    <a:pt x="842189" y="1419435"/>
                  </a:lnTo>
                  <a:lnTo>
                    <a:pt x="868106" y="1384248"/>
                  </a:lnTo>
                  <a:lnTo>
                    <a:pt x="892451" y="1346487"/>
                  </a:lnTo>
                  <a:lnTo>
                    <a:pt x="915137" y="1306288"/>
                  </a:lnTo>
                  <a:lnTo>
                    <a:pt x="936077" y="1263787"/>
                  </a:lnTo>
                  <a:lnTo>
                    <a:pt x="955184" y="1219119"/>
                  </a:lnTo>
                  <a:lnTo>
                    <a:pt x="972369" y="1172419"/>
                  </a:lnTo>
                  <a:lnTo>
                    <a:pt x="987546" y="1123822"/>
                  </a:lnTo>
                  <a:lnTo>
                    <a:pt x="1000628" y="1073464"/>
                  </a:lnTo>
                  <a:lnTo>
                    <a:pt x="1011527" y="1021481"/>
                  </a:lnTo>
                  <a:lnTo>
                    <a:pt x="1020156" y="968007"/>
                  </a:lnTo>
                  <a:lnTo>
                    <a:pt x="1026427" y="913178"/>
                  </a:lnTo>
                  <a:lnTo>
                    <a:pt x="1030254" y="857129"/>
                  </a:lnTo>
                  <a:lnTo>
                    <a:pt x="1031549" y="799996"/>
                  </a:lnTo>
                  <a:lnTo>
                    <a:pt x="1030254" y="742863"/>
                  </a:lnTo>
                  <a:lnTo>
                    <a:pt x="1026427" y="686815"/>
                  </a:lnTo>
                  <a:lnTo>
                    <a:pt x="1020156" y="631986"/>
                  </a:lnTo>
                  <a:lnTo>
                    <a:pt x="1011527" y="578512"/>
                  </a:lnTo>
                  <a:lnTo>
                    <a:pt x="1000628" y="526528"/>
                  </a:lnTo>
                  <a:lnTo>
                    <a:pt x="987546" y="476170"/>
                  </a:lnTo>
                  <a:lnTo>
                    <a:pt x="972369" y="427573"/>
                  </a:lnTo>
                  <a:lnTo>
                    <a:pt x="955184" y="380873"/>
                  </a:lnTo>
                  <a:lnTo>
                    <a:pt x="936077" y="336205"/>
                  </a:lnTo>
                  <a:lnTo>
                    <a:pt x="915137" y="293704"/>
                  </a:lnTo>
                  <a:lnTo>
                    <a:pt x="892451" y="253505"/>
                  </a:lnTo>
                  <a:lnTo>
                    <a:pt x="868106" y="215745"/>
                  </a:lnTo>
                  <a:lnTo>
                    <a:pt x="842189" y="180557"/>
                  </a:lnTo>
                  <a:lnTo>
                    <a:pt x="814787" y="148079"/>
                  </a:lnTo>
                  <a:lnTo>
                    <a:pt x="785989" y="118444"/>
                  </a:lnTo>
                  <a:lnTo>
                    <a:pt x="755880" y="91789"/>
                  </a:lnTo>
                  <a:lnTo>
                    <a:pt x="724549" y="68249"/>
                  </a:lnTo>
                  <a:lnTo>
                    <a:pt x="692082" y="47959"/>
                  </a:lnTo>
                  <a:lnTo>
                    <a:pt x="624092" y="17671"/>
                  </a:lnTo>
                  <a:lnTo>
                    <a:pt x="552608" y="2008"/>
                  </a:lnTo>
                  <a:lnTo>
                    <a:pt x="515774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8038129" y="6647920"/>
              <a:ext cx="0" cy="1402080"/>
            </a:xfrm>
            <a:custGeom>
              <a:avLst/>
              <a:gdLst/>
              <a:ahLst/>
              <a:cxnLst/>
              <a:rect l="l" t="t" r="r" b="b"/>
              <a:pathLst>
                <a:path w="0" h="1402079">
                  <a:moveTo>
                    <a:pt x="0" y="0"/>
                  </a:moveTo>
                  <a:lnTo>
                    <a:pt x="0" y="1401747"/>
                  </a:lnTo>
                </a:path>
              </a:pathLst>
            </a:custGeom>
            <a:ln w="10470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8038129" y="6712549"/>
              <a:ext cx="103505" cy="434340"/>
            </a:xfrm>
            <a:custGeom>
              <a:avLst/>
              <a:gdLst/>
              <a:ahLst/>
              <a:cxnLst/>
              <a:rect l="l" t="t" r="r" b="b"/>
              <a:pathLst>
                <a:path w="103505" h="434340">
                  <a:moveTo>
                    <a:pt x="103012" y="0"/>
                  </a:moveTo>
                  <a:lnTo>
                    <a:pt x="103012" y="182497"/>
                  </a:lnTo>
                  <a:lnTo>
                    <a:pt x="100761" y="217130"/>
                  </a:lnTo>
                  <a:lnTo>
                    <a:pt x="94086" y="251043"/>
                  </a:lnTo>
                  <a:lnTo>
                    <a:pt x="83098" y="283816"/>
                  </a:lnTo>
                  <a:lnTo>
                    <a:pt x="67914" y="315027"/>
                  </a:lnTo>
                  <a:lnTo>
                    <a:pt x="0" y="434217"/>
                  </a:lnTo>
                </a:path>
              </a:pathLst>
            </a:custGeom>
            <a:ln w="10470">
              <a:solidFill>
                <a:srgbClr val="259CA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7" name="object 47" descr=""/>
          <p:cNvGrpSpPr/>
          <p:nvPr/>
        </p:nvGrpSpPr>
        <p:grpSpPr>
          <a:xfrm>
            <a:off x="0" y="0"/>
            <a:ext cx="20104100" cy="11308715"/>
            <a:chOff x="0" y="0"/>
            <a:chExt cx="20104100" cy="11308715"/>
          </a:xfrm>
        </p:grpSpPr>
        <p:sp>
          <p:nvSpPr>
            <p:cNvPr id="48" name="object 48" descr=""/>
            <p:cNvSpPr/>
            <p:nvPr/>
          </p:nvSpPr>
          <p:spPr>
            <a:xfrm>
              <a:off x="12889614" y="3545915"/>
              <a:ext cx="3525520" cy="1403985"/>
            </a:xfrm>
            <a:custGeom>
              <a:avLst/>
              <a:gdLst/>
              <a:ahLst/>
              <a:cxnLst/>
              <a:rect l="l" t="t" r="r" b="b"/>
              <a:pathLst>
                <a:path w="3525519" h="1403985">
                  <a:moveTo>
                    <a:pt x="2857598" y="0"/>
                  </a:moveTo>
                  <a:lnTo>
                    <a:pt x="0" y="0"/>
                  </a:lnTo>
                  <a:lnTo>
                    <a:pt x="667403" y="1403894"/>
                  </a:lnTo>
                  <a:lnTo>
                    <a:pt x="3525013" y="1403894"/>
                  </a:lnTo>
                  <a:lnTo>
                    <a:pt x="2857598" y="0"/>
                  </a:lnTo>
                  <a:close/>
                </a:path>
              </a:pathLst>
            </a:custGeom>
            <a:solidFill>
              <a:srgbClr val="2B34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2438123" y="4876511"/>
              <a:ext cx="2559685" cy="3215005"/>
            </a:xfrm>
            <a:custGeom>
              <a:avLst/>
              <a:gdLst/>
              <a:ahLst/>
              <a:cxnLst/>
              <a:rect l="l" t="t" r="r" b="b"/>
              <a:pathLst>
                <a:path w="2559684" h="3215004">
                  <a:moveTo>
                    <a:pt x="2559210" y="0"/>
                  </a:moveTo>
                  <a:lnTo>
                    <a:pt x="0" y="0"/>
                  </a:lnTo>
                  <a:lnTo>
                    <a:pt x="0" y="3214603"/>
                  </a:lnTo>
                  <a:lnTo>
                    <a:pt x="2559210" y="3214603"/>
                  </a:lnTo>
                  <a:lnTo>
                    <a:pt x="2559210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4997338" y="3619212"/>
              <a:ext cx="1198245" cy="4472305"/>
            </a:xfrm>
            <a:custGeom>
              <a:avLst/>
              <a:gdLst/>
              <a:ahLst/>
              <a:cxnLst/>
              <a:rect l="l" t="t" r="r" b="b"/>
              <a:pathLst>
                <a:path w="1198244" h="4472305">
                  <a:moveTo>
                    <a:pt x="600484" y="0"/>
                  </a:moveTo>
                  <a:lnTo>
                    <a:pt x="0" y="1257302"/>
                  </a:lnTo>
                  <a:lnTo>
                    <a:pt x="0" y="4471895"/>
                  </a:lnTo>
                  <a:lnTo>
                    <a:pt x="1198246" y="4471895"/>
                  </a:lnTo>
                  <a:lnTo>
                    <a:pt x="1198246" y="1257302"/>
                  </a:lnTo>
                  <a:lnTo>
                    <a:pt x="600484" y="0"/>
                  </a:lnTo>
                  <a:close/>
                </a:path>
              </a:pathLst>
            </a:custGeom>
            <a:solidFill>
              <a:srgbClr val="4DBA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2219069" y="3545915"/>
              <a:ext cx="3525520" cy="1403985"/>
            </a:xfrm>
            <a:custGeom>
              <a:avLst/>
              <a:gdLst/>
              <a:ahLst/>
              <a:cxnLst/>
              <a:rect l="l" t="t" r="r" b="b"/>
              <a:pathLst>
                <a:path w="3525519" h="1403985">
                  <a:moveTo>
                    <a:pt x="3525023" y="0"/>
                  </a:moveTo>
                  <a:lnTo>
                    <a:pt x="667414" y="0"/>
                  </a:lnTo>
                  <a:lnTo>
                    <a:pt x="0" y="1403894"/>
                  </a:lnTo>
                  <a:lnTo>
                    <a:pt x="2857609" y="1403894"/>
                  </a:lnTo>
                  <a:lnTo>
                    <a:pt x="3525023" y="0"/>
                  </a:lnTo>
                  <a:close/>
                </a:path>
              </a:pathLst>
            </a:custGeom>
            <a:solidFill>
              <a:srgbClr val="4D53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2811887" y="5273376"/>
              <a:ext cx="1811655" cy="2137410"/>
            </a:xfrm>
            <a:custGeom>
              <a:avLst/>
              <a:gdLst/>
              <a:ahLst/>
              <a:cxnLst/>
              <a:rect l="l" t="t" r="r" b="b"/>
              <a:pathLst>
                <a:path w="1811655" h="2137409">
                  <a:moveTo>
                    <a:pt x="288759" y="1799056"/>
                  </a:moveTo>
                  <a:lnTo>
                    <a:pt x="279730" y="1754365"/>
                  </a:lnTo>
                  <a:lnTo>
                    <a:pt x="255104" y="1717878"/>
                  </a:lnTo>
                  <a:lnTo>
                    <a:pt x="218605" y="1693278"/>
                  </a:lnTo>
                  <a:lnTo>
                    <a:pt x="173901" y="1684261"/>
                  </a:lnTo>
                  <a:lnTo>
                    <a:pt x="114858" y="1684261"/>
                  </a:lnTo>
                  <a:lnTo>
                    <a:pt x="70154" y="1693278"/>
                  </a:lnTo>
                  <a:lnTo>
                    <a:pt x="33642" y="1717878"/>
                  </a:lnTo>
                  <a:lnTo>
                    <a:pt x="9029" y="1754365"/>
                  </a:lnTo>
                  <a:lnTo>
                    <a:pt x="0" y="1799056"/>
                  </a:lnTo>
                  <a:lnTo>
                    <a:pt x="0" y="2099652"/>
                  </a:lnTo>
                  <a:lnTo>
                    <a:pt x="2946" y="2114194"/>
                  </a:lnTo>
                  <a:lnTo>
                    <a:pt x="10960" y="2126056"/>
                  </a:lnTo>
                  <a:lnTo>
                    <a:pt x="22847" y="2134057"/>
                  </a:lnTo>
                  <a:lnTo>
                    <a:pt x="37388" y="2136991"/>
                  </a:lnTo>
                  <a:lnTo>
                    <a:pt x="251358" y="2136991"/>
                  </a:lnTo>
                  <a:lnTo>
                    <a:pt x="265899" y="2134057"/>
                  </a:lnTo>
                  <a:lnTo>
                    <a:pt x="277787" y="2126056"/>
                  </a:lnTo>
                  <a:lnTo>
                    <a:pt x="285813" y="2114194"/>
                  </a:lnTo>
                  <a:lnTo>
                    <a:pt x="288759" y="2099652"/>
                  </a:lnTo>
                  <a:lnTo>
                    <a:pt x="288759" y="1799056"/>
                  </a:lnTo>
                  <a:close/>
                </a:path>
                <a:path w="1811655" h="2137409">
                  <a:moveTo>
                    <a:pt x="288759" y="956945"/>
                  </a:moveTo>
                  <a:lnTo>
                    <a:pt x="279730" y="912253"/>
                  </a:lnTo>
                  <a:lnTo>
                    <a:pt x="255104" y="875741"/>
                  </a:lnTo>
                  <a:lnTo>
                    <a:pt x="218605" y="851128"/>
                  </a:lnTo>
                  <a:lnTo>
                    <a:pt x="173901" y="842098"/>
                  </a:lnTo>
                  <a:lnTo>
                    <a:pt x="114858" y="842098"/>
                  </a:lnTo>
                  <a:lnTo>
                    <a:pt x="70154" y="851128"/>
                  </a:lnTo>
                  <a:lnTo>
                    <a:pt x="33642" y="875741"/>
                  </a:lnTo>
                  <a:lnTo>
                    <a:pt x="9029" y="912253"/>
                  </a:lnTo>
                  <a:lnTo>
                    <a:pt x="0" y="956945"/>
                  </a:lnTo>
                  <a:lnTo>
                    <a:pt x="0" y="1257490"/>
                  </a:lnTo>
                  <a:lnTo>
                    <a:pt x="2946" y="1272032"/>
                  </a:lnTo>
                  <a:lnTo>
                    <a:pt x="10960" y="1283919"/>
                  </a:lnTo>
                  <a:lnTo>
                    <a:pt x="22847" y="1291945"/>
                  </a:lnTo>
                  <a:lnTo>
                    <a:pt x="37388" y="1294892"/>
                  </a:lnTo>
                  <a:lnTo>
                    <a:pt x="251358" y="1294892"/>
                  </a:lnTo>
                  <a:lnTo>
                    <a:pt x="265899" y="1291945"/>
                  </a:lnTo>
                  <a:lnTo>
                    <a:pt x="277787" y="1283919"/>
                  </a:lnTo>
                  <a:lnTo>
                    <a:pt x="285813" y="1272032"/>
                  </a:lnTo>
                  <a:lnTo>
                    <a:pt x="288759" y="1257490"/>
                  </a:lnTo>
                  <a:lnTo>
                    <a:pt x="288759" y="956945"/>
                  </a:lnTo>
                  <a:close/>
                </a:path>
                <a:path w="1811655" h="2137409">
                  <a:moveTo>
                    <a:pt x="288759" y="114795"/>
                  </a:moveTo>
                  <a:lnTo>
                    <a:pt x="279730" y="70104"/>
                  </a:lnTo>
                  <a:lnTo>
                    <a:pt x="255104" y="33616"/>
                  </a:lnTo>
                  <a:lnTo>
                    <a:pt x="218605" y="9017"/>
                  </a:lnTo>
                  <a:lnTo>
                    <a:pt x="173901" y="0"/>
                  </a:lnTo>
                  <a:lnTo>
                    <a:pt x="114858" y="0"/>
                  </a:lnTo>
                  <a:lnTo>
                    <a:pt x="70154" y="9017"/>
                  </a:lnTo>
                  <a:lnTo>
                    <a:pt x="33642" y="33616"/>
                  </a:lnTo>
                  <a:lnTo>
                    <a:pt x="9029" y="70104"/>
                  </a:lnTo>
                  <a:lnTo>
                    <a:pt x="0" y="114795"/>
                  </a:lnTo>
                  <a:lnTo>
                    <a:pt x="0" y="415391"/>
                  </a:lnTo>
                  <a:lnTo>
                    <a:pt x="2946" y="429920"/>
                  </a:lnTo>
                  <a:lnTo>
                    <a:pt x="10960" y="441782"/>
                  </a:lnTo>
                  <a:lnTo>
                    <a:pt x="22847" y="449783"/>
                  </a:lnTo>
                  <a:lnTo>
                    <a:pt x="37388" y="452716"/>
                  </a:lnTo>
                  <a:lnTo>
                    <a:pt x="251358" y="452716"/>
                  </a:lnTo>
                  <a:lnTo>
                    <a:pt x="265899" y="449783"/>
                  </a:lnTo>
                  <a:lnTo>
                    <a:pt x="277787" y="441782"/>
                  </a:lnTo>
                  <a:lnTo>
                    <a:pt x="285813" y="429920"/>
                  </a:lnTo>
                  <a:lnTo>
                    <a:pt x="288759" y="415391"/>
                  </a:lnTo>
                  <a:lnTo>
                    <a:pt x="288759" y="114795"/>
                  </a:lnTo>
                  <a:close/>
                </a:path>
                <a:path w="1811655" h="2137409">
                  <a:moveTo>
                    <a:pt x="1050150" y="1799056"/>
                  </a:moveTo>
                  <a:lnTo>
                    <a:pt x="1041133" y="1754365"/>
                  </a:lnTo>
                  <a:lnTo>
                    <a:pt x="1016533" y="1717878"/>
                  </a:lnTo>
                  <a:lnTo>
                    <a:pt x="980046" y="1693278"/>
                  </a:lnTo>
                  <a:lnTo>
                    <a:pt x="935355" y="1684261"/>
                  </a:lnTo>
                  <a:lnTo>
                    <a:pt x="876312" y="1684261"/>
                  </a:lnTo>
                  <a:lnTo>
                    <a:pt x="831608" y="1693278"/>
                  </a:lnTo>
                  <a:lnTo>
                    <a:pt x="795096" y="1717878"/>
                  </a:lnTo>
                  <a:lnTo>
                    <a:pt x="770483" y="1754365"/>
                  </a:lnTo>
                  <a:lnTo>
                    <a:pt x="761453" y="1799056"/>
                  </a:lnTo>
                  <a:lnTo>
                    <a:pt x="761453" y="2099652"/>
                  </a:lnTo>
                  <a:lnTo>
                    <a:pt x="764400" y="2114194"/>
                  </a:lnTo>
                  <a:lnTo>
                    <a:pt x="772426" y="2126056"/>
                  </a:lnTo>
                  <a:lnTo>
                    <a:pt x="784313" y="2134057"/>
                  </a:lnTo>
                  <a:lnTo>
                    <a:pt x="798842" y="2136991"/>
                  </a:lnTo>
                  <a:lnTo>
                    <a:pt x="1012825" y="2136991"/>
                  </a:lnTo>
                  <a:lnTo>
                    <a:pt x="1027353" y="2134057"/>
                  </a:lnTo>
                  <a:lnTo>
                    <a:pt x="1039215" y="2126056"/>
                  </a:lnTo>
                  <a:lnTo>
                    <a:pt x="1047216" y="2114194"/>
                  </a:lnTo>
                  <a:lnTo>
                    <a:pt x="1050150" y="2099652"/>
                  </a:lnTo>
                  <a:lnTo>
                    <a:pt x="1050150" y="1799056"/>
                  </a:lnTo>
                  <a:close/>
                </a:path>
                <a:path w="1811655" h="2137409">
                  <a:moveTo>
                    <a:pt x="1050150" y="956945"/>
                  </a:moveTo>
                  <a:lnTo>
                    <a:pt x="1041133" y="912253"/>
                  </a:lnTo>
                  <a:lnTo>
                    <a:pt x="1016533" y="875741"/>
                  </a:lnTo>
                  <a:lnTo>
                    <a:pt x="980046" y="851128"/>
                  </a:lnTo>
                  <a:lnTo>
                    <a:pt x="935355" y="842098"/>
                  </a:lnTo>
                  <a:lnTo>
                    <a:pt x="876312" y="842098"/>
                  </a:lnTo>
                  <a:lnTo>
                    <a:pt x="831608" y="851128"/>
                  </a:lnTo>
                  <a:lnTo>
                    <a:pt x="795096" y="875741"/>
                  </a:lnTo>
                  <a:lnTo>
                    <a:pt x="770483" y="912253"/>
                  </a:lnTo>
                  <a:lnTo>
                    <a:pt x="761453" y="956945"/>
                  </a:lnTo>
                  <a:lnTo>
                    <a:pt x="761453" y="1257490"/>
                  </a:lnTo>
                  <a:lnTo>
                    <a:pt x="764400" y="1272032"/>
                  </a:lnTo>
                  <a:lnTo>
                    <a:pt x="772426" y="1283919"/>
                  </a:lnTo>
                  <a:lnTo>
                    <a:pt x="784313" y="1291945"/>
                  </a:lnTo>
                  <a:lnTo>
                    <a:pt x="798842" y="1294892"/>
                  </a:lnTo>
                  <a:lnTo>
                    <a:pt x="1012825" y="1294892"/>
                  </a:lnTo>
                  <a:lnTo>
                    <a:pt x="1027353" y="1291945"/>
                  </a:lnTo>
                  <a:lnTo>
                    <a:pt x="1039215" y="1283919"/>
                  </a:lnTo>
                  <a:lnTo>
                    <a:pt x="1047216" y="1272032"/>
                  </a:lnTo>
                  <a:lnTo>
                    <a:pt x="1050150" y="1257490"/>
                  </a:lnTo>
                  <a:lnTo>
                    <a:pt x="1050150" y="956945"/>
                  </a:lnTo>
                  <a:close/>
                </a:path>
                <a:path w="1811655" h="2137409">
                  <a:moveTo>
                    <a:pt x="1050150" y="114795"/>
                  </a:moveTo>
                  <a:lnTo>
                    <a:pt x="1041133" y="70104"/>
                  </a:lnTo>
                  <a:lnTo>
                    <a:pt x="1016533" y="33616"/>
                  </a:lnTo>
                  <a:lnTo>
                    <a:pt x="980046" y="9017"/>
                  </a:lnTo>
                  <a:lnTo>
                    <a:pt x="935355" y="0"/>
                  </a:lnTo>
                  <a:lnTo>
                    <a:pt x="876312" y="0"/>
                  </a:lnTo>
                  <a:lnTo>
                    <a:pt x="831608" y="9017"/>
                  </a:lnTo>
                  <a:lnTo>
                    <a:pt x="795096" y="33616"/>
                  </a:lnTo>
                  <a:lnTo>
                    <a:pt x="770483" y="70104"/>
                  </a:lnTo>
                  <a:lnTo>
                    <a:pt x="761453" y="114795"/>
                  </a:lnTo>
                  <a:lnTo>
                    <a:pt x="761453" y="415391"/>
                  </a:lnTo>
                  <a:lnTo>
                    <a:pt x="764400" y="429920"/>
                  </a:lnTo>
                  <a:lnTo>
                    <a:pt x="772426" y="441782"/>
                  </a:lnTo>
                  <a:lnTo>
                    <a:pt x="784313" y="449783"/>
                  </a:lnTo>
                  <a:lnTo>
                    <a:pt x="798842" y="452716"/>
                  </a:lnTo>
                  <a:lnTo>
                    <a:pt x="1012825" y="452716"/>
                  </a:lnTo>
                  <a:lnTo>
                    <a:pt x="1027353" y="449783"/>
                  </a:lnTo>
                  <a:lnTo>
                    <a:pt x="1039215" y="441782"/>
                  </a:lnTo>
                  <a:lnTo>
                    <a:pt x="1047216" y="429920"/>
                  </a:lnTo>
                  <a:lnTo>
                    <a:pt x="1050150" y="415391"/>
                  </a:lnTo>
                  <a:lnTo>
                    <a:pt x="1050150" y="114795"/>
                  </a:lnTo>
                  <a:close/>
                </a:path>
                <a:path w="1811655" h="2137409">
                  <a:moveTo>
                    <a:pt x="1811604" y="1799056"/>
                  </a:moveTo>
                  <a:lnTo>
                    <a:pt x="1802587" y="1754365"/>
                  </a:lnTo>
                  <a:lnTo>
                    <a:pt x="1777987" y="1717878"/>
                  </a:lnTo>
                  <a:lnTo>
                    <a:pt x="1741500" y="1693278"/>
                  </a:lnTo>
                  <a:lnTo>
                    <a:pt x="1696808" y="1684261"/>
                  </a:lnTo>
                  <a:lnTo>
                    <a:pt x="1637766" y="1684261"/>
                  </a:lnTo>
                  <a:lnTo>
                    <a:pt x="1593062" y="1693278"/>
                  </a:lnTo>
                  <a:lnTo>
                    <a:pt x="1556562" y="1717878"/>
                  </a:lnTo>
                  <a:lnTo>
                    <a:pt x="1531937" y="1754365"/>
                  </a:lnTo>
                  <a:lnTo>
                    <a:pt x="1522907" y="1799056"/>
                  </a:lnTo>
                  <a:lnTo>
                    <a:pt x="1522907" y="2099652"/>
                  </a:lnTo>
                  <a:lnTo>
                    <a:pt x="1525841" y="2114194"/>
                  </a:lnTo>
                  <a:lnTo>
                    <a:pt x="1533855" y="2126056"/>
                  </a:lnTo>
                  <a:lnTo>
                    <a:pt x="1545729" y="2134057"/>
                  </a:lnTo>
                  <a:lnTo>
                    <a:pt x="1560309" y="2136991"/>
                  </a:lnTo>
                  <a:lnTo>
                    <a:pt x="1774278" y="2136991"/>
                  </a:lnTo>
                  <a:lnTo>
                    <a:pt x="1788807" y="2134057"/>
                  </a:lnTo>
                  <a:lnTo>
                    <a:pt x="1800669" y="2126056"/>
                  </a:lnTo>
                  <a:lnTo>
                    <a:pt x="1808670" y="2114194"/>
                  </a:lnTo>
                  <a:lnTo>
                    <a:pt x="1811604" y="2099652"/>
                  </a:lnTo>
                  <a:lnTo>
                    <a:pt x="1811604" y="1799056"/>
                  </a:lnTo>
                  <a:close/>
                </a:path>
                <a:path w="1811655" h="2137409">
                  <a:moveTo>
                    <a:pt x="1811604" y="956945"/>
                  </a:moveTo>
                  <a:lnTo>
                    <a:pt x="1802587" y="912253"/>
                  </a:lnTo>
                  <a:lnTo>
                    <a:pt x="1777987" y="875741"/>
                  </a:lnTo>
                  <a:lnTo>
                    <a:pt x="1741500" y="851128"/>
                  </a:lnTo>
                  <a:lnTo>
                    <a:pt x="1696808" y="842098"/>
                  </a:lnTo>
                  <a:lnTo>
                    <a:pt x="1637766" y="842098"/>
                  </a:lnTo>
                  <a:lnTo>
                    <a:pt x="1593062" y="851128"/>
                  </a:lnTo>
                  <a:lnTo>
                    <a:pt x="1556562" y="875741"/>
                  </a:lnTo>
                  <a:lnTo>
                    <a:pt x="1531937" y="912253"/>
                  </a:lnTo>
                  <a:lnTo>
                    <a:pt x="1522907" y="956945"/>
                  </a:lnTo>
                  <a:lnTo>
                    <a:pt x="1522907" y="1257490"/>
                  </a:lnTo>
                  <a:lnTo>
                    <a:pt x="1525841" y="1272032"/>
                  </a:lnTo>
                  <a:lnTo>
                    <a:pt x="1533855" y="1283919"/>
                  </a:lnTo>
                  <a:lnTo>
                    <a:pt x="1545729" y="1291945"/>
                  </a:lnTo>
                  <a:lnTo>
                    <a:pt x="1560309" y="1294892"/>
                  </a:lnTo>
                  <a:lnTo>
                    <a:pt x="1774278" y="1294892"/>
                  </a:lnTo>
                  <a:lnTo>
                    <a:pt x="1788807" y="1291945"/>
                  </a:lnTo>
                  <a:lnTo>
                    <a:pt x="1800669" y="1283919"/>
                  </a:lnTo>
                  <a:lnTo>
                    <a:pt x="1808670" y="1272032"/>
                  </a:lnTo>
                  <a:lnTo>
                    <a:pt x="1811604" y="1257490"/>
                  </a:lnTo>
                  <a:lnTo>
                    <a:pt x="1811604" y="956945"/>
                  </a:lnTo>
                  <a:close/>
                </a:path>
                <a:path w="1811655" h="2137409">
                  <a:moveTo>
                    <a:pt x="1811604" y="114795"/>
                  </a:moveTo>
                  <a:lnTo>
                    <a:pt x="1802587" y="70104"/>
                  </a:lnTo>
                  <a:lnTo>
                    <a:pt x="1777987" y="33616"/>
                  </a:lnTo>
                  <a:lnTo>
                    <a:pt x="1741500" y="9017"/>
                  </a:lnTo>
                  <a:lnTo>
                    <a:pt x="1696808" y="0"/>
                  </a:lnTo>
                  <a:lnTo>
                    <a:pt x="1637766" y="0"/>
                  </a:lnTo>
                  <a:lnTo>
                    <a:pt x="1593062" y="9017"/>
                  </a:lnTo>
                  <a:lnTo>
                    <a:pt x="1556562" y="33616"/>
                  </a:lnTo>
                  <a:lnTo>
                    <a:pt x="1531937" y="70104"/>
                  </a:lnTo>
                  <a:lnTo>
                    <a:pt x="1522907" y="114795"/>
                  </a:lnTo>
                  <a:lnTo>
                    <a:pt x="1522907" y="415391"/>
                  </a:lnTo>
                  <a:lnTo>
                    <a:pt x="1525841" y="429920"/>
                  </a:lnTo>
                  <a:lnTo>
                    <a:pt x="1533855" y="441782"/>
                  </a:lnTo>
                  <a:lnTo>
                    <a:pt x="1545729" y="449783"/>
                  </a:lnTo>
                  <a:lnTo>
                    <a:pt x="1560309" y="452716"/>
                  </a:lnTo>
                  <a:lnTo>
                    <a:pt x="1774278" y="452716"/>
                  </a:lnTo>
                  <a:lnTo>
                    <a:pt x="1788807" y="449783"/>
                  </a:lnTo>
                  <a:lnTo>
                    <a:pt x="1800669" y="441782"/>
                  </a:lnTo>
                  <a:lnTo>
                    <a:pt x="1808670" y="429920"/>
                  </a:lnTo>
                  <a:lnTo>
                    <a:pt x="1811604" y="415391"/>
                  </a:lnTo>
                  <a:lnTo>
                    <a:pt x="1811604" y="114795"/>
                  </a:lnTo>
                  <a:close/>
                </a:path>
              </a:pathLst>
            </a:custGeom>
            <a:solidFill>
              <a:srgbClr val="009E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15222627" y="5273376"/>
              <a:ext cx="810260" cy="2137410"/>
            </a:xfrm>
            <a:custGeom>
              <a:avLst/>
              <a:gdLst/>
              <a:ahLst/>
              <a:cxnLst/>
              <a:rect l="l" t="t" r="r" b="b"/>
              <a:pathLst>
                <a:path w="810259" h="2137409">
                  <a:moveTo>
                    <a:pt x="288759" y="1799056"/>
                  </a:moveTo>
                  <a:lnTo>
                    <a:pt x="279730" y="1754365"/>
                  </a:lnTo>
                  <a:lnTo>
                    <a:pt x="255117" y="1717878"/>
                  </a:lnTo>
                  <a:lnTo>
                    <a:pt x="218605" y="1693278"/>
                  </a:lnTo>
                  <a:lnTo>
                    <a:pt x="173901" y="1684261"/>
                  </a:lnTo>
                  <a:lnTo>
                    <a:pt x="114846" y="1684261"/>
                  </a:lnTo>
                  <a:lnTo>
                    <a:pt x="70154" y="1693278"/>
                  </a:lnTo>
                  <a:lnTo>
                    <a:pt x="33642" y="1717878"/>
                  </a:lnTo>
                  <a:lnTo>
                    <a:pt x="9029" y="1754365"/>
                  </a:lnTo>
                  <a:lnTo>
                    <a:pt x="0" y="1799056"/>
                  </a:lnTo>
                  <a:lnTo>
                    <a:pt x="0" y="2099652"/>
                  </a:lnTo>
                  <a:lnTo>
                    <a:pt x="2933" y="2114194"/>
                  </a:lnTo>
                  <a:lnTo>
                    <a:pt x="10960" y="2126056"/>
                  </a:lnTo>
                  <a:lnTo>
                    <a:pt x="22847" y="2134057"/>
                  </a:lnTo>
                  <a:lnTo>
                    <a:pt x="37388" y="2136991"/>
                  </a:lnTo>
                  <a:lnTo>
                    <a:pt x="251358" y="2136991"/>
                  </a:lnTo>
                  <a:lnTo>
                    <a:pt x="265899" y="2134057"/>
                  </a:lnTo>
                  <a:lnTo>
                    <a:pt x="277787" y="2126056"/>
                  </a:lnTo>
                  <a:lnTo>
                    <a:pt x="285813" y="2114194"/>
                  </a:lnTo>
                  <a:lnTo>
                    <a:pt x="288759" y="2099652"/>
                  </a:lnTo>
                  <a:lnTo>
                    <a:pt x="288759" y="1799056"/>
                  </a:lnTo>
                  <a:close/>
                </a:path>
                <a:path w="810259" h="2137409">
                  <a:moveTo>
                    <a:pt x="288759" y="956945"/>
                  </a:moveTo>
                  <a:lnTo>
                    <a:pt x="279730" y="912253"/>
                  </a:lnTo>
                  <a:lnTo>
                    <a:pt x="255117" y="875741"/>
                  </a:lnTo>
                  <a:lnTo>
                    <a:pt x="218605" y="851128"/>
                  </a:lnTo>
                  <a:lnTo>
                    <a:pt x="173901" y="842098"/>
                  </a:lnTo>
                  <a:lnTo>
                    <a:pt x="114846" y="842098"/>
                  </a:lnTo>
                  <a:lnTo>
                    <a:pt x="70154" y="851128"/>
                  </a:lnTo>
                  <a:lnTo>
                    <a:pt x="33642" y="875741"/>
                  </a:lnTo>
                  <a:lnTo>
                    <a:pt x="9029" y="912253"/>
                  </a:lnTo>
                  <a:lnTo>
                    <a:pt x="0" y="956945"/>
                  </a:lnTo>
                  <a:lnTo>
                    <a:pt x="0" y="1257490"/>
                  </a:lnTo>
                  <a:lnTo>
                    <a:pt x="2933" y="1272032"/>
                  </a:lnTo>
                  <a:lnTo>
                    <a:pt x="10960" y="1283919"/>
                  </a:lnTo>
                  <a:lnTo>
                    <a:pt x="22847" y="1291945"/>
                  </a:lnTo>
                  <a:lnTo>
                    <a:pt x="37388" y="1294892"/>
                  </a:lnTo>
                  <a:lnTo>
                    <a:pt x="251358" y="1294892"/>
                  </a:lnTo>
                  <a:lnTo>
                    <a:pt x="265899" y="1291945"/>
                  </a:lnTo>
                  <a:lnTo>
                    <a:pt x="277787" y="1283919"/>
                  </a:lnTo>
                  <a:lnTo>
                    <a:pt x="285813" y="1272032"/>
                  </a:lnTo>
                  <a:lnTo>
                    <a:pt x="288759" y="1257490"/>
                  </a:lnTo>
                  <a:lnTo>
                    <a:pt x="288759" y="956945"/>
                  </a:lnTo>
                  <a:close/>
                </a:path>
                <a:path w="810259" h="2137409">
                  <a:moveTo>
                    <a:pt x="288759" y="114795"/>
                  </a:moveTo>
                  <a:lnTo>
                    <a:pt x="279730" y="70104"/>
                  </a:lnTo>
                  <a:lnTo>
                    <a:pt x="255117" y="33616"/>
                  </a:lnTo>
                  <a:lnTo>
                    <a:pt x="218605" y="9017"/>
                  </a:lnTo>
                  <a:lnTo>
                    <a:pt x="173901" y="0"/>
                  </a:lnTo>
                  <a:lnTo>
                    <a:pt x="114846" y="0"/>
                  </a:lnTo>
                  <a:lnTo>
                    <a:pt x="70154" y="9017"/>
                  </a:lnTo>
                  <a:lnTo>
                    <a:pt x="33642" y="33616"/>
                  </a:lnTo>
                  <a:lnTo>
                    <a:pt x="9029" y="70104"/>
                  </a:lnTo>
                  <a:lnTo>
                    <a:pt x="0" y="114795"/>
                  </a:lnTo>
                  <a:lnTo>
                    <a:pt x="0" y="415391"/>
                  </a:lnTo>
                  <a:lnTo>
                    <a:pt x="2933" y="429920"/>
                  </a:lnTo>
                  <a:lnTo>
                    <a:pt x="10960" y="441782"/>
                  </a:lnTo>
                  <a:lnTo>
                    <a:pt x="22847" y="449783"/>
                  </a:lnTo>
                  <a:lnTo>
                    <a:pt x="37388" y="452716"/>
                  </a:lnTo>
                  <a:lnTo>
                    <a:pt x="251358" y="452716"/>
                  </a:lnTo>
                  <a:lnTo>
                    <a:pt x="265899" y="449783"/>
                  </a:lnTo>
                  <a:lnTo>
                    <a:pt x="277787" y="441782"/>
                  </a:lnTo>
                  <a:lnTo>
                    <a:pt x="285813" y="429920"/>
                  </a:lnTo>
                  <a:lnTo>
                    <a:pt x="288759" y="415391"/>
                  </a:lnTo>
                  <a:lnTo>
                    <a:pt x="288759" y="114795"/>
                  </a:lnTo>
                  <a:close/>
                </a:path>
                <a:path w="810259" h="2137409">
                  <a:moveTo>
                    <a:pt x="810158" y="1799056"/>
                  </a:moveTo>
                  <a:lnTo>
                    <a:pt x="801128" y="1754365"/>
                  </a:lnTo>
                  <a:lnTo>
                    <a:pt x="776516" y="1717878"/>
                  </a:lnTo>
                  <a:lnTo>
                    <a:pt x="740003" y="1693278"/>
                  </a:lnTo>
                  <a:lnTo>
                    <a:pt x="695299" y="1684261"/>
                  </a:lnTo>
                  <a:lnTo>
                    <a:pt x="636257" y="1684261"/>
                  </a:lnTo>
                  <a:lnTo>
                    <a:pt x="591566" y="1693278"/>
                  </a:lnTo>
                  <a:lnTo>
                    <a:pt x="555078" y="1717878"/>
                  </a:lnTo>
                  <a:lnTo>
                    <a:pt x="530479" y="1754365"/>
                  </a:lnTo>
                  <a:lnTo>
                    <a:pt x="521462" y="1799056"/>
                  </a:lnTo>
                  <a:lnTo>
                    <a:pt x="521462" y="2099652"/>
                  </a:lnTo>
                  <a:lnTo>
                    <a:pt x="524395" y="2114194"/>
                  </a:lnTo>
                  <a:lnTo>
                    <a:pt x="532396" y="2126056"/>
                  </a:lnTo>
                  <a:lnTo>
                    <a:pt x="544258" y="2134057"/>
                  </a:lnTo>
                  <a:lnTo>
                    <a:pt x="558787" y="2136991"/>
                  </a:lnTo>
                  <a:lnTo>
                    <a:pt x="772756" y="2136991"/>
                  </a:lnTo>
                  <a:lnTo>
                    <a:pt x="787336" y="2134057"/>
                  </a:lnTo>
                  <a:lnTo>
                    <a:pt x="799223" y="2126056"/>
                  </a:lnTo>
                  <a:lnTo>
                    <a:pt x="807224" y="2114194"/>
                  </a:lnTo>
                  <a:lnTo>
                    <a:pt x="810158" y="2099652"/>
                  </a:lnTo>
                  <a:lnTo>
                    <a:pt x="810158" y="1799056"/>
                  </a:lnTo>
                  <a:close/>
                </a:path>
                <a:path w="810259" h="2137409">
                  <a:moveTo>
                    <a:pt x="810158" y="956945"/>
                  </a:moveTo>
                  <a:lnTo>
                    <a:pt x="801128" y="912253"/>
                  </a:lnTo>
                  <a:lnTo>
                    <a:pt x="776516" y="875741"/>
                  </a:lnTo>
                  <a:lnTo>
                    <a:pt x="740003" y="851128"/>
                  </a:lnTo>
                  <a:lnTo>
                    <a:pt x="695299" y="842098"/>
                  </a:lnTo>
                  <a:lnTo>
                    <a:pt x="636257" y="842098"/>
                  </a:lnTo>
                  <a:lnTo>
                    <a:pt x="591566" y="851128"/>
                  </a:lnTo>
                  <a:lnTo>
                    <a:pt x="555078" y="875741"/>
                  </a:lnTo>
                  <a:lnTo>
                    <a:pt x="530479" y="912253"/>
                  </a:lnTo>
                  <a:lnTo>
                    <a:pt x="521462" y="956945"/>
                  </a:lnTo>
                  <a:lnTo>
                    <a:pt x="521462" y="1257490"/>
                  </a:lnTo>
                  <a:lnTo>
                    <a:pt x="524395" y="1272032"/>
                  </a:lnTo>
                  <a:lnTo>
                    <a:pt x="532396" y="1283919"/>
                  </a:lnTo>
                  <a:lnTo>
                    <a:pt x="544258" y="1291945"/>
                  </a:lnTo>
                  <a:lnTo>
                    <a:pt x="558787" y="1294892"/>
                  </a:lnTo>
                  <a:lnTo>
                    <a:pt x="772756" y="1294892"/>
                  </a:lnTo>
                  <a:lnTo>
                    <a:pt x="787336" y="1291945"/>
                  </a:lnTo>
                  <a:lnTo>
                    <a:pt x="799223" y="1283919"/>
                  </a:lnTo>
                  <a:lnTo>
                    <a:pt x="807224" y="1272032"/>
                  </a:lnTo>
                  <a:lnTo>
                    <a:pt x="810158" y="1257490"/>
                  </a:lnTo>
                  <a:lnTo>
                    <a:pt x="810158" y="956945"/>
                  </a:lnTo>
                  <a:close/>
                </a:path>
                <a:path w="810259" h="2137409">
                  <a:moveTo>
                    <a:pt x="810158" y="114795"/>
                  </a:moveTo>
                  <a:lnTo>
                    <a:pt x="801128" y="70104"/>
                  </a:lnTo>
                  <a:lnTo>
                    <a:pt x="776516" y="33616"/>
                  </a:lnTo>
                  <a:lnTo>
                    <a:pt x="740003" y="9017"/>
                  </a:lnTo>
                  <a:lnTo>
                    <a:pt x="695299" y="0"/>
                  </a:lnTo>
                  <a:lnTo>
                    <a:pt x="636257" y="0"/>
                  </a:lnTo>
                  <a:lnTo>
                    <a:pt x="591566" y="9017"/>
                  </a:lnTo>
                  <a:lnTo>
                    <a:pt x="555078" y="33616"/>
                  </a:lnTo>
                  <a:lnTo>
                    <a:pt x="530479" y="70104"/>
                  </a:lnTo>
                  <a:lnTo>
                    <a:pt x="521462" y="114795"/>
                  </a:lnTo>
                  <a:lnTo>
                    <a:pt x="521462" y="415391"/>
                  </a:lnTo>
                  <a:lnTo>
                    <a:pt x="524395" y="429920"/>
                  </a:lnTo>
                  <a:lnTo>
                    <a:pt x="532396" y="441782"/>
                  </a:lnTo>
                  <a:lnTo>
                    <a:pt x="544258" y="449783"/>
                  </a:lnTo>
                  <a:lnTo>
                    <a:pt x="558787" y="452716"/>
                  </a:lnTo>
                  <a:lnTo>
                    <a:pt x="772756" y="452716"/>
                  </a:lnTo>
                  <a:lnTo>
                    <a:pt x="787336" y="449783"/>
                  </a:lnTo>
                  <a:lnTo>
                    <a:pt x="799223" y="441782"/>
                  </a:lnTo>
                  <a:lnTo>
                    <a:pt x="807224" y="429920"/>
                  </a:lnTo>
                  <a:lnTo>
                    <a:pt x="810158" y="415391"/>
                  </a:lnTo>
                  <a:lnTo>
                    <a:pt x="810158" y="114795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0" y="0"/>
              <a:ext cx="20104100" cy="8034655"/>
            </a:xfrm>
            <a:custGeom>
              <a:avLst/>
              <a:gdLst/>
              <a:ahLst/>
              <a:cxnLst/>
              <a:rect l="l" t="t" r="r" b="b"/>
              <a:pathLst>
                <a:path w="20104100" h="8034655">
                  <a:moveTo>
                    <a:pt x="0" y="8034415"/>
                  </a:moveTo>
                  <a:lnTo>
                    <a:pt x="20104099" y="8034415"/>
                  </a:lnTo>
                  <a:lnTo>
                    <a:pt x="20104099" y="0"/>
                  </a:lnTo>
                  <a:lnTo>
                    <a:pt x="0" y="0"/>
                  </a:lnTo>
                  <a:lnTo>
                    <a:pt x="0" y="8034415"/>
                  </a:lnTo>
                  <a:close/>
                </a:path>
              </a:pathLst>
            </a:custGeom>
            <a:solidFill>
              <a:srgbClr val="9DDCF8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2134029" y="6199711"/>
              <a:ext cx="0" cy="83185"/>
            </a:xfrm>
            <a:custGeom>
              <a:avLst/>
              <a:gdLst/>
              <a:ahLst/>
              <a:cxnLst/>
              <a:rect l="l" t="t" r="r" b="b"/>
              <a:pathLst>
                <a:path w="0" h="83185">
                  <a:moveTo>
                    <a:pt x="0" y="0"/>
                  </a:moveTo>
                  <a:lnTo>
                    <a:pt x="0" y="82981"/>
                  </a:lnTo>
                </a:path>
              </a:pathLst>
            </a:custGeom>
            <a:ln w="7622">
              <a:solidFill>
                <a:srgbClr val="9FDAD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0" y="8034415"/>
              <a:ext cx="20104100" cy="3274695"/>
            </a:xfrm>
            <a:custGeom>
              <a:avLst/>
              <a:gdLst/>
              <a:ahLst/>
              <a:cxnLst/>
              <a:rect l="l" t="t" r="r" b="b"/>
              <a:pathLst>
                <a:path w="20104100" h="3274695">
                  <a:moveTo>
                    <a:pt x="0" y="0"/>
                  </a:moveTo>
                  <a:lnTo>
                    <a:pt x="20104099" y="0"/>
                  </a:lnTo>
                  <a:lnTo>
                    <a:pt x="20104099" y="3274141"/>
                  </a:lnTo>
                  <a:lnTo>
                    <a:pt x="0" y="32741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6608503" y="1339205"/>
              <a:ext cx="692150" cy="1282065"/>
            </a:xfrm>
            <a:custGeom>
              <a:avLst/>
              <a:gdLst/>
              <a:ahLst/>
              <a:cxnLst/>
              <a:rect l="l" t="t" r="r" b="b"/>
              <a:pathLst>
                <a:path w="692150" h="1282064">
                  <a:moveTo>
                    <a:pt x="692104" y="0"/>
                  </a:moveTo>
                  <a:lnTo>
                    <a:pt x="0" y="0"/>
                  </a:lnTo>
                  <a:lnTo>
                    <a:pt x="0" y="1146708"/>
                  </a:lnTo>
                  <a:lnTo>
                    <a:pt x="692104" y="1281437"/>
                  </a:lnTo>
                  <a:lnTo>
                    <a:pt x="692104" y="0"/>
                  </a:lnTo>
                  <a:close/>
                </a:path>
              </a:pathLst>
            </a:custGeom>
            <a:solidFill>
              <a:srgbClr val="E8F1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6520681" y="1339205"/>
              <a:ext cx="868044" cy="433070"/>
            </a:xfrm>
            <a:custGeom>
              <a:avLst/>
              <a:gdLst/>
              <a:ahLst/>
              <a:cxnLst/>
              <a:rect l="l" t="t" r="r" b="b"/>
              <a:pathLst>
                <a:path w="868045" h="433069">
                  <a:moveTo>
                    <a:pt x="867743" y="0"/>
                  </a:moveTo>
                  <a:lnTo>
                    <a:pt x="0" y="0"/>
                  </a:lnTo>
                  <a:lnTo>
                    <a:pt x="0" y="432939"/>
                  </a:lnTo>
                  <a:lnTo>
                    <a:pt x="867743" y="432939"/>
                  </a:lnTo>
                  <a:lnTo>
                    <a:pt x="867743" y="0"/>
                  </a:lnTo>
                  <a:close/>
                </a:path>
              </a:pathLst>
            </a:custGeom>
            <a:solidFill>
              <a:srgbClr val="F6F9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6608503" y="1772142"/>
              <a:ext cx="692150" cy="179070"/>
            </a:xfrm>
            <a:custGeom>
              <a:avLst/>
              <a:gdLst/>
              <a:ahLst/>
              <a:cxnLst/>
              <a:rect l="l" t="t" r="r" b="b"/>
              <a:pathLst>
                <a:path w="692150" h="179069">
                  <a:moveTo>
                    <a:pt x="692104" y="0"/>
                  </a:moveTo>
                  <a:lnTo>
                    <a:pt x="0" y="0"/>
                  </a:lnTo>
                  <a:lnTo>
                    <a:pt x="178926" y="178832"/>
                  </a:lnTo>
                  <a:lnTo>
                    <a:pt x="692104" y="178832"/>
                  </a:lnTo>
                  <a:lnTo>
                    <a:pt x="692104" y="0"/>
                  </a:lnTo>
                  <a:close/>
                </a:path>
              </a:pathLst>
            </a:custGeom>
            <a:solidFill>
              <a:srgbClr val="D9E9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2844663" y="1979926"/>
              <a:ext cx="4880610" cy="6508750"/>
            </a:xfrm>
            <a:custGeom>
              <a:avLst/>
              <a:gdLst/>
              <a:ahLst/>
              <a:cxnLst/>
              <a:rect l="l" t="t" r="r" b="b"/>
              <a:pathLst>
                <a:path w="4880609" h="6508750">
                  <a:moveTo>
                    <a:pt x="2439978" y="0"/>
                  </a:moveTo>
                  <a:lnTo>
                    <a:pt x="0" y="1247291"/>
                  </a:lnTo>
                  <a:lnTo>
                    <a:pt x="0" y="6508597"/>
                  </a:lnTo>
                  <a:lnTo>
                    <a:pt x="4880081" y="6508597"/>
                  </a:lnTo>
                  <a:lnTo>
                    <a:pt x="4880081" y="1245773"/>
                  </a:lnTo>
                  <a:lnTo>
                    <a:pt x="2439978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2844662" y="1770333"/>
              <a:ext cx="4880610" cy="1457325"/>
            </a:xfrm>
            <a:custGeom>
              <a:avLst/>
              <a:gdLst/>
              <a:ahLst/>
              <a:cxnLst/>
              <a:rect l="l" t="t" r="r" b="b"/>
              <a:pathLst>
                <a:path w="4880609" h="1457325">
                  <a:moveTo>
                    <a:pt x="2439978" y="0"/>
                  </a:moveTo>
                  <a:lnTo>
                    <a:pt x="0" y="1250747"/>
                  </a:lnTo>
                  <a:lnTo>
                    <a:pt x="0" y="1456887"/>
                  </a:lnTo>
                  <a:lnTo>
                    <a:pt x="2439978" y="209595"/>
                  </a:lnTo>
                  <a:lnTo>
                    <a:pt x="4880081" y="1455369"/>
                  </a:lnTo>
                  <a:lnTo>
                    <a:pt x="4880081" y="1249166"/>
                  </a:lnTo>
                  <a:lnTo>
                    <a:pt x="2439978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2844647" y="7832655"/>
              <a:ext cx="4880610" cy="655955"/>
            </a:xfrm>
            <a:custGeom>
              <a:avLst/>
              <a:gdLst/>
              <a:ahLst/>
              <a:cxnLst/>
              <a:rect l="l" t="t" r="r" b="b"/>
              <a:pathLst>
                <a:path w="4880609" h="655954">
                  <a:moveTo>
                    <a:pt x="1814283" y="0"/>
                  </a:moveTo>
                  <a:lnTo>
                    <a:pt x="0" y="0"/>
                  </a:lnTo>
                  <a:lnTo>
                    <a:pt x="0" y="655878"/>
                  </a:lnTo>
                  <a:lnTo>
                    <a:pt x="1814283" y="655878"/>
                  </a:lnTo>
                  <a:lnTo>
                    <a:pt x="1814283" y="0"/>
                  </a:lnTo>
                  <a:close/>
                </a:path>
                <a:path w="4880609" h="655954">
                  <a:moveTo>
                    <a:pt x="4880089" y="0"/>
                  </a:moveTo>
                  <a:lnTo>
                    <a:pt x="1960067" y="0"/>
                  </a:lnTo>
                  <a:lnTo>
                    <a:pt x="1960067" y="655878"/>
                  </a:lnTo>
                  <a:lnTo>
                    <a:pt x="4880089" y="655878"/>
                  </a:lnTo>
                  <a:lnTo>
                    <a:pt x="4880089" y="0"/>
                  </a:lnTo>
                  <a:close/>
                </a:path>
              </a:pathLst>
            </a:custGeom>
            <a:solidFill>
              <a:srgbClr val="BBBB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4804723" y="6648835"/>
              <a:ext cx="2292350" cy="1184275"/>
            </a:xfrm>
            <a:custGeom>
              <a:avLst/>
              <a:gdLst/>
              <a:ahLst/>
              <a:cxnLst/>
              <a:rect l="l" t="t" r="r" b="b"/>
              <a:pathLst>
                <a:path w="2292350" h="1184275">
                  <a:moveTo>
                    <a:pt x="1108154" y="0"/>
                  </a:moveTo>
                  <a:lnTo>
                    <a:pt x="0" y="0"/>
                  </a:lnTo>
                  <a:lnTo>
                    <a:pt x="0" y="1183817"/>
                  </a:lnTo>
                  <a:lnTo>
                    <a:pt x="2291972" y="1183817"/>
                  </a:lnTo>
                  <a:lnTo>
                    <a:pt x="1108154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4804726" y="7832651"/>
              <a:ext cx="2920365" cy="657225"/>
            </a:xfrm>
            <a:custGeom>
              <a:avLst/>
              <a:gdLst/>
              <a:ahLst/>
              <a:cxnLst/>
              <a:rect l="l" t="t" r="r" b="b"/>
              <a:pathLst>
                <a:path w="2920365" h="657225">
                  <a:moveTo>
                    <a:pt x="2291972" y="0"/>
                  </a:moveTo>
                  <a:lnTo>
                    <a:pt x="0" y="0"/>
                  </a:lnTo>
                  <a:lnTo>
                    <a:pt x="0" y="655875"/>
                  </a:lnTo>
                  <a:lnTo>
                    <a:pt x="2919984" y="656712"/>
                  </a:lnTo>
                  <a:lnTo>
                    <a:pt x="2920078" y="628075"/>
                  </a:lnTo>
                  <a:lnTo>
                    <a:pt x="2291972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2674572" y="1529479"/>
              <a:ext cx="2610485" cy="1635760"/>
            </a:xfrm>
            <a:custGeom>
              <a:avLst/>
              <a:gdLst/>
              <a:ahLst/>
              <a:cxnLst/>
              <a:rect l="l" t="t" r="r" b="b"/>
              <a:pathLst>
                <a:path w="2610485" h="1635760">
                  <a:moveTo>
                    <a:pt x="2610067" y="0"/>
                  </a:moveTo>
                  <a:lnTo>
                    <a:pt x="0" y="1382408"/>
                  </a:lnTo>
                  <a:lnTo>
                    <a:pt x="0" y="1635164"/>
                  </a:lnTo>
                  <a:lnTo>
                    <a:pt x="2610067" y="252662"/>
                  </a:lnTo>
                  <a:lnTo>
                    <a:pt x="2610067" y="31"/>
                  </a:lnTo>
                  <a:close/>
                </a:path>
              </a:pathLst>
            </a:custGeom>
            <a:solidFill>
              <a:srgbClr val="95DB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5284640" y="1529512"/>
              <a:ext cx="2610485" cy="1635125"/>
            </a:xfrm>
            <a:custGeom>
              <a:avLst/>
              <a:gdLst/>
              <a:ahLst/>
              <a:cxnLst/>
              <a:rect l="l" t="t" r="r" b="b"/>
              <a:pathLst>
                <a:path w="2610484" h="1635125">
                  <a:moveTo>
                    <a:pt x="0" y="0"/>
                  </a:moveTo>
                  <a:lnTo>
                    <a:pt x="0" y="252631"/>
                  </a:lnTo>
                  <a:lnTo>
                    <a:pt x="2610161" y="1635122"/>
                  </a:lnTo>
                  <a:lnTo>
                    <a:pt x="2610161" y="13823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3609594" y="4590484"/>
              <a:ext cx="532765" cy="734060"/>
            </a:xfrm>
            <a:custGeom>
              <a:avLst/>
              <a:gdLst/>
              <a:ahLst/>
              <a:cxnLst/>
              <a:rect l="l" t="t" r="r" b="b"/>
              <a:pathLst>
                <a:path w="532764" h="734060">
                  <a:moveTo>
                    <a:pt x="220383" y="0"/>
                  </a:moveTo>
                  <a:lnTo>
                    <a:pt x="0" y="0"/>
                  </a:lnTo>
                  <a:lnTo>
                    <a:pt x="0" y="733602"/>
                  </a:lnTo>
                  <a:lnTo>
                    <a:pt x="220383" y="733602"/>
                  </a:lnTo>
                  <a:lnTo>
                    <a:pt x="220383" y="0"/>
                  </a:lnTo>
                  <a:close/>
                </a:path>
                <a:path w="532764" h="734060">
                  <a:moveTo>
                    <a:pt x="532511" y="0"/>
                  </a:moveTo>
                  <a:lnTo>
                    <a:pt x="312127" y="0"/>
                  </a:lnTo>
                  <a:lnTo>
                    <a:pt x="312127" y="733602"/>
                  </a:lnTo>
                  <a:lnTo>
                    <a:pt x="532511" y="733602"/>
                  </a:lnTo>
                  <a:lnTo>
                    <a:pt x="532511" y="0"/>
                  </a:lnTo>
                  <a:close/>
                </a:path>
              </a:pathLst>
            </a:custGeom>
            <a:solidFill>
              <a:srgbClr val="D2E4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3517938" y="4498815"/>
              <a:ext cx="716280" cy="916940"/>
            </a:xfrm>
            <a:custGeom>
              <a:avLst/>
              <a:gdLst/>
              <a:ahLst/>
              <a:cxnLst/>
              <a:rect l="l" t="t" r="r" b="b"/>
              <a:pathLst>
                <a:path w="716279" h="916939">
                  <a:moveTo>
                    <a:pt x="715835" y="91668"/>
                  </a:moveTo>
                  <a:lnTo>
                    <a:pt x="624179" y="91668"/>
                  </a:lnTo>
                  <a:lnTo>
                    <a:pt x="624179" y="825271"/>
                  </a:lnTo>
                  <a:lnTo>
                    <a:pt x="715835" y="825271"/>
                  </a:lnTo>
                  <a:lnTo>
                    <a:pt x="715835" y="91668"/>
                  </a:lnTo>
                  <a:close/>
                </a:path>
                <a:path w="716279" h="916939">
                  <a:moveTo>
                    <a:pt x="715835" y="0"/>
                  </a:moveTo>
                  <a:lnTo>
                    <a:pt x="312039" y="0"/>
                  </a:lnTo>
                  <a:lnTo>
                    <a:pt x="312039" y="91440"/>
                  </a:lnTo>
                  <a:lnTo>
                    <a:pt x="312039" y="825500"/>
                  </a:lnTo>
                  <a:lnTo>
                    <a:pt x="91655" y="825500"/>
                  </a:lnTo>
                  <a:lnTo>
                    <a:pt x="91655" y="91440"/>
                  </a:lnTo>
                  <a:lnTo>
                    <a:pt x="312039" y="91440"/>
                  </a:lnTo>
                  <a:lnTo>
                    <a:pt x="312039" y="0"/>
                  </a:lnTo>
                  <a:lnTo>
                    <a:pt x="0" y="0"/>
                  </a:lnTo>
                  <a:lnTo>
                    <a:pt x="0" y="91440"/>
                  </a:lnTo>
                  <a:lnTo>
                    <a:pt x="0" y="825500"/>
                  </a:lnTo>
                  <a:lnTo>
                    <a:pt x="0" y="916940"/>
                  </a:lnTo>
                  <a:lnTo>
                    <a:pt x="715835" y="916940"/>
                  </a:lnTo>
                  <a:lnTo>
                    <a:pt x="715835" y="825500"/>
                  </a:lnTo>
                  <a:lnTo>
                    <a:pt x="403783" y="825500"/>
                  </a:lnTo>
                  <a:lnTo>
                    <a:pt x="403783" y="91440"/>
                  </a:lnTo>
                  <a:lnTo>
                    <a:pt x="715835" y="91440"/>
                  </a:lnTo>
                  <a:lnTo>
                    <a:pt x="7158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5018443" y="4590484"/>
              <a:ext cx="532765" cy="734060"/>
            </a:xfrm>
            <a:custGeom>
              <a:avLst/>
              <a:gdLst/>
              <a:ahLst/>
              <a:cxnLst/>
              <a:rect l="l" t="t" r="r" b="b"/>
              <a:pathLst>
                <a:path w="532764" h="734060">
                  <a:moveTo>
                    <a:pt x="220383" y="0"/>
                  </a:moveTo>
                  <a:lnTo>
                    <a:pt x="0" y="0"/>
                  </a:lnTo>
                  <a:lnTo>
                    <a:pt x="0" y="733602"/>
                  </a:lnTo>
                  <a:lnTo>
                    <a:pt x="220383" y="733602"/>
                  </a:lnTo>
                  <a:lnTo>
                    <a:pt x="220383" y="0"/>
                  </a:lnTo>
                  <a:close/>
                </a:path>
                <a:path w="532764" h="734060">
                  <a:moveTo>
                    <a:pt x="532511" y="0"/>
                  </a:moveTo>
                  <a:lnTo>
                    <a:pt x="312115" y="0"/>
                  </a:lnTo>
                  <a:lnTo>
                    <a:pt x="312115" y="733602"/>
                  </a:lnTo>
                  <a:lnTo>
                    <a:pt x="532511" y="733602"/>
                  </a:lnTo>
                  <a:lnTo>
                    <a:pt x="532511" y="0"/>
                  </a:lnTo>
                  <a:close/>
                </a:path>
              </a:pathLst>
            </a:custGeom>
            <a:solidFill>
              <a:srgbClr val="D2E4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4926787" y="4498815"/>
              <a:ext cx="716280" cy="916940"/>
            </a:xfrm>
            <a:custGeom>
              <a:avLst/>
              <a:gdLst/>
              <a:ahLst/>
              <a:cxnLst/>
              <a:rect l="l" t="t" r="r" b="b"/>
              <a:pathLst>
                <a:path w="716279" h="916939">
                  <a:moveTo>
                    <a:pt x="715835" y="91668"/>
                  </a:moveTo>
                  <a:lnTo>
                    <a:pt x="624166" y="91668"/>
                  </a:lnTo>
                  <a:lnTo>
                    <a:pt x="624166" y="825271"/>
                  </a:lnTo>
                  <a:lnTo>
                    <a:pt x="715835" y="825271"/>
                  </a:lnTo>
                  <a:lnTo>
                    <a:pt x="715835" y="91668"/>
                  </a:lnTo>
                  <a:close/>
                </a:path>
                <a:path w="716279" h="916939">
                  <a:moveTo>
                    <a:pt x="715835" y="0"/>
                  </a:moveTo>
                  <a:lnTo>
                    <a:pt x="312039" y="0"/>
                  </a:lnTo>
                  <a:lnTo>
                    <a:pt x="312039" y="91440"/>
                  </a:lnTo>
                  <a:lnTo>
                    <a:pt x="312039" y="825500"/>
                  </a:lnTo>
                  <a:lnTo>
                    <a:pt x="91655" y="825500"/>
                  </a:lnTo>
                  <a:lnTo>
                    <a:pt x="91655" y="91440"/>
                  </a:lnTo>
                  <a:lnTo>
                    <a:pt x="312039" y="91440"/>
                  </a:lnTo>
                  <a:lnTo>
                    <a:pt x="312039" y="0"/>
                  </a:lnTo>
                  <a:lnTo>
                    <a:pt x="0" y="0"/>
                  </a:lnTo>
                  <a:lnTo>
                    <a:pt x="0" y="91440"/>
                  </a:lnTo>
                  <a:lnTo>
                    <a:pt x="0" y="825500"/>
                  </a:lnTo>
                  <a:lnTo>
                    <a:pt x="0" y="916940"/>
                  </a:lnTo>
                  <a:lnTo>
                    <a:pt x="715835" y="916940"/>
                  </a:lnTo>
                  <a:lnTo>
                    <a:pt x="715835" y="825500"/>
                  </a:lnTo>
                  <a:lnTo>
                    <a:pt x="403771" y="825500"/>
                  </a:lnTo>
                  <a:lnTo>
                    <a:pt x="403771" y="91440"/>
                  </a:lnTo>
                  <a:lnTo>
                    <a:pt x="715835" y="91440"/>
                  </a:lnTo>
                  <a:lnTo>
                    <a:pt x="7158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6422034" y="4590484"/>
              <a:ext cx="532765" cy="734060"/>
            </a:xfrm>
            <a:custGeom>
              <a:avLst/>
              <a:gdLst/>
              <a:ahLst/>
              <a:cxnLst/>
              <a:rect l="l" t="t" r="r" b="b"/>
              <a:pathLst>
                <a:path w="532765" h="734060">
                  <a:moveTo>
                    <a:pt x="220408" y="0"/>
                  </a:moveTo>
                  <a:lnTo>
                    <a:pt x="0" y="0"/>
                  </a:lnTo>
                  <a:lnTo>
                    <a:pt x="0" y="733602"/>
                  </a:lnTo>
                  <a:lnTo>
                    <a:pt x="220408" y="733602"/>
                  </a:lnTo>
                  <a:lnTo>
                    <a:pt x="220408" y="0"/>
                  </a:lnTo>
                  <a:close/>
                </a:path>
                <a:path w="532765" h="734060">
                  <a:moveTo>
                    <a:pt x="532511" y="0"/>
                  </a:moveTo>
                  <a:lnTo>
                    <a:pt x="312127" y="0"/>
                  </a:lnTo>
                  <a:lnTo>
                    <a:pt x="312127" y="733602"/>
                  </a:lnTo>
                  <a:lnTo>
                    <a:pt x="532511" y="733602"/>
                  </a:lnTo>
                  <a:lnTo>
                    <a:pt x="532511" y="0"/>
                  </a:lnTo>
                  <a:close/>
                </a:path>
              </a:pathLst>
            </a:custGeom>
            <a:solidFill>
              <a:srgbClr val="D2E4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6330365" y="4498815"/>
              <a:ext cx="716280" cy="916940"/>
            </a:xfrm>
            <a:custGeom>
              <a:avLst/>
              <a:gdLst/>
              <a:ahLst/>
              <a:cxnLst/>
              <a:rect l="l" t="t" r="r" b="b"/>
              <a:pathLst>
                <a:path w="716279" h="916939">
                  <a:moveTo>
                    <a:pt x="715848" y="91668"/>
                  </a:moveTo>
                  <a:lnTo>
                    <a:pt x="624179" y="91668"/>
                  </a:lnTo>
                  <a:lnTo>
                    <a:pt x="624179" y="825271"/>
                  </a:lnTo>
                  <a:lnTo>
                    <a:pt x="715848" y="825271"/>
                  </a:lnTo>
                  <a:lnTo>
                    <a:pt x="715848" y="91668"/>
                  </a:lnTo>
                  <a:close/>
                </a:path>
                <a:path w="716279" h="916939">
                  <a:moveTo>
                    <a:pt x="715848" y="0"/>
                  </a:moveTo>
                  <a:lnTo>
                    <a:pt x="312077" y="0"/>
                  </a:lnTo>
                  <a:lnTo>
                    <a:pt x="312077" y="91440"/>
                  </a:lnTo>
                  <a:lnTo>
                    <a:pt x="312077" y="825500"/>
                  </a:lnTo>
                  <a:lnTo>
                    <a:pt x="91668" y="825500"/>
                  </a:lnTo>
                  <a:lnTo>
                    <a:pt x="91668" y="91440"/>
                  </a:lnTo>
                  <a:lnTo>
                    <a:pt x="312077" y="91440"/>
                  </a:lnTo>
                  <a:lnTo>
                    <a:pt x="312077" y="0"/>
                  </a:lnTo>
                  <a:lnTo>
                    <a:pt x="0" y="0"/>
                  </a:lnTo>
                  <a:lnTo>
                    <a:pt x="0" y="91440"/>
                  </a:lnTo>
                  <a:lnTo>
                    <a:pt x="0" y="825500"/>
                  </a:lnTo>
                  <a:lnTo>
                    <a:pt x="0" y="916940"/>
                  </a:lnTo>
                  <a:lnTo>
                    <a:pt x="715848" y="916940"/>
                  </a:lnTo>
                  <a:lnTo>
                    <a:pt x="715848" y="825500"/>
                  </a:lnTo>
                  <a:lnTo>
                    <a:pt x="403796" y="825500"/>
                  </a:lnTo>
                  <a:lnTo>
                    <a:pt x="403796" y="91440"/>
                  </a:lnTo>
                  <a:lnTo>
                    <a:pt x="715848" y="91440"/>
                  </a:lnTo>
                  <a:lnTo>
                    <a:pt x="7158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3609594" y="6088271"/>
              <a:ext cx="532765" cy="734060"/>
            </a:xfrm>
            <a:custGeom>
              <a:avLst/>
              <a:gdLst/>
              <a:ahLst/>
              <a:cxnLst/>
              <a:rect l="l" t="t" r="r" b="b"/>
              <a:pathLst>
                <a:path w="532764" h="734059">
                  <a:moveTo>
                    <a:pt x="220383" y="0"/>
                  </a:moveTo>
                  <a:lnTo>
                    <a:pt x="0" y="0"/>
                  </a:lnTo>
                  <a:lnTo>
                    <a:pt x="0" y="733628"/>
                  </a:lnTo>
                  <a:lnTo>
                    <a:pt x="220383" y="733628"/>
                  </a:lnTo>
                  <a:lnTo>
                    <a:pt x="220383" y="0"/>
                  </a:lnTo>
                  <a:close/>
                </a:path>
                <a:path w="532764" h="734059">
                  <a:moveTo>
                    <a:pt x="532511" y="0"/>
                  </a:moveTo>
                  <a:lnTo>
                    <a:pt x="312127" y="0"/>
                  </a:lnTo>
                  <a:lnTo>
                    <a:pt x="312127" y="733628"/>
                  </a:lnTo>
                  <a:lnTo>
                    <a:pt x="532511" y="733628"/>
                  </a:lnTo>
                  <a:lnTo>
                    <a:pt x="532511" y="0"/>
                  </a:lnTo>
                  <a:close/>
                </a:path>
              </a:pathLst>
            </a:custGeom>
            <a:solidFill>
              <a:srgbClr val="D2E4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3517938" y="5996146"/>
              <a:ext cx="716280" cy="916940"/>
            </a:xfrm>
            <a:custGeom>
              <a:avLst/>
              <a:gdLst/>
              <a:ahLst/>
              <a:cxnLst/>
              <a:rect l="l" t="t" r="r" b="b"/>
              <a:pathLst>
                <a:path w="716279" h="916940">
                  <a:moveTo>
                    <a:pt x="715835" y="0"/>
                  </a:moveTo>
                  <a:lnTo>
                    <a:pt x="624179" y="0"/>
                  </a:lnTo>
                  <a:lnTo>
                    <a:pt x="624179" y="92710"/>
                  </a:lnTo>
                  <a:lnTo>
                    <a:pt x="624179" y="825500"/>
                  </a:lnTo>
                  <a:lnTo>
                    <a:pt x="403783" y="825500"/>
                  </a:lnTo>
                  <a:lnTo>
                    <a:pt x="403783" y="92710"/>
                  </a:lnTo>
                  <a:lnTo>
                    <a:pt x="624179" y="92710"/>
                  </a:lnTo>
                  <a:lnTo>
                    <a:pt x="624179" y="0"/>
                  </a:lnTo>
                  <a:lnTo>
                    <a:pt x="312039" y="0"/>
                  </a:lnTo>
                  <a:lnTo>
                    <a:pt x="312039" y="92710"/>
                  </a:lnTo>
                  <a:lnTo>
                    <a:pt x="312039" y="825500"/>
                  </a:lnTo>
                  <a:lnTo>
                    <a:pt x="91655" y="825500"/>
                  </a:lnTo>
                  <a:lnTo>
                    <a:pt x="91655" y="92710"/>
                  </a:lnTo>
                  <a:lnTo>
                    <a:pt x="312039" y="92710"/>
                  </a:lnTo>
                  <a:lnTo>
                    <a:pt x="312039" y="0"/>
                  </a:lnTo>
                  <a:lnTo>
                    <a:pt x="0" y="0"/>
                  </a:lnTo>
                  <a:lnTo>
                    <a:pt x="0" y="92710"/>
                  </a:lnTo>
                  <a:lnTo>
                    <a:pt x="0" y="825500"/>
                  </a:lnTo>
                  <a:lnTo>
                    <a:pt x="0" y="916940"/>
                  </a:lnTo>
                  <a:lnTo>
                    <a:pt x="715835" y="916940"/>
                  </a:lnTo>
                  <a:lnTo>
                    <a:pt x="715835" y="825754"/>
                  </a:lnTo>
                  <a:lnTo>
                    <a:pt x="715835" y="825500"/>
                  </a:lnTo>
                  <a:lnTo>
                    <a:pt x="715835" y="92710"/>
                  </a:lnTo>
                  <a:lnTo>
                    <a:pt x="715835" y="92125"/>
                  </a:lnTo>
                  <a:lnTo>
                    <a:pt x="7158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6422034" y="6088271"/>
              <a:ext cx="532765" cy="734060"/>
            </a:xfrm>
            <a:custGeom>
              <a:avLst/>
              <a:gdLst/>
              <a:ahLst/>
              <a:cxnLst/>
              <a:rect l="l" t="t" r="r" b="b"/>
              <a:pathLst>
                <a:path w="532765" h="734059">
                  <a:moveTo>
                    <a:pt x="220408" y="0"/>
                  </a:moveTo>
                  <a:lnTo>
                    <a:pt x="0" y="0"/>
                  </a:lnTo>
                  <a:lnTo>
                    <a:pt x="0" y="733628"/>
                  </a:lnTo>
                  <a:lnTo>
                    <a:pt x="220408" y="733628"/>
                  </a:lnTo>
                  <a:lnTo>
                    <a:pt x="220408" y="0"/>
                  </a:lnTo>
                  <a:close/>
                </a:path>
                <a:path w="532765" h="734059">
                  <a:moveTo>
                    <a:pt x="532511" y="0"/>
                  </a:moveTo>
                  <a:lnTo>
                    <a:pt x="312127" y="0"/>
                  </a:lnTo>
                  <a:lnTo>
                    <a:pt x="312127" y="733628"/>
                  </a:lnTo>
                  <a:lnTo>
                    <a:pt x="532511" y="733628"/>
                  </a:lnTo>
                  <a:lnTo>
                    <a:pt x="532511" y="0"/>
                  </a:lnTo>
                  <a:close/>
                </a:path>
              </a:pathLst>
            </a:custGeom>
            <a:solidFill>
              <a:srgbClr val="D2E4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6330365" y="5996146"/>
              <a:ext cx="716280" cy="916940"/>
            </a:xfrm>
            <a:custGeom>
              <a:avLst/>
              <a:gdLst/>
              <a:ahLst/>
              <a:cxnLst/>
              <a:rect l="l" t="t" r="r" b="b"/>
              <a:pathLst>
                <a:path w="716279" h="916940">
                  <a:moveTo>
                    <a:pt x="715848" y="0"/>
                  </a:moveTo>
                  <a:lnTo>
                    <a:pt x="624179" y="0"/>
                  </a:lnTo>
                  <a:lnTo>
                    <a:pt x="624179" y="92710"/>
                  </a:lnTo>
                  <a:lnTo>
                    <a:pt x="624179" y="825500"/>
                  </a:lnTo>
                  <a:lnTo>
                    <a:pt x="403796" y="825500"/>
                  </a:lnTo>
                  <a:lnTo>
                    <a:pt x="403796" y="92710"/>
                  </a:lnTo>
                  <a:lnTo>
                    <a:pt x="624179" y="92710"/>
                  </a:lnTo>
                  <a:lnTo>
                    <a:pt x="624179" y="0"/>
                  </a:lnTo>
                  <a:lnTo>
                    <a:pt x="312077" y="0"/>
                  </a:lnTo>
                  <a:lnTo>
                    <a:pt x="312077" y="92710"/>
                  </a:lnTo>
                  <a:lnTo>
                    <a:pt x="312077" y="825500"/>
                  </a:lnTo>
                  <a:lnTo>
                    <a:pt x="91668" y="825500"/>
                  </a:lnTo>
                  <a:lnTo>
                    <a:pt x="91668" y="92710"/>
                  </a:lnTo>
                  <a:lnTo>
                    <a:pt x="312077" y="92710"/>
                  </a:lnTo>
                  <a:lnTo>
                    <a:pt x="312077" y="0"/>
                  </a:lnTo>
                  <a:lnTo>
                    <a:pt x="0" y="0"/>
                  </a:lnTo>
                  <a:lnTo>
                    <a:pt x="0" y="92710"/>
                  </a:lnTo>
                  <a:lnTo>
                    <a:pt x="0" y="825500"/>
                  </a:lnTo>
                  <a:lnTo>
                    <a:pt x="0" y="916940"/>
                  </a:lnTo>
                  <a:lnTo>
                    <a:pt x="715848" y="916940"/>
                  </a:lnTo>
                  <a:lnTo>
                    <a:pt x="715848" y="825754"/>
                  </a:lnTo>
                  <a:lnTo>
                    <a:pt x="715848" y="825500"/>
                  </a:lnTo>
                  <a:lnTo>
                    <a:pt x="715848" y="92710"/>
                  </a:lnTo>
                  <a:lnTo>
                    <a:pt x="715848" y="92125"/>
                  </a:lnTo>
                  <a:lnTo>
                    <a:pt x="7158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5018443" y="2978689"/>
              <a:ext cx="532765" cy="734060"/>
            </a:xfrm>
            <a:custGeom>
              <a:avLst/>
              <a:gdLst/>
              <a:ahLst/>
              <a:cxnLst/>
              <a:rect l="l" t="t" r="r" b="b"/>
              <a:pathLst>
                <a:path w="532764" h="734060">
                  <a:moveTo>
                    <a:pt x="220383" y="0"/>
                  </a:moveTo>
                  <a:lnTo>
                    <a:pt x="0" y="0"/>
                  </a:lnTo>
                  <a:lnTo>
                    <a:pt x="0" y="733602"/>
                  </a:lnTo>
                  <a:lnTo>
                    <a:pt x="220383" y="733602"/>
                  </a:lnTo>
                  <a:lnTo>
                    <a:pt x="220383" y="0"/>
                  </a:lnTo>
                  <a:close/>
                </a:path>
                <a:path w="532764" h="734060">
                  <a:moveTo>
                    <a:pt x="532511" y="0"/>
                  </a:moveTo>
                  <a:lnTo>
                    <a:pt x="312115" y="0"/>
                  </a:lnTo>
                  <a:lnTo>
                    <a:pt x="312115" y="733602"/>
                  </a:lnTo>
                  <a:lnTo>
                    <a:pt x="532511" y="733602"/>
                  </a:lnTo>
                  <a:lnTo>
                    <a:pt x="532511" y="0"/>
                  </a:lnTo>
                  <a:close/>
                </a:path>
              </a:pathLst>
            </a:custGeom>
            <a:solidFill>
              <a:srgbClr val="D2E4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4926787" y="2887185"/>
              <a:ext cx="716280" cy="916940"/>
            </a:xfrm>
            <a:custGeom>
              <a:avLst/>
              <a:gdLst/>
              <a:ahLst/>
              <a:cxnLst/>
              <a:rect l="l" t="t" r="r" b="b"/>
              <a:pathLst>
                <a:path w="716279" h="916939">
                  <a:moveTo>
                    <a:pt x="403771" y="91503"/>
                  </a:moveTo>
                  <a:lnTo>
                    <a:pt x="312039" y="91503"/>
                  </a:lnTo>
                  <a:lnTo>
                    <a:pt x="312039" y="825106"/>
                  </a:lnTo>
                  <a:lnTo>
                    <a:pt x="403771" y="825106"/>
                  </a:lnTo>
                  <a:lnTo>
                    <a:pt x="403771" y="91503"/>
                  </a:lnTo>
                  <a:close/>
                </a:path>
                <a:path w="716279" h="916939">
                  <a:moveTo>
                    <a:pt x="715835" y="91503"/>
                  </a:moveTo>
                  <a:lnTo>
                    <a:pt x="624166" y="91503"/>
                  </a:lnTo>
                  <a:lnTo>
                    <a:pt x="624166" y="825106"/>
                  </a:lnTo>
                  <a:lnTo>
                    <a:pt x="715835" y="825106"/>
                  </a:lnTo>
                  <a:lnTo>
                    <a:pt x="715835" y="91503"/>
                  </a:lnTo>
                  <a:close/>
                </a:path>
                <a:path w="716279" h="916939">
                  <a:moveTo>
                    <a:pt x="715835" y="0"/>
                  </a:moveTo>
                  <a:lnTo>
                    <a:pt x="0" y="0"/>
                  </a:lnTo>
                  <a:lnTo>
                    <a:pt x="0" y="91440"/>
                  </a:lnTo>
                  <a:lnTo>
                    <a:pt x="0" y="825500"/>
                  </a:lnTo>
                  <a:lnTo>
                    <a:pt x="0" y="916940"/>
                  </a:lnTo>
                  <a:lnTo>
                    <a:pt x="715835" y="916940"/>
                  </a:lnTo>
                  <a:lnTo>
                    <a:pt x="715835" y="825500"/>
                  </a:lnTo>
                  <a:lnTo>
                    <a:pt x="91655" y="825500"/>
                  </a:lnTo>
                  <a:lnTo>
                    <a:pt x="91655" y="91440"/>
                  </a:lnTo>
                  <a:lnTo>
                    <a:pt x="715835" y="91440"/>
                  </a:lnTo>
                  <a:lnTo>
                    <a:pt x="7158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4838583" y="3523303"/>
              <a:ext cx="1216025" cy="502284"/>
            </a:xfrm>
            <a:custGeom>
              <a:avLst/>
              <a:gdLst/>
              <a:ahLst/>
              <a:cxnLst/>
              <a:rect l="l" t="t" r="r" b="b"/>
              <a:pathLst>
                <a:path w="1216025" h="502285">
                  <a:moveTo>
                    <a:pt x="891114" y="0"/>
                  </a:moveTo>
                  <a:lnTo>
                    <a:pt x="0" y="0"/>
                  </a:lnTo>
                  <a:lnTo>
                    <a:pt x="0" y="280703"/>
                  </a:lnTo>
                  <a:lnTo>
                    <a:pt x="221385" y="502089"/>
                  </a:lnTo>
                  <a:lnTo>
                    <a:pt x="1215690" y="502089"/>
                  </a:lnTo>
                  <a:lnTo>
                    <a:pt x="1215690" y="324618"/>
                  </a:lnTo>
                  <a:lnTo>
                    <a:pt x="891114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4838585" y="3523295"/>
              <a:ext cx="891540" cy="281305"/>
            </a:xfrm>
            <a:custGeom>
              <a:avLst/>
              <a:gdLst/>
              <a:ahLst/>
              <a:cxnLst/>
              <a:rect l="l" t="t" r="r" b="b"/>
              <a:pathLst>
                <a:path w="891539" h="281304">
                  <a:moveTo>
                    <a:pt x="891114" y="0"/>
                  </a:moveTo>
                  <a:lnTo>
                    <a:pt x="0" y="0"/>
                  </a:lnTo>
                  <a:lnTo>
                    <a:pt x="0" y="280703"/>
                  </a:lnTo>
                  <a:lnTo>
                    <a:pt x="891114" y="280703"/>
                  </a:lnTo>
                  <a:lnTo>
                    <a:pt x="891114" y="0"/>
                  </a:lnTo>
                  <a:close/>
                </a:path>
              </a:pathLst>
            </a:custGeom>
            <a:solidFill>
              <a:srgbClr val="E8F1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4494878" y="6967746"/>
              <a:ext cx="1582420" cy="209550"/>
            </a:xfrm>
            <a:custGeom>
              <a:avLst/>
              <a:gdLst/>
              <a:ahLst/>
              <a:cxnLst/>
              <a:rect l="l" t="t" r="r" b="b"/>
              <a:pathLst>
                <a:path w="1582420" h="209550">
                  <a:moveTo>
                    <a:pt x="1582129" y="0"/>
                  </a:moveTo>
                  <a:lnTo>
                    <a:pt x="0" y="0"/>
                  </a:lnTo>
                  <a:lnTo>
                    <a:pt x="0" y="208967"/>
                  </a:lnTo>
                  <a:lnTo>
                    <a:pt x="1582129" y="208967"/>
                  </a:lnTo>
                  <a:lnTo>
                    <a:pt x="1582129" y="0"/>
                  </a:lnTo>
                  <a:close/>
                </a:path>
              </a:pathLst>
            </a:custGeom>
            <a:solidFill>
              <a:srgbClr val="F6F9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4658936" y="7176724"/>
              <a:ext cx="146050" cy="1311910"/>
            </a:xfrm>
            <a:custGeom>
              <a:avLst/>
              <a:gdLst/>
              <a:ahLst/>
              <a:cxnLst/>
              <a:rect l="l" t="t" r="r" b="b"/>
              <a:pathLst>
                <a:path w="146050" h="1311909">
                  <a:moveTo>
                    <a:pt x="145786" y="0"/>
                  </a:moveTo>
                  <a:lnTo>
                    <a:pt x="0" y="0"/>
                  </a:lnTo>
                  <a:lnTo>
                    <a:pt x="0" y="1311802"/>
                  </a:lnTo>
                  <a:lnTo>
                    <a:pt x="145786" y="1311802"/>
                  </a:lnTo>
                  <a:lnTo>
                    <a:pt x="145786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5767185" y="7176724"/>
              <a:ext cx="146050" cy="1311910"/>
            </a:xfrm>
            <a:custGeom>
              <a:avLst/>
              <a:gdLst/>
              <a:ahLst/>
              <a:cxnLst/>
              <a:rect l="l" t="t" r="r" b="b"/>
              <a:pathLst>
                <a:path w="146050" h="1311909">
                  <a:moveTo>
                    <a:pt x="145723" y="0"/>
                  </a:moveTo>
                  <a:lnTo>
                    <a:pt x="0" y="0"/>
                  </a:lnTo>
                  <a:lnTo>
                    <a:pt x="0" y="1311802"/>
                  </a:lnTo>
                  <a:lnTo>
                    <a:pt x="145723" y="1311802"/>
                  </a:lnTo>
                  <a:lnTo>
                    <a:pt x="145723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4884500" y="7176724"/>
              <a:ext cx="803275" cy="1311910"/>
            </a:xfrm>
            <a:custGeom>
              <a:avLst/>
              <a:gdLst/>
              <a:ahLst/>
              <a:cxnLst/>
              <a:rect l="l" t="t" r="r" b="b"/>
              <a:pathLst>
                <a:path w="803275" h="1311909">
                  <a:moveTo>
                    <a:pt x="802938" y="0"/>
                  </a:moveTo>
                  <a:lnTo>
                    <a:pt x="0" y="0"/>
                  </a:lnTo>
                  <a:lnTo>
                    <a:pt x="0" y="1311802"/>
                  </a:lnTo>
                  <a:lnTo>
                    <a:pt x="802938" y="1311802"/>
                  </a:lnTo>
                  <a:lnTo>
                    <a:pt x="802938" y="0"/>
                  </a:lnTo>
                  <a:close/>
                </a:path>
              </a:pathLst>
            </a:custGeom>
            <a:solidFill>
              <a:srgbClr val="C1DC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4658943" y="6382089"/>
              <a:ext cx="627380" cy="586105"/>
            </a:xfrm>
            <a:custGeom>
              <a:avLst/>
              <a:gdLst/>
              <a:ahLst/>
              <a:cxnLst/>
              <a:rect l="l" t="t" r="r" b="b"/>
              <a:pathLst>
                <a:path w="627379" h="586104">
                  <a:moveTo>
                    <a:pt x="627017" y="0"/>
                  </a:moveTo>
                  <a:lnTo>
                    <a:pt x="0" y="266745"/>
                  </a:lnTo>
                  <a:lnTo>
                    <a:pt x="0" y="585657"/>
                  </a:lnTo>
                  <a:lnTo>
                    <a:pt x="627017" y="585657"/>
                  </a:lnTo>
                  <a:lnTo>
                    <a:pt x="627017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5285957" y="6382089"/>
              <a:ext cx="627380" cy="586105"/>
            </a:xfrm>
            <a:custGeom>
              <a:avLst/>
              <a:gdLst/>
              <a:ahLst/>
              <a:cxnLst/>
              <a:rect l="l" t="t" r="r" b="b"/>
              <a:pathLst>
                <a:path w="627379" h="586104">
                  <a:moveTo>
                    <a:pt x="0" y="0"/>
                  </a:moveTo>
                  <a:lnTo>
                    <a:pt x="0" y="585657"/>
                  </a:lnTo>
                  <a:lnTo>
                    <a:pt x="626954" y="585657"/>
                  </a:lnTo>
                  <a:lnTo>
                    <a:pt x="626954" y="2667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7724737" y="6011411"/>
              <a:ext cx="3522979" cy="1821814"/>
            </a:xfrm>
            <a:custGeom>
              <a:avLst/>
              <a:gdLst/>
              <a:ahLst/>
              <a:cxnLst/>
              <a:rect l="l" t="t" r="r" b="b"/>
              <a:pathLst>
                <a:path w="3522979" h="1821815">
                  <a:moveTo>
                    <a:pt x="3522599" y="0"/>
                  </a:moveTo>
                  <a:lnTo>
                    <a:pt x="2786570" y="0"/>
                  </a:lnTo>
                  <a:lnTo>
                    <a:pt x="2786570" y="797077"/>
                  </a:lnTo>
                  <a:lnTo>
                    <a:pt x="2786570" y="850569"/>
                  </a:lnTo>
                  <a:lnTo>
                    <a:pt x="736079" y="850569"/>
                  </a:lnTo>
                  <a:lnTo>
                    <a:pt x="736079" y="797077"/>
                  </a:lnTo>
                  <a:lnTo>
                    <a:pt x="2786570" y="797077"/>
                  </a:lnTo>
                  <a:lnTo>
                    <a:pt x="2786570" y="0"/>
                  </a:lnTo>
                  <a:lnTo>
                    <a:pt x="0" y="0"/>
                  </a:lnTo>
                  <a:lnTo>
                    <a:pt x="0" y="714679"/>
                  </a:lnTo>
                  <a:lnTo>
                    <a:pt x="0" y="797077"/>
                  </a:lnTo>
                  <a:lnTo>
                    <a:pt x="0" y="850569"/>
                  </a:lnTo>
                  <a:lnTo>
                    <a:pt x="0" y="1799259"/>
                  </a:lnTo>
                  <a:lnTo>
                    <a:pt x="0" y="1821243"/>
                  </a:lnTo>
                  <a:lnTo>
                    <a:pt x="3522599" y="1821243"/>
                  </a:lnTo>
                  <a:lnTo>
                    <a:pt x="3522599" y="1799259"/>
                  </a:lnTo>
                  <a:lnTo>
                    <a:pt x="3522599" y="850569"/>
                  </a:lnTo>
                  <a:lnTo>
                    <a:pt x="3522599" y="797077"/>
                  </a:lnTo>
                  <a:lnTo>
                    <a:pt x="3522599" y="714679"/>
                  </a:lnTo>
                  <a:lnTo>
                    <a:pt x="3522599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7724749" y="5803530"/>
              <a:ext cx="3669029" cy="208279"/>
            </a:xfrm>
            <a:custGeom>
              <a:avLst/>
              <a:gdLst/>
              <a:ahLst/>
              <a:cxnLst/>
              <a:rect l="l" t="t" r="r" b="b"/>
              <a:pathLst>
                <a:path w="3669029" h="208279">
                  <a:moveTo>
                    <a:pt x="3668568" y="0"/>
                  </a:moveTo>
                  <a:lnTo>
                    <a:pt x="0" y="0"/>
                  </a:lnTo>
                  <a:lnTo>
                    <a:pt x="0" y="207878"/>
                  </a:lnTo>
                  <a:lnTo>
                    <a:pt x="3668568" y="207878"/>
                  </a:lnTo>
                  <a:lnTo>
                    <a:pt x="3668568" y="0"/>
                  </a:lnTo>
                  <a:close/>
                </a:path>
              </a:pathLst>
            </a:custGeom>
            <a:solidFill>
              <a:srgbClr val="95DB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7724749" y="4634801"/>
              <a:ext cx="3669029" cy="1169035"/>
            </a:xfrm>
            <a:custGeom>
              <a:avLst/>
              <a:gdLst/>
              <a:ahLst/>
              <a:cxnLst/>
              <a:rect l="l" t="t" r="r" b="b"/>
              <a:pathLst>
                <a:path w="3669029" h="1169035">
                  <a:moveTo>
                    <a:pt x="3668568" y="0"/>
                  </a:moveTo>
                  <a:lnTo>
                    <a:pt x="0" y="0"/>
                  </a:lnTo>
                  <a:lnTo>
                    <a:pt x="0" y="1168728"/>
                  </a:lnTo>
                  <a:lnTo>
                    <a:pt x="3668568" y="1168728"/>
                  </a:lnTo>
                  <a:lnTo>
                    <a:pt x="3668568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7724737" y="7832655"/>
              <a:ext cx="3522979" cy="655955"/>
            </a:xfrm>
            <a:custGeom>
              <a:avLst/>
              <a:gdLst/>
              <a:ahLst/>
              <a:cxnLst/>
              <a:rect l="l" t="t" r="r" b="b"/>
              <a:pathLst>
                <a:path w="3522979" h="655954">
                  <a:moveTo>
                    <a:pt x="736092" y="0"/>
                  </a:moveTo>
                  <a:lnTo>
                    <a:pt x="0" y="0"/>
                  </a:lnTo>
                  <a:lnTo>
                    <a:pt x="0" y="655878"/>
                  </a:lnTo>
                  <a:lnTo>
                    <a:pt x="736092" y="655878"/>
                  </a:lnTo>
                  <a:lnTo>
                    <a:pt x="736092" y="0"/>
                  </a:lnTo>
                  <a:close/>
                </a:path>
                <a:path w="3522979" h="655954">
                  <a:moveTo>
                    <a:pt x="3522599" y="0"/>
                  </a:moveTo>
                  <a:lnTo>
                    <a:pt x="2786583" y="0"/>
                  </a:lnTo>
                  <a:lnTo>
                    <a:pt x="2786583" y="655878"/>
                  </a:lnTo>
                  <a:lnTo>
                    <a:pt x="3522599" y="655878"/>
                  </a:lnTo>
                  <a:lnTo>
                    <a:pt x="3522599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8460831" y="6808483"/>
              <a:ext cx="2051050" cy="1680210"/>
            </a:xfrm>
            <a:custGeom>
              <a:avLst/>
              <a:gdLst/>
              <a:ahLst/>
              <a:cxnLst/>
              <a:rect l="l" t="t" r="r" b="b"/>
              <a:pathLst>
                <a:path w="2051050" h="1680209">
                  <a:moveTo>
                    <a:pt x="2050492" y="0"/>
                  </a:moveTo>
                  <a:lnTo>
                    <a:pt x="0" y="0"/>
                  </a:lnTo>
                  <a:lnTo>
                    <a:pt x="0" y="1680032"/>
                  </a:lnTo>
                  <a:lnTo>
                    <a:pt x="2050492" y="1680032"/>
                  </a:lnTo>
                  <a:lnTo>
                    <a:pt x="2050492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8460816" y="6726091"/>
              <a:ext cx="2051050" cy="1762760"/>
            </a:xfrm>
            <a:custGeom>
              <a:avLst/>
              <a:gdLst/>
              <a:ahLst/>
              <a:cxnLst/>
              <a:rect l="l" t="t" r="r" b="b"/>
              <a:pathLst>
                <a:path w="2051050" h="1762759">
                  <a:moveTo>
                    <a:pt x="2050491" y="0"/>
                  </a:moveTo>
                  <a:lnTo>
                    <a:pt x="0" y="0"/>
                  </a:lnTo>
                  <a:lnTo>
                    <a:pt x="0" y="135890"/>
                  </a:lnTo>
                  <a:lnTo>
                    <a:pt x="0" y="1762760"/>
                  </a:lnTo>
                  <a:lnTo>
                    <a:pt x="135572" y="1762760"/>
                  </a:lnTo>
                  <a:lnTo>
                    <a:pt x="135572" y="135890"/>
                  </a:lnTo>
                  <a:lnTo>
                    <a:pt x="2050491" y="135890"/>
                  </a:lnTo>
                  <a:lnTo>
                    <a:pt x="205049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8460831" y="6997210"/>
              <a:ext cx="135890" cy="135890"/>
            </a:xfrm>
            <a:custGeom>
              <a:avLst/>
              <a:gdLst/>
              <a:ahLst/>
              <a:cxnLst/>
              <a:rect l="l" t="t" r="r" b="b"/>
              <a:pathLst>
                <a:path w="135890" h="135890">
                  <a:moveTo>
                    <a:pt x="135566" y="0"/>
                  </a:moveTo>
                  <a:lnTo>
                    <a:pt x="0" y="0"/>
                  </a:lnTo>
                  <a:lnTo>
                    <a:pt x="0" y="135597"/>
                  </a:lnTo>
                  <a:lnTo>
                    <a:pt x="135566" y="135597"/>
                  </a:lnTo>
                  <a:lnTo>
                    <a:pt x="135566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8596397" y="6997210"/>
              <a:ext cx="1915160" cy="135890"/>
            </a:xfrm>
            <a:custGeom>
              <a:avLst/>
              <a:gdLst/>
              <a:ahLst/>
              <a:cxnLst/>
              <a:rect l="l" t="t" r="r" b="b"/>
              <a:pathLst>
                <a:path w="1915159" h="135890">
                  <a:moveTo>
                    <a:pt x="1914925" y="0"/>
                  </a:moveTo>
                  <a:lnTo>
                    <a:pt x="0" y="0"/>
                  </a:lnTo>
                  <a:lnTo>
                    <a:pt x="0" y="135597"/>
                  </a:lnTo>
                  <a:lnTo>
                    <a:pt x="1914925" y="135597"/>
                  </a:lnTo>
                  <a:lnTo>
                    <a:pt x="1914925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8460831" y="7268406"/>
              <a:ext cx="135890" cy="135890"/>
            </a:xfrm>
            <a:custGeom>
              <a:avLst/>
              <a:gdLst/>
              <a:ahLst/>
              <a:cxnLst/>
              <a:rect l="l" t="t" r="r" b="b"/>
              <a:pathLst>
                <a:path w="135890" h="135890">
                  <a:moveTo>
                    <a:pt x="135566" y="0"/>
                  </a:moveTo>
                  <a:lnTo>
                    <a:pt x="0" y="0"/>
                  </a:lnTo>
                  <a:lnTo>
                    <a:pt x="0" y="135597"/>
                  </a:lnTo>
                  <a:lnTo>
                    <a:pt x="135566" y="135597"/>
                  </a:lnTo>
                  <a:lnTo>
                    <a:pt x="135566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8596397" y="7268406"/>
              <a:ext cx="1915160" cy="135890"/>
            </a:xfrm>
            <a:custGeom>
              <a:avLst/>
              <a:gdLst/>
              <a:ahLst/>
              <a:cxnLst/>
              <a:rect l="l" t="t" r="r" b="b"/>
              <a:pathLst>
                <a:path w="1915159" h="135890">
                  <a:moveTo>
                    <a:pt x="1914925" y="0"/>
                  </a:moveTo>
                  <a:lnTo>
                    <a:pt x="0" y="0"/>
                  </a:lnTo>
                  <a:lnTo>
                    <a:pt x="0" y="135597"/>
                  </a:lnTo>
                  <a:lnTo>
                    <a:pt x="1914925" y="135597"/>
                  </a:lnTo>
                  <a:lnTo>
                    <a:pt x="1914925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8460831" y="7539539"/>
              <a:ext cx="135890" cy="135890"/>
            </a:xfrm>
            <a:custGeom>
              <a:avLst/>
              <a:gdLst/>
              <a:ahLst/>
              <a:cxnLst/>
              <a:rect l="l" t="t" r="r" b="b"/>
              <a:pathLst>
                <a:path w="135890" h="135890">
                  <a:moveTo>
                    <a:pt x="135566" y="0"/>
                  </a:moveTo>
                  <a:lnTo>
                    <a:pt x="0" y="0"/>
                  </a:lnTo>
                  <a:lnTo>
                    <a:pt x="0" y="135597"/>
                  </a:lnTo>
                  <a:lnTo>
                    <a:pt x="135566" y="135597"/>
                  </a:lnTo>
                  <a:lnTo>
                    <a:pt x="135566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8596389" y="7539551"/>
              <a:ext cx="1915160" cy="407034"/>
            </a:xfrm>
            <a:custGeom>
              <a:avLst/>
              <a:gdLst/>
              <a:ahLst/>
              <a:cxnLst/>
              <a:rect l="l" t="t" r="r" b="b"/>
              <a:pathLst>
                <a:path w="1915159" h="407034">
                  <a:moveTo>
                    <a:pt x="1914931" y="271119"/>
                  </a:moveTo>
                  <a:lnTo>
                    <a:pt x="0" y="271119"/>
                  </a:lnTo>
                  <a:lnTo>
                    <a:pt x="0" y="406717"/>
                  </a:lnTo>
                  <a:lnTo>
                    <a:pt x="1914931" y="406717"/>
                  </a:lnTo>
                  <a:lnTo>
                    <a:pt x="1914931" y="271119"/>
                  </a:lnTo>
                  <a:close/>
                </a:path>
                <a:path w="1915159" h="407034">
                  <a:moveTo>
                    <a:pt x="1914931" y="0"/>
                  </a:moveTo>
                  <a:lnTo>
                    <a:pt x="0" y="0"/>
                  </a:lnTo>
                  <a:lnTo>
                    <a:pt x="0" y="135597"/>
                  </a:lnTo>
                  <a:lnTo>
                    <a:pt x="1914931" y="135597"/>
                  </a:lnTo>
                  <a:lnTo>
                    <a:pt x="1914931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8460831" y="7810662"/>
              <a:ext cx="135890" cy="135890"/>
            </a:xfrm>
            <a:custGeom>
              <a:avLst/>
              <a:gdLst/>
              <a:ahLst/>
              <a:cxnLst/>
              <a:rect l="l" t="t" r="r" b="b"/>
              <a:pathLst>
                <a:path w="135890" h="135890">
                  <a:moveTo>
                    <a:pt x="135566" y="0"/>
                  </a:moveTo>
                  <a:lnTo>
                    <a:pt x="0" y="0"/>
                  </a:lnTo>
                  <a:lnTo>
                    <a:pt x="0" y="135597"/>
                  </a:lnTo>
                  <a:lnTo>
                    <a:pt x="135566" y="135597"/>
                  </a:lnTo>
                  <a:lnTo>
                    <a:pt x="135566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8596397" y="8081795"/>
              <a:ext cx="1915160" cy="135890"/>
            </a:xfrm>
            <a:custGeom>
              <a:avLst/>
              <a:gdLst/>
              <a:ahLst/>
              <a:cxnLst/>
              <a:rect l="l" t="t" r="r" b="b"/>
              <a:pathLst>
                <a:path w="1915159" h="135890">
                  <a:moveTo>
                    <a:pt x="1914925" y="0"/>
                  </a:moveTo>
                  <a:lnTo>
                    <a:pt x="0" y="0"/>
                  </a:lnTo>
                  <a:lnTo>
                    <a:pt x="0" y="135597"/>
                  </a:lnTo>
                  <a:lnTo>
                    <a:pt x="1914925" y="135597"/>
                  </a:lnTo>
                  <a:lnTo>
                    <a:pt x="1914925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8460831" y="8081795"/>
              <a:ext cx="135890" cy="135890"/>
            </a:xfrm>
            <a:custGeom>
              <a:avLst/>
              <a:gdLst/>
              <a:ahLst/>
              <a:cxnLst/>
              <a:rect l="l" t="t" r="r" b="b"/>
              <a:pathLst>
                <a:path w="135890" h="135890">
                  <a:moveTo>
                    <a:pt x="135566" y="0"/>
                  </a:moveTo>
                  <a:lnTo>
                    <a:pt x="0" y="0"/>
                  </a:lnTo>
                  <a:lnTo>
                    <a:pt x="0" y="135597"/>
                  </a:lnTo>
                  <a:lnTo>
                    <a:pt x="135566" y="135597"/>
                  </a:lnTo>
                  <a:lnTo>
                    <a:pt x="135566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8596397" y="8352991"/>
              <a:ext cx="1915160" cy="135890"/>
            </a:xfrm>
            <a:custGeom>
              <a:avLst/>
              <a:gdLst/>
              <a:ahLst/>
              <a:cxnLst/>
              <a:rect l="l" t="t" r="r" b="b"/>
              <a:pathLst>
                <a:path w="1915159" h="135890">
                  <a:moveTo>
                    <a:pt x="1914925" y="0"/>
                  </a:moveTo>
                  <a:lnTo>
                    <a:pt x="0" y="0"/>
                  </a:lnTo>
                  <a:lnTo>
                    <a:pt x="0" y="135535"/>
                  </a:lnTo>
                  <a:lnTo>
                    <a:pt x="1914925" y="135535"/>
                  </a:lnTo>
                  <a:lnTo>
                    <a:pt x="1914925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8460831" y="8352991"/>
              <a:ext cx="135890" cy="135890"/>
            </a:xfrm>
            <a:custGeom>
              <a:avLst/>
              <a:gdLst/>
              <a:ahLst/>
              <a:cxnLst/>
              <a:rect l="l" t="t" r="r" b="b"/>
              <a:pathLst>
                <a:path w="135890" h="135890">
                  <a:moveTo>
                    <a:pt x="135566" y="0"/>
                  </a:moveTo>
                  <a:lnTo>
                    <a:pt x="0" y="0"/>
                  </a:lnTo>
                  <a:lnTo>
                    <a:pt x="0" y="135535"/>
                  </a:lnTo>
                  <a:lnTo>
                    <a:pt x="135566" y="135535"/>
                  </a:lnTo>
                  <a:lnTo>
                    <a:pt x="135566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4" name="object 104" descr=""/>
          <p:cNvSpPr txBox="1"/>
          <p:nvPr/>
        </p:nvSpPr>
        <p:spPr>
          <a:xfrm>
            <a:off x="624158" y="728636"/>
            <a:ext cx="283464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background</a:t>
            </a:r>
            <a:r>
              <a:rPr dirty="0" sz="1700" spc="7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scene</a:t>
            </a:r>
            <a:endParaRPr sz="17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387" y="0"/>
            <a:ext cx="20097750" cy="11304905"/>
          </a:xfrm>
          <a:custGeom>
            <a:avLst/>
            <a:gdLst/>
            <a:ahLst/>
            <a:cxnLst/>
            <a:rect l="l" t="t" r="r" b="b"/>
            <a:pathLst>
              <a:path w="20097750" h="11304905">
                <a:moveTo>
                  <a:pt x="20097702" y="0"/>
                </a:moveTo>
                <a:lnTo>
                  <a:pt x="0" y="0"/>
                </a:lnTo>
                <a:lnTo>
                  <a:pt x="0" y="11304451"/>
                </a:lnTo>
                <a:lnTo>
                  <a:pt x="20097702" y="11304451"/>
                </a:lnTo>
                <a:lnTo>
                  <a:pt x="200977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75206" y="6554710"/>
            <a:ext cx="157188" cy="157167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866571" y="6159679"/>
            <a:ext cx="450850" cy="543560"/>
          </a:xfrm>
          <a:custGeom>
            <a:avLst/>
            <a:gdLst/>
            <a:ahLst/>
            <a:cxnLst/>
            <a:rect l="l" t="t" r="r" b="b"/>
            <a:pathLst>
              <a:path w="450850" h="543559">
                <a:moveTo>
                  <a:pt x="183690" y="0"/>
                </a:moveTo>
                <a:lnTo>
                  <a:pt x="0" y="0"/>
                </a:lnTo>
                <a:lnTo>
                  <a:pt x="0" y="543543"/>
                </a:lnTo>
                <a:lnTo>
                  <a:pt x="171722" y="543543"/>
                </a:lnTo>
                <a:lnTo>
                  <a:pt x="222357" y="540599"/>
                </a:lnTo>
                <a:lnTo>
                  <a:pt x="268239" y="531765"/>
                </a:lnTo>
                <a:lnTo>
                  <a:pt x="309371" y="517038"/>
                </a:lnTo>
                <a:lnTo>
                  <a:pt x="345755" y="496418"/>
                </a:lnTo>
                <a:lnTo>
                  <a:pt x="377391" y="469901"/>
                </a:lnTo>
                <a:lnTo>
                  <a:pt x="403726" y="437968"/>
                </a:lnTo>
                <a:lnTo>
                  <a:pt x="411992" y="423065"/>
                </a:lnTo>
                <a:lnTo>
                  <a:pt x="143398" y="423065"/>
                </a:lnTo>
                <a:lnTo>
                  <a:pt x="143398" y="118593"/>
                </a:lnTo>
                <a:lnTo>
                  <a:pt x="418509" y="118593"/>
                </a:lnTo>
                <a:lnTo>
                  <a:pt x="411450" y="104097"/>
                </a:lnTo>
                <a:lnTo>
                  <a:pt x="381045" y="66919"/>
                </a:lnTo>
                <a:lnTo>
                  <a:pt x="342631" y="37653"/>
                </a:lnTo>
                <a:lnTo>
                  <a:pt x="296935" y="16740"/>
                </a:lnTo>
                <a:lnTo>
                  <a:pt x="243956" y="4186"/>
                </a:lnTo>
                <a:lnTo>
                  <a:pt x="183690" y="0"/>
                </a:lnTo>
                <a:close/>
              </a:path>
              <a:path w="450850" h="543559">
                <a:moveTo>
                  <a:pt x="418509" y="118593"/>
                </a:moveTo>
                <a:lnTo>
                  <a:pt x="185135" y="118593"/>
                </a:lnTo>
                <a:lnTo>
                  <a:pt x="212688" y="120846"/>
                </a:lnTo>
                <a:lnTo>
                  <a:pt x="236483" y="127607"/>
                </a:lnTo>
                <a:lnTo>
                  <a:pt x="272839" y="154644"/>
                </a:lnTo>
                <a:lnTo>
                  <a:pt x="294489" y="200393"/>
                </a:lnTo>
                <a:lnTo>
                  <a:pt x="301697" y="265436"/>
                </a:lnTo>
                <a:lnTo>
                  <a:pt x="299789" y="302836"/>
                </a:lnTo>
                <a:lnTo>
                  <a:pt x="284540" y="362232"/>
                </a:lnTo>
                <a:lnTo>
                  <a:pt x="253773" y="401221"/>
                </a:lnTo>
                <a:lnTo>
                  <a:pt x="205847" y="420640"/>
                </a:lnTo>
                <a:lnTo>
                  <a:pt x="175345" y="423065"/>
                </a:lnTo>
                <a:lnTo>
                  <a:pt x="411992" y="423065"/>
                </a:lnTo>
                <a:lnTo>
                  <a:pt x="424213" y="401035"/>
                </a:lnTo>
                <a:lnTo>
                  <a:pt x="438849" y="359105"/>
                </a:lnTo>
                <a:lnTo>
                  <a:pt x="447633" y="312181"/>
                </a:lnTo>
                <a:lnTo>
                  <a:pt x="450562" y="260264"/>
                </a:lnTo>
                <a:lnTo>
                  <a:pt x="446214" y="200763"/>
                </a:lnTo>
                <a:lnTo>
                  <a:pt x="433175" y="148710"/>
                </a:lnTo>
                <a:lnTo>
                  <a:pt x="418509" y="1185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792741" y="6157404"/>
            <a:ext cx="137160" cy="546100"/>
          </a:xfrm>
          <a:custGeom>
            <a:avLst/>
            <a:gdLst/>
            <a:ahLst/>
            <a:cxnLst/>
            <a:rect l="l" t="t" r="r" b="b"/>
            <a:pathLst>
              <a:path w="137160" h="546100">
                <a:moveTo>
                  <a:pt x="136624" y="0"/>
                </a:moveTo>
                <a:lnTo>
                  <a:pt x="0" y="0"/>
                </a:lnTo>
                <a:lnTo>
                  <a:pt x="0" y="545815"/>
                </a:lnTo>
                <a:lnTo>
                  <a:pt x="136624" y="545815"/>
                </a:lnTo>
                <a:lnTo>
                  <a:pt x="1366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982564" y="6290625"/>
            <a:ext cx="395605" cy="420370"/>
          </a:xfrm>
          <a:custGeom>
            <a:avLst/>
            <a:gdLst/>
            <a:ahLst/>
            <a:cxnLst/>
            <a:rect l="l" t="t" r="r" b="b"/>
            <a:pathLst>
              <a:path w="395605" h="420370">
                <a:moveTo>
                  <a:pt x="198852" y="0"/>
                </a:moveTo>
                <a:lnTo>
                  <a:pt x="154304" y="3431"/>
                </a:lnTo>
                <a:lnTo>
                  <a:pt x="115022" y="13727"/>
                </a:lnTo>
                <a:lnTo>
                  <a:pt x="81002" y="30886"/>
                </a:lnTo>
                <a:lnTo>
                  <a:pt x="29380" y="85139"/>
                </a:lnTo>
                <a:lnTo>
                  <a:pt x="13055" y="120900"/>
                </a:lnTo>
                <a:lnTo>
                  <a:pt x="3263" y="162188"/>
                </a:lnTo>
                <a:lnTo>
                  <a:pt x="0" y="208998"/>
                </a:lnTo>
                <a:lnTo>
                  <a:pt x="3340" y="255010"/>
                </a:lnTo>
                <a:lnTo>
                  <a:pt x="13326" y="295939"/>
                </a:lnTo>
                <a:lnTo>
                  <a:pt x="29985" y="331895"/>
                </a:lnTo>
                <a:lnTo>
                  <a:pt x="53307" y="362847"/>
                </a:lnTo>
                <a:lnTo>
                  <a:pt x="82248" y="387737"/>
                </a:lnTo>
                <a:lnTo>
                  <a:pt x="153960" y="416189"/>
                </a:lnTo>
                <a:lnTo>
                  <a:pt x="196737" y="419746"/>
                </a:lnTo>
                <a:lnTo>
                  <a:pt x="241118" y="416267"/>
                </a:lnTo>
                <a:lnTo>
                  <a:pt x="280288" y="405833"/>
                </a:lnTo>
                <a:lnTo>
                  <a:pt x="314241" y="388444"/>
                </a:lnTo>
                <a:lnTo>
                  <a:pt x="365840" y="333550"/>
                </a:lnTo>
                <a:lnTo>
                  <a:pt x="373801" y="315969"/>
                </a:lnTo>
                <a:lnTo>
                  <a:pt x="198130" y="315969"/>
                </a:lnTo>
                <a:lnTo>
                  <a:pt x="183214" y="314257"/>
                </a:lnTo>
                <a:lnTo>
                  <a:pt x="152361" y="288598"/>
                </a:lnTo>
                <a:lnTo>
                  <a:pt x="139591" y="233557"/>
                </a:lnTo>
                <a:lnTo>
                  <a:pt x="138739" y="208998"/>
                </a:lnTo>
                <a:lnTo>
                  <a:pt x="139591" y="184494"/>
                </a:lnTo>
                <a:lnTo>
                  <a:pt x="146403" y="145220"/>
                </a:lnTo>
                <a:lnTo>
                  <a:pt x="170442" y="110725"/>
                </a:lnTo>
                <a:lnTo>
                  <a:pt x="197428" y="104143"/>
                </a:lnTo>
                <a:lnTo>
                  <a:pt x="373462" y="104143"/>
                </a:lnTo>
                <a:lnTo>
                  <a:pt x="370920" y="98237"/>
                </a:lnTo>
                <a:lnTo>
                  <a:pt x="341532" y="56325"/>
                </a:lnTo>
                <a:lnTo>
                  <a:pt x="301927" y="25423"/>
                </a:lnTo>
                <a:lnTo>
                  <a:pt x="253786" y="6354"/>
                </a:lnTo>
                <a:lnTo>
                  <a:pt x="227163" y="1588"/>
                </a:lnTo>
                <a:lnTo>
                  <a:pt x="198852" y="0"/>
                </a:lnTo>
                <a:close/>
              </a:path>
              <a:path w="395605" h="420370">
                <a:moveTo>
                  <a:pt x="373462" y="104143"/>
                </a:moveTo>
                <a:lnTo>
                  <a:pt x="197428" y="104143"/>
                </a:lnTo>
                <a:lnTo>
                  <a:pt x="212325" y="105798"/>
                </a:lnTo>
                <a:lnTo>
                  <a:pt x="224863" y="110766"/>
                </a:lnTo>
                <a:lnTo>
                  <a:pt x="248668" y="145457"/>
                </a:lnTo>
                <a:lnTo>
                  <a:pt x="255309" y="184627"/>
                </a:lnTo>
                <a:lnTo>
                  <a:pt x="256138" y="208998"/>
                </a:lnTo>
                <a:lnTo>
                  <a:pt x="255321" y="233557"/>
                </a:lnTo>
                <a:lnTo>
                  <a:pt x="248779" y="273357"/>
                </a:lnTo>
                <a:lnTo>
                  <a:pt x="225270" y="309124"/>
                </a:lnTo>
                <a:lnTo>
                  <a:pt x="198130" y="315969"/>
                </a:lnTo>
                <a:lnTo>
                  <a:pt x="373801" y="315969"/>
                </a:lnTo>
                <a:lnTo>
                  <a:pt x="382159" y="297510"/>
                </a:lnTo>
                <a:lnTo>
                  <a:pt x="391943" y="255991"/>
                </a:lnTo>
                <a:lnTo>
                  <a:pt x="395202" y="208998"/>
                </a:lnTo>
                <a:lnTo>
                  <a:pt x="393686" y="178318"/>
                </a:lnTo>
                <a:lnTo>
                  <a:pt x="389136" y="149625"/>
                </a:lnTo>
                <a:lnTo>
                  <a:pt x="381548" y="122928"/>
                </a:lnTo>
                <a:lnTo>
                  <a:pt x="373462" y="1041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432009" y="6297787"/>
            <a:ext cx="137160" cy="405765"/>
          </a:xfrm>
          <a:custGeom>
            <a:avLst/>
            <a:gdLst/>
            <a:ahLst/>
            <a:cxnLst/>
            <a:rect l="l" t="t" r="r" b="b"/>
            <a:pathLst>
              <a:path w="137160" h="405765">
                <a:moveTo>
                  <a:pt x="136645" y="0"/>
                </a:moveTo>
                <a:lnTo>
                  <a:pt x="0" y="0"/>
                </a:lnTo>
                <a:lnTo>
                  <a:pt x="0" y="405432"/>
                </a:lnTo>
                <a:lnTo>
                  <a:pt x="136645" y="405432"/>
                </a:lnTo>
                <a:lnTo>
                  <a:pt x="1366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432009" y="6157414"/>
            <a:ext cx="137160" cy="91440"/>
          </a:xfrm>
          <a:custGeom>
            <a:avLst/>
            <a:gdLst/>
            <a:ahLst/>
            <a:cxnLst/>
            <a:rect l="l" t="t" r="r" b="b"/>
            <a:pathLst>
              <a:path w="137160" h="91439">
                <a:moveTo>
                  <a:pt x="136645" y="0"/>
                </a:moveTo>
                <a:lnTo>
                  <a:pt x="0" y="0"/>
                </a:lnTo>
                <a:lnTo>
                  <a:pt x="0" y="91348"/>
                </a:lnTo>
                <a:lnTo>
                  <a:pt x="136645" y="91348"/>
                </a:lnTo>
                <a:lnTo>
                  <a:pt x="1366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2622956" y="6170326"/>
            <a:ext cx="1019175" cy="540385"/>
          </a:xfrm>
          <a:custGeom>
            <a:avLst/>
            <a:gdLst/>
            <a:ahLst/>
            <a:cxnLst/>
            <a:rect l="l" t="t" r="r" b="b"/>
            <a:pathLst>
              <a:path w="1019175" h="540384">
                <a:moveTo>
                  <a:pt x="288632" y="415505"/>
                </a:moveTo>
                <a:lnTo>
                  <a:pt x="270078" y="421614"/>
                </a:lnTo>
                <a:lnTo>
                  <a:pt x="252895" y="425983"/>
                </a:lnTo>
                <a:lnTo>
                  <a:pt x="237058" y="428612"/>
                </a:lnTo>
                <a:lnTo>
                  <a:pt x="222554" y="429488"/>
                </a:lnTo>
                <a:lnTo>
                  <a:pt x="206375" y="427024"/>
                </a:lnTo>
                <a:lnTo>
                  <a:pt x="194805" y="419646"/>
                </a:lnTo>
                <a:lnTo>
                  <a:pt x="187858" y="407339"/>
                </a:lnTo>
                <a:lnTo>
                  <a:pt x="185534" y="390105"/>
                </a:lnTo>
                <a:lnTo>
                  <a:pt x="185534" y="232308"/>
                </a:lnTo>
                <a:lnTo>
                  <a:pt x="272719" y="232308"/>
                </a:lnTo>
                <a:lnTo>
                  <a:pt x="272719" y="127482"/>
                </a:lnTo>
                <a:lnTo>
                  <a:pt x="185534" y="127482"/>
                </a:lnTo>
                <a:lnTo>
                  <a:pt x="185534" y="0"/>
                </a:lnTo>
                <a:lnTo>
                  <a:pt x="47866" y="23964"/>
                </a:lnTo>
                <a:lnTo>
                  <a:pt x="47866" y="127482"/>
                </a:lnTo>
                <a:lnTo>
                  <a:pt x="0" y="127482"/>
                </a:lnTo>
                <a:lnTo>
                  <a:pt x="0" y="232308"/>
                </a:lnTo>
                <a:lnTo>
                  <a:pt x="47866" y="232308"/>
                </a:lnTo>
                <a:lnTo>
                  <a:pt x="47866" y="399427"/>
                </a:lnTo>
                <a:lnTo>
                  <a:pt x="49758" y="432892"/>
                </a:lnTo>
                <a:lnTo>
                  <a:pt x="64947" y="485927"/>
                </a:lnTo>
                <a:lnTo>
                  <a:pt x="95846" y="520611"/>
                </a:lnTo>
                <a:lnTo>
                  <a:pt x="145465" y="537883"/>
                </a:lnTo>
                <a:lnTo>
                  <a:pt x="177469" y="540054"/>
                </a:lnTo>
                <a:lnTo>
                  <a:pt x="193725" y="539724"/>
                </a:lnTo>
                <a:lnTo>
                  <a:pt x="236029" y="534847"/>
                </a:lnTo>
                <a:lnTo>
                  <a:pt x="274967" y="523151"/>
                </a:lnTo>
                <a:lnTo>
                  <a:pt x="288632" y="517525"/>
                </a:lnTo>
                <a:lnTo>
                  <a:pt x="288632" y="415505"/>
                </a:lnTo>
                <a:close/>
              </a:path>
              <a:path w="1019175" h="540384">
                <a:moveTo>
                  <a:pt x="604875" y="415505"/>
                </a:moveTo>
                <a:lnTo>
                  <a:pt x="586320" y="421614"/>
                </a:lnTo>
                <a:lnTo>
                  <a:pt x="569137" y="425983"/>
                </a:lnTo>
                <a:lnTo>
                  <a:pt x="553313" y="428612"/>
                </a:lnTo>
                <a:lnTo>
                  <a:pt x="538822" y="429488"/>
                </a:lnTo>
                <a:lnTo>
                  <a:pt x="522630" y="427024"/>
                </a:lnTo>
                <a:lnTo>
                  <a:pt x="511060" y="419646"/>
                </a:lnTo>
                <a:lnTo>
                  <a:pt x="504113" y="407339"/>
                </a:lnTo>
                <a:lnTo>
                  <a:pt x="501802" y="390105"/>
                </a:lnTo>
                <a:lnTo>
                  <a:pt x="501802" y="232308"/>
                </a:lnTo>
                <a:lnTo>
                  <a:pt x="589026" y="232308"/>
                </a:lnTo>
                <a:lnTo>
                  <a:pt x="589026" y="127482"/>
                </a:lnTo>
                <a:lnTo>
                  <a:pt x="501802" y="127482"/>
                </a:lnTo>
                <a:lnTo>
                  <a:pt x="501802" y="0"/>
                </a:lnTo>
                <a:lnTo>
                  <a:pt x="364121" y="22402"/>
                </a:lnTo>
                <a:lnTo>
                  <a:pt x="364121" y="127482"/>
                </a:lnTo>
                <a:lnTo>
                  <a:pt x="316217" y="127482"/>
                </a:lnTo>
                <a:lnTo>
                  <a:pt x="316217" y="232308"/>
                </a:lnTo>
                <a:lnTo>
                  <a:pt x="364121" y="232308"/>
                </a:lnTo>
                <a:lnTo>
                  <a:pt x="364121" y="399427"/>
                </a:lnTo>
                <a:lnTo>
                  <a:pt x="366026" y="432892"/>
                </a:lnTo>
                <a:lnTo>
                  <a:pt x="381228" y="485927"/>
                </a:lnTo>
                <a:lnTo>
                  <a:pt x="412127" y="520611"/>
                </a:lnTo>
                <a:lnTo>
                  <a:pt x="461733" y="537883"/>
                </a:lnTo>
                <a:lnTo>
                  <a:pt x="493737" y="540054"/>
                </a:lnTo>
                <a:lnTo>
                  <a:pt x="509993" y="539724"/>
                </a:lnTo>
                <a:lnTo>
                  <a:pt x="552284" y="534847"/>
                </a:lnTo>
                <a:lnTo>
                  <a:pt x="591235" y="523151"/>
                </a:lnTo>
                <a:lnTo>
                  <a:pt x="604875" y="517525"/>
                </a:lnTo>
                <a:lnTo>
                  <a:pt x="604875" y="415505"/>
                </a:lnTo>
                <a:close/>
              </a:path>
              <a:path w="1019175" h="540384">
                <a:moveTo>
                  <a:pt x="1018743" y="305689"/>
                </a:moveTo>
                <a:lnTo>
                  <a:pt x="1015695" y="263398"/>
                </a:lnTo>
                <a:lnTo>
                  <a:pt x="1006551" y="226364"/>
                </a:lnTo>
                <a:lnTo>
                  <a:pt x="970000" y="168097"/>
                </a:lnTo>
                <a:lnTo>
                  <a:pt x="911085" y="132270"/>
                </a:lnTo>
                <a:lnTo>
                  <a:pt x="894676" y="128308"/>
                </a:lnTo>
                <a:lnTo>
                  <a:pt x="894676" y="279908"/>
                </a:lnTo>
                <a:lnTo>
                  <a:pt x="777303" y="279908"/>
                </a:lnTo>
                <a:lnTo>
                  <a:pt x="789051" y="239953"/>
                </a:lnTo>
                <a:lnTo>
                  <a:pt x="825144" y="216471"/>
                </a:lnTo>
                <a:lnTo>
                  <a:pt x="836688" y="215493"/>
                </a:lnTo>
                <a:lnTo>
                  <a:pt x="849147" y="216585"/>
                </a:lnTo>
                <a:lnTo>
                  <a:pt x="885304" y="242544"/>
                </a:lnTo>
                <a:lnTo>
                  <a:pt x="894676" y="279908"/>
                </a:lnTo>
                <a:lnTo>
                  <a:pt x="894676" y="128308"/>
                </a:lnTo>
                <a:lnTo>
                  <a:pt x="874001" y="123304"/>
                </a:lnTo>
                <a:lnTo>
                  <a:pt x="831824" y="120319"/>
                </a:lnTo>
                <a:lnTo>
                  <a:pt x="787527" y="123748"/>
                </a:lnTo>
                <a:lnTo>
                  <a:pt x="748652" y="134048"/>
                </a:lnTo>
                <a:lnTo>
                  <a:pt x="687120" y="175247"/>
                </a:lnTo>
                <a:lnTo>
                  <a:pt x="649135" y="242100"/>
                </a:lnTo>
                <a:lnTo>
                  <a:pt x="639635" y="284492"/>
                </a:lnTo>
                <a:lnTo>
                  <a:pt x="636460" y="332854"/>
                </a:lnTo>
                <a:lnTo>
                  <a:pt x="639889" y="379742"/>
                </a:lnTo>
                <a:lnTo>
                  <a:pt x="650138" y="420928"/>
                </a:lnTo>
                <a:lnTo>
                  <a:pt x="667232" y="456412"/>
                </a:lnTo>
                <a:lnTo>
                  <a:pt x="691159" y="486194"/>
                </a:lnTo>
                <a:lnTo>
                  <a:pt x="721271" y="509739"/>
                </a:lnTo>
                <a:lnTo>
                  <a:pt x="756907" y="526580"/>
                </a:lnTo>
                <a:lnTo>
                  <a:pt x="798068" y="536676"/>
                </a:lnTo>
                <a:lnTo>
                  <a:pt x="844753" y="540042"/>
                </a:lnTo>
                <a:lnTo>
                  <a:pt x="867676" y="539635"/>
                </a:lnTo>
                <a:lnTo>
                  <a:pt x="908545" y="536409"/>
                </a:lnTo>
                <a:lnTo>
                  <a:pt x="960018" y="524624"/>
                </a:lnTo>
                <a:lnTo>
                  <a:pt x="992492" y="510527"/>
                </a:lnTo>
                <a:lnTo>
                  <a:pt x="976426" y="440588"/>
                </a:lnTo>
                <a:lnTo>
                  <a:pt x="971511" y="419188"/>
                </a:lnTo>
                <a:lnTo>
                  <a:pt x="927354" y="433578"/>
                </a:lnTo>
                <a:lnTo>
                  <a:pt x="878801" y="440143"/>
                </a:lnTo>
                <a:lnTo>
                  <a:pt x="861174" y="440588"/>
                </a:lnTo>
                <a:lnTo>
                  <a:pt x="842454" y="439381"/>
                </a:lnTo>
                <a:lnTo>
                  <a:pt x="798791" y="421259"/>
                </a:lnTo>
                <a:lnTo>
                  <a:pt x="776554" y="384009"/>
                </a:lnTo>
                <a:lnTo>
                  <a:pt x="774509" y="367919"/>
                </a:lnTo>
                <a:lnTo>
                  <a:pt x="1018743" y="367919"/>
                </a:lnTo>
                <a:lnTo>
                  <a:pt x="1018743" y="30568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357625" y="6290645"/>
            <a:ext cx="382905" cy="419734"/>
          </a:xfrm>
          <a:custGeom>
            <a:avLst/>
            <a:gdLst/>
            <a:ahLst/>
            <a:cxnLst/>
            <a:rect l="l" t="t" r="r" b="b"/>
            <a:pathLst>
              <a:path w="382905" h="419734">
                <a:moveTo>
                  <a:pt x="195334" y="0"/>
                </a:moveTo>
                <a:lnTo>
                  <a:pt x="151049" y="3429"/>
                </a:lnTo>
                <a:lnTo>
                  <a:pt x="112181" y="13720"/>
                </a:lnTo>
                <a:lnTo>
                  <a:pt x="50679" y="54919"/>
                </a:lnTo>
                <a:lnTo>
                  <a:pt x="12676" y="121771"/>
                </a:lnTo>
                <a:lnTo>
                  <a:pt x="3169" y="164162"/>
                </a:lnTo>
                <a:lnTo>
                  <a:pt x="0" y="212527"/>
                </a:lnTo>
                <a:lnTo>
                  <a:pt x="3419" y="259418"/>
                </a:lnTo>
                <a:lnTo>
                  <a:pt x="13678" y="300606"/>
                </a:lnTo>
                <a:lnTo>
                  <a:pt x="30776" y="336088"/>
                </a:lnTo>
                <a:lnTo>
                  <a:pt x="54710" y="365863"/>
                </a:lnTo>
                <a:lnTo>
                  <a:pt x="84811" y="389420"/>
                </a:lnTo>
                <a:lnTo>
                  <a:pt x="120441" y="406249"/>
                </a:lnTo>
                <a:lnTo>
                  <a:pt x="161599" y="416348"/>
                </a:lnTo>
                <a:lnTo>
                  <a:pt x="208286" y="419714"/>
                </a:lnTo>
                <a:lnTo>
                  <a:pt x="231212" y="419309"/>
                </a:lnTo>
                <a:lnTo>
                  <a:pt x="272084" y="416079"/>
                </a:lnTo>
                <a:lnTo>
                  <a:pt x="323556" y="404304"/>
                </a:lnTo>
                <a:lnTo>
                  <a:pt x="356051" y="390208"/>
                </a:lnTo>
                <a:lnTo>
                  <a:pt x="339968" y="320262"/>
                </a:lnTo>
                <a:lnTo>
                  <a:pt x="224705" y="320262"/>
                </a:lnTo>
                <a:lnTo>
                  <a:pt x="205996" y="319053"/>
                </a:lnTo>
                <a:lnTo>
                  <a:pt x="162330" y="300933"/>
                </a:lnTo>
                <a:lnTo>
                  <a:pt x="140081" y="263681"/>
                </a:lnTo>
                <a:lnTo>
                  <a:pt x="138037" y="247594"/>
                </a:lnTo>
                <a:lnTo>
                  <a:pt x="382281" y="247594"/>
                </a:lnTo>
                <a:lnTo>
                  <a:pt x="382281" y="185366"/>
                </a:lnTo>
                <a:lnTo>
                  <a:pt x="380425" y="159586"/>
                </a:lnTo>
                <a:lnTo>
                  <a:pt x="140833" y="159586"/>
                </a:lnTo>
                <a:lnTo>
                  <a:pt x="143073" y="144048"/>
                </a:lnTo>
                <a:lnTo>
                  <a:pt x="168495" y="103925"/>
                </a:lnTo>
                <a:lnTo>
                  <a:pt x="200245" y="95169"/>
                </a:lnTo>
                <a:lnTo>
                  <a:pt x="364887" y="95169"/>
                </a:lnTo>
                <a:lnTo>
                  <a:pt x="354867" y="74269"/>
                </a:lnTo>
                <a:lnTo>
                  <a:pt x="333539" y="47768"/>
                </a:lnTo>
                <a:lnTo>
                  <a:pt x="306624" y="26866"/>
                </a:lnTo>
                <a:lnTo>
                  <a:pt x="274618" y="11939"/>
                </a:lnTo>
                <a:lnTo>
                  <a:pt x="237521" y="2984"/>
                </a:lnTo>
                <a:lnTo>
                  <a:pt x="195334" y="0"/>
                </a:lnTo>
                <a:close/>
              </a:path>
              <a:path w="382905" h="419734">
                <a:moveTo>
                  <a:pt x="335047" y="298860"/>
                </a:moveTo>
                <a:lnTo>
                  <a:pt x="290912" y="313257"/>
                </a:lnTo>
                <a:lnTo>
                  <a:pt x="242337" y="319823"/>
                </a:lnTo>
                <a:lnTo>
                  <a:pt x="224705" y="320262"/>
                </a:lnTo>
                <a:lnTo>
                  <a:pt x="339968" y="320262"/>
                </a:lnTo>
                <a:lnTo>
                  <a:pt x="335047" y="298860"/>
                </a:lnTo>
                <a:close/>
              </a:path>
              <a:path w="382905" h="419734">
                <a:moveTo>
                  <a:pt x="364887" y="95169"/>
                </a:moveTo>
                <a:lnTo>
                  <a:pt x="200245" y="95169"/>
                </a:lnTo>
                <a:lnTo>
                  <a:pt x="212680" y="96265"/>
                </a:lnTo>
                <a:lnTo>
                  <a:pt x="223783" y="99555"/>
                </a:lnTo>
                <a:lnTo>
                  <a:pt x="253829" y="133197"/>
                </a:lnTo>
                <a:lnTo>
                  <a:pt x="258232" y="159586"/>
                </a:lnTo>
                <a:lnTo>
                  <a:pt x="380425" y="159586"/>
                </a:lnTo>
                <a:lnTo>
                  <a:pt x="379236" y="143073"/>
                </a:lnTo>
                <a:lnTo>
                  <a:pt x="370098" y="106039"/>
                </a:lnTo>
                <a:lnTo>
                  <a:pt x="364887" y="9516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4184" y="7901214"/>
            <a:ext cx="6135855" cy="191261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8173" y="8433889"/>
            <a:ext cx="6008696" cy="191261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77248" y="8966545"/>
            <a:ext cx="6222763" cy="191261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853857" y="7577502"/>
            <a:ext cx="6581140" cy="29171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Deloitte</a:t>
            </a:r>
            <a:r>
              <a:rPr dirty="0" sz="1500" spc="-6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refers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to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one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or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more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of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Deloitte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30">
                <a:solidFill>
                  <a:srgbClr val="FFFFFF"/>
                </a:solidFill>
                <a:latin typeface="Open Sans"/>
                <a:cs typeface="Open Sans"/>
              </a:rPr>
              <a:t>Touche</a:t>
            </a:r>
            <a:r>
              <a:rPr dirty="0" sz="1500" spc="-6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Open Sans"/>
                <a:cs typeface="Open Sans"/>
              </a:rPr>
              <a:t>Tohmatsu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Limited</a:t>
            </a:r>
            <a:endParaRPr sz="1500">
              <a:latin typeface="Open Sans"/>
              <a:cs typeface="Open Sans"/>
            </a:endParaRPr>
          </a:p>
          <a:p>
            <a:pPr marL="12700" marR="5080">
              <a:lnSpc>
                <a:spcPct val="233000"/>
              </a:lnSpc>
            </a:pP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(collectively,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the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“Deloitte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organization”).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DTTL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Open Sans"/>
                <a:cs typeface="Open Sans"/>
              </a:rPr>
              <a:t>(also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referred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to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as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“Deloitte separate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and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Open Sans"/>
                <a:cs typeface="Open Sans"/>
              </a:rPr>
              <a:t>independent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entities,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which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cannot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obligate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or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bind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Open Sans"/>
                <a:cs typeface="Open Sans"/>
              </a:rPr>
              <a:t>each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related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entity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is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liable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only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for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its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own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acts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and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omissions,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and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not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those</a:t>
            </a:r>
            <a:endParaRPr sz="1500">
              <a:latin typeface="Open Sans"/>
              <a:cs typeface="Open Sans"/>
            </a:endParaRPr>
          </a:p>
          <a:p>
            <a:pPr marL="13970" marR="112395" indent="-635">
              <a:lnSpc>
                <a:spcPct val="116500"/>
              </a:lnSpc>
            </a:pP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of</a:t>
            </a:r>
            <a:r>
              <a:rPr dirty="0" sz="1500" spc="-6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each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30">
                <a:solidFill>
                  <a:srgbClr val="FFFFFF"/>
                </a:solidFill>
                <a:latin typeface="Open Sans"/>
                <a:cs typeface="Open Sans"/>
              </a:rPr>
              <a:t>other.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DTTL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does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not</a:t>
            </a:r>
            <a:r>
              <a:rPr dirty="0" sz="1500" spc="-6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provide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services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to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clients.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Please</a:t>
            </a:r>
            <a:r>
              <a:rPr dirty="0" sz="1500" spc="-6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see</a:t>
            </a:r>
            <a:r>
              <a:rPr dirty="0" sz="1500" spc="-9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0" b="1">
                <a:solidFill>
                  <a:srgbClr val="FFFFFF"/>
                </a:solidFill>
                <a:latin typeface="Open Sans"/>
                <a:cs typeface="Open Sans"/>
                <a:hlinkClick r:id="rId6"/>
              </a:rPr>
              <a:t>www.</a:t>
            </a:r>
            <a:r>
              <a:rPr dirty="0" sz="1500" spc="-20" b="1">
                <a:solidFill>
                  <a:srgbClr val="FFFFFF"/>
                </a:solidFill>
                <a:latin typeface="Open Sans"/>
                <a:cs typeface="Open Sans"/>
              </a:rPr>
              <a:t> deloitte.com/about</a:t>
            </a:r>
            <a:r>
              <a:rPr dirty="0" sz="1500" spc="-4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to</a:t>
            </a:r>
            <a:r>
              <a:rPr dirty="0" sz="1500" spc="-3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learn</a:t>
            </a:r>
            <a:r>
              <a:rPr dirty="0" sz="1500" spc="-3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Open Sans"/>
                <a:cs typeface="Open Sans"/>
              </a:rPr>
              <a:t>more.</a:t>
            </a:r>
            <a:endParaRPr sz="1500">
              <a:latin typeface="Open Sans"/>
              <a:cs typeface="Open San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Open Sans"/>
              <a:cs typeface="Open Sans"/>
            </a:endParaRPr>
          </a:p>
          <a:p>
            <a:pPr marL="13335">
              <a:lnSpc>
                <a:spcPct val="100000"/>
              </a:lnSpc>
              <a:spcBef>
                <a:spcPts val="5"/>
              </a:spcBef>
            </a:pP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©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35">
                <a:solidFill>
                  <a:srgbClr val="FFFFFF"/>
                </a:solidFill>
                <a:latin typeface="Open Sans"/>
                <a:cs typeface="Open Sans"/>
              </a:rPr>
              <a:t>2021.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For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information,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contact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Deloitte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30">
                <a:solidFill>
                  <a:srgbClr val="FFFFFF"/>
                </a:solidFill>
                <a:latin typeface="Open Sans"/>
                <a:cs typeface="Open Sans"/>
              </a:rPr>
              <a:t>Touche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Open Sans"/>
                <a:cs typeface="Open Sans"/>
              </a:rPr>
              <a:t>Tohmatsu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Limited.</a:t>
            </a:r>
            <a:endParaRPr sz="15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EABACCD3B39C49923CC76F9A3899B0" ma:contentTypeVersion="10" ma:contentTypeDescription="Create a new document." ma:contentTypeScope="" ma:versionID="888edbca11eac38050b29462c56b3d83">
  <xsd:schema xmlns:xsd="http://www.w3.org/2001/XMLSchema" xmlns:xs="http://www.w3.org/2001/XMLSchema" xmlns:p="http://schemas.microsoft.com/office/2006/metadata/properties" xmlns:ns2="88ac10d5-d499-482e-8b56-6ab71e10844d" xmlns:ns3="b34fac16-a9a4-4d97-96d6-3d67277b3bbb" targetNamespace="http://schemas.microsoft.com/office/2006/metadata/properties" ma:root="true" ma:fieldsID="b2578cae4076c3a00574eaa070b195d6" ns2:_="" ns3:_="">
    <xsd:import namespace="88ac10d5-d499-482e-8b56-6ab71e10844d"/>
    <xsd:import namespace="b34fac16-a9a4-4d97-96d6-3d67277b3b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ac10d5-d499-482e-8b56-6ab71e1084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4fac16-a9a4-4d97-96d6-3d67277b3bb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26a010e-ed09-4f8f-afe2-969c013c94e7}" ma:internalName="TaxCatchAll" ma:showField="CatchAllData" ma:web="b34fac16-a9a4-4d97-96d6-3d67277b3b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8ac10d5-d499-482e-8b56-6ab71e10844d">
      <Terms xmlns="http://schemas.microsoft.com/office/infopath/2007/PartnerControls"/>
    </lcf76f155ced4ddcb4097134ff3c332f>
    <TaxCatchAll xmlns="b34fac16-a9a4-4d97-96d6-3d67277b3bbb" xsi:nil="true"/>
  </documentManagement>
</p:properties>
</file>

<file path=customXml/itemProps1.xml><?xml version="1.0" encoding="utf-8"?>
<ds:datastoreItem xmlns:ds="http://schemas.openxmlformats.org/officeDocument/2006/customXml" ds:itemID="{33AB845D-8F85-4164-BFDB-3CA5B870C800}"/>
</file>

<file path=customXml/itemProps2.xml><?xml version="1.0" encoding="utf-8"?>
<ds:datastoreItem xmlns:ds="http://schemas.openxmlformats.org/officeDocument/2006/customXml" ds:itemID="{C065072C-1235-467B-8637-D2E5B28D9086}"/>
</file>

<file path=customXml/itemProps3.xml><?xml version="1.0" encoding="utf-8"?>
<ds:datastoreItem xmlns:ds="http://schemas.openxmlformats.org/officeDocument/2006/customXml" ds:itemID="{8305B91B-DF2D-435D-8805-62840182FDD6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GIG_Avatar Backgrounds_WESTERN ARCHITECTURE</dc:title>
  <dcterms:created xsi:type="dcterms:W3CDTF">2022-09-01T16:14:08Z</dcterms:created>
  <dcterms:modified xsi:type="dcterms:W3CDTF">2022-09-01T16:14:08Z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2021-11-10T00:00:00Z</vt:filetime>
  </property>
  <property fmtid="{D5CDD505-2E9C-101B-9397-08002B2CF9AE}" pid="3" name="Creator">
    <vt:lpwstr>Adobe Illustrator 26.0 (Macintosh)</vt:lpwstr>
  </property>
  <property fmtid="{D5CDD505-2E9C-101B-9397-08002B2CF9AE}" pid="4" name="LastSaved">
    <vt:filetime>2022-09-01T00:00:00Z</vt:filetime>
  </property>
  <property fmtid="{D5CDD505-2E9C-101B-9397-08002B2CF9AE}" pid="5" name="Producer">
    <vt:lpwstr>Adobe PDF library 16.03</vt:lpwstr>
  </property>
  <property fmtid="{D5CDD505-2E9C-101B-9397-08002B2CF9AE}" pid="6" name="ContentTypeId">
    <vt:lpwstr>0x01010046EABACCD3B39C49923CC76F9A3899B0</vt:lpwstr>
  </property>
</Properties>
</file>